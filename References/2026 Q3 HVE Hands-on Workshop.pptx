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60"/>
  </p:notesMasterIdLst>
  <p:handoutMasterIdLst>
    <p:handoutMasterId r:id="rId61"/>
  </p:handoutMasterIdLst>
  <p:sldIdLst>
    <p:sldId id="1015" r:id="rId5"/>
    <p:sldId id="1084" r:id="rId6"/>
    <p:sldId id="1085" r:id="rId7"/>
    <p:sldId id="1016" r:id="rId8"/>
    <p:sldId id="1086" r:id="rId9"/>
    <p:sldId id="1098" r:id="rId10"/>
    <p:sldId id="1097" r:id="rId11"/>
    <p:sldId id="1090" r:id="rId12"/>
    <p:sldId id="1099" r:id="rId13"/>
    <p:sldId id="1089" r:id="rId14"/>
    <p:sldId id="1100" r:id="rId15"/>
    <p:sldId id="1096" r:id="rId16"/>
    <p:sldId id="1088" r:id="rId17"/>
    <p:sldId id="1101" r:id="rId18"/>
    <p:sldId id="1087" r:id="rId19"/>
    <p:sldId id="1102" r:id="rId20"/>
    <p:sldId id="1095" r:id="rId21"/>
    <p:sldId id="1093" r:id="rId22"/>
    <p:sldId id="1103" r:id="rId23"/>
    <p:sldId id="1092" r:id="rId24"/>
    <p:sldId id="1104" r:id="rId25"/>
    <p:sldId id="1091" r:id="rId26"/>
    <p:sldId id="1105" r:id="rId27"/>
    <p:sldId id="1094" r:id="rId28"/>
    <p:sldId id="1106" r:id="rId29"/>
    <p:sldId id="1107" r:id="rId30"/>
    <p:sldId id="1013" r:id="rId31"/>
    <p:sldId id="1014" r:id="rId32"/>
    <p:sldId id="1055" r:id="rId33"/>
    <p:sldId id="1063" r:id="rId34"/>
    <p:sldId id="1068" r:id="rId35"/>
    <p:sldId id="1064" r:id="rId36"/>
    <p:sldId id="1066" r:id="rId37"/>
    <p:sldId id="1065" r:id="rId38"/>
    <p:sldId id="1018" r:id="rId39"/>
    <p:sldId id="1033" r:id="rId40"/>
    <p:sldId id="1022" r:id="rId41"/>
    <p:sldId id="1023" r:id="rId42"/>
    <p:sldId id="1019" r:id="rId43"/>
    <p:sldId id="1020" r:id="rId44"/>
    <p:sldId id="1021" r:id="rId45"/>
    <p:sldId id="1044" r:id="rId46"/>
    <p:sldId id="1083" r:id="rId47"/>
    <p:sldId id="324" r:id="rId48"/>
    <p:sldId id="325" r:id="rId49"/>
    <p:sldId id="326" r:id="rId50"/>
    <p:sldId id="332" r:id="rId51"/>
    <p:sldId id="333" r:id="rId52"/>
    <p:sldId id="334" r:id="rId53"/>
    <p:sldId id="328" r:id="rId54"/>
    <p:sldId id="329" r:id="rId55"/>
    <p:sldId id="330" r:id="rId56"/>
    <p:sldId id="331" r:id="rId57"/>
    <p:sldId id="336" r:id="rId58"/>
    <p:sldId id="337" r:id="rId59"/>
  </p:sldIdLst>
  <p:sldSz cx="12192000" cy="6858000"/>
  <p:notesSz cx="6400800" cy="117332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F31F54-3EB0-874F-99B7-B4F555BC132E}">
          <p14:sldIdLst>
            <p14:sldId id="1015"/>
            <p14:sldId id="1084"/>
            <p14:sldId id="1085"/>
            <p14:sldId id="1016"/>
            <p14:sldId id="1086"/>
            <p14:sldId id="1098"/>
            <p14:sldId id="1097"/>
            <p14:sldId id="1090"/>
            <p14:sldId id="1099"/>
            <p14:sldId id="1089"/>
            <p14:sldId id="1100"/>
            <p14:sldId id="1096"/>
            <p14:sldId id="1088"/>
            <p14:sldId id="1101"/>
            <p14:sldId id="1087"/>
            <p14:sldId id="1102"/>
            <p14:sldId id="1095"/>
            <p14:sldId id="1093"/>
            <p14:sldId id="1103"/>
            <p14:sldId id="1092"/>
            <p14:sldId id="1104"/>
            <p14:sldId id="1091"/>
            <p14:sldId id="1105"/>
            <p14:sldId id="1094"/>
            <p14:sldId id="1106"/>
            <p14:sldId id="1107"/>
            <p14:sldId id="1013"/>
            <p14:sldId id="1014"/>
          </p14:sldIdLst>
        </p14:section>
        <p14:section name="Slide layout examples" id="{AAB2CB5C-4850-DF49-9B62-CAAE74B46C20}">
          <p14:sldIdLst>
            <p14:sldId id="1055"/>
            <p14:sldId id="1063"/>
            <p14:sldId id="1068"/>
            <p14:sldId id="1064"/>
            <p14:sldId id="1066"/>
            <p14:sldId id="1065"/>
            <p14:sldId id="1018"/>
            <p14:sldId id="1033"/>
            <p14:sldId id="1022"/>
            <p14:sldId id="1023"/>
            <p14:sldId id="1019"/>
            <p14:sldId id="1020"/>
            <p14:sldId id="1021"/>
            <p14:sldId id="1044"/>
          </p14:sldIdLst>
        </p14:section>
        <p14:section name="Icon library" id="{923A526C-85E4-D444-9FCE-C4AC968A3081}">
          <p14:sldIdLst>
            <p14:sldId id="1083"/>
            <p14:sldId id="324"/>
            <p14:sldId id="325"/>
            <p14:sldId id="326"/>
            <p14:sldId id="332"/>
            <p14:sldId id="333"/>
            <p14:sldId id="334"/>
            <p14:sldId id="328"/>
            <p14:sldId id="329"/>
            <p14:sldId id="330"/>
            <p14:sldId id="331"/>
            <p14:sldId id="336"/>
            <p14:sldId id="337"/>
          </p14:sldIdLst>
        </p14:section>
      </p14:sectionLst>
    </p:ext>
    <p:ext uri="{EFAFB233-063F-42B5-8137-9DF3F51BA10A}">
      <p15:sldGuideLst xmlns:p15="http://schemas.microsoft.com/office/powerpoint/2012/main">
        <p15:guide id="2" orient="horz" pos="2208" userDrawn="1">
          <p15:clr>
            <a:srgbClr val="A4A3A4"/>
          </p15:clr>
        </p15:guide>
        <p15:guide id="3"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therine Edmunds" initials="CE" lastIdx="12" clrIdx="0">
    <p:extLst>
      <p:ext uri="{19B8F6BF-5375-455C-9EA6-DF929625EA0E}">
        <p15:presenceInfo xmlns:p15="http://schemas.microsoft.com/office/powerpoint/2012/main" userId="S-1-5-21-842925246-1708537768-682003330-11426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6C1D"/>
    <a:srgbClr val="FFBE3E"/>
    <a:srgbClr val="00D796"/>
    <a:srgbClr val="4D69E0"/>
    <a:srgbClr val="016C80"/>
    <a:srgbClr val="44E5E7"/>
    <a:srgbClr val="363D42"/>
    <a:srgbClr val="738294"/>
    <a:srgbClr val="BECCD6"/>
    <a:srgbClr val="F2F5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4A171D-4865-F390-5D55-45E09BA5A196}" v="2" dt="2026-08-19T13:59:55.455"/>
    <p1510:client id="{F8B8D4E4-91F3-00AC-DB1D-ACE1565D82D1}" v="2" dt="2026-08-20T08:54:00.515"/>
  </p1510:revLst>
</p1510:revInfo>
</file>

<file path=ppt/tableStyles.xml><?xml version="1.0" encoding="utf-8"?>
<a:tblStyleLst xmlns:a="http://schemas.openxmlformats.org/drawingml/2006/main" def="{EE8C1044-CB9C-4BE2-9E11-187A4E6E5BB0}">
  <a:tblStyle styleId="{EE8C1044-CB9C-4BE2-9E11-187A4E6E5BB0}" styleName="AVEVA Table">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lt2">
              <a:tint val="70000"/>
            </a:schemeClr>
          </a:solidFill>
        </a:fill>
      </a:tcStyle>
    </a:wholeTbl>
    <a:band1H>
      <a:tcStyle>
        <a:tcBdr/>
        <a:fill>
          <a:solidFill>
            <a:schemeClr val="lt2">
              <a:tint val="100000"/>
            </a:schemeClr>
          </a:solidFill>
        </a:fill>
      </a:tcStyle>
    </a:band1H>
    <a:band2H>
      <a:tcStyle>
        <a:tcBdr/>
      </a:tcStyle>
    </a:band2H>
    <a:band1V>
      <a:tcStyle>
        <a:tcBdr/>
        <a:fill>
          <a:solidFill>
            <a:schemeClr val="lt2">
              <a:tint val="100000"/>
            </a:schemeClr>
          </a:solidFill>
        </a:fill>
      </a:tcStyle>
    </a:band1V>
    <a:band2V>
      <a:tcStyle>
        <a:tcBdr/>
      </a:tcStyle>
    </a:band2V>
    <a:lastCol>
      <a:tcTxStyle b="on">
        <a:fontRef idx="minor">
          <a:prstClr val="black"/>
        </a:fontRef>
        <a:schemeClr val="lt1"/>
      </a:tcTxStyle>
      <a:tcStyle>
        <a:tcBdr/>
        <a:fill>
          <a:solidFill>
            <a:schemeClr val="lt2"/>
          </a:solidFill>
        </a:fill>
      </a:tcStyle>
    </a:lastCol>
    <a:firstCol>
      <a:tcTxStyle b="on">
        <a:fontRef idx="minor">
          <a:prstClr val="black"/>
        </a:fontRef>
        <a:schemeClr val="lt1"/>
      </a:tcTxStyle>
      <a:tcStyle>
        <a:tcBdr/>
        <a:fill>
          <a:solidFill>
            <a:schemeClr val="lt2"/>
          </a:solidFill>
        </a:fill>
      </a:tcStyle>
    </a:firstCol>
    <a:lastRow>
      <a:tcTxStyle b="on">
        <a:fontRef idx="minor">
          <a:prstClr val="black"/>
        </a:fontRef>
        <a:schemeClr val="lt1"/>
      </a:tcTxStyle>
      <a:tcStyle>
        <a:tcBdr>
          <a:top>
            <a:ln w="38100" cmpd="sng">
              <a:solidFill>
                <a:schemeClr val="lt1"/>
              </a:solidFill>
            </a:ln>
          </a:top>
        </a:tcBdr>
        <a:fill>
          <a:solidFill>
            <a:schemeClr val="lt2"/>
          </a:solidFill>
        </a:fill>
      </a:tcStyle>
    </a:lastRow>
    <a:firstRow>
      <a:tcTxStyle b="on">
        <a:fontRef idx="minor">
          <a:prstClr val="black"/>
        </a:fontRef>
        <a:schemeClr val="lt1"/>
      </a:tcTxStyle>
      <a:tcStyle>
        <a:tcBdr>
          <a:bottom>
            <a:ln w="38100" cmpd="sng">
              <a:solidFill>
                <a:schemeClr val="lt1"/>
              </a:solidFill>
            </a:ln>
          </a:bottom>
        </a:tcBdr>
        <a:fill>
          <a:solidFill>
            <a:srgbClr val="595959"/>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lt2"/>
              </a:solidFill>
            </a:ln>
          </a:left>
          <a:right>
            <a:ln w="12700" cmpd="sng">
              <a:solidFill>
                <a:schemeClr val="lt2"/>
              </a:solidFill>
            </a:ln>
          </a:right>
          <a:top>
            <a:ln w="12700" cmpd="sng">
              <a:solidFill>
                <a:schemeClr val="lt2"/>
              </a:solidFill>
            </a:ln>
          </a:top>
          <a:bottom>
            <a:ln w="12700" cmpd="sng">
              <a:solidFill>
                <a:schemeClr val="lt2"/>
              </a:solidFill>
            </a:ln>
          </a:bottom>
          <a:insideH>
            <a:ln w="12700" cmpd="sng">
              <a:solidFill>
                <a:schemeClr val="lt2"/>
              </a:solidFill>
            </a:ln>
          </a:insideH>
          <a:insideV>
            <a:ln>
              <a:noFill/>
            </a:ln>
          </a:insideV>
        </a:tcBdr>
        <a:fill>
          <a:solidFill>
            <a:schemeClr val="lt1"/>
          </a:solidFill>
        </a:fill>
      </a:tcStyle>
    </a:wholeTbl>
    <a:band1H>
      <a:tcStyle>
        <a:tcBdr/>
        <a:fill>
          <a:solidFill>
            <a:schemeClr val="lt2">
              <a:tint val="70000"/>
            </a:schemeClr>
          </a:solidFill>
        </a:fill>
      </a:tcStyle>
    </a:band1H>
    <a:band1V>
      <a:tcStyle>
        <a:tcBdr/>
        <a:fill>
          <a:solidFill>
            <a:schemeClr val="lt2">
              <a:tint val="70000"/>
            </a:schemeClr>
          </a:solidFill>
        </a:fill>
      </a:tcStyle>
    </a:band1V>
    <a:lastCol>
      <a:tcTxStyle b="on"/>
      <a:tcStyle>
        <a:tcBdr/>
      </a:tcStyle>
    </a:lastCol>
    <a:firstCol>
      <a:tcTxStyle b="on"/>
      <a:tcStyle>
        <a:tcBdr/>
      </a:tcStyle>
    </a:firstCol>
    <a:lastRow>
      <a:tcTxStyle b="on"/>
      <a:tcStyle>
        <a:tcBdr>
          <a:top>
            <a:ln w="50800" cmpd="dbl">
              <a:solidFill>
                <a:schemeClr val="lt2"/>
              </a:solidFill>
            </a:ln>
          </a:top>
        </a:tcBdr>
        <a:fill>
          <a:solidFill>
            <a:schemeClr val="lt1"/>
          </a:solidFill>
        </a:fill>
      </a:tcStyle>
    </a:lastRow>
    <a:firstRow>
      <a:tcTxStyle b="on">
        <a:fontRef idx="minor">
          <a:scrgbClr r="0" g="0" b="0"/>
        </a:fontRef>
        <a:schemeClr val="lt1"/>
      </a:tcTxStyle>
      <a:tcStyle>
        <a:tcBdr/>
        <a:fill>
          <a:solidFill>
            <a:schemeClr val="lt2"/>
          </a:solidFill>
        </a:fill>
      </a:tcStyle>
    </a:firstRow>
  </a:tblStyle>
  <a:tblStyle styleId="{72833802-FEF1-4C79-8D5D-14CF1EAF98D9}" styleName="Light Style 2 - Accent 2">
    <a:wholeTbl>
      <a:tcTxStyle>
        <a:fontRef idx="minor">
          <a:scrgbClr r="0" g="0" b="0"/>
        </a:fontRef>
        <a:schemeClr val="tx1"/>
      </a:tcTxStyle>
      <a:tcStyle>
        <a:tcBdr>
          <a:left>
            <a:lnRef idx="1">
              <a:schemeClr val="lt2"/>
            </a:lnRef>
          </a:left>
          <a:right>
            <a:lnRef idx="1">
              <a:schemeClr val="lt2"/>
            </a:lnRef>
          </a:right>
          <a:top>
            <a:lnRef idx="1">
              <a:schemeClr val="lt2"/>
            </a:lnRef>
          </a:top>
          <a:bottom>
            <a:lnRef idx="1">
              <a:schemeClr val="lt2"/>
            </a:lnRef>
          </a:bottom>
          <a:insideH>
            <a:ln>
              <a:noFill/>
            </a:ln>
          </a:insideH>
          <a:insideV>
            <a:ln>
              <a:noFill/>
            </a:ln>
          </a:insideV>
        </a:tcBdr>
        <a:fill>
          <a:noFill/>
        </a:fill>
      </a:tcStyle>
    </a:wholeTbl>
    <a:band1H>
      <a:tcStyle>
        <a:tcBdr>
          <a:top>
            <a:lnRef idx="1">
              <a:schemeClr val="lt2"/>
            </a:lnRef>
          </a:top>
          <a:bottom>
            <a:lnRef idx="1">
              <a:schemeClr val="lt2"/>
            </a:lnRef>
          </a:bottom>
        </a:tcBdr>
      </a:tcStyle>
    </a:band1H>
    <a:band1V>
      <a:tcStyle>
        <a:tcBdr>
          <a:left>
            <a:lnRef idx="1">
              <a:schemeClr val="lt2"/>
            </a:lnRef>
          </a:left>
          <a:right>
            <a:lnRef idx="1">
              <a:schemeClr val="lt2"/>
            </a:lnRef>
          </a:right>
        </a:tcBdr>
      </a:tcStyle>
    </a:band1V>
    <a:band2V>
      <a:tcStyle>
        <a:tcBdr>
          <a:left>
            <a:lnRef idx="1">
              <a:schemeClr val="lt2"/>
            </a:lnRef>
          </a:left>
          <a:right>
            <a:lnRef idx="1">
              <a:schemeClr val="lt2"/>
            </a:lnRef>
          </a:right>
        </a:tcBdr>
      </a:tcStyle>
    </a:band2V>
    <a:lastCol>
      <a:tcTxStyle b="on"/>
      <a:tcStyle>
        <a:tcBdr/>
      </a:tcStyle>
    </a:lastCol>
    <a:firstCol>
      <a:tcTxStyle b="on"/>
      <a:tcStyle>
        <a:tcBdr/>
      </a:tcStyle>
    </a:firstCol>
    <a:lastRow>
      <a:tcTxStyle b="on"/>
      <a:tcStyle>
        <a:tcBdr>
          <a:top>
            <a:ln w="50800" cmpd="dbl">
              <a:solidFill>
                <a:schemeClr val="lt2"/>
              </a:solidFill>
            </a:ln>
          </a:top>
        </a:tcBdr>
      </a:tcStyle>
    </a:lastRow>
    <a:firstRow>
      <a:tcTxStyle b="on">
        <a:fontRef idx="minor">
          <a:scrgbClr r="0" g="0" b="0"/>
        </a:fontRef>
        <a:schemeClr val="bg1"/>
      </a:tcTxStyle>
      <a:tcStyle>
        <a:tcBdr/>
        <a:fillRef idx="1">
          <a:schemeClr val="l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208"/>
        <p:guide pos="384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chi Paharia (EXT)" userId="S::suchi.paharia@aveva.com::9b0da45d-d675-4748-b119-cc85afebe50f" providerId="AD" clId="Web-{F8B8D4E4-91F3-00AC-DB1D-ACE1565D82D1}"/>
    <pc:docChg chg="sldOrd">
      <pc:chgData name="Suchi Paharia (EXT)" userId="S::suchi.paharia@aveva.com::9b0da45d-d675-4748-b119-cc85afebe50f" providerId="AD" clId="Web-{F8B8D4E4-91F3-00AC-DB1D-ACE1565D82D1}" dt="2026-08-20T08:54:00.515" v="1"/>
      <pc:docMkLst>
        <pc:docMk/>
      </pc:docMkLst>
      <pc:sldChg chg="ord">
        <pc:chgData name="Suchi Paharia (EXT)" userId="S::suchi.paharia@aveva.com::9b0da45d-d675-4748-b119-cc85afebe50f" providerId="AD" clId="Web-{F8B8D4E4-91F3-00AC-DB1D-ACE1565D82D1}" dt="2026-08-20T08:54:00.515" v="1"/>
        <pc:sldMkLst>
          <pc:docMk/>
          <pc:sldMk cId="3750345768" sldId="1065"/>
        </pc:sldMkLst>
      </pc:sldChg>
      <pc:sldChg chg="ord">
        <pc:chgData name="Suchi Paharia (EXT)" userId="S::suchi.paharia@aveva.com::9b0da45d-d675-4748-b119-cc85afebe50f" providerId="AD" clId="Web-{F8B8D4E4-91F3-00AC-DB1D-ACE1565D82D1}" dt="2026-08-20T08:53:48.921" v="0"/>
        <pc:sldMkLst>
          <pc:docMk/>
          <pc:sldMk cId="2598332483" sldId="1091"/>
        </pc:sldMkLst>
      </pc:sldChg>
    </pc:docChg>
  </pc:docChgLst>
  <pc:docChgLst>
    <pc:chgData name="Rajani Rao" userId="S::rajani.rao@aveva.com::1aafa816-9acd-444a-b91c-feedca1d2ef3" providerId="AD" clId="Web-{634A171D-4865-F390-5D55-45E09BA5A196}"/>
    <pc:docChg chg="modSld">
      <pc:chgData name="Rajani Rao" userId="S::rajani.rao@aveva.com::1aafa816-9acd-444a-b91c-feedca1d2ef3" providerId="AD" clId="Web-{634A171D-4865-F390-5D55-45E09BA5A196}" dt="2026-08-19T13:59:55.455" v="1"/>
      <pc:docMkLst>
        <pc:docMk/>
      </pc:docMkLst>
      <pc:sldChg chg="modSp">
        <pc:chgData name="Rajani Rao" userId="S::rajani.rao@aveva.com::1aafa816-9acd-444a-b91c-feedca1d2ef3" providerId="AD" clId="Web-{634A171D-4865-F390-5D55-45E09BA5A196}" dt="2026-08-19T13:59:55.455" v="1"/>
        <pc:sldMkLst>
          <pc:docMk/>
          <pc:sldMk cId="1698428381" sldId="1084"/>
        </pc:sldMkLst>
        <pc:graphicFrameChg chg="modGraphic">
          <ac:chgData name="Rajani Rao" userId="S::rajani.rao@aveva.com::1aafa816-9acd-444a-b91c-feedca1d2ef3" providerId="AD" clId="Web-{634A171D-4865-F390-5D55-45E09BA5A196}" dt="2026-08-19T13:59:55.455" v="1"/>
          <ac:graphicFrameMkLst>
            <pc:docMk/>
            <pc:sldMk cId="1698428381" sldId="1084"/>
            <ac:graphicFrameMk id="6" creationId="{E873CD30-4C2B-FE36-8898-B8ED3090A5D1}"/>
          </ac:graphicFrameMkLst>
        </pc:graphicFrameChg>
      </pc:sldChg>
    </pc:docChg>
  </pc:docChgLst>
  <pc:docChgLst>
    <pc:chgData name="Miranda Ellis" userId="0dbbef3b-912f-4f28-87cc-c4a783d4cee3" providerId="ADAL" clId="{5D56E4A2-5ED6-43D1-8106-1AAE39810B5C}"/>
    <pc:docChg chg="undo custSel addSld delSld modSld sldOrd modMainMaster modSection">
      <pc:chgData name="Miranda Ellis" userId="0dbbef3b-912f-4f28-87cc-c4a783d4cee3" providerId="ADAL" clId="{5D56E4A2-5ED6-43D1-8106-1AAE39810B5C}" dt="2026-08-12T17:25:42.341" v="266" actId="20577"/>
      <pc:docMkLst>
        <pc:docMk/>
      </pc:docMkLst>
      <pc:sldChg chg="add del">
        <pc:chgData name="Miranda Ellis" userId="0dbbef3b-912f-4f28-87cc-c4a783d4cee3" providerId="ADAL" clId="{5D56E4A2-5ED6-43D1-8106-1AAE39810B5C}" dt="2026-08-12T14:18:02.527" v="238" actId="47"/>
        <pc:sldMkLst>
          <pc:docMk/>
          <pc:sldMk cId="0" sldId="258"/>
        </pc:sldMkLst>
      </pc:sldChg>
      <pc:sldChg chg="modSp mod modClrScheme chgLayout">
        <pc:chgData name="Miranda Ellis" userId="0dbbef3b-912f-4f28-87cc-c4a783d4cee3" providerId="ADAL" clId="{5D56E4A2-5ED6-43D1-8106-1AAE39810B5C}" dt="2026-08-12T17:25:42.341" v="266" actId="20577"/>
        <pc:sldMkLst>
          <pc:docMk/>
          <pc:sldMk cId="416834841" sldId="1015"/>
        </pc:sldMkLst>
        <pc:spChg chg="mod ord">
          <ac:chgData name="Miranda Ellis" userId="0dbbef3b-912f-4f28-87cc-c4a783d4cee3" providerId="ADAL" clId="{5D56E4A2-5ED6-43D1-8106-1AAE39810B5C}" dt="2026-08-12T14:11:50.350" v="219" actId="700"/>
          <ac:spMkLst>
            <pc:docMk/>
            <pc:sldMk cId="416834841" sldId="1015"/>
            <ac:spMk id="3" creationId="{A2D74EB8-5759-4657-9DE9-6BED8F772C76}"/>
          </ac:spMkLst>
        </pc:spChg>
        <pc:spChg chg="mod ord">
          <ac:chgData name="Miranda Ellis" userId="0dbbef3b-912f-4f28-87cc-c4a783d4cee3" providerId="ADAL" clId="{5D56E4A2-5ED6-43D1-8106-1AAE39810B5C}" dt="2026-08-12T14:11:50.350" v="219" actId="700"/>
          <ac:spMkLst>
            <pc:docMk/>
            <pc:sldMk cId="416834841" sldId="1015"/>
            <ac:spMk id="9" creationId="{DDE41784-81F8-9163-5959-39A0B50959AE}"/>
          </ac:spMkLst>
        </pc:spChg>
        <pc:spChg chg="mod ord">
          <ac:chgData name="Miranda Ellis" userId="0dbbef3b-912f-4f28-87cc-c4a783d4cee3" providerId="ADAL" clId="{5D56E4A2-5ED6-43D1-8106-1AAE39810B5C}" dt="2026-08-12T17:25:42.341" v="266" actId="20577"/>
          <ac:spMkLst>
            <pc:docMk/>
            <pc:sldMk cId="416834841" sldId="1015"/>
            <ac:spMk id="10" creationId="{D76C5C06-C93E-54B8-91AF-EAF3717355F5}"/>
          </ac:spMkLst>
        </pc:spChg>
        <pc:spChg chg="mod ord">
          <ac:chgData name="Miranda Ellis" userId="0dbbef3b-912f-4f28-87cc-c4a783d4cee3" providerId="ADAL" clId="{5D56E4A2-5ED6-43D1-8106-1AAE39810B5C}" dt="2026-08-12T14:11:50.350" v="219" actId="700"/>
          <ac:spMkLst>
            <pc:docMk/>
            <pc:sldMk cId="416834841" sldId="1015"/>
            <ac:spMk id="11" creationId="{412D7362-2668-37FB-17CA-C0FA89584256}"/>
          </ac:spMkLst>
        </pc:spChg>
      </pc:sldChg>
      <pc:sldChg chg="modSp">
        <pc:chgData name="Miranda Ellis" userId="0dbbef3b-912f-4f28-87cc-c4a783d4cee3" providerId="ADAL" clId="{5D56E4A2-5ED6-43D1-8106-1AAE39810B5C}" dt="2026-08-12T14:14:46.101" v="229"/>
        <pc:sldMkLst>
          <pc:docMk/>
          <pc:sldMk cId="1698428381" sldId="1084"/>
        </pc:sldMkLst>
        <pc:graphicFrameChg chg="mod">
          <ac:chgData name="Miranda Ellis" userId="0dbbef3b-912f-4f28-87cc-c4a783d4cee3" providerId="ADAL" clId="{5D56E4A2-5ED6-43D1-8106-1AAE39810B5C}" dt="2026-08-12T14:14:46.101" v="229"/>
          <ac:graphicFrameMkLst>
            <pc:docMk/>
            <pc:sldMk cId="1698428381" sldId="1084"/>
            <ac:graphicFrameMk id="6" creationId="{E873CD30-4C2B-FE36-8898-B8ED3090A5D1}"/>
          </ac:graphicFrameMkLst>
        </pc:graphicFrameChg>
      </pc:sldChg>
      <pc:sldChg chg="addSp delSp modSp new mod modClrScheme chgLayout">
        <pc:chgData name="Miranda Ellis" userId="0dbbef3b-912f-4f28-87cc-c4a783d4cee3" providerId="ADAL" clId="{5D56E4A2-5ED6-43D1-8106-1AAE39810B5C}" dt="2026-08-12T14:09:15.540" v="100" actId="20577"/>
        <pc:sldMkLst>
          <pc:docMk/>
          <pc:sldMk cId="1789665291" sldId="1085"/>
        </pc:sldMkLst>
        <pc:spChg chg="del mod ord">
          <ac:chgData name="Miranda Ellis" userId="0dbbef3b-912f-4f28-87cc-c4a783d4cee3" providerId="ADAL" clId="{5D56E4A2-5ED6-43D1-8106-1AAE39810B5C}" dt="2026-08-12T14:04:41.034" v="1" actId="700"/>
          <ac:spMkLst>
            <pc:docMk/>
            <pc:sldMk cId="1789665291" sldId="1085"/>
            <ac:spMk id="2" creationId="{A0359A6E-CBF3-F50B-F3E7-460AD97F2E70}"/>
          </ac:spMkLst>
        </pc:spChg>
        <pc:spChg chg="del">
          <ac:chgData name="Miranda Ellis" userId="0dbbef3b-912f-4f28-87cc-c4a783d4cee3" providerId="ADAL" clId="{5D56E4A2-5ED6-43D1-8106-1AAE39810B5C}" dt="2026-08-12T14:04:41.034" v="1" actId="700"/>
          <ac:spMkLst>
            <pc:docMk/>
            <pc:sldMk cId="1789665291" sldId="1085"/>
            <ac:spMk id="3" creationId="{E3841DAF-FBC2-BF22-B2A2-7452E5286BFB}"/>
          </ac:spMkLst>
        </pc:spChg>
        <pc:spChg chg="del mod ord">
          <ac:chgData name="Miranda Ellis" userId="0dbbef3b-912f-4f28-87cc-c4a783d4cee3" providerId="ADAL" clId="{5D56E4A2-5ED6-43D1-8106-1AAE39810B5C}" dt="2026-08-12T14:04:41.034" v="1" actId="700"/>
          <ac:spMkLst>
            <pc:docMk/>
            <pc:sldMk cId="1789665291" sldId="1085"/>
            <ac:spMk id="4" creationId="{A3C734B9-B0CF-E13A-0315-9AD2F7978BA5}"/>
          </ac:spMkLst>
        </pc:spChg>
        <pc:spChg chg="mod ord">
          <ac:chgData name="Miranda Ellis" userId="0dbbef3b-912f-4f28-87cc-c4a783d4cee3" providerId="ADAL" clId="{5D56E4A2-5ED6-43D1-8106-1AAE39810B5C}" dt="2026-08-12T14:04:41.034" v="1" actId="700"/>
          <ac:spMkLst>
            <pc:docMk/>
            <pc:sldMk cId="1789665291" sldId="1085"/>
            <ac:spMk id="5" creationId="{1D1AC9E4-7093-FFE3-C038-C3B866A2D665}"/>
          </ac:spMkLst>
        </pc:spChg>
        <pc:spChg chg="add mod ord">
          <ac:chgData name="Miranda Ellis" userId="0dbbef3b-912f-4f28-87cc-c4a783d4cee3" providerId="ADAL" clId="{5D56E4A2-5ED6-43D1-8106-1AAE39810B5C}" dt="2026-08-12T14:05:03.849" v="7" actId="20577"/>
          <ac:spMkLst>
            <pc:docMk/>
            <pc:sldMk cId="1789665291" sldId="1085"/>
            <ac:spMk id="6" creationId="{62EC96D9-9512-ECA3-519B-CE0D8FF2E2FA}"/>
          </ac:spMkLst>
        </pc:spChg>
        <pc:spChg chg="add mod ord">
          <ac:chgData name="Miranda Ellis" userId="0dbbef3b-912f-4f28-87cc-c4a783d4cee3" providerId="ADAL" clId="{5D56E4A2-5ED6-43D1-8106-1AAE39810B5C}" dt="2026-08-12T14:04:41.034" v="1" actId="700"/>
          <ac:spMkLst>
            <pc:docMk/>
            <pc:sldMk cId="1789665291" sldId="1085"/>
            <ac:spMk id="7" creationId="{9E9E5997-CC46-B46A-6E85-92BE42CD3FE4}"/>
          </ac:spMkLst>
        </pc:spChg>
        <pc:spChg chg="add mod ord">
          <ac:chgData name="Miranda Ellis" userId="0dbbef3b-912f-4f28-87cc-c4a783d4cee3" providerId="ADAL" clId="{5D56E4A2-5ED6-43D1-8106-1AAE39810B5C}" dt="2026-08-12T14:09:15.540" v="100" actId="20577"/>
          <ac:spMkLst>
            <pc:docMk/>
            <pc:sldMk cId="1789665291" sldId="1085"/>
            <ac:spMk id="8" creationId="{15005F02-81DC-1604-8FD9-AE0376754749}"/>
          </ac:spMkLst>
        </pc:spChg>
      </pc:sldChg>
      <pc:sldChg chg="addSp delSp modSp new mod modClrScheme chgLayout">
        <pc:chgData name="Miranda Ellis" userId="0dbbef3b-912f-4f28-87cc-c4a783d4cee3" providerId="ADAL" clId="{5D56E4A2-5ED6-43D1-8106-1AAE39810B5C}" dt="2026-08-12T14:09:22.194" v="110" actId="20577"/>
        <pc:sldMkLst>
          <pc:docMk/>
          <pc:sldMk cId="2236983619" sldId="1086"/>
        </pc:sldMkLst>
        <pc:spChg chg="del mod ord">
          <ac:chgData name="Miranda Ellis" userId="0dbbef3b-912f-4f28-87cc-c4a783d4cee3" providerId="ADAL" clId="{5D56E4A2-5ED6-43D1-8106-1AAE39810B5C}" dt="2026-08-12T14:05:34.180" v="12" actId="700"/>
          <ac:spMkLst>
            <pc:docMk/>
            <pc:sldMk cId="2236983619" sldId="1086"/>
            <ac:spMk id="2" creationId="{2A4E73EF-42CF-E49D-7421-AAE5F410A4B3}"/>
          </ac:spMkLst>
        </pc:spChg>
        <pc:spChg chg="del">
          <ac:chgData name="Miranda Ellis" userId="0dbbef3b-912f-4f28-87cc-c4a783d4cee3" providerId="ADAL" clId="{5D56E4A2-5ED6-43D1-8106-1AAE39810B5C}" dt="2026-08-12T14:05:34.180" v="12" actId="700"/>
          <ac:spMkLst>
            <pc:docMk/>
            <pc:sldMk cId="2236983619" sldId="1086"/>
            <ac:spMk id="3" creationId="{7EA10D19-E597-314F-9E6E-B59640DC7B2A}"/>
          </ac:spMkLst>
        </pc:spChg>
        <pc:spChg chg="del mod ord">
          <ac:chgData name="Miranda Ellis" userId="0dbbef3b-912f-4f28-87cc-c4a783d4cee3" providerId="ADAL" clId="{5D56E4A2-5ED6-43D1-8106-1AAE39810B5C}" dt="2026-08-12T14:05:34.180" v="12" actId="700"/>
          <ac:spMkLst>
            <pc:docMk/>
            <pc:sldMk cId="2236983619" sldId="1086"/>
            <ac:spMk id="4" creationId="{75D33336-73D6-52FD-A1DE-5A29E6B39DC6}"/>
          </ac:spMkLst>
        </pc:spChg>
        <pc:spChg chg="mod ord">
          <ac:chgData name="Miranda Ellis" userId="0dbbef3b-912f-4f28-87cc-c4a783d4cee3" providerId="ADAL" clId="{5D56E4A2-5ED6-43D1-8106-1AAE39810B5C}" dt="2026-08-12T14:05:34.180" v="12" actId="700"/>
          <ac:spMkLst>
            <pc:docMk/>
            <pc:sldMk cId="2236983619" sldId="1086"/>
            <ac:spMk id="5" creationId="{7831CB0D-6840-81F3-60D8-1E546FA92C70}"/>
          </ac:spMkLst>
        </pc:spChg>
        <pc:spChg chg="add mod ord">
          <ac:chgData name="Miranda Ellis" userId="0dbbef3b-912f-4f28-87cc-c4a783d4cee3" providerId="ADAL" clId="{5D56E4A2-5ED6-43D1-8106-1AAE39810B5C}" dt="2026-08-12T14:05:47.551" v="15" actId="20577"/>
          <ac:spMkLst>
            <pc:docMk/>
            <pc:sldMk cId="2236983619" sldId="1086"/>
            <ac:spMk id="6" creationId="{D7EBC427-29E8-4D5E-8312-8A53EAF0A848}"/>
          </ac:spMkLst>
        </pc:spChg>
        <pc:spChg chg="add mod ord">
          <ac:chgData name="Miranda Ellis" userId="0dbbef3b-912f-4f28-87cc-c4a783d4cee3" providerId="ADAL" clId="{5D56E4A2-5ED6-43D1-8106-1AAE39810B5C}" dt="2026-08-12T14:05:34.180" v="12" actId="700"/>
          <ac:spMkLst>
            <pc:docMk/>
            <pc:sldMk cId="2236983619" sldId="1086"/>
            <ac:spMk id="7" creationId="{2550AA15-CD0F-E398-39D5-5219E15D7EB9}"/>
          </ac:spMkLst>
        </pc:spChg>
        <pc:spChg chg="add mod ord">
          <ac:chgData name="Miranda Ellis" userId="0dbbef3b-912f-4f28-87cc-c4a783d4cee3" providerId="ADAL" clId="{5D56E4A2-5ED6-43D1-8106-1AAE39810B5C}" dt="2026-08-12T14:09:22.194" v="110" actId="20577"/>
          <ac:spMkLst>
            <pc:docMk/>
            <pc:sldMk cId="2236983619" sldId="1086"/>
            <ac:spMk id="8" creationId="{E82EBE47-C58F-AED7-8C27-0483BC05A8EB}"/>
          </ac:spMkLst>
        </pc:spChg>
      </pc:sldChg>
      <pc:sldChg chg="modSp add mod">
        <pc:chgData name="Miranda Ellis" userId="0dbbef3b-912f-4f28-87cc-c4a783d4cee3" providerId="ADAL" clId="{5D56E4A2-5ED6-43D1-8106-1AAE39810B5C}" dt="2026-08-12T14:10:03.416" v="160" actId="20577"/>
        <pc:sldMkLst>
          <pc:docMk/>
          <pc:sldMk cId="2210761379" sldId="1087"/>
        </pc:sldMkLst>
        <pc:spChg chg="mod">
          <ac:chgData name="Miranda Ellis" userId="0dbbef3b-912f-4f28-87cc-c4a783d4cee3" providerId="ADAL" clId="{5D56E4A2-5ED6-43D1-8106-1AAE39810B5C}" dt="2026-08-12T14:06:52.301" v="24"/>
          <ac:spMkLst>
            <pc:docMk/>
            <pc:sldMk cId="2210761379" sldId="1087"/>
            <ac:spMk id="6" creationId="{E49AD135-C9E7-39BF-88E8-4BFC8E841E44}"/>
          </ac:spMkLst>
        </pc:spChg>
        <pc:spChg chg="mod">
          <ac:chgData name="Miranda Ellis" userId="0dbbef3b-912f-4f28-87cc-c4a783d4cee3" providerId="ADAL" clId="{5D56E4A2-5ED6-43D1-8106-1AAE39810B5C}" dt="2026-08-12T14:10:03.416" v="160" actId="20577"/>
          <ac:spMkLst>
            <pc:docMk/>
            <pc:sldMk cId="2210761379" sldId="1087"/>
            <ac:spMk id="8" creationId="{052FC854-1551-66C9-4378-3953ECBCEB1F}"/>
          </ac:spMkLst>
        </pc:spChg>
      </pc:sldChg>
      <pc:sldChg chg="modSp add mod">
        <pc:chgData name="Miranda Ellis" userId="0dbbef3b-912f-4f28-87cc-c4a783d4cee3" providerId="ADAL" clId="{5D56E4A2-5ED6-43D1-8106-1AAE39810B5C}" dt="2026-08-12T14:09:59.186" v="150" actId="20577"/>
        <pc:sldMkLst>
          <pc:docMk/>
          <pc:sldMk cId="3406338631" sldId="1088"/>
        </pc:sldMkLst>
        <pc:spChg chg="mod">
          <ac:chgData name="Miranda Ellis" userId="0dbbef3b-912f-4f28-87cc-c4a783d4cee3" providerId="ADAL" clId="{5D56E4A2-5ED6-43D1-8106-1AAE39810B5C}" dt="2026-08-12T14:06:40.609" v="23"/>
          <ac:spMkLst>
            <pc:docMk/>
            <pc:sldMk cId="3406338631" sldId="1088"/>
            <ac:spMk id="6" creationId="{14280E87-71D3-B3A4-B18F-837BE3651446}"/>
          </ac:spMkLst>
        </pc:spChg>
        <pc:spChg chg="mod">
          <ac:chgData name="Miranda Ellis" userId="0dbbef3b-912f-4f28-87cc-c4a783d4cee3" providerId="ADAL" clId="{5D56E4A2-5ED6-43D1-8106-1AAE39810B5C}" dt="2026-08-12T14:09:59.186" v="150" actId="20577"/>
          <ac:spMkLst>
            <pc:docMk/>
            <pc:sldMk cId="3406338631" sldId="1088"/>
            <ac:spMk id="8" creationId="{AB182F78-3FC4-FAC7-ED9C-5E8AA9E46003}"/>
          </ac:spMkLst>
        </pc:spChg>
      </pc:sldChg>
      <pc:sldChg chg="modSp add mod">
        <pc:chgData name="Miranda Ellis" userId="0dbbef3b-912f-4f28-87cc-c4a783d4cee3" providerId="ADAL" clId="{5D56E4A2-5ED6-43D1-8106-1AAE39810B5C}" dt="2026-08-12T14:09:40.394" v="138" actId="20577"/>
        <pc:sldMkLst>
          <pc:docMk/>
          <pc:sldMk cId="1553352161" sldId="1089"/>
        </pc:sldMkLst>
        <pc:spChg chg="mod">
          <ac:chgData name="Miranda Ellis" userId="0dbbef3b-912f-4f28-87cc-c4a783d4cee3" providerId="ADAL" clId="{5D56E4A2-5ED6-43D1-8106-1AAE39810B5C}" dt="2026-08-12T14:06:25.453" v="22"/>
          <ac:spMkLst>
            <pc:docMk/>
            <pc:sldMk cId="1553352161" sldId="1089"/>
            <ac:spMk id="6" creationId="{D6878CC0-9092-277C-1A79-879BD99B2621}"/>
          </ac:spMkLst>
        </pc:spChg>
        <pc:spChg chg="mod">
          <ac:chgData name="Miranda Ellis" userId="0dbbef3b-912f-4f28-87cc-c4a783d4cee3" providerId="ADAL" clId="{5D56E4A2-5ED6-43D1-8106-1AAE39810B5C}" dt="2026-08-12T14:09:40.394" v="138" actId="20577"/>
          <ac:spMkLst>
            <pc:docMk/>
            <pc:sldMk cId="1553352161" sldId="1089"/>
            <ac:spMk id="8" creationId="{F268F7ED-5C8C-C71C-4379-3BCEC402E09F}"/>
          </ac:spMkLst>
        </pc:spChg>
      </pc:sldChg>
      <pc:sldChg chg="modSp add mod">
        <pc:chgData name="Miranda Ellis" userId="0dbbef3b-912f-4f28-87cc-c4a783d4cee3" providerId="ADAL" clId="{5D56E4A2-5ED6-43D1-8106-1AAE39810B5C}" dt="2026-08-12T14:09:36.420" v="128" actId="20577"/>
        <pc:sldMkLst>
          <pc:docMk/>
          <pc:sldMk cId="2351600595" sldId="1090"/>
        </pc:sldMkLst>
        <pc:spChg chg="mod">
          <ac:chgData name="Miranda Ellis" userId="0dbbef3b-912f-4f28-87cc-c4a783d4cee3" providerId="ADAL" clId="{5D56E4A2-5ED6-43D1-8106-1AAE39810B5C}" dt="2026-08-12T14:06:16.500" v="21"/>
          <ac:spMkLst>
            <pc:docMk/>
            <pc:sldMk cId="2351600595" sldId="1090"/>
            <ac:spMk id="6" creationId="{A40F521B-962C-1E3D-2511-DDEA587839AE}"/>
          </ac:spMkLst>
        </pc:spChg>
        <pc:spChg chg="mod">
          <ac:chgData name="Miranda Ellis" userId="0dbbef3b-912f-4f28-87cc-c4a783d4cee3" providerId="ADAL" clId="{5D56E4A2-5ED6-43D1-8106-1AAE39810B5C}" dt="2026-08-12T14:09:36.420" v="128" actId="20577"/>
          <ac:spMkLst>
            <pc:docMk/>
            <pc:sldMk cId="2351600595" sldId="1090"/>
            <ac:spMk id="8" creationId="{C925BBBA-9923-BA36-0033-D1D6FA0DD731}"/>
          </ac:spMkLst>
        </pc:spChg>
      </pc:sldChg>
      <pc:sldChg chg="modSp add mod">
        <pc:chgData name="Miranda Ellis" userId="0dbbef3b-912f-4f28-87cc-c4a783d4cee3" providerId="ADAL" clId="{5D56E4A2-5ED6-43D1-8106-1AAE39810B5C}" dt="2026-08-12T14:10:40.020" v="190" actId="20577"/>
        <pc:sldMkLst>
          <pc:docMk/>
          <pc:sldMk cId="2598332483" sldId="1091"/>
        </pc:sldMkLst>
        <pc:spChg chg="mod">
          <ac:chgData name="Miranda Ellis" userId="0dbbef3b-912f-4f28-87cc-c4a783d4cee3" providerId="ADAL" clId="{5D56E4A2-5ED6-43D1-8106-1AAE39810B5C}" dt="2026-08-12T14:07:41.220" v="30"/>
          <ac:spMkLst>
            <pc:docMk/>
            <pc:sldMk cId="2598332483" sldId="1091"/>
            <ac:spMk id="6" creationId="{BD7EEA1E-92E7-B5AC-6C75-1C75008920C4}"/>
          </ac:spMkLst>
        </pc:spChg>
        <pc:spChg chg="mod">
          <ac:chgData name="Miranda Ellis" userId="0dbbef3b-912f-4f28-87cc-c4a783d4cee3" providerId="ADAL" clId="{5D56E4A2-5ED6-43D1-8106-1AAE39810B5C}" dt="2026-08-12T14:10:40.020" v="190" actId="20577"/>
          <ac:spMkLst>
            <pc:docMk/>
            <pc:sldMk cId="2598332483" sldId="1091"/>
            <ac:spMk id="8" creationId="{FBC22C02-4E08-E775-EBA3-2666D36D9F9C}"/>
          </ac:spMkLst>
        </pc:spChg>
      </pc:sldChg>
      <pc:sldChg chg="modSp add mod">
        <pc:chgData name="Miranda Ellis" userId="0dbbef3b-912f-4f28-87cc-c4a783d4cee3" providerId="ADAL" clId="{5D56E4A2-5ED6-43D1-8106-1AAE39810B5C}" dt="2026-08-12T14:10:24.073" v="180" actId="20577"/>
        <pc:sldMkLst>
          <pc:docMk/>
          <pc:sldMk cId="3493511763" sldId="1092"/>
        </pc:sldMkLst>
        <pc:spChg chg="mod">
          <ac:chgData name="Miranda Ellis" userId="0dbbef3b-912f-4f28-87cc-c4a783d4cee3" providerId="ADAL" clId="{5D56E4A2-5ED6-43D1-8106-1AAE39810B5C}" dt="2026-08-12T14:07:22.973" v="29"/>
          <ac:spMkLst>
            <pc:docMk/>
            <pc:sldMk cId="3493511763" sldId="1092"/>
            <ac:spMk id="6" creationId="{33680896-DF66-E8A3-FC4E-BA19E9F0B186}"/>
          </ac:spMkLst>
        </pc:spChg>
        <pc:spChg chg="mod">
          <ac:chgData name="Miranda Ellis" userId="0dbbef3b-912f-4f28-87cc-c4a783d4cee3" providerId="ADAL" clId="{5D56E4A2-5ED6-43D1-8106-1AAE39810B5C}" dt="2026-08-12T14:10:24.073" v="180" actId="20577"/>
          <ac:spMkLst>
            <pc:docMk/>
            <pc:sldMk cId="3493511763" sldId="1092"/>
            <ac:spMk id="8" creationId="{F4D99B5D-F9D4-4E94-5E3A-664F86646EDE}"/>
          </ac:spMkLst>
        </pc:spChg>
      </pc:sldChg>
      <pc:sldChg chg="modSp add mod">
        <pc:chgData name="Miranda Ellis" userId="0dbbef3b-912f-4f28-87cc-c4a783d4cee3" providerId="ADAL" clId="{5D56E4A2-5ED6-43D1-8106-1AAE39810B5C}" dt="2026-08-12T14:10:20.269" v="170" actId="20577"/>
        <pc:sldMkLst>
          <pc:docMk/>
          <pc:sldMk cId="792592115" sldId="1093"/>
        </pc:sldMkLst>
        <pc:spChg chg="mod">
          <ac:chgData name="Miranda Ellis" userId="0dbbef3b-912f-4f28-87cc-c4a783d4cee3" providerId="ADAL" clId="{5D56E4A2-5ED6-43D1-8106-1AAE39810B5C}" dt="2026-08-12T14:07:10.575" v="28"/>
          <ac:spMkLst>
            <pc:docMk/>
            <pc:sldMk cId="792592115" sldId="1093"/>
            <ac:spMk id="6" creationId="{AE707708-C13E-A80B-7A79-94908C02B11B}"/>
          </ac:spMkLst>
        </pc:spChg>
        <pc:spChg chg="mod">
          <ac:chgData name="Miranda Ellis" userId="0dbbef3b-912f-4f28-87cc-c4a783d4cee3" providerId="ADAL" clId="{5D56E4A2-5ED6-43D1-8106-1AAE39810B5C}" dt="2026-08-12T14:10:20.269" v="170" actId="20577"/>
          <ac:spMkLst>
            <pc:docMk/>
            <pc:sldMk cId="792592115" sldId="1093"/>
            <ac:spMk id="8" creationId="{AB45EB8A-3DFD-8F9B-DFA4-A654030B7BFA}"/>
          </ac:spMkLst>
        </pc:spChg>
      </pc:sldChg>
      <pc:sldChg chg="modSp add mod">
        <pc:chgData name="Miranda Ellis" userId="0dbbef3b-912f-4f28-87cc-c4a783d4cee3" providerId="ADAL" clId="{5D56E4A2-5ED6-43D1-8106-1AAE39810B5C}" dt="2026-08-12T14:10:43.919" v="200" actId="20577"/>
        <pc:sldMkLst>
          <pc:docMk/>
          <pc:sldMk cId="3531997669" sldId="1094"/>
        </pc:sldMkLst>
        <pc:spChg chg="mod">
          <ac:chgData name="Miranda Ellis" userId="0dbbef3b-912f-4f28-87cc-c4a783d4cee3" providerId="ADAL" clId="{5D56E4A2-5ED6-43D1-8106-1AAE39810B5C}" dt="2026-08-12T14:07:58.103" v="54" actId="20577"/>
          <ac:spMkLst>
            <pc:docMk/>
            <pc:sldMk cId="3531997669" sldId="1094"/>
            <ac:spMk id="6" creationId="{F47E29E9-9345-75FD-46E6-544B4D2774C9}"/>
          </ac:spMkLst>
        </pc:spChg>
        <pc:spChg chg="mod">
          <ac:chgData name="Miranda Ellis" userId="0dbbef3b-912f-4f28-87cc-c4a783d4cee3" providerId="ADAL" clId="{5D56E4A2-5ED6-43D1-8106-1AAE39810B5C}" dt="2026-08-12T14:10:43.919" v="200" actId="20577"/>
          <ac:spMkLst>
            <pc:docMk/>
            <pc:sldMk cId="3531997669" sldId="1094"/>
            <ac:spMk id="8" creationId="{815D1E46-3549-FD8F-074F-837C6F23CAA7}"/>
          </ac:spMkLst>
        </pc:spChg>
      </pc:sldChg>
      <pc:sldChg chg="addSp delSp modSp new mod ord modClrScheme chgLayout">
        <pc:chgData name="Miranda Ellis" userId="0dbbef3b-912f-4f28-87cc-c4a783d4cee3" providerId="ADAL" clId="{5D56E4A2-5ED6-43D1-8106-1AAE39810B5C}" dt="2026-08-12T14:08:55.551" v="90"/>
        <pc:sldMkLst>
          <pc:docMk/>
          <pc:sldMk cId="1705424388" sldId="1095"/>
        </pc:sldMkLst>
        <pc:spChg chg="del mod ord">
          <ac:chgData name="Miranda Ellis" userId="0dbbef3b-912f-4f28-87cc-c4a783d4cee3" providerId="ADAL" clId="{5D56E4A2-5ED6-43D1-8106-1AAE39810B5C}" dt="2026-08-12T14:08:14.520" v="56" actId="700"/>
          <ac:spMkLst>
            <pc:docMk/>
            <pc:sldMk cId="1705424388" sldId="1095"/>
            <ac:spMk id="2" creationId="{AB247A06-011A-F93C-241B-44C96C7673AB}"/>
          </ac:spMkLst>
        </pc:spChg>
        <pc:spChg chg="del">
          <ac:chgData name="Miranda Ellis" userId="0dbbef3b-912f-4f28-87cc-c4a783d4cee3" providerId="ADAL" clId="{5D56E4A2-5ED6-43D1-8106-1AAE39810B5C}" dt="2026-08-12T14:08:14.520" v="56" actId="700"/>
          <ac:spMkLst>
            <pc:docMk/>
            <pc:sldMk cId="1705424388" sldId="1095"/>
            <ac:spMk id="3" creationId="{E08EC310-72EB-2587-E7A4-F595900F269C}"/>
          </ac:spMkLst>
        </pc:spChg>
        <pc:spChg chg="mod ord">
          <ac:chgData name="Miranda Ellis" userId="0dbbef3b-912f-4f28-87cc-c4a783d4cee3" providerId="ADAL" clId="{5D56E4A2-5ED6-43D1-8106-1AAE39810B5C}" dt="2026-08-12T14:08:14.520" v="56" actId="700"/>
          <ac:spMkLst>
            <pc:docMk/>
            <pc:sldMk cId="1705424388" sldId="1095"/>
            <ac:spMk id="4" creationId="{2DD68FE5-9039-0A81-5862-0DA4567D28FE}"/>
          </ac:spMkLst>
        </pc:spChg>
        <pc:spChg chg="del">
          <ac:chgData name="Miranda Ellis" userId="0dbbef3b-912f-4f28-87cc-c4a783d4cee3" providerId="ADAL" clId="{5D56E4A2-5ED6-43D1-8106-1AAE39810B5C}" dt="2026-08-12T14:08:14.520" v="56" actId="700"/>
          <ac:spMkLst>
            <pc:docMk/>
            <pc:sldMk cId="1705424388" sldId="1095"/>
            <ac:spMk id="5" creationId="{7CBF1D61-D77D-768B-D321-9C2A4F8322A2}"/>
          </ac:spMkLst>
        </pc:spChg>
        <pc:spChg chg="add mod ord">
          <ac:chgData name="Miranda Ellis" userId="0dbbef3b-912f-4f28-87cc-c4a783d4cee3" providerId="ADAL" clId="{5D56E4A2-5ED6-43D1-8106-1AAE39810B5C}" dt="2026-08-12T14:08:18.786" v="69" actId="20577"/>
          <ac:spMkLst>
            <pc:docMk/>
            <pc:sldMk cId="1705424388" sldId="1095"/>
            <ac:spMk id="6" creationId="{63138DEC-4889-72B6-85BA-44402BD73B80}"/>
          </ac:spMkLst>
        </pc:spChg>
      </pc:sldChg>
      <pc:sldChg chg="modSp add mod ord">
        <pc:chgData name="Miranda Ellis" userId="0dbbef3b-912f-4f28-87cc-c4a783d4cee3" providerId="ADAL" clId="{5D56E4A2-5ED6-43D1-8106-1AAE39810B5C}" dt="2026-08-12T14:08:39.645" v="84" actId="20577"/>
        <pc:sldMkLst>
          <pc:docMk/>
          <pc:sldMk cId="85167913" sldId="1096"/>
        </pc:sldMkLst>
        <pc:spChg chg="mod">
          <ac:chgData name="Miranda Ellis" userId="0dbbef3b-912f-4f28-87cc-c4a783d4cee3" providerId="ADAL" clId="{5D56E4A2-5ED6-43D1-8106-1AAE39810B5C}" dt="2026-08-12T14:08:39.645" v="84" actId="20577"/>
          <ac:spMkLst>
            <pc:docMk/>
            <pc:sldMk cId="85167913" sldId="1096"/>
            <ac:spMk id="6" creationId="{3700F7BF-4B81-5F64-E3BB-CEC01648A913}"/>
          </ac:spMkLst>
        </pc:spChg>
      </pc:sldChg>
      <pc:sldChg chg="add">
        <pc:chgData name="Miranda Ellis" userId="0dbbef3b-912f-4f28-87cc-c4a783d4cee3" providerId="ADAL" clId="{5D56E4A2-5ED6-43D1-8106-1AAE39810B5C}" dt="2026-08-12T14:08:26.044" v="71" actId="2890"/>
        <pc:sldMkLst>
          <pc:docMk/>
          <pc:sldMk cId="1605333281" sldId="1097"/>
        </pc:sldMkLst>
      </pc:sldChg>
      <pc:sldChg chg="add">
        <pc:chgData name="Miranda Ellis" userId="0dbbef3b-912f-4f28-87cc-c4a783d4cee3" providerId="ADAL" clId="{5D56E4A2-5ED6-43D1-8106-1AAE39810B5C}" dt="2026-08-12T14:10:59.960" v="201"/>
        <pc:sldMkLst>
          <pc:docMk/>
          <pc:sldMk cId="3946976927" sldId="1098"/>
        </pc:sldMkLst>
      </pc:sldChg>
      <pc:sldChg chg="add">
        <pc:chgData name="Miranda Ellis" userId="0dbbef3b-912f-4f28-87cc-c4a783d4cee3" providerId="ADAL" clId="{5D56E4A2-5ED6-43D1-8106-1AAE39810B5C}" dt="2026-08-12T14:11:02.567" v="202"/>
        <pc:sldMkLst>
          <pc:docMk/>
          <pc:sldMk cId="985689656" sldId="1099"/>
        </pc:sldMkLst>
      </pc:sldChg>
      <pc:sldChg chg="add">
        <pc:chgData name="Miranda Ellis" userId="0dbbef3b-912f-4f28-87cc-c4a783d4cee3" providerId="ADAL" clId="{5D56E4A2-5ED6-43D1-8106-1AAE39810B5C}" dt="2026-08-12T14:11:05.448" v="203"/>
        <pc:sldMkLst>
          <pc:docMk/>
          <pc:sldMk cId="3712241125" sldId="1100"/>
        </pc:sldMkLst>
      </pc:sldChg>
      <pc:sldChg chg="add">
        <pc:chgData name="Miranda Ellis" userId="0dbbef3b-912f-4f28-87cc-c4a783d4cee3" providerId="ADAL" clId="{5D56E4A2-5ED6-43D1-8106-1AAE39810B5C}" dt="2026-08-12T14:11:10.183" v="204"/>
        <pc:sldMkLst>
          <pc:docMk/>
          <pc:sldMk cId="2654484256" sldId="1101"/>
        </pc:sldMkLst>
      </pc:sldChg>
      <pc:sldChg chg="add">
        <pc:chgData name="Miranda Ellis" userId="0dbbef3b-912f-4f28-87cc-c4a783d4cee3" providerId="ADAL" clId="{5D56E4A2-5ED6-43D1-8106-1AAE39810B5C}" dt="2026-08-12T14:11:11.937" v="205"/>
        <pc:sldMkLst>
          <pc:docMk/>
          <pc:sldMk cId="951052984" sldId="1102"/>
        </pc:sldMkLst>
      </pc:sldChg>
      <pc:sldChg chg="add">
        <pc:chgData name="Miranda Ellis" userId="0dbbef3b-912f-4f28-87cc-c4a783d4cee3" providerId="ADAL" clId="{5D56E4A2-5ED6-43D1-8106-1AAE39810B5C}" dt="2026-08-12T14:11:14.393" v="206"/>
        <pc:sldMkLst>
          <pc:docMk/>
          <pc:sldMk cId="969054331" sldId="1103"/>
        </pc:sldMkLst>
      </pc:sldChg>
      <pc:sldChg chg="add">
        <pc:chgData name="Miranda Ellis" userId="0dbbef3b-912f-4f28-87cc-c4a783d4cee3" providerId="ADAL" clId="{5D56E4A2-5ED6-43D1-8106-1AAE39810B5C}" dt="2026-08-12T14:11:16.334" v="207"/>
        <pc:sldMkLst>
          <pc:docMk/>
          <pc:sldMk cId="1816867913" sldId="1104"/>
        </pc:sldMkLst>
      </pc:sldChg>
      <pc:sldChg chg="add">
        <pc:chgData name="Miranda Ellis" userId="0dbbef3b-912f-4f28-87cc-c4a783d4cee3" providerId="ADAL" clId="{5D56E4A2-5ED6-43D1-8106-1AAE39810B5C}" dt="2026-08-12T14:11:18.279" v="208"/>
        <pc:sldMkLst>
          <pc:docMk/>
          <pc:sldMk cId="3525651105" sldId="1105"/>
        </pc:sldMkLst>
      </pc:sldChg>
      <pc:sldChg chg="add">
        <pc:chgData name="Miranda Ellis" userId="0dbbef3b-912f-4f28-87cc-c4a783d4cee3" providerId="ADAL" clId="{5D56E4A2-5ED6-43D1-8106-1AAE39810B5C}" dt="2026-08-12T14:11:20.571" v="209"/>
        <pc:sldMkLst>
          <pc:docMk/>
          <pc:sldMk cId="1161363134" sldId="1106"/>
        </pc:sldMkLst>
      </pc:sldChg>
      <pc:sldChg chg="addSp delSp modSp new mod modClrScheme chgLayout">
        <pc:chgData name="Miranda Ellis" userId="0dbbef3b-912f-4f28-87cc-c4a783d4cee3" providerId="ADAL" clId="{5D56E4A2-5ED6-43D1-8106-1AAE39810B5C}" dt="2026-08-12T14:11:37.291" v="218" actId="20577"/>
        <pc:sldMkLst>
          <pc:docMk/>
          <pc:sldMk cId="2737774656" sldId="1107"/>
        </pc:sldMkLst>
        <pc:spChg chg="del mod ord">
          <ac:chgData name="Miranda Ellis" userId="0dbbef3b-912f-4f28-87cc-c4a783d4cee3" providerId="ADAL" clId="{5D56E4A2-5ED6-43D1-8106-1AAE39810B5C}" dt="2026-08-12T14:11:32.753" v="211" actId="700"/>
          <ac:spMkLst>
            <pc:docMk/>
            <pc:sldMk cId="2737774656" sldId="1107"/>
            <ac:spMk id="2" creationId="{0D2F8F9C-9450-56B2-AEDB-40DF7438CDA0}"/>
          </ac:spMkLst>
        </pc:spChg>
        <pc:spChg chg="del">
          <ac:chgData name="Miranda Ellis" userId="0dbbef3b-912f-4f28-87cc-c4a783d4cee3" providerId="ADAL" clId="{5D56E4A2-5ED6-43D1-8106-1AAE39810B5C}" dt="2026-08-12T14:11:32.753" v="211" actId="700"/>
          <ac:spMkLst>
            <pc:docMk/>
            <pc:sldMk cId="2737774656" sldId="1107"/>
            <ac:spMk id="3" creationId="{3568ADD0-2A41-5657-8EE0-7CE05E9E55C9}"/>
          </ac:spMkLst>
        </pc:spChg>
        <pc:spChg chg="del">
          <ac:chgData name="Miranda Ellis" userId="0dbbef3b-912f-4f28-87cc-c4a783d4cee3" providerId="ADAL" clId="{5D56E4A2-5ED6-43D1-8106-1AAE39810B5C}" dt="2026-08-12T14:11:32.753" v="211" actId="700"/>
          <ac:spMkLst>
            <pc:docMk/>
            <pc:sldMk cId="2737774656" sldId="1107"/>
            <ac:spMk id="4" creationId="{840495DB-F188-CA5C-2026-C71DA0BADA0E}"/>
          </ac:spMkLst>
        </pc:spChg>
        <pc:spChg chg="mod ord">
          <ac:chgData name="Miranda Ellis" userId="0dbbef3b-912f-4f28-87cc-c4a783d4cee3" providerId="ADAL" clId="{5D56E4A2-5ED6-43D1-8106-1AAE39810B5C}" dt="2026-08-12T14:11:32.753" v="211" actId="700"/>
          <ac:spMkLst>
            <pc:docMk/>
            <pc:sldMk cId="2737774656" sldId="1107"/>
            <ac:spMk id="5" creationId="{F526D19C-086E-B256-D9BD-3CE2D915C98F}"/>
          </ac:spMkLst>
        </pc:spChg>
        <pc:spChg chg="add mod ord">
          <ac:chgData name="Miranda Ellis" userId="0dbbef3b-912f-4f28-87cc-c4a783d4cee3" providerId="ADAL" clId="{5D56E4A2-5ED6-43D1-8106-1AAE39810B5C}" dt="2026-08-12T14:11:37.291" v="218" actId="20577"/>
          <ac:spMkLst>
            <pc:docMk/>
            <pc:sldMk cId="2737774656" sldId="1107"/>
            <ac:spMk id="6" creationId="{91BFDA35-C2B3-ED5A-8845-0B5928061253}"/>
          </ac:spMkLst>
        </pc:spChg>
      </pc:sldChg>
      <pc:sldChg chg="new del">
        <pc:chgData name="Miranda Ellis" userId="0dbbef3b-912f-4f28-87cc-c4a783d4cee3" providerId="ADAL" clId="{5D56E4A2-5ED6-43D1-8106-1AAE39810B5C}" dt="2026-08-12T14:15:26.285" v="231" actId="47"/>
        <pc:sldMkLst>
          <pc:docMk/>
          <pc:sldMk cId="909334397" sldId="1108"/>
        </pc:sldMkLst>
      </pc:sldChg>
      <pc:sldMasterChg chg="modSp mod modSldLayout">
        <pc:chgData name="Miranda Ellis" userId="0dbbef3b-912f-4f28-87cc-c4a783d4cee3" providerId="ADAL" clId="{5D56E4A2-5ED6-43D1-8106-1AAE39810B5C}" dt="2026-08-12T14:17:22.776" v="236" actId="207"/>
        <pc:sldMasterMkLst>
          <pc:docMk/>
          <pc:sldMasterMk cId="3618599258" sldId="2147483660"/>
        </pc:sldMasterMkLst>
        <pc:spChg chg="mod">
          <ac:chgData name="Miranda Ellis" userId="0dbbef3b-912f-4f28-87cc-c4a783d4cee3" providerId="ADAL" clId="{5D56E4A2-5ED6-43D1-8106-1AAE39810B5C}" dt="2026-08-12T14:16:57.368" v="234" actId="207"/>
          <ac:spMkLst>
            <pc:docMk/>
            <pc:sldMasterMk cId="3618599258" sldId="2147483660"/>
            <ac:spMk id="30" creationId="{0BADA53B-8A50-3BAF-1967-68097DFAD7D3}"/>
          </ac:spMkLst>
        </pc:spChg>
        <pc:sldLayoutChg chg="modSp mod">
          <pc:chgData name="Miranda Ellis" userId="0dbbef3b-912f-4f28-87cc-c4a783d4cee3" providerId="ADAL" clId="{5D56E4A2-5ED6-43D1-8106-1AAE39810B5C}" dt="2026-08-12T14:17:11.636" v="235" actId="207"/>
          <pc:sldLayoutMkLst>
            <pc:docMk/>
            <pc:sldMasterMk cId="3618599258" sldId="2147483660"/>
            <pc:sldLayoutMk cId="2851160370" sldId="2147484048"/>
          </pc:sldLayoutMkLst>
          <pc:spChg chg="mod">
            <ac:chgData name="Miranda Ellis" userId="0dbbef3b-912f-4f28-87cc-c4a783d4cee3" providerId="ADAL" clId="{5D56E4A2-5ED6-43D1-8106-1AAE39810B5C}" dt="2026-08-12T14:17:11.636" v="235" actId="207"/>
            <ac:spMkLst>
              <pc:docMk/>
              <pc:sldMasterMk cId="3618599258" sldId="2147483660"/>
              <pc:sldLayoutMk cId="2851160370" sldId="2147484048"/>
              <ac:spMk id="33" creationId="{54E78050-2995-102A-8AB3-DE8C86BBB6D3}"/>
            </ac:spMkLst>
          </pc:spChg>
        </pc:sldLayoutChg>
        <pc:sldLayoutChg chg="modSp mod">
          <pc:chgData name="Miranda Ellis" userId="0dbbef3b-912f-4f28-87cc-c4a783d4cee3" providerId="ADAL" clId="{5D56E4A2-5ED6-43D1-8106-1AAE39810B5C}" dt="2026-08-12T14:17:22.776" v="236" actId="207"/>
          <pc:sldLayoutMkLst>
            <pc:docMk/>
            <pc:sldMasterMk cId="3618599258" sldId="2147483660"/>
            <pc:sldLayoutMk cId="3923542129" sldId="2147484166"/>
          </pc:sldLayoutMkLst>
          <pc:spChg chg="mod">
            <ac:chgData name="Miranda Ellis" userId="0dbbef3b-912f-4f28-87cc-c4a783d4cee3" providerId="ADAL" clId="{5D56E4A2-5ED6-43D1-8106-1AAE39810B5C}" dt="2026-08-12T14:17:22.776" v="236" actId="207"/>
            <ac:spMkLst>
              <pc:docMk/>
              <pc:sldMasterMk cId="3618599258" sldId="2147483660"/>
              <pc:sldLayoutMk cId="3923542129" sldId="2147484166"/>
              <ac:spMk id="23" creationId="{702EBFD8-C961-F320-38C5-44D01DB3AE84}"/>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3FA_DF3C978E.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409_EB7DD08A.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3FE_EEE4EC9A.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3FB_E7A8F9CB.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_3FC_F82951E3.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ADE-4074-9BF9-F82D598C728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ADE-4074-9BF9-F82D598C728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ADE-4074-9BF9-F82D598C728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ADE-4074-9BF9-F82D598C7280}"/>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2074-49BC-A9E4-2E462EE3989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2074-49BC-A9E4-2E462EE3989A}"/>
              </c:ext>
            </c:extLst>
          </c:dPt>
          <c:cat>
            <c:strRef>
              <c:f>Sheet1!$A$2:$A$7</c:f>
              <c:strCache>
                <c:ptCount val="6"/>
                <c:pt idx="0">
                  <c:v>1st</c:v>
                </c:pt>
                <c:pt idx="1">
                  <c:v>2nd</c:v>
                </c:pt>
                <c:pt idx="2">
                  <c:v>3rd</c:v>
                </c:pt>
                <c:pt idx="3">
                  <c:v>4th</c:v>
                </c:pt>
                <c:pt idx="4">
                  <c:v>5th</c:v>
                </c:pt>
                <c:pt idx="5">
                  <c:v>6th</c:v>
                </c:pt>
              </c:strCache>
            </c:strRef>
          </c:cat>
          <c:val>
            <c:numRef>
              <c:f>Sheet1!$B$2:$B$7</c:f>
              <c:numCache>
                <c:formatCode>General</c:formatCode>
                <c:ptCount val="6"/>
                <c:pt idx="0">
                  <c:v>8.1999999999999993</c:v>
                </c:pt>
                <c:pt idx="1">
                  <c:v>3.2</c:v>
                </c:pt>
                <c:pt idx="2">
                  <c:v>1.4</c:v>
                </c:pt>
                <c:pt idx="3">
                  <c:v>1.2</c:v>
                </c:pt>
                <c:pt idx="4">
                  <c:v>0.9</c:v>
                </c:pt>
                <c:pt idx="5">
                  <c:v>0.7</c:v>
                </c:pt>
              </c:numCache>
            </c:numRef>
          </c:val>
          <c:extLst>
            <c:ext xmlns:c16="http://schemas.microsoft.com/office/drawing/2014/chart" uri="{C3380CC4-5D6E-409C-BE32-E72D297353CC}">
              <c16:uniqueId val="{00000000-9AF1-453F-99C6-FD41AE7B266D}"/>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30E1-4D68-8E2D-5FEB73E8C4E3}"/>
            </c:ext>
          </c:extLst>
        </c:ser>
        <c:ser>
          <c:idx val="1"/>
          <c:order val="1"/>
          <c:tx>
            <c:strRef>
              <c:f>Sheet1!$C$1</c:f>
              <c:strCache>
                <c:ptCount val="1"/>
                <c:pt idx="0">
                  <c:v>Series 2</c:v>
                </c:pt>
              </c:strCache>
            </c:strRef>
          </c:tx>
          <c:spPr>
            <a:ln w="28575" cap="rnd">
              <a:solidFill>
                <a:schemeClr val="accent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30E1-4D68-8E2D-5FEB73E8C4E3}"/>
            </c:ext>
          </c:extLst>
        </c:ser>
        <c:ser>
          <c:idx val="2"/>
          <c:order val="2"/>
          <c:tx>
            <c:strRef>
              <c:f>Sheet1!$D$1</c:f>
              <c:strCache>
                <c:ptCount val="1"/>
                <c:pt idx="0">
                  <c:v>Series 3</c:v>
                </c:pt>
              </c:strCache>
            </c:strRef>
          </c:tx>
          <c:spPr>
            <a:ln w="28575" cap="rnd">
              <a:solidFill>
                <a:schemeClr val="accent3"/>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30E1-4D68-8E2D-5FEB73E8C4E3}"/>
            </c:ext>
          </c:extLst>
        </c:ser>
        <c:dLbls>
          <c:showLegendKey val="0"/>
          <c:showVal val="0"/>
          <c:showCatName val="0"/>
          <c:showSerName val="0"/>
          <c:showPercent val="0"/>
          <c:showBubbleSize val="0"/>
        </c:dLbls>
        <c:smooth val="0"/>
        <c:axId val="936699232"/>
        <c:axId val="936705792"/>
      </c:lineChart>
      <c:catAx>
        <c:axId val="936699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36705792"/>
        <c:crosses val="autoZero"/>
        <c:auto val="1"/>
        <c:lblAlgn val="ctr"/>
        <c:lblOffset val="100"/>
        <c:noMultiLvlLbl val="0"/>
      </c:catAx>
      <c:valAx>
        <c:axId val="936705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36699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9D1-4A4C-8FA5-06D1680F45A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9D1-4A4C-8FA5-06D1680F45A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9D1-4A4C-8FA5-06D1680F45A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9D1-4A4C-8FA5-06D1680F45A6}"/>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79D1-4A4C-8FA5-06D1680F45A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79D1-4A4C-8FA5-06D1680F45A6}"/>
              </c:ext>
            </c:extLst>
          </c:dPt>
          <c:cat>
            <c:strRef>
              <c:f>Sheet1!$A$2:$A$7</c:f>
              <c:strCache>
                <c:ptCount val="6"/>
                <c:pt idx="0">
                  <c:v>Lorem</c:v>
                </c:pt>
                <c:pt idx="1">
                  <c:v>Ipsum</c:v>
                </c:pt>
                <c:pt idx="2">
                  <c:v>Dolor</c:v>
                </c:pt>
                <c:pt idx="3">
                  <c:v>Sit</c:v>
                </c:pt>
                <c:pt idx="4">
                  <c:v>Amet</c:v>
                </c:pt>
                <c:pt idx="5">
                  <c:v>Consectetuer</c:v>
                </c:pt>
              </c:strCache>
            </c:strRef>
          </c:cat>
          <c:val>
            <c:numRef>
              <c:f>Sheet1!$B$2:$B$7</c:f>
              <c:numCache>
                <c:formatCode>General</c:formatCode>
                <c:ptCount val="6"/>
                <c:pt idx="0">
                  <c:v>8.1999999999999993</c:v>
                </c:pt>
                <c:pt idx="1">
                  <c:v>3.2</c:v>
                </c:pt>
                <c:pt idx="2">
                  <c:v>1.4</c:v>
                </c:pt>
                <c:pt idx="3">
                  <c:v>1.2</c:v>
                </c:pt>
                <c:pt idx="4">
                  <c:v>1</c:v>
                </c:pt>
                <c:pt idx="5">
                  <c:v>1</c:v>
                </c:pt>
              </c:numCache>
            </c:numRef>
          </c:val>
          <c:extLst>
            <c:ext xmlns:c16="http://schemas.microsoft.com/office/drawing/2014/chart" uri="{C3380CC4-5D6E-409C-BE32-E72D297353CC}">
              <c16:uniqueId val="{00000000-7BE7-4D18-8691-D47EF8270AFB}"/>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Series 1</c:v>
                </c:pt>
              </c:strCache>
            </c:strRef>
          </c:tx>
          <c:spPr>
            <a:solidFill>
              <a:schemeClr val="accent1"/>
            </a:solidFill>
            <a:ln>
              <a:noFill/>
            </a:ln>
            <a:effectLst/>
          </c:spPr>
          <c:cat>
            <c:numRef>
              <c:f>Sheet1!$A$2:$A$6</c:f>
              <c:numCache>
                <c:formatCode>m/d/yyyy</c:formatCode>
                <c:ptCount val="5"/>
                <c:pt idx="0">
                  <c:v>37261</c:v>
                </c:pt>
                <c:pt idx="1">
                  <c:v>37262</c:v>
                </c:pt>
                <c:pt idx="2">
                  <c:v>37263</c:v>
                </c:pt>
                <c:pt idx="3">
                  <c:v>37264</c:v>
                </c:pt>
                <c:pt idx="4">
                  <c:v>37265</c:v>
                </c:pt>
              </c:numCache>
            </c:num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8E21-4890-BC47-D70EB1CDE83A}"/>
            </c:ext>
          </c:extLst>
        </c:ser>
        <c:ser>
          <c:idx val="1"/>
          <c:order val="1"/>
          <c:tx>
            <c:strRef>
              <c:f>Sheet1!$C$1</c:f>
              <c:strCache>
                <c:ptCount val="1"/>
                <c:pt idx="0">
                  <c:v>Series 2</c:v>
                </c:pt>
              </c:strCache>
            </c:strRef>
          </c:tx>
          <c:spPr>
            <a:solidFill>
              <a:schemeClr val="accent2"/>
            </a:solidFill>
            <a:ln>
              <a:noFill/>
            </a:ln>
            <a:effectLst/>
          </c:spPr>
          <c:cat>
            <c:numRef>
              <c:f>Sheet1!$A$2:$A$6</c:f>
              <c:numCache>
                <c:formatCode>m/d/yyyy</c:formatCode>
                <c:ptCount val="5"/>
                <c:pt idx="0">
                  <c:v>37261</c:v>
                </c:pt>
                <c:pt idx="1">
                  <c:v>37262</c:v>
                </c:pt>
                <c:pt idx="2">
                  <c:v>37263</c:v>
                </c:pt>
                <c:pt idx="3">
                  <c:v>37264</c:v>
                </c:pt>
                <c:pt idx="4">
                  <c:v>37265</c:v>
                </c:pt>
              </c:numCache>
            </c:numRef>
          </c:cat>
          <c:val>
            <c:numRef>
              <c:f>Sheet1!$C$2:$C$6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8E21-4890-BC47-D70EB1CDE83A}"/>
            </c:ext>
          </c:extLst>
        </c:ser>
        <c:ser>
          <c:idx val="2"/>
          <c:order val="2"/>
          <c:tx>
            <c:strRef>
              <c:f>Sheet1!$D$1</c:f>
              <c:strCache>
                <c:ptCount val="1"/>
                <c:pt idx="0">
                  <c:v>Series 3</c:v>
                </c:pt>
              </c:strCache>
            </c:strRef>
          </c:tx>
          <c:spPr>
            <a:solidFill>
              <a:schemeClr val="accent3"/>
            </a:solidFill>
            <a:ln w="25400">
              <a:noFill/>
            </a:ln>
            <a:effectLst/>
          </c:spPr>
          <c:cat>
            <c:numRef>
              <c:f>Sheet1!$A$2:$A$6</c:f>
              <c:numCache>
                <c:formatCode>m/d/yyyy</c:formatCode>
                <c:ptCount val="5"/>
                <c:pt idx="0">
                  <c:v>37261</c:v>
                </c:pt>
                <c:pt idx="1">
                  <c:v>37262</c:v>
                </c:pt>
                <c:pt idx="2">
                  <c:v>37263</c:v>
                </c:pt>
                <c:pt idx="3">
                  <c:v>37264</c:v>
                </c:pt>
                <c:pt idx="4">
                  <c:v>37265</c:v>
                </c:pt>
              </c:numCache>
            </c:numRef>
          </c:cat>
          <c:val>
            <c:numRef>
              <c:f>Sheet1!$D$2:$D$6</c:f>
              <c:numCache>
                <c:formatCode>General</c:formatCode>
                <c:ptCount val="5"/>
                <c:pt idx="0">
                  <c:v>5</c:v>
                </c:pt>
                <c:pt idx="1">
                  <c:v>6</c:v>
                </c:pt>
                <c:pt idx="2">
                  <c:v>6</c:v>
                </c:pt>
                <c:pt idx="3">
                  <c:v>10</c:v>
                </c:pt>
                <c:pt idx="4">
                  <c:v>11</c:v>
                </c:pt>
              </c:numCache>
            </c:numRef>
          </c:val>
          <c:extLst>
            <c:ext xmlns:c16="http://schemas.microsoft.com/office/drawing/2014/chart" uri="{C3380CC4-5D6E-409C-BE32-E72D297353CC}">
              <c16:uniqueId val="{00000000-27E5-44FE-9378-A43762F94697}"/>
            </c:ext>
          </c:extLst>
        </c:ser>
        <c:dLbls>
          <c:showLegendKey val="0"/>
          <c:showVal val="0"/>
          <c:showCatName val="0"/>
          <c:showSerName val="0"/>
          <c:showPercent val="0"/>
          <c:showBubbleSize val="0"/>
        </c:dLbls>
        <c:axId val="939438272"/>
        <c:axId val="939438600"/>
      </c:areaChart>
      <c:dateAx>
        <c:axId val="939438272"/>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39438600"/>
        <c:crosses val="autoZero"/>
        <c:auto val="1"/>
        <c:lblOffset val="100"/>
        <c:baseTimeUnit val="days"/>
      </c:dateAx>
      <c:valAx>
        <c:axId val="9394386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394382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121-4383-9C64-1E3D1F3BF653}"/>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121-4383-9C64-1E3D1F3BF653}"/>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1121-4383-9C64-1E3D1F3BF653}"/>
            </c:ext>
          </c:extLst>
        </c:ser>
        <c:ser>
          <c:idx val="3"/>
          <c:order val="3"/>
          <c:tx>
            <c:strRef>
              <c:f>Sheet1!$E$1</c:f>
              <c:strCache>
                <c:ptCount val="1"/>
                <c:pt idx="0">
                  <c:v>Series 4</c:v>
                </c:pt>
              </c:strCache>
            </c:strRef>
          </c:tx>
          <c:spPr>
            <a:solidFill>
              <a:schemeClr val="accent4"/>
            </a:solidFill>
            <a:ln>
              <a:noFill/>
            </a:ln>
            <a:effectLst/>
          </c:spPr>
          <c:invertIfNegative val="0"/>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5-1121-4383-9C64-1E3D1F3BF653}"/>
            </c:ext>
          </c:extLst>
        </c:ser>
        <c:ser>
          <c:idx val="4"/>
          <c:order val="4"/>
          <c:tx>
            <c:strRef>
              <c:f>Sheet1!$F$1</c:f>
              <c:strCache>
                <c:ptCount val="1"/>
                <c:pt idx="0">
                  <c:v>Series 5</c:v>
                </c:pt>
              </c:strCache>
            </c:strRef>
          </c:tx>
          <c:spPr>
            <a:solidFill>
              <a:schemeClr val="accent5"/>
            </a:solidFill>
            <a:ln>
              <a:noFill/>
            </a:ln>
            <a:effectLst/>
          </c:spPr>
          <c:invertIfNegative val="0"/>
          <c:cat>
            <c:strRef>
              <c:f>Sheet1!$A$2:$A$5</c:f>
              <c:strCache>
                <c:ptCount val="4"/>
                <c:pt idx="0">
                  <c:v>Category 1</c:v>
                </c:pt>
                <c:pt idx="1">
                  <c:v>Category 2</c:v>
                </c:pt>
                <c:pt idx="2">
                  <c:v>Category 3</c:v>
                </c:pt>
                <c:pt idx="3">
                  <c:v>Category 4</c:v>
                </c:pt>
              </c:strCache>
            </c:strRef>
          </c:cat>
          <c:val>
            <c:numRef>
              <c:f>Sheet1!$F$2:$F$5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B08-4B7A-82DA-0839EBD50463}"/>
            </c:ext>
          </c:extLst>
        </c:ser>
        <c:dLbls>
          <c:showLegendKey val="0"/>
          <c:showVal val="0"/>
          <c:showCatName val="0"/>
          <c:showSerName val="0"/>
          <c:showPercent val="0"/>
          <c:showBubbleSize val="0"/>
        </c:dLbls>
        <c:gapWidth val="219"/>
        <c:overlap val="-27"/>
        <c:axId val="765627192"/>
        <c:axId val="765633752"/>
      </c:barChart>
      <c:catAx>
        <c:axId val="765627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5633752"/>
        <c:crosses val="autoZero"/>
        <c:auto val="1"/>
        <c:lblAlgn val="ctr"/>
        <c:lblOffset val="100"/>
        <c:noMultiLvlLbl val="0"/>
      </c:catAx>
      <c:valAx>
        <c:axId val="765633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56271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83331B-EEB5-47C0-A9A9-CC79F6DA59B4}" type="doc">
      <dgm:prSet loTypeId="urn:microsoft.com/office/officeart/2005/8/layout/radial2" loCatId="relationship" qsTypeId="urn:microsoft.com/office/officeart/2005/8/quickstyle/simple1#1" qsCatId="simple" csTypeId="urn:microsoft.com/office/officeart/2005/8/colors/colorful1#1" csCatId="colorful" phldr="1"/>
      <dgm:spPr/>
      <dgm:t>
        <a:bodyPr/>
        <a:lstStyle/>
        <a:p>
          <a:endParaRPr lang="en-US"/>
        </a:p>
      </dgm:t>
    </dgm:pt>
    <dgm:pt modelId="{EFD9BE37-C667-468F-81BB-93FF223B7B14}">
      <dgm:prSet phldrT="[Text]" custT="1"/>
      <dgm:spPr/>
      <dgm:t>
        <a:bodyPr/>
        <a:lstStyle/>
        <a:p>
          <a:r>
            <a:rPr lang="en-US" sz="2000"/>
            <a:t>Text</a:t>
          </a:r>
        </a:p>
      </dgm:t>
    </dgm:pt>
    <dgm:pt modelId="{052CAA62-4540-4B61-9C0B-7262B8EC3C60}" type="parTrans" cxnId="{F88188F0-5A15-496F-9D50-D7A1A65C4088}">
      <dgm:prSet/>
      <dgm:spPr/>
      <dgm:t>
        <a:bodyPr/>
        <a:lstStyle/>
        <a:p>
          <a:endParaRPr lang="en-US" sz="1400"/>
        </a:p>
      </dgm:t>
    </dgm:pt>
    <dgm:pt modelId="{1976C12B-01E3-42ED-873D-23437A74F6DE}" type="sibTrans" cxnId="{F88188F0-5A15-496F-9D50-D7A1A65C4088}">
      <dgm:prSet/>
      <dgm:spPr/>
      <dgm:t>
        <a:bodyPr/>
        <a:lstStyle/>
        <a:p>
          <a:endParaRPr lang="en-US" sz="1400"/>
        </a:p>
      </dgm:t>
    </dgm:pt>
    <dgm:pt modelId="{36231573-F98D-41D7-9860-5BE7550FDCB8}">
      <dgm:prSet phldrT="[Text]" custT="1"/>
      <dgm:spPr/>
      <dgm:t>
        <a:bodyPr/>
        <a:lstStyle/>
        <a:p>
          <a:r>
            <a:rPr lang="en-US" sz="2400"/>
            <a:t>Text</a:t>
          </a:r>
        </a:p>
      </dgm:t>
    </dgm:pt>
    <dgm:pt modelId="{D6211418-0C78-4336-9C20-CB4512C5CA1F}" type="parTrans" cxnId="{388BCC36-4AAB-4E0B-89A8-5AFC939FA7B6}">
      <dgm:prSet/>
      <dgm:spPr/>
      <dgm:t>
        <a:bodyPr/>
        <a:lstStyle/>
        <a:p>
          <a:endParaRPr lang="en-US" sz="1400"/>
        </a:p>
      </dgm:t>
    </dgm:pt>
    <dgm:pt modelId="{4814DFA8-0277-43E2-9881-C4CEDC613B32}" type="sibTrans" cxnId="{388BCC36-4AAB-4E0B-89A8-5AFC939FA7B6}">
      <dgm:prSet/>
      <dgm:spPr/>
      <dgm:t>
        <a:bodyPr/>
        <a:lstStyle/>
        <a:p>
          <a:endParaRPr lang="en-US" sz="1400"/>
        </a:p>
      </dgm:t>
    </dgm:pt>
    <dgm:pt modelId="{8B4E3568-FA70-45E5-B0F9-6D7F2D6D6684}">
      <dgm:prSet phldrT="[Text]" custT="1"/>
      <dgm:spPr/>
      <dgm:t>
        <a:bodyPr/>
        <a:lstStyle/>
        <a:p>
          <a:r>
            <a:rPr lang="en-US" sz="2400"/>
            <a:t>Text</a:t>
          </a:r>
        </a:p>
      </dgm:t>
    </dgm:pt>
    <dgm:pt modelId="{BE979692-E6E9-4FCA-9AA0-5A3AC74E14CB}" type="parTrans" cxnId="{180AFE99-4917-4314-9FF4-133964B644AD}">
      <dgm:prSet/>
      <dgm:spPr/>
      <dgm:t>
        <a:bodyPr/>
        <a:lstStyle/>
        <a:p>
          <a:endParaRPr lang="en-US" sz="1400"/>
        </a:p>
      </dgm:t>
    </dgm:pt>
    <dgm:pt modelId="{EFE765F8-F8C1-44BE-A834-0302AB273E35}" type="sibTrans" cxnId="{180AFE99-4917-4314-9FF4-133964B644AD}">
      <dgm:prSet/>
      <dgm:spPr/>
      <dgm:t>
        <a:bodyPr/>
        <a:lstStyle/>
        <a:p>
          <a:endParaRPr lang="en-US" sz="1400"/>
        </a:p>
      </dgm:t>
    </dgm:pt>
    <dgm:pt modelId="{08B8037A-D153-482C-9F4C-6F43E2D211BC}">
      <dgm:prSet phldrT="[Text]" custT="1"/>
      <dgm:spPr>
        <a:solidFill>
          <a:schemeClr val="accent4"/>
        </a:solidFill>
      </dgm:spPr>
      <dgm:t>
        <a:bodyPr/>
        <a:lstStyle/>
        <a:p>
          <a:r>
            <a:rPr lang="en-US" sz="2000">
              <a:solidFill>
                <a:schemeClr val="tx1"/>
              </a:solidFill>
            </a:rPr>
            <a:t>Text</a:t>
          </a:r>
        </a:p>
      </dgm:t>
    </dgm:pt>
    <dgm:pt modelId="{21BA81D6-9EC8-4A0B-A4EE-7B7E58BEC7DD}" type="parTrans" cxnId="{FCE3D34D-304B-4284-8967-A1782045AC4D}">
      <dgm:prSet/>
      <dgm:spPr/>
      <dgm:t>
        <a:bodyPr/>
        <a:lstStyle/>
        <a:p>
          <a:endParaRPr lang="en-US" sz="1400"/>
        </a:p>
      </dgm:t>
    </dgm:pt>
    <dgm:pt modelId="{6C0A2098-FB88-4AA8-B31F-19B2E0969DC3}" type="sibTrans" cxnId="{FCE3D34D-304B-4284-8967-A1782045AC4D}">
      <dgm:prSet/>
      <dgm:spPr/>
      <dgm:t>
        <a:bodyPr/>
        <a:lstStyle/>
        <a:p>
          <a:endParaRPr lang="en-US" sz="1400"/>
        </a:p>
      </dgm:t>
    </dgm:pt>
    <dgm:pt modelId="{E1D3C11C-73F7-4CE0-95E0-694B0C72FDBD}">
      <dgm:prSet phldrT="[Text]" custT="1"/>
      <dgm:spPr/>
      <dgm:t>
        <a:bodyPr/>
        <a:lstStyle/>
        <a:p>
          <a:r>
            <a:rPr lang="en-US" sz="2400"/>
            <a:t>Text</a:t>
          </a:r>
        </a:p>
      </dgm:t>
    </dgm:pt>
    <dgm:pt modelId="{69747F3F-D31F-4089-A97A-1DF470EA70D8}" type="parTrans" cxnId="{C8CD3CB6-9E5A-4235-A189-2B470AAC30BE}">
      <dgm:prSet/>
      <dgm:spPr/>
      <dgm:t>
        <a:bodyPr/>
        <a:lstStyle/>
        <a:p>
          <a:endParaRPr lang="en-US" sz="1400"/>
        </a:p>
      </dgm:t>
    </dgm:pt>
    <dgm:pt modelId="{5CF21F6D-54F2-4C6F-A9B4-C2B80E829DA0}" type="sibTrans" cxnId="{C8CD3CB6-9E5A-4235-A189-2B470AAC30BE}">
      <dgm:prSet/>
      <dgm:spPr/>
      <dgm:t>
        <a:bodyPr/>
        <a:lstStyle/>
        <a:p>
          <a:endParaRPr lang="en-US" sz="1400"/>
        </a:p>
      </dgm:t>
    </dgm:pt>
    <dgm:pt modelId="{E4E8A383-96A6-4A90-922B-7B86D7054862}">
      <dgm:prSet phldrT="[Text]" custT="1"/>
      <dgm:spPr/>
      <dgm:t>
        <a:bodyPr/>
        <a:lstStyle/>
        <a:p>
          <a:r>
            <a:rPr lang="en-US" sz="2400"/>
            <a:t>Text</a:t>
          </a:r>
        </a:p>
      </dgm:t>
    </dgm:pt>
    <dgm:pt modelId="{8B985010-B3E2-4FBE-A72E-804055B5080B}" type="parTrans" cxnId="{2452603C-9386-4E38-AF09-16DD82B60793}">
      <dgm:prSet/>
      <dgm:spPr/>
      <dgm:t>
        <a:bodyPr/>
        <a:lstStyle/>
        <a:p>
          <a:endParaRPr lang="en-US" sz="1400"/>
        </a:p>
      </dgm:t>
    </dgm:pt>
    <dgm:pt modelId="{5438DF77-D6B6-4681-9E6A-9F381D69C0C7}" type="sibTrans" cxnId="{2452603C-9386-4E38-AF09-16DD82B60793}">
      <dgm:prSet/>
      <dgm:spPr/>
      <dgm:t>
        <a:bodyPr/>
        <a:lstStyle/>
        <a:p>
          <a:endParaRPr lang="en-US" sz="1400"/>
        </a:p>
      </dgm:t>
    </dgm:pt>
    <dgm:pt modelId="{5576B31A-143E-45A0-8807-DC8427873BD4}">
      <dgm:prSet phldrT="[Text]" custT="1"/>
      <dgm:spPr/>
      <dgm:t>
        <a:bodyPr/>
        <a:lstStyle/>
        <a:p>
          <a:r>
            <a:rPr lang="en-US" sz="2000">
              <a:solidFill>
                <a:schemeClr val="tx1"/>
              </a:solidFill>
            </a:rPr>
            <a:t>Text</a:t>
          </a:r>
        </a:p>
      </dgm:t>
    </dgm:pt>
    <dgm:pt modelId="{5FCF8FBD-CDE4-4C9E-960A-2DBC8A4A59B7}" type="parTrans" cxnId="{62728227-FB7F-47F7-A837-4DCBBD971A44}">
      <dgm:prSet/>
      <dgm:spPr/>
      <dgm:t>
        <a:bodyPr/>
        <a:lstStyle/>
        <a:p>
          <a:endParaRPr lang="en-US" sz="1400"/>
        </a:p>
      </dgm:t>
    </dgm:pt>
    <dgm:pt modelId="{BED097D1-54DB-42C4-81DF-248ED8C9CA04}" type="sibTrans" cxnId="{62728227-FB7F-47F7-A837-4DCBBD971A44}">
      <dgm:prSet/>
      <dgm:spPr/>
      <dgm:t>
        <a:bodyPr/>
        <a:lstStyle/>
        <a:p>
          <a:endParaRPr lang="en-US" sz="1400"/>
        </a:p>
      </dgm:t>
    </dgm:pt>
    <dgm:pt modelId="{A4BD975D-A74E-4192-805E-675F5918CD37}">
      <dgm:prSet phldrT="[Text]" custT="1"/>
      <dgm:spPr/>
      <dgm:t>
        <a:bodyPr/>
        <a:lstStyle/>
        <a:p>
          <a:r>
            <a:rPr lang="en-US" sz="2400"/>
            <a:t>Text</a:t>
          </a:r>
        </a:p>
      </dgm:t>
    </dgm:pt>
    <dgm:pt modelId="{5134A860-8823-4FED-B3C7-8834ADE97D18}" type="parTrans" cxnId="{297A080F-24A1-44F3-A436-A485CCFC561B}">
      <dgm:prSet/>
      <dgm:spPr/>
      <dgm:t>
        <a:bodyPr/>
        <a:lstStyle/>
        <a:p>
          <a:endParaRPr lang="en-US" sz="1400"/>
        </a:p>
      </dgm:t>
    </dgm:pt>
    <dgm:pt modelId="{E1F31131-6D5C-4B21-82F1-AE46CB7AAE41}" type="sibTrans" cxnId="{297A080F-24A1-44F3-A436-A485CCFC561B}">
      <dgm:prSet/>
      <dgm:spPr/>
      <dgm:t>
        <a:bodyPr/>
        <a:lstStyle/>
        <a:p>
          <a:endParaRPr lang="en-US" sz="1400"/>
        </a:p>
      </dgm:t>
    </dgm:pt>
    <dgm:pt modelId="{7EDACB11-D476-4555-8AE7-A69629F6DBC0}">
      <dgm:prSet phldrT="[Text]" custT="1"/>
      <dgm:spPr/>
      <dgm:t>
        <a:bodyPr/>
        <a:lstStyle/>
        <a:p>
          <a:r>
            <a:rPr lang="en-US" sz="2400"/>
            <a:t>Text</a:t>
          </a:r>
        </a:p>
      </dgm:t>
    </dgm:pt>
    <dgm:pt modelId="{0FEB2E50-4E6B-4D3C-BB8B-F67B93E4DE01}" type="parTrans" cxnId="{AA1C2298-8554-4516-BBAC-EDE3E0AC83AE}">
      <dgm:prSet/>
      <dgm:spPr/>
      <dgm:t>
        <a:bodyPr/>
        <a:lstStyle/>
        <a:p>
          <a:endParaRPr lang="en-US" sz="1400"/>
        </a:p>
      </dgm:t>
    </dgm:pt>
    <dgm:pt modelId="{8E3D9354-447F-4F4B-908F-0F31C3B5B07F}" type="sibTrans" cxnId="{AA1C2298-8554-4516-BBAC-EDE3E0AC83AE}">
      <dgm:prSet/>
      <dgm:spPr/>
      <dgm:t>
        <a:bodyPr/>
        <a:lstStyle/>
        <a:p>
          <a:endParaRPr lang="en-US" sz="1400"/>
        </a:p>
      </dgm:t>
    </dgm:pt>
    <dgm:pt modelId="{3CCCFE8B-E337-4C80-9088-820CFFAAA8A3}" type="pres">
      <dgm:prSet presAssocID="{4F83331B-EEB5-47C0-A9A9-CC79F6DA59B4}" presName="composite" presStyleCnt="0">
        <dgm:presLayoutVars>
          <dgm:chMax val="5"/>
          <dgm:dir/>
          <dgm:animLvl val="ctr"/>
          <dgm:resizeHandles val="exact"/>
        </dgm:presLayoutVars>
      </dgm:prSet>
      <dgm:spPr/>
    </dgm:pt>
    <dgm:pt modelId="{5922EEBA-1D8E-44B8-86C3-884606054C7A}" type="pres">
      <dgm:prSet presAssocID="{4F83331B-EEB5-47C0-A9A9-CC79F6DA59B4}" presName="cycle" presStyleCnt="0"/>
      <dgm:spPr/>
    </dgm:pt>
    <dgm:pt modelId="{AAEFD9F7-B034-48BC-92BD-D1832C37B231}" type="pres">
      <dgm:prSet presAssocID="{4F83331B-EEB5-47C0-A9A9-CC79F6DA59B4}" presName="centerShape" presStyleCnt="0"/>
      <dgm:spPr/>
    </dgm:pt>
    <dgm:pt modelId="{9EB9AA88-1EB0-464E-B999-946957D351E9}" type="pres">
      <dgm:prSet presAssocID="{4F83331B-EEB5-47C0-A9A9-CC79F6DA59B4}" presName="connSite" presStyleLbl="node1" presStyleIdx="0" presStyleCnt="4"/>
      <dgm:spPr/>
    </dgm:pt>
    <dgm:pt modelId="{6FB66581-8D69-4163-B2EF-28307E2C6B3B}" type="pres">
      <dgm:prSet presAssocID="{4F83331B-EEB5-47C0-A9A9-CC79F6DA59B4}" presName="visible" presStyleLbl="node1" presStyleIdx="0" presStyleCnt="4" custScaleX="110000" custScaleY="110000"/>
      <dgm:spPr/>
    </dgm:pt>
    <dgm:pt modelId="{90E64D55-9C5C-4020-AC0D-5E25113B0116}" type="pres">
      <dgm:prSet presAssocID="{052CAA62-4540-4B61-9C0B-7262B8EC3C60}" presName="Name25" presStyleLbl="parChTrans1D1" presStyleIdx="0" presStyleCnt="3"/>
      <dgm:spPr/>
    </dgm:pt>
    <dgm:pt modelId="{1C89503C-5AB8-4C99-97E8-4A731F9587D1}" type="pres">
      <dgm:prSet presAssocID="{EFD9BE37-C667-468F-81BB-93FF223B7B14}" presName="node" presStyleCnt="0"/>
      <dgm:spPr/>
    </dgm:pt>
    <dgm:pt modelId="{F377D6F7-84E3-4D00-A7D8-48F0ADD42451}" type="pres">
      <dgm:prSet presAssocID="{EFD9BE37-C667-468F-81BB-93FF223B7B14}" presName="parentNode" presStyleLbl="node1" presStyleIdx="1" presStyleCnt="4">
        <dgm:presLayoutVars>
          <dgm:chMax val="1"/>
          <dgm:bulletEnabled val="1"/>
        </dgm:presLayoutVars>
      </dgm:prSet>
      <dgm:spPr/>
    </dgm:pt>
    <dgm:pt modelId="{CE6E30C2-030D-432B-B49E-9CDBFF0F75BA}" type="pres">
      <dgm:prSet presAssocID="{EFD9BE37-C667-468F-81BB-93FF223B7B14}" presName="childNode" presStyleLbl="revTx" presStyleIdx="0" presStyleCnt="3">
        <dgm:presLayoutVars>
          <dgm:bulletEnabled val="1"/>
        </dgm:presLayoutVars>
      </dgm:prSet>
      <dgm:spPr/>
    </dgm:pt>
    <dgm:pt modelId="{BC06BE06-9ED2-4B87-832B-5783B0A069B5}" type="pres">
      <dgm:prSet presAssocID="{21BA81D6-9EC8-4A0B-A4EE-7B7E58BEC7DD}" presName="Name25" presStyleLbl="parChTrans1D1" presStyleIdx="1" presStyleCnt="3"/>
      <dgm:spPr/>
    </dgm:pt>
    <dgm:pt modelId="{EEB3E7FD-F447-415B-AD58-E72CD12C7670}" type="pres">
      <dgm:prSet presAssocID="{08B8037A-D153-482C-9F4C-6F43E2D211BC}" presName="node" presStyleCnt="0"/>
      <dgm:spPr/>
    </dgm:pt>
    <dgm:pt modelId="{DA9A9A2E-0235-4917-AF17-C28ACE40254F}" type="pres">
      <dgm:prSet presAssocID="{08B8037A-D153-482C-9F4C-6F43E2D211BC}" presName="parentNode" presStyleLbl="node1" presStyleIdx="2" presStyleCnt="4">
        <dgm:presLayoutVars>
          <dgm:chMax val="1"/>
          <dgm:bulletEnabled val="1"/>
        </dgm:presLayoutVars>
      </dgm:prSet>
      <dgm:spPr/>
    </dgm:pt>
    <dgm:pt modelId="{0DC3B306-D193-4199-8673-63262CC32ECB}" type="pres">
      <dgm:prSet presAssocID="{08B8037A-D153-482C-9F4C-6F43E2D211BC}" presName="childNode" presStyleLbl="revTx" presStyleIdx="1" presStyleCnt="3">
        <dgm:presLayoutVars>
          <dgm:bulletEnabled val="1"/>
        </dgm:presLayoutVars>
      </dgm:prSet>
      <dgm:spPr/>
    </dgm:pt>
    <dgm:pt modelId="{CBDF4CAB-96D6-470A-8E80-0FD85FA70ADA}" type="pres">
      <dgm:prSet presAssocID="{5FCF8FBD-CDE4-4C9E-960A-2DBC8A4A59B7}" presName="Name25" presStyleLbl="parChTrans1D1" presStyleIdx="2" presStyleCnt="3"/>
      <dgm:spPr/>
    </dgm:pt>
    <dgm:pt modelId="{0ABAC5B5-092F-4EF4-A1C2-77A22A0BEA58}" type="pres">
      <dgm:prSet presAssocID="{5576B31A-143E-45A0-8807-DC8427873BD4}" presName="node" presStyleCnt="0"/>
      <dgm:spPr/>
    </dgm:pt>
    <dgm:pt modelId="{0EF48389-9AE0-4BAA-892F-DBB086BFB76F}" type="pres">
      <dgm:prSet presAssocID="{5576B31A-143E-45A0-8807-DC8427873BD4}" presName="parentNode" presStyleLbl="node1" presStyleIdx="3" presStyleCnt="4">
        <dgm:presLayoutVars>
          <dgm:chMax val="1"/>
          <dgm:bulletEnabled val="1"/>
        </dgm:presLayoutVars>
      </dgm:prSet>
      <dgm:spPr/>
    </dgm:pt>
    <dgm:pt modelId="{CC613657-487D-4C1F-8119-528053939D88}" type="pres">
      <dgm:prSet presAssocID="{5576B31A-143E-45A0-8807-DC8427873BD4}" presName="childNode" presStyleLbl="revTx" presStyleIdx="2" presStyleCnt="3">
        <dgm:presLayoutVars>
          <dgm:bulletEnabled val="1"/>
        </dgm:presLayoutVars>
      </dgm:prSet>
      <dgm:spPr/>
    </dgm:pt>
  </dgm:ptLst>
  <dgm:cxnLst>
    <dgm:cxn modelId="{965B0802-38D0-488E-A2DA-57AB528D25E5}" type="presOf" srcId="{8B4E3568-FA70-45E5-B0F9-6D7F2D6D6684}" destId="{CE6E30C2-030D-432B-B49E-9CDBFF0F75BA}" srcOrd="0" destOrd="1" presId="urn:microsoft.com/office/officeart/2005/8/layout/radial2"/>
    <dgm:cxn modelId="{35F4340B-9B42-4E70-A3F6-62FC2A7203E5}" type="presOf" srcId="{5576B31A-143E-45A0-8807-DC8427873BD4}" destId="{0EF48389-9AE0-4BAA-892F-DBB086BFB76F}" srcOrd="0" destOrd="0" presId="urn:microsoft.com/office/officeart/2005/8/layout/radial2"/>
    <dgm:cxn modelId="{297A080F-24A1-44F3-A436-A485CCFC561B}" srcId="{5576B31A-143E-45A0-8807-DC8427873BD4}" destId="{A4BD975D-A74E-4192-805E-675F5918CD37}" srcOrd="0" destOrd="0" parTransId="{5134A860-8823-4FED-B3C7-8834ADE97D18}" sibTransId="{E1F31131-6D5C-4B21-82F1-AE46CB7AAE41}"/>
    <dgm:cxn modelId="{62728227-FB7F-47F7-A837-4DCBBD971A44}" srcId="{4F83331B-EEB5-47C0-A9A9-CC79F6DA59B4}" destId="{5576B31A-143E-45A0-8807-DC8427873BD4}" srcOrd="2" destOrd="0" parTransId="{5FCF8FBD-CDE4-4C9E-960A-2DBC8A4A59B7}" sibTransId="{BED097D1-54DB-42C4-81DF-248ED8C9CA04}"/>
    <dgm:cxn modelId="{388BCC36-4AAB-4E0B-89A8-5AFC939FA7B6}" srcId="{EFD9BE37-C667-468F-81BB-93FF223B7B14}" destId="{36231573-F98D-41D7-9860-5BE7550FDCB8}" srcOrd="0" destOrd="0" parTransId="{D6211418-0C78-4336-9C20-CB4512C5CA1F}" sibTransId="{4814DFA8-0277-43E2-9881-C4CEDC613B32}"/>
    <dgm:cxn modelId="{2452603C-9386-4E38-AF09-16DD82B60793}" srcId="{08B8037A-D153-482C-9F4C-6F43E2D211BC}" destId="{E4E8A383-96A6-4A90-922B-7B86D7054862}" srcOrd="1" destOrd="0" parTransId="{8B985010-B3E2-4FBE-A72E-804055B5080B}" sibTransId="{5438DF77-D6B6-4681-9E6A-9F381D69C0C7}"/>
    <dgm:cxn modelId="{5AEE6C41-7D43-42A1-BE2A-1E5B1FCB7A94}" type="presOf" srcId="{E4E8A383-96A6-4A90-922B-7B86D7054862}" destId="{0DC3B306-D193-4199-8673-63262CC32ECB}" srcOrd="0" destOrd="1" presId="urn:microsoft.com/office/officeart/2005/8/layout/radial2"/>
    <dgm:cxn modelId="{FCE3D34D-304B-4284-8967-A1782045AC4D}" srcId="{4F83331B-EEB5-47C0-A9A9-CC79F6DA59B4}" destId="{08B8037A-D153-482C-9F4C-6F43E2D211BC}" srcOrd="1" destOrd="0" parTransId="{21BA81D6-9EC8-4A0B-A4EE-7B7E58BEC7DD}" sibTransId="{6C0A2098-FB88-4AA8-B31F-19B2E0969DC3}"/>
    <dgm:cxn modelId="{596F854F-B7F7-4CD4-A18B-5A2D148E7E2C}" type="presOf" srcId="{E1D3C11C-73F7-4CE0-95E0-694B0C72FDBD}" destId="{0DC3B306-D193-4199-8673-63262CC32ECB}" srcOrd="0" destOrd="0" presId="urn:microsoft.com/office/officeart/2005/8/layout/radial2"/>
    <dgm:cxn modelId="{F7B58652-FA35-41AD-885C-3D3835015B81}" type="presOf" srcId="{052CAA62-4540-4B61-9C0B-7262B8EC3C60}" destId="{90E64D55-9C5C-4020-AC0D-5E25113B0116}" srcOrd="0" destOrd="0" presId="urn:microsoft.com/office/officeart/2005/8/layout/radial2"/>
    <dgm:cxn modelId="{7E70F87F-D1F2-4B42-BCB7-0EF629D6E501}" type="presOf" srcId="{5FCF8FBD-CDE4-4C9E-960A-2DBC8A4A59B7}" destId="{CBDF4CAB-96D6-470A-8E80-0FD85FA70ADA}" srcOrd="0" destOrd="0" presId="urn:microsoft.com/office/officeart/2005/8/layout/radial2"/>
    <dgm:cxn modelId="{AA1C2298-8554-4516-BBAC-EDE3E0AC83AE}" srcId="{5576B31A-143E-45A0-8807-DC8427873BD4}" destId="{7EDACB11-D476-4555-8AE7-A69629F6DBC0}" srcOrd="1" destOrd="0" parTransId="{0FEB2E50-4E6B-4D3C-BB8B-F67B93E4DE01}" sibTransId="{8E3D9354-447F-4F4B-908F-0F31C3B5B07F}"/>
    <dgm:cxn modelId="{180AFE99-4917-4314-9FF4-133964B644AD}" srcId="{EFD9BE37-C667-468F-81BB-93FF223B7B14}" destId="{8B4E3568-FA70-45E5-B0F9-6D7F2D6D6684}" srcOrd="1" destOrd="0" parTransId="{BE979692-E6E9-4FCA-9AA0-5A3AC74E14CB}" sibTransId="{EFE765F8-F8C1-44BE-A834-0302AB273E35}"/>
    <dgm:cxn modelId="{C8CD3CB6-9E5A-4235-A189-2B470AAC30BE}" srcId="{08B8037A-D153-482C-9F4C-6F43E2D211BC}" destId="{E1D3C11C-73F7-4CE0-95E0-694B0C72FDBD}" srcOrd="0" destOrd="0" parTransId="{69747F3F-D31F-4089-A97A-1DF470EA70D8}" sibTransId="{5CF21F6D-54F2-4C6F-A9B4-C2B80E829DA0}"/>
    <dgm:cxn modelId="{101687B7-2AE8-40B4-A736-64EF58AD1594}" type="presOf" srcId="{7EDACB11-D476-4555-8AE7-A69629F6DBC0}" destId="{CC613657-487D-4C1F-8119-528053939D88}" srcOrd="0" destOrd="1" presId="urn:microsoft.com/office/officeart/2005/8/layout/radial2"/>
    <dgm:cxn modelId="{E19A22BC-8517-4B80-8014-9092DC9F4F05}" type="presOf" srcId="{21BA81D6-9EC8-4A0B-A4EE-7B7E58BEC7DD}" destId="{BC06BE06-9ED2-4B87-832B-5783B0A069B5}" srcOrd="0" destOrd="0" presId="urn:microsoft.com/office/officeart/2005/8/layout/radial2"/>
    <dgm:cxn modelId="{852863BF-98C5-4DAC-AE54-78F96BCEC9A7}" type="presOf" srcId="{4F83331B-EEB5-47C0-A9A9-CC79F6DA59B4}" destId="{3CCCFE8B-E337-4C80-9088-820CFFAAA8A3}" srcOrd="0" destOrd="0" presId="urn:microsoft.com/office/officeart/2005/8/layout/radial2"/>
    <dgm:cxn modelId="{8DBC31C9-985B-473E-98CB-061115F543F7}" type="presOf" srcId="{36231573-F98D-41D7-9860-5BE7550FDCB8}" destId="{CE6E30C2-030D-432B-B49E-9CDBFF0F75BA}" srcOrd="0" destOrd="0" presId="urn:microsoft.com/office/officeart/2005/8/layout/radial2"/>
    <dgm:cxn modelId="{A9275ACC-616C-42B6-AE22-4AD6F2F2E7AB}" type="presOf" srcId="{EFD9BE37-C667-468F-81BB-93FF223B7B14}" destId="{F377D6F7-84E3-4D00-A7D8-48F0ADD42451}" srcOrd="0" destOrd="0" presId="urn:microsoft.com/office/officeart/2005/8/layout/radial2"/>
    <dgm:cxn modelId="{62B1CED2-51E2-440F-931B-A3008E559C4B}" type="presOf" srcId="{08B8037A-D153-482C-9F4C-6F43E2D211BC}" destId="{DA9A9A2E-0235-4917-AF17-C28ACE40254F}" srcOrd="0" destOrd="0" presId="urn:microsoft.com/office/officeart/2005/8/layout/radial2"/>
    <dgm:cxn modelId="{9C0111F0-4453-4150-8AC6-144F2CA9633F}" type="presOf" srcId="{A4BD975D-A74E-4192-805E-675F5918CD37}" destId="{CC613657-487D-4C1F-8119-528053939D88}" srcOrd="0" destOrd="0" presId="urn:microsoft.com/office/officeart/2005/8/layout/radial2"/>
    <dgm:cxn modelId="{F88188F0-5A15-496F-9D50-D7A1A65C4088}" srcId="{4F83331B-EEB5-47C0-A9A9-CC79F6DA59B4}" destId="{EFD9BE37-C667-468F-81BB-93FF223B7B14}" srcOrd="0" destOrd="0" parTransId="{052CAA62-4540-4B61-9C0B-7262B8EC3C60}" sibTransId="{1976C12B-01E3-42ED-873D-23437A74F6DE}"/>
    <dgm:cxn modelId="{7D57CAC0-50E2-4791-90D7-9DB86255F95A}" type="presParOf" srcId="{3CCCFE8B-E337-4C80-9088-820CFFAAA8A3}" destId="{5922EEBA-1D8E-44B8-86C3-884606054C7A}" srcOrd="0" destOrd="0" presId="urn:microsoft.com/office/officeart/2005/8/layout/radial2"/>
    <dgm:cxn modelId="{6782D6E2-50A4-4E2F-936B-8D9144541730}" type="presParOf" srcId="{5922EEBA-1D8E-44B8-86C3-884606054C7A}" destId="{AAEFD9F7-B034-48BC-92BD-D1832C37B231}" srcOrd="0" destOrd="0" presId="urn:microsoft.com/office/officeart/2005/8/layout/radial2"/>
    <dgm:cxn modelId="{A6925A18-2265-4F33-832C-435B16D961D0}" type="presParOf" srcId="{AAEFD9F7-B034-48BC-92BD-D1832C37B231}" destId="{9EB9AA88-1EB0-464E-B999-946957D351E9}" srcOrd="0" destOrd="0" presId="urn:microsoft.com/office/officeart/2005/8/layout/radial2"/>
    <dgm:cxn modelId="{95EF8351-0BEA-4C11-90EF-5E362FD5E990}" type="presParOf" srcId="{AAEFD9F7-B034-48BC-92BD-D1832C37B231}" destId="{6FB66581-8D69-4163-B2EF-28307E2C6B3B}" srcOrd="1" destOrd="0" presId="urn:microsoft.com/office/officeart/2005/8/layout/radial2"/>
    <dgm:cxn modelId="{7F69C587-AAC6-4CDF-B9FF-D231404AD1CD}" type="presParOf" srcId="{5922EEBA-1D8E-44B8-86C3-884606054C7A}" destId="{90E64D55-9C5C-4020-AC0D-5E25113B0116}" srcOrd="1" destOrd="0" presId="urn:microsoft.com/office/officeart/2005/8/layout/radial2"/>
    <dgm:cxn modelId="{93F6CA48-C53F-4DBB-850C-D6DD18B5344F}" type="presParOf" srcId="{5922EEBA-1D8E-44B8-86C3-884606054C7A}" destId="{1C89503C-5AB8-4C99-97E8-4A731F9587D1}" srcOrd="2" destOrd="0" presId="urn:microsoft.com/office/officeart/2005/8/layout/radial2"/>
    <dgm:cxn modelId="{1B3658DE-703F-4AF7-801E-34C71262CCA7}" type="presParOf" srcId="{1C89503C-5AB8-4C99-97E8-4A731F9587D1}" destId="{F377D6F7-84E3-4D00-A7D8-48F0ADD42451}" srcOrd="0" destOrd="0" presId="urn:microsoft.com/office/officeart/2005/8/layout/radial2"/>
    <dgm:cxn modelId="{12A83C5C-B0C9-4662-AD11-A880CB8FBDC9}" type="presParOf" srcId="{1C89503C-5AB8-4C99-97E8-4A731F9587D1}" destId="{CE6E30C2-030D-432B-B49E-9CDBFF0F75BA}" srcOrd="1" destOrd="0" presId="urn:microsoft.com/office/officeart/2005/8/layout/radial2"/>
    <dgm:cxn modelId="{8EA1BEC8-0505-4E15-A5F4-9D89D14ACD74}" type="presParOf" srcId="{5922EEBA-1D8E-44B8-86C3-884606054C7A}" destId="{BC06BE06-9ED2-4B87-832B-5783B0A069B5}" srcOrd="3" destOrd="0" presId="urn:microsoft.com/office/officeart/2005/8/layout/radial2"/>
    <dgm:cxn modelId="{5BEDB23A-4DA4-4CD8-9EFC-64A7F2F6BDB6}" type="presParOf" srcId="{5922EEBA-1D8E-44B8-86C3-884606054C7A}" destId="{EEB3E7FD-F447-415B-AD58-E72CD12C7670}" srcOrd="4" destOrd="0" presId="urn:microsoft.com/office/officeart/2005/8/layout/radial2"/>
    <dgm:cxn modelId="{00865E22-CC5F-44E3-A2D1-5D5131AAD1B9}" type="presParOf" srcId="{EEB3E7FD-F447-415B-AD58-E72CD12C7670}" destId="{DA9A9A2E-0235-4917-AF17-C28ACE40254F}" srcOrd="0" destOrd="0" presId="urn:microsoft.com/office/officeart/2005/8/layout/radial2"/>
    <dgm:cxn modelId="{59EEB617-FA43-400E-99D0-16AD65F2F16F}" type="presParOf" srcId="{EEB3E7FD-F447-415B-AD58-E72CD12C7670}" destId="{0DC3B306-D193-4199-8673-63262CC32ECB}" srcOrd="1" destOrd="0" presId="urn:microsoft.com/office/officeart/2005/8/layout/radial2"/>
    <dgm:cxn modelId="{810FFBCA-DC3B-4181-ACE6-E0C196481674}" type="presParOf" srcId="{5922EEBA-1D8E-44B8-86C3-884606054C7A}" destId="{CBDF4CAB-96D6-470A-8E80-0FD85FA70ADA}" srcOrd="5" destOrd="0" presId="urn:microsoft.com/office/officeart/2005/8/layout/radial2"/>
    <dgm:cxn modelId="{F906F693-5E73-45EC-BF71-571F31E37677}" type="presParOf" srcId="{5922EEBA-1D8E-44B8-86C3-884606054C7A}" destId="{0ABAC5B5-092F-4EF4-A1C2-77A22A0BEA58}" srcOrd="6" destOrd="0" presId="urn:microsoft.com/office/officeart/2005/8/layout/radial2"/>
    <dgm:cxn modelId="{1A4BABFF-7870-42EC-849E-27C86C5B8967}" type="presParOf" srcId="{0ABAC5B5-092F-4EF4-A1C2-77A22A0BEA58}" destId="{0EF48389-9AE0-4BAA-892F-DBB086BFB76F}" srcOrd="0" destOrd="0" presId="urn:microsoft.com/office/officeart/2005/8/layout/radial2"/>
    <dgm:cxn modelId="{6A9D6352-D0BF-4A31-B79A-0BB5955C502D}" type="presParOf" srcId="{0ABAC5B5-092F-4EF4-A1C2-77A22A0BEA58}" destId="{CC613657-487D-4C1F-8119-528053939D88}"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F4CAB-96D6-470A-8E80-0FD85FA70ADA}">
      <dsp:nvSpPr>
        <dsp:cNvPr id="0" name=""/>
        <dsp:cNvSpPr/>
      </dsp:nvSpPr>
      <dsp:spPr>
        <a:xfrm rot="2563095">
          <a:off x="1575561" y="2993637"/>
          <a:ext cx="592791" cy="65214"/>
        </a:xfrm>
        <a:custGeom>
          <a:avLst/>
          <a:gdLst/>
          <a:ahLst/>
          <a:cxnLst/>
          <a:rect l="0" t="0" r="0" b="0"/>
          <a:pathLst>
            <a:path>
              <a:moveTo>
                <a:pt x="0" y="32607"/>
              </a:moveTo>
              <a:lnTo>
                <a:pt x="592791" y="3260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06BE06-9ED2-4B87-832B-5783B0A069B5}">
      <dsp:nvSpPr>
        <dsp:cNvPr id="0" name=""/>
        <dsp:cNvSpPr/>
      </dsp:nvSpPr>
      <dsp:spPr>
        <a:xfrm>
          <a:off x="1654195" y="2181955"/>
          <a:ext cx="659545" cy="65214"/>
        </a:xfrm>
        <a:custGeom>
          <a:avLst/>
          <a:gdLst/>
          <a:ahLst/>
          <a:cxnLst/>
          <a:rect l="0" t="0" r="0" b="0"/>
          <a:pathLst>
            <a:path>
              <a:moveTo>
                <a:pt x="0" y="32607"/>
              </a:moveTo>
              <a:lnTo>
                <a:pt x="659545" y="3260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E64D55-9C5C-4020-AC0D-5E25113B0116}">
      <dsp:nvSpPr>
        <dsp:cNvPr id="0" name=""/>
        <dsp:cNvSpPr/>
      </dsp:nvSpPr>
      <dsp:spPr>
        <a:xfrm rot="19036905">
          <a:off x="1575561" y="1370272"/>
          <a:ext cx="592791" cy="65214"/>
        </a:xfrm>
        <a:custGeom>
          <a:avLst/>
          <a:gdLst/>
          <a:ahLst/>
          <a:cxnLst/>
          <a:rect l="0" t="0" r="0" b="0"/>
          <a:pathLst>
            <a:path>
              <a:moveTo>
                <a:pt x="0" y="32607"/>
              </a:moveTo>
              <a:lnTo>
                <a:pt x="592791" y="3260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B66581-8D69-4163-B2EF-28307E2C6B3B}">
      <dsp:nvSpPr>
        <dsp:cNvPr id="0" name=""/>
        <dsp:cNvSpPr/>
      </dsp:nvSpPr>
      <dsp:spPr>
        <a:xfrm>
          <a:off x="-46261" y="1175394"/>
          <a:ext cx="2078336" cy="2078336"/>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77D6F7-84E3-4D00-A7D8-48F0ADD42451}">
      <dsp:nvSpPr>
        <dsp:cNvPr id="0" name=""/>
        <dsp:cNvSpPr/>
      </dsp:nvSpPr>
      <dsp:spPr>
        <a:xfrm>
          <a:off x="1939340" y="250461"/>
          <a:ext cx="1133637" cy="1133637"/>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t>Text</a:t>
          </a:r>
        </a:p>
      </dsp:txBody>
      <dsp:txXfrm>
        <a:off x="2105357" y="416478"/>
        <a:ext cx="801603" cy="801603"/>
      </dsp:txXfrm>
    </dsp:sp>
    <dsp:sp modelId="{CE6E30C2-030D-432B-B49E-9CDBFF0F75BA}">
      <dsp:nvSpPr>
        <dsp:cNvPr id="0" name=""/>
        <dsp:cNvSpPr/>
      </dsp:nvSpPr>
      <dsp:spPr>
        <a:xfrm>
          <a:off x="3186342" y="250461"/>
          <a:ext cx="1700456" cy="1133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28600" lvl="1" indent="-228600" algn="l" defTabSz="1066800">
            <a:lnSpc>
              <a:spcPct val="90000"/>
            </a:lnSpc>
            <a:spcBef>
              <a:spcPct val="0"/>
            </a:spcBef>
            <a:spcAft>
              <a:spcPct val="15000"/>
            </a:spcAft>
            <a:buChar char="•"/>
          </a:pPr>
          <a:r>
            <a:rPr lang="en-US" sz="2400" kern="1200"/>
            <a:t>Text</a:t>
          </a:r>
        </a:p>
        <a:p>
          <a:pPr marL="228600" lvl="1" indent="-228600" algn="l" defTabSz="1066800">
            <a:lnSpc>
              <a:spcPct val="90000"/>
            </a:lnSpc>
            <a:spcBef>
              <a:spcPct val="0"/>
            </a:spcBef>
            <a:spcAft>
              <a:spcPct val="15000"/>
            </a:spcAft>
            <a:buChar char="•"/>
          </a:pPr>
          <a:r>
            <a:rPr lang="en-US" sz="2400" kern="1200"/>
            <a:t>Text</a:t>
          </a:r>
        </a:p>
      </dsp:txBody>
      <dsp:txXfrm>
        <a:off x="3186342" y="250461"/>
        <a:ext cx="1700456" cy="1133637"/>
      </dsp:txXfrm>
    </dsp:sp>
    <dsp:sp modelId="{DA9A9A2E-0235-4917-AF17-C28ACE40254F}">
      <dsp:nvSpPr>
        <dsp:cNvPr id="0" name=""/>
        <dsp:cNvSpPr/>
      </dsp:nvSpPr>
      <dsp:spPr>
        <a:xfrm>
          <a:off x="2313740" y="1647743"/>
          <a:ext cx="1133637" cy="1133637"/>
        </a:xfrm>
        <a:prstGeom prst="ellipse">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Text</a:t>
          </a:r>
        </a:p>
      </dsp:txBody>
      <dsp:txXfrm>
        <a:off x="2479757" y="1813760"/>
        <a:ext cx="801603" cy="801603"/>
      </dsp:txXfrm>
    </dsp:sp>
    <dsp:sp modelId="{0DC3B306-D193-4199-8673-63262CC32ECB}">
      <dsp:nvSpPr>
        <dsp:cNvPr id="0" name=""/>
        <dsp:cNvSpPr/>
      </dsp:nvSpPr>
      <dsp:spPr>
        <a:xfrm>
          <a:off x="3560742" y="1647743"/>
          <a:ext cx="1700456" cy="1133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28600" lvl="1" indent="-228600" algn="l" defTabSz="1066800">
            <a:lnSpc>
              <a:spcPct val="90000"/>
            </a:lnSpc>
            <a:spcBef>
              <a:spcPct val="0"/>
            </a:spcBef>
            <a:spcAft>
              <a:spcPct val="15000"/>
            </a:spcAft>
            <a:buChar char="•"/>
          </a:pPr>
          <a:r>
            <a:rPr lang="en-US" sz="2400" kern="1200"/>
            <a:t>Text</a:t>
          </a:r>
        </a:p>
        <a:p>
          <a:pPr marL="228600" lvl="1" indent="-228600" algn="l" defTabSz="1066800">
            <a:lnSpc>
              <a:spcPct val="90000"/>
            </a:lnSpc>
            <a:spcBef>
              <a:spcPct val="0"/>
            </a:spcBef>
            <a:spcAft>
              <a:spcPct val="15000"/>
            </a:spcAft>
            <a:buChar char="•"/>
          </a:pPr>
          <a:r>
            <a:rPr lang="en-US" sz="2400" kern="1200"/>
            <a:t>Text</a:t>
          </a:r>
        </a:p>
      </dsp:txBody>
      <dsp:txXfrm>
        <a:off x="3560742" y="1647743"/>
        <a:ext cx="1700456" cy="1133637"/>
      </dsp:txXfrm>
    </dsp:sp>
    <dsp:sp modelId="{0EF48389-9AE0-4BAA-892F-DBB086BFB76F}">
      <dsp:nvSpPr>
        <dsp:cNvPr id="0" name=""/>
        <dsp:cNvSpPr/>
      </dsp:nvSpPr>
      <dsp:spPr>
        <a:xfrm>
          <a:off x="1939340" y="3045025"/>
          <a:ext cx="1133637" cy="1133637"/>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Text</a:t>
          </a:r>
        </a:p>
      </dsp:txBody>
      <dsp:txXfrm>
        <a:off x="2105357" y="3211042"/>
        <a:ext cx="801603" cy="801603"/>
      </dsp:txXfrm>
    </dsp:sp>
    <dsp:sp modelId="{CC613657-487D-4C1F-8119-528053939D88}">
      <dsp:nvSpPr>
        <dsp:cNvPr id="0" name=""/>
        <dsp:cNvSpPr/>
      </dsp:nvSpPr>
      <dsp:spPr>
        <a:xfrm>
          <a:off x="3186342" y="3045025"/>
          <a:ext cx="1700456" cy="1133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28600" lvl="1" indent="-228600" algn="l" defTabSz="1066800">
            <a:lnSpc>
              <a:spcPct val="90000"/>
            </a:lnSpc>
            <a:spcBef>
              <a:spcPct val="0"/>
            </a:spcBef>
            <a:spcAft>
              <a:spcPct val="15000"/>
            </a:spcAft>
            <a:buChar char="•"/>
          </a:pPr>
          <a:r>
            <a:rPr lang="en-US" sz="2400" kern="1200"/>
            <a:t>Text</a:t>
          </a:r>
        </a:p>
        <a:p>
          <a:pPr marL="228600" lvl="1" indent="-228600" algn="l" defTabSz="1066800">
            <a:lnSpc>
              <a:spcPct val="90000"/>
            </a:lnSpc>
            <a:spcBef>
              <a:spcPct val="0"/>
            </a:spcBef>
            <a:spcAft>
              <a:spcPct val="15000"/>
            </a:spcAft>
            <a:buChar char="•"/>
          </a:pPr>
          <a:r>
            <a:rPr lang="en-US" sz="2400" kern="1200"/>
            <a:t>Text</a:t>
          </a:r>
        </a:p>
      </dsp:txBody>
      <dsp:txXfrm>
        <a:off x="3186342" y="3045025"/>
        <a:ext cx="1700456" cy="1133637"/>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419EC5-08BE-4EB9-A338-7F2CBC8BDC42}"/>
              </a:ext>
            </a:extLst>
          </p:cNvPr>
          <p:cNvSpPr>
            <a:spLocks noGrp="1"/>
          </p:cNvSpPr>
          <p:nvPr>
            <p:ph type="hdr" sz="quarter"/>
          </p:nvPr>
        </p:nvSpPr>
        <p:spPr>
          <a:xfrm>
            <a:off x="0" y="0"/>
            <a:ext cx="2773680" cy="588698"/>
          </a:xfrm>
          <a:prstGeom prst="rect">
            <a:avLst/>
          </a:prstGeom>
        </p:spPr>
        <p:txBody>
          <a:bodyPr vert="horz" lIns="91440" tIns="45720" rIns="91440" bIns="45720" rtlCol="0"/>
          <a:lstStyle>
            <a:lvl1pPr algn="l">
              <a:defRPr sz="1200"/>
            </a:lvl1pPr>
          </a:lstStyle>
          <a:p>
            <a:endParaRPr lang="en-GB">
              <a:solidFill>
                <a:srgbClr val="000000"/>
              </a:solidFill>
              <a:latin typeface="Muli Regular Roman" panose="00000500000000000000" pitchFamily="2" charset="0"/>
            </a:endParaRPr>
          </a:p>
        </p:txBody>
      </p:sp>
      <p:sp>
        <p:nvSpPr>
          <p:cNvPr id="3" name="Date Placeholder 2">
            <a:extLst>
              <a:ext uri="{FF2B5EF4-FFF2-40B4-BE49-F238E27FC236}">
                <a16:creationId xmlns:a16="http://schemas.microsoft.com/office/drawing/2014/main" id="{1E87C259-B6F1-4776-B031-30227F135A46}"/>
              </a:ext>
            </a:extLst>
          </p:cNvPr>
          <p:cNvSpPr>
            <a:spLocks noGrp="1"/>
          </p:cNvSpPr>
          <p:nvPr>
            <p:ph type="dt" sz="quarter" idx="1"/>
          </p:nvPr>
        </p:nvSpPr>
        <p:spPr>
          <a:xfrm>
            <a:off x="3625639" y="0"/>
            <a:ext cx="2773680" cy="588698"/>
          </a:xfrm>
          <a:prstGeom prst="rect">
            <a:avLst/>
          </a:prstGeom>
        </p:spPr>
        <p:txBody>
          <a:bodyPr vert="horz" lIns="91440" tIns="45720" rIns="91440" bIns="45720" rtlCol="0"/>
          <a:lstStyle>
            <a:lvl1pPr algn="r">
              <a:defRPr sz="1200"/>
            </a:lvl1pPr>
          </a:lstStyle>
          <a:p>
            <a:fld id="{32A9BFF2-C90B-477E-9715-1B23DA4420F9}" type="datetimeFigureOut">
              <a:rPr lang="en-US">
                <a:solidFill>
                  <a:srgbClr val="000000"/>
                </a:solidFill>
                <a:latin typeface="Muli Regular Roman" panose="00000500000000000000" pitchFamily="2" charset="0"/>
              </a:rPr>
              <a:t>8/20/2026</a:t>
            </a:fld>
            <a:endParaRPr lang="en-GB">
              <a:solidFill>
                <a:srgbClr val="000000"/>
              </a:solidFill>
              <a:latin typeface="Muli Regular Roman" panose="00000500000000000000" pitchFamily="2" charset="0"/>
            </a:endParaRPr>
          </a:p>
        </p:txBody>
      </p:sp>
      <p:sp>
        <p:nvSpPr>
          <p:cNvPr id="4" name="Footer Placeholder 3">
            <a:extLst>
              <a:ext uri="{FF2B5EF4-FFF2-40B4-BE49-F238E27FC236}">
                <a16:creationId xmlns:a16="http://schemas.microsoft.com/office/drawing/2014/main" id="{2D64F7A4-77BF-4E91-98A1-943775ED105B}"/>
              </a:ext>
            </a:extLst>
          </p:cNvPr>
          <p:cNvSpPr>
            <a:spLocks noGrp="1"/>
          </p:cNvSpPr>
          <p:nvPr>
            <p:ph type="ftr" sz="quarter" idx="2"/>
          </p:nvPr>
        </p:nvSpPr>
        <p:spPr>
          <a:xfrm>
            <a:off x="-1" y="11144517"/>
            <a:ext cx="3272462" cy="588697"/>
          </a:xfrm>
          <a:prstGeom prst="rect">
            <a:avLst/>
          </a:prstGeom>
        </p:spPr>
        <p:txBody>
          <a:bodyPr vert="horz" lIns="91440" tIns="45720" rIns="91440" bIns="45720" rtlCol="0" anchor="b"/>
          <a:lstStyle>
            <a:lvl1pPr algn="l">
              <a:defRPr sz="1200"/>
            </a:lvl1pPr>
          </a:lstStyle>
          <a:p>
            <a:pPr lvl="0"/>
            <a:r>
              <a:rPr lang="en-GB" sz="800">
                <a:solidFill>
                  <a:srgbClr val="000000"/>
                </a:solidFill>
                <a:latin typeface="Muli Regular Roman" panose="00000500000000000000" pitchFamily="2" charset="0"/>
              </a:rPr>
              <a:t>© 2019 AVEVA Group plc and its subsidiaries. All rights reserved.</a:t>
            </a:r>
          </a:p>
        </p:txBody>
      </p:sp>
      <p:sp>
        <p:nvSpPr>
          <p:cNvPr id="5" name="Slide Number Placeholder 4">
            <a:extLst>
              <a:ext uri="{FF2B5EF4-FFF2-40B4-BE49-F238E27FC236}">
                <a16:creationId xmlns:a16="http://schemas.microsoft.com/office/drawing/2014/main" id="{4055DACD-0D51-435C-8D26-DF12C905B204}"/>
              </a:ext>
            </a:extLst>
          </p:cNvPr>
          <p:cNvSpPr>
            <a:spLocks noGrp="1"/>
          </p:cNvSpPr>
          <p:nvPr>
            <p:ph type="sldNum" sz="quarter" idx="3"/>
          </p:nvPr>
        </p:nvSpPr>
        <p:spPr>
          <a:xfrm>
            <a:off x="3625639" y="11144517"/>
            <a:ext cx="2773680" cy="588697"/>
          </a:xfrm>
          <a:prstGeom prst="rect">
            <a:avLst/>
          </a:prstGeom>
        </p:spPr>
        <p:txBody>
          <a:bodyPr vert="horz" lIns="91440" tIns="45720" rIns="91440" bIns="45720" rtlCol="0" anchor="b"/>
          <a:lstStyle>
            <a:lvl1pPr algn="r">
              <a:defRPr sz="1200"/>
            </a:lvl1pPr>
          </a:lstStyle>
          <a:p>
            <a:fld id="{2BEC808D-8967-49DA-A39C-3A758999D91A}" type="slidenum">
              <a:rPr lang="en-GB" sz="800">
                <a:solidFill>
                  <a:srgbClr val="000000"/>
                </a:solidFill>
                <a:latin typeface="Muli Regular Roman" panose="00000500000000000000" pitchFamily="2" charset="0"/>
              </a:rPr>
              <a:t>‹#›</a:t>
            </a:fld>
            <a:endParaRPr lang="en-GB" sz="800">
              <a:solidFill>
                <a:srgbClr val="000000"/>
              </a:solidFill>
              <a:latin typeface="Muli Regular Roman" panose="00000500000000000000" pitchFamily="2" charset="0"/>
            </a:endParaRPr>
          </a:p>
        </p:txBody>
      </p:sp>
    </p:spTree>
    <p:extLst>
      <p:ext uri="{BB962C8B-B14F-4D97-AF65-F5344CB8AC3E}">
        <p14:creationId xmlns:p14="http://schemas.microsoft.com/office/powerpoint/2010/main" val="37695800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73680" cy="588698"/>
          </a:xfrm>
          <a:prstGeom prst="rect">
            <a:avLst/>
          </a:prstGeom>
        </p:spPr>
        <p:txBody>
          <a:bodyPr vert="horz" lIns="91440" tIns="45720" rIns="91440" bIns="45720" rtlCol="0"/>
          <a:lstStyle>
            <a:lvl1pPr algn="l">
              <a:defRPr lang="en-GB" sz="1200" kern="1200">
                <a:solidFill>
                  <a:srgbClr val="000000"/>
                </a:solidFill>
                <a:latin typeface="Muli Regular Roman" panose="00000500000000000000" pitchFamily="2" charset="0"/>
                <a:ea typeface="+mn-ea"/>
                <a:cs typeface="+mn-cs"/>
              </a:defRPr>
            </a:lvl1pPr>
          </a:lstStyle>
          <a:p>
            <a:endParaRPr lang="en-GB"/>
          </a:p>
        </p:txBody>
      </p:sp>
      <p:sp>
        <p:nvSpPr>
          <p:cNvPr id="3" name="Date Placeholder 2"/>
          <p:cNvSpPr>
            <a:spLocks noGrp="1"/>
          </p:cNvSpPr>
          <p:nvPr>
            <p:ph type="dt" idx="1"/>
          </p:nvPr>
        </p:nvSpPr>
        <p:spPr>
          <a:xfrm>
            <a:off x="3625639" y="0"/>
            <a:ext cx="2773680" cy="588698"/>
          </a:xfrm>
          <a:prstGeom prst="rect">
            <a:avLst/>
          </a:prstGeom>
        </p:spPr>
        <p:txBody>
          <a:bodyPr vert="horz" lIns="91440" tIns="45720" rIns="91440" bIns="45720" rtlCol="0"/>
          <a:lstStyle>
            <a:lvl1pPr algn="r">
              <a:defRPr lang="en-GB" sz="1200" kern="1200" smtClean="0">
                <a:solidFill>
                  <a:srgbClr val="000000"/>
                </a:solidFill>
                <a:latin typeface="Muli Regular Roman" panose="00000500000000000000" pitchFamily="2" charset="0"/>
                <a:ea typeface="+mn-ea"/>
                <a:cs typeface="+mn-cs"/>
              </a:defRPr>
            </a:lvl1pPr>
          </a:lstStyle>
          <a:p>
            <a:fld id="{F54DED76-5D38-41BF-9AF2-709E5C06511E}" type="datetimeFigureOut">
              <a:rPr lang="en-GB" smtClean="0"/>
              <a:pPr/>
              <a:t>20/08/2026</a:t>
            </a:fld>
            <a:endParaRPr lang="en-GB"/>
          </a:p>
        </p:txBody>
      </p:sp>
      <p:sp>
        <p:nvSpPr>
          <p:cNvPr id="4" name="Slide Image Placeholder 3"/>
          <p:cNvSpPr>
            <a:spLocks noGrp="1" noRot="1" noChangeAspect="1"/>
          </p:cNvSpPr>
          <p:nvPr>
            <p:ph type="sldImg" idx="2"/>
          </p:nvPr>
        </p:nvSpPr>
        <p:spPr>
          <a:xfrm>
            <a:off x="-317500" y="1466850"/>
            <a:ext cx="7035800" cy="39592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40080" y="5646609"/>
            <a:ext cx="5120640" cy="4619953"/>
          </a:xfrm>
          <a:prstGeom prst="rect">
            <a:avLst/>
          </a:prstGeom>
        </p:spPr>
        <p:txBody>
          <a:bodyPr vert="horz" lIns="91440" tIns="45720" rIns="91440" bIns="45720" rtlCol="0"/>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1" y="11144517"/>
            <a:ext cx="3057689" cy="588697"/>
          </a:xfrm>
          <a:prstGeom prst="rect">
            <a:avLst/>
          </a:prstGeom>
        </p:spPr>
        <p:txBody>
          <a:bodyPr vert="horz" lIns="91440" tIns="45720" rIns="91440" bIns="45720" rtlCol="0" anchor="b"/>
          <a:lstStyle>
            <a:lvl1pPr algn="l">
              <a:defRPr sz="1200"/>
            </a:lvl1pPr>
          </a:lstStyle>
          <a:p>
            <a:r>
              <a:rPr lang="en-GB" sz="800">
                <a:solidFill>
                  <a:srgbClr val="000000"/>
                </a:solidFill>
                <a:latin typeface="Muli Regular Roman" panose="00000500000000000000" pitchFamily="2" charset="0"/>
              </a:rPr>
              <a:t>© 2019 AVEVA Group plc and its subsidiaries. All rights reserved.</a:t>
            </a:r>
          </a:p>
        </p:txBody>
      </p:sp>
      <p:sp>
        <p:nvSpPr>
          <p:cNvPr id="7" name="Slide Number Placeholder 6"/>
          <p:cNvSpPr>
            <a:spLocks noGrp="1"/>
          </p:cNvSpPr>
          <p:nvPr>
            <p:ph type="sldNum" sz="quarter" idx="5"/>
          </p:nvPr>
        </p:nvSpPr>
        <p:spPr>
          <a:xfrm>
            <a:off x="3625639" y="11144517"/>
            <a:ext cx="2773680" cy="588697"/>
          </a:xfrm>
          <a:prstGeom prst="rect">
            <a:avLst/>
          </a:prstGeom>
        </p:spPr>
        <p:txBody>
          <a:bodyPr vert="horz" lIns="91440" tIns="45720" rIns="91440" bIns="45720" rtlCol="0" anchor="b"/>
          <a:lstStyle>
            <a:lvl1pPr algn="r">
              <a:defRPr lang="en-GB" sz="800" kern="1200" smtClean="0">
                <a:solidFill>
                  <a:srgbClr val="000000"/>
                </a:solidFill>
                <a:latin typeface="Muli Regular Roman" panose="00000500000000000000" pitchFamily="2" charset="0"/>
                <a:ea typeface="+mn-ea"/>
                <a:cs typeface="+mn-cs"/>
              </a:defRPr>
            </a:lvl1pPr>
          </a:lstStyle>
          <a:p>
            <a:fld id="{70234E84-C538-456E-9D17-5DEAA57ABBDE}" type="slidenum">
              <a:rPr lang="en-GB" smtClean="0"/>
              <a:pPr/>
              <a:t>‹#›</a:t>
            </a:fld>
            <a:endParaRPr lang="en-GB"/>
          </a:p>
        </p:txBody>
      </p:sp>
    </p:spTree>
    <p:extLst>
      <p:ext uri="{BB962C8B-B14F-4D97-AF65-F5344CB8AC3E}">
        <p14:creationId xmlns:p14="http://schemas.microsoft.com/office/powerpoint/2010/main" val="1561402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uli Regular Roman" panose="00000500000000000000" pitchFamily="2" charset="0"/>
        <a:ea typeface="+mn-ea"/>
        <a:cs typeface="+mn-cs"/>
      </a:defRPr>
    </a:lvl1pPr>
    <a:lvl2pPr marL="457200" algn="l" defTabSz="914400" rtl="0" eaLnBrk="1" latinLnBrk="0" hangingPunct="1">
      <a:defRPr sz="1200" kern="1200">
        <a:solidFill>
          <a:schemeClr val="tx1"/>
        </a:solidFill>
        <a:latin typeface="Muli Regular Roman" panose="00000500000000000000" pitchFamily="2" charset="0"/>
        <a:ea typeface="+mn-ea"/>
        <a:cs typeface="+mn-cs"/>
      </a:defRPr>
    </a:lvl2pPr>
    <a:lvl3pPr marL="914400" algn="l" defTabSz="914400" rtl="0" eaLnBrk="1" latinLnBrk="0" hangingPunct="1">
      <a:defRPr sz="1200" kern="1200">
        <a:solidFill>
          <a:schemeClr val="tx1"/>
        </a:solidFill>
        <a:latin typeface="Muli Regular Roman" panose="00000500000000000000" pitchFamily="2" charset="0"/>
        <a:ea typeface="+mn-ea"/>
        <a:cs typeface="+mn-cs"/>
      </a:defRPr>
    </a:lvl3pPr>
    <a:lvl4pPr marL="1371600" algn="l" defTabSz="914400" rtl="0" eaLnBrk="1" latinLnBrk="0" hangingPunct="1">
      <a:defRPr sz="1200" kern="1200">
        <a:solidFill>
          <a:schemeClr val="tx1"/>
        </a:solidFill>
        <a:latin typeface="Muli Regular Roman" panose="00000500000000000000" pitchFamily="2" charset="0"/>
        <a:ea typeface="+mn-ea"/>
        <a:cs typeface="+mn-cs"/>
      </a:defRPr>
    </a:lvl4pPr>
    <a:lvl5pPr marL="1828800" algn="l" defTabSz="914400" rtl="0" eaLnBrk="1" latinLnBrk="0" hangingPunct="1">
      <a:defRPr sz="1200" kern="1200">
        <a:solidFill>
          <a:schemeClr val="tx1"/>
        </a:solidFill>
        <a:latin typeface="Muli Regular Roman"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Other </a:t>
            </a:r>
          </a:p>
        </p:txBody>
      </p:sp>
      <p:sp>
        <p:nvSpPr>
          <p:cNvPr id="4" name="Slide Number Placeholder 3"/>
          <p:cNvSpPr>
            <a:spLocks noGrp="1"/>
          </p:cNvSpPr>
          <p:nvPr>
            <p:ph type="sldNum" sz="quarter" idx="5"/>
          </p:nvPr>
        </p:nvSpPr>
        <p:spPr/>
        <p:txBody>
          <a:bodyPr/>
          <a:lstStyle/>
          <a:p>
            <a:fld id="{70234E84-C538-456E-9D17-5DEAA57ABBDE}" type="slidenum">
              <a:rPr lang="en-US" smtClean="0"/>
              <a:pPr/>
              <a:t>32</a:t>
            </a:fld>
            <a:endParaRPr lang="en-US"/>
          </a:p>
        </p:txBody>
      </p:sp>
    </p:spTree>
    <p:extLst>
      <p:ext uri="{BB962C8B-B14F-4D97-AF65-F5344CB8AC3E}">
        <p14:creationId xmlns:p14="http://schemas.microsoft.com/office/powerpoint/2010/main" val="1319216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Other </a:t>
            </a:r>
          </a:p>
        </p:txBody>
      </p:sp>
      <p:sp>
        <p:nvSpPr>
          <p:cNvPr id="4" name="Slide Number Placeholder 3"/>
          <p:cNvSpPr>
            <a:spLocks noGrp="1"/>
          </p:cNvSpPr>
          <p:nvPr>
            <p:ph type="sldNum" sz="quarter" idx="5"/>
          </p:nvPr>
        </p:nvSpPr>
        <p:spPr/>
        <p:txBody>
          <a:bodyPr/>
          <a:lstStyle/>
          <a:p>
            <a:fld id="{70234E84-C538-456E-9D17-5DEAA57ABBDE}" type="slidenum">
              <a:rPr lang="en-US" smtClean="0"/>
              <a:pPr/>
              <a:t>33</a:t>
            </a:fld>
            <a:endParaRPr lang="en-US"/>
          </a:p>
        </p:txBody>
      </p:sp>
    </p:spTree>
    <p:extLst>
      <p:ext uri="{BB962C8B-B14F-4D97-AF65-F5344CB8AC3E}">
        <p14:creationId xmlns:p14="http://schemas.microsoft.com/office/powerpoint/2010/main" val="366187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Other </a:t>
            </a:r>
          </a:p>
        </p:txBody>
      </p:sp>
      <p:sp>
        <p:nvSpPr>
          <p:cNvPr id="4" name="Slide Number Placeholder 3"/>
          <p:cNvSpPr>
            <a:spLocks noGrp="1"/>
          </p:cNvSpPr>
          <p:nvPr>
            <p:ph type="sldNum" sz="quarter" idx="5"/>
          </p:nvPr>
        </p:nvSpPr>
        <p:spPr/>
        <p:txBody>
          <a:bodyPr/>
          <a:lstStyle/>
          <a:p>
            <a:fld id="{70234E84-C538-456E-9D17-5DEAA57ABBDE}" type="slidenum">
              <a:rPr lang="en-US" smtClean="0"/>
              <a:pPr/>
              <a:t>34</a:t>
            </a:fld>
            <a:endParaRPr lang="en-US"/>
          </a:p>
        </p:txBody>
      </p:sp>
    </p:spTree>
    <p:extLst>
      <p:ext uri="{BB962C8B-B14F-4D97-AF65-F5344CB8AC3E}">
        <p14:creationId xmlns:p14="http://schemas.microsoft.com/office/powerpoint/2010/main" val="9195744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www.aveva.com/"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www.aveva.com/" TargetMode="External"/><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www.aveva.com/" TargetMode="External"/><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33.xml.rels><?xml version="1.0" encoding="UTF-8" standalone="yes"?>
<Relationships xmlns="http://schemas.openxmlformats.org/package/2006/relationships"><Relationship Id="rId3" Type="http://schemas.openxmlformats.org/officeDocument/2006/relationships/hyperlink" Target="http://www.aveva.com/" TargetMode="External"/><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www.aveva.com/" TargetMode="External"/><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www.aveva.com/" TargetMode="External"/><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tif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058114" y="6008023"/>
            <a:ext cx="1619889" cy="367538"/>
          </a:xfrm>
          <a:prstGeom prst="rect">
            <a:avLst/>
          </a:prstGeom>
        </p:spPr>
      </p:pic>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4" name="Group 3">
            <a:extLst>
              <a:ext uri="{FF2B5EF4-FFF2-40B4-BE49-F238E27FC236}">
                <a16:creationId xmlns:a16="http://schemas.microsoft.com/office/drawing/2014/main" id="{CE238D9D-E258-67AD-EAA6-030A4D338B2B}"/>
              </a:ext>
            </a:extLst>
          </p:cNvPr>
          <p:cNvGrpSpPr/>
          <p:nvPr userDrawn="1"/>
        </p:nvGrpSpPr>
        <p:grpSpPr>
          <a:xfrm>
            <a:off x="12485568" y="112729"/>
            <a:ext cx="2936672" cy="5883149"/>
            <a:chOff x="12485568" y="112729"/>
            <a:chExt cx="2936672" cy="5883149"/>
          </a:xfrm>
        </p:grpSpPr>
        <p:sp>
          <p:nvSpPr>
            <p:cNvPr id="45" name="Oval 44">
              <a:extLst>
                <a:ext uri="{FF2B5EF4-FFF2-40B4-BE49-F238E27FC236}">
                  <a16:creationId xmlns:a16="http://schemas.microsoft.com/office/drawing/2014/main" id="{A80DFAA7-1F4F-9C45-814F-AA3AF84CF117}"/>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6" name="Oval 45">
              <a:extLst>
                <a:ext uri="{FF2B5EF4-FFF2-40B4-BE49-F238E27FC236}">
                  <a16:creationId xmlns:a16="http://schemas.microsoft.com/office/drawing/2014/main" id="{D0973336-ABBA-E942-911E-DAAAD420D92E}"/>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7" name="Oval 46">
              <a:extLst>
                <a:ext uri="{FF2B5EF4-FFF2-40B4-BE49-F238E27FC236}">
                  <a16:creationId xmlns:a16="http://schemas.microsoft.com/office/drawing/2014/main" id="{D0981004-0F68-6D4F-BD18-E177DE1FB44F}"/>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8" name="Rectangle 47">
              <a:extLst>
                <a:ext uri="{FF2B5EF4-FFF2-40B4-BE49-F238E27FC236}">
                  <a16:creationId xmlns:a16="http://schemas.microsoft.com/office/drawing/2014/main" id="{8AF29444-601F-F34B-9EF9-77EFA492B612}"/>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50" name="Oval 49">
              <a:extLst>
                <a:ext uri="{FF2B5EF4-FFF2-40B4-BE49-F238E27FC236}">
                  <a16:creationId xmlns:a16="http://schemas.microsoft.com/office/drawing/2014/main" id="{5A7D3C9F-B977-4748-A292-34C40F4BAA3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1" name="Oval 50">
              <a:extLst>
                <a:ext uri="{FF2B5EF4-FFF2-40B4-BE49-F238E27FC236}">
                  <a16:creationId xmlns:a16="http://schemas.microsoft.com/office/drawing/2014/main" id="{143206F2-104F-E84B-AC9F-5E15AB889D81}"/>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2" name="Oval 51">
              <a:extLst>
                <a:ext uri="{FF2B5EF4-FFF2-40B4-BE49-F238E27FC236}">
                  <a16:creationId xmlns:a16="http://schemas.microsoft.com/office/drawing/2014/main" id="{3D85E306-5B19-244F-A5D8-906889F44993}"/>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3" name="Oval 52">
              <a:extLst>
                <a:ext uri="{FF2B5EF4-FFF2-40B4-BE49-F238E27FC236}">
                  <a16:creationId xmlns:a16="http://schemas.microsoft.com/office/drawing/2014/main" id="{E1EDDE7E-EFDB-5848-BAF2-12DCE978458E}"/>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1" name="Group 10">
              <a:extLst>
                <a:ext uri="{FF2B5EF4-FFF2-40B4-BE49-F238E27FC236}">
                  <a16:creationId xmlns:a16="http://schemas.microsoft.com/office/drawing/2014/main" id="{83068D31-C29A-E244-961C-2C77587F98C9}"/>
                </a:ext>
              </a:extLst>
            </p:cNvPr>
            <p:cNvGrpSpPr/>
            <p:nvPr userDrawn="1"/>
          </p:nvGrpSpPr>
          <p:grpSpPr>
            <a:xfrm>
              <a:off x="12500773" y="3802778"/>
              <a:ext cx="971741" cy="1940780"/>
              <a:chOff x="12431200" y="2678506"/>
              <a:chExt cx="971741" cy="1940780"/>
            </a:xfrm>
          </p:grpSpPr>
          <p:sp>
            <p:nvSpPr>
              <p:cNvPr id="49" name="Rectangle 48">
                <a:extLst>
                  <a:ext uri="{FF2B5EF4-FFF2-40B4-BE49-F238E27FC236}">
                    <a16:creationId xmlns:a16="http://schemas.microsoft.com/office/drawing/2014/main" id="{5D39A7BC-F7CD-6941-9544-825A8E01696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54" name="Oval 53">
                <a:extLst>
                  <a:ext uri="{FF2B5EF4-FFF2-40B4-BE49-F238E27FC236}">
                    <a16:creationId xmlns:a16="http://schemas.microsoft.com/office/drawing/2014/main" id="{EC35D024-ED51-5142-BFFB-D12DBF703D25}"/>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5" name="Oval 54">
                <a:extLst>
                  <a:ext uri="{FF2B5EF4-FFF2-40B4-BE49-F238E27FC236}">
                    <a16:creationId xmlns:a16="http://schemas.microsoft.com/office/drawing/2014/main" id="{0F5AAAB5-0CE2-D949-9F5F-8A6BC72D2EF3}"/>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6" name="Oval 55">
                <a:extLst>
                  <a:ext uri="{FF2B5EF4-FFF2-40B4-BE49-F238E27FC236}">
                    <a16:creationId xmlns:a16="http://schemas.microsoft.com/office/drawing/2014/main" id="{12719735-0F29-1E4C-B986-2AC28AE5C589}"/>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7" name="Oval 56">
                <a:extLst>
                  <a:ext uri="{FF2B5EF4-FFF2-40B4-BE49-F238E27FC236}">
                    <a16:creationId xmlns:a16="http://schemas.microsoft.com/office/drawing/2014/main" id="{612E40C7-91D1-A94C-9DC8-18CA745B81EB}"/>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65" name="Oval 64">
                <a:extLst>
                  <a:ext uri="{FF2B5EF4-FFF2-40B4-BE49-F238E27FC236}">
                    <a16:creationId xmlns:a16="http://schemas.microsoft.com/office/drawing/2014/main" id="{E051669A-9455-3A46-BB29-036B9C8DD3B6}"/>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66" name="Oval 65">
                <a:extLst>
                  <a:ext uri="{FF2B5EF4-FFF2-40B4-BE49-F238E27FC236}">
                    <a16:creationId xmlns:a16="http://schemas.microsoft.com/office/drawing/2014/main" id="{6981BC01-D1BC-4748-BE71-97EB2043C524}"/>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6" name="TextBox 5">
              <a:extLst>
                <a:ext uri="{FF2B5EF4-FFF2-40B4-BE49-F238E27FC236}">
                  <a16:creationId xmlns:a16="http://schemas.microsoft.com/office/drawing/2014/main" id="{CF43C44F-6AA5-5744-979F-361360ACEC3C}"/>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9" name="Picture 8">
              <a:extLst>
                <a:ext uri="{FF2B5EF4-FFF2-40B4-BE49-F238E27FC236}">
                  <a16:creationId xmlns:a16="http://schemas.microsoft.com/office/drawing/2014/main" id="{D97DDCE2-F55F-4A4E-BC70-23C4C12CDA09}"/>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 name="Rectangle 1">
              <a:extLst>
                <a:ext uri="{FF2B5EF4-FFF2-40B4-BE49-F238E27FC236}">
                  <a16:creationId xmlns:a16="http://schemas.microsoft.com/office/drawing/2014/main" id="{9E15EE84-01EE-0FBF-61FF-76E1E32BEC9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3316443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p>
            <a:fld id="{267CDB12-45E5-4FD7-AE50-9CB5AFC72BA1}" type="slidenum">
              <a:rPr lang="en-GB" smtClean="0"/>
              <a:pPr/>
              <a:t>‹#›</a:t>
            </a:fld>
            <a:endParaRPr lang="en-GB"/>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4">
            <a:extLst>
              <a:ext uri="{FF2B5EF4-FFF2-40B4-BE49-F238E27FC236}">
                <a16:creationId xmlns:a16="http://schemas.microsoft.com/office/drawing/2014/main" id="{03B5774C-A03F-B474-F7D1-22C6C0D993A5}"/>
              </a:ext>
            </a:extLst>
          </p:cNvPr>
          <p:cNvGrpSpPr>
            <a:grpSpLocks noChangeAspect="1"/>
          </p:cNvGrpSpPr>
          <p:nvPr userDrawn="1"/>
        </p:nvGrpSpPr>
        <p:grpSpPr bwMode="auto">
          <a:xfrm>
            <a:off x="10058403" y="6005505"/>
            <a:ext cx="1627188" cy="374649"/>
            <a:chOff x="6336" y="3783"/>
            <a:chExt cx="1025" cy="236"/>
          </a:xfrm>
          <a:solidFill>
            <a:schemeClr val="tx2"/>
          </a:solidFill>
        </p:grpSpPr>
        <p:sp>
          <p:nvSpPr>
            <p:cNvPr id="5" name="Freeform 5">
              <a:extLst>
                <a:ext uri="{FF2B5EF4-FFF2-40B4-BE49-F238E27FC236}">
                  <a16:creationId xmlns:a16="http://schemas.microsoft.com/office/drawing/2014/main" id="{432AED36-6F8F-16CC-BC26-DC9BD7B5FA05}"/>
                </a:ext>
              </a:extLst>
            </p:cNvPr>
            <p:cNvSpPr>
              <a:spLocks/>
            </p:cNvSpPr>
            <p:nvPr userDrawn="1"/>
          </p:nvSpPr>
          <p:spPr bwMode="auto">
            <a:xfrm>
              <a:off x="6550" y="3783"/>
              <a:ext cx="204" cy="236"/>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D8B5A6D3-4187-55A3-1E3F-7A9759EF52E6}"/>
                </a:ext>
              </a:extLst>
            </p:cNvPr>
            <p:cNvSpPr>
              <a:spLocks noEditPoints="1"/>
            </p:cNvSpPr>
            <p:nvPr userDrawn="1"/>
          </p:nvSpPr>
          <p:spPr bwMode="auto">
            <a:xfrm>
              <a:off x="6336" y="3783"/>
              <a:ext cx="237" cy="236"/>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E404D09-6290-F93C-9198-DDD01CECE969}"/>
                </a:ext>
              </a:extLst>
            </p:cNvPr>
            <p:cNvSpPr>
              <a:spLocks/>
            </p:cNvSpPr>
            <p:nvPr userDrawn="1"/>
          </p:nvSpPr>
          <p:spPr bwMode="auto">
            <a:xfrm>
              <a:off x="6975" y="3783"/>
              <a:ext cx="205" cy="236"/>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8">
              <a:extLst>
                <a:ext uri="{FF2B5EF4-FFF2-40B4-BE49-F238E27FC236}">
                  <a16:creationId xmlns:a16="http://schemas.microsoft.com/office/drawing/2014/main" id="{5FCE9A3D-D5A0-417F-CABC-21170B96E8EB}"/>
                </a:ext>
              </a:extLst>
            </p:cNvPr>
            <p:cNvSpPr>
              <a:spLocks noEditPoints="1"/>
            </p:cNvSpPr>
            <p:nvPr userDrawn="1"/>
          </p:nvSpPr>
          <p:spPr bwMode="auto">
            <a:xfrm>
              <a:off x="7156" y="3783"/>
              <a:ext cx="205" cy="236"/>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F2B754DB-E65C-86FC-F1D3-D8BC8EBE4E20}"/>
                </a:ext>
              </a:extLst>
            </p:cNvPr>
            <p:cNvSpPr>
              <a:spLocks/>
            </p:cNvSpPr>
            <p:nvPr userDrawn="1"/>
          </p:nvSpPr>
          <p:spPr bwMode="auto">
            <a:xfrm>
              <a:off x="6788" y="3783"/>
              <a:ext cx="155" cy="3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0">
              <a:extLst>
                <a:ext uri="{FF2B5EF4-FFF2-40B4-BE49-F238E27FC236}">
                  <a16:creationId xmlns:a16="http://schemas.microsoft.com/office/drawing/2014/main" id="{53DA9E59-B518-5AE8-D38C-842D27ABA2EB}"/>
                </a:ext>
              </a:extLst>
            </p:cNvPr>
            <p:cNvSpPr>
              <a:spLocks/>
            </p:cNvSpPr>
            <p:nvPr userDrawn="1"/>
          </p:nvSpPr>
          <p:spPr bwMode="auto">
            <a:xfrm>
              <a:off x="6788" y="3883"/>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C221E836-F8D6-03E0-BC27-8E895612A314}"/>
                </a:ext>
              </a:extLst>
            </p:cNvPr>
            <p:cNvSpPr>
              <a:spLocks/>
            </p:cNvSpPr>
            <p:nvPr userDrawn="1"/>
          </p:nvSpPr>
          <p:spPr bwMode="auto">
            <a:xfrm>
              <a:off x="6788" y="3982"/>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F56B838F-CCC7-AD3A-0919-E66317C5E151}"/>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F0B8E6FA-4563-224F-2FFF-22A5CEC2524C}"/>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9AFCBD89-EC5A-4C82-649E-273CB7D066F4}"/>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44CAF651-8644-F0A8-3E20-BBF49CF7B918}"/>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Rectangle 18">
              <a:extLst>
                <a:ext uri="{FF2B5EF4-FFF2-40B4-BE49-F238E27FC236}">
                  <a16:creationId xmlns:a16="http://schemas.microsoft.com/office/drawing/2014/main" id="{10509313-8992-2104-7AFF-EE4D82D26441}"/>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20" name="Oval 19">
              <a:extLst>
                <a:ext uri="{FF2B5EF4-FFF2-40B4-BE49-F238E27FC236}">
                  <a16:creationId xmlns:a16="http://schemas.microsoft.com/office/drawing/2014/main" id="{1FE7A7EA-3F5A-C362-2C5C-E33F7C842B7C}"/>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846D4CAB-BE10-B075-1E02-0604E0A63070}"/>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1BC271BD-7C31-2E27-6E0F-DEA2474BA71E}"/>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90313B80-853B-F709-806F-8E179BD79961}"/>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4" name="Group 23">
              <a:extLst>
                <a:ext uri="{FF2B5EF4-FFF2-40B4-BE49-F238E27FC236}">
                  <a16:creationId xmlns:a16="http://schemas.microsoft.com/office/drawing/2014/main" id="{9C0B465B-A1D6-18A4-0AEA-7B27ACC489F0}"/>
                </a:ext>
              </a:extLst>
            </p:cNvPr>
            <p:cNvGrpSpPr/>
            <p:nvPr userDrawn="1"/>
          </p:nvGrpSpPr>
          <p:grpSpPr>
            <a:xfrm>
              <a:off x="12500773" y="3802778"/>
              <a:ext cx="971741" cy="1940780"/>
              <a:chOff x="12431200" y="2678506"/>
              <a:chExt cx="971741" cy="1940780"/>
            </a:xfrm>
          </p:grpSpPr>
          <p:sp>
            <p:nvSpPr>
              <p:cNvPr id="28" name="Rectangle 27">
                <a:extLst>
                  <a:ext uri="{FF2B5EF4-FFF2-40B4-BE49-F238E27FC236}">
                    <a16:creationId xmlns:a16="http://schemas.microsoft.com/office/drawing/2014/main" id="{8E089B4B-7759-FC26-E743-1BB4ED2DC4EF}"/>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9" name="Oval 28">
                <a:extLst>
                  <a:ext uri="{FF2B5EF4-FFF2-40B4-BE49-F238E27FC236}">
                    <a16:creationId xmlns:a16="http://schemas.microsoft.com/office/drawing/2014/main" id="{61BAE7CA-CBF6-A3DB-A2DA-35B84373E338}"/>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700CBBD7-D816-1D89-9C94-19FE6ED24715}"/>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3" name="Oval 32">
                <a:extLst>
                  <a:ext uri="{FF2B5EF4-FFF2-40B4-BE49-F238E27FC236}">
                    <a16:creationId xmlns:a16="http://schemas.microsoft.com/office/drawing/2014/main" id="{D74E242D-9E7B-4FF9-71B5-2933030078F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4" name="Oval 33">
                <a:extLst>
                  <a:ext uri="{FF2B5EF4-FFF2-40B4-BE49-F238E27FC236}">
                    <a16:creationId xmlns:a16="http://schemas.microsoft.com/office/drawing/2014/main" id="{944EFC89-26EB-161E-09E6-7C7406428AD0}"/>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5" name="Oval 34">
                <a:extLst>
                  <a:ext uri="{FF2B5EF4-FFF2-40B4-BE49-F238E27FC236}">
                    <a16:creationId xmlns:a16="http://schemas.microsoft.com/office/drawing/2014/main" id="{92F206E0-F7A8-E158-A9A1-4360D3E409E5}"/>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6" name="Oval 35">
                <a:extLst>
                  <a:ext uri="{FF2B5EF4-FFF2-40B4-BE49-F238E27FC236}">
                    <a16:creationId xmlns:a16="http://schemas.microsoft.com/office/drawing/2014/main" id="{90260AE6-6EE9-B897-EF92-FF27F89A3589}"/>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5" name="TextBox 24">
              <a:extLst>
                <a:ext uri="{FF2B5EF4-FFF2-40B4-BE49-F238E27FC236}">
                  <a16:creationId xmlns:a16="http://schemas.microsoft.com/office/drawing/2014/main" id="{20F0875D-E85E-17EE-42EE-4E8D21832A35}"/>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6" name="Picture 25">
              <a:extLst>
                <a:ext uri="{FF2B5EF4-FFF2-40B4-BE49-F238E27FC236}">
                  <a16:creationId xmlns:a16="http://schemas.microsoft.com/office/drawing/2014/main" id="{D58F94B3-7588-0C85-F99B-B01386BFB288}"/>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3AF83858-8E3D-967D-552C-AD22EA745CC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1744531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058114" y="6008023"/>
            <a:ext cx="1619889" cy="367538"/>
          </a:xfrm>
          <a:prstGeom prst="rect">
            <a:avLst/>
          </a:prstGeom>
        </p:spPr>
      </p:pic>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EBE18C89-A37A-53C6-B38B-5644343B660E}"/>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2DC5FD08-94D2-9A23-70F3-F70B20D63BB2}"/>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B42AB681-C305-96BF-F84A-5F156B4AD5E9}"/>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C7A8388A-0B1A-D8C9-492E-9940A7B4EC6F}"/>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Rectangle 11">
              <a:extLst>
                <a:ext uri="{FF2B5EF4-FFF2-40B4-BE49-F238E27FC236}">
                  <a16:creationId xmlns:a16="http://schemas.microsoft.com/office/drawing/2014/main" id="{84FF90D9-C687-E584-14D9-2DA3BD71EB54}"/>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3" name="Oval 12">
              <a:extLst>
                <a:ext uri="{FF2B5EF4-FFF2-40B4-BE49-F238E27FC236}">
                  <a16:creationId xmlns:a16="http://schemas.microsoft.com/office/drawing/2014/main" id="{7C00DA16-3985-19A6-3FF2-543524359FD4}"/>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3F4194BB-7C3E-0618-DC22-2BC5BA7BCCAA}"/>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C1335D1B-21CE-3B35-7A18-DCE984C5724D}"/>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7C3DAB00-41AA-69F4-DB44-C91058F8600B}"/>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1588E345-4A09-C351-7A7A-5CE12CAC5B13}"/>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4314857C-1AFA-FB49-11D4-EAF8F7D37F9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2" name="Oval 21">
                <a:extLst>
                  <a:ext uri="{FF2B5EF4-FFF2-40B4-BE49-F238E27FC236}">
                    <a16:creationId xmlns:a16="http://schemas.microsoft.com/office/drawing/2014/main" id="{779498AD-DA3F-7D1D-8C8F-A383D337F178}"/>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D7229907-5FC0-E714-7347-0447F9A534F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4" name="Oval 23">
                <a:extLst>
                  <a:ext uri="{FF2B5EF4-FFF2-40B4-BE49-F238E27FC236}">
                    <a16:creationId xmlns:a16="http://schemas.microsoft.com/office/drawing/2014/main" id="{AF1F5258-7F60-5F61-F003-1AF0DA9C6B3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25FB70DF-4970-40E2-AAC0-33B7069C923F}"/>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8FB9D62E-6467-B7C6-B7D8-ED4C3ED2EB32}"/>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DAC4E9C5-89DF-2A16-EBC9-BACF8318AB74}"/>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401E92EB-68F1-8150-5CA7-B6F3B112D2A6}"/>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19" name="Picture 18">
              <a:extLst>
                <a:ext uri="{FF2B5EF4-FFF2-40B4-BE49-F238E27FC236}">
                  <a16:creationId xmlns:a16="http://schemas.microsoft.com/office/drawing/2014/main" id="{4A2EBC6E-9D48-F655-79B9-5FF2FD971019}"/>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249C95BB-6AEE-4C94-675A-459D7D71B14E}"/>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4730959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p>
            <a:fld id="{267CDB12-45E5-4FD7-AE50-9CB5AFC72BA1}" type="slidenum">
              <a:rPr lang="en-GB" smtClean="0"/>
              <a:pPr/>
              <a:t>‹#›</a:t>
            </a:fld>
            <a:endParaRPr lang="en-GB"/>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4">
            <a:extLst>
              <a:ext uri="{FF2B5EF4-FFF2-40B4-BE49-F238E27FC236}">
                <a16:creationId xmlns:a16="http://schemas.microsoft.com/office/drawing/2014/main" id="{03B5774C-A03F-B474-F7D1-22C6C0D993A5}"/>
              </a:ext>
            </a:extLst>
          </p:cNvPr>
          <p:cNvGrpSpPr>
            <a:grpSpLocks noChangeAspect="1"/>
          </p:cNvGrpSpPr>
          <p:nvPr userDrawn="1"/>
        </p:nvGrpSpPr>
        <p:grpSpPr bwMode="auto">
          <a:xfrm>
            <a:off x="10058403" y="6005505"/>
            <a:ext cx="1627188" cy="374649"/>
            <a:chOff x="6336" y="3783"/>
            <a:chExt cx="1025" cy="236"/>
          </a:xfrm>
          <a:solidFill>
            <a:schemeClr val="tx2"/>
          </a:solidFill>
        </p:grpSpPr>
        <p:sp>
          <p:nvSpPr>
            <p:cNvPr id="5" name="Freeform 5">
              <a:extLst>
                <a:ext uri="{FF2B5EF4-FFF2-40B4-BE49-F238E27FC236}">
                  <a16:creationId xmlns:a16="http://schemas.microsoft.com/office/drawing/2014/main" id="{432AED36-6F8F-16CC-BC26-DC9BD7B5FA05}"/>
                </a:ext>
              </a:extLst>
            </p:cNvPr>
            <p:cNvSpPr>
              <a:spLocks/>
            </p:cNvSpPr>
            <p:nvPr userDrawn="1"/>
          </p:nvSpPr>
          <p:spPr bwMode="auto">
            <a:xfrm>
              <a:off x="6550" y="3783"/>
              <a:ext cx="204" cy="236"/>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D8B5A6D3-4187-55A3-1E3F-7A9759EF52E6}"/>
                </a:ext>
              </a:extLst>
            </p:cNvPr>
            <p:cNvSpPr>
              <a:spLocks noEditPoints="1"/>
            </p:cNvSpPr>
            <p:nvPr userDrawn="1"/>
          </p:nvSpPr>
          <p:spPr bwMode="auto">
            <a:xfrm>
              <a:off x="6336" y="3783"/>
              <a:ext cx="237" cy="236"/>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E404D09-6290-F93C-9198-DDD01CECE969}"/>
                </a:ext>
              </a:extLst>
            </p:cNvPr>
            <p:cNvSpPr>
              <a:spLocks/>
            </p:cNvSpPr>
            <p:nvPr userDrawn="1"/>
          </p:nvSpPr>
          <p:spPr bwMode="auto">
            <a:xfrm>
              <a:off x="6975" y="3783"/>
              <a:ext cx="205" cy="236"/>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8">
              <a:extLst>
                <a:ext uri="{FF2B5EF4-FFF2-40B4-BE49-F238E27FC236}">
                  <a16:creationId xmlns:a16="http://schemas.microsoft.com/office/drawing/2014/main" id="{5FCE9A3D-D5A0-417F-CABC-21170B96E8EB}"/>
                </a:ext>
              </a:extLst>
            </p:cNvPr>
            <p:cNvSpPr>
              <a:spLocks noEditPoints="1"/>
            </p:cNvSpPr>
            <p:nvPr userDrawn="1"/>
          </p:nvSpPr>
          <p:spPr bwMode="auto">
            <a:xfrm>
              <a:off x="7156" y="3783"/>
              <a:ext cx="205" cy="236"/>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F2B754DB-E65C-86FC-F1D3-D8BC8EBE4E20}"/>
                </a:ext>
              </a:extLst>
            </p:cNvPr>
            <p:cNvSpPr>
              <a:spLocks/>
            </p:cNvSpPr>
            <p:nvPr userDrawn="1"/>
          </p:nvSpPr>
          <p:spPr bwMode="auto">
            <a:xfrm>
              <a:off x="6788" y="3783"/>
              <a:ext cx="155" cy="3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0">
              <a:extLst>
                <a:ext uri="{FF2B5EF4-FFF2-40B4-BE49-F238E27FC236}">
                  <a16:creationId xmlns:a16="http://schemas.microsoft.com/office/drawing/2014/main" id="{53DA9E59-B518-5AE8-D38C-842D27ABA2EB}"/>
                </a:ext>
              </a:extLst>
            </p:cNvPr>
            <p:cNvSpPr>
              <a:spLocks/>
            </p:cNvSpPr>
            <p:nvPr userDrawn="1"/>
          </p:nvSpPr>
          <p:spPr bwMode="auto">
            <a:xfrm>
              <a:off x="6788" y="3883"/>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C221E836-F8D6-03E0-BC27-8E895612A314}"/>
                </a:ext>
              </a:extLst>
            </p:cNvPr>
            <p:cNvSpPr>
              <a:spLocks/>
            </p:cNvSpPr>
            <p:nvPr userDrawn="1"/>
          </p:nvSpPr>
          <p:spPr bwMode="auto">
            <a:xfrm>
              <a:off x="6788" y="3982"/>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71F75EAE-5D6D-8E1B-38B3-467C902383FD}"/>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7E556AED-0BC9-A555-023A-7F03B8F427FE}"/>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A2B66F6C-C064-8F26-A51B-AA68A78A0C7A}"/>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411527AD-AA25-2B3A-074D-9781002BC17D}"/>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Rectangle 18">
              <a:extLst>
                <a:ext uri="{FF2B5EF4-FFF2-40B4-BE49-F238E27FC236}">
                  <a16:creationId xmlns:a16="http://schemas.microsoft.com/office/drawing/2014/main" id="{3517C902-98B6-CA41-5B18-2D5DED574B69}"/>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20" name="Oval 19">
              <a:extLst>
                <a:ext uri="{FF2B5EF4-FFF2-40B4-BE49-F238E27FC236}">
                  <a16:creationId xmlns:a16="http://schemas.microsoft.com/office/drawing/2014/main" id="{55248D1E-E0D9-20DE-DC59-82092505AB9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BF7B3C6D-CE80-4635-DABB-B66FAD4CA66A}"/>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EA577FB0-F5C4-6838-B58E-421FF04F0ACD}"/>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15F6F6FF-623A-FD92-E9A6-2B1C44A29EB0}"/>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4" name="Group 23">
              <a:extLst>
                <a:ext uri="{FF2B5EF4-FFF2-40B4-BE49-F238E27FC236}">
                  <a16:creationId xmlns:a16="http://schemas.microsoft.com/office/drawing/2014/main" id="{0DBD6D12-7524-442C-812E-C4343E3A54AC}"/>
                </a:ext>
              </a:extLst>
            </p:cNvPr>
            <p:cNvGrpSpPr/>
            <p:nvPr userDrawn="1"/>
          </p:nvGrpSpPr>
          <p:grpSpPr>
            <a:xfrm>
              <a:off x="12500773" y="3802778"/>
              <a:ext cx="971741" cy="1940780"/>
              <a:chOff x="12431200" y="2678506"/>
              <a:chExt cx="971741" cy="1940780"/>
            </a:xfrm>
          </p:grpSpPr>
          <p:sp>
            <p:nvSpPr>
              <p:cNvPr id="28" name="Rectangle 27">
                <a:extLst>
                  <a:ext uri="{FF2B5EF4-FFF2-40B4-BE49-F238E27FC236}">
                    <a16:creationId xmlns:a16="http://schemas.microsoft.com/office/drawing/2014/main" id="{266B28EA-44EC-AA11-492D-E1CB7719DCA1}"/>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9" name="Oval 28">
                <a:extLst>
                  <a:ext uri="{FF2B5EF4-FFF2-40B4-BE49-F238E27FC236}">
                    <a16:creationId xmlns:a16="http://schemas.microsoft.com/office/drawing/2014/main" id="{459F5194-BF3E-0868-F248-937A3734305C}"/>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AF0D5640-CA70-6B81-CE5B-CF17945DEE19}"/>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3" name="Oval 32">
                <a:extLst>
                  <a:ext uri="{FF2B5EF4-FFF2-40B4-BE49-F238E27FC236}">
                    <a16:creationId xmlns:a16="http://schemas.microsoft.com/office/drawing/2014/main" id="{30E413CB-4B59-2356-0FDC-C8E04AC1D1B4}"/>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4" name="Oval 33">
                <a:extLst>
                  <a:ext uri="{FF2B5EF4-FFF2-40B4-BE49-F238E27FC236}">
                    <a16:creationId xmlns:a16="http://schemas.microsoft.com/office/drawing/2014/main" id="{37AA7973-C419-F781-2504-A18703BD88B9}"/>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5" name="Oval 34">
                <a:extLst>
                  <a:ext uri="{FF2B5EF4-FFF2-40B4-BE49-F238E27FC236}">
                    <a16:creationId xmlns:a16="http://schemas.microsoft.com/office/drawing/2014/main" id="{000A5912-9823-EC3C-B725-9AB750A80445}"/>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6" name="Oval 35">
                <a:extLst>
                  <a:ext uri="{FF2B5EF4-FFF2-40B4-BE49-F238E27FC236}">
                    <a16:creationId xmlns:a16="http://schemas.microsoft.com/office/drawing/2014/main" id="{0FCDDCAB-F1F0-18A2-EA65-2C19F77D7138}"/>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5" name="TextBox 24">
              <a:extLst>
                <a:ext uri="{FF2B5EF4-FFF2-40B4-BE49-F238E27FC236}">
                  <a16:creationId xmlns:a16="http://schemas.microsoft.com/office/drawing/2014/main" id="{452B238D-D80D-1E52-409B-8EF64B83B68D}"/>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6" name="Picture 25">
              <a:extLst>
                <a:ext uri="{FF2B5EF4-FFF2-40B4-BE49-F238E27FC236}">
                  <a16:creationId xmlns:a16="http://schemas.microsoft.com/office/drawing/2014/main" id="{1ED3B856-D0D8-967E-DEDC-EFCD2C43A4E5}"/>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B54B17A6-8D6F-F875-CAF0-183F2A86FD42}"/>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7125853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058114" y="6008023"/>
            <a:ext cx="1619889" cy="367538"/>
          </a:xfrm>
          <a:prstGeom prst="rect">
            <a:avLst/>
          </a:prstGeom>
        </p:spPr>
      </p:pic>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bg1"/>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7D4A91A0-6829-74E6-B712-C69EB61F56D4}"/>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8244E7E1-160D-7DEA-925F-564D996CB952}"/>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3562CC96-D6B3-7452-C400-B268900F6038}"/>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3497C895-D4E9-5870-83E3-D05CE176A8E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Rectangle 11">
              <a:extLst>
                <a:ext uri="{FF2B5EF4-FFF2-40B4-BE49-F238E27FC236}">
                  <a16:creationId xmlns:a16="http://schemas.microsoft.com/office/drawing/2014/main" id="{8F26913F-9687-DFAA-5C91-38949DC1B832}"/>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3" name="Oval 12">
              <a:extLst>
                <a:ext uri="{FF2B5EF4-FFF2-40B4-BE49-F238E27FC236}">
                  <a16:creationId xmlns:a16="http://schemas.microsoft.com/office/drawing/2014/main" id="{789B7971-5998-00D7-59B2-A9ADA5AE74EE}"/>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8233E6AE-2D00-AFAC-713B-55D79F4208A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FB6C48B7-5664-029A-1911-5E452742DF8A}"/>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D165DAAC-A0F7-E065-F775-DE3C4A207179}"/>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9608C11B-1D22-8E15-3560-498F4C2C9098}"/>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E2DA88F8-EA9D-E2BF-94A0-5118A95BF1B5}"/>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2" name="Oval 21">
                <a:extLst>
                  <a:ext uri="{FF2B5EF4-FFF2-40B4-BE49-F238E27FC236}">
                    <a16:creationId xmlns:a16="http://schemas.microsoft.com/office/drawing/2014/main" id="{73204E29-49B4-DF8E-6172-689F2EAD9509}"/>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AD559927-3C95-8D18-AF54-E76EEECC9DF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4" name="Oval 23">
                <a:extLst>
                  <a:ext uri="{FF2B5EF4-FFF2-40B4-BE49-F238E27FC236}">
                    <a16:creationId xmlns:a16="http://schemas.microsoft.com/office/drawing/2014/main" id="{7700550A-41FB-B68E-C3E6-49BEE097D39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16C227B6-DE74-1D10-FE18-275E23313A10}"/>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C10DBFCB-65EA-D16D-990E-99AAAEAC395E}"/>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A5B1E7D7-1548-2267-AF8F-2B1C7E4781E2}"/>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422969AB-B644-7851-6A26-0E6BE05AA73F}"/>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19" name="Picture 18">
              <a:extLst>
                <a:ext uri="{FF2B5EF4-FFF2-40B4-BE49-F238E27FC236}">
                  <a16:creationId xmlns:a16="http://schemas.microsoft.com/office/drawing/2014/main" id="{5A000035-E8D4-91A3-2726-8614E9395465}"/>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1DE6E5C7-5EB6-2FC1-6F1F-4F60970ACCB1}"/>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1286669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p>
            <a:fld id="{267CDB12-45E5-4FD7-AE50-9CB5AFC72BA1}" type="slidenum">
              <a:rPr lang="en-GB" smtClean="0"/>
              <a:pPr/>
              <a:t>‹#›</a:t>
            </a:fld>
            <a:endParaRPr lang="en-GB"/>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4">
            <a:extLst>
              <a:ext uri="{FF2B5EF4-FFF2-40B4-BE49-F238E27FC236}">
                <a16:creationId xmlns:a16="http://schemas.microsoft.com/office/drawing/2014/main" id="{03B5774C-A03F-B474-F7D1-22C6C0D993A5}"/>
              </a:ext>
            </a:extLst>
          </p:cNvPr>
          <p:cNvGrpSpPr>
            <a:grpSpLocks noChangeAspect="1"/>
          </p:cNvGrpSpPr>
          <p:nvPr userDrawn="1"/>
        </p:nvGrpSpPr>
        <p:grpSpPr bwMode="auto">
          <a:xfrm>
            <a:off x="10058403" y="6005505"/>
            <a:ext cx="1627188" cy="374649"/>
            <a:chOff x="6336" y="3783"/>
            <a:chExt cx="1025" cy="236"/>
          </a:xfrm>
          <a:solidFill>
            <a:schemeClr val="tx2"/>
          </a:solidFill>
        </p:grpSpPr>
        <p:sp>
          <p:nvSpPr>
            <p:cNvPr id="5" name="Freeform 5">
              <a:extLst>
                <a:ext uri="{FF2B5EF4-FFF2-40B4-BE49-F238E27FC236}">
                  <a16:creationId xmlns:a16="http://schemas.microsoft.com/office/drawing/2014/main" id="{432AED36-6F8F-16CC-BC26-DC9BD7B5FA05}"/>
                </a:ext>
              </a:extLst>
            </p:cNvPr>
            <p:cNvSpPr>
              <a:spLocks/>
            </p:cNvSpPr>
            <p:nvPr userDrawn="1"/>
          </p:nvSpPr>
          <p:spPr bwMode="auto">
            <a:xfrm>
              <a:off x="6550" y="3783"/>
              <a:ext cx="204" cy="236"/>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D8B5A6D3-4187-55A3-1E3F-7A9759EF52E6}"/>
                </a:ext>
              </a:extLst>
            </p:cNvPr>
            <p:cNvSpPr>
              <a:spLocks noEditPoints="1"/>
            </p:cNvSpPr>
            <p:nvPr userDrawn="1"/>
          </p:nvSpPr>
          <p:spPr bwMode="auto">
            <a:xfrm>
              <a:off x="6336" y="3783"/>
              <a:ext cx="237" cy="236"/>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E404D09-6290-F93C-9198-DDD01CECE969}"/>
                </a:ext>
              </a:extLst>
            </p:cNvPr>
            <p:cNvSpPr>
              <a:spLocks/>
            </p:cNvSpPr>
            <p:nvPr userDrawn="1"/>
          </p:nvSpPr>
          <p:spPr bwMode="auto">
            <a:xfrm>
              <a:off x="6975" y="3783"/>
              <a:ext cx="205" cy="236"/>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8">
              <a:extLst>
                <a:ext uri="{FF2B5EF4-FFF2-40B4-BE49-F238E27FC236}">
                  <a16:creationId xmlns:a16="http://schemas.microsoft.com/office/drawing/2014/main" id="{5FCE9A3D-D5A0-417F-CABC-21170B96E8EB}"/>
                </a:ext>
              </a:extLst>
            </p:cNvPr>
            <p:cNvSpPr>
              <a:spLocks noEditPoints="1"/>
            </p:cNvSpPr>
            <p:nvPr userDrawn="1"/>
          </p:nvSpPr>
          <p:spPr bwMode="auto">
            <a:xfrm>
              <a:off x="7156" y="3783"/>
              <a:ext cx="205" cy="236"/>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F2B754DB-E65C-86FC-F1D3-D8BC8EBE4E20}"/>
                </a:ext>
              </a:extLst>
            </p:cNvPr>
            <p:cNvSpPr>
              <a:spLocks/>
            </p:cNvSpPr>
            <p:nvPr userDrawn="1"/>
          </p:nvSpPr>
          <p:spPr bwMode="auto">
            <a:xfrm>
              <a:off x="6788" y="3783"/>
              <a:ext cx="155" cy="3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0">
              <a:extLst>
                <a:ext uri="{FF2B5EF4-FFF2-40B4-BE49-F238E27FC236}">
                  <a16:creationId xmlns:a16="http://schemas.microsoft.com/office/drawing/2014/main" id="{53DA9E59-B518-5AE8-D38C-842D27ABA2EB}"/>
                </a:ext>
              </a:extLst>
            </p:cNvPr>
            <p:cNvSpPr>
              <a:spLocks/>
            </p:cNvSpPr>
            <p:nvPr userDrawn="1"/>
          </p:nvSpPr>
          <p:spPr bwMode="auto">
            <a:xfrm>
              <a:off x="6788" y="3883"/>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C221E836-F8D6-03E0-BC27-8E895612A314}"/>
                </a:ext>
              </a:extLst>
            </p:cNvPr>
            <p:cNvSpPr>
              <a:spLocks/>
            </p:cNvSpPr>
            <p:nvPr userDrawn="1"/>
          </p:nvSpPr>
          <p:spPr bwMode="auto">
            <a:xfrm>
              <a:off x="6788" y="3982"/>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7E23825B-A794-7B3F-D6C8-7EDF5E18535F}"/>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B861035C-6256-4B83-C809-7367D997DB42}"/>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B06E2FA5-3AB5-5FA4-59AE-6CEDAF5ED999}"/>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D3EB64F5-EC27-D793-150E-ED9B1BCF2073}"/>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Rectangle 18">
              <a:extLst>
                <a:ext uri="{FF2B5EF4-FFF2-40B4-BE49-F238E27FC236}">
                  <a16:creationId xmlns:a16="http://schemas.microsoft.com/office/drawing/2014/main" id="{8E576E75-ADB6-029A-F13C-36846BE8FEA3}"/>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20" name="Oval 19">
              <a:extLst>
                <a:ext uri="{FF2B5EF4-FFF2-40B4-BE49-F238E27FC236}">
                  <a16:creationId xmlns:a16="http://schemas.microsoft.com/office/drawing/2014/main" id="{3FB7ED2E-5424-7E3A-EB6D-B27F053F6947}"/>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B952C188-F320-2932-0EC9-2231DA7764E7}"/>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6AB1B1A5-99E6-2A15-7EE0-53425D0E2902}"/>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34731D13-BB5D-A3F6-92DC-BAE9C571E6F4}"/>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4" name="Group 23">
              <a:extLst>
                <a:ext uri="{FF2B5EF4-FFF2-40B4-BE49-F238E27FC236}">
                  <a16:creationId xmlns:a16="http://schemas.microsoft.com/office/drawing/2014/main" id="{1AB9F92C-8DB5-8E16-CE70-4F5801161F7F}"/>
                </a:ext>
              </a:extLst>
            </p:cNvPr>
            <p:cNvGrpSpPr/>
            <p:nvPr userDrawn="1"/>
          </p:nvGrpSpPr>
          <p:grpSpPr>
            <a:xfrm>
              <a:off x="12500773" y="3802778"/>
              <a:ext cx="971741" cy="1940780"/>
              <a:chOff x="12431200" y="2678506"/>
              <a:chExt cx="971741" cy="1940780"/>
            </a:xfrm>
          </p:grpSpPr>
          <p:sp>
            <p:nvSpPr>
              <p:cNvPr id="28" name="Rectangle 27">
                <a:extLst>
                  <a:ext uri="{FF2B5EF4-FFF2-40B4-BE49-F238E27FC236}">
                    <a16:creationId xmlns:a16="http://schemas.microsoft.com/office/drawing/2014/main" id="{3E1B2AAA-F8BE-F9BB-9FB0-D238E2464488}"/>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9" name="Oval 28">
                <a:extLst>
                  <a:ext uri="{FF2B5EF4-FFF2-40B4-BE49-F238E27FC236}">
                    <a16:creationId xmlns:a16="http://schemas.microsoft.com/office/drawing/2014/main" id="{DF4DDD6F-4676-C319-EC62-5D873CA7CC9C}"/>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268B32FB-D40C-9DCB-FBB2-515FE7EEF1F0}"/>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3" name="Oval 32">
                <a:extLst>
                  <a:ext uri="{FF2B5EF4-FFF2-40B4-BE49-F238E27FC236}">
                    <a16:creationId xmlns:a16="http://schemas.microsoft.com/office/drawing/2014/main" id="{92E9B7C9-3AAC-5258-DF37-227021B05C3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4" name="Oval 33">
                <a:extLst>
                  <a:ext uri="{FF2B5EF4-FFF2-40B4-BE49-F238E27FC236}">
                    <a16:creationId xmlns:a16="http://schemas.microsoft.com/office/drawing/2014/main" id="{15A30D35-08F2-C7CA-B226-865780885338}"/>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5" name="Oval 34">
                <a:extLst>
                  <a:ext uri="{FF2B5EF4-FFF2-40B4-BE49-F238E27FC236}">
                    <a16:creationId xmlns:a16="http://schemas.microsoft.com/office/drawing/2014/main" id="{08635C1A-2B30-F074-95E4-9FA875DFAA3C}"/>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6" name="Oval 35">
                <a:extLst>
                  <a:ext uri="{FF2B5EF4-FFF2-40B4-BE49-F238E27FC236}">
                    <a16:creationId xmlns:a16="http://schemas.microsoft.com/office/drawing/2014/main" id="{0F52C815-C6FC-60C8-D7B4-79025C453DB2}"/>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5" name="TextBox 24">
              <a:extLst>
                <a:ext uri="{FF2B5EF4-FFF2-40B4-BE49-F238E27FC236}">
                  <a16:creationId xmlns:a16="http://schemas.microsoft.com/office/drawing/2014/main" id="{ED1216EF-0021-E1F4-8B09-CCB7D621759D}"/>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6" name="Picture 25">
              <a:extLst>
                <a:ext uri="{FF2B5EF4-FFF2-40B4-BE49-F238E27FC236}">
                  <a16:creationId xmlns:a16="http://schemas.microsoft.com/office/drawing/2014/main" id="{1FA78FFC-78F3-BD7A-0A6B-415A43713A0E}"/>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57E177AB-50C7-9DD2-4A2A-1E97CB10C06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9423217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5806F1F3-03E3-8747-AF82-D17D58B1C693}"/>
              </a:ext>
            </a:extLst>
          </p:cNvPr>
          <p:cNvSpPr>
            <a:spLocks noGrp="1"/>
          </p:cNvSpPr>
          <p:nvPr>
            <p:ph type="body" sz="quarter" idx="13" hasCustomPrompt="1"/>
          </p:nvPr>
        </p:nvSpPr>
        <p:spPr>
          <a:xfrm>
            <a:off x="609600" y="1130705"/>
            <a:ext cx="10972800" cy="320040"/>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sp>
        <p:nvSpPr>
          <p:cNvPr id="6" name="Title 5">
            <a:extLst>
              <a:ext uri="{FF2B5EF4-FFF2-40B4-BE49-F238E27FC236}">
                <a16:creationId xmlns:a16="http://schemas.microsoft.com/office/drawing/2014/main" id="{1E174FCC-E1DA-0547-B958-1E077E3F4848}"/>
              </a:ext>
            </a:extLst>
          </p:cNvPr>
          <p:cNvSpPr>
            <a:spLocks noGrp="1"/>
          </p:cNvSpPr>
          <p:nvPr>
            <p:ph type="title"/>
          </p:nvPr>
        </p:nvSpPr>
        <p:spPr/>
        <p:txBody>
          <a:bodyPr/>
          <a:lstStyle/>
          <a:p>
            <a:r>
              <a:rPr lang="en-US"/>
              <a:t>Click to edit Master title style</a:t>
            </a:r>
          </a:p>
        </p:txBody>
      </p:sp>
      <p:sp>
        <p:nvSpPr>
          <p:cNvPr id="10" name="Content Placeholder 9">
            <a:extLst>
              <a:ext uri="{FF2B5EF4-FFF2-40B4-BE49-F238E27FC236}">
                <a16:creationId xmlns:a16="http://schemas.microsoft.com/office/drawing/2014/main" id="{E104F8C8-AE65-4D38-A94D-DAF87B0AE1F9}"/>
              </a:ext>
            </a:extLst>
          </p:cNvPr>
          <p:cNvSpPr>
            <a:spLocks noGrp="1"/>
          </p:cNvSpPr>
          <p:nvPr>
            <p:ph sz="quarter" idx="20"/>
          </p:nvPr>
        </p:nvSpPr>
        <p:spPr>
          <a:xfrm>
            <a:off x="609600" y="1628775"/>
            <a:ext cx="10972800" cy="44343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F287778-0117-EA47-9FF4-1F5A7F66EE46}"/>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
        <p:nvSpPr>
          <p:cNvPr id="11" name="Slide Number Placeholder 10">
            <a:extLst>
              <a:ext uri="{FF2B5EF4-FFF2-40B4-BE49-F238E27FC236}">
                <a16:creationId xmlns:a16="http://schemas.microsoft.com/office/drawing/2014/main" id="{F8E8988F-294C-1140-AA84-8CFAB9AAA608}"/>
              </a:ext>
            </a:extLst>
          </p:cNvPr>
          <p:cNvSpPr>
            <a:spLocks noGrp="1"/>
          </p:cNvSpPr>
          <p:nvPr>
            <p:ph type="sldNum" sz="quarter" idx="23"/>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9180602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18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gradFill>
          <a:gsLst>
            <a:gs pos="25000">
              <a:schemeClr val="tx2"/>
            </a:gs>
            <a:gs pos="100000">
              <a:schemeClr val="accent1"/>
            </a:gs>
          </a:gsLst>
          <a:lin ang="2700000" scaled="0"/>
        </a:gradFill>
        <a:effectLst/>
      </p:bgPr>
    </p:bg>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3F65973C-9F27-4BDC-978F-2360481FC588}"/>
              </a:ext>
            </a:extLst>
          </p:cNvPr>
          <p:cNvSpPr>
            <a:spLocks noGrp="1"/>
          </p:cNvSpPr>
          <p:nvPr>
            <p:ph type="body" sz="quarter" idx="18" hasCustomPrompt="1"/>
          </p:nvPr>
        </p:nvSpPr>
        <p:spPr>
          <a:xfrm>
            <a:off x="611123" y="2747266"/>
            <a:ext cx="7030213" cy="1097257"/>
          </a:xfrm>
        </p:spPr>
        <p:txBody>
          <a:bodyPr>
            <a:noAutofit/>
          </a:bodyPr>
          <a:lstStyle>
            <a:lvl1pPr marL="0" indent="0">
              <a:lnSpc>
                <a:spcPct val="80000"/>
              </a:lnSpc>
              <a:spcAft>
                <a:spcPts val="0"/>
              </a:spcAft>
              <a:buNone/>
              <a:defRPr sz="4400">
                <a:solidFill>
                  <a:schemeClr val="bg1"/>
                </a:solidFill>
                <a:latin typeface="+mj-lt"/>
                <a:cs typeface="Calibri" panose="020F0502020204030204" pitchFamily="34" charset="0"/>
              </a:defRPr>
            </a:lvl1pPr>
          </a:lstStyle>
          <a:p>
            <a:pPr lvl="0"/>
            <a:r>
              <a:rPr lang="en-GB"/>
              <a:t>Section Title</a:t>
            </a:r>
          </a:p>
        </p:txBody>
      </p:sp>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058114" y="6008023"/>
            <a:ext cx="1619889" cy="367538"/>
          </a:xfrm>
          <a:prstGeom prst="rect">
            <a:avLst/>
          </a:prstGeom>
        </p:spPr>
      </p:pic>
      <p:sp>
        <p:nvSpPr>
          <p:cNvPr id="13" name="Text Placeholder 12">
            <a:extLst>
              <a:ext uri="{FF2B5EF4-FFF2-40B4-BE49-F238E27FC236}">
                <a16:creationId xmlns:a16="http://schemas.microsoft.com/office/drawing/2014/main" id="{8ECE5A20-4227-E348-84F8-A5D40EA906CE}"/>
              </a:ext>
            </a:extLst>
          </p:cNvPr>
          <p:cNvSpPr>
            <a:spLocks noGrp="1"/>
          </p:cNvSpPr>
          <p:nvPr>
            <p:ph type="body" sz="quarter" idx="25" hasCustomPrompt="1"/>
          </p:nvPr>
        </p:nvSpPr>
        <p:spPr>
          <a:xfrm>
            <a:off x="609600" y="2136775"/>
            <a:ext cx="2974975" cy="268288"/>
          </a:xfrm>
        </p:spPr>
        <p:txBody>
          <a:bodyPr anchor="b"/>
          <a:lstStyle>
            <a:lvl1pPr marL="0" indent="0">
              <a:buNone/>
              <a:defRPr sz="1600"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OPTIONAL SUBHEAD</a:t>
            </a:r>
          </a:p>
        </p:txBody>
      </p:sp>
      <p:cxnSp>
        <p:nvCxnSpPr>
          <p:cNvPr id="10" name="Straight Connector 9">
            <a:extLst>
              <a:ext uri="{FF2B5EF4-FFF2-40B4-BE49-F238E27FC236}">
                <a16:creationId xmlns:a16="http://schemas.microsoft.com/office/drawing/2014/main" id="{2139C83D-9348-8C46-A23F-B8C425133236}"/>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6" name="Footer Placeholder 5">
            <a:extLst>
              <a:ext uri="{FF2B5EF4-FFF2-40B4-BE49-F238E27FC236}">
                <a16:creationId xmlns:a16="http://schemas.microsoft.com/office/drawing/2014/main" id="{BD00CE0C-A135-EE4B-9D26-C36649B40438}"/>
              </a:ext>
            </a:extLst>
          </p:cNvPr>
          <p:cNvSpPr>
            <a:spLocks noGrp="1"/>
          </p:cNvSpPr>
          <p:nvPr>
            <p:ph type="ftr" sz="quarter" idx="27"/>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7" name="Slide Number Placeholder 6">
            <a:extLst>
              <a:ext uri="{FF2B5EF4-FFF2-40B4-BE49-F238E27FC236}">
                <a16:creationId xmlns:a16="http://schemas.microsoft.com/office/drawing/2014/main" id="{125C5431-793E-2D44-B54B-4F081016BC06}"/>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68" name="TextBox 67">
            <a:extLst>
              <a:ext uri="{FF2B5EF4-FFF2-40B4-BE49-F238E27FC236}">
                <a16:creationId xmlns:a16="http://schemas.microsoft.com/office/drawing/2014/main" id="{F751043D-25C7-491B-8BF0-2CF990585DAB}"/>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9" name="Text Placeholder 8">
            <a:extLst>
              <a:ext uri="{FF2B5EF4-FFF2-40B4-BE49-F238E27FC236}">
                <a16:creationId xmlns:a16="http://schemas.microsoft.com/office/drawing/2014/main" id="{6F91CB7C-EFD4-4859-82A0-A288D8A8E895}"/>
              </a:ext>
            </a:extLst>
          </p:cNvPr>
          <p:cNvSpPr>
            <a:spLocks noGrp="1"/>
          </p:cNvSpPr>
          <p:nvPr>
            <p:ph type="body" sz="quarter" idx="29" hasCustomPrompt="1"/>
          </p:nvPr>
        </p:nvSpPr>
        <p:spPr>
          <a:xfrm>
            <a:off x="609600" y="4024499"/>
            <a:ext cx="5944152" cy="360049"/>
          </a:xfrm>
        </p:spPr>
        <p:txBody>
          <a:bodyPr>
            <a:noAutofit/>
          </a:bodyPr>
          <a:lstStyle>
            <a:lvl1pPr marL="0" indent="0">
              <a:buNone/>
              <a:defRPr sz="1800">
                <a:solidFill>
                  <a:schemeClr val="bg1"/>
                </a:solidFill>
                <a:latin typeface="+mj-lt"/>
              </a:defRPr>
            </a:lvl1pPr>
            <a:lvl2pPr marL="182880" indent="0">
              <a:buNone/>
              <a:defRPr>
                <a:latin typeface="+mj-lt"/>
              </a:defRPr>
            </a:lvl2pPr>
            <a:lvl3pPr marL="365760" indent="0">
              <a:buNone/>
              <a:defRPr>
                <a:latin typeface="+mj-lt"/>
              </a:defRPr>
            </a:lvl3pPr>
            <a:lvl4pPr marL="548640" indent="0">
              <a:buNone/>
              <a:defRPr>
                <a:latin typeface="+mj-lt"/>
              </a:defRPr>
            </a:lvl4pPr>
            <a:lvl5pPr marL="731520" indent="0">
              <a:buNone/>
              <a:defRPr>
                <a:latin typeface="+mj-lt"/>
              </a:defRPr>
            </a:lvl5pPr>
          </a:lstStyle>
          <a:p>
            <a:pPr lvl="0"/>
            <a:r>
              <a:rPr lang="en-US"/>
              <a:t>Optional Subtitle</a:t>
            </a:r>
          </a:p>
        </p:txBody>
      </p:sp>
      <p:grpSp>
        <p:nvGrpSpPr>
          <p:cNvPr id="2" name="Group 1">
            <a:extLst>
              <a:ext uri="{FF2B5EF4-FFF2-40B4-BE49-F238E27FC236}">
                <a16:creationId xmlns:a16="http://schemas.microsoft.com/office/drawing/2014/main" id="{66A6D88A-3333-3B02-CC77-C678334EFB6D}"/>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98A9948F-C040-4200-8A84-B36B742B840D}"/>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173F0076-DD50-B39B-8319-BB90C96BB5D6}"/>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18F9BBF1-0D6B-7004-4835-5B447B50E000}"/>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Rectangle 10">
              <a:extLst>
                <a:ext uri="{FF2B5EF4-FFF2-40B4-BE49-F238E27FC236}">
                  <a16:creationId xmlns:a16="http://schemas.microsoft.com/office/drawing/2014/main" id="{E3BD1A76-B4D9-7F6A-78F5-C4BF8AE67D45}"/>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2" name="Oval 11">
              <a:extLst>
                <a:ext uri="{FF2B5EF4-FFF2-40B4-BE49-F238E27FC236}">
                  <a16:creationId xmlns:a16="http://schemas.microsoft.com/office/drawing/2014/main" id="{D2F550C2-E06A-BD17-92AD-6FFD1CEE8AF8}"/>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97B1C58B-014B-FFC9-F535-892351D5A89E}"/>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FAF98087-395B-FEF8-6219-49DD6507A03F}"/>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DCEA54A7-A9DD-BB17-6BAF-3C37448D472C}"/>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07E38B20-CC62-8272-195D-8A36558862FA}"/>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3ADD7D40-FA6C-A23E-11F6-3740934C21AA}"/>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2" name="Oval 21">
                <a:extLst>
                  <a:ext uri="{FF2B5EF4-FFF2-40B4-BE49-F238E27FC236}">
                    <a16:creationId xmlns:a16="http://schemas.microsoft.com/office/drawing/2014/main" id="{D9A6FF7E-9DEC-635F-19B5-AFEAA233E1A4}"/>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F6D6AD7F-F93D-FAAE-C6DB-8ED98082E16B}"/>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7281DC3D-3BA4-D6E0-2A84-28ACD8168C02}"/>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259B74CF-28B3-FBB0-80C8-B6B561043144}"/>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113D234A-C9BF-8506-0774-EA1FA5129738}"/>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5A9E69F4-BC45-EEE1-B70E-63B7E79764CE}"/>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50FBBAA0-61D8-7B90-6D67-0B2B78ED04DC}"/>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19" name="Picture 18">
              <a:extLst>
                <a:ext uri="{FF2B5EF4-FFF2-40B4-BE49-F238E27FC236}">
                  <a16:creationId xmlns:a16="http://schemas.microsoft.com/office/drawing/2014/main" id="{6C30A2B1-6FCA-DE13-D0B0-89DC8B8B165B}"/>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E01D33F0-D59C-B251-89A8-F733FBCBA9F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2064797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0C55CF-34F5-4087-9E3E-2F3C0AC7401F}"/>
              </a:ext>
              <a:ext uri="{C183D7F6-B498-43B3-948B-1728B52AA6E4}">
                <adec:decorative xmlns:adec="http://schemas.microsoft.com/office/drawing/2017/decorative" val="1"/>
              </a:ext>
            </a:extLst>
          </p:cNvPr>
          <p:cNvSpPr/>
          <p:nvPr userDrawn="1"/>
        </p:nvSpPr>
        <p:spPr>
          <a:xfrm>
            <a:off x="0" y="0"/>
            <a:ext cx="4064000" cy="6858000"/>
          </a:xfrm>
          <a:prstGeom prst="rect">
            <a:avLst/>
          </a:prstGeom>
          <a:gradFill>
            <a:gsLst>
              <a:gs pos="11000">
                <a:schemeClr val="tx2"/>
              </a:gs>
              <a:gs pos="10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20">
            <a:extLst>
              <a:ext uri="{FF2B5EF4-FFF2-40B4-BE49-F238E27FC236}">
                <a16:creationId xmlns:a16="http://schemas.microsoft.com/office/drawing/2014/main" id="{3ACDE91D-4D1D-4484-BB57-6150B9718A2A}"/>
              </a:ext>
            </a:extLst>
          </p:cNvPr>
          <p:cNvSpPr>
            <a:spLocks noGrp="1"/>
          </p:cNvSpPr>
          <p:nvPr>
            <p:ph type="body" sz="quarter" idx="17" hasCustomPrompt="1"/>
          </p:nvPr>
        </p:nvSpPr>
        <p:spPr>
          <a:xfrm>
            <a:off x="609600" y="2139696"/>
            <a:ext cx="3061674" cy="269316"/>
          </a:xfrm>
        </p:spPr>
        <p:txBody>
          <a:bodyPr anchor="b"/>
          <a:lstStyle>
            <a:lvl1pPr marL="0" indent="0">
              <a:buNone/>
              <a:defRPr sz="1600" cap="all" baseline="0">
                <a:solidFill>
                  <a:schemeClr val="bg1"/>
                </a:solidFill>
                <a:latin typeface="+mn-lt"/>
                <a:cs typeface="Calibri" panose="020F0502020204030204" pitchFamily="34" charset="0"/>
              </a:defRPr>
            </a:lvl1pPr>
            <a:lvl2pPr marL="288662" indent="0">
              <a:buNone/>
              <a:defRPr>
                <a:solidFill>
                  <a:schemeClr val="tx1"/>
                </a:solidFill>
              </a:defRPr>
            </a:lvl2pPr>
            <a:lvl3pPr marL="576662" indent="0">
              <a:buNone/>
              <a:defRPr>
                <a:solidFill>
                  <a:schemeClr val="tx1"/>
                </a:solidFill>
              </a:defRPr>
            </a:lvl3pPr>
            <a:lvl4pPr marL="863600" indent="0">
              <a:buNone/>
              <a:defRPr>
                <a:solidFill>
                  <a:schemeClr val="tx1"/>
                </a:solidFill>
              </a:defRPr>
            </a:lvl4pPr>
            <a:lvl5pPr marL="1152525" indent="0">
              <a:buNone/>
              <a:defRPr>
                <a:solidFill>
                  <a:schemeClr val="tx1"/>
                </a:solidFill>
              </a:defRPr>
            </a:lvl5pPr>
          </a:lstStyle>
          <a:p>
            <a:pPr lvl="0"/>
            <a:r>
              <a:rPr lang="en-GB"/>
              <a:t>Optional text</a:t>
            </a:r>
          </a:p>
        </p:txBody>
      </p:sp>
      <p:sp>
        <p:nvSpPr>
          <p:cNvPr id="2" name="Title 1">
            <a:extLst>
              <a:ext uri="{FF2B5EF4-FFF2-40B4-BE49-F238E27FC236}">
                <a16:creationId xmlns:a16="http://schemas.microsoft.com/office/drawing/2014/main" id="{02F60D76-C300-439F-917D-70A7B9C699B8}"/>
              </a:ext>
            </a:extLst>
          </p:cNvPr>
          <p:cNvSpPr>
            <a:spLocks noGrp="1"/>
          </p:cNvSpPr>
          <p:nvPr>
            <p:ph type="title" hasCustomPrompt="1"/>
          </p:nvPr>
        </p:nvSpPr>
        <p:spPr>
          <a:xfrm>
            <a:off x="609600" y="2752344"/>
            <a:ext cx="3063240" cy="1097280"/>
          </a:xfrm>
        </p:spPr>
        <p:txBody>
          <a:bodyPr anchor="t" anchorCtr="0">
            <a:normAutofit/>
          </a:bodyPr>
          <a:lstStyle>
            <a:lvl1pPr>
              <a:lnSpc>
                <a:spcPct val="95000"/>
              </a:lnSpc>
              <a:defRPr sz="4400">
                <a:solidFill>
                  <a:schemeClr val="bg1"/>
                </a:solidFill>
                <a:latin typeface="+mj-lt"/>
              </a:defRPr>
            </a:lvl1pPr>
          </a:lstStyle>
          <a:p>
            <a:r>
              <a:rPr lang="en-GB"/>
              <a:t>Agenda</a:t>
            </a:r>
          </a:p>
        </p:txBody>
      </p:sp>
      <p:sp>
        <p:nvSpPr>
          <p:cNvPr id="20" name="Text Placeholder 3">
            <a:extLst>
              <a:ext uri="{FF2B5EF4-FFF2-40B4-BE49-F238E27FC236}">
                <a16:creationId xmlns:a16="http://schemas.microsoft.com/office/drawing/2014/main" id="{FCEA9E68-34AF-7647-96D6-0A437B189096}"/>
              </a:ext>
            </a:extLst>
          </p:cNvPr>
          <p:cNvSpPr>
            <a:spLocks noGrp="1"/>
          </p:cNvSpPr>
          <p:nvPr>
            <p:ph type="body" sz="quarter" idx="45"/>
          </p:nvPr>
        </p:nvSpPr>
        <p:spPr>
          <a:xfrm>
            <a:off x="4450630" y="805099"/>
            <a:ext cx="7128722" cy="4901434"/>
          </a:xfrm>
        </p:spPr>
        <p:txBody>
          <a:bodyPr anchor="ctr"/>
          <a:lstStyle>
            <a:lvl1pPr marL="27432" indent="0">
              <a:lnSpc>
                <a:spcPct val="90000"/>
              </a:lnSpc>
              <a:spcBef>
                <a:spcPts val="600"/>
              </a:spcBef>
              <a:spcAft>
                <a:spcPts val="600"/>
              </a:spcAft>
              <a:buNone/>
              <a:defRPr sz="2400">
                <a:solidFill>
                  <a:schemeClr val="accent1"/>
                </a:solidFill>
                <a:latin typeface="+mj-lt"/>
              </a:defRPr>
            </a:lvl1pPr>
            <a:lvl2pPr marL="171450" indent="0">
              <a:lnSpc>
                <a:spcPct val="90000"/>
              </a:lnSpc>
              <a:spcBef>
                <a:spcPts val="0"/>
              </a:spcBef>
              <a:spcAft>
                <a:spcPts val="600"/>
              </a:spcAft>
              <a:buNone/>
              <a:defRPr/>
            </a:lvl2pPr>
            <a:lvl3pPr marL="293688" indent="0">
              <a:buNone/>
              <a:tabLst/>
              <a:defRPr/>
            </a:lvl3pPr>
          </a:lstStyle>
          <a:p>
            <a:pPr lvl="0"/>
            <a:r>
              <a:rPr lang="en-US"/>
              <a:t>Click to edit Master text styles</a:t>
            </a:r>
          </a:p>
          <a:p>
            <a:pPr lvl="1"/>
            <a:r>
              <a:rPr lang="en-US"/>
              <a:t>Second level</a:t>
            </a:r>
          </a:p>
          <a:p>
            <a:pPr lvl="2"/>
            <a:r>
              <a:rPr lang="en-US"/>
              <a:t>Third level</a:t>
            </a:r>
          </a:p>
        </p:txBody>
      </p:sp>
      <p:sp>
        <p:nvSpPr>
          <p:cNvPr id="11" name="Text Placeholder 23">
            <a:extLst>
              <a:ext uri="{FF2B5EF4-FFF2-40B4-BE49-F238E27FC236}">
                <a16:creationId xmlns:a16="http://schemas.microsoft.com/office/drawing/2014/main" id="{158C488F-4D79-CB43-8415-FE12678527AF}"/>
              </a:ext>
            </a:extLst>
          </p:cNvPr>
          <p:cNvSpPr>
            <a:spLocks noGrp="1"/>
          </p:cNvSpPr>
          <p:nvPr>
            <p:ph type="body" sz="quarter" idx="18" hasCustomPrompt="1"/>
          </p:nvPr>
        </p:nvSpPr>
        <p:spPr>
          <a:xfrm>
            <a:off x="612649" y="4020694"/>
            <a:ext cx="3058626" cy="352417"/>
          </a:xfrm>
        </p:spPr>
        <p:txBody>
          <a:bodyPr/>
          <a:lstStyle>
            <a:lvl1pPr marL="0" indent="0">
              <a:buNone/>
              <a:defRPr sz="1800">
                <a:solidFill>
                  <a:schemeClr val="bg1"/>
                </a:solidFill>
                <a:latin typeface="+mn-lt"/>
                <a:cs typeface="Calibri" panose="020F0502020204030204" pitchFamily="34" charset="0"/>
              </a:defRPr>
            </a:lvl1pPr>
          </a:lstStyle>
          <a:p>
            <a:pPr lvl="0"/>
            <a:r>
              <a:rPr lang="en-GB"/>
              <a:t>Optional Subtitle</a:t>
            </a:r>
          </a:p>
        </p:txBody>
      </p:sp>
      <p:cxnSp>
        <p:nvCxnSpPr>
          <p:cNvPr id="12" name="Straight Connector 11">
            <a:extLst>
              <a:ext uri="{FF2B5EF4-FFF2-40B4-BE49-F238E27FC236}">
                <a16:creationId xmlns:a16="http://schemas.microsoft.com/office/drawing/2014/main" id="{FB2EEBD1-3B06-BD4A-B5AF-A01F73AD779A}"/>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 name="Footer Placeholder 5">
            <a:extLst>
              <a:ext uri="{FF2B5EF4-FFF2-40B4-BE49-F238E27FC236}">
                <a16:creationId xmlns:a16="http://schemas.microsoft.com/office/drawing/2014/main" id="{19F2BAD6-1DA8-22D9-BE4B-B922C2E133E4}"/>
              </a:ext>
            </a:extLst>
          </p:cNvPr>
          <p:cNvSpPr>
            <a:spLocks noGrp="1"/>
          </p:cNvSpPr>
          <p:nvPr>
            <p:ph type="ftr" sz="quarter" idx="27"/>
          </p:nvPr>
        </p:nvSpPr>
        <p:spPr>
          <a:xfrm>
            <a:off x="612648" y="6256544"/>
            <a:ext cx="7187184" cy="322056"/>
          </a:xfrm>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4" name="Slide Number Placeholder 6">
            <a:extLst>
              <a:ext uri="{FF2B5EF4-FFF2-40B4-BE49-F238E27FC236}">
                <a16:creationId xmlns:a16="http://schemas.microsoft.com/office/drawing/2014/main" id="{98AD8337-C44E-D39F-E227-D8C3598F41C4}"/>
              </a:ext>
            </a:extLst>
          </p:cNvPr>
          <p:cNvSpPr>
            <a:spLocks noGrp="1"/>
          </p:cNvSpPr>
          <p:nvPr>
            <p:ph type="sldNum" sz="quarter" idx="28"/>
          </p:nvPr>
        </p:nvSpPr>
        <p:spPr>
          <a:xfrm>
            <a:off x="252000" y="6398600"/>
            <a:ext cx="216000" cy="180000"/>
          </a:xfrm>
        </p:spPr>
        <p:txBody>
          <a:bodyPr/>
          <a:lstStyle>
            <a:lvl1pPr>
              <a:defRPr>
                <a:solidFill>
                  <a:schemeClr val="bg1">
                    <a:lumMod val="75000"/>
                  </a:schemeClr>
                </a:solidFill>
              </a:defRPr>
            </a:lvl1pPr>
          </a:lstStyle>
          <a:p>
            <a:fld id="{267CDB12-45E5-4FD7-AE50-9CB5AFC72BA1}" type="slidenum">
              <a:rPr lang="en-GB" smtClean="0"/>
              <a:pPr/>
              <a:t>‹#›</a:t>
            </a:fld>
            <a:endParaRPr lang="en-GB"/>
          </a:p>
        </p:txBody>
      </p:sp>
    </p:spTree>
    <p:extLst>
      <p:ext uri="{BB962C8B-B14F-4D97-AF65-F5344CB8AC3E}">
        <p14:creationId xmlns:p14="http://schemas.microsoft.com/office/powerpoint/2010/main" val="23773463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8BD8DBC-DEB9-5148-BC3B-84739C7C71EE}"/>
              </a:ext>
            </a:extLst>
          </p:cNvPr>
          <p:cNvSpPr>
            <a:spLocks noGrp="1"/>
          </p:cNvSpPr>
          <p:nvPr>
            <p:ph type="body" sz="quarter" idx="13" hasCustomPrompt="1"/>
          </p:nvPr>
        </p:nvSpPr>
        <p:spPr>
          <a:xfrm>
            <a:off x="609600"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sp>
        <p:nvSpPr>
          <p:cNvPr id="6" name="Title 5">
            <a:extLst>
              <a:ext uri="{FF2B5EF4-FFF2-40B4-BE49-F238E27FC236}">
                <a16:creationId xmlns:a16="http://schemas.microsoft.com/office/drawing/2014/main" id="{C7C00172-7C60-3543-8988-0515B894D49E}"/>
              </a:ext>
            </a:extLst>
          </p:cNvPr>
          <p:cNvSpPr>
            <a:spLocks noGrp="1"/>
          </p:cNvSpPr>
          <p:nvPr>
            <p:ph type="title"/>
          </p:nvPr>
        </p:nvSpPr>
        <p:spPr/>
        <p:txBody>
          <a:bodyPr/>
          <a:lstStyle/>
          <a:p>
            <a:r>
              <a:rPr lang="en-US"/>
              <a:t>Click to edit Master title style</a:t>
            </a:r>
          </a:p>
        </p:txBody>
      </p:sp>
      <p:sp>
        <p:nvSpPr>
          <p:cNvPr id="7" name="Footer Placeholder 6">
            <a:extLst>
              <a:ext uri="{FF2B5EF4-FFF2-40B4-BE49-F238E27FC236}">
                <a16:creationId xmlns:a16="http://schemas.microsoft.com/office/drawing/2014/main" id="{1C2FBD27-4DB0-9E4C-AFCB-A2EFD5F75BA9}"/>
              </a:ext>
            </a:extLst>
          </p:cNvPr>
          <p:cNvSpPr>
            <a:spLocks noGrp="1"/>
          </p:cNvSpPr>
          <p:nvPr>
            <p:ph type="ftr" sz="quarter" idx="21"/>
          </p:nvPr>
        </p:nvSpPr>
        <p:spPr/>
        <p:txBody>
          <a:bodyPr/>
          <a:lstStyle/>
          <a:p>
            <a:r>
              <a:rPr lang="en-US"/>
              <a:t>For Internal Use Only. © 2025 AVEVA Group Limited or its subsidiaries. All rights reserved.</a:t>
            </a:r>
            <a:endParaRPr lang="en-GB"/>
          </a:p>
        </p:txBody>
      </p:sp>
      <p:sp>
        <p:nvSpPr>
          <p:cNvPr id="9" name="Slide Number Placeholder 8">
            <a:extLst>
              <a:ext uri="{FF2B5EF4-FFF2-40B4-BE49-F238E27FC236}">
                <a16:creationId xmlns:a16="http://schemas.microsoft.com/office/drawing/2014/main" id="{A4A13F88-9920-414A-9244-CED623613BDF}"/>
              </a:ext>
            </a:extLst>
          </p:cNvPr>
          <p:cNvSpPr>
            <a:spLocks noGrp="1"/>
          </p:cNvSpPr>
          <p:nvPr>
            <p:ph type="sldNum" sz="quarter" idx="22"/>
          </p:nvPr>
        </p:nvSpPr>
        <p:spPr/>
        <p:txBody>
          <a:bodyPr/>
          <a:lstStyle/>
          <a:p>
            <a:fld id="{267CDB12-45E5-4FD7-AE50-9CB5AFC72BA1}" type="slidenum">
              <a:rPr lang="en-GB" smtClean="0"/>
              <a:pPr/>
              <a:t>‹#›</a:t>
            </a:fld>
            <a:endParaRPr lang="en-GB"/>
          </a:p>
        </p:txBody>
      </p:sp>
      <p:sp>
        <p:nvSpPr>
          <p:cNvPr id="4" name="Content Placeholder 3">
            <a:extLst>
              <a:ext uri="{FF2B5EF4-FFF2-40B4-BE49-F238E27FC236}">
                <a16:creationId xmlns:a16="http://schemas.microsoft.com/office/drawing/2014/main" id="{EB845BDC-1B85-46CA-95AD-1AC27ED2AC95}"/>
              </a:ext>
            </a:extLst>
          </p:cNvPr>
          <p:cNvSpPr>
            <a:spLocks noGrp="1"/>
          </p:cNvSpPr>
          <p:nvPr>
            <p:ph sz="quarter" idx="23"/>
          </p:nvPr>
        </p:nvSpPr>
        <p:spPr>
          <a:xfrm>
            <a:off x="609600" y="1628774"/>
            <a:ext cx="5214730" cy="4429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183B5D87-17FD-4CB3-8480-2C99315F1311}"/>
              </a:ext>
            </a:extLst>
          </p:cNvPr>
          <p:cNvSpPr>
            <a:spLocks noGrp="1"/>
          </p:cNvSpPr>
          <p:nvPr>
            <p:ph sz="quarter" idx="24"/>
          </p:nvPr>
        </p:nvSpPr>
        <p:spPr>
          <a:xfrm>
            <a:off x="6367669" y="1628774"/>
            <a:ext cx="5214730" cy="4429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34660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8BD8DBC-DEB9-5148-BC3B-84739C7C71EE}"/>
              </a:ext>
            </a:extLst>
          </p:cNvPr>
          <p:cNvSpPr>
            <a:spLocks noGrp="1"/>
          </p:cNvSpPr>
          <p:nvPr>
            <p:ph type="body" sz="quarter" idx="13" hasCustomPrompt="1"/>
          </p:nvPr>
        </p:nvSpPr>
        <p:spPr>
          <a:xfrm>
            <a:off x="609600"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sp>
        <p:nvSpPr>
          <p:cNvPr id="6" name="Title 5">
            <a:extLst>
              <a:ext uri="{FF2B5EF4-FFF2-40B4-BE49-F238E27FC236}">
                <a16:creationId xmlns:a16="http://schemas.microsoft.com/office/drawing/2014/main" id="{C7C00172-7C60-3543-8988-0515B894D49E}"/>
              </a:ext>
            </a:extLst>
          </p:cNvPr>
          <p:cNvSpPr>
            <a:spLocks noGrp="1"/>
          </p:cNvSpPr>
          <p:nvPr>
            <p:ph type="title"/>
          </p:nvPr>
        </p:nvSpPr>
        <p:spPr/>
        <p:txBody>
          <a:bodyPr/>
          <a:lstStyle/>
          <a:p>
            <a:r>
              <a:rPr lang="en-US"/>
              <a:t>Click to edit Master title style</a:t>
            </a:r>
          </a:p>
        </p:txBody>
      </p:sp>
      <p:sp>
        <p:nvSpPr>
          <p:cNvPr id="7" name="Footer Placeholder 6">
            <a:extLst>
              <a:ext uri="{FF2B5EF4-FFF2-40B4-BE49-F238E27FC236}">
                <a16:creationId xmlns:a16="http://schemas.microsoft.com/office/drawing/2014/main" id="{1C2FBD27-4DB0-9E4C-AFCB-A2EFD5F75BA9}"/>
              </a:ext>
            </a:extLst>
          </p:cNvPr>
          <p:cNvSpPr>
            <a:spLocks noGrp="1"/>
          </p:cNvSpPr>
          <p:nvPr>
            <p:ph type="ftr" sz="quarter" idx="21"/>
          </p:nvPr>
        </p:nvSpPr>
        <p:spPr/>
        <p:txBody>
          <a:bodyPr/>
          <a:lstStyle/>
          <a:p>
            <a:r>
              <a:rPr lang="en-US"/>
              <a:t>For Internal Use Only. © 2025 AVEVA Group Limited or its subsidiaries. All rights reserved.</a:t>
            </a:r>
            <a:endParaRPr lang="en-GB"/>
          </a:p>
        </p:txBody>
      </p:sp>
      <p:sp>
        <p:nvSpPr>
          <p:cNvPr id="9" name="Slide Number Placeholder 8">
            <a:extLst>
              <a:ext uri="{FF2B5EF4-FFF2-40B4-BE49-F238E27FC236}">
                <a16:creationId xmlns:a16="http://schemas.microsoft.com/office/drawing/2014/main" id="{A4A13F88-9920-414A-9244-CED623613BDF}"/>
              </a:ext>
            </a:extLst>
          </p:cNvPr>
          <p:cNvSpPr>
            <a:spLocks noGrp="1"/>
          </p:cNvSpPr>
          <p:nvPr>
            <p:ph type="sldNum" sz="quarter" idx="22"/>
          </p:nvPr>
        </p:nvSpPr>
        <p:spPr/>
        <p:txBody>
          <a:bodyPr/>
          <a:lstStyle/>
          <a:p>
            <a:fld id="{267CDB12-45E5-4FD7-AE50-9CB5AFC72BA1}" type="slidenum">
              <a:rPr lang="en-GB" smtClean="0"/>
              <a:pPr/>
              <a:t>‹#›</a:t>
            </a:fld>
            <a:endParaRPr lang="en-GB"/>
          </a:p>
        </p:txBody>
      </p:sp>
      <p:sp>
        <p:nvSpPr>
          <p:cNvPr id="4" name="Content Placeholder 3">
            <a:extLst>
              <a:ext uri="{FF2B5EF4-FFF2-40B4-BE49-F238E27FC236}">
                <a16:creationId xmlns:a16="http://schemas.microsoft.com/office/drawing/2014/main" id="{EB845BDC-1B85-46CA-95AD-1AC27ED2AC95}"/>
              </a:ext>
            </a:extLst>
          </p:cNvPr>
          <p:cNvSpPr>
            <a:spLocks noGrp="1"/>
          </p:cNvSpPr>
          <p:nvPr>
            <p:ph sz="quarter" idx="23"/>
          </p:nvPr>
        </p:nvSpPr>
        <p:spPr>
          <a:xfrm>
            <a:off x="609600" y="1628774"/>
            <a:ext cx="3538728" cy="4429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183B5D87-17FD-4CB3-8480-2C99315F1311}"/>
              </a:ext>
            </a:extLst>
          </p:cNvPr>
          <p:cNvSpPr>
            <a:spLocks noGrp="1"/>
          </p:cNvSpPr>
          <p:nvPr>
            <p:ph sz="quarter" idx="24"/>
          </p:nvPr>
        </p:nvSpPr>
        <p:spPr>
          <a:xfrm>
            <a:off x="4325112" y="1628774"/>
            <a:ext cx="3538728" cy="4429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36AFC88D-8686-482D-A9EA-FDFE4646E929}"/>
              </a:ext>
            </a:extLst>
          </p:cNvPr>
          <p:cNvSpPr>
            <a:spLocks noGrp="1"/>
          </p:cNvSpPr>
          <p:nvPr>
            <p:ph sz="quarter" idx="25"/>
          </p:nvPr>
        </p:nvSpPr>
        <p:spPr>
          <a:xfrm>
            <a:off x="8046720" y="1628774"/>
            <a:ext cx="3538728" cy="4429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13822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Capti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C812B75-7FE4-C143-BD4E-335D298AAC2D}"/>
              </a:ext>
            </a:extLst>
          </p:cNvPr>
          <p:cNvSpPr>
            <a:spLocks noGrp="1"/>
          </p:cNvSpPr>
          <p:nvPr>
            <p:ph type="body" sz="quarter" idx="13" hasCustomPrompt="1"/>
          </p:nvPr>
        </p:nvSpPr>
        <p:spPr>
          <a:xfrm>
            <a:off x="609600" y="1120767"/>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sp>
        <p:nvSpPr>
          <p:cNvPr id="16" name="Content Placeholder 3">
            <a:extLst>
              <a:ext uri="{FF2B5EF4-FFF2-40B4-BE49-F238E27FC236}">
                <a16:creationId xmlns:a16="http://schemas.microsoft.com/office/drawing/2014/main" id="{7D186497-357B-4F1B-9C0C-F903BE1357D8}"/>
              </a:ext>
            </a:extLst>
          </p:cNvPr>
          <p:cNvSpPr>
            <a:spLocks noGrp="1"/>
          </p:cNvSpPr>
          <p:nvPr>
            <p:ph sz="quarter" idx="18" hasCustomPrompt="1"/>
          </p:nvPr>
        </p:nvSpPr>
        <p:spPr>
          <a:xfrm>
            <a:off x="609599" y="1628775"/>
            <a:ext cx="7266941" cy="4429125"/>
          </a:xfrm>
        </p:spPr>
        <p:txBody>
          <a:bodyPr anchor="ctr"/>
          <a:lstStyle>
            <a:lvl1pPr marL="0" indent="0" algn="ctr">
              <a:buFont typeface="Arial" panose="020B0604020202020204" pitchFamily="34" charset="0"/>
              <a:buNone/>
              <a:defRPr lang="en-GB" sz="2300" kern="1200" dirty="0">
                <a:solidFill>
                  <a:schemeClr val="tx1"/>
                </a:solidFill>
                <a:latin typeface="+mn-lt"/>
                <a:ea typeface="+mn-ea"/>
                <a:cs typeface="Calibri" panose="020F0502020204030204" pitchFamily="34" charset="0"/>
              </a:defRPr>
            </a:lvl1pPr>
          </a:lstStyle>
          <a:p>
            <a:pPr lvl="0"/>
            <a:r>
              <a:rPr lang="en-GB"/>
              <a:t>Click icon to </a:t>
            </a:r>
            <a:br>
              <a:rPr lang="en-GB"/>
            </a:br>
            <a:r>
              <a:rPr lang="en-GB"/>
              <a:t>add object</a:t>
            </a:r>
          </a:p>
        </p:txBody>
      </p:sp>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hasCustomPrompt="1"/>
          </p:nvPr>
        </p:nvSpPr>
        <p:spPr>
          <a:xfrm>
            <a:off x="8253729" y="1637919"/>
            <a:ext cx="3328672" cy="1080000"/>
          </a:xfrm>
        </p:spPr>
        <p:txBody>
          <a:bodyPr tIns="91440">
            <a:noAutofit/>
          </a:bodyPr>
          <a:lstStyle>
            <a:lvl1pPr marL="18288" indent="0">
              <a:lnSpc>
                <a:spcPct val="90000"/>
              </a:lnSpc>
              <a:spcAft>
                <a:spcPts val="300"/>
              </a:spcAft>
              <a:buNone/>
              <a:defRPr sz="1800" b="0" cap="all" baseline="0">
                <a:solidFill>
                  <a:schemeClr val="accent1"/>
                </a:solidFill>
                <a:latin typeface="+mn-lt"/>
                <a:cs typeface="Calibri" panose="020F0502020204030204" pitchFamily="34" charset="0"/>
              </a:defRPr>
            </a:lvl1pPr>
            <a:lvl2pPr marL="18288" indent="0">
              <a:lnSpc>
                <a:spcPct val="9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9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a:t>Edit Master text styles</a:t>
            </a:r>
          </a:p>
          <a:p>
            <a:pPr lvl="1"/>
            <a:r>
              <a:rPr lang="en-GB"/>
              <a:t>Second level</a:t>
            </a:r>
          </a:p>
          <a:p>
            <a:pPr lvl="2"/>
            <a:r>
              <a:rPr lang="en-GB"/>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hasCustomPrompt="1"/>
          </p:nvPr>
        </p:nvSpPr>
        <p:spPr>
          <a:xfrm>
            <a:off x="8253729" y="3046095"/>
            <a:ext cx="3328672" cy="1080000"/>
          </a:xfrm>
        </p:spPr>
        <p:txBody>
          <a:bodyPr>
            <a:noAutofit/>
          </a:bodyPr>
          <a:lstStyle>
            <a:lvl1pPr marL="18288" indent="0">
              <a:lnSpc>
                <a:spcPct val="90000"/>
              </a:lnSpc>
              <a:spcAft>
                <a:spcPts val="300"/>
              </a:spcAft>
              <a:buNone/>
              <a:defRPr sz="1800" b="0" cap="all" baseline="0">
                <a:solidFill>
                  <a:schemeClr val="accent1"/>
                </a:solidFill>
                <a:latin typeface="+mn-lt"/>
                <a:cs typeface="Calibri" panose="020F0502020204030204" pitchFamily="34" charset="0"/>
              </a:defRPr>
            </a:lvl1pPr>
            <a:lvl2pPr marL="18288" indent="0" algn="l">
              <a:lnSpc>
                <a:spcPct val="9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9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a:t>Edit Master text styles</a:t>
            </a:r>
          </a:p>
          <a:p>
            <a:pPr lvl="1"/>
            <a:r>
              <a:rPr lang="en-GB"/>
              <a:t>Second level</a:t>
            </a:r>
          </a:p>
          <a:p>
            <a:pPr lvl="2"/>
            <a:r>
              <a:rPr lang="en-GB"/>
              <a:t>Third level</a:t>
            </a:r>
          </a:p>
        </p:txBody>
      </p:sp>
      <p:sp>
        <p:nvSpPr>
          <p:cNvPr id="6" name="Title 5">
            <a:extLst>
              <a:ext uri="{FF2B5EF4-FFF2-40B4-BE49-F238E27FC236}">
                <a16:creationId xmlns:a16="http://schemas.microsoft.com/office/drawing/2014/main" id="{31CD2555-A8C6-0847-9C61-2C0C2C2289C4}"/>
              </a:ext>
            </a:extLst>
          </p:cNvPr>
          <p:cNvSpPr>
            <a:spLocks noGrp="1"/>
          </p:cNvSpPr>
          <p:nvPr>
            <p:ph type="title"/>
          </p:nvPr>
        </p:nvSpPr>
        <p:spPr/>
        <p:txBody>
          <a:bodyPr/>
          <a:lstStyle/>
          <a:p>
            <a:r>
              <a:rPr lang="en-US"/>
              <a:t>Click to edit Master title style</a:t>
            </a:r>
          </a:p>
        </p:txBody>
      </p:sp>
      <p:sp>
        <p:nvSpPr>
          <p:cNvPr id="7" name="Footer Placeholder 6">
            <a:extLst>
              <a:ext uri="{FF2B5EF4-FFF2-40B4-BE49-F238E27FC236}">
                <a16:creationId xmlns:a16="http://schemas.microsoft.com/office/drawing/2014/main" id="{BE0D1227-9172-074E-B1B8-EDC39F2A0169}"/>
              </a:ext>
            </a:extLst>
          </p:cNvPr>
          <p:cNvSpPr>
            <a:spLocks noGrp="1"/>
          </p:cNvSpPr>
          <p:nvPr>
            <p:ph type="ftr" sz="quarter" idx="20"/>
          </p:nvPr>
        </p:nvSpPr>
        <p:spPr/>
        <p:txBody>
          <a:bodyPr/>
          <a:lstStyle/>
          <a:p>
            <a:r>
              <a:rPr lang="en-US"/>
              <a:t>For Internal Use Only. © 2025 AVEVA Group Limited or its subsidiaries. All rights reserved.</a:t>
            </a:r>
            <a:endParaRPr lang="en-GB"/>
          </a:p>
        </p:txBody>
      </p:sp>
      <p:sp>
        <p:nvSpPr>
          <p:cNvPr id="9" name="Slide Number Placeholder 8">
            <a:extLst>
              <a:ext uri="{FF2B5EF4-FFF2-40B4-BE49-F238E27FC236}">
                <a16:creationId xmlns:a16="http://schemas.microsoft.com/office/drawing/2014/main" id="{F281C14A-1F69-5C41-A0B5-C2383F1AA8DC}"/>
              </a:ext>
            </a:extLst>
          </p:cNvPr>
          <p:cNvSpPr>
            <a:spLocks noGrp="1"/>
          </p:cNvSpPr>
          <p:nvPr>
            <p:ph type="sldNum" sz="quarter" idx="21"/>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16379459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aption and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62527-69C2-1545-8A37-DF14098EE150}"/>
              </a:ext>
            </a:extLst>
          </p:cNvPr>
          <p:cNvSpPr>
            <a:spLocks noGrp="1"/>
          </p:cNvSpPr>
          <p:nvPr>
            <p:ph type="title"/>
          </p:nvPr>
        </p:nvSpPr>
        <p:spPr/>
        <p:txBody>
          <a:bodyPr/>
          <a:lstStyle/>
          <a:p>
            <a:r>
              <a:rPr lang="en-US"/>
              <a:t>Click to edit Master title style</a:t>
            </a:r>
            <a:endParaRPr lang="en-GB"/>
          </a:p>
        </p:txBody>
      </p:sp>
      <p:sp>
        <p:nvSpPr>
          <p:cNvPr id="8" name="Text Placeholder 7">
            <a:extLst>
              <a:ext uri="{FF2B5EF4-FFF2-40B4-BE49-F238E27FC236}">
                <a16:creationId xmlns:a16="http://schemas.microsoft.com/office/drawing/2014/main" id="{9A636838-E288-6E41-951D-112A4F82CC78}"/>
              </a:ext>
            </a:extLst>
          </p:cNvPr>
          <p:cNvSpPr>
            <a:spLocks noGrp="1"/>
          </p:cNvSpPr>
          <p:nvPr>
            <p:ph type="body" sz="quarter" idx="13" hasCustomPrompt="1"/>
          </p:nvPr>
        </p:nvSpPr>
        <p:spPr>
          <a:xfrm>
            <a:off x="609583"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hasCustomPrompt="1"/>
          </p:nvPr>
        </p:nvSpPr>
        <p:spPr>
          <a:xfrm>
            <a:off x="609600" y="1631949"/>
            <a:ext cx="3328670" cy="1080000"/>
          </a:xfrm>
        </p:spPr>
        <p:txBody>
          <a:bodyPr tIns="91440">
            <a:noAutofit/>
          </a:bodyPr>
          <a:lstStyle>
            <a:lvl1pPr marL="18288" indent="0">
              <a:lnSpc>
                <a:spcPct val="100000"/>
              </a:lnSpc>
              <a:spcAft>
                <a:spcPts val="300"/>
              </a:spcAft>
              <a:buNone/>
              <a:defRPr sz="1800" b="0" cap="all" baseline="0">
                <a:solidFill>
                  <a:schemeClr val="accent1"/>
                </a:solidFill>
                <a:latin typeface="+mn-lt"/>
                <a:cs typeface="Calibri" panose="020F0502020204030204" pitchFamily="34" charset="0"/>
              </a:defRPr>
            </a:lvl1pPr>
            <a:lvl2pPr marL="18288" indent="0">
              <a:lnSpc>
                <a:spcPct val="10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10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a:t>Edit Master text styles</a:t>
            </a:r>
          </a:p>
          <a:p>
            <a:pPr lvl="1"/>
            <a:r>
              <a:rPr lang="en-GB"/>
              <a:t>Second level</a:t>
            </a:r>
          </a:p>
          <a:p>
            <a:pPr lvl="2"/>
            <a:r>
              <a:rPr lang="en-GB"/>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p:nvPr>
        </p:nvSpPr>
        <p:spPr>
          <a:xfrm>
            <a:off x="609600" y="3049269"/>
            <a:ext cx="3328670" cy="1080000"/>
          </a:xfrm>
        </p:spPr>
        <p:txBody>
          <a:bodyPr>
            <a:noAutofit/>
          </a:bodyPr>
          <a:lstStyle>
            <a:lvl1pPr marL="18288" indent="0">
              <a:lnSpc>
                <a:spcPct val="100000"/>
              </a:lnSpc>
              <a:spcAft>
                <a:spcPts val="300"/>
              </a:spcAft>
              <a:buNone/>
              <a:defRPr sz="1800" b="0" cap="all" baseline="0">
                <a:solidFill>
                  <a:schemeClr val="accent1"/>
                </a:solidFill>
                <a:latin typeface="+mn-lt"/>
                <a:cs typeface="Calibri" panose="020F0502020204030204" pitchFamily="34" charset="0"/>
              </a:defRPr>
            </a:lvl1pPr>
            <a:lvl2pPr marL="18288" indent="0" algn="l">
              <a:lnSpc>
                <a:spcPct val="10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100000"/>
              </a:lnSpc>
              <a:spcBef>
                <a:spcPts val="0"/>
              </a:spcBef>
              <a:spcAft>
                <a:spcPts val="300"/>
              </a:spcAft>
              <a:buNone/>
              <a:defRPr sz="1400">
                <a:solidFill>
                  <a:schemeClr val="tx1"/>
                </a:solidFill>
                <a:latin typeface="+mn-lt"/>
                <a:cs typeface="Calibri" panose="020F0502020204030204" pitchFamily="34" charset="0"/>
              </a:defRPr>
            </a:lvl3pPr>
          </a:lstStyle>
          <a:p>
            <a:pPr lvl="0"/>
            <a:r>
              <a:rPr lang="en-US"/>
              <a:t>Click to edit Master text styles</a:t>
            </a:r>
          </a:p>
          <a:p>
            <a:pPr lvl="1"/>
            <a:r>
              <a:rPr lang="en-US"/>
              <a:t>Second level</a:t>
            </a:r>
          </a:p>
          <a:p>
            <a:pPr lvl="2"/>
            <a:r>
              <a:rPr lang="en-US"/>
              <a:t>Third level</a:t>
            </a:r>
          </a:p>
        </p:txBody>
      </p:sp>
      <p:sp>
        <p:nvSpPr>
          <p:cNvPr id="15" name="Content Placeholder 3">
            <a:extLst>
              <a:ext uri="{FF2B5EF4-FFF2-40B4-BE49-F238E27FC236}">
                <a16:creationId xmlns:a16="http://schemas.microsoft.com/office/drawing/2014/main" id="{8C39B1C2-65CF-4E3C-B34E-0954BB55D8E4}"/>
              </a:ext>
            </a:extLst>
          </p:cNvPr>
          <p:cNvSpPr>
            <a:spLocks noGrp="1"/>
          </p:cNvSpPr>
          <p:nvPr>
            <p:ph sz="quarter" idx="18" hasCustomPrompt="1"/>
          </p:nvPr>
        </p:nvSpPr>
        <p:spPr>
          <a:xfrm>
            <a:off x="4312730" y="1631949"/>
            <a:ext cx="7269653" cy="4425951"/>
          </a:xfrm>
        </p:spPr>
        <p:txBody>
          <a:bodyPr anchor="ctr"/>
          <a:lstStyle>
            <a:lvl1pPr marL="0" indent="0" algn="ctr">
              <a:buFont typeface="Arial" panose="020B0604020202020204" pitchFamily="34" charset="0"/>
              <a:buNone/>
              <a:defRPr lang="en-GB" sz="2300" kern="1200" dirty="0">
                <a:solidFill>
                  <a:schemeClr val="tx1"/>
                </a:solidFill>
                <a:latin typeface="+mn-lt"/>
                <a:ea typeface="+mn-ea"/>
                <a:cs typeface="Calibri" panose="020F0502020204030204" pitchFamily="34" charset="0"/>
              </a:defRPr>
            </a:lvl1pPr>
          </a:lstStyle>
          <a:p>
            <a:pPr lvl="0"/>
            <a:r>
              <a:rPr lang="en-GB"/>
              <a:t>Click icon to </a:t>
            </a:r>
            <a:br>
              <a:rPr lang="en-GB"/>
            </a:br>
            <a:r>
              <a:rPr lang="en-GB"/>
              <a:t>add object</a:t>
            </a:r>
          </a:p>
        </p:txBody>
      </p:sp>
      <p:sp>
        <p:nvSpPr>
          <p:cNvPr id="7" name="Footer Placeholder 6">
            <a:extLst>
              <a:ext uri="{FF2B5EF4-FFF2-40B4-BE49-F238E27FC236}">
                <a16:creationId xmlns:a16="http://schemas.microsoft.com/office/drawing/2014/main" id="{C50269A9-E692-AB4E-8AFB-FA4A99B286BA}"/>
              </a:ext>
            </a:extLst>
          </p:cNvPr>
          <p:cNvSpPr>
            <a:spLocks noGrp="1"/>
          </p:cNvSpPr>
          <p:nvPr>
            <p:ph type="ftr" sz="quarter" idx="20"/>
          </p:nvPr>
        </p:nvSpPr>
        <p:spPr/>
        <p:txBody>
          <a:bodyPr/>
          <a:lstStyle/>
          <a:p>
            <a:r>
              <a:rPr lang="en-US"/>
              <a:t>For Internal Use Only. © 2025 AVEVA Group Limited or its subsidiaries. All rights reserved.</a:t>
            </a:r>
            <a:endParaRPr lang="en-GB"/>
          </a:p>
        </p:txBody>
      </p:sp>
      <p:sp>
        <p:nvSpPr>
          <p:cNvPr id="9" name="Slide Number Placeholder 8">
            <a:extLst>
              <a:ext uri="{FF2B5EF4-FFF2-40B4-BE49-F238E27FC236}">
                <a16:creationId xmlns:a16="http://schemas.microsoft.com/office/drawing/2014/main" id="{A15D8BFF-0F48-A446-9A6B-41FC0E7230C9}"/>
              </a:ext>
            </a:extLst>
          </p:cNvPr>
          <p:cNvSpPr>
            <a:spLocks noGrp="1"/>
          </p:cNvSpPr>
          <p:nvPr>
            <p:ph type="sldNum" sz="quarter" idx="21"/>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38371779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Photo">
    <p:bg>
      <p:bgPr>
        <a:solidFill>
          <a:schemeClr val="bg1"/>
        </a:solidFill>
        <a:effectLst/>
      </p:bgPr>
    </p:bg>
    <p:spTree>
      <p:nvGrpSpPr>
        <p:cNvPr id="1" name=""/>
        <p:cNvGrpSpPr/>
        <p:nvPr/>
      </p:nvGrpSpPr>
      <p:grpSpPr>
        <a:xfrm>
          <a:off x="0" y="0"/>
          <a:ext cx="0" cy="0"/>
          <a:chOff x="0" y="0"/>
          <a:chExt cx="0" cy="0"/>
        </a:xfrm>
      </p:grpSpPr>
      <p:sp>
        <p:nvSpPr>
          <p:cNvPr id="20" name="Text Placeholder 7">
            <a:extLst>
              <a:ext uri="{FF2B5EF4-FFF2-40B4-BE49-F238E27FC236}">
                <a16:creationId xmlns:a16="http://schemas.microsoft.com/office/drawing/2014/main" id="{CF50DE83-481E-9B45-9EBC-5C3646FF7735}"/>
              </a:ext>
            </a:extLst>
          </p:cNvPr>
          <p:cNvSpPr>
            <a:spLocks noGrp="1"/>
          </p:cNvSpPr>
          <p:nvPr>
            <p:ph type="body" sz="quarter" idx="13" hasCustomPrompt="1"/>
          </p:nvPr>
        </p:nvSpPr>
        <p:spPr>
          <a:xfrm>
            <a:off x="609600" y="1125538"/>
            <a:ext cx="50546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sp>
        <p:nvSpPr>
          <p:cNvPr id="25" name="Picture Placeholder 3">
            <a:extLst>
              <a:ext uri="{FF2B5EF4-FFF2-40B4-BE49-F238E27FC236}">
                <a16:creationId xmlns:a16="http://schemas.microsoft.com/office/drawing/2014/main" id="{FC293AC8-10B8-4969-B6D2-FA05ED9AE145}"/>
              </a:ext>
              <a:ext uri="{C183D7F6-B498-43B3-948B-1728B52AA6E4}">
                <adec:decorative xmlns:adec="http://schemas.microsoft.com/office/drawing/2017/decorative" val="1"/>
              </a:ext>
            </a:extLst>
          </p:cNvPr>
          <p:cNvSpPr>
            <a:spLocks noGrp="1"/>
          </p:cNvSpPr>
          <p:nvPr>
            <p:ph type="pic" sz="quarter" idx="15" hasCustomPrompt="1"/>
          </p:nvPr>
        </p:nvSpPr>
        <p:spPr>
          <a:xfrm>
            <a:off x="6096000" y="-9144"/>
            <a:ext cx="6108192"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17" name="TextBox 16">
            <a:extLst>
              <a:ext uri="{FF2B5EF4-FFF2-40B4-BE49-F238E27FC236}">
                <a16:creationId xmlns:a16="http://schemas.microsoft.com/office/drawing/2014/main" id="{7E5A9918-D0F1-4E3A-BC00-0A470C1DFF2D}"/>
              </a:ext>
            </a:extLst>
          </p:cNvPr>
          <p:cNvSpPr txBox="1"/>
          <p:nvPr userDrawn="1"/>
        </p:nvSpPr>
        <p:spPr>
          <a:xfrm>
            <a:off x="6215791" y="6957236"/>
            <a:ext cx="5976209" cy="707886"/>
          </a:xfrm>
          <a:prstGeom prst="rect">
            <a:avLst/>
          </a:prstGeom>
          <a:noFill/>
        </p:spPr>
        <p:txBody>
          <a:bodyPr wrap="square" rtlCol="0">
            <a:spAutoFit/>
          </a:bodyPr>
          <a:lstStyle/>
          <a:p>
            <a:r>
              <a:rPr lang="en-GB" sz="1000" b="1">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a:solidFill>
                  <a:schemeClr val="bg1">
                    <a:lumMod val="65000"/>
                  </a:schemeClr>
                </a:solidFill>
                <a:latin typeface="Calibri" panose="020F0502020204030204" pitchFamily="34" charset="0"/>
                <a:cs typeface="Calibri" panose="020F0502020204030204" pitchFamily="34" charset="0"/>
              </a:rPr>
              <a:t>https://</a:t>
            </a:r>
            <a:r>
              <a:rPr lang="en-GB" sz="1000" b="0" err="1">
                <a:solidFill>
                  <a:schemeClr val="bg1">
                    <a:lumMod val="65000"/>
                  </a:schemeClr>
                </a:solidFill>
                <a:latin typeface="Calibri" panose="020F0502020204030204" pitchFamily="34" charset="0"/>
                <a:cs typeface="Calibri" panose="020F0502020204030204" pitchFamily="34" charset="0"/>
              </a:rPr>
              <a:t>content.aveva.com</a:t>
            </a:r>
            <a:r>
              <a:rPr lang="en-GB" sz="1000" b="0">
                <a:solidFill>
                  <a:schemeClr val="bg1">
                    <a:lumMod val="65000"/>
                  </a:schemeClr>
                </a:solidFill>
                <a:latin typeface="Calibri" panose="020F0502020204030204" pitchFamily="34" charset="0"/>
                <a:cs typeface="Calibri" panose="020F0502020204030204" pitchFamily="34" charset="0"/>
              </a:rPr>
              <a:t>/ </a:t>
            </a:r>
            <a:r>
              <a:rPr lang="en-GB" sz="100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a:solidFill>
                <a:schemeClr val="bg1">
                  <a:lumMod val="65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789E2BC8-79D1-C540-9D53-9B21B5AA8E89}"/>
              </a:ext>
            </a:extLst>
          </p:cNvPr>
          <p:cNvSpPr>
            <a:spLocks noGrp="1"/>
          </p:cNvSpPr>
          <p:nvPr>
            <p:ph type="title"/>
          </p:nvPr>
        </p:nvSpPr>
        <p:spPr>
          <a:xfrm>
            <a:off x="612648" y="268268"/>
            <a:ext cx="5051552" cy="804672"/>
          </a:xfrm>
        </p:spPr>
        <p:txBody>
          <a:bodyPr/>
          <a:lstStyle/>
          <a:p>
            <a:r>
              <a:rPr lang="en-US"/>
              <a:t>Click to edit Master title style</a:t>
            </a:r>
          </a:p>
        </p:txBody>
      </p:sp>
      <p:sp>
        <p:nvSpPr>
          <p:cNvPr id="9" name="Footer Placeholder 8">
            <a:extLst>
              <a:ext uri="{FF2B5EF4-FFF2-40B4-BE49-F238E27FC236}">
                <a16:creationId xmlns:a16="http://schemas.microsoft.com/office/drawing/2014/main" id="{D942DE20-7B2B-EA43-969E-C8BA829045DB}"/>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
        <p:nvSpPr>
          <p:cNvPr id="10" name="Slide Number Placeholder 9">
            <a:extLst>
              <a:ext uri="{FF2B5EF4-FFF2-40B4-BE49-F238E27FC236}">
                <a16:creationId xmlns:a16="http://schemas.microsoft.com/office/drawing/2014/main" id="{551F292F-A06B-E940-8CC4-4098518C5EBC}"/>
              </a:ext>
            </a:extLst>
          </p:cNvPr>
          <p:cNvSpPr>
            <a:spLocks noGrp="1"/>
          </p:cNvSpPr>
          <p:nvPr>
            <p:ph type="sldNum" sz="quarter" idx="23"/>
          </p:nvPr>
        </p:nvSpPr>
        <p:spPr/>
        <p:txBody>
          <a:bodyPr/>
          <a:lstStyle/>
          <a:p>
            <a:fld id="{267CDB12-45E5-4FD7-AE50-9CB5AFC72BA1}" type="slidenum">
              <a:rPr lang="en-GB" smtClean="0"/>
              <a:pPr/>
              <a:t>‹#›</a:t>
            </a:fld>
            <a:endParaRPr lang="en-GB"/>
          </a:p>
        </p:txBody>
      </p:sp>
      <p:sp>
        <p:nvSpPr>
          <p:cNvPr id="6" name="Content Placeholder 5">
            <a:extLst>
              <a:ext uri="{FF2B5EF4-FFF2-40B4-BE49-F238E27FC236}">
                <a16:creationId xmlns:a16="http://schemas.microsoft.com/office/drawing/2014/main" id="{0E4A2360-A079-4C84-B980-7259F9ADC0B0}"/>
              </a:ext>
            </a:extLst>
          </p:cNvPr>
          <p:cNvSpPr>
            <a:spLocks noGrp="1"/>
          </p:cNvSpPr>
          <p:nvPr>
            <p:ph sz="quarter" idx="24"/>
          </p:nvPr>
        </p:nvSpPr>
        <p:spPr>
          <a:xfrm>
            <a:off x="609600" y="1628775"/>
            <a:ext cx="5056632" cy="4433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Online Image Placeholder 7">
            <a:extLst>
              <a:ext uri="{FF2B5EF4-FFF2-40B4-BE49-F238E27FC236}">
                <a16:creationId xmlns:a16="http://schemas.microsoft.com/office/drawing/2014/main" id="{6934093B-F2A7-4E1E-B334-D9A404D4110A}"/>
              </a:ext>
            </a:extLst>
          </p:cNvPr>
          <p:cNvSpPr>
            <a:spLocks noGrp="1"/>
          </p:cNvSpPr>
          <p:nvPr>
            <p:ph type="clipArt" sz="quarter" idx="20" hasCustomPrompt="1"/>
          </p:nvPr>
        </p:nvSpPr>
        <p:spPr>
          <a:xfrm>
            <a:off x="10422144" y="6310008"/>
            <a:ext cx="1157208" cy="262560"/>
          </a:xfrm>
          <a:blipFill>
            <a:blip r:embed="rId2"/>
            <a:stretch>
              <a:fillRect/>
            </a:stretch>
          </a:blipFill>
        </p:spPr>
        <p:txBody>
          <a:bodyPr/>
          <a:lstStyle>
            <a:lvl1pPr marL="14414" indent="0">
              <a:buFontTx/>
              <a:buNone/>
              <a:defRPr/>
            </a:lvl1pPr>
          </a:lstStyle>
          <a:p>
            <a:r>
              <a:rPr lang="en-GB"/>
              <a:t> </a:t>
            </a:r>
          </a:p>
        </p:txBody>
      </p:sp>
    </p:spTree>
    <p:extLst>
      <p:ext uri="{BB962C8B-B14F-4D97-AF65-F5344CB8AC3E}">
        <p14:creationId xmlns:p14="http://schemas.microsoft.com/office/powerpoint/2010/main" val="42557170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and Content">
    <p:bg>
      <p:bgPr>
        <a:solidFill>
          <a:schemeClr val="bg1"/>
        </a:solidFill>
        <a:effectLst/>
      </p:bgPr>
    </p:bg>
    <p:spTree>
      <p:nvGrpSpPr>
        <p:cNvPr id="1" name=""/>
        <p:cNvGrpSpPr/>
        <p:nvPr/>
      </p:nvGrpSpPr>
      <p:grpSpPr>
        <a:xfrm>
          <a:off x="0" y="0"/>
          <a:ext cx="0" cy="0"/>
          <a:chOff x="0" y="0"/>
          <a:chExt cx="0" cy="0"/>
        </a:xfrm>
      </p:grpSpPr>
      <p:sp>
        <p:nvSpPr>
          <p:cNvPr id="37" name="Picture Placeholder 3">
            <a:extLst>
              <a:ext uri="{FF2B5EF4-FFF2-40B4-BE49-F238E27FC236}">
                <a16:creationId xmlns:a16="http://schemas.microsoft.com/office/drawing/2014/main" id="{9A8A3119-8FBA-4783-8FBD-9A15FFC02902}"/>
              </a:ext>
              <a:ext uri="{C183D7F6-B498-43B3-948B-1728B52AA6E4}">
                <adec:decorative xmlns:adec="http://schemas.microsoft.com/office/drawing/2017/decorative" val="1"/>
              </a:ext>
            </a:extLst>
          </p:cNvPr>
          <p:cNvSpPr>
            <a:spLocks noGrp="1"/>
          </p:cNvSpPr>
          <p:nvPr>
            <p:ph type="pic" sz="quarter" idx="15" hasCustomPrompt="1"/>
          </p:nvPr>
        </p:nvSpPr>
        <p:spPr>
          <a:xfrm>
            <a:off x="-9144" y="-9144"/>
            <a:ext cx="6108192" cy="6885432"/>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25" name="Text Placeholder 7">
            <a:extLst>
              <a:ext uri="{FF2B5EF4-FFF2-40B4-BE49-F238E27FC236}">
                <a16:creationId xmlns:a16="http://schemas.microsoft.com/office/drawing/2014/main" id="{92053DD7-7B95-4D58-8EBA-0F48F7F1E9C6}"/>
              </a:ext>
            </a:extLst>
          </p:cNvPr>
          <p:cNvSpPr>
            <a:spLocks noGrp="1"/>
          </p:cNvSpPr>
          <p:nvPr>
            <p:ph type="body" sz="quarter" idx="13" hasCustomPrompt="1"/>
          </p:nvPr>
        </p:nvSpPr>
        <p:spPr>
          <a:xfrm>
            <a:off x="6338888" y="1125538"/>
            <a:ext cx="5226797"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pic>
        <p:nvPicPr>
          <p:cNvPr id="13" name="Picture 12">
            <a:extLst>
              <a:ext uri="{FF2B5EF4-FFF2-40B4-BE49-F238E27FC236}">
                <a16:creationId xmlns:a16="http://schemas.microsoft.com/office/drawing/2014/main" id="{4DFF57C2-9664-3649-84D5-BF718DBEE6B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422144" y="6310008"/>
            <a:ext cx="1157208" cy="262560"/>
          </a:xfrm>
          <a:prstGeom prst="rect">
            <a:avLst/>
          </a:prstGeom>
        </p:spPr>
      </p:pic>
      <p:sp>
        <p:nvSpPr>
          <p:cNvPr id="26" name="TextBox 25">
            <a:extLst>
              <a:ext uri="{FF2B5EF4-FFF2-40B4-BE49-F238E27FC236}">
                <a16:creationId xmlns:a16="http://schemas.microsoft.com/office/drawing/2014/main" id="{6AF92091-8416-433B-9488-D438A02ED0B7}"/>
              </a:ext>
            </a:extLst>
          </p:cNvPr>
          <p:cNvSpPr txBox="1"/>
          <p:nvPr userDrawn="1"/>
        </p:nvSpPr>
        <p:spPr>
          <a:xfrm>
            <a:off x="0" y="6957236"/>
            <a:ext cx="6108192" cy="707886"/>
          </a:xfrm>
          <a:prstGeom prst="rect">
            <a:avLst/>
          </a:prstGeom>
          <a:noFill/>
        </p:spPr>
        <p:txBody>
          <a:bodyPr wrap="square" rtlCol="0">
            <a:spAutoFit/>
          </a:bodyPr>
          <a:lstStyle/>
          <a:p>
            <a:r>
              <a:rPr lang="en-GB" sz="1000" b="1">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a:solidFill>
                  <a:schemeClr val="bg1">
                    <a:lumMod val="65000"/>
                  </a:schemeClr>
                </a:solidFill>
                <a:latin typeface="Calibri" panose="020F0502020204030204" pitchFamily="34" charset="0"/>
                <a:cs typeface="Calibri" panose="020F0502020204030204" pitchFamily="34" charset="0"/>
              </a:rPr>
              <a:t>https://</a:t>
            </a:r>
            <a:r>
              <a:rPr lang="en-GB" sz="1000" b="0" err="1">
                <a:solidFill>
                  <a:schemeClr val="bg1">
                    <a:lumMod val="65000"/>
                  </a:schemeClr>
                </a:solidFill>
                <a:latin typeface="Calibri" panose="020F0502020204030204" pitchFamily="34" charset="0"/>
                <a:cs typeface="Calibri" panose="020F0502020204030204" pitchFamily="34" charset="0"/>
              </a:rPr>
              <a:t>content.aveva.com</a:t>
            </a:r>
            <a:r>
              <a:rPr lang="en-GB" sz="1000" b="0">
                <a:solidFill>
                  <a:schemeClr val="bg1">
                    <a:lumMod val="65000"/>
                  </a:schemeClr>
                </a:solidFill>
                <a:latin typeface="Calibri" panose="020F0502020204030204" pitchFamily="34" charset="0"/>
                <a:cs typeface="Calibri" panose="020F0502020204030204" pitchFamily="34" charset="0"/>
              </a:rPr>
              <a:t>/ </a:t>
            </a:r>
            <a:r>
              <a:rPr lang="en-GB" sz="100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a:solidFill>
                <a:schemeClr val="bg1">
                  <a:lumMod val="65000"/>
                </a:schemeClr>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320E0FB1-09C1-034E-813E-144D3484C321}"/>
              </a:ext>
            </a:extLst>
          </p:cNvPr>
          <p:cNvSpPr>
            <a:spLocks noGrp="1"/>
          </p:cNvSpPr>
          <p:nvPr>
            <p:ph type="title"/>
          </p:nvPr>
        </p:nvSpPr>
        <p:spPr>
          <a:xfrm>
            <a:off x="6339317" y="269096"/>
            <a:ext cx="5234940" cy="804672"/>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4C1807C1-A329-4D76-82E3-A2492F37D34D}"/>
              </a:ext>
            </a:extLst>
          </p:cNvPr>
          <p:cNvSpPr>
            <a:spLocks noGrp="1"/>
          </p:cNvSpPr>
          <p:nvPr>
            <p:ph sz="quarter" idx="20"/>
          </p:nvPr>
        </p:nvSpPr>
        <p:spPr>
          <a:xfrm>
            <a:off x="6338888" y="1628775"/>
            <a:ext cx="5235575" cy="4433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8FC2432D-577E-3640-97AF-BF775FD943D8}"/>
              </a:ext>
            </a:extLst>
          </p:cNvPr>
          <p:cNvSpPr>
            <a:spLocks noGrp="1"/>
          </p:cNvSpPr>
          <p:nvPr>
            <p:ph type="ftr" sz="quarter" idx="22"/>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9" name="Slide Number Placeholder 8">
            <a:extLst>
              <a:ext uri="{FF2B5EF4-FFF2-40B4-BE49-F238E27FC236}">
                <a16:creationId xmlns:a16="http://schemas.microsoft.com/office/drawing/2014/main" id="{9CA9E565-F5B7-1D4A-80D7-0A91592788DB}"/>
              </a:ext>
            </a:extLst>
          </p:cNvPr>
          <p:cNvSpPr>
            <a:spLocks noGrp="1"/>
          </p:cNvSpPr>
          <p:nvPr>
            <p:ph type="sldNum" sz="quarter" idx="23"/>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Tree>
    <p:extLst>
      <p:ext uri="{BB962C8B-B14F-4D97-AF65-F5344CB8AC3E}">
        <p14:creationId xmlns:p14="http://schemas.microsoft.com/office/powerpoint/2010/main" val="30333320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Narrow Photo">
    <p:bg>
      <p:bgPr>
        <a:solidFill>
          <a:schemeClr val="bg1"/>
        </a:solidFill>
        <a:effectLst/>
      </p:bgPr>
    </p:bg>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A54A5263-9E93-BF43-A15F-DBB8E60FB288}"/>
              </a:ext>
            </a:extLst>
          </p:cNvPr>
          <p:cNvSpPr>
            <a:spLocks noGrp="1"/>
          </p:cNvSpPr>
          <p:nvPr>
            <p:ph type="body" sz="quarter" idx="13" hasCustomPrompt="1"/>
          </p:nvPr>
        </p:nvSpPr>
        <p:spPr>
          <a:xfrm>
            <a:off x="606552" y="1130431"/>
            <a:ext cx="716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609600" y="5673307"/>
            <a:ext cx="7162800" cy="365760"/>
          </a:xfrm>
        </p:spPr>
        <p:txBody>
          <a:bodyPr anchor="b">
            <a:noAutofit/>
          </a:bodyPr>
          <a:lstStyle>
            <a:lvl1pPr marL="0" indent="0">
              <a:lnSpc>
                <a:spcPts val="1200"/>
              </a:lnSpc>
              <a:spcAft>
                <a:spcPts val="0"/>
              </a:spcAft>
              <a:buNone/>
              <a:defRPr sz="1000" b="0" cap="none" baseline="0">
                <a:solidFill>
                  <a:schemeClr val="tx1"/>
                </a:solidFill>
                <a:latin typeface="+mn-lt"/>
                <a:cs typeface="Calibri" panose="020F0502020204030204" pitchFamily="34" charset="0"/>
              </a:defRPr>
            </a:lvl1pPr>
          </a:lstStyle>
          <a:p>
            <a:pPr lvl="0"/>
            <a:r>
              <a:rPr lang="en-GB"/>
              <a:t>Insert Reference, Source or Caption text</a:t>
            </a:r>
          </a:p>
        </p:txBody>
      </p:sp>
      <p:sp>
        <p:nvSpPr>
          <p:cNvPr id="27" name="Picture Placeholder 3">
            <a:extLst>
              <a:ext uri="{FF2B5EF4-FFF2-40B4-BE49-F238E27FC236}">
                <a16:creationId xmlns:a16="http://schemas.microsoft.com/office/drawing/2014/main" id="{6B4653AF-6DD3-47CE-92B6-B0560F7D04D9}"/>
              </a:ext>
              <a:ext uri="{C183D7F6-B498-43B3-948B-1728B52AA6E4}">
                <adec:decorative xmlns:adec="http://schemas.microsoft.com/office/drawing/2017/decorative" val="1"/>
              </a:ext>
            </a:extLst>
          </p:cNvPr>
          <p:cNvSpPr>
            <a:spLocks noGrp="1"/>
          </p:cNvSpPr>
          <p:nvPr>
            <p:ph type="pic" sz="quarter" idx="15" hasCustomPrompt="1"/>
          </p:nvPr>
        </p:nvSpPr>
        <p:spPr>
          <a:xfrm>
            <a:off x="8128000" y="-9144"/>
            <a:ext cx="4069080"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26" name="TextBox 25">
            <a:extLst>
              <a:ext uri="{FF2B5EF4-FFF2-40B4-BE49-F238E27FC236}">
                <a16:creationId xmlns:a16="http://schemas.microsoft.com/office/drawing/2014/main" id="{EDBC5502-C42F-42D3-88E6-899DA36A4255}"/>
              </a:ext>
            </a:extLst>
          </p:cNvPr>
          <p:cNvSpPr txBox="1"/>
          <p:nvPr userDrawn="1"/>
        </p:nvSpPr>
        <p:spPr>
          <a:xfrm>
            <a:off x="8128000" y="6957236"/>
            <a:ext cx="4064000" cy="1015663"/>
          </a:xfrm>
          <a:prstGeom prst="rect">
            <a:avLst/>
          </a:prstGeom>
          <a:noFill/>
        </p:spPr>
        <p:txBody>
          <a:bodyPr wrap="square" rtlCol="0">
            <a:spAutoFit/>
          </a:bodyPr>
          <a:lstStyle/>
          <a:p>
            <a:r>
              <a:rPr lang="en-GB" sz="1000" b="1">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a:solidFill>
                  <a:schemeClr val="bg1">
                    <a:lumMod val="65000"/>
                  </a:schemeClr>
                </a:solidFill>
                <a:latin typeface="Calibri" panose="020F0502020204030204" pitchFamily="34" charset="0"/>
                <a:cs typeface="Calibri" panose="020F0502020204030204" pitchFamily="34" charset="0"/>
              </a:rPr>
              <a:t>https://</a:t>
            </a:r>
            <a:r>
              <a:rPr lang="en-GB" sz="1000" b="0" err="1">
                <a:solidFill>
                  <a:schemeClr val="bg1">
                    <a:lumMod val="65000"/>
                  </a:schemeClr>
                </a:solidFill>
                <a:latin typeface="Calibri" panose="020F0502020204030204" pitchFamily="34" charset="0"/>
                <a:cs typeface="Calibri" panose="020F0502020204030204" pitchFamily="34" charset="0"/>
              </a:rPr>
              <a:t>content.aveva.com</a:t>
            </a:r>
            <a:r>
              <a:rPr lang="en-GB" sz="1000" b="0">
                <a:solidFill>
                  <a:schemeClr val="bg1">
                    <a:lumMod val="65000"/>
                  </a:schemeClr>
                </a:solidFill>
                <a:latin typeface="Calibri" panose="020F0502020204030204" pitchFamily="34" charset="0"/>
                <a:cs typeface="Calibri" panose="020F0502020204030204" pitchFamily="34" charset="0"/>
              </a:rPr>
              <a:t>/ </a:t>
            </a:r>
            <a:r>
              <a:rPr lang="en-GB" sz="100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a:solidFill>
                <a:schemeClr val="bg1">
                  <a:lumMod val="65000"/>
                </a:schemeClr>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A2B82DC-8F36-3848-9653-E5135D69FA68}"/>
              </a:ext>
            </a:extLst>
          </p:cNvPr>
          <p:cNvSpPr>
            <a:spLocks noGrp="1"/>
          </p:cNvSpPr>
          <p:nvPr>
            <p:ph type="title"/>
          </p:nvPr>
        </p:nvSpPr>
        <p:spPr>
          <a:xfrm>
            <a:off x="609600" y="269096"/>
            <a:ext cx="7159752" cy="804672"/>
          </a:xfrm>
        </p:spPr>
        <p:txBody>
          <a:bodyPr/>
          <a:lstStyle/>
          <a:p>
            <a:r>
              <a:rPr lang="en-US"/>
              <a:t>Click to edit Master title style</a:t>
            </a:r>
          </a:p>
        </p:txBody>
      </p:sp>
      <p:sp>
        <p:nvSpPr>
          <p:cNvPr id="7" name="Footer Placeholder 6">
            <a:extLst>
              <a:ext uri="{FF2B5EF4-FFF2-40B4-BE49-F238E27FC236}">
                <a16:creationId xmlns:a16="http://schemas.microsoft.com/office/drawing/2014/main" id="{9D9D7F0B-21E3-9645-A7FD-04C55F6A0DB5}"/>
              </a:ext>
            </a:extLst>
          </p:cNvPr>
          <p:cNvSpPr>
            <a:spLocks noGrp="1"/>
          </p:cNvSpPr>
          <p:nvPr>
            <p:ph type="ftr" sz="quarter" idx="23"/>
          </p:nvPr>
        </p:nvSpPr>
        <p:spPr/>
        <p:txBody>
          <a:bodyPr/>
          <a:lstStyle/>
          <a:p>
            <a:r>
              <a:rPr lang="en-US"/>
              <a:t>For Internal Use Only. © 2025 AVEVA Group Limited or its subsidiaries. All rights reserved.</a:t>
            </a:r>
            <a:endParaRPr lang="en-GB"/>
          </a:p>
        </p:txBody>
      </p:sp>
      <p:sp>
        <p:nvSpPr>
          <p:cNvPr id="8" name="Slide Number Placeholder 7">
            <a:extLst>
              <a:ext uri="{FF2B5EF4-FFF2-40B4-BE49-F238E27FC236}">
                <a16:creationId xmlns:a16="http://schemas.microsoft.com/office/drawing/2014/main" id="{FC5FE75A-F24B-C849-8104-2B090C965D82}"/>
              </a:ext>
            </a:extLst>
          </p:cNvPr>
          <p:cNvSpPr>
            <a:spLocks noGrp="1"/>
          </p:cNvSpPr>
          <p:nvPr>
            <p:ph type="sldNum" sz="quarter" idx="24"/>
          </p:nvPr>
        </p:nvSpPr>
        <p:spPr/>
        <p:txBody>
          <a:bodyPr/>
          <a:lstStyle/>
          <a:p>
            <a:fld id="{267CDB12-45E5-4FD7-AE50-9CB5AFC72BA1}" type="slidenum">
              <a:rPr lang="en-GB" smtClean="0"/>
              <a:pPr/>
              <a:t>‹#›</a:t>
            </a:fld>
            <a:endParaRPr lang="en-GB"/>
          </a:p>
        </p:txBody>
      </p:sp>
      <p:sp>
        <p:nvSpPr>
          <p:cNvPr id="5" name="Content Placeholder 4">
            <a:extLst>
              <a:ext uri="{FF2B5EF4-FFF2-40B4-BE49-F238E27FC236}">
                <a16:creationId xmlns:a16="http://schemas.microsoft.com/office/drawing/2014/main" id="{32C4C915-723A-4175-9886-B5B3042C13DE}"/>
              </a:ext>
            </a:extLst>
          </p:cNvPr>
          <p:cNvSpPr>
            <a:spLocks noGrp="1"/>
          </p:cNvSpPr>
          <p:nvPr>
            <p:ph sz="quarter" idx="25"/>
          </p:nvPr>
        </p:nvSpPr>
        <p:spPr>
          <a:xfrm>
            <a:off x="609600" y="1628775"/>
            <a:ext cx="7162800" cy="40405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Online Image Placeholder 7">
            <a:extLst>
              <a:ext uri="{FF2B5EF4-FFF2-40B4-BE49-F238E27FC236}">
                <a16:creationId xmlns:a16="http://schemas.microsoft.com/office/drawing/2014/main" id="{0206A656-1958-4BF0-B3CF-3A3A6BDAAFA3}"/>
              </a:ext>
            </a:extLst>
          </p:cNvPr>
          <p:cNvSpPr>
            <a:spLocks noGrp="1"/>
          </p:cNvSpPr>
          <p:nvPr>
            <p:ph type="clipArt" sz="quarter" idx="20" hasCustomPrompt="1"/>
          </p:nvPr>
        </p:nvSpPr>
        <p:spPr>
          <a:xfrm>
            <a:off x="10422144" y="6310008"/>
            <a:ext cx="1157208" cy="262560"/>
          </a:xfrm>
          <a:blipFill>
            <a:blip r:embed="rId2"/>
            <a:stretch>
              <a:fillRect/>
            </a:stretch>
          </a:blipFill>
        </p:spPr>
        <p:txBody>
          <a:bodyPr/>
          <a:lstStyle>
            <a:lvl1pPr marL="14414" indent="0">
              <a:buFontTx/>
              <a:buNone/>
              <a:defRPr/>
            </a:lvl1pPr>
          </a:lstStyle>
          <a:p>
            <a:r>
              <a:rPr lang="en-GB"/>
              <a:t> </a:t>
            </a:r>
          </a:p>
        </p:txBody>
      </p:sp>
    </p:spTree>
    <p:extLst>
      <p:ext uri="{BB962C8B-B14F-4D97-AF65-F5344CB8AC3E}">
        <p14:creationId xmlns:p14="http://schemas.microsoft.com/office/powerpoint/2010/main" val="13069339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arrow Photo and Content">
    <p:bg>
      <p:bgPr>
        <a:solidFill>
          <a:schemeClr val="bg1"/>
        </a:solidFill>
        <a:effectLst/>
      </p:bgPr>
    </p:bg>
    <p:spTree>
      <p:nvGrpSpPr>
        <p:cNvPr id="1" name=""/>
        <p:cNvGrpSpPr/>
        <p:nvPr/>
      </p:nvGrpSpPr>
      <p:grpSpPr>
        <a:xfrm>
          <a:off x="0" y="0"/>
          <a:ext cx="0" cy="0"/>
          <a:chOff x="0" y="0"/>
          <a:chExt cx="0" cy="0"/>
        </a:xfrm>
      </p:grpSpPr>
      <p:sp>
        <p:nvSpPr>
          <p:cNvPr id="42" name="Picture Placeholder 3">
            <a:extLst>
              <a:ext uri="{FF2B5EF4-FFF2-40B4-BE49-F238E27FC236}">
                <a16:creationId xmlns:a16="http://schemas.microsoft.com/office/drawing/2014/main" id="{243575B6-5C62-4FFF-BBDA-EFD258EAD15A}"/>
              </a:ext>
              <a:ext uri="{C183D7F6-B498-43B3-948B-1728B52AA6E4}">
                <adec:decorative xmlns:adec="http://schemas.microsoft.com/office/drawing/2017/decorative" val="1"/>
              </a:ext>
            </a:extLst>
          </p:cNvPr>
          <p:cNvSpPr>
            <a:spLocks noGrp="1"/>
          </p:cNvSpPr>
          <p:nvPr>
            <p:ph type="pic" sz="quarter" idx="15" hasCustomPrompt="1"/>
          </p:nvPr>
        </p:nvSpPr>
        <p:spPr>
          <a:xfrm>
            <a:off x="-9144" y="-9144"/>
            <a:ext cx="4032504"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14" name="Text Placeholder 7">
            <a:extLst>
              <a:ext uri="{FF2B5EF4-FFF2-40B4-BE49-F238E27FC236}">
                <a16:creationId xmlns:a16="http://schemas.microsoft.com/office/drawing/2014/main" id="{4A3D1AE9-7382-3C4C-9BFD-611B5DB13146}"/>
              </a:ext>
            </a:extLst>
          </p:cNvPr>
          <p:cNvSpPr>
            <a:spLocks noGrp="1"/>
          </p:cNvSpPr>
          <p:nvPr>
            <p:ph type="body" sz="quarter" idx="13" hasCustomPrompt="1"/>
          </p:nvPr>
        </p:nvSpPr>
        <p:spPr>
          <a:xfrm>
            <a:off x="4389118" y="1125538"/>
            <a:ext cx="7193281"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4389118" y="5665258"/>
            <a:ext cx="7196328" cy="392642"/>
          </a:xfrm>
        </p:spPr>
        <p:txBody>
          <a:bodyPr anchor="b">
            <a:noAutofit/>
          </a:bodyPr>
          <a:lstStyle>
            <a:lvl1pPr marL="0" indent="0">
              <a:lnSpc>
                <a:spcPts val="1200"/>
              </a:lnSpc>
              <a:spcAft>
                <a:spcPts val="0"/>
              </a:spcAft>
              <a:buNone/>
              <a:defRPr sz="1000" b="0" cap="none" baseline="0">
                <a:solidFill>
                  <a:schemeClr val="tx1"/>
                </a:solidFill>
                <a:latin typeface="+mn-lt"/>
                <a:cs typeface="Calibri" panose="020F0502020204030204" pitchFamily="34" charset="0"/>
              </a:defRPr>
            </a:lvl1pPr>
          </a:lstStyle>
          <a:p>
            <a:pPr lvl="0"/>
            <a:r>
              <a:rPr lang="en-GB"/>
              <a:t>Insert Reference, Source or Caption text</a:t>
            </a:r>
          </a:p>
        </p:txBody>
      </p:sp>
      <p:pic>
        <p:nvPicPr>
          <p:cNvPr id="15" name="Picture 14">
            <a:extLst>
              <a:ext uri="{FF2B5EF4-FFF2-40B4-BE49-F238E27FC236}">
                <a16:creationId xmlns:a16="http://schemas.microsoft.com/office/drawing/2014/main" id="{74C69ECE-70B8-424C-8723-571A776EE1E0}"/>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422144" y="6310008"/>
            <a:ext cx="1157208" cy="262560"/>
          </a:xfrm>
          <a:prstGeom prst="rect">
            <a:avLst/>
          </a:prstGeom>
        </p:spPr>
      </p:pic>
      <p:sp>
        <p:nvSpPr>
          <p:cNvPr id="23" name="TextBox 22">
            <a:extLst>
              <a:ext uri="{FF2B5EF4-FFF2-40B4-BE49-F238E27FC236}">
                <a16:creationId xmlns:a16="http://schemas.microsoft.com/office/drawing/2014/main" id="{F44BBA1C-64EF-488A-80A5-6B063D477D15}"/>
              </a:ext>
            </a:extLst>
          </p:cNvPr>
          <p:cNvSpPr txBox="1"/>
          <p:nvPr userDrawn="1"/>
        </p:nvSpPr>
        <p:spPr>
          <a:xfrm>
            <a:off x="1" y="6957236"/>
            <a:ext cx="4064000" cy="1015663"/>
          </a:xfrm>
          <a:prstGeom prst="rect">
            <a:avLst/>
          </a:prstGeom>
          <a:noFill/>
        </p:spPr>
        <p:txBody>
          <a:bodyPr wrap="square" rtlCol="0">
            <a:spAutoFit/>
          </a:bodyPr>
          <a:lstStyle/>
          <a:p>
            <a:r>
              <a:rPr lang="en-GB" sz="1000" b="1">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a:solidFill>
                  <a:schemeClr val="bg1">
                    <a:lumMod val="65000"/>
                  </a:schemeClr>
                </a:solidFill>
                <a:latin typeface="Calibri" panose="020F0502020204030204" pitchFamily="34" charset="0"/>
                <a:cs typeface="Calibri" panose="020F0502020204030204" pitchFamily="34" charset="0"/>
              </a:rPr>
              <a:t>https://</a:t>
            </a:r>
            <a:r>
              <a:rPr lang="en-GB" sz="1000" b="0" err="1">
                <a:solidFill>
                  <a:schemeClr val="bg1">
                    <a:lumMod val="65000"/>
                  </a:schemeClr>
                </a:solidFill>
                <a:latin typeface="Calibri" panose="020F0502020204030204" pitchFamily="34" charset="0"/>
                <a:cs typeface="Calibri" panose="020F0502020204030204" pitchFamily="34" charset="0"/>
              </a:rPr>
              <a:t>content.aveva.com</a:t>
            </a:r>
            <a:r>
              <a:rPr lang="en-GB" sz="1000" b="0">
                <a:solidFill>
                  <a:schemeClr val="bg1">
                    <a:lumMod val="65000"/>
                  </a:schemeClr>
                </a:solidFill>
                <a:latin typeface="Calibri" panose="020F0502020204030204" pitchFamily="34" charset="0"/>
                <a:cs typeface="Calibri" panose="020F0502020204030204" pitchFamily="34" charset="0"/>
              </a:rPr>
              <a:t>/ </a:t>
            </a:r>
            <a:r>
              <a:rPr lang="en-GB" sz="100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a:solidFill>
                <a:schemeClr val="bg1">
                  <a:lumMod val="65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ABFC0230-4F3A-0A49-90F7-7793BAFF4812}"/>
              </a:ext>
            </a:extLst>
          </p:cNvPr>
          <p:cNvSpPr>
            <a:spLocks noGrp="1"/>
          </p:cNvSpPr>
          <p:nvPr>
            <p:ph type="title"/>
          </p:nvPr>
        </p:nvSpPr>
        <p:spPr>
          <a:xfrm>
            <a:off x="4389118" y="267164"/>
            <a:ext cx="7196330" cy="804672"/>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3672EDD-84B5-4B37-8945-594B07631AA3}"/>
              </a:ext>
            </a:extLst>
          </p:cNvPr>
          <p:cNvSpPr>
            <a:spLocks noGrp="1"/>
          </p:cNvSpPr>
          <p:nvPr>
            <p:ph sz="quarter" idx="22"/>
          </p:nvPr>
        </p:nvSpPr>
        <p:spPr>
          <a:xfrm>
            <a:off x="4389437" y="1628775"/>
            <a:ext cx="7196328" cy="40405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4CF1127D-5A5B-BE44-AF70-B03D9874146E}"/>
              </a:ext>
            </a:extLst>
          </p:cNvPr>
          <p:cNvSpPr>
            <a:spLocks noGrp="1"/>
          </p:cNvSpPr>
          <p:nvPr>
            <p:ph type="ftr" sz="quarter" idx="24"/>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9" name="Slide Number Placeholder 8">
            <a:extLst>
              <a:ext uri="{FF2B5EF4-FFF2-40B4-BE49-F238E27FC236}">
                <a16:creationId xmlns:a16="http://schemas.microsoft.com/office/drawing/2014/main" id="{BBB8591D-EA2A-B945-9BC6-5B0694FA9821}"/>
              </a:ext>
            </a:extLst>
          </p:cNvPr>
          <p:cNvSpPr>
            <a:spLocks noGrp="1"/>
          </p:cNvSpPr>
          <p:nvPr>
            <p:ph type="sldNum" sz="quarter" idx="25"/>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47" name="TextBox 46">
            <a:extLst>
              <a:ext uri="{FF2B5EF4-FFF2-40B4-BE49-F238E27FC236}">
                <a16:creationId xmlns:a16="http://schemas.microsoft.com/office/drawing/2014/main" id="{3BD86FB8-BDE2-408D-9C9A-0307EAA33E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882EB957-D0C2-B107-3E59-AFFD904D8540}"/>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2F3E13DD-2DA7-1921-26DA-C150140DFE8E}"/>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F6807046-11D6-D7B1-6B3C-769A7C746500}"/>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AA34D6EA-248E-A686-AFB4-6116A81C7376}"/>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0" name="Rectangle 9">
              <a:extLst>
                <a:ext uri="{FF2B5EF4-FFF2-40B4-BE49-F238E27FC236}">
                  <a16:creationId xmlns:a16="http://schemas.microsoft.com/office/drawing/2014/main" id="{5E63C3F8-CD2A-EEA9-436D-C346B2798886}"/>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1" name="Oval 10">
              <a:extLst>
                <a:ext uri="{FF2B5EF4-FFF2-40B4-BE49-F238E27FC236}">
                  <a16:creationId xmlns:a16="http://schemas.microsoft.com/office/drawing/2014/main" id="{D8B7905C-472A-8E27-FEB2-41DAA8C7A90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Oval 11">
              <a:extLst>
                <a:ext uri="{FF2B5EF4-FFF2-40B4-BE49-F238E27FC236}">
                  <a16:creationId xmlns:a16="http://schemas.microsoft.com/office/drawing/2014/main" id="{A9E945B1-7829-279D-B81E-CDDDEF0A14E2}"/>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E883F092-C9D5-A823-1944-2E03B1DAD803}"/>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8" name="Oval 47">
              <a:extLst>
                <a:ext uri="{FF2B5EF4-FFF2-40B4-BE49-F238E27FC236}">
                  <a16:creationId xmlns:a16="http://schemas.microsoft.com/office/drawing/2014/main" id="{677DFF3E-8519-77E8-95B6-D5838A18EE02}"/>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49" name="Group 48">
              <a:extLst>
                <a:ext uri="{FF2B5EF4-FFF2-40B4-BE49-F238E27FC236}">
                  <a16:creationId xmlns:a16="http://schemas.microsoft.com/office/drawing/2014/main" id="{37072FD4-7FAF-D49B-7F8E-B2F80D31262D}"/>
                </a:ext>
              </a:extLst>
            </p:cNvPr>
            <p:cNvGrpSpPr/>
            <p:nvPr userDrawn="1"/>
          </p:nvGrpSpPr>
          <p:grpSpPr>
            <a:xfrm>
              <a:off x="12500773" y="3802778"/>
              <a:ext cx="971741" cy="1940780"/>
              <a:chOff x="12431200" y="2678506"/>
              <a:chExt cx="971741" cy="1940780"/>
            </a:xfrm>
          </p:grpSpPr>
          <p:sp>
            <p:nvSpPr>
              <p:cNvPr id="53" name="Rectangle 52">
                <a:extLst>
                  <a:ext uri="{FF2B5EF4-FFF2-40B4-BE49-F238E27FC236}">
                    <a16:creationId xmlns:a16="http://schemas.microsoft.com/office/drawing/2014/main" id="{5E896C1D-3EBC-8482-CC02-36B14B5E4D67}"/>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54" name="Oval 53">
                <a:extLst>
                  <a:ext uri="{FF2B5EF4-FFF2-40B4-BE49-F238E27FC236}">
                    <a16:creationId xmlns:a16="http://schemas.microsoft.com/office/drawing/2014/main" id="{3F40E5F4-49B9-1FBC-E941-1C158BDC720B}"/>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5" name="Oval 54">
                <a:extLst>
                  <a:ext uri="{FF2B5EF4-FFF2-40B4-BE49-F238E27FC236}">
                    <a16:creationId xmlns:a16="http://schemas.microsoft.com/office/drawing/2014/main" id="{F20A40E6-76B3-5F28-9200-57D8A32C3262}"/>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6" name="Oval 55">
                <a:extLst>
                  <a:ext uri="{FF2B5EF4-FFF2-40B4-BE49-F238E27FC236}">
                    <a16:creationId xmlns:a16="http://schemas.microsoft.com/office/drawing/2014/main" id="{D30B1F4F-E88C-6564-E643-DFD23DF1524A}"/>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7" name="Oval 56">
                <a:extLst>
                  <a:ext uri="{FF2B5EF4-FFF2-40B4-BE49-F238E27FC236}">
                    <a16:creationId xmlns:a16="http://schemas.microsoft.com/office/drawing/2014/main" id="{7101AF53-1399-29D4-27A9-B2EC1F6CE5B7}"/>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8" name="Oval 57">
                <a:extLst>
                  <a:ext uri="{FF2B5EF4-FFF2-40B4-BE49-F238E27FC236}">
                    <a16:creationId xmlns:a16="http://schemas.microsoft.com/office/drawing/2014/main" id="{45349D17-CEC2-3F83-42AA-41A57B0722F3}"/>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9" name="Oval 58">
                <a:extLst>
                  <a:ext uri="{FF2B5EF4-FFF2-40B4-BE49-F238E27FC236}">
                    <a16:creationId xmlns:a16="http://schemas.microsoft.com/office/drawing/2014/main" id="{C5E399E2-3D01-51F3-09B2-65896FD207C3}"/>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50" name="TextBox 49">
              <a:extLst>
                <a:ext uri="{FF2B5EF4-FFF2-40B4-BE49-F238E27FC236}">
                  <a16:creationId xmlns:a16="http://schemas.microsoft.com/office/drawing/2014/main" id="{26403158-825A-866A-A06B-ACE7887D9C37}"/>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51" name="Picture 50">
              <a:extLst>
                <a:ext uri="{FF2B5EF4-FFF2-40B4-BE49-F238E27FC236}">
                  <a16:creationId xmlns:a16="http://schemas.microsoft.com/office/drawing/2014/main" id="{9004B64C-CC0E-4EB1-042B-96096FECD94F}"/>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52" name="Rectangle 51">
              <a:extLst>
                <a:ext uri="{FF2B5EF4-FFF2-40B4-BE49-F238E27FC236}">
                  <a16:creationId xmlns:a16="http://schemas.microsoft.com/office/drawing/2014/main" id="{8DC2F8FD-5D26-2DBE-9BFB-B862C7FA3267}"/>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6818853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Large Photo">
    <p:bg>
      <p:bgPr>
        <a:solidFill>
          <a:schemeClr val="tx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BAA8A37-C902-D64B-A0D2-C155BACAA75D}"/>
              </a:ext>
              <a:ext uri="{C183D7F6-B498-43B3-948B-1728B52AA6E4}">
                <adec:decorative xmlns:adec="http://schemas.microsoft.com/office/drawing/2017/decorative" val="1"/>
              </a:ext>
            </a:extLst>
          </p:cNvPr>
          <p:cNvSpPr>
            <a:spLocks noGrp="1"/>
          </p:cNvSpPr>
          <p:nvPr>
            <p:ph type="pic" sz="quarter" idx="15" hasCustomPrompt="1"/>
          </p:nvPr>
        </p:nvSpPr>
        <p:spPr>
          <a:xfrm>
            <a:off x="-9144" y="-9144"/>
            <a:ext cx="12207240" cy="6879600"/>
          </a:xfrm>
          <a:prstGeom prst="rect">
            <a:avLst/>
          </a:prstGeom>
          <a:gradFill>
            <a:gsLst>
              <a:gs pos="25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7" name="Online Image Placeholder 7">
            <a:extLst>
              <a:ext uri="{FF2B5EF4-FFF2-40B4-BE49-F238E27FC236}">
                <a16:creationId xmlns:a16="http://schemas.microsoft.com/office/drawing/2014/main" id="{BC64D873-B6D7-4E41-8389-BFCC22FB4C5A}"/>
              </a:ext>
            </a:extLst>
          </p:cNvPr>
          <p:cNvSpPr>
            <a:spLocks noGrp="1"/>
          </p:cNvSpPr>
          <p:nvPr>
            <p:ph type="clipArt" sz="quarter" idx="20" hasCustomPrompt="1"/>
          </p:nvPr>
        </p:nvSpPr>
        <p:spPr>
          <a:xfrm>
            <a:off x="10422144" y="6310008"/>
            <a:ext cx="1157208" cy="262560"/>
          </a:xfrm>
          <a:blipFill>
            <a:blip r:embed="rId2"/>
            <a:stretch>
              <a:fillRect/>
            </a:stretch>
          </a:blipFill>
        </p:spPr>
        <p:txBody>
          <a:bodyPr/>
          <a:lstStyle>
            <a:lvl1pPr marL="14414" indent="0">
              <a:buFontTx/>
              <a:buNone/>
              <a:defRPr/>
            </a:lvl1pPr>
          </a:lstStyle>
          <a:p>
            <a:r>
              <a:rPr lang="en-GB"/>
              <a:t> </a:t>
            </a:r>
          </a:p>
        </p:txBody>
      </p:sp>
      <p:sp>
        <p:nvSpPr>
          <p:cNvPr id="35" name="Footer Placeholder 34">
            <a:extLst>
              <a:ext uri="{FF2B5EF4-FFF2-40B4-BE49-F238E27FC236}">
                <a16:creationId xmlns:a16="http://schemas.microsoft.com/office/drawing/2014/main" id="{937FDBC0-9928-2941-A57C-F584CC6240C9}"/>
              </a:ext>
            </a:extLst>
          </p:cNvPr>
          <p:cNvSpPr>
            <a:spLocks noGrp="1"/>
          </p:cNvSpPr>
          <p:nvPr>
            <p:ph type="ftr" sz="quarter" idx="22"/>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36" name="Slide Number Placeholder 35">
            <a:extLst>
              <a:ext uri="{FF2B5EF4-FFF2-40B4-BE49-F238E27FC236}">
                <a16:creationId xmlns:a16="http://schemas.microsoft.com/office/drawing/2014/main" id="{EF8C9E19-6C1E-A843-913C-4518C8C89B7C}"/>
              </a:ext>
            </a:extLst>
          </p:cNvPr>
          <p:cNvSpPr>
            <a:spLocks noGrp="1"/>
          </p:cNvSpPr>
          <p:nvPr>
            <p:ph type="sldNum" sz="quarter" idx="23"/>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64" name="TextBox 63">
            <a:extLst>
              <a:ext uri="{FF2B5EF4-FFF2-40B4-BE49-F238E27FC236}">
                <a16:creationId xmlns:a16="http://schemas.microsoft.com/office/drawing/2014/main" id="{97B5313E-12DB-4137-96D6-BED0CAEF0161}"/>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E23D696A-8A66-6375-3C2C-20201F696E91}"/>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1F2D5AE3-A05F-26DB-1F97-2C1CC1939D26}"/>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B96963C6-7C1B-3080-4FB0-60F8E0C9454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3C8F6170-0A21-B21D-6406-280CB32FD3E7}"/>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3EFB5CCC-313F-D26C-7BF5-D6C42C080E0C}"/>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9" name="Oval 8">
              <a:extLst>
                <a:ext uri="{FF2B5EF4-FFF2-40B4-BE49-F238E27FC236}">
                  <a16:creationId xmlns:a16="http://schemas.microsoft.com/office/drawing/2014/main" id="{C64BD031-53F7-6CB2-5FFF-37D9B60D0A0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0" name="Oval 9">
              <a:extLst>
                <a:ext uri="{FF2B5EF4-FFF2-40B4-BE49-F238E27FC236}">
                  <a16:creationId xmlns:a16="http://schemas.microsoft.com/office/drawing/2014/main" id="{F9C7B803-CD1D-3E5C-F830-4B470456A934}"/>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3BA1914F-AC70-04C2-7818-C3C641150219}"/>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Oval 11">
              <a:extLst>
                <a:ext uri="{FF2B5EF4-FFF2-40B4-BE49-F238E27FC236}">
                  <a16:creationId xmlns:a16="http://schemas.microsoft.com/office/drawing/2014/main" id="{39D3E1F0-3F07-6CB5-659C-8321C9A36B62}"/>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3" name="Group 12">
              <a:extLst>
                <a:ext uri="{FF2B5EF4-FFF2-40B4-BE49-F238E27FC236}">
                  <a16:creationId xmlns:a16="http://schemas.microsoft.com/office/drawing/2014/main" id="{4F9705AF-2E9F-09B8-E6AA-0B0D4BDD416D}"/>
                </a:ext>
              </a:extLst>
            </p:cNvPr>
            <p:cNvGrpSpPr/>
            <p:nvPr userDrawn="1"/>
          </p:nvGrpSpPr>
          <p:grpSpPr>
            <a:xfrm>
              <a:off x="12500773" y="3802778"/>
              <a:ext cx="971741" cy="1940780"/>
              <a:chOff x="12431200" y="2678506"/>
              <a:chExt cx="971741" cy="1940780"/>
            </a:xfrm>
          </p:grpSpPr>
          <p:sp>
            <p:nvSpPr>
              <p:cNvPr id="17" name="Rectangle 16">
                <a:extLst>
                  <a:ext uri="{FF2B5EF4-FFF2-40B4-BE49-F238E27FC236}">
                    <a16:creationId xmlns:a16="http://schemas.microsoft.com/office/drawing/2014/main" id="{4EE9D3F6-8611-3096-AD4E-E6BD2F54D762}"/>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18" name="Oval 17">
                <a:extLst>
                  <a:ext uri="{FF2B5EF4-FFF2-40B4-BE49-F238E27FC236}">
                    <a16:creationId xmlns:a16="http://schemas.microsoft.com/office/drawing/2014/main" id="{3FC97EA9-B657-FDA7-7084-A714F2221171}"/>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5ED788DD-BD3C-82F8-3C06-07D23B050CD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9BC8EDF3-7332-C1EE-7E27-753F79A7D33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F044E596-9405-33BE-04C0-4A3554EEB1C1}"/>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56E94C23-9F74-AA35-4EE4-264018BF46DC}"/>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AF690B1A-AFDD-6E21-1A0A-4B528B4DE7C6}"/>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4" name="TextBox 13">
              <a:extLst>
                <a:ext uri="{FF2B5EF4-FFF2-40B4-BE49-F238E27FC236}">
                  <a16:creationId xmlns:a16="http://schemas.microsoft.com/office/drawing/2014/main" id="{83A7DB82-77F7-09B0-E325-1693A026806F}"/>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15" name="Picture 14">
              <a:extLst>
                <a:ext uri="{FF2B5EF4-FFF2-40B4-BE49-F238E27FC236}">
                  <a16:creationId xmlns:a16="http://schemas.microsoft.com/office/drawing/2014/main" id="{C5E035D5-47BC-6427-5264-986CF2240882}"/>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16" name="Rectangle 15">
              <a:extLst>
                <a:ext uri="{FF2B5EF4-FFF2-40B4-BE49-F238E27FC236}">
                  <a16:creationId xmlns:a16="http://schemas.microsoft.com/office/drawing/2014/main" id="{5DE5996E-08E0-5A89-B13A-DACD7ED4685A}"/>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0898812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uotation - Dark">
    <p:bg>
      <p:bgPr>
        <a:gradFill>
          <a:gsLst>
            <a:gs pos="25000">
              <a:schemeClr val="tx2"/>
            </a:gs>
            <a:gs pos="100000">
              <a:schemeClr val="accent1"/>
            </a:gs>
          </a:gsLst>
          <a:lin ang="2700000" scaled="0"/>
        </a:gra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86E52A5-4EFD-4CDC-84A0-69CD15B152A9}"/>
              </a:ext>
            </a:extLst>
          </p:cNvPr>
          <p:cNvSpPr>
            <a:spLocks noGrp="1"/>
          </p:cNvSpPr>
          <p:nvPr>
            <p:ph type="body" sz="quarter" idx="13"/>
          </p:nvPr>
        </p:nvSpPr>
        <p:spPr>
          <a:xfrm>
            <a:off x="1572767" y="1783080"/>
            <a:ext cx="9043416" cy="2713037"/>
          </a:xfrm>
        </p:spPr>
        <p:txBody>
          <a:bodyPr anchor="ctr"/>
          <a:lstStyle>
            <a:lvl1pPr marL="0" indent="0" algn="ctr">
              <a:lnSpc>
                <a:spcPct val="90000"/>
              </a:lnSpc>
              <a:buFontTx/>
              <a:buNone/>
              <a:defRPr sz="3600" b="0" i="0">
                <a:solidFill>
                  <a:schemeClr val="bg1"/>
                </a:solidFill>
                <a:latin typeface="+mj-lt"/>
              </a:defRPr>
            </a:lvl1pPr>
            <a:lvl2pPr marL="0" indent="0" algn="ctr">
              <a:lnSpc>
                <a:spcPct val="90000"/>
              </a:lnSpc>
              <a:spcBef>
                <a:spcPts val="3500"/>
              </a:spcBef>
              <a:spcAft>
                <a:spcPts val="0"/>
              </a:spcAft>
              <a:buFontTx/>
              <a:buNone/>
              <a:defRPr sz="1800">
                <a:solidFill>
                  <a:schemeClr val="bg1"/>
                </a:solidFill>
                <a:latin typeface="+mn-lt"/>
              </a:defRPr>
            </a:lvl2pPr>
            <a:lvl3pPr marL="576662" indent="0">
              <a:buFontTx/>
              <a:buNone/>
              <a:defRPr>
                <a:solidFill>
                  <a:schemeClr val="bg1"/>
                </a:solidFill>
              </a:defRPr>
            </a:lvl3pPr>
            <a:lvl4pPr marL="863600" indent="0">
              <a:buFontTx/>
              <a:buNone/>
              <a:defRPr>
                <a:solidFill>
                  <a:schemeClr val="bg1"/>
                </a:solidFill>
              </a:defRPr>
            </a:lvl4pPr>
            <a:lvl5pPr marL="1152525" indent="0">
              <a:buFontTx/>
              <a:buNone/>
              <a:defRPr>
                <a:solidFill>
                  <a:schemeClr val="bg1"/>
                </a:solidFill>
              </a:defRPr>
            </a:lvl5pPr>
          </a:lstStyle>
          <a:p>
            <a:pPr lvl="0"/>
            <a:r>
              <a:rPr lang="en-US"/>
              <a:t>Click to edit Master text styles</a:t>
            </a:r>
          </a:p>
          <a:p>
            <a:pPr lvl="1"/>
            <a:r>
              <a:rPr lang="en-US"/>
              <a:t>Second level</a:t>
            </a:r>
          </a:p>
        </p:txBody>
      </p:sp>
      <p:grpSp>
        <p:nvGrpSpPr>
          <p:cNvPr id="11" name="Group 4">
            <a:extLst>
              <a:ext uri="{FF2B5EF4-FFF2-40B4-BE49-F238E27FC236}">
                <a16:creationId xmlns:a16="http://schemas.microsoft.com/office/drawing/2014/main" id="{7F7D4FFE-D0F0-447C-B732-E83D8A2B88C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2" name="Freeform 5">
              <a:extLst>
                <a:ext uri="{FF2B5EF4-FFF2-40B4-BE49-F238E27FC236}">
                  <a16:creationId xmlns:a16="http://schemas.microsoft.com/office/drawing/2014/main" id="{A9D6C45B-AB0A-42F2-A8B1-EF173835B96A}"/>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3C1046CE-F8D6-46C6-BCC0-593C7932C847}"/>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2E28D404-3216-46E4-9244-0094820F756E}"/>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5C45158B-20BA-48A4-82DA-563BA44CBFBB}"/>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2FAAEA42-D27B-458D-B3FB-6D5FF8C8C8CF}"/>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0">
              <a:extLst>
                <a:ext uri="{FF2B5EF4-FFF2-40B4-BE49-F238E27FC236}">
                  <a16:creationId xmlns:a16="http://schemas.microsoft.com/office/drawing/2014/main" id="{0A0E7B91-E440-4B18-8D03-966A228F0F9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D2D49480-1518-4ED0-8163-10BFEE43748E}"/>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B8EBE62E-B597-204A-8006-7CA5870BD8B6}"/>
              </a:ext>
            </a:extLst>
          </p:cNvPr>
          <p:cNvSpPr>
            <a:spLocks noGrp="1"/>
          </p:cNvSpPr>
          <p:nvPr>
            <p:ph type="ftr" sz="quarter" idx="15"/>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4" name="Slide Number Placeholder 3">
            <a:extLst>
              <a:ext uri="{FF2B5EF4-FFF2-40B4-BE49-F238E27FC236}">
                <a16:creationId xmlns:a16="http://schemas.microsoft.com/office/drawing/2014/main" id="{8EA9D2F9-C526-8043-AE25-01D74215FFAB}"/>
              </a:ext>
            </a:extLst>
          </p:cNvPr>
          <p:cNvSpPr>
            <a:spLocks noGrp="1"/>
          </p:cNvSpPr>
          <p:nvPr>
            <p:ph type="sldNum" sz="quarter" idx="16"/>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70" name="TextBox 69">
            <a:extLst>
              <a:ext uri="{FF2B5EF4-FFF2-40B4-BE49-F238E27FC236}">
                <a16:creationId xmlns:a16="http://schemas.microsoft.com/office/drawing/2014/main" id="{15B1906B-81AB-41E4-B957-141F333C8AC5}"/>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B1A52201-C4E5-F6D0-AEEC-556391FA036C}"/>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1B9F7A15-9A83-3C74-745D-08CF0B3948B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7D21937F-2E69-AC8D-BDCA-8952334247E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262BE45F-C295-E23C-1A9A-16A2A0E6A1C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52CCC806-2DBA-4609-A6FA-AB5FF5D03F1E}"/>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59CAB116-B5ED-1D80-8B2F-25E4797E9456}"/>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B7867309-F270-45BF-BF68-73B0B86C1670}"/>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1A240449-6BE4-CAE3-5168-4482E288D429}"/>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280BE9F6-D942-3880-3994-D03F32460A0A}"/>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AF0E3596-2134-9616-4EA1-ECD07B263095}"/>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B642FDD1-AEF2-31BC-8BE0-EB38030CBE5D}"/>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471C393E-DD29-A336-EC48-05588D65E4C0}"/>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90A910A4-3AC3-6A8B-4FD3-35D51ABE62E0}"/>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261008E8-5ACC-08BF-7813-71316A2FD28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5FE26C4F-8451-0F5F-584A-727F6BED6495}"/>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8F0D02CC-1F25-D1D1-2849-480A8837388E}"/>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43901AA9-21FB-D614-E408-B6607A0C77FB}"/>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DA70FB2F-D751-C8F4-BB63-994656429BB6}"/>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3727492B-91A7-9420-93ED-47A60656E4A1}"/>
                </a:ext>
              </a:extLst>
            </p:cNvPr>
            <p:cNvPicPr>
              <a:picLocks noChangeAspect="1"/>
            </p:cNvPicPr>
            <p:nvPr userDrawn="1"/>
          </p:nvPicPr>
          <p:blipFill>
            <a:blip r:embed="rId2"/>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0BF5B87E-5393-7080-E528-42CDF65FF13A}"/>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4344455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07CF30F0-D477-5341-B92C-2C107A8F94B1}"/>
              </a:ext>
            </a:extLst>
          </p:cNvPr>
          <p:cNvSpPr>
            <a:spLocks noGrp="1"/>
          </p:cNvSpPr>
          <p:nvPr>
            <p:ph type="body" sz="quarter" idx="13" hasCustomPrompt="1"/>
          </p:nvPr>
        </p:nvSpPr>
        <p:spPr>
          <a:xfrm>
            <a:off x="609600" y="1130706"/>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a:t>Optional Subtitle</a:t>
            </a:r>
          </a:p>
        </p:txBody>
      </p:sp>
      <p:sp>
        <p:nvSpPr>
          <p:cNvPr id="3" name="Title 2">
            <a:extLst>
              <a:ext uri="{FF2B5EF4-FFF2-40B4-BE49-F238E27FC236}">
                <a16:creationId xmlns:a16="http://schemas.microsoft.com/office/drawing/2014/main" id="{4B09B95D-1CBD-6F48-94CF-40A74FC9917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EC481AD-9FF0-5449-975D-C622F0ACF19F}"/>
              </a:ext>
            </a:extLst>
          </p:cNvPr>
          <p:cNvSpPr>
            <a:spLocks noGrp="1"/>
          </p:cNvSpPr>
          <p:nvPr>
            <p:ph type="ftr" sz="quarter" idx="15"/>
          </p:nvPr>
        </p:nvSpPr>
        <p:spPr/>
        <p:txBody>
          <a:bodyPr/>
          <a:lstStyle/>
          <a:p>
            <a:r>
              <a:rPr lang="en-US"/>
              <a:t>For Internal Use Only. © 2025 AVEVA Group Limited or its subsidiaries. All rights reserved.</a:t>
            </a:r>
            <a:endParaRPr lang="en-GB"/>
          </a:p>
        </p:txBody>
      </p:sp>
      <p:sp>
        <p:nvSpPr>
          <p:cNvPr id="6" name="Slide Number Placeholder 5">
            <a:extLst>
              <a:ext uri="{FF2B5EF4-FFF2-40B4-BE49-F238E27FC236}">
                <a16:creationId xmlns:a16="http://schemas.microsoft.com/office/drawing/2014/main" id="{6D1562B2-AD6B-E34C-ACCC-70A6B537DD30}"/>
              </a:ext>
            </a:extLst>
          </p:cNvPr>
          <p:cNvSpPr>
            <a:spLocks noGrp="1"/>
          </p:cNvSpPr>
          <p:nvPr>
            <p:ph type="sldNum" sz="quarter" idx="16"/>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8718515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9BF2-C511-CA46-BDD2-C36BEE350D4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4C19AC21-1CD0-2542-848F-A9D2CBADC0B4}"/>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
        <p:nvSpPr>
          <p:cNvPr id="6" name="Slide Number Placeholder 5">
            <a:extLst>
              <a:ext uri="{FF2B5EF4-FFF2-40B4-BE49-F238E27FC236}">
                <a16:creationId xmlns:a16="http://schemas.microsoft.com/office/drawing/2014/main" id="{F25690AC-7E6A-0C4D-BA31-49C380A7F649}"/>
              </a:ext>
            </a:extLst>
          </p:cNvPr>
          <p:cNvSpPr>
            <a:spLocks noGrp="1"/>
          </p:cNvSpPr>
          <p:nvPr>
            <p:ph type="sldNum" sz="quarter" idx="12"/>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26006564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0F91E29F-0029-8941-A2E4-13B078A90B87}"/>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
        <p:nvSpPr>
          <p:cNvPr id="8" name="Slide Number Placeholder 7">
            <a:extLst>
              <a:ext uri="{FF2B5EF4-FFF2-40B4-BE49-F238E27FC236}">
                <a16:creationId xmlns:a16="http://schemas.microsoft.com/office/drawing/2014/main" id="{D81BEA3A-0FEC-6941-95DC-E2C7AA751595}"/>
              </a:ext>
            </a:extLst>
          </p:cNvPr>
          <p:cNvSpPr>
            <a:spLocks noGrp="1"/>
          </p:cNvSpPr>
          <p:nvPr>
            <p:ph type="sldNum" sz="quarter" idx="12"/>
          </p:nvPr>
        </p:nvSpPr>
        <p:spPr/>
        <p:txBody>
          <a:bodyPr/>
          <a:lstStyle/>
          <a:p>
            <a:fld id="{267CDB12-45E5-4FD7-AE50-9CB5AFC72BA1}" type="slidenum">
              <a:rPr lang="en-GB" smtClean="0"/>
              <a:pPr/>
              <a:t>‹#›</a:t>
            </a:fld>
            <a:endParaRPr lang="en-GB"/>
          </a:p>
        </p:txBody>
      </p:sp>
      <p:grpSp>
        <p:nvGrpSpPr>
          <p:cNvPr id="10" name="Group 4">
            <a:extLst>
              <a:ext uri="{FF2B5EF4-FFF2-40B4-BE49-F238E27FC236}">
                <a16:creationId xmlns:a16="http://schemas.microsoft.com/office/drawing/2014/main" id="{0AE8FD8C-4215-460A-999B-552FB066D5E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1" name="Freeform 5">
              <a:extLst>
                <a:ext uri="{FF2B5EF4-FFF2-40B4-BE49-F238E27FC236}">
                  <a16:creationId xmlns:a16="http://schemas.microsoft.com/office/drawing/2014/main" id="{EFB39AD8-C733-4EF2-942B-818BF5E7C796}"/>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396C73B0-9345-4EDB-94B1-6AA1026B27CE}"/>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4FA550DC-B86E-432B-A291-49D83FE55056}"/>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60BF4E1-7DCF-4D69-9472-FB81EC6A8887}"/>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7338B91A-7618-4161-A6DE-658CFD035279}"/>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D1486F2D-D4AA-4C1C-BBD2-8B3FF08BD309}"/>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D7B798E7-5BDE-4817-81D3-CA68475DB2E4}"/>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69" name="TextBox 68">
            <a:extLst>
              <a:ext uri="{FF2B5EF4-FFF2-40B4-BE49-F238E27FC236}">
                <a16:creationId xmlns:a16="http://schemas.microsoft.com/office/drawing/2014/main" id="{61FEB41C-17FA-4EBB-91E9-E816E4D14A11}"/>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6DAFF116-17FD-EF3B-9913-ECA59236A4BA}"/>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F94DFB41-DA50-1A8F-62DC-4B85420B2070}"/>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 name="Oval 3">
              <a:extLst>
                <a:ext uri="{FF2B5EF4-FFF2-40B4-BE49-F238E27FC236}">
                  <a16:creationId xmlns:a16="http://schemas.microsoft.com/office/drawing/2014/main" id="{4AC4CB66-0FA5-829B-09D8-FF86679FBDBD}"/>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DA67748C-43B4-28A9-EA18-F31F13E12252}"/>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Rectangle 5">
              <a:extLst>
                <a:ext uri="{FF2B5EF4-FFF2-40B4-BE49-F238E27FC236}">
                  <a16:creationId xmlns:a16="http://schemas.microsoft.com/office/drawing/2014/main" id="{9F3D7DE1-5AA4-4A7C-5FFE-744AD1D680EE}"/>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9" name="Oval 8">
              <a:extLst>
                <a:ext uri="{FF2B5EF4-FFF2-40B4-BE49-F238E27FC236}">
                  <a16:creationId xmlns:a16="http://schemas.microsoft.com/office/drawing/2014/main" id="{812EE21B-7189-CA55-97E0-85B2B0A06AB4}"/>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220D9882-5F25-7924-E331-60741774EF88}"/>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E6740206-A92D-B56C-1FAD-1A00752EDBC8}"/>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C3B67673-EC50-4D35-FE30-F345355488F5}"/>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1" name="Group 20">
              <a:extLst>
                <a:ext uri="{FF2B5EF4-FFF2-40B4-BE49-F238E27FC236}">
                  <a16:creationId xmlns:a16="http://schemas.microsoft.com/office/drawing/2014/main" id="{8EF7A5C8-B046-D430-CD7D-8BB3D1551609}"/>
                </a:ext>
              </a:extLst>
            </p:cNvPr>
            <p:cNvGrpSpPr/>
            <p:nvPr userDrawn="1"/>
          </p:nvGrpSpPr>
          <p:grpSpPr>
            <a:xfrm>
              <a:off x="12500773" y="3802778"/>
              <a:ext cx="971741" cy="1940780"/>
              <a:chOff x="12431200" y="2678506"/>
              <a:chExt cx="971741" cy="1940780"/>
            </a:xfrm>
          </p:grpSpPr>
          <p:sp>
            <p:nvSpPr>
              <p:cNvPr id="25" name="Rectangle 24">
                <a:extLst>
                  <a:ext uri="{FF2B5EF4-FFF2-40B4-BE49-F238E27FC236}">
                    <a16:creationId xmlns:a16="http://schemas.microsoft.com/office/drawing/2014/main" id="{90491830-8158-BDB3-D220-FE3172F39FAF}"/>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6" name="Oval 25">
                <a:extLst>
                  <a:ext uri="{FF2B5EF4-FFF2-40B4-BE49-F238E27FC236}">
                    <a16:creationId xmlns:a16="http://schemas.microsoft.com/office/drawing/2014/main" id="{08A2B57D-71DB-DAA3-6270-96A5E913EFB7}"/>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F9B2E4FB-2193-4F7C-6474-26D11844FD7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17AFBF16-8916-D930-F9EB-1EC3D643D08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01F66FE5-BB39-EFEF-59B0-210830A064AE}"/>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7C00A0B3-70EB-74FF-150F-494415B5C4D0}"/>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BD943BC-DE7B-CF84-B671-5B8801EAF05A}"/>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2" name="TextBox 21">
              <a:extLst>
                <a:ext uri="{FF2B5EF4-FFF2-40B4-BE49-F238E27FC236}">
                  <a16:creationId xmlns:a16="http://schemas.microsoft.com/office/drawing/2014/main" id="{7984DAEC-BBC4-9467-26B3-AB73999F692B}"/>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3" name="Picture 22">
              <a:extLst>
                <a:ext uri="{FF2B5EF4-FFF2-40B4-BE49-F238E27FC236}">
                  <a16:creationId xmlns:a16="http://schemas.microsoft.com/office/drawing/2014/main" id="{8485B77F-EBD4-45C3-4B92-36CA3E9A327F}"/>
                </a:ext>
              </a:extLst>
            </p:cNvPr>
            <p:cNvPicPr>
              <a:picLocks noChangeAspect="1"/>
            </p:cNvPicPr>
            <p:nvPr userDrawn="1"/>
          </p:nvPicPr>
          <p:blipFill>
            <a:blip r:embed="rId2"/>
            <a:stretch>
              <a:fillRect/>
            </a:stretch>
          </p:blipFill>
          <p:spPr>
            <a:xfrm>
              <a:off x="14012244" y="4384548"/>
              <a:ext cx="1088171" cy="1611330"/>
            </a:xfrm>
            <a:prstGeom prst="rect">
              <a:avLst/>
            </a:prstGeom>
          </p:spPr>
        </p:pic>
        <p:sp>
          <p:nvSpPr>
            <p:cNvPr id="24" name="Rectangle 23">
              <a:extLst>
                <a:ext uri="{FF2B5EF4-FFF2-40B4-BE49-F238E27FC236}">
                  <a16:creationId xmlns:a16="http://schemas.microsoft.com/office/drawing/2014/main" id="{022A79D0-025B-9F92-E20D-45C77117F2BE}"/>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
        <p:nvSpPr>
          <p:cNvPr id="33" name="Rectangle 32">
            <a:extLst>
              <a:ext uri="{FF2B5EF4-FFF2-40B4-BE49-F238E27FC236}">
                <a16:creationId xmlns:a16="http://schemas.microsoft.com/office/drawing/2014/main" id="{54E78050-2995-102A-8AB3-DE8C86BBB6D3}"/>
              </a:ext>
            </a:extLst>
          </p:cNvPr>
          <p:cNvSpPr/>
          <p:nvPr userDrawn="1"/>
        </p:nvSpPr>
        <p:spPr>
          <a:xfrm>
            <a:off x="0" y="0"/>
            <a:ext cx="12191695" cy="6858000"/>
          </a:xfrm>
          <a:prstGeom prst="rect">
            <a:avLst/>
          </a:prstGeom>
          <a:gradFill flip="none" rotWithShape="1">
            <a:gsLst>
              <a:gs pos="0">
                <a:srgbClr val="6B04A8">
                  <a:alpha val="12000"/>
                </a:srgbClr>
              </a:gs>
              <a:gs pos="100000">
                <a:srgbClr val="6B04A8">
                  <a:alpha val="0"/>
                </a:srgbClr>
              </a:gs>
            </a:gsLst>
            <a:lin ang="189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28511603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41462-AE1A-17A0-0398-E1B6D259E8EE}"/>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E400EDB2-2080-8783-5737-F5218DEE54D6}"/>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 name="Oval 3">
              <a:extLst>
                <a:ext uri="{FF2B5EF4-FFF2-40B4-BE49-F238E27FC236}">
                  <a16:creationId xmlns:a16="http://schemas.microsoft.com/office/drawing/2014/main" id="{E8FF206E-7D9B-BBDE-6C58-EB02331717EF}"/>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F3A5E247-2DEA-EC25-E9AE-C8777C575AC2}"/>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Rectangle 5">
              <a:extLst>
                <a:ext uri="{FF2B5EF4-FFF2-40B4-BE49-F238E27FC236}">
                  <a16:creationId xmlns:a16="http://schemas.microsoft.com/office/drawing/2014/main" id="{30632BF2-32E2-CA80-FD2B-E0AA4E6991E5}"/>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7" name="Oval 6">
              <a:extLst>
                <a:ext uri="{FF2B5EF4-FFF2-40B4-BE49-F238E27FC236}">
                  <a16:creationId xmlns:a16="http://schemas.microsoft.com/office/drawing/2014/main" id="{155D74A4-A881-04EB-976E-56F906E0143A}"/>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4C3AF47F-9EF1-D6D3-AA07-3451854C569B}"/>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Oval 8">
              <a:extLst>
                <a:ext uri="{FF2B5EF4-FFF2-40B4-BE49-F238E27FC236}">
                  <a16:creationId xmlns:a16="http://schemas.microsoft.com/office/drawing/2014/main" id="{AFD1A875-B059-744A-1335-8CC9A85CD5B4}"/>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0" name="Oval 9">
              <a:extLst>
                <a:ext uri="{FF2B5EF4-FFF2-40B4-BE49-F238E27FC236}">
                  <a16:creationId xmlns:a16="http://schemas.microsoft.com/office/drawing/2014/main" id="{1AFE8DE0-B5A9-C2E9-C20C-3F4E609936AC}"/>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1" name="Group 10">
              <a:extLst>
                <a:ext uri="{FF2B5EF4-FFF2-40B4-BE49-F238E27FC236}">
                  <a16:creationId xmlns:a16="http://schemas.microsoft.com/office/drawing/2014/main" id="{C789BB8F-AF13-777C-1C46-7528D70916D7}"/>
                </a:ext>
              </a:extLst>
            </p:cNvPr>
            <p:cNvGrpSpPr/>
            <p:nvPr userDrawn="1"/>
          </p:nvGrpSpPr>
          <p:grpSpPr>
            <a:xfrm>
              <a:off x="12500773" y="3802778"/>
              <a:ext cx="971741" cy="1940780"/>
              <a:chOff x="12431200" y="2678506"/>
              <a:chExt cx="971741" cy="1940780"/>
            </a:xfrm>
          </p:grpSpPr>
          <p:sp>
            <p:nvSpPr>
              <p:cNvPr id="15" name="Rectangle 14">
                <a:extLst>
                  <a:ext uri="{FF2B5EF4-FFF2-40B4-BE49-F238E27FC236}">
                    <a16:creationId xmlns:a16="http://schemas.microsoft.com/office/drawing/2014/main" id="{935350D9-431C-495C-241C-7196A05D05BD}"/>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16" name="Oval 15">
                <a:extLst>
                  <a:ext uri="{FF2B5EF4-FFF2-40B4-BE49-F238E27FC236}">
                    <a16:creationId xmlns:a16="http://schemas.microsoft.com/office/drawing/2014/main" id="{EF65AE4B-4F89-9CB5-AD39-C855D015B2A0}"/>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37AD62BC-BE4C-E9BC-685D-E881E361282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2A002401-ECAB-13B5-76A8-59682A03C439}"/>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C6D7B5BB-2FC2-EC47-8A3F-1F67D5036F77}"/>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DFBE82E0-1A37-DC3F-5EFF-AA5E4ED32C8C}"/>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F3D4CC84-8D79-D6B9-1A26-DC272C1F0D31}"/>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2" name="TextBox 11">
              <a:extLst>
                <a:ext uri="{FF2B5EF4-FFF2-40B4-BE49-F238E27FC236}">
                  <a16:creationId xmlns:a16="http://schemas.microsoft.com/office/drawing/2014/main" id="{401A4952-D78C-3B0D-4398-69737BA783E5}"/>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13" name="Picture 12">
              <a:extLst>
                <a:ext uri="{FF2B5EF4-FFF2-40B4-BE49-F238E27FC236}">
                  <a16:creationId xmlns:a16="http://schemas.microsoft.com/office/drawing/2014/main" id="{A30B46CD-7AA9-7ADB-D78F-55D9B065EDA2}"/>
                </a:ext>
              </a:extLst>
            </p:cNvPr>
            <p:cNvPicPr>
              <a:picLocks noChangeAspect="1"/>
            </p:cNvPicPr>
            <p:nvPr userDrawn="1"/>
          </p:nvPicPr>
          <p:blipFill>
            <a:blip r:embed="rId2"/>
            <a:stretch>
              <a:fillRect/>
            </a:stretch>
          </p:blipFill>
          <p:spPr>
            <a:xfrm>
              <a:off x="14012244" y="4384548"/>
              <a:ext cx="1088171" cy="1611330"/>
            </a:xfrm>
            <a:prstGeom prst="rect">
              <a:avLst/>
            </a:prstGeom>
          </p:spPr>
        </p:pic>
        <p:sp>
          <p:nvSpPr>
            <p:cNvPr id="14" name="Rectangle 13">
              <a:extLst>
                <a:ext uri="{FF2B5EF4-FFF2-40B4-BE49-F238E27FC236}">
                  <a16:creationId xmlns:a16="http://schemas.microsoft.com/office/drawing/2014/main" id="{6B0E3046-4736-035A-1D9B-7AEAC87C4F73}"/>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
        <p:nvSpPr>
          <p:cNvPr id="23" name="Rectangle 22">
            <a:extLst>
              <a:ext uri="{FF2B5EF4-FFF2-40B4-BE49-F238E27FC236}">
                <a16:creationId xmlns:a16="http://schemas.microsoft.com/office/drawing/2014/main" id="{702EBFD8-C961-F320-38C5-44D01DB3AE84}"/>
              </a:ext>
            </a:extLst>
          </p:cNvPr>
          <p:cNvSpPr/>
          <p:nvPr userDrawn="1"/>
        </p:nvSpPr>
        <p:spPr>
          <a:xfrm>
            <a:off x="0" y="0"/>
            <a:ext cx="12191695" cy="6858000"/>
          </a:xfrm>
          <a:prstGeom prst="rect">
            <a:avLst/>
          </a:prstGeom>
          <a:gradFill flip="none" rotWithShape="1">
            <a:gsLst>
              <a:gs pos="0">
                <a:srgbClr val="6B04A8">
                  <a:alpha val="12000"/>
                </a:srgbClr>
              </a:gs>
              <a:gs pos="100000">
                <a:srgbClr val="6B04A8">
                  <a:alpha val="0"/>
                </a:srgbClr>
              </a:gs>
            </a:gsLst>
            <a:lin ang="189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39235421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0E18131A-310A-7B20-D50A-72D7928F0CA4}"/>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8B24DE73-C89E-C242-3CD8-3F8E5E766F4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B1D20A81-B0CE-ADF2-E023-0325A3995550}"/>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E5852DA6-D9E2-90C7-FECF-987DA4D98DAC}"/>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FA5C8940-835E-C817-FA2D-B41600B47228}"/>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32C4EC7A-830B-D0FF-868F-CC21B44ECCF9}"/>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18428908-58B7-55DC-B108-2019C2C2F762}"/>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995C2A07-DA6D-3ECF-55C8-C327712D0E2D}"/>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CA96133F-6CE7-56D3-C850-9D541D7DCEE9}"/>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32B93C90-ABCD-4894-9DFC-3982CD08FA9B}"/>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B45239A8-7B11-DEF0-5B89-04B1CE1A6DEC}"/>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AAEB9246-465B-762D-5605-F8115E709F42}"/>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84A44A8A-C253-8575-BE74-EC9C1CB371DD}"/>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7A0DBF4E-074C-23A1-7D53-6EA3C2D5FDF1}"/>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FA5814C8-8ABB-D789-281E-BC8BE2668355}"/>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48B9C7D-76FC-EBE9-C185-36CCC7A76770}"/>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6BCE58AD-D8D8-DC12-CBAE-7D3858513538}"/>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8D0C8F2D-93B0-89D9-7499-53808F2D290C}"/>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046689FB-55B4-D645-C0E6-6CE77248F4E9}"/>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2AB77CA-9FE6-95E0-A65F-33EE54D3B1C1}"/>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54175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tx2"/>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tx2"/>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p>
            <a:fld id="{267CDB12-45E5-4FD7-AE50-9CB5AFC72BA1}" type="slidenum">
              <a:rPr lang="en-GB" smtClean="0"/>
              <a:pPr/>
              <a:t>‹#›</a:t>
            </a:fld>
            <a:endParaRPr lang="en-GB"/>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E84D80B3-92B6-F3B6-1F2F-A7E1FB175AC7}"/>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E4693237-7479-ED6E-FDD1-232D093C394B}"/>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71CAAEEA-D471-F42E-71AC-95CBB9B2A45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D9A9EF03-2856-431D-BB0A-ECB9BA57A31E}"/>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02620746-87E6-5EAB-25DA-0EB803640FAA}"/>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6426134B-393F-BD69-86B3-9FE4A24A477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31CCC69F-4F5C-E0A7-A357-4AFDEC7F15B2}"/>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1B1CE298-2D15-5690-C81F-577AF4C9296C}"/>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BCD6E790-CBDA-F941-46AB-FD29EF03BE87}"/>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CCEC817B-90E2-4A9C-D7AD-9F7632C49131}"/>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EA145ABC-180A-D003-0469-EEC964D49A98}"/>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C9AB2778-6B5F-68F3-5582-90DAC40A0366}"/>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5125CCC-E031-872A-3AA9-33CCB014D3F5}"/>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6296D654-6FA9-A15A-1B81-37643DFE024D}"/>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CD8FBCA9-8995-CCE4-8DFD-E14AC8C800B2}"/>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B7742DF-3691-FECA-46E1-535857B0ED37}"/>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88303169-D0B9-2EC3-F5B4-8B8981EEFE75}"/>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3B03409-0D1F-6C5D-4ACE-4BFD1B718B7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8EF1D665-CEF4-5735-BB5A-7289AEAFD01C}"/>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22B5460A-6331-4210-C69D-FC5A1F221C8E}"/>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841010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2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F2BA69F9-A03D-E65B-B361-48C1BCD56B40}"/>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5ABF0EBB-5FFA-2902-4C4D-24E4D11B1C1E}"/>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832DC012-7E75-97BA-B6EA-BE19A9C3505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75562A13-1985-486B-05A0-5861A1C879E4}"/>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8739504C-4FDA-C51D-1565-E6750D9E8B39}"/>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16859F0E-2A57-1F3D-6D45-374AA6851C48}"/>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941BBCEC-FED8-CDFD-CE5C-0A4EDE9E9099}"/>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C268D3F0-DA8A-7C19-7E50-A9922F9B709F}"/>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DCF76C4E-BC52-9D36-7968-69EA1C7A8B51}"/>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412827D2-62E9-77FA-315C-0B8D5568B7F0}"/>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51A8A078-A9A5-D176-B7F2-5857C07BB90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1430623E-9A43-DA5A-E8B8-24EAF5B9D237}"/>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8E3EE10E-296F-EA39-2A20-77D693437AED}"/>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32933A6F-5A8F-306D-A1A8-76C64F6BC3A8}"/>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3E4617DE-83A3-57E6-1A01-E9D876D9495B}"/>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2C1AF2CF-13A4-EC7A-E456-387AADFC8D72}"/>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D0511DA9-3858-4700-56DC-5672A89A1E97}"/>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9882935-31FC-83FE-ABE1-053F5330294B}"/>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219158B6-7AC0-7196-7B93-529EF4DD53FB}"/>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5264A608-D6A0-AC8E-E206-837C3DD22B3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524959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tx2"/>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tx2"/>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p>
            <a:fld id="{267CDB12-45E5-4FD7-AE50-9CB5AFC72BA1}" type="slidenum">
              <a:rPr lang="en-GB" smtClean="0"/>
              <a:pPr/>
              <a:t>‹#›</a:t>
            </a:fld>
            <a:endParaRPr lang="en-GB"/>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4084DFC2-D3CE-F370-56FC-4806915DD8D4}"/>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1E03D554-5A95-AA43-7980-D8359E5C01BD}"/>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17B0A92B-D7E9-1C66-7AC0-9D7B18FA7228}"/>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87FE758D-6038-8930-59F1-4F2FC50E5277}"/>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B81E5702-DB34-3FAD-55CD-B36A670037AC}"/>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099CE05B-9640-301C-C7AA-E946FE89B989}"/>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236F9878-2621-E6CA-A364-AB1AAEDA80A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B971C6E2-E8F5-094C-5693-259ED6BE80F4}"/>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C752D7FA-9215-71E2-94A6-291917DD21C6}"/>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7C1B3601-AD0F-CA72-F7DD-F77AF7C8B385}"/>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C1995DC4-B575-1C8C-1504-F33CE11F864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03295F74-BB42-9F12-00A3-95E223AFD1CF}"/>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6E665CD5-2D2B-4E34-CFC9-7283C736734B}"/>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EEA41B1F-ECF1-EEE7-170C-D6958A62465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6A40AF06-E970-3742-52CF-B4646A630D61}"/>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5234918D-5D3A-2819-3A9C-5B71D8EFA097}"/>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CA4ABA95-30D2-BF07-E9F0-8434FFD94769}"/>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48D12D5D-ECCA-E3C1-B729-86523C44BE6D}"/>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A6C3D79B-D0EC-BE98-F57F-C08835414015}"/>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613779B5-9068-2F54-47EF-270654575464}"/>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7126191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48DC4359-0590-37D1-FEA1-78819CF83D44}"/>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8FC586A0-6C39-383D-CEE9-2E90ADEFEA66}"/>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9106AB69-278E-932E-8E85-B07DC654B04E}"/>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3AD414A0-E164-E2D5-67EF-19A84E7F9C84}"/>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A6DB8ABB-D378-946B-82DA-E5320768FB21}"/>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5653A72C-8E3B-06BA-A6D5-C07C6E999F0B}"/>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87A6A7C4-3E02-D5D4-BF89-DF2EBF3540C8}"/>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357B47CE-4F92-5B45-B9FF-7B261E963CF5}"/>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4E097B90-1A2A-6689-3640-9C75D57A367D}"/>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6008FEC0-EDDB-0541-2B2C-D7C739CAFDD4}"/>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3E895B90-B5D3-4D2C-ADC1-640B1C68C686}"/>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4DB40C13-6471-DCE8-F0A9-AF0A752D73BD}"/>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AA25098-26EA-A7B1-AE77-C6D569EB6EEE}"/>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C309ADAF-EF36-3124-AA7E-3D8C8A97DFCB}"/>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A6F03D62-18D2-8064-EBD0-C24DCE5C8F49}"/>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138FE020-6336-09C2-2CA3-9B9AC14B7088}"/>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FAD4DEB5-DAD3-C9B7-7B5A-C0455AF299DF}"/>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4B23B9F3-CF0C-B7AD-378F-4AFB226AE1C0}"/>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7971F021-1A53-9ED3-D13D-E28B314B6418}"/>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9585774-35A3-B88C-2CC2-C9B06EF427B2}"/>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61366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5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tx2"/>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tx2"/>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p>
            <a:fld id="{267CDB12-45E5-4FD7-AE50-9CB5AFC72BA1}" type="slidenum">
              <a:rPr lang="en-GB" smtClean="0"/>
              <a:pPr/>
              <a:t>‹#›</a:t>
            </a:fld>
            <a:endParaRPr lang="en-GB"/>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DB3191BD-2BF5-6C15-B68B-A410A80F781E}"/>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65BE4525-EB8F-A820-CD55-7F0DF2DB762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41EC4A14-8CE2-AB85-B0E7-613E50E6A5E2}"/>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440C0303-9554-38B9-0AF4-269892B19A1C}"/>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CF43031A-F1D1-8CAA-4310-37ADC6FAE809}"/>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D81E4DE3-2C77-4CF1-0599-1C43DEDC31B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D5709EA8-3A13-DB26-2FB0-2DC85F69B149}"/>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37FA4108-8A72-A05E-562C-69B576B4B272}"/>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C866B96B-CFBC-D568-8822-1837FB9832A0}"/>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618338A5-2E4F-16B8-C978-5398505BE179}"/>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C80BA5F5-5673-60EB-BA0C-8AEF76BEB186}"/>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55152411-A30B-F8D5-496D-835755197043}"/>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66F0773F-BCDB-2589-F803-ABDA1D9DFCB9}"/>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6B84EF4C-C6CA-5918-9F64-1646BAE3B176}"/>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2247A39E-9556-5ABE-238E-85ED4BC93F46}"/>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BFA9D7D4-4509-75CD-0ACF-53CBCEF94AD4}"/>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782D678E-F400-F147-CF30-48320F870645}"/>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1FC8C32-3BD7-37FA-94B6-4541C4BA51C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AB6FE6F1-54B8-0B3E-A5CB-7A92F60AD8DC}"/>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BFF6306E-6651-7B24-1C09-DECB789CD07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6255770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1758AD-A9E4-984C-3FD2-7A7777402165}"/>
              </a:ext>
            </a:extLst>
          </p:cNvPr>
          <p:cNvSpPr/>
          <p:nvPr userDrawn="1"/>
        </p:nvSpPr>
        <p:spPr>
          <a:xfrm>
            <a:off x="0" y="0"/>
            <a:ext cx="9103540" cy="6858000"/>
          </a:xfrm>
          <a:prstGeom prst="rect">
            <a:avLst/>
          </a:prstGeom>
          <a:gradFill>
            <a:gsLst>
              <a:gs pos="34000">
                <a:srgbClr val="6E05AA">
                  <a:alpha val="30000"/>
                </a:srgbClr>
              </a:gs>
              <a:gs pos="0">
                <a:srgbClr val="8E10C6">
                  <a:alpha val="0"/>
                </a:srgbClr>
              </a:gs>
              <a:gs pos="100000">
                <a:srgbClr val="6E05AA">
                  <a:alpha val="0"/>
                </a:srgbClr>
              </a:gs>
            </a:gsLst>
            <a:lin ang="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err="1">
              <a:solidFill>
                <a:schemeClr val="tx1"/>
              </a:solidFill>
            </a:endParaRPr>
          </a:p>
        </p:txBody>
      </p:sp>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a:solidFill>
                  <a:schemeClr val="bg1"/>
                </a:solidFill>
                <a:latin typeface="+mn-lt"/>
                <a:cs typeface="Calibri" panose="020F0502020204030204" pitchFamily="34" charset="0"/>
              </a:rPr>
              <a:t>linkedin.com/company/</a:t>
            </a:r>
            <a:r>
              <a:rPr lang="en-GB" sz="1800" b="0" err="1">
                <a:solidFill>
                  <a:schemeClr val="bg1"/>
                </a:solidFill>
                <a:latin typeface="+mn-lt"/>
                <a:cs typeface="Calibri" panose="020F0502020204030204" pitchFamily="34" charset="0"/>
              </a:rPr>
              <a:t>aveva</a:t>
            </a:r>
            <a:r>
              <a:rPr lang="en-GB" sz="1800" b="0">
                <a:solidFill>
                  <a:schemeClr val="bg1"/>
                </a:solidFill>
                <a:latin typeface="+mn-lt"/>
                <a:cs typeface="Calibri" panose="020F0502020204030204" pitchFamily="34" charset="0"/>
              </a:rPr>
              <a:t> </a:t>
            </a:r>
          </a:p>
          <a:p>
            <a:pPr>
              <a:lnSpc>
                <a:spcPct val="150000"/>
              </a:lnSpc>
            </a:pPr>
            <a:r>
              <a:rPr lang="en-GB" sz="1800" b="0" noProof="1">
                <a:solidFill>
                  <a:schemeClr val="bg1"/>
                </a:solidFill>
                <a:latin typeface="+mn-lt"/>
                <a:cs typeface="Calibri" panose="020F0502020204030204" pitchFamily="34" charset="0"/>
              </a:rPr>
              <a:t>@avevagroup</a:t>
            </a:r>
            <a:r>
              <a:rPr lang="en-GB" sz="1800" b="0">
                <a:solidFill>
                  <a:schemeClr val="bg1"/>
                </a:solidFill>
                <a:latin typeface="+mn-lt"/>
                <a:cs typeface="Calibri" panose="020F0502020204030204" pitchFamily="34" charset="0"/>
              </a:rPr>
              <a:t> </a:t>
            </a:r>
          </a:p>
        </p:txBody>
      </p:sp>
      <p:sp>
        <p:nvSpPr>
          <p:cNvPr id="74" name="TextBox 73">
            <a:extLst>
              <a:ext uri="{FF2B5EF4-FFF2-40B4-BE49-F238E27FC236}">
                <a16:creationId xmlns:a16="http://schemas.microsoft.com/office/drawing/2014/main" id="{5CC7D704-5F56-4F2C-A11C-B264B4121718}"/>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a:solidFill>
                  <a:schemeClr val="bg1"/>
                </a:solidFill>
                <a:latin typeface="+mn-lt"/>
                <a:cs typeface="Calibri" panose="020F0502020204030204" pitchFamily="34" charset="0"/>
              </a:rPr>
              <a:t>About AVEVA </a:t>
            </a:r>
          </a:p>
          <a:p>
            <a:pPr>
              <a:lnSpc>
                <a:spcPts val="1200"/>
              </a:lnSpc>
              <a:spcAft>
                <a:spcPts val="600"/>
              </a:spcAft>
            </a:pPr>
            <a:r>
              <a:rPr lang="en-US" sz="1000" spc="20">
                <a:solidFill>
                  <a:schemeClr val="bg1"/>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a:solidFill>
                  <a:schemeClr val="bg1"/>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a:solidFill>
                  <a:schemeClr val="bg1"/>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a:solidFill>
                  <a:schemeClr val="bg1"/>
                </a:solidFill>
                <a:latin typeface="+mn-lt"/>
                <a:cs typeface="Calibri" panose="020F0502020204030204" pitchFamily="34" charset="0"/>
              </a:rPr>
              <a:t>Learn more at </a:t>
            </a:r>
            <a:r>
              <a:rPr lang="en-US" sz="1000" spc="20">
                <a:solidFill>
                  <a:schemeClr val="bg1"/>
                </a:solidFill>
                <a:latin typeface="+mn-lt"/>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spc="20">
                <a:solidFill>
                  <a:schemeClr val="bg1"/>
                </a:solidFill>
                <a:latin typeface="+mn-lt"/>
                <a:cs typeface="Calibri" panose="020F0502020204030204" pitchFamily="34" charset="0"/>
              </a:rPr>
              <a:t> </a:t>
            </a:r>
            <a:endParaRPr lang="en-GB" sz="1000" b="0" spc="20">
              <a:solidFill>
                <a:schemeClr val="bg1"/>
              </a:solidFill>
              <a:latin typeface="+mn-lt"/>
              <a:cs typeface="Calibri" panose="020F0502020204030204" pitchFamily="34" charset="0"/>
            </a:endParaRP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 name="Group 2">
            <a:extLst>
              <a:ext uri="{FF2B5EF4-FFF2-40B4-BE49-F238E27FC236}">
                <a16:creationId xmlns:a16="http://schemas.microsoft.com/office/drawing/2014/main" id="{B29EC1BB-C352-7265-9FB7-66825A10FCD5}"/>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668F9F16-922C-F306-B7B8-8C50642257AC}"/>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597E19AD-C68B-5B71-008E-1044B0B92236}"/>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63514A64-2D45-87B5-2776-99B61E8519DD}"/>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0B2A6D26-0CE3-1ACA-2E79-B357C2EC7A26}"/>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07AD09EB-38F7-D704-7458-C868E5C7680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7E53BE03-C2C8-94C4-C48F-A6342CEF43C9}"/>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BFA19EB2-2914-5DDA-37F6-EB2F1AE103BB}"/>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04A64ACA-4030-BDAC-0A80-1D3254C312C4}"/>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76E22E3C-F673-9BE6-AB72-690005D273E9}"/>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F31CBAE5-370E-4541-F578-5C145C1AB1A0}"/>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48DEDADA-91DB-404F-8B3B-C807DCF627A2}"/>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B5A1FD53-F1A2-B799-CEFF-BADCF4E325F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1343E4D4-F359-A2EF-1B29-CFB2B58E71B1}"/>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548CA2D4-EA1F-139A-E04A-F94EF04AEC0A}"/>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948DEB87-5779-E4AC-1C61-8BB1793A4DF1}"/>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1974A7B8-F284-05AF-1A70-CEB5C5B1DE16}"/>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09D6623D-5B00-EE23-72D0-FCF7181F1D03}"/>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3943358F-37AA-EC84-5610-FACF83D9A071}"/>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56CA96C4-5398-87E4-19C0-C832AD84566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5427607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p>
            <a:fld id="{267CDB12-45E5-4FD7-AE50-9CB5AFC72BA1}" type="slidenum">
              <a:rPr lang="en-GB" smtClean="0"/>
              <a:pPr/>
              <a:t>‹#›</a:t>
            </a:fld>
            <a:endParaRPr lang="en-GB"/>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a:solidFill>
                  <a:schemeClr val="tx2"/>
                </a:solidFill>
                <a:latin typeface="+mn-lt"/>
                <a:cs typeface="Calibri" panose="020F0502020204030204" pitchFamily="34" charset="0"/>
              </a:rPr>
              <a:t>linkedin.com/company/</a:t>
            </a:r>
            <a:r>
              <a:rPr lang="en-GB" sz="1800" b="0" err="1">
                <a:solidFill>
                  <a:schemeClr val="tx2"/>
                </a:solidFill>
                <a:latin typeface="+mn-lt"/>
                <a:cs typeface="Calibri" panose="020F0502020204030204" pitchFamily="34" charset="0"/>
              </a:rPr>
              <a:t>aveva</a:t>
            </a:r>
            <a:r>
              <a:rPr lang="en-GB" sz="1800" b="0">
                <a:solidFill>
                  <a:schemeClr val="tx2"/>
                </a:solidFill>
                <a:latin typeface="+mn-lt"/>
                <a:cs typeface="Calibri" panose="020F0502020204030204" pitchFamily="34" charset="0"/>
              </a:rPr>
              <a:t> </a:t>
            </a:r>
          </a:p>
          <a:p>
            <a:pPr>
              <a:lnSpc>
                <a:spcPct val="150000"/>
              </a:lnSpc>
            </a:pPr>
            <a:r>
              <a:rPr lang="en-GB" sz="1800" b="0" noProof="1">
                <a:solidFill>
                  <a:schemeClr val="tx2"/>
                </a:solidFill>
                <a:latin typeface="+mn-lt"/>
                <a:cs typeface="Calibri" panose="020F0502020204030204" pitchFamily="34" charset="0"/>
              </a:rPr>
              <a:t>@avevagroup</a:t>
            </a:r>
            <a:r>
              <a:rPr lang="en-GB" sz="1800" b="0">
                <a:solidFill>
                  <a:schemeClr val="tx2"/>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6179662-44EA-7BE1-18D4-33B691394926}"/>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a:solidFill>
                  <a:schemeClr val="tx2"/>
                </a:solidFill>
                <a:latin typeface="+mn-lt"/>
                <a:cs typeface="Calibri" panose="020F0502020204030204" pitchFamily="34" charset="0"/>
              </a:rPr>
              <a:t>About AVEVA </a:t>
            </a:r>
          </a:p>
          <a:p>
            <a:pPr>
              <a:lnSpc>
                <a:spcPts val="1200"/>
              </a:lnSpc>
              <a:spcAft>
                <a:spcPts val="600"/>
              </a:spcAft>
            </a:pPr>
            <a:r>
              <a:rPr lang="en-US" sz="1000" spc="20">
                <a:solidFill>
                  <a:schemeClr val="tx2"/>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a:solidFill>
                  <a:schemeClr val="tx2"/>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a:solidFill>
                  <a:schemeClr val="tx2"/>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a:solidFill>
                  <a:schemeClr val="tx2"/>
                </a:solidFill>
                <a:latin typeface="+mn-lt"/>
                <a:cs typeface="Calibri" panose="020F0502020204030204" pitchFamily="34" charset="0"/>
              </a:rPr>
              <a:t>Learn more at </a:t>
            </a:r>
            <a:r>
              <a:rPr lang="en-US" sz="1000" kern="1200" spc="20">
                <a:solidFill>
                  <a:srgbClr val="4D69E0"/>
                </a:solidFill>
                <a:latin typeface="+mn-lt"/>
                <a:ea typeface="+mn-ea"/>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kern="1200" spc="20">
                <a:solidFill>
                  <a:srgbClr val="4D69E0"/>
                </a:solidFill>
                <a:latin typeface="+mn-lt"/>
                <a:ea typeface="+mn-ea"/>
                <a:cs typeface="Calibri" panose="020F0502020204030204" pitchFamily="34" charset="0"/>
              </a:rPr>
              <a:t> </a:t>
            </a:r>
            <a:endParaRPr lang="en-GB" sz="1000" kern="1200" spc="20">
              <a:solidFill>
                <a:srgbClr val="4D69E0"/>
              </a:solidFill>
              <a:latin typeface="+mn-lt"/>
              <a:ea typeface="+mn-ea"/>
              <a:cs typeface="Calibri" panose="020F0502020204030204" pitchFamily="34" charset="0"/>
            </a:endParaRPr>
          </a:p>
        </p:txBody>
      </p:sp>
      <p:grpSp>
        <p:nvGrpSpPr>
          <p:cNvPr id="2" name="Group 1">
            <a:extLst>
              <a:ext uri="{FF2B5EF4-FFF2-40B4-BE49-F238E27FC236}">
                <a16:creationId xmlns:a16="http://schemas.microsoft.com/office/drawing/2014/main" id="{BB2430E1-636E-EDC9-E6FC-6080540BB519}"/>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15085843-4EB3-F510-9130-16CCC29BABC4}"/>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26075EB9-3B3D-695A-279E-CD7F82007C98}"/>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30B79E33-6912-452A-9329-4E240D6FD84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E12798D0-69A6-D7AC-29D5-70D07A56F73F}"/>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BA3EC460-5EB3-010C-99E7-3B19A6F5F66A}"/>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4DD3F717-B8E7-F5D9-9EE5-464E8081D49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65FA4C4D-6112-10FC-F26B-B64C8D6861B8}"/>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44A09789-6CE7-BC2E-66A4-E62EE09F4C45}"/>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AFF3DA62-A555-64D9-8E46-BF39BB3C5024}"/>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426C6E5D-39F9-A195-2145-CC24CD35874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A9D7E05A-2FD0-78D3-BF7E-C16C2E0AF3BA}"/>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6F4056A1-6EF9-10C6-3158-4F67E33FCF84}"/>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6409B074-66DB-D368-FB19-238BC10DBB7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E2AC9F7B-11B7-B210-7C8F-1D924BA59A07}"/>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0127CBB3-FDBB-481B-D00F-2BED4746A86F}"/>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F9013E1A-7304-4322-7565-7B58FA8F1C62}"/>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28DC1FE8-6406-BAF3-24A7-15C80974A26E}"/>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D3CDCE64-0C7C-359A-B381-EA8E3082D094}"/>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95EFD596-0DA5-3B9C-C378-413B0891A2C7}"/>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42179114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a:solidFill>
                  <a:schemeClr val="bg1"/>
                </a:solidFill>
                <a:latin typeface="+mn-lt"/>
                <a:cs typeface="Calibri" panose="020F0502020204030204" pitchFamily="34" charset="0"/>
              </a:rPr>
              <a:t>linkedin.com/company/</a:t>
            </a:r>
            <a:r>
              <a:rPr lang="en-GB" sz="1800" b="0" err="1">
                <a:solidFill>
                  <a:schemeClr val="bg1"/>
                </a:solidFill>
                <a:latin typeface="+mn-lt"/>
                <a:cs typeface="Calibri" panose="020F0502020204030204" pitchFamily="34" charset="0"/>
              </a:rPr>
              <a:t>aveva</a:t>
            </a:r>
            <a:r>
              <a:rPr lang="en-GB" sz="1800" b="0">
                <a:solidFill>
                  <a:schemeClr val="bg1"/>
                </a:solidFill>
                <a:latin typeface="+mn-lt"/>
                <a:cs typeface="Calibri" panose="020F0502020204030204" pitchFamily="34" charset="0"/>
              </a:rPr>
              <a:t> </a:t>
            </a:r>
          </a:p>
          <a:p>
            <a:pPr>
              <a:lnSpc>
                <a:spcPct val="150000"/>
              </a:lnSpc>
            </a:pPr>
            <a:r>
              <a:rPr lang="en-GB" sz="1800" b="0" noProof="1">
                <a:solidFill>
                  <a:schemeClr val="bg1"/>
                </a:solidFill>
                <a:latin typeface="+mn-lt"/>
                <a:cs typeface="Calibri" panose="020F0502020204030204" pitchFamily="34" charset="0"/>
              </a:rPr>
              <a:t>@avevagroup</a:t>
            </a:r>
            <a:r>
              <a:rPr lang="en-GB" sz="1800" b="0">
                <a:solidFill>
                  <a:schemeClr val="bg1"/>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65FB058-6305-A206-ECE4-04C8E1087DB7}"/>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a:solidFill>
                  <a:schemeClr val="bg1"/>
                </a:solidFill>
                <a:latin typeface="+mn-lt"/>
                <a:cs typeface="Calibri" panose="020F0502020204030204" pitchFamily="34" charset="0"/>
              </a:rPr>
              <a:t>About AVEVA </a:t>
            </a:r>
          </a:p>
          <a:p>
            <a:pPr>
              <a:lnSpc>
                <a:spcPts val="1200"/>
              </a:lnSpc>
              <a:spcAft>
                <a:spcPts val="600"/>
              </a:spcAft>
            </a:pPr>
            <a:r>
              <a:rPr lang="en-US" sz="1000" spc="20">
                <a:solidFill>
                  <a:schemeClr val="bg1"/>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a:solidFill>
                  <a:schemeClr val="bg1"/>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a:solidFill>
                  <a:schemeClr val="bg1"/>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a:solidFill>
                  <a:schemeClr val="bg1"/>
                </a:solidFill>
                <a:latin typeface="+mn-lt"/>
                <a:cs typeface="Calibri" panose="020F0502020204030204" pitchFamily="34" charset="0"/>
              </a:rPr>
              <a:t>Learn more at </a:t>
            </a:r>
            <a:r>
              <a:rPr lang="en-US" sz="1000" spc="20">
                <a:solidFill>
                  <a:schemeClr val="bg1"/>
                </a:solidFill>
                <a:latin typeface="+mn-lt"/>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spc="20">
                <a:solidFill>
                  <a:schemeClr val="bg1"/>
                </a:solidFill>
                <a:latin typeface="+mn-lt"/>
                <a:cs typeface="Calibri" panose="020F0502020204030204" pitchFamily="34" charset="0"/>
              </a:rPr>
              <a:t> </a:t>
            </a:r>
            <a:endParaRPr lang="en-GB" sz="1000" b="0" spc="20">
              <a:solidFill>
                <a:schemeClr val="bg1"/>
              </a:solidFill>
              <a:latin typeface="+mn-lt"/>
              <a:cs typeface="Calibri" panose="020F0502020204030204" pitchFamily="34" charset="0"/>
            </a:endParaRPr>
          </a:p>
        </p:txBody>
      </p:sp>
      <p:grpSp>
        <p:nvGrpSpPr>
          <p:cNvPr id="3" name="Group 2">
            <a:extLst>
              <a:ext uri="{FF2B5EF4-FFF2-40B4-BE49-F238E27FC236}">
                <a16:creationId xmlns:a16="http://schemas.microsoft.com/office/drawing/2014/main" id="{56D0D191-C2ED-49C9-D531-BC50293E3AEF}"/>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F40CBE1A-1955-4A66-0B1B-16EBE2A0020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798F5E5A-1607-65D7-EC9F-E99D7C882CA6}"/>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C0280CC6-C2CB-3311-5187-FC4B166E1EF9}"/>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744CB6D8-BC77-3FD1-30C4-06E6E93AF441}"/>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0EFF74E6-53AD-1F0E-0749-ECD0365AD494}"/>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7FE61EEB-9D53-3E1A-FC09-5B5B4DFC82DD}"/>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68CF095A-1050-5FB5-66EC-69AF87D78D74}"/>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7C368307-FA3A-6C81-2F63-E7401D44ED16}"/>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D24F2AC1-13EC-40DD-C65C-1EC61E85B05B}"/>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60022644-65F1-CDF1-99C8-7D95ABC9A1A8}"/>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169B5732-7BCC-59D6-8B39-A44133A871A1}"/>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CC94067B-AB70-11A4-F3BA-5E8646338C13}"/>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75FF1619-F3DE-3C16-4DB5-5C79BFC81DB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3727578E-1C0F-E5FE-F971-0F44BDEA291E}"/>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8FA9E47C-E5A3-8B50-643A-7D8B5C15F447}"/>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7F87981B-53EA-C970-1313-06E66D04531C}"/>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D18F7AA6-EAA6-4FEA-6209-15035A70C108}"/>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30A11E7D-8B90-9481-D71F-11AAFB1DB319}"/>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4C6496FF-7E50-7007-1A5B-AD2530DAD38F}"/>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1001115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p>
            <a:fld id="{267CDB12-45E5-4FD7-AE50-9CB5AFC72BA1}" type="slidenum">
              <a:rPr lang="en-GB" smtClean="0"/>
              <a:pPr/>
              <a:t>‹#›</a:t>
            </a:fld>
            <a:endParaRPr lang="en-GB"/>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a:solidFill>
                  <a:schemeClr val="tx2"/>
                </a:solidFill>
                <a:latin typeface="+mn-lt"/>
                <a:cs typeface="Calibri" panose="020F0502020204030204" pitchFamily="34" charset="0"/>
              </a:rPr>
              <a:t>linkedin.com/company/</a:t>
            </a:r>
            <a:r>
              <a:rPr lang="en-GB" sz="1800" b="0" err="1">
                <a:solidFill>
                  <a:schemeClr val="tx2"/>
                </a:solidFill>
                <a:latin typeface="+mn-lt"/>
                <a:cs typeface="Calibri" panose="020F0502020204030204" pitchFamily="34" charset="0"/>
              </a:rPr>
              <a:t>aveva</a:t>
            </a:r>
            <a:r>
              <a:rPr lang="en-GB" sz="1800" b="0">
                <a:solidFill>
                  <a:schemeClr val="tx2"/>
                </a:solidFill>
                <a:latin typeface="+mn-lt"/>
                <a:cs typeface="Calibri" panose="020F0502020204030204" pitchFamily="34" charset="0"/>
              </a:rPr>
              <a:t> </a:t>
            </a:r>
          </a:p>
          <a:p>
            <a:pPr>
              <a:lnSpc>
                <a:spcPct val="150000"/>
              </a:lnSpc>
            </a:pPr>
            <a:r>
              <a:rPr lang="en-GB" sz="1800" b="0" noProof="1">
                <a:solidFill>
                  <a:schemeClr val="tx2"/>
                </a:solidFill>
                <a:latin typeface="+mn-lt"/>
                <a:cs typeface="Calibri" panose="020F0502020204030204" pitchFamily="34" charset="0"/>
              </a:rPr>
              <a:t>@avevagroup</a:t>
            </a:r>
            <a:r>
              <a:rPr lang="en-GB" sz="1800" b="0">
                <a:solidFill>
                  <a:schemeClr val="tx2"/>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CD52F43-E6DA-794E-B089-D7FFF138BD49}"/>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a:solidFill>
                  <a:schemeClr val="tx2"/>
                </a:solidFill>
                <a:latin typeface="+mn-lt"/>
                <a:cs typeface="Calibri" panose="020F0502020204030204" pitchFamily="34" charset="0"/>
              </a:rPr>
              <a:t>About AVEVA </a:t>
            </a:r>
          </a:p>
          <a:p>
            <a:pPr>
              <a:lnSpc>
                <a:spcPts val="1200"/>
              </a:lnSpc>
              <a:spcAft>
                <a:spcPts val="600"/>
              </a:spcAft>
            </a:pPr>
            <a:r>
              <a:rPr lang="en-US" sz="1000" spc="20">
                <a:solidFill>
                  <a:schemeClr val="tx2"/>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a:solidFill>
                  <a:schemeClr val="tx2"/>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a:solidFill>
                  <a:schemeClr val="tx2"/>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a:solidFill>
                  <a:schemeClr val="tx2"/>
                </a:solidFill>
                <a:latin typeface="+mn-lt"/>
                <a:cs typeface="Calibri" panose="020F0502020204030204" pitchFamily="34" charset="0"/>
              </a:rPr>
              <a:t>Learn more at </a:t>
            </a:r>
            <a:r>
              <a:rPr lang="en-US" sz="1000" kern="1200" spc="20">
                <a:solidFill>
                  <a:srgbClr val="4D69E0"/>
                </a:solidFill>
                <a:latin typeface="+mn-lt"/>
                <a:ea typeface="+mn-ea"/>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kern="1200" spc="20">
                <a:solidFill>
                  <a:srgbClr val="4D69E0"/>
                </a:solidFill>
                <a:latin typeface="+mn-lt"/>
                <a:ea typeface="+mn-ea"/>
                <a:cs typeface="Calibri" panose="020F0502020204030204" pitchFamily="34" charset="0"/>
              </a:rPr>
              <a:t> </a:t>
            </a:r>
            <a:endParaRPr lang="en-GB" sz="1000" kern="1200" spc="20">
              <a:solidFill>
                <a:srgbClr val="4D69E0"/>
              </a:solidFill>
              <a:latin typeface="+mn-lt"/>
              <a:ea typeface="+mn-ea"/>
              <a:cs typeface="Calibri" panose="020F0502020204030204" pitchFamily="34" charset="0"/>
            </a:endParaRPr>
          </a:p>
        </p:txBody>
      </p:sp>
      <p:grpSp>
        <p:nvGrpSpPr>
          <p:cNvPr id="2" name="Group 1">
            <a:extLst>
              <a:ext uri="{FF2B5EF4-FFF2-40B4-BE49-F238E27FC236}">
                <a16:creationId xmlns:a16="http://schemas.microsoft.com/office/drawing/2014/main" id="{77FA8E22-3FAC-A545-2EF1-E2650DC4BC6C}"/>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2F8BAFAC-7D51-83BE-5C0C-A74D5BF8E27C}"/>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522558A4-3F68-00F1-8C4E-21B2F75F0703}"/>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4FBD663D-2F5E-ED5C-FE36-EB205237F496}"/>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F12FDAA0-CEAB-8A0F-495E-D262949CDBCE}"/>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2E7F8717-E28A-1175-35E9-F6BA841D685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B5D0493D-24C3-AC3C-422C-887719FD82B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ADD88069-8AAA-D251-DABC-427631749A35}"/>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9B2EDC90-7FCB-94EF-C6EE-69D744CAFB27}"/>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6F895E0D-5FE0-67FE-9CDB-BC4185CD47CA}"/>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27250046-E6F3-6B4C-7223-CA0DCBE00FE0}"/>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77453457-9CE3-0F13-2CC6-630FA1AE15E1}"/>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6E46883-DD41-3B1C-1DBC-930545545FFF}"/>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E8BF2421-4700-2BF1-F14B-50A1ACC405F9}"/>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13478002-2D39-14BB-AF19-AC03D8B9B033}"/>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2C35E63-9A39-F090-CA42-A762E0094736}"/>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90AF53F2-A04C-04D0-DD82-EFE9C3F7DF10}"/>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BE046E6B-DD67-8107-EF5D-55E75AEE55B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836C6C4A-FAC8-A6AA-C008-88A855FE85BD}"/>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2196EDBE-EC62-B238-007D-610F704B5CEA}"/>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3174292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lvl1pPr>
              <a:defRPr>
                <a:solidFill>
                  <a:schemeClr val="bg1">
                    <a:lumMod val="75000"/>
                  </a:schemeClr>
                </a:solidFill>
              </a:defRPr>
            </a:lvl1pPr>
          </a:lstStyle>
          <a:p>
            <a:r>
              <a:rPr lang="en-US"/>
              <a:t>For Internal Use Only. © 2025 AVEVA Group Limited or its subsidiaries. All rights reserved.</a:t>
            </a:r>
            <a:endParaRPr lang="en-GB"/>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a:solidFill>
                  <a:schemeClr val="bg1"/>
                </a:solidFill>
                <a:latin typeface="+mn-lt"/>
                <a:cs typeface="Calibri" panose="020F0502020204030204" pitchFamily="34" charset="0"/>
              </a:rPr>
              <a:t>linkedin.com/company/</a:t>
            </a:r>
            <a:r>
              <a:rPr lang="en-GB" sz="1800" b="0" err="1">
                <a:solidFill>
                  <a:schemeClr val="bg1"/>
                </a:solidFill>
                <a:latin typeface="+mn-lt"/>
                <a:cs typeface="Calibri" panose="020F0502020204030204" pitchFamily="34" charset="0"/>
              </a:rPr>
              <a:t>aveva</a:t>
            </a:r>
            <a:r>
              <a:rPr lang="en-GB" sz="1800" b="0">
                <a:solidFill>
                  <a:schemeClr val="bg1"/>
                </a:solidFill>
                <a:latin typeface="+mn-lt"/>
                <a:cs typeface="Calibri" panose="020F0502020204030204" pitchFamily="34" charset="0"/>
              </a:rPr>
              <a:t> </a:t>
            </a:r>
          </a:p>
          <a:p>
            <a:pPr>
              <a:lnSpc>
                <a:spcPct val="150000"/>
              </a:lnSpc>
            </a:pPr>
            <a:r>
              <a:rPr lang="en-GB" sz="1800" b="0" noProof="1">
                <a:solidFill>
                  <a:schemeClr val="bg1"/>
                </a:solidFill>
                <a:latin typeface="+mn-lt"/>
                <a:cs typeface="Calibri" panose="020F0502020204030204" pitchFamily="34" charset="0"/>
              </a:rPr>
              <a:t>@avevagroup</a:t>
            </a:r>
            <a:r>
              <a:rPr lang="en-GB" sz="1800" b="0">
                <a:solidFill>
                  <a:schemeClr val="bg1"/>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4A31D11-75C2-B5A8-1C29-FB801BEC7C97}"/>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a:solidFill>
                  <a:schemeClr val="bg1"/>
                </a:solidFill>
                <a:latin typeface="+mn-lt"/>
                <a:cs typeface="Calibri" panose="020F0502020204030204" pitchFamily="34" charset="0"/>
              </a:rPr>
              <a:t>About AVEVA </a:t>
            </a:r>
          </a:p>
          <a:p>
            <a:pPr>
              <a:lnSpc>
                <a:spcPts val="1200"/>
              </a:lnSpc>
              <a:spcAft>
                <a:spcPts val="600"/>
              </a:spcAft>
            </a:pPr>
            <a:r>
              <a:rPr lang="en-US" sz="1000" spc="20">
                <a:solidFill>
                  <a:schemeClr val="bg1"/>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a:solidFill>
                  <a:schemeClr val="bg1"/>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a:solidFill>
                  <a:schemeClr val="bg1"/>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a:solidFill>
                  <a:schemeClr val="bg1"/>
                </a:solidFill>
                <a:latin typeface="+mn-lt"/>
                <a:cs typeface="Calibri" panose="020F0502020204030204" pitchFamily="34" charset="0"/>
              </a:rPr>
              <a:t>Learn more at </a:t>
            </a:r>
            <a:r>
              <a:rPr lang="en-US" sz="1000" spc="20">
                <a:solidFill>
                  <a:schemeClr val="bg1"/>
                </a:solidFill>
                <a:latin typeface="+mn-lt"/>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spc="20">
                <a:solidFill>
                  <a:schemeClr val="bg1"/>
                </a:solidFill>
                <a:latin typeface="+mn-lt"/>
                <a:cs typeface="Calibri" panose="020F0502020204030204" pitchFamily="34" charset="0"/>
              </a:rPr>
              <a:t> </a:t>
            </a:r>
            <a:endParaRPr lang="en-GB" sz="1000" b="0" spc="20">
              <a:solidFill>
                <a:schemeClr val="bg1"/>
              </a:solidFill>
              <a:latin typeface="+mn-lt"/>
              <a:cs typeface="Calibri" panose="020F0502020204030204" pitchFamily="34" charset="0"/>
            </a:endParaRPr>
          </a:p>
        </p:txBody>
      </p:sp>
      <p:grpSp>
        <p:nvGrpSpPr>
          <p:cNvPr id="3" name="Group 2">
            <a:extLst>
              <a:ext uri="{FF2B5EF4-FFF2-40B4-BE49-F238E27FC236}">
                <a16:creationId xmlns:a16="http://schemas.microsoft.com/office/drawing/2014/main" id="{C3B56701-99E2-6ECD-B916-8CD8DAA98CA2}"/>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6B572176-4838-A916-3CDD-CB1B4D11B619}"/>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B95AC74F-C75B-0873-8537-22D5113CB6B9}"/>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BA01E5FC-5564-D9BA-67CB-97706C24E93F}"/>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B7846D93-A209-98A6-2C52-D5F214496D7B}"/>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62651DC4-1BA4-FF68-397F-096B59EC31F5}"/>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5DAEDFBF-7B5F-9184-570A-7836E813BCD8}"/>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7AFDB04D-DD14-C863-7BD1-80CDC32595DF}"/>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46BFB2B0-E0CA-307D-E1B9-D10C3465DF38}"/>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44C0B6F0-1EAE-B1D8-EA6C-D51AEF76D228}"/>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92C00C26-FDC3-1651-5604-29AF8AAF828B}"/>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ACCC60CF-5FB4-FDEE-898C-5A374D448BE2}"/>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D574F50-BA75-23B9-BFAE-CE9E3E326B3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BC1B5BCE-78CC-7D3E-68D9-7FF53F5433E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E1B92E7F-7833-E4A6-326F-73379A993FBF}"/>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E663A7B8-1F94-ED1E-6196-95EC8E7CC8DA}"/>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BEC7B13B-51D6-40B3-94D1-CE8EFE8A40C8}"/>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4A3A475-A2DB-C251-12B4-657B99A3E3B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89D67ECD-4D16-61AB-4D62-BE629FB36D57}"/>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219820C-6ED2-F86D-3775-C469DBEDEE1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4570010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5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p>
            <a:fld id="{267CDB12-45E5-4FD7-AE50-9CB5AFC72BA1}" type="slidenum">
              <a:rPr lang="en-GB" smtClean="0"/>
              <a:pPr/>
              <a:t>‹#›</a:t>
            </a:fld>
            <a:endParaRPr lang="en-GB"/>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a:solidFill>
                  <a:schemeClr val="tx2"/>
                </a:solidFill>
                <a:latin typeface="+mn-lt"/>
                <a:cs typeface="Calibri" panose="020F0502020204030204" pitchFamily="34" charset="0"/>
              </a:rPr>
              <a:t>linkedin.com/company/</a:t>
            </a:r>
            <a:r>
              <a:rPr lang="en-GB" sz="1800" b="0" err="1">
                <a:solidFill>
                  <a:schemeClr val="tx2"/>
                </a:solidFill>
                <a:latin typeface="+mn-lt"/>
                <a:cs typeface="Calibri" panose="020F0502020204030204" pitchFamily="34" charset="0"/>
              </a:rPr>
              <a:t>aveva</a:t>
            </a:r>
            <a:r>
              <a:rPr lang="en-GB" sz="1800" b="0">
                <a:solidFill>
                  <a:schemeClr val="tx2"/>
                </a:solidFill>
                <a:latin typeface="+mn-lt"/>
                <a:cs typeface="Calibri" panose="020F0502020204030204" pitchFamily="34" charset="0"/>
              </a:rPr>
              <a:t> </a:t>
            </a:r>
          </a:p>
          <a:p>
            <a:pPr>
              <a:lnSpc>
                <a:spcPct val="150000"/>
              </a:lnSpc>
            </a:pPr>
            <a:r>
              <a:rPr lang="en-GB" sz="1800" b="0" noProof="1">
                <a:solidFill>
                  <a:schemeClr val="tx2"/>
                </a:solidFill>
                <a:latin typeface="+mn-lt"/>
                <a:cs typeface="Calibri" panose="020F0502020204030204" pitchFamily="34" charset="0"/>
              </a:rPr>
              <a:t>@avevagroup</a:t>
            </a:r>
            <a:r>
              <a:rPr lang="en-GB" sz="1800" b="0">
                <a:solidFill>
                  <a:schemeClr val="tx2"/>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1B3040C-CC20-3790-2641-010F6CAB746B}"/>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a:solidFill>
                  <a:schemeClr val="tx2"/>
                </a:solidFill>
                <a:latin typeface="+mn-lt"/>
                <a:cs typeface="Calibri" panose="020F0502020204030204" pitchFamily="34" charset="0"/>
              </a:rPr>
              <a:t>About AVEVA </a:t>
            </a:r>
          </a:p>
          <a:p>
            <a:pPr>
              <a:lnSpc>
                <a:spcPts val="1200"/>
              </a:lnSpc>
              <a:spcAft>
                <a:spcPts val="600"/>
              </a:spcAft>
            </a:pPr>
            <a:r>
              <a:rPr lang="en-US" sz="1000" spc="20">
                <a:solidFill>
                  <a:schemeClr val="tx2"/>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a:solidFill>
                  <a:schemeClr val="tx2"/>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a:solidFill>
                  <a:schemeClr val="tx2"/>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a:solidFill>
                  <a:schemeClr val="tx2"/>
                </a:solidFill>
                <a:latin typeface="+mn-lt"/>
                <a:cs typeface="Calibri" panose="020F0502020204030204" pitchFamily="34" charset="0"/>
              </a:rPr>
              <a:t>Learn more at </a:t>
            </a:r>
            <a:r>
              <a:rPr lang="en-US" sz="1000" kern="1200" spc="20">
                <a:solidFill>
                  <a:srgbClr val="4D69E0"/>
                </a:solidFill>
                <a:latin typeface="+mn-lt"/>
                <a:ea typeface="+mn-ea"/>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kern="1200" spc="20">
                <a:solidFill>
                  <a:srgbClr val="4D69E0"/>
                </a:solidFill>
                <a:latin typeface="+mn-lt"/>
                <a:ea typeface="+mn-ea"/>
                <a:cs typeface="Calibri" panose="020F0502020204030204" pitchFamily="34" charset="0"/>
              </a:rPr>
              <a:t> </a:t>
            </a:r>
            <a:endParaRPr lang="en-GB" sz="1000" kern="1200" spc="20">
              <a:solidFill>
                <a:srgbClr val="4D69E0"/>
              </a:solidFill>
              <a:latin typeface="+mn-lt"/>
              <a:ea typeface="+mn-ea"/>
              <a:cs typeface="Calibri" panose="020F0502020204030204" pitchFamily="34" charset="0"/>
            </a:endParaRPr>
          </a:p>
        </p:txBody>
      </p:sp>
      <p:grpSp>
        <p:nvGrpSpPr>
          <p:cNvPr id="2" name="Group 1">
            <a:extLst>
              <a:ext uri="{FF2B5EF4-FFF2-40B4-BE49-F238E27FC236}">
                <a16:creationId xmlns:a16="http://schemas.microsoft.com/office/drawing/2014/main" id="{3127DDEE-9CA6-0CA6-23C2-D3CD55988C09}"/>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B849EC22-130A-A4B5-AA56-EFC57DE7B1D9}"/>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9492E39B-95A2-A299-D2AF-E8E210C25A0B}"/>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EAC6CFEE-113F-8E83-9F1C-22BB1C81365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093591AE-F704-8A10-D995-25BBAAEAC008}"/>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3B43036C-F31A-7D02-1D06-720D09EE1329}"/>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C0E1DB08-5735-B712-8CA7-DBF8BE70BAFE}"/>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FD1305F9-68F2-2B20-F843-34DF715BD068}"/>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070E7937-077C-D221-89C9-2EAD3F8BB7FF}"/>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E42079E6-CB54-C893-198B-8F9E800275B9}"/>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C553DE05-2447-30A5-85E2-DDD96D2F9DE4}"/>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2DB92DCE-A1C1-1E1C-DD4D-8EB9AFF8C3AF}"/>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A49FC577-5D93-91C1-9F97-EEB745BE906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2455753B-39BB-449D-C9DC-782C1E0513F1}"/>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EE95DD3A-8B91-499E-9D86-70E59BE6123D}"/>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1C7AF8FA-BB2F-C5AF-11F4-51E625DB7E08}"/>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5493BC2A-F8E0-721F-95AC-B12DC55D26AA}"/>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8A2C1CB6-AD58-0502-43C9-89A2714E12BB}"/>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24" name="Picture 23">
              <a:extLst>
                <a:ext uri="{FF2B5EF4-FFF2-40B4-BE49-F238E27FC236}">
                  <a16:creationId xmlns:a16="http://schemas.microsoft.com/office/drawing/2014/main" id="{72DF0269-0CAE-D302-67EF-D3CA38F1CB70}"/>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7479D8A6-BF4A-1DBB-B6A1-8DAFAB9576D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660396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O NOT USE MASTER SLIDES THAT APPEAR AFTER THIS">
    <p:bg>
      <p:bgPr>
        <a:solidFill>
          <a:srgbClr val="F7065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D675-D839-F94A-B760-92F5AE9D58BA}"/>
              </a:ext>
            </a:extLst>
          </p:cNvPr>
          <p:cNvSpPr>
            <a:spLocks noGrp="1"/>
          </p:cNvSpPr>
          <p:nvPr>
            <p:ph type="title" hasCustomPrompt="1"/>
          </p:nvPr>
        </p:nvSpPr>
        <p:spPr>
          <a:xfrm>
            <a:off x="612648" y="585216"/>
            <a:ext cx="10972800" cy="5671328"/>
          </a:xfrm>
        </p:spPr>
        <p:txBody>
          <a:bodyPr>
            <a:normAutofit/>
          </a:bodyPr>
          <a:lstStyle>
            <a:lvl1pPr>
              <a:defRPr sz="6600">
                <a:solidFill>
                  <a:schemeClr val="bg1"/>
                </a:solidFill>
              </a:defRPr>
            </a:lvl1pPr>
          </a:lstStyle>
          <a:p>
            <a:r>
              <a:rPr lang="en-US"/>
              <a:t>NOTE: </a:t>
            </a:r>
            <a:br>
              <a:rPr lang="en-US"/>
            </a:br>
            <a:r>
              <a:rPr lang="en-US"/>
              <a:t>ANY SLIDE MASTERS APPEARING AFTER THIS ARE OUT OF DATE. </a:t>
            </a:r>
            <a:br>
              <a:rPr lang="en-US"/>
            </a:br>
            <a:br>
              <a:rPr lang="en-US"/>
            </a:br>
            <a:r>
              <a:rPr lang="en-US"/>
              <a:t>PLEASE SELECT A SLIDE LAYOUT FROM ONE OF THE PRECEDING SLIDE MASTERS.</a:t>
            </a:r>
          </a:p>
        </p:txBody>
      </p:sp>
      <p:sp>
        <p:nvSpPr>
          <p:cNvPr id="4" name="TextBox 3">
            <a:extLst>
              <a:ext uri="{FF2B5EF4-FFF2-40B4-BE49-F238E27FC236}">
                <a16:creationId xmlns:a16="http://schemas.microsoft.com/office/drawing/2014/main" id="{9AD5DACC-6660-F749-B6B2-69AC9AA32DBE}"/>
              </a:ext>
            </a:extLst>
          </p:cNvPr>
          <p:cNvSpPr txBox="1"/>
          <p:nvPr userDrawn="1"/>
        </p:nvSpPr>
        <p:spPr>
          <a:xfrm>
            <a:off x="0" y="-260574"/>
            <a:ext cx="12192000" cy="180001"/>
          </a:xfrm>
          <a:prstGeom prst="rect">
            <a:avLst/>
          </a:prstGeom>
          <a:noFill/>
        </p:spPr>
        <p:txBody>
          <a:bodyPr wrap="square" lIns="0" rtlCol="0" anchor="ctr" anchorCtr="0">
            <a:noAutofit/>
          </a:bodyPr>
          <a:lstStyle/>
          <a:p>
            <a:pPr algn="ctr"/>
            <a:r>
              <a:rPr lang="en-GB" sz="1000" baseline="0">
                <a:solidFill>
                  <a:schemeClr val="bg1">
                    <a:lumMod val="65000"/>
                  </a:schemeClr>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Tree>
    <p:extLst>
      <p:ext uri="{BB962C8B-B14F-4D97-AF65-F5344CB8AC3E}">
        <p14:creationId xmlns:p14="http://schemas.microsoft.com/office/powerpoint/2010/main" val="3404894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cons Layout">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71E1FF75-3FCD-4CE2-871F-0599281FF8A5}"/>
              </a:ext>
            </a:extLst>
          </p:cNvPr>
          <p:cNvSpPr>
            <a:spLocks noGrp="1" noChangeAspect="1"/>
          </p:cNvSpPr>
          <p:nvPr>
            <p:ph type="pic" sz="quarter" idx="10" hasCustomPrompt="1"/>
          </p:nvPr>
        </p:nvSpPr>
        <p:spPr>
          <a:xfrm>
            <a:off x="592138" y="1462088"/>
            <a:ext cx="403225" cy="403225"/>
          </a:xfrm>
          <a:noFill/>
        </p:spPr>
        <p:txBody>
          <a:bodyPr anchor="ctr"/>
          <a:lstStyle>
            <a:lvl1pPr marL="0" indent="0" algn="ctr">
              <a:buNone/>
              <a:defRPr sz="700"/>
            </a:lvl1pPr>
          </a:lstStyle>
          <a:p>
            <a:r>
              <a:rPr lang="en-US"/>
              <a:t>Icon</a:t>
            </a:r>
          </a:p>
        </p:txBody>
      </p:sp>
      <p:sp>
        <p:nvSpPr>
          <p:cNvPr id="21" name="Text Placeholder 5">
            <a:extLst>
              <a:ext uri="{FF2B5EF4-FFF2-40B4-BE49-F238E27FC236}">
                <a16:creationId xmlns:a16="http://schemas.microsoft.com/office/drawing/2014/main" id="{6717881D-4D1A-4BC2-92D0-1BDDD356D277}"/>
              </a:ext>
            </a:extLst>
          </p:cNvPr>
          <p:cNvSpPr>
            <a:spLocks noGrp="1"/>
          </p:cNvSpPr>
          <p:nvPr>
            <p:ph type="body" sz="quarter" idx="11" hasCustomPrompt="1"/>
          </p:nvPr>
        </p:nvSpPr>
        <p:spPr>
          <a:xfrm>
            <a:off x="31908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22" name="Picture Placeholder 3">
            <a:extLst>
              <a:ext uri="{FF2B5EF4-FFF2-40B4-BE49-F238E27FC236}">
                <a16:creationId xmlns:a16="http://schemas.microsoft.com/office/drawing/2014/main" id="{4D5C9DB8-4B91-449B-B423-8D9B495C71C7}"/>
              </a:ext>
            </a:extLst>
          </p:cNvPr>
          <p:cNvSpPr>
            <a:spLocks noGrp="1" noChangeAspect="1"/>
          </p:cNvSpPr>
          <p:nvPr>
            <p:ph type="pic" sz="quarter" idx="12" hasCustomPrompt="1"/>
          </p:nvPr>
        </p:nvSpPr>
        <p:spPr>
          <a:xfrm>
            <a:off x="1559784" y="1462088"/>
            <a:ext cx="403225" cy="403225"/>
          </a:xfrm>
          <a:noFill/>
        </p:spPr>
        <p:txBody>
          <a:bodyPr anchor="ctr"/>
          <a:lstStyle>
            <a:lvl1pPr marL="0" indent="0" algn="ctr">
              <a:buNone/>
              <a:defRPr sz="700"/>
            </a:lvl1pPr>
          </a:lstStyle>
          <a:p>
            <a:r>
              <a:rPr lang="en-US"/>
              <a:t>Icon</a:t>
            </a:r>
          </a:p>
        </p:txBody>
      </p:sp>
      <p:sp>
        <p:nvSpPr>
          <p:cNvPr id="23" name="Text Placeholder 5">
            <a:extLst>
              <a:ext uri="{FF2B5EF4-FFF2-40B4-BE49-F238E27FC236}">
                <a16:creationId xmlns:a16="http://schemas.microsoft.com/office/drawing/2014/main" id="{E5E97833-9D0A-460E-8CA2-E0227B6710A4}"/>
              </a:ext>
            </a:extLst>
          </p:cNvPr>
          <p:cNvSpPr>
            <a:spLocks noGrp="1"/>
          </p:cNvSpPr>
          <p:nvPr>
            <p:ph type="body" sz="quarter" idx="13" hasCustomPrompt="1"/>
          </p:nvPr>
        </p:nvSpPr>
        <p:spPr>
          <a:xfrm>
            <a:off x="128673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24" name="Picture Placeholder 3">
            <a:extLst>
              <a:ext uri="{FF2B5EF4-FFF2-40B4-BE49-F238E27FC236}">
                <a16:creationId xmlns:a16="http://schemas.microsoft.com/office/drawing/2014/main" id="{5C38D705-F0CC-466F-9171-66C797FD3C78}"/>
              </a:ext>
            </a:extLst>
          </p:cNvPr>
          <p:cNvSpPr>
            <a:spLocks noGrp="1" noChangeAspect="1"/>
          </p:cNvSpPr>
          <p:nvPr>
            <p:ph type="pic" sz="quarter" idx="14" hasCustomPrompt="1"/>
          </p:nvPr>
        </p:nvSpPr>
        <p:spPr>
          <a:xfrm>
            <a:off x="2527430" y="1462088"/>
            <a:ext cx="403225" cy="403225"/>
          </a:xfrm>
          <a:noFill/>
        </p:spPr>
        <p:txBody>
          <a:bodyPr anchor="ctr"/>
          <a:lstStyle>
            <a:lvl1pPr marL="0" indent="0" algn="ctr">
              <a:buNone/>
              <a:defRPr sz="700"/>
            </a:lvl1pPr>
          </a:lstStyle>
          <a:p>
            <a:r>
              <a:rPr lang="en-US"/>
              <a:t>Icon</a:t>
            </a:r>
          </a:p>
        </p:txBody>
      </p:sp>
      <p:sp>
        <p:nvSpPr>
          <p:cNvPr id="25" name="Text Placeholder 5">
            <a:extLst>
              <a:ext uri="{FF2B5EF4-FFF2-40B4-BE49-F238E27FC236}">
                <a16:creationId xmlns:a16="http://schemas.microsoft.com/office/drawing/2014/main" id="{62BFDED5-B0FC-411A-A78D-4FF21BC881F7}"/>
              </a:ext>
            </a:extLst>
          </p:cNvPr>
          <p:cNvSpPr>
            <a:spLocks noGrp="1"/>
          </p:cNvSpPr>
          <p:nvPr>
            <p:ph type="body" sz="quarter" idx="15" hasCustomPrompt="1"/>
          </p:nvPr>
        </p:nvSpPr>
        <p:spPr>
          <a:xfrm>
            <a:off x="2254380"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26" name="Picture Placeholder 3">
            <a:extLst>
              <a:ext uri="{FF2B5EF4-FFF2-40B4-BE49-F238E27FC236}">
                <a16:creationId xmlns:a16="http://schemas.microsoft.com/office/drawing/2014/main" id="{E922486B-7812-4CEE-A2CE-F50F882853D2}"/>
              </a:ext>
            </a:extLst>
          </p:cNvPr>
          <p:cNvSpPr>
            <a:spLocks noGrp="1" noChangeAspect="1"/>
          </p:cNvSpPr>
          <p:nvPr>
            <p:ph type="pic" sz="quarter" idx="16" hasCustomPrompt="1"/>
          </p:nvPr>
        </p:nvSpPr>
        <p:spPr>
          <a:xfrm>
            <a:off x="3495076" y="1462088"/>
            <a:ext cx="403225" cy="403225"/>
          </a:xfrm>
          <a:noFill/>
        </p:spPr>
        <p:txBody>
          <a:bodyPr anchor="ctr"/>
          <a:lstStyle>
            <a:lvl1pPr marL="0" indent="0" algn="ctr">
              <a:buNone/>
              <a:defRPr sz="700"/>
            </a:lvl1pPr>
          </a:lstStyle>
          <a:p>
            <a:r>
              <a:rPr lang="en-US"/>
              <a:t>Icon</a:t>
            </a:r>
          </a:p>
        </p:txBody>
      </p:sp>
      <p:sp>
        <p:nvSpPr>
          <p:cNvPr id="27" name="Text Placeholder 5">
            <a:extLst>
              <a:ext uri="{FF2B5EF4-FFF2-40B4-BE49-F238E27FC236}">
                <a16:creationId xmlns:a16="http://schemas.microsoft.com/office/drawing/2014/main" id="{281C3E54-A954-47FB-9987-174C2B2C1D82}"/>
              </a:ext>
            </a:extLst>
          </p:cNvPr>
          <p:cNvSpPr>
            <a:spLocks noGrp="1"/>
          </p:cNvSpPr>
          <p:nvPr>
            <p:ph type="body" sz="quarter" idx="17" hasCustomPrompt="1"/>
          </p:nvPr>
        </p:nvSpPr>
        <p:spPr>
          <a:xfrm>
            <a:off x="3222026"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28" name="Picture Placeholder 3">
            <a:extLst>
              <a:ext uri="{FF2B5EF4-FFF2-40B4-BE49-F238E27FC236}">
                <a16:creationId xmlns:a16="http://schemas.microsoft.com/office/drawing/2014/main" id="{F2CAE41A-3FF1-49E9-B8FB-3FDAF79BBC05}"/>
              </a:ext>
            </a:extLst>
          </p:cNvPr>
          <p:cNvSpPr>
            <a:spLocks noGrp="1" noChangeAspect="1"/>
          </p:cNvSpPr>
          <p:nvPr>
            <p:ph type="pic" sz="quarter" idx="18" hasCustomPrompt="1"/>
          </p:nvPr>
        </p:nvSpPr>
        <p:spPr>
          <a:xfrm>
            <a:off x="4462722" y="1462088"/>
            <a:ext cx="403225" cy="403225"/>
          </a:xfrm>
          <a:noFill/>
        </p:spPr>
        <p:txBody>
          <a:bodyPr anchor="ctr"/>
          <a:lstStyle>
            <a:lvl1pPr marL="0" indent="0" algn="ctr">
              <a:buNone/>
              <a:defRPr sz="700"/>
            </a:lvl1pPr>
          </a:lstStyle>
          <a:p>
            <a:r>
              <a:rPr lang="en-US"/>
              <a:t>Icon</a:t>
            </a:r>
          </a:p>
        </p:txBody>
      </p:sp>
      <p:sp>
        <p:nvSpPr>
          <p:cNvPr id="29" name="Text Placeholder 5">
            <a:extLst>
              <a:ext uri="{FF2B5EF4-FFF2-40B4-BE49-F238E27FC236}">
                <a16:creationId xmlns:a16="http://schemas.microsoft.com/office/drawing/2014/main" id="{E7A5456E-CCC2-4487-9AF7-BFF6B02971EF}"/>
              </a:ext>
            </a:extLst>
          </p:cNvPr>
          <p:cNvSpPr>
            <a:spLocks noGrp="1"/>
          </p:cNvSpPr>
          <p:nvPr>
            <p:ph type="body" sz="quarter" idx="19" hasCustomPrompt="1"/>
          </p:nvPr>
        </p:nvSpPr>
        <p:spPr>
          <a:xfrm>
            <a:off x="4189672"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30" name="Picture Placeholder 3">
            <a:extLst>
              <a:ext uri="{FF2B5EF4-FFF2-40B4-BE49-F238E27FC236}">
                <a16:creationId xmlns:a16="http://schemas.microsoft.com/office/drawing/2014/main" id="{AD84FD89-ADDC-4A43-B4E9-BB013634544D}"/>
              </a:ext>
            </a:extLst>
          </p:cNvPr>
          <p:cNvSpPr>
            <a:spLocks noGrp="1" noChangeAspect="1"/>
          </p:cNvSpPr>
          <p:nvPr>
            <p:ph type="pic" sz="quarter" idx="20" hasCustomPrompt="1"/>
          </p:nvPr>
        </p:nvSpPr>
        <p:spPr>
          <a:xfrm>
            <a:off x="5430368" y="1462088"/>
            <a:ext cx="403225" cy="403225"/>
          </a:xfrm>
          <a:noFill/>
        </p:spPr>
        <p:txBody>
          <a:bodyPr anchor="ctr"/>
          <a:lstStyle>
            <a:lvl1pPr marL="0" indent="0" algn="ctr">
              <a:buNone/>
              <a:defRPr sz="700"/>
            </a:lvl1pPr>
          </a:lstStyle>
          <a:p>
            <a:r>
              <a:rPr lang="en-US"/>
              <a:t>Icon</a:t>
            </a:r>
          </a:p>
        </p:txBody>
      </p:sp>
      <p:sp>
        <p:nvSpPr>
          <p:cNvPr id="31" name="Text Placeholder 5">
            <a:extLst>
              <a:ext uri="{FF2B5EF4-FFF2-40B4-BE49-F238E27FC236}">
                <a16:creationId xmlns:a16="http://schemas.microsoft.com/office/drawing/2014/main" id="{E0B6CF71-7205-4227-B7EA-37DFE6C400AF}"/>
              </a:ext>
            </a:extLst>
          </p:cNvPr>
          <p:cNvSpPr>
            <a:spLocks noGrp="1"/>
          </p:cNvSpPr>
          <p:nvPr>
            <p:ph type="body" sz="quarter" idx="21" hasCustomPrompt="1"/>
          </p:nvPr>
        </p:nvSpPr>
        <p:spPr>
          <a:xfrm>
            <a:off x="515731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32" name="Picture Placeholder 3">
            <a:extLst>
              <a:ext uri="{FF2B5EF4-FFF2-40B4-BE49-F238E27FC236}">
                <a16:creationId xmlns:a16="http://schemas.microsoft.com/office/drawing/2014/main" id="{34B85AE6-9676-4706-9FD5-72BE532B31E5}"/>
              </a:ext>
            </a:extLst>
          </p:cNvPr>
          <p:cNvSpPr>
            <a:spLocks noGrp="1" noChangeAspect="1"/>
          </p:cNvSpPr>
          <p:nvPr>
            <p:ph type="pic" sz="quarter" idx="22" hasCustomPrompt="1"/>
          </p:nvPr>
        </p:nvSpPr>
        <p:spPr>
          <a:xfrm>
            <a:off x="6398014" y="1462088"/>
            <a:ext cx="403225" cy="403225"/>
          </a:xfrm>
          <a:noFill/>
        </p:spPr>
        <p:txBody>
          <a:bodyPr anchor="ctr"/>
          <a:lstStyle>
            <a:lvl1pPr marL="0" indent="0" algn="ctr">
              <a:buNone/>
              <a:defRPr sz="700"/>
            </a:lvl1pPr>
          </a:lstStyle>
          <a:p>
            <a:r>
              <a:rPr lang="en-US"/>
              <a:t>Icon</a:t>
            </a:r>
          </a:p>
        </p:txBody>
      </p:sp>
      <p:sp>
        <p:nvSpPr>
          <p:cNvPr id="33" name="Text Placeholder 5">
            <a:extLst>
              <a:ext uri="{FF2B5EF4-FFF2-40B4-BE49-F238E27FC236}">
                <a16:creationId xmlns:a16="http://schemas.microsoft.com/office/drawing/2014/main" id="{A18B72E7-080A-4356-AAD3-A85CC09776EF}"/>
              </a:ext>
            </a:extLst>
          </p:cNvPr>
          <p:cNvSpPr>
            <a:spLocks noGrp="1"/>
          </p:cNvSpPr>
          <p:nvPr>
            <p:ph type="body" sz="quarter" idx="23" hasCustomPrompt="1"/>
          </p:nvPr>
        </p:nvSpPr>
        <p:spPr>
          <a:xfrm>
            <a:off x="612496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34" name="Picture Placeholder 3">
            <a:extLst>
              <a:ext uri="{FF2B5EF4-FFF2-40B4-BE49-F238E27FC236}">
                <a16:creationId xmlns:a16="http://schemas.microsoft.com/office/drawing/2014/main" id="{1B52180B-2B4D-476C-9FAB-E03129109900}"/>
              </a:ext>
            </a:extLst>
          </p:cNvPr>
          <p:cNvSpPr>
            <a:spLocks noGrp="1" noChangeAspect="1"/>
          </p:cNvSpPr>
          <p:nvPr>
            <p:ph type="pic" sz="quarter" idx="24" hasCustomPrompt="1"/>
          </p:nvPr>
        </p:nvSpPr>
        <p:spPr>
          <a:xfrm>
            <a:off x="7365660" y="1462088"/>
            <a:ext cx="403225" cy="403225"/>
          </a:xfrm>
          <a:noFill/>
        </p:spPr>
        <p:txBody>
          <a:bodyPr anchor="ctr"/>
          <a:lstStyle>
            <a:lvl1pPr marL="0" indent="0" algn="ctr">
              <a:buNone/>
              <a:defRPr sz="700"/>
            </a:lvl1pPr>
          </a:lstStyle>
          <a:p>
            <a:r>
              <a:rPr lang="en-US"/>
              <a:t>Icon</a:t>
            </a:r>
          </a:p>
        </p:txBody>
      </p:sp>
      <p:sp>
        <p:nvSpPr>
          <p:cNvPr id="35" name="Text Placeholder 5">
            <a:extLst>
              <a:ext uri="{FF2B5EF4-FFF2-40B4-BE49-F238E27FC236}">
                <a16:creationId xmlns:a16="http://schemas.microsoft.com/office/drawing/2014/main" id="{C79922C6-B7CD-4506-A064-72F654DB0779}"/>
              </a:ext>
            </a:extLst>
          </p:cNvPr>
          <p:cNvSpPr>
            <a:spLocks noGrp="1"/>
          </p:cNvSpPr>
          <p:nvPr>
            <p:ph type="body" sz="quarter" idx="25" hasCustomPrompt="1"/>
          </p:nvPr>
        </p:nvSpPr>
        <p:spPr>
          <a:xfrm>
            <a:off x="7092610"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36" name="Picture Placeholder 3">
            <a:extLst>
              <a:ext uri="{FF2B5EF4-FFF2-40B4-BE49-F238E27FC236}">
                <a16:creationId xmlns:a16="http://schemas.microsoft.com/office/drawing/2014/main" id="{8371CAA4-C229-40CD-AA22-3D7DEE34138D}"/>
              </a:ext>
            </a:extLst>
          </p:cNvPr>
          <p:cNvSpPr>
            <a:spLocks noGrp="1" noChangeAspect="1"/>
          </p:cNvSpPr>
          <p:nvPr>
            <p:ph type="pic" sz="quarter" idx="26" hasCustomPrompt="1"/>
          </p:nvPr>
        </p:nvSpPr>
        <p:spPr>
          <a:xfrm>
            <a:off x="8333306" y="1462088"/>
            <a:ext cx="403225" cy="403225"/>
          </a:xfrm>
          <a:noFill/>
        </p:spPr>
        <p:txBody>
          <a:bodyPr anchor="ctr"/>
          <a:lstStyle>
            <a:lvl1pPr marL="0" indent="0" algn="ctr">
              <a:buNone/>
              <a:defRPr sz="700"/>
            </a:lvl1pPr>
          </a:lstStyle>
          <a:p>
            <a:r>
              <a:rPr lang="en-US"/>
              <a:t>Icon</a:t>
            </a:r>
          </a:p>
        </p:txBody>
      </p:sp>
      <p:sp>
        <p:nvSpPr>
          <p:cNvPr id="37" name="Text Placeholder 5">
            <a:extLst>
              <a:ext uri="{FF2B5EF4-FFF2-40B4-BE49-F238E27FC236}">
                <a16:creationId xmlns:a16="http://schemas.microsoft.com/office/drawing/2014/main" id="{7A18545B-3031-475F-B2FA-2CC7DEB1D306}"/>
              </a:ext>
            </a:extLst>
          </p:cNvPr>
          <p:cNvSpPr>
            <a:spLocks noGrp="1"/>
          </p:cNvSpPr>
          <p:nvPr>
            <p:ph type="body" sz="quarter" idx="27" hasCustomPrompt="1"/>
          </p:nvPr>
        </p:nvSpPr>
        <p:spPr>
          <a:xfrm>
            <a:off x="8060256"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38" name="Picture Placeholder 3">
            <a:extLst>
              <a:ext uri="{FF2B5EF4-FFF2-40B4-BE49-F238E27FC236}">
                <a16:creationId xmlns:a16="http://schemas.microsoft.com/office/drawing/2014/main" id="{8705055C-F0AA-4419-B42B-24EF5A127187}"/>
              </a:ext>
            </a:extLst>
          </p:cNvPr>
          <p:cNvSpPr>
            <a:spLocks noGrp="1" noChangeAspect="1"/>
          </p:cNvSpPr>
          <p:nvPr>
            <p:ph type="pic" sz="quarter" idx="28" hasCustomPrompt="1"/>
          </p:nvPr>
        </p:nvSpPr>
        <p:spPr>
          <a:xfrm>
            <a:off x="9300952" y="1462088"/>
            <a:ext cx="403225" cy="403225"/>
          </a:xfrm>
          <a:noFill/>
        </p:spPr>
        <p:txBody>
          <a:bodyPr anchor="ctr"/>
          <a:lstStyle>
            <a:lvl1pPr marL="0" indent="0" algn="ctr">
              <a:buNone/>
              <a:defRPr sz="700"/>
            </a:lvl1pPr>
          </a:lstStyle>
          <a:p>
            <a:r>
              <a:rPr lang="en-US"/>
              <a:t>Icon</a:t>
            </a:r>
          </a:p>
        </p:txBody>
      </p:sp>
      <p:sp>
        <p:nvSpPr>
          <p:cNvPr id="39" name="Text Placeholder 5">
            <a:extLst>
              <a:ext uri="{FF2B5EF4-FFF2-40B4-BE49-F238E27FC236}">
                <a16:creationId xmlns:a16="http://schemas.microsoft.com/office/drawing/2014/main" id="{8B541E98-64DA-41CA-B432-0A7C5A08F1F1}"/>
              </a:ext>
            </a:extLst>
          </p:cNvPr>
          <p:cNvSpPr>
            <a:spLocks noGrp="1"/>
          </p:cNvSpPr>
          <p:nvPr>
            <p:ph type="body" sz="quarter" idx="29" hasCustomPrompt="1"/>
          </p:nvPr>
        </p:nvSpPr>
        <p:spPr>
          <a:xfrm>
            <a:off x="9027902"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40" name="Picture Placeholder 3">
            <a:extLst>
              <a:ext uri="{FF2B5EF4-FFF2-40B4-BE49-F238E27FC236}">
                <a16:creationId xmlns:a16="http://schemas.microsoft.com/office/drawing/2014/main" id="{247E8E3F-C376-4C05-9621-650F8F83EE33}"/>
              </a:ext>
            </a:extLst>
          </p:cNvPr>
          <p:cNvSpPr>
            <a:spLocks noGrp="1" noChangeAspect="1"/>
          </p:cNvSpPr>
          <p:nvPr>
            <p:ph type="pic" sz="quarter" idx="30" hasCustomPrompt="1"/>
          </p:nvPr>
        </p:nvSpPr>
        <p:spPr>
          <a:xfrm>
            <a:off x="10268598" y="1462088"/>
            <a:ext cx="403225" cy="403225"/>
          </a:xfrm>
          <a:noFill/>
        </p:spPr>
        <p:txBody>
          <a:bodyPr anchor="ctr"/>
          <a:lstStyle>
            <a:lvl1pPr marL="0" indent="0" algn="ctr">
              <a:buNone/>
              <a:defRPr sz="700"/>
            </a:lvl1pPr>
          </a:lstStyle>
          <a:p>
            <a:r>
              <a:rPr lang="en-US"/>
              <a:t>Icon</a:t>
            </a:r>
          </a:p>
        </p:txBody>
      </p:sp>
      <p:sp>
        <p:nvSpPr>
          <p:cNvPr id="41" name="Text Placeholder 5">
            <a:extLst>
              <a:ext uri="{FF2B5EF4-FFF2-40B4-BE49-F238E27FC236}">
                <a16:creationId xmlns:a16="http://schemas.microsoft.com/office/drawing/2014/main" id="{961602B4-39AB-44FC-9D62-23336C26AD49}"/>
              </a:ext>
            </a:extLst>
          </p:cNvPr>
          <p:cNvSpPr>
            <a:spLocks noGrp="1"/>
          </p:cNvSpPr>
          <p:nvPr>
            <p:ph type="body" sz="quarter" idx="31" hasCustomPrompt="1"/>
          </p:nvPr>
        </p:nvSpPr>
        <p:spPr>
          <a:xfrm>
            <a:off x="999554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42" name="Picture Placeholder 3">
            <a:extLst>
              <a:ext uri="{FF2B5EF4-FFF2-40B4-BE49-F238E27FC236}">
                <a16:creationId xmlns:a16="http://schemas.microsoft.com/office/drawing/2014/main" id="{6BB6EC36-B629-496B-9E3C-7E5867D7240A}"/>
              </a:ext>
            </a:extLst>
          </p:cNvPr>
          <p:cNvSpPr>
            <a:spLocks noGrp="1" noChangeAspect="1"/>
          </p:cNvSpPr>
          <p:nvPr>
            <p:ph type="pic" sz="quarter" idx="32" hasCustomPrompt="1"/>
          </p:nvPr>
        </p:nvSpPr>
        <p:spPr>
          <a:xfrm>
            <a:off x="11236244" y="1462088"/>
            <a:ext cx="403225" cy="403225"/>
          </a:xfrm>
          <a:noFill/>
        </p:spPr>
        <p:txBody>
          <a:bodyPr anchor="ctr"/>
          <a:lstStyle>
            <a:lvl1pPr marL="0" indent="0" algn="ctr">
              <a:buNone/>
              <a:defRPr sz="700"/>
            </a:lvl1pPr>
          </a:lstStyle>
          <a:p>
            <a:r>
              <a:rPr lang="en-US"/>
              <a:t>Icon</a:t>
            </a:r>
          </a:p>
        </p:txBody>
      </p:sp>
      <p:sp>
        <p:nvSpPr>
          <p:cNvPr id="43" name="Text Placeholder 5">
            <a:extLst>
              <a:ext uri="{FF2B5EF4-FFF2-40B4-BE49-F238E27FC236}">
                <a16:creationId xmlns:a16="http://schemas.microsoft.com/office/drawing/2014/main" id="{B7951B72-CFAD-4B9D-9B2D-02D8732EC9B8}"/>
              </a:ext>
            </a:extLst>
          </p:cNvPr>
          <p:cNvSpPr>
            <a:spLocks noGrp="1"/>
          </p:cNvSpPr>
          <p:nvPr>
            <p:ph type="body" sz="quarter" idx="33" hasCustomPrompt="1"/>
          </p:nvPr>
        </p:nvSpPr>
        <p:spPr>
          <a:xfrm>
            <a:off x="1096319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44" name="Picture Placeholder 3">
            <a:extLst>
              <a:ext uri="{FF2B5EF4-FFF2-40B4-BE49-F238E27FC236}">
                <a16:creationId xmlns:a16="http://schemas.microsoft.com/office/drawing/2014/main" id="{5808E2D6-DCAB-4EF4-818F-CC2073779AB2}"/>
              </a:ext>
            </a:extLst>
          </p:cNvPr>
          <p:cNvSpPr>
            <a:spLocks noGrp="1" noChangeAspect="1"/>
          </p:cNvSpPr>
          <p:nvPr>
            <p:ph type="pic" sz="quarter" idx="34" hasCustomPrompt="1"/>
          </p:nvPr>
        </p:nvSpPr>
        <p:spPr>
          <a:xfrm>
            <a:off x="592138" y="2428841"/>
            <a:ext cx="403225" cy="403225"/>
          </a:xfrm>
          <a:noFill/>
        </p:spPr>
        <p:txBody>
          <a:bodyPr anchor="ctr"/>
          <a:lstStyle>
            <a:lvl1pPr marL="0" indent="0" algn="ctr">
              <a:buNone/>
              <a:defRPr sz="700"/>
            </a:lvl1pPr>
          </a:lstStyle>
          <a:p>
            <a:r>
              <a:rPr lang="en-US"/>
              <a:t>Icon</a:t>
            </a:r>
          </a:p>
        </p:txBody>
      </p:sp>
      <p:sp>
        <p:nvSpPr>
          <p:cNvPr id="45" name="Text Placeholder 5">
            <a:extLst>
              <a:ext uri="{FF2B5EF4-FFF2-40B4-BE49-F238E27FC236}">
                <a16:creationId xmlns:a16="http://schemas.microsoft.com/office/drawing/2014/main" id="{4BC0DA93-1635-49BF-9D14-4267F6844451}"/>
              </a:ext>
            </a:extLst>
          </p:cNvPr>
          <p:cNvSpPr>
            <a:spLocks noGrp="1"/>
          </p:cNvSpPr>
          <p:nvPr>
            <p:ph type="body" sz="quarter" idx="35" hasCustomPrompt="1"/>
          </p:nvPr>
        </p:nvSpPr>
        <p:spPr>
          <a:xfrm>
            <a:off x="31908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46" name="Picture Placeholder 3">
            <a:extLst>
              <a:ext uri="{FF2B5EF4-FFF2-40B4-BE49-F238E27FC236}">
                <a16:creationId xmlns:a16="http://schemas.microsoft.com/office/drawing/2014/main" id="{144ED867-72F3-45E9-9B38-229C23CE1AF4}"/>
              </a:ext>
            </a:extLst>
          </p:cNvPr>
          <p:cNvSpPr>
            <a:spLocks noGrp="1" noChangeAspect="1"/>
          </p:cNvSpPr>
          <p:nvPr>
            <p:ph type="pic" sz="quarter" idx="36" hasCustomPrompt="1"/>
          </p:nvPr>
        </p:nvSpPr>
        <p:spPr>
          <a:xfrm>
            <a:off x="1559784" y="2428841"/>
            <a:ext cx="403225" cy="403225"/>
          </a:xfrm>
          <a:noFill/>
        </p:spPr>
        <p:txBody>
          <a:bodyPr anchor="ctr"/>
          <a:lstStyle>
            <a:lvl1pPr marL="0" indent="0" algn="ctr">
              <a:buNone/>
              <a:defRPr sz="700"/>
            </a:lvl1pPr>
          </a:lstStyle>
          <a:p>
            <a:r>
              <a:rPr lang="en-US"/>
              <a:t>Icon</a:t>
            </a:r>
          </a:p>
        </p:txBody>
      </p:sp>
      <p:sp>
        <p:nvSpPr>
          <p:cNvPr id="47" name="Text Placeholder 5">
            <a:extLst>
              <a:ext uri="{FF2B5EF4-FFF2-40B4-BE49-F238E27FC236}">
                <a16:creationId xmlns:a16="http://schemas.microsoft.com/office/drawing/2014/main" id="{DD338E24-8B89-4977-8654-0F49ED3F520D}"/>
              </a:ext>
            </a:extLst>
          </p:cNvPr>
          <p:cNvSpPr>
            <a:spLocks noGrp="1"/>
          </p:cNvSpPr>
          <p:nvPr>
            <p:ph type="body" sz="quarter" idx="37" hasCustomPrompt="1"/>
          </p:nvPr>
        </p:nvSpPr>
        <p:spPr>
          <a:xfrm>
            <a:off x="128673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48" name="Picture Placeholder 3">
            <a:extLst>
              <a:ext uri="{FF2B5EF4-FFF2-40B4-BE49-F238E27FC236}">
                <a16:creationId xmlns:a16="http://schemas.microsoft.com/office/drawing/2014/main" id="{23A23C03-EA22-48D8-B332-D664437FFC16}"/>
              </a:ext>
            </a:extLst>
          </p:cNvPr>
          <p:cNvSpPr>
            <a:spLocks noGrp="1" noChangeAspect="1"/>
          </p:cNvSpPr>
          <p:nvPr>
            <p:ph type="pic" sz="quarter" idx="38" hasCustomPrompt="1"/>
          </p:nvPr>
        </p:nvSpPr>
        <p:spPr>
          <a:xfrm>
            <a:off x="2527430" y="2428841"/>
            <a:ext cx="403225" cy="403225"/>
          </a:xfrm>
          <a:noFill/>
        </p:spPr>
        <p:txBody>
          <a:bodyPr anchor="ctr"/>
          <a:lstStyle>
            <a:lvl1pPr marL="0" indent="0" algn="ctr">
              <a:buNone/>
              <a:defRPr sz="700"/>
            </a:lvl1pPr>
          </a:lstStyle>
          <a:p>
            <a:r>
              <a:rPr lang="en-US"/>
              <a:t>Icon</a:t>
            </a:r>
          </a:p>
        </p:txBody>
      </p:sp>
      <p:sp>
        <p:nvSpPr>
          <p:cNvPr id="49" name="Text Placeholder 5">
            <a:extLst>
              <a:ext uri="{FF2B5EF4-FFF2-40B4-BE49-F238E27FC236}">
                <a16:creationId xmlns:a16="http://schemas.microsoft.com/office/drawing/2014/main" id="{9CAD7837-CA10-4107-BDE0-218CB1ED00CD}"/>
              </a:ext>
            </a:extLst>
          </p:cNvPr>
          <p:cNvSpPr>
            <a:spLocks noGrp="1"/>
          </p:cNvSpPr>
          <p:nvPr>
            <p:ph type="body" sz="quarter" idx="39" hasCustomPrompt="1"/>
          </p:nvPr>
        </p:nvSpPr>
        <p:spPr>
          <a:xfrm>
            <a:off x="2254380"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50" name="Picture Placeholder 3">
            <a:extLst>
              <a:ext uri="{FF2B5EF4-FFF2-40B4-BE49-F238E27FC236}">
                <a16:creationId xmlns:a16="http://schemas.microsoft.com/office/drawing/2014/main" id="{496586DD-8798-45FF-909A-D31701FF96DE}"/>
              </a:ext>
            </a:extLst>
          </p:cNvPr>
          <p:cNvSpPr>
            <a:spLocks noGrp="1" noChangeAspect="1"/>
          </p:cNvSpPr>
          <p:nvPr>
            <p:ph type="pic" sz="quarter" idx="40" hasCustomPrompt="1"/>
          </p:nvPr>
        </p:nvSpPr>
        <p:spPr>
          <a:xfrm>
            <a:off x="3495076" y="2428841"/>
            <a:ext cx="403225" cy="403225"/>
          </a:xfrm>
          <a:noFill/>
        </p:spPr>
        <p:txBody>
          <a:bodyPr anchor="ctr"/>
          <a:lstStyle>
            <a:lvl1pPr marL="0" indent="0" algn="ctr">
              <a:buNone/>
              <a:defRPr sz="700"/>
            </a:lvl1pPr>
          </a:lstStyle>
          <a:p>
            <a:r>
              <a:rPr lang="en-US"/>
              <a:t>Icon</a:t>
            </a:r>
          </a:p>
        </p:txBody>
      </p:sp>
      <p:sp>
        <p:nvSpPr>
          <p:cNvPr id="51" name="Text Placeholder 5">
            <a:extLst>
              <a:ext uri="{FF2B5EF4-FFF2-40B4-BE49-F238E27FC236}">
                <a16:creationId xmlns:a16="http://schemas.microsoft.com/office/drawing/2014/main" id="{8837CAB7-A56F-4CEA-AB8D-3729B05ACCE9}"/>
              </a:ext>
            </a:extLst>
          </p:cNvPr>
          <p:cNvSpPr>
            <a:spLocks noGrp="1"/>
          </p:cNvSpPr>
          <p:nvPr>
            <p:ph type="body" sz="quarter" idx="41" hasCustomPrompt="1"/>
          </p:nvPr>
        </p:nvSpPr>
        <p:spPr>
          <a:xfrm>
            <a:off x="3222026"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52" name="Picture Placeholder 3">
            <a:extLst>
              <a:ext uri="{FF2B5EF4-FFF2-40B4-BE49-F238E27FC236}">
                <a16:creationId xmlns:a16="http://schemas.microsoft.com/office/drawing/2014/main" id="{DFFC4C4B-9310-4D7F-9ACA-153166A7CA9F}"/>
              </a:ext>
            </a:extLst>
          </p:cNvPr>
          <p:cNvSpPr>
            <a:spLocks noGrp="1" noChangeAspect="1"/>
          </p:cNvSpPr>
          <p:nvPr>
            <p:ph type="pic" sz="quarter" idx="42" hasCustomPrompt="1"/>
          </p:nvPr>
        </p:nvSpPr>
        <p:spPr>
          <a:xfrm>
            <a:off x="4462722" y="2428841"/>
            <a:ext cx="403225" cy="403225"/>
          </a:xfrm>
          <a:noFill/>
        </p:spPr>
        <p:txBody>
          <a:bodyPr anchor="ctr"/>
          <a:lstStyle>
            <a:lvl1pPr marL="0" indent="0" algn="ctr">
              <a:buNone/>
              <a:defRPr sz="700"/>
            </a:lvl1pPr>
          </a:lstStyle>
          <a:p>
            <a:r>
              <a:rPr lang="en-US"/>
              <a:t>Icon</a:t>
            </a:r>
          </a:p>
        </p:txBody>
      </p:sp>
      <p:sp>
        <p:nvSpPr>
          <p:cNvPr id="53" name="Text Placeholder 5">
            <a:extLst>
              <a:ext uri="{FF2B5EF4-FFF2-40B4-BE49-F238E27FC236}">
                <a16:creationId xmlns:a16="http://schemas.microsoft.com/office/drawing/2014/main" id="{A39F4520-5861-47C2-BE64-9F0D2F06C4B9}"/>
              </a:ext>
            </a:extLst>
          </p:cNvPr>
          <p:cNvSpPr>
            <a:spLocks noGrp="1"/>
          </p:cNvSpPr>
          <p:nvPr>
            <p:ph type="body" sz="quarter" idx="43" hasCustomPrompt="1"/>
          </p:nvPr>
        </p:nvSpPr>
        <p:spPr>
          <a:xfrm>
            <a:off x="4189672"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54" name="Picture Placeholder 3">
            <a:extLst>
              <a:ext uri="{FF2B5EF4-FFF2-40B4-BE49-F238E27FC236}">
                <a16:creationId xmlns:a16="http://schemas.microsoft.com/office/drawing/2014/main" id="{A175C8F2-31AC-4F54-9156-2E2D8FB7A24E}"/>
              </a:ext>
            </a:extLst>
          </p:cNvPr>
          <p:cNvSpPr>
            <a:spLocks noGrp="1" noChangeAspect="1"/>
          </p:cNvSpPr>
          <p:nvPr>
            <p:ph type="pic" sz="quarter" idx="44" hasCustomPrompt="1"/>
          </p:nvPr>
        </p:nvSpPr>
        <p:spPr>
          <a:xfrm>
            <a:off x="5430368" y="2428841"/>
            <a:ext cx="403225" cy="403225"/>
          </a:xfrm>
          <a:noFill/>
        </p:spPr>
        <p:txBody>
          <a:bodyPr anchor="ctr"/>
          <a:lstStyle>
            <a:lvl1pPr marL="0" indent="0" algn="ctr">
              <a:buNone/>
              <a:defRPr sz="700"/>
            </a:lvl1pPr>
          </a:lstStyle>
          <a:p>
            <a:r>
              <a:rPr lang="en-US"/>
              <a:t>Icon</a:t>
            </a:r>
          </a:p>
        </p:txBody>
      </p:sp>
      <p:sp>
        <p:nvSpPr>
          <p:cNvPr id="55" name="Text Placeholder 5">
            <a:extLst>
              <a:ext uri="{FF2B5EF4-FFF2-40B4-BE49-F238E27FC236}">
                <a16:creationId xmlns:a16="http://schemas.microsoft.com/office/drawing/2014/main" id="{39386109-9DB5-4799-946D-9454B156F98B}"/>
              </a:ext>
            </a:extLst>
          </p:cNvPr>
          <p:cNvSpPr>
            <a:spLocks noGrp="1"/>
          </p:cNvSpPr>
          <p:nvPr>
            <p:ph type="body" sz="quarter" idx="45" hasCustomPrompt="1"/>
          </p:nvPr>
        </p:nvSpPr>
        <p:spPr>
          <a:xfrm>
            <a:off x="515731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56" name="Picture Placeholder 3">
            <a:extLst>
              <a:ext uri="{FF2B5EF4-FFF2-40B4-BE49-F238E27FC236}">
                <a16:creationId xmlns:a16="http://schemas.microsoft.com/office/drawing/2014/main" id="{633ED9EA-632A-4043-B726-FE8CE341AEFE}"/>
              </a:ext>
            </a:extLst>
          </p:cNvPr>
          <p:cNvSpPr>
            <a:spLocks noGrp="1" noChangeAspect="1"/>
          </p:cNvSpPr>
          <p:nvPr>
            <p:ph type="pic" sz="quarter" idx="46" hasCustomPrompt="1"/>
          </p:nvPr>
        </p:nvSpPr>
        <p:spPr>
          <a:xfrm>
            <a:off x="6398014" y="2428841"/>
            <a:ext cx="403225" cy="403225"/>
          </a:xfrm>
          <a:noFill/>
        </p:spPr>
        <p:txBody>
          <a:bodyPr anchor="ctr"/>
          <a:lstStyle>
            <a:lvl1pPr marL="0" indent="0" algn="ctr">
              <a:buNone/>
              <a:defRPr sz="700"/>
            </a:lvl1pPr>
          </a:lstStyle>
          <a:p>
            <a:r>
              <a:rPr lang="en-US"/>
              <a:t>Icon</a:t>
            </a:r>
          </a:p>
        </p:txBody>
      </p:sp>
      <p:sp>
        <p:nvSpPr>
          <p:cNvPr id="57" name="Text Placeholder 5">
            <a:extLst>
              <a:ext uri="{FF2B5EF4-FFF2-40B4-BE49-F238E27FC236}">
                <a16:creationId xmlns:a16="http://schemas.microsoft.com/office/drawing/2014/main" id="{78713C5F-D30A-4E90-85BF-A59126CBA507}"/>
              </a:ext>
            </a:extLst>
          </p:cNvPr>
          <p:cNvSpPr>
            <a:spLocks noGrp="1"/>
          </p:cNvSpPr>
          <p:nvPr>
            <p:ph type="body" sz="quarter" idx="47" hasCustomPrompt="1"/>
          </p:nvPr>
        </p:nvSpPr>
        <p:spPr>
          <a:xfrm>
            <a:off x="612496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58" name="Picture Placeholder 3">
            <a:extLst>
              <a:ext uri="{FF2B5EF4-FFF2-40B4-BE49-F238E27FC236}">
                <a16:creationId xmlns:a16="http://schemas.microsoft.com/office/drawing/2014/main" id="{36ED6677-A6BE-485E-BA5A-A18D94355960}"/>
              </a:ext>
            </a:extLst>
          </p:cNvPr>
          <p:cNvSpPr>
            <a:spLocks noGrp="1" noChangeAspect="1"/>
          </p:cNvSpPr>
          <p:nvPr>
            <p:ph type="pic" sz="quarter" idx="48" hasCustomPrompt="1"/>
          </p:nvPr>
        </p:nvSpPr>
        <p:spPr>
          <a:xfrm>
            <a:off x="7365660" y="2428841"/>
            <a:ext cx="403225" cy="403225"/>
          </a:xfrm>
          <a:noFill/>
        </p:spPr>
        <p:txBody>
          <a:bodyPr anchor="ctr"/>
          <a:lstStyle>
            <a:lvl1pPr marL="0" indent="0" algn="ctr">
              <a:buNone/>
              <a:defRPr sz="700"/>
            </a:lvl1pPr>
          </a:lstStyle>
          <a:p>
            <a:r>
              <a:rPr lang="en-US"/>
              <a:t>Icon</a:t>
            </a:r>
          </a:p>
        </p:txBody>
      </p:sp>
      <p:sp>
        <p:nvSpPr>
          <p:cNvPr id="59" name="Text Placeholder 5">
            <a:extLst>
              <a:ext uri="{FF2B5EF4-FFF2-40B4-BE49-F238E27FC236}">
                <a16:creationId xmlns:a16="http://schemas.microsoft.com/office/drawing/2014/main" id="{982C07A0-CE90-4296-97AA-BA9F86431E1E}"/>
              </a:ext>
            </a:extLst>
          </p:cNvPr>
          <p:cNvSpPr>
            <a:spLocks noGrp="1"/>
          </p:cNvSpPr>
          <p:nvPr>
            <p:ph type="body" sz="quarter" idx="49" hasCustomPrompt="1"/>
          </p:nvPr>
        </p:nvSpPr>
        <p:spPr>
          <a:xfrm>
            <a:off x="7092610"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60" name="Picture Placeholder 3">
            <a:extLst>
              <a:ext uri="{FF2B5EF4-FFF2-40B4-BE49-F238E27FC236}">
                <a16:creationId xmlns:a16="http://schemas.microsoft.com/office/drawing/2014/main" id="{C043C2F4-3BC4-4391-BF2F-B79F93D2149D}"/>
              </a:ext>
            </a:extLst>
          </p:cNvPr>
          <p:cNvSpPr>
            <a:spLocks noGrp="1" noChangeAspect="1"/>
          </p:cNvSpPr>
          <p:nvPr>
            <p:ph type="pic" sz="quarter" idx="50" hasCustomPrompt="1"/>
          </p:nvPr>
        </p:nvSpPr>
        <p:spPr>
          <a:xfrm>
            <a:off x="8333306" y="2428841"/>
            <a:ext cx="403225" cy="403225"/>
          </a:xfrm>
          <a:noFill/>
        </p:spPr>
        <p:txBody>
          <a:bodyPr anchor="ctr"/>
          <a:lstStyle>
            <a:lvl1pPr marL="0" indent="0" algn="ctr">
              <a:buNone/>
              <a:defRPr sz="700"/>
            </a:lvl1pPr>
          </a:lstStyle>
          <a:p>
            <a:r>
              <a:rPr lang="en-US"/>
              <a:t>Icon</a:t>
            </a:r>
          </a:p>
        </p:txBody>
      </p:sp>
      <p:sp>
        <p:nvSpPr>
          <p:cNvPr id="61" name="Text Placeholder 5">
            <a:extLst>
              <a:ext uri="{FF2B5EF4-FFF2-40B4-BE49-F238E27FC236}">
                <a16:creationId xmlns:a16="http://schemas.microsoft.com/office/drawing/2014/main" id="{078D9316-696E-4B90-893C-AB7EE46EE998}"/>
              </a:ext>
            </a:extLst>
          </p:cNvPr>
          <p:cNvSpPr>
            <a:spLocks noGrp="1"/>
          </p:cNvSpPr>
          <p:nvPr>
            <p:ph type="body" sz="quarter" idx="51" hasCustomPrompt="1"/>
          </p:nvPr>
        </p:nvSpPr>
        <p:spPr>
          <a:xfrm>
            <a:off x="8060256"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62" name="Picture Placeholder 3">
            <a:extLst>
              <a:ext uri="{FF2B5EF4-FFF2-40B4-BE49-F238E27FC236}">
                <a16:creationId xmlns:a16="http://schemas.microsoft.com/office/drawing/2014/main" id="{0DFF41CF-3C96-404C-9A48-F8D2FE678B79}"/>
              </a:ext>
            </a:extLst>
          </p:cNvPr>
          <p:cNvSpPr>
            <a:spLocks noGrp="1" noChangeAspect="1"/>
          </p:cNvSpPr>
          <p:nvPr>
            <p:ph type="pic" sz="quarter" idx="52" hasCustomPrompt="1"/>
          </p:nvPr>
        </p:nvSpPr>
        <p:spPr>
          <a:xfrm>
            <a:off x="9300952" y="2428841"/>
            <a:ext cx="403225" cy="403225"/>
          </a:xfrm>
          <a:noFill/>
        </p:spPr>
        <p:txBody>
          <a:bodyPr anchor="ctr"/>
          <a:lstStyle>
            <a:lvl1pPr marL="0" indent="0" algn="ctr">
              <a:buNone/>
              <a:defRPr sz="700"/>
            </a:lvl1pPr>
          </a:lstStyle>
          <a:p>
            <a:r>
              <a:rPr lang="en-US"/>
              <a:t>Icon</a:t>
            </a:r>
          </a:p>
        </p:txBody>
      </p:sp>
      <p:sp>
        <p:nvSpPr>
          <p:cNvPr id="63" name="Text Placeholder 5">
            <a:extLst>
              <a:ext uri="{FF2B5EF4-FFF2-40B4-BE49-F238E27FC236}">
                <a16:creationId xmlns:a16="http://schemas.microsoft.com/office/drawing/2014/main" id="{CD83E209-DCFC-4040-AC47-F30F896D3AD9}"/>
              </a:ext>
            </a:extLst>
          </p:cNvPr>
          <p:cNvSpPr>
            <a:spLocks noGrp="1"/>
          </p:cNvSpPr>
          <p:nvPr>
            <p:ph type="body" sz="quarter" idx="53" hasCustomPrompt="1"/>
          </p:nvPr>
        </p:nvSpPr>
        <p:spPr>
          <a:xfrm>
            <a:off x="9027902"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64" name="Picture Placeholder 3">
            <a:extLst>
              <a:ext uri="{FF2B5EF4-FFF2-40B4-BE49-F238E27FC236}">
                <a16:creationId xmlns:a16="http://schemas.microsoft.com/office/drawing/2014/main" id="{2982D4C5-605D-4A12-A93E-73CD5D9F3EF4}"/>
              </a:ext>
            </a:extLst>
          </p:cNvPr>
          <p:cNvSpPr>
            <a:spLocks noGrp="1" noChangeAspect="1"/>
          </p:cNvSpPr>
          <p:nvPr>
            <p:ph type="pic" sz="quarter" idx="54" hasCustomPrompt="1"/>
          </p:nvPr>
        </p:nvSpPr>
        <p:spPr>
          <a:xfrm>
            <a:off x="10268598" y="2428841"/>
            <a:ext cx="403225" cy="403225"/>
          </a:xfrm>
          <a:noFill/>
        </p:spPr>
        <p:txBody>
          <a:bodyPr anchor="ctr"/>
          <a:lstStyle>
            <a:lvl1pPr marL="0" indent="0" algn="ctr">
              <a:buNone/>
              <a:defRPr sz="700"/>
            </a:lvl1pPr>
          </a:lstStyle>
          <a:p>
            <a:r>
              <a:rPr lang="en-US"/>
              <a:t>Icon</a:t>
            </a:r>
          </a:p>
        </p:txBody>
      </p:sp>
      <p:sp>
        <p:nvSpPr>
          <p:cNvPr id="65" name="Text Placeholder 5">
            <a:extLst>
              <a:ext uri="{FF2B5EF4-FFF2-40B4-BE49-F238E27FC236}">
                <a16:creationId xmlns:a16="http://schemas.microsoft.com/office/drawing/2014/main" id="{830880F2-98AF-46A2-8E11-ED08CC53164C}"/>
              </a:ext>
            </a:extLst>
          </p:cNvPr>
          <p:cNvSpPr>
            <a:spLocks noGrp="1"/>
          </p:cNvSpPr>
          <p:nvPr>
            <p:ph type="body" sz="quarter" idx="55" hasCustomPrompt="1"/>
          </p:nvPr>
        </p:nvSpPr>
        <p:spPr>
          <a:xfrm>
            <a:off x="999554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66" name="Picture Placeholder 3">
            <a:extLst>
              <a:ext uri="{FF2B5EF4-FFF2-40B4-BE49-F238E27FC236}">
                <a16:creationId xmlns:a16="http://schemas.microsoft.com/office/drawing/2014/main" id="{820B03A0-5871-464A-8BF5-22C7E0463105}"/>
              </a:ext>
            </a:extLst>
          </p:cNvPr>
          <p:cNvSpPr>
            <a:spLocks noGrp="1" noChangeAspect="1"/>
          </p:cNvSpPr>
          <p:nvPr>
            <p:ph type="pic" sz="quarter" idx="56" hasCustomPrompt="1"/>
          </p:nvPr>
        </p:nvSpPr>
        <p:spPr>
          <a:xfrm>
            <a:off x="11236244" y="2428841"/>
            <a:ext cx="403225" cy="403225"/>
          </a:xfrm>
          <a:noFill/>
        </p:spPr>
        <p:txBody>
          <a:bodyPr anchor="ctr"/>
          <a:lstStyle>
            <a:lvl1pPr marL="0" indent="0" algn="ctr">
              <a:buNone/>
              <a:defRPr sz="700"/>
            </a:lvl1pPr>
          </a:lstStyle>
          <a:p>
            <a:r>
              <a:rPr lang="en-US"/>
              <a:t>Icon</a:t>
            </a:r>
          </a:p>
        </p:txBody>
      </p:sp>
      <p:sp>
        <p:nvSpPr>
          <p:cNvPr id="67" name="Text Placeholder 5">
            <a:extLst>
              <a:ext uri="{FF2B5EF4-FFF2-40B4-BE49-F238E27FC236}">
                <a16:creationId xmlns:a16="http://schemas.microsoft.com/office/drawing/2014/main" id="{A55D414C-BACF-4C9F-A0B3-B3E904AF442F}"/>
              </a:ext>
            </a:extLst>
          </p:cNvPr>
          <p:cNvSpPr>
            <a:spLocks noGrp="1"/>
          </p:cNvSpPr>
          <p:nvPr>
            <p:ph type="body" sz="quarter" idx="57" hasCustomPrompt="1"/>
          </p:nvPr>
        </p:nvSpPr>
        <p:spPr>
          <a:xfrm>
            <a:off x="1096319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68" name="Picture Placeholder 3">
            <a:extLst>
              <a:ext uri="{FF2B5EF4-FFF2-40B4-BE49-F238E27FC236}">
                <a16:creationId xmlns:a16="http://schemas.microsoft.com/office/drawing/2014/main" id="{3A6FB3B0-C02D-4CA9-BB3D-B68747F2AD73}"/>
              </a:ext>
            </a:extLst>
          </p:cNvPr>
          <p:cNvSpPr>
            <a:spLocks noGrp="1" noChangeAspect="1"/>
          </p:cNvSpPr>
          <p:nvPr>
            <p:ph type="pic" sz="quarter" idx="58" hasCustomPrompt="1"/>
          </p:nvPr>
        </p:nvSpPr>
        <p:spPr>
          <a:xfrm>
            <a:off x="592138" y="3396353"/>
            <a:ext cx="403225" cy="403225"/>
          </a:xfrm>
          <a:noFill/>
        </p:spPr>
        <p:txBody>
          <a:bodyPr anchor="ctr"/>
          <a:lstStyle>
            <a:lvl1pPr marL="0" indent="0" algn="ctr">
              <a:buNone/>
              <a:defRPr sz="700"/>
            </a:lvl1pPr>
          </a:lstStyle>
          <a:p>
            <a:r>
              <a:rPr lang="en-US"/>
              <a:t>Icon</a:t>
            </a:r>
          </a:p>
        </p:txBody>
      </p:sp>
      <p:sp>
        <p:nvSpPr>
          <p:cNvPr id="69" name="Text Placeholder 5">
            <a:extLst>
              <a:ext uri="{FF2B5EF4-FFF2-40B4-BE49-F238E27FC236}">
                <a16:creationId xmlns:a16="http://schemas.microsoft.com/office/drawing/2014/main" id="{80457BA6-8A57-4654-BE81-B3D5CACB83FB}"/>
              </a:ext>
            </a:extLst>
          </p:cNvPr>
          <p:cNvSpPr>
            <a:spLocks noGrp="1"/>
          </p:cNvSpPr>
          <p:nvPr>
            <p:ph type="body" sz="quarter" idx="59" hasCustomPrompt="1"/>
          </p:nvPr>
        </p:nvSpPr>
        <p:spPr>
          <a:xfrm>
            <a:off x="31908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70" name="Picture Placeholder 3">
            <a:extLst>
              <a:ext uri="{FF2B5EF4-FFF2-40B4-BE49-F238E27FC236}">
                <a16:creationId xmlns:a16="http://schemas.microsoft.com/office/drawing/2014/main" id="{D7D60538-DB16-4AE5-A98A-93814D40819D}"/>
              </a:ext>
            </a:extLst>
          </p:cNvPr>
          <p:cNvSpPr>
            <a:spLocks noGrp="1" noChangeAspect="1"/>
          </p:cNvSpPr>
          <p:nvPr>
            <p:ph type="pic" sz="quarter" idx="60" hasCustomPrompt="1"/>
          </p:nvPr>
        </p:nvSpPr>
        <p:spPr>
          <a:xfrm>
            <a:off x="1559784" y="3396353"/>
            <a:ext cx="403225" cy="403225"/>
          </a:xfrm>
          <a:noFill/>
        </p:spPr>
        <p:txBody>
          <a:bodyPr anchor="ctr"/>
          <a:lstStyle>
            <a:lvl1pPr marL="0" indent="0" algn="ctr">
              <a:buNone/>
              <a:defRPr sz="700"/>
            </a:lvl1pPr>
          </a:lstStyle>
          <a:p>
            <a:r>
              <a:rPr lang="en-US"/>
              <a:t>Icon</a:t>
            </a:r>
          </a:p>
        </p:txBody>
      </p:sp>
      <p:sp>
        <p:nvSpPr>
          <p:cNvPr id="71" name="Text Placeholder 5">
            <a:extLst>
              <a:ext uri="{FF2B5EF4-FFF2-40B4-BE49-F238E27FC236}">
                <a16:creationId xmlns:a16="http://schemas.microsoft.com/office/drawing/2014/main" id="{45ACE529-2662-4B4C-A1A9-8BED04C06B7F}"/>
              </a:ext>
            </a:extLst>
          </p:cNvPr>
          <p:cNvSpPr>
            <a:spLocks noGrp="1"/>
          </p:cNvSpPr>
          <p:nvPr>
            <p:ph type="body" sz="quarter" idx="61" hasCustomPrompt="1"/>
          </p:nvPr>
        </p:nvSpPr>
        <p:spPr>
          <a:xfrm>
            <a:off x="128673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72" name="Picture Placeholder 3">
            <a:extLst>
              <a:ext uri="{FF2B5EF4-FFF2-40B4-BE49-F238E27FC236}">
                <a16:creationId xmlns:a16="http://schemas.microsoft.com/office/drawing/2014/main" id="{C3ED0866-EDB0-46DF-A24A-D6862C5C8362}"/>
              </a:ext>
            </a:extLst>
          </p:cNvPr>
          <p:cNvSpPr>
            <a:spLocks noGrp="1" noChangeAspect="1"/>
          </p:cNvSpPr>
          <p:nvPr>
            <p:ph type="pic" sz="quarter" idx="62" hasCustomPrompt="1"/>
          </p:nvPr>
        </p:nvSpPr>
        <p:spPr>
          <a:xfrm>
            <a:off x="2527430" y="3396353"/>
            <a:ext cx="403225" cy="403225"/>
          </a:xfrm>
          <a:noFill/>
        </p:spPr>
        <p:txBody>
          <a:bodyPr anchor="ctr"/>
          <a:lstStyle>
            <a:lvl1pPr marL="0" indent="0" algn="ctr">
              <a:buNone/>
              <a:defRPr sz="700"/>
            </a:lvl1pPr>
          </a:lstStyle>
          <a:p>
            <a:r>
              <a:rPr lang="en-US"/>
              <a:t>Icon</a:t>
            </a:r>
          </a:p>
        </p:txBody>
      </p:sp>
      <p:sp>
        <p:nvSpPr>
          <p:cNvPr id="73" name="Text Placeholder 5">
            <a:extLst>
              <a:ext uri="{FF2B5EF4-FFF2-40B4-BE49-F238E27FC236}">
                <a16:creationId xmlns:a16="http://schemas.microsoft.com/office/drawing/2014/main" id="{974A07CD-153D-469A-BB12-C044ED1E68D7}"/>
              </a:ext>
            </a:extLst>
          </p:cNvPr>
          <p:cNvSpPr>
            <a:spLocks noGrp="1"/>
          </p:cNvSpPr>
          <p:nvPr>
            <p:ph type="body" sz="quarter" idx="63" hasCustomPrompt="1"/>
          </p:nvPr>
        </p:nvSpPr>
        <p:spPr>
          <a:xfrm>
            <a:off x="2254380"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74" name="Picture Placeholder 3">
            <a:extLst>
              <a:ext uri="{FF2B5EF4-FFF2-40B4-BE49-F238E27FC236}">
                <a16:creationId xmlns:a16="http://schemas.microsoft.com/office/drawing/2014/main" id="{71CE5231-B3F1-4ECC-B11C-00C575B9B03E}"/>
              </a:ext>
            </a:extLst>
          </p:cNvPr>
          <p:cNvSpPr>
            <a:spLocks noGrp="1" noChangeAspect="1"/>
          </p:cNvSpPr>
          <p:nvPr>
            <p:ph type="pic" sz="quarter" idx="64" hasCustomPrompt="1"/>
          </p:nvPr>
        </p:nvSpPr>
        <p:spPr>
          <a:xfrm>
            <a:off x="3495076" y="3396353"/>
            <a:ext cx="403225" cy="403225"/>
          </a:xfrm>
          <a:noFill/>
        </p:spPr>
        <p:txBody>
          <a:bodyPr anchor="ctr"/>
          <a:lstStyle>
            <a:lvl1pPr marL="0" indent="0" algn="ctr">
              <a:buNone/>
              <a:defRPr sz="700"/>
            </a:lvl1pPr>
          </a:lstStyle>
          <a:p>
            <a:r>
              <a:rPr lang="en-US"/>
              <a:t>Icon</a:t>
            </a:r>
          </a:p>
        </p:txBody>
      </p:sp>
      <p:sp>
        <p:nvSpPr>
          <p:cNvPr id="75" name="Text Placeholder 5">
            <a:extLst>
              <a:ext uri="{FF2B5EF4-FFF2-40B4-BE49-F238E27FC236}">
                <a16:creationId xmlns:a16="http://schemas.microsoft.com/office/drawing/2014/main" id="{BD24185C-027F-4E45-8E15-7ACF356C5F1C}"/>
              </a:ext>
            </a:extLst>
          </p:cNvPr>
          <p:cNvSpPr>
            <a:spLocks noGrp="1"/>
          </p:cNvSpPr>
          <p:nvPr>
            <p:ph type="body" sz="quarter" idx="65" hasCustomPrompt="1"/>
          </p:nvPr>
        </p:nvSpPr>
        <p:spPr>
          <a:xfrm>
            <a:off x="3222026"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76" name="Picture Placeholder 3">
            <a:extLst>
              <a:ext uri="{FF2B5EF4-FFF2-40B4-BE49-F238E27FC236}">
                <a16:creationId xmlns:a16="http://schemas.microsoft.com/office/drawing/2014/main" id="{B4F8A0EC-F707-4A2F-9935-05C8A6C447F1}"/>
              </a:ext>
            </a:extLst>
          </p:cNvPr>
          <p:cNvSpPr>
            <a:spLocks noGrp="1" noChangeAspect="1"/>
          </p:cNvSpPr>
          <p:nvPr>
            <p:ph type="pic" sz="quarter" idx="66" hasCustomPrompt="1"/>
          </p:nvPr>
        </p:nvSpPr>
        <p:spPr>
          <a:xfrm>
            <a:off x="4462722" y="3396353"/>
            <a:ext cx="403225" cy="403225"/>
          </a:xfrm>
          <a:noFill/>
        </p:spPr>
        <p:txBody>
          <a:bodyPr anchor="ctr"/>
          <a:lstStyle>
            <a:lvl1pPr marL="0" indent="0" algn="ctr">
              <a:buNone/>
              <a:defRPr sz="700"/>
            </a:lvl1pPr>
          </a:lstStyle>
          <a:p>
            <a:r>
              <a:rPr lang="en-US"/>
              <a:t>Icon</a:t>
            </a:r>
          </a:p>
        </p:txBody>
      </p:sp>
      <p:sp>
        <p:nvSpPr>
          <p:cNvPr id="77" name="Text Placeholder 5">
            <a:extLst>
              <a:ext uri="{FF2B5EF4-FFF2-40B4-BE49-F238E27FC236}">
                <a16:creationId xmlns:a16="http://schemas.microsoft.com/office/drawing/2014/main" id="{CB72059C-52B3-459D-88FD-CD28FF7CEA56}"/>
              </a:ext>
            </a:extLst>
          </p:cNvPr>
          <p:cNvSpPr>
            <a:spLocks noGrp="1"/>
          </p:cNvSpPr>
          <p:nvPr>
            <p:ph type="body" sz="quarter" idx="67" hasCustomPrompt="1"/>
          </p:nvPr>
        </p:nvSpPr>
        <p:spPr>
          <a:xfrm>
            <a:off x="4189672"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78" name="Picture Placeholder 3">
            <a:extLst>
              <a:ext uri="{FF2B5EF4-FFF2-40B4-BE49-F238E27FC236}">
                <a16:creationId xmlns:a16="http://schemas.microsoft.com/office/drawing/2014/main" id="{5384DBBF-F5E2-45F3-982B-961914E12799}"/>
              </a:ext>
            </a:extLst>
          </p:cNvPr>
          <p:cNvSpPr>
            <a:spLocks noGrp="1" noChangeAspect="1"/>
          </p:cNvSpPr>
          <p:nvPr>
            <p:ph type="pic" sz="quarter" idx="68" hasCustomPrompt="1"/>
          </p:nvPr>
        </p:nvSpPr>
        <p:spPr>
          <a:xfrm>
            <a:off x="5430368" y="3396353"/>
            <a:ext cx="403225" cy="403225"/>
          </a:xfrm>
          <a:noFill/>
        </p:spPr>
        <p:txBody>
          <a:bodyPr anchor="ctr"/>
          <a:lstStyle>
            <a:lvl1pPr marL="0" indent="0" algn="ctr">
              <a:buNone/>
              <a:defRPr sz="700"/>
            </a:lvl1pPr>
          </a:lstStyle>
          <a:p>
            <a:r>
              <a:rPr lang="en-US"/>
              <a:t>Icon</a:t>
            </a:r>
          </a:p>
        </p:txBody>
      </p:sp>
      <p:sp>
        <p:nvSpPr>
          <p:cNvPr id="79" name="Text Placeholder 5">
            <a:extLst>
              <a:ext uri="{FF2B5EF4-FFF2-40B4-BE49-F238E27FC236}">
                <a16:creationId xmlns:a16="http://schemas.microsoft.com/office/drawing/2014/main" id="{E020E533-A872-4A2A-9F8B-90DFB32AC014}"/>
              </a:ext>
            </a:extLst>
          </p:cNvPr>
          <p:cNvSpPr>
            <a:spLocks noGrp="1"/>
          </p:cNvSpPr>
          <p:nvPr>
            <p:ph type="body" sz="quarter" idx="69" hasCustomPrompt="1"/>
          </p:nvPr>
        </p:nvSpPr>
        <p:spPr>
          <a:xfrm>
            <a:off x="515731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80" name="Picture Placeholder 3">
            <a:extLst>
              <a:ext uri="{FF2B5EF4-FFF2-40B4-BE49-F238E27FC236}">
                <a16:creationId xmlns:a16="http://schemas.microsoft.com/office/drawing/2014/main" id="{684E9D32-E560-489B-B0CC-47AF3EA88A90}"/>
              </a:ext>
            </a:extLst>
          </p:cNvPr>
          <p:cNvSpPr>
            <a:spLocks noGrp="1" noChangeAspect="1"/>
          </p:cNvSpPr>
          <p:nvPr>
            <p:ph type="pic" sz="quarter" idx="70" hasCustomPrompt="1"/>
          </p:nvPr>
        </p:nvSpPr>
        <p:spPr>
          <a:xfrm>
            <a:off x="6398014" y="3396353"/>
            <a:ext cx="403225" cy="403225"/>
          </a:xfrm>
          <a:noFill/>
        </p:spPr>
        <p:txBody>
          <a:bodyPr anchor="ctr"/>
          <a:lstStyle>
            <a:lvl1pPr marL="0" indent="0" algn="ctr">
              <a:buNone/>
              <a:defRPr sz="700"/>
            </a:lvl1pPr>
          </a:lstStyle>
          <a:p>
            <a:r>
              <a:rPr lang="en-US"/>
              <a:t>Icon</a:t>
            </a:r>
          </a:p>
        </p:txBody>
      </p:sp>
      <p:sp>
        <p:nvSpPr>
          <p:cNvPr id="81" name="Text Placeholder 5">
            <a:extLst>
              <a:ext uri="{FF2B5EF4-FFF2-40B4-BE49-F238E27FC236}">
                <a16:creationId xmlns:a16="http://schemas.microsoft.com/office/drawing/2014/main" id="{502BF5B9-0EE8-4FA9-86EF-A61BDD2DBD35}"/>
              </a:ext>
            </a:extLst>
          </p:cNvPr>
          <p:cNvSpPr>
            <a:spLocks noGrp="1"/>
          </p:cNvSpPr>
          <p:nvPr>
            <p:ph type="body" sz="quarter" idx="71" hasCustomPrompt="1"/>
          </p:nvPr>
        </p:nvSpPr>
        <p:spPr>
          <a:xfrm>
            <a:off x="612496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82" name="Picture Placeholder 3">
            <a:extLst>
              <a:ext uri="{FF2B5EF4-FFF2-40B4-BE49-F238E27FC236}">
                <a16:creationId xmlns:a16="http://schemas.microsoft.com/office/drawing/2014/main" id="{825CC0B3-9E42-412C-9CC8-61AC37D30339}"/>
              </a:ext>
            </a:extLst>
          </p:cNvPr>
          <p:cNvSpPr>
            <a:spLocks noGrp="1" noChangeAspect="1"/>
          </p:cNvSpPr>
          <p:nvPr>
            <p:ph type="pic" sz="quarter" idx="72" hasCustomPrompt="1"/>
          </p:nvPr>
        </p:nvSpPr>
        <p:spPr>
          <a:xfrm>
            <a:off x="7365660" y="3396353"/>
            <a:ext cx="403225" cy="403225"/>
          </a:xfrm>
          <a:noFill/>
        </p:spPr>
        <p:txBody>
          <a:bodyPr anchor="ctr"/>
          <a:lstStyle>
            <a:lvl1pPr marL="0" indent="0" algn="ctr">
              <a:buNone/>
              <a:defRPr sz="700"/>
            </a:lvl1pPr>
          </a:lstStyle>
          <a:p>
            <a:r>
              <a:rPr lang="en-US"/>
              <a:t>Icon</a:t>
            </a:r>
          </a:p>
        </p:txBody>
      </p:sp>
      <p:sp>
        <p:nvSpPr>
          <p:cNvPr id="83" name="Text Placeholder 5">
            <a:extLst>
              <a:ext uri="{FF2B5EF4-FFF2-40B4-BE49-F238E27FC236}">
                <a16:creationId xmlns:a16="http://schemas.microsoft.com/office/drawing/2014/main" id="{341BEE4D-77C5-4D14-AB60-9BFABF6656B0}"/>
              </a:ext>
            </a:extLst>
          </p:cNvPr>
          <p:cNvSpPr>
            <a:spLocks noGrp="1"/>
          </p:cNvSpPr>
          <p:nvPr>
            <p:ph type="body" sz="quarter" idx="73" hasCustomPrompt="1"/>
          </p:nvPr>
        </p:nvSpPr>
        <p:spPr>
          <a:xfrm>
            <a:off x="7092610"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84" name="Picture Placeholder 3">
            <a:extLst>
              <a:ext uri="{FF2B5EF4-FFF2-40B4-BE49-F238E27FC236}">
                <a16:creationId xmlns:a16="http://schemas.microsoft.com/office/drawing/2014/main" id="{6946D09D-165B-4B52-8F56-C69040FD899E}"/>
              </a:ext>
            </a:extLst>
          </p:cNvPr>
          <p:cNvSpPr>
            <a:spLocks noGrp="1" noChangeAspect="1"/>
          </p:cNvSpPr>
          <p:nvPr>
            <p:ph type="pic" sz="quarter" idx="74" hasCustomPrompt="1"/>
          </p:nvPr>
        </p:nvSpPr>
        <p:spPr>
          <a:xfrm>
            <a:off x="8333306" y="3396353"/>
            <a:ext cx="403225" cy="403225"/>
          </a:xfrm>
          <a:noFill/>
        </p:spPr>
        <p:txBody>
          <a:bodyPr anchor="ctr"/>
          <a:lstStyle>
            <a:lvl1pPr marL="0" indent="0" algn="ctr">
              <a:buNone/>
              <a:defRPr sz="700"/>
            </a:lvl1pPr>
          </a:lstStyle>
          <a:p>
            <a:r>
              <a:rPr lang="en-US"/>
              <a:t>Icon</a:t>
            </a:r>
          </a:p>
        </p:txBody>
      </p:sp>
      <p:sp>
        <p:nvSpPr>
          <p:cNvPr id="85" name="Text Placeholder 5">
            <a:extLst>
              <a:ext uri="{FF2B5EF4-FFF2-40B4-BE49-F238E27FC236}">
                <a16:creationId xmlns:a16="http://schemas.microsoft.com/office/drawing/2014/main" id="{5A0541ED-28AE-44C3-8CF7-DC9755418696}"/>
              </a:ext>
            </a:extLst>
          </p:cNvPr>
          <p:cNvSpPr>
            <a:spLocks noGrp="1"/>
          </p:cNvSpPr>
          <p:nvPr>
            <p:ph type="body" sz="quarter" idx="75" hasCustomPrompt="1"/>
          </p:nvPr>
        </p:nvSpPr>
        <p:spPr>
          <a:xfrm>
            <a:off x="8060256"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86" name="Picture Placeholder 3">
            <a:extLst>
              <a:ext uri="{FF2B5EF4-FFF2-40B4-BE49-F238E27FC236}">
                <a16:creationId xmlns:a16="http://schemas.microsoft.com/office/drawing/2014/main" id="{5C6A00EC-EEFD-4D06-A314-9E368C09083A}"/>
              </a:ext>
            </a:extLst>
          </p:cNvPr>
          <p:cNvSpPr>
            <a:spLocks noGrp="1" noChangeAspect="1"/>
          </p:cNvSpPr>
          <p:nvPr>
            <p:ph type="pic" sz="quarter" idx="76" hasCustomPrompt="1"/>
          </p:nvPr>
        </p:nvSpPr>
        <p:spPr>
          <a:xfrm>
            <a:off x="9300952" y="3396353"/>
            <a:ext cx="403225" cy="403225"/>
          </a:xfrm>
          <a:noFill/>
        </p:spPr>
        <p:txBody>
          <a:bodyPr anchor="ctr"/>
          <a:lstStyle>
            <a:lvl1pPr marL="0" indent="0" algn="ctr">
              <a:buNone/>
              <a:defRPr sz="700"/>
            </a:lvl1pPr>
          </a:lstStyle>
          <a:p>
            <a:r>
              <a:rPr lang="en-US"/>
              <a:t>Icon</a:t>
            </a:r>
          </a:p>
        </p:txBody>
      </p:sp>
      <p:sp>
        <p:nvSpPr>
          <p:cNvPr id="87" name="Text Placeholder 5">
            <a:extLst>
              <a:ext uri="{FF2B5EF4-FFF2-40B4-BE49-F238E27FC236}">
                <a16:creationId xmlns:a16="http://schemas.microsoft.com/office/drawing/2014/main" id="{4FFE0155-373E-426B-AB2F-0CDD9385037A}"/>
              </a:ext>
            </a:extLst>
          </p:cNvPr>
          <p:cNvSpPr>
            <a:spLocks noGrp="1"/>
          </p:cNvSpPr>
          <p:nvPr>
            <p:ph type="body" sz="quarter" idx="77" hasCustomPrompt="1"/>
          </p:nvPr>
        </p:nvSpPr>
        <p:spPr>
          <a:xfrm>
            <a:off x="9027902"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88" name="Picture Placeholder 3">
            <a:extLst>
              <a:ext uri="{FF2B5EF4-FFF2-40B4-BE49-F238E27FC236}">
                <a16:creationId xmlns:a16="http://schemas.microsoft.com/office/drawing/2014/main" id="{FC7DF0DD-4641-42DB-98D7-379BD8ACBB35}"/>
              </a:ext>
            </a:extLst>
          </p:cNvPr>
          <p:cNvSpPr>
            <a:spLocks noGrp="1" noChangeAspect="1"/>
          </p:cNvSpPr>
          <p:nvPr>
            <p:ph type="pic" sz="quarter" idx="78" hasCustomPrompt="1"/>
          </p:nvPr>
        </p:nvSpPr>
        <p:spPr>
          <a:xfrm>
            <a:off x="10268598" y="3396353"/>
            <a:ext cx="403225" cy="403225"/>
          </a:xfrm>
          <a:noFill/>
        </p:spPr>
        <p:txBody>
          <a:bodyPr anchor="ctr"/>
          <a:lstStyle>
            <a:lvl1pPr marL="0" indent="0" algn="ctr">
              <a:buNone/>
              <a:defRPr sz="700"/>
            </a:lvl1pPr>
          </a:lstStyle>
          <a:p>
            <a:r>
              <a:rPr lang="en-US"/>
              <a:t>Icon</a:t>
            </a:r>
          </a:p>
        </p:txBody>
      </p:sp>
      <p:sp>
        <p:nvSpPr>
          <p:cNvPr id="89" name="Text Placeholder 5">
            <a:extLst>
              <a:ext uri="{FF2B5EF4-FFF2-40B4-BE49-F238E27FC236}">
                <a16:creationId xmlns:a16="http://schemas.microsoft.com/office/drawing/2014/main" id="{E1FF271D-556F-44D0-9BAD-0EBD5ADFF94B}"/>
              </a:ext>
            </a:extLst>
          </p:cNvPr>
          <p:cNvSpPr>
            <a:spLocks noGrp="1"/>
          </p:cNvSpPr>
          <p:nvPr>
            <p:ph type="body" sz="quarter" idx="79" hasCustomPrompt="1"/>
          </p:nvPr>
        </p:nvSpPr>
        <p:spPr>
          <a:xfrm>
            <a:off x="999554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90" name="Picture Placeholder 3">
            <a:extLst>
              <a:ext uri="{FF2B5EF4-FFF2-40B4-BE49-F238E27FC236}">
                <a16:creationId xmlns:a16="http://schemas.microsoft.com/office/drawing/2014/main" id="{F59F8FAB-DEE1-474F-9BC1-1D9E149D9442}"/>
              </a:ext>
            </a:extLst>
          </p:cNvPr>
          <p:cNvSpPr>
            <a:spLocks noGrp="1" noChangeAspect="1"/>
          </p:cNvSpPr>
          <p:nvPr>
            <p:ph type="pic" sz="quarter" idx="80" hasCustomPrompt="1"/>
          </p:nvPr>
        </p:nvSpPr>
        <p:spPr>
          <a:xfrm>
            <a:off x="11236244" y="3396353"/>
            <a:ext cx="403225" cy="403225"/>
          </a:xfrm>
          <a:noFill/>
        </p:spPr>
        <p:txBody>
          <a:bodyPr anchor="ctr"/>
          <a:lstStyle>
            <a:lvl1pPr marL="0" indent="0" algn="ctr">
              <a:buNone/>
              <a:defRPr sz="700"/>
            </a:lvl1pPr>
          </a:lstStyle>
          <a:p>
            <a:r>
              <a:rPr lang="en-US"/>
              <a:t>Icon</a:t>
            </a:r>
          </a:p>
        </p:txBody>
      </p:sp>
      <p:sp>
        <p:nvSpPr>
          <p:cNvPr id="91" name="Text Placeholder 5">
            <a:extLst>
              <a:ext uri="{FF2B5EF4-FFF2-40B4-BE49-F238E27FC236}">
                <a16:creationId xmlns:a16="http://schemas.microsoft.com/office/drawing/2014/main" id="{F9DCE290-10C8-4148-8E9A-9E138BCD9F59}"/>
              </a:ext>
            </a:extLst>
          </p:cNvPr>
          <p:cNvSpPr>
            <a:spLocks noGrp="1"/>
          </p:cNvSpPr>
          <p:nvPr>
            <p:ph type="body" sz="quarter" idx="81" hasCustomPrompt="1"/>
          </p:nvPr>
        </p:nvSpPr>
        <p:spPr>
          <a:xfrm>
            <a:off x="1096319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92" name="Picture Placeholder 3">
            <a:extLst>
              <a:ext uri="{FF2B5EF4-FFF2-40B4-BE49-F238E27FC236}">
                <a16:creationId xmlns:a16="http://schemas.microsoft.com/office/drawing/2014/main" id="{E0B8B639-5922-4D02-851B-B85414E0DED9}"/>
              </a:ext>
            </a:extLst>
          </p:cNvPr>
          <p:cNvSpPr>
            <a:spLocks noGrp="1" noChangeAspect="1"/>
          </p:cNvSpPr>
          <p:nvPr>
            <p:ph type="pic" sz="quarter" idx="82" hasCustomPrompt="1"/>
          </p:nvPr>
        </p:nvSpPr>
        <p:spPr>
          <a:xfrm>
            <a:off x="592138" y="4363106"/>
            <a:ext cx="403225" cy="403225"/>
          </a:xfrm>
          <a:noFill/>
        </p:spPr>
        <p:txBody>
          <a:bodyPr anchor="ctr"/>
          <a:lstStyle>
            <a:lvl1pPr marL="0" indent="0" algn="ctr">
              <a:buNone/>
              <a:defRPr sz="700"/>
            </a:lvl1pPr>
          </a:lstStyle>
          <a:p>
            <a:r>
              <a:rPr lang="en-US"/>
              <a:t>Icon</a:t>
            </a:r>
          </a:p>
        </p:txBody>
      </p:sp>
      <p:sp>
        <p:nvSpPr>
          <p:cNvPr id="93" name="Text Placeholder 5">
            <a:extLst>
              <a:ext uri="{FF2B5EF4-FFF2-40B4-BE49-F238E27FC236}">
                <a16:creationId xmlns:a16="http://schemas.microsoft.com/office/drawing/2014/main" id="{FE6B725E-DD91-4ED9-A36B-85ABC353961C}"/>
              </a:ext>
            </a:extLst>
          </p:cNvPr>
          <p:cNvSpPr>
            <a:spLocks noGrp="1"/>
          </p:cNvSpPr>
          <p:nvPr>
            <p:ph type="body" sz="quarter" idx="83" hasCustomPrompt="1"/>
          </p:nvPr>
        </p:nvSpPr>
        <p:spPr>
          <a:xfrm>
            <a:off x="31908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94" name="Picture Placeholder 3">
            <a:extLst>
              <a:ext uri="{FF2B5EF4-FFF2-40B4-BE49-F238E27FC236}">
                <a16:creationId xmlns:a16="http://schemas.microsoft.com/office/drawing/2014/main" id="{1AC19A23-A16F-4A68-9BE5-950525EE568D}"/>
              </a:ext>
            </a:extLst>
          </p:cNvPr>
          <p:cNvSpPr>
            <a:spLocks noGrp="1" noChangeAspect="1"/>
          </p:cNvSpPr>
          <p:nvPr>
            <p:ph type="pic" sz="quarter" idx="84" hasCustomPrompt="1"/>
          </p:nvPr>
        </p:nvSpPr>
        <p:spPr>
          <a:xfrm>
            <a:off x="1559784" y="4363106"/>
            <a:ext cx="403225" cy="403225"/>
          </a:xfrm>
          <a:noFill/>
        </p:spPr>
        <p:txBody>
          <a:bodyPr anchor="ctr"/>
          <a:lstStyle>
            <a:lvl1pPr marL="0" indent="0" algn="ctr">
              <a:buNone/>
              <a:defRPr sz="700"/>
            </a:lvl1pPr>
          </a:lstStyle>
          <a:p>
            <a:r>
              <a:rPr lang="en-US"/>
              <a:t>Icon</a:t>
            </a:r>
          </a:p>
        </p:txBody>
      </p:sp>
      <p:sp>
        <p:nvSpPr>
          <p:cNvPr id="95" name="Text Placeholder 5">
            <a:extLst>
              <a:ext uri="{FF2B5EF4-FFF2-40B4-BE49-F238E27FC236}">
                <a16:creationId xmlns:a16="http://schemas.microsoft.com/office/drawing/2014/main" id="{149A7284-69A7-43A6-9E0D-87F87430F0DE}"/>
              </a:ext>
            </a:extLst>
          </p:cNvPr>
          <p:cNvSpPr>
            <a:spLocks noGrp="1"/>
          </p:cNvSpPr>
          <p:nvPr>
            <p:ph type="body" sz="quarter" idx="85" hasCustomPrompt="1"/>
          </p:nvPr>
        </p:nvSpPr>
        <p:spPr>
          <a:xfrm>
            <a:off x="128673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96" name="Picture Placeholder 3">
            <a:extLst>
              <a:ext uri="{FF2B5EF4-FFF2-40B4-BE49-F238E27FC236}">
                <a16:creationId xmlns:a16="http://schemas.microsoft.com/office/drawing/2014/main" id="{6D7FF9BB-9769-4835-A6E2-7B8A3E06288A}"/>
              </a:ext>
            </a:extLst>
          </p:cNvPr>
          <p:cNvSpPr>
            <a:spLocks noGrp="1" noChangeAspect="1"/>
          </p:cNvSpPr>
          <p:nvPr>
            <p:ph type="pic" sz="quarter" idx="86" hasCustomPrompt="1"/>
          </p:nvPr>
        </p:nvSpPr>
        <p:spPr>
          <a:xfrm>
            <a:off x="2527430" y="4363106"/>
            <a:ext cx="403225" cy="403225"/>
          </a:xfrm>
          <a:noFill/>
        </p:spPr>
        <p:txBody>
          <a:bodyPr anchor="ctr"/>
          <a:lstStyle>
            <a:lvl1pPr marL="0" indent="0" algn="ctr">
              <a:buNone/>
              <a:defRPr sz="700"/>
            </a:lvl1pPr>
          </a:lstStyle>
          <a:p>
            <a:r>
              <a:rPr lang="en-US"/>
              <a:t>Icon</a:t>
            </a:r>
          </a:p>
        </p:txBody>
      </p:sp>
      <p:sp>
        <p:nvSpPr>
          <p:cNvPr id="97" name="Text Placeholder 5">
            <a:extLst>
              <a:ext uri="{FF2B5EF4-FFF2-40B4-BE49-F238E27FC236}">
                <a16:creationId xmlns:a16="http://schemas.microsoft.com/office/drawing/2014/main" id="{702582BC-58C8-40D7-BD83-F718D71B867B}"/>
              </a:ext>
            </a:extLst>
          </p:cNvPr>
          <p:cNvSpPr>
            <a:spLocks noGrp="1"/>
          </p:cNvSpPr>
          <p:nvPr>
            <p:ph type="body" sz="quarter" idx="87" hasCustomPrompt="1"/>
          </p:nvPr>
        </p:nvSpPr>
        <p:spPr>
          <a:xfrm>
            <a:off x="2254380"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98" name="Picture Placeholder 3">
            <a:extLst>
              <a:ext uri="{FF2B5EF4-FFF2-40B4-BE49-F238E27FC236}">
                <a16:creationId xmlns:a16="http://schemas.microsoft.com/office/drawing/2014/main" id="{99122C4E-F799-4B8F-91A7-404CF99741A4}"/>
              </a:ext>
            </a:extLst>
          </p:cNvPr>
          <p:cNvSpPr>
            <a:spLocks noGrp="1" noChangeAspect="1"/>
          </p:cNvSpPr>
          <p:nvPr>
            <p:ph type="pic" sz="quarter" idx="88" hasCustomPrompt="1"/>
          </p:nvPr>
        </p:nvSpPr>
        <p:spPr>
          <a:xfrm>
            <a:off x="3495076" y="4363106"/>
            <a:ext cx="403225" cy="403225"/>
          </a:xfrm>
          <a:noFill/>
        </p:spPr>
        <p:txBody>
          <a:bodyPr anchor="ctr"/>
          <a:lstStyle>
            <a:lvl1pPr marL="0" indent="0" algn="ctr">
              <a:buNone/>
              <a:defRPr sz="700"/>
            </a:lvl1pPr>
          </a:lstStyle>
          <a:p>
            <a:r>
              <a:rPr lang="en-US"/>
              <a:t>Icon</a:t>
            </a:r>
          </a:p>
        </p:txBody>
      </p:sp>
      <p:sp>
        <p:nvSpPr>
          <p:cNvPr id="99" name="Text Placeholder 5">
            <a:extLst>
              <a:ext uri="{FF2B5EF4-FFF2-40B4-BE49-F238E27FC236}">
                <a16:creationId xmlns:a16="http://schemas.microsoft.com/office/drawing/2014/main" id="{DAABCF26-4FAE-4625-9EB3-C64C0E6BEFA1}"/>
              </a:ext>
            </a:extLst>
          </p:cNvPr>
          <p:cNvSpPr>
            <a:spLocks noGrp="1"/>
          </p:cNvSpPr>
          <p:nvPr>
            <p:ph type="body" sz="quarter" idx="89" hasCustomPrompt="1"/>
          </p:nvPr>
        </p:nvSpPr>
        <p:spPr>
          <a:xfrm>
            <a:off x="3222026"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00" name="Picture Placeholder 3">
            <a:extLst>
              <a:ext uri="{FF2B5EF4-FFF2-40B4-BE49-F238E27FC236}">
                <a16:creationId xmlns:a16="http://schemas.microsoft.com/office/drawing/2014/main" id="{7933DC51-6DEE-4C5A-A1BC-E78AC6388073}"/>
              </a:ext>
            </a:extLst>
          </p:cNvPr>
          <p:cNvSpPr>
            <a:spLocks noGrp="1" noChangeAspect="1"/>
          </p:cNvSpPr>
          <p:nvPr>
            <p:ph type="pic" sz="quarter" idx="90" hasCustomPrompt="1"/>
          </p:nvPr>
        </p:nvSpPr>
        <p:spPr>
          <a:xfrm>
            <a:off x="4462722" y="4363106"/>
            <a:ext cx="403225" cy="403225"/>
          </a:xfrm>
          <a:noFill/>
        </p:spPr>
        <p:txBody>
          <a:bodyPr anchor="ctr"/>
          <a:lstStyle>
            <a:lvl1pPr marL="0" indent="0" algn="ctr">
              <a:buNone/>
              <a:defRPr sz="700"/>
            </a:lvl1pPr>
          </a:lstStyle>
          <a:p>
            <a:r>
              <a:rPr lang="en-US"/>
              <a:t>Icon</a:t>
            </a:r>
          </a:p>
        </p:txBody>
      </p:sp>
      <p:sp>
        <p:nvSpPr>
          <p:cNvPr id="101" name="Text Placeholder 5">
            <a:extLst>
              <a:ext uri="{FF2B5EF4-FFF2-40B4-BE49-F238E27FC236}">
                <a16:creationId xmlns:a16="http://schemas.microsoft.com/office/drawing/2014/main" id="{58C59E2E-D4BD-427C-A11F-427B00C3B0C1}"/>
              </a:ext>
            </a:extLst>
          </p:cNvPr>
          <p:cNvSpPr>
            <a:spLocks noGrp="1"/>
          </p:cNvSpPr>
          <p:nvPr>
            <p:ph type="body" sz="quarter" idx="91" hasCustomPrompt="1"/>
          </p:nvPr>
        </p:nvSpPr>
        <p:spPr>
          <a:xfrm>
            <a:off x="4189672"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02" name="Picture Placeholder 3">
            <a:extLst>
              <a:ext uri="{FF2B5EF4-FFF2-40B4-BE49-F238E27FC236}">
                <a16:creationId xmlns:a16="http://schemas.microsoft.com/office/drawing/2014/main" id="{547D2DB4-ECCB-42F1-9A92-54311B9CD05D}"/>
              </a:ext>
            </a:extLst>
          </p:cNvPr>
          <p:cNvSpPr>
            <a:spLocks noGrp="1" noChangeAspect="1"/>
          </p:cNvSpPr>
          <p:nvPr>
            <p:ph type="pic" sz="quarter" idx="92" hasCustomPrompt="1"/>
          </p:nvPr>
        </p:nvSpPr>
        <p:spPr>
          <a:xfrm>
            <a:off x="5430368" y="4363106"/>
            <a:ext cx="403225" cy="403225"/>
          </a:xfrm>
          <a:noFill/>
        </p:spPr>
        <p:txBody>
          <a:bodyPr anchor="ctr"/>
          <a:lstStyle>
            <a:lvl1pPr marL="0" indent="0" algn="ctr">
              <a:buNone/>
              <a:defRPr sz="700"/>
            </a:lvl1pPr>
          </a:lstStyle>
          <a:p>
            <a:r>
              <a:rPr lang="en-US"/>
              <a:t>Icon</a:t>
            </a:r>
          </a:p>
        </p:txBody>
      </p:sp>
      <p:sp>
        <p:nvSpPr>
          <p:cNvPr id="103" name="Text Placeholder 5">
            <a:extLst>
              <a:ext uri="{FF2B5EF4-FFF2-40B4-BE49-F238E27FC236}">
                <a16:creationId xmlns:a16="http://schemas.microsoft.com/office/drawing/2014/main" id="{7A2CE738-0F66-4999-8E9C-BF7ADF7ADEE4}"/>
              </a:ext>
            </a:extLst>
          </p:cNvPr>
          <p:cNvSpPr>
            <a:spLocks noGrp="1"/>
          </p:cNvSpPr>
          <p:nvPr>
            <p:ph type="body" sz="quarter" idx="93" hasCustomPrompt="1"/>
          </p:nvPr>
        </p:nvSpPr>
        <p:spPr>
          <a:xfrm>
            <a:off x="515731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04" name="Picture Placeholder 3">
            <a:extLst>
              <a:ext uri="{FF2B5EF4-FFF2-40B4-BE49-F238E27FC236}">
                <a16:creationId xmlns:a16="http://schemas.microsoft.com/office/drawing/2014/main" id="{9A346CC3-9B93-4E96-BE26-D32DE4EB89FC}"/>
              </a:ext>
            </a:extLst>
          </p:cNvPr>
          <p:cNvSpPr>
            <a:spLocks noGrp="1" noChangeAspect="1"/>
          </p:cNvSpPr>
          <p:nvPr>
            <p:ph type="pic" sz="quarter" idx="94" hasCustomPrompt="1"/>
          </p:nvPr>
        </p:nvSpPr>
        <p:spPr>
          <a:xfrm>
            <a:off x="6398014" y="4363106"/>
            <a:ext cx="403225" cy="403225"/>
          </a:xfrm>
          <a:noFill/>
        </p:spPr>
        <p:txBody>
          <a:bodyPr anchor="ctr"/>
          <a:lstStyle>
            <a:lvl1pPr marL="0" indent="0" algn="ctr">
              <a:buNone/>
              <a:defRPr sz="700"/>
            </a:lvl1pPr>
          </a:lstStyle>
          <a:p>
            <a:r>
              <a:rPr lang="en-US"/>
              <a:t>Icon</a:t>
            </a:r>
          </a:p>
        </p:txBody>
      </p:sp>
      <p:sp>
        <p:nvSpPr>
          <p:cNvPr id="105" name="Text Placeholder 5">
            <a:extLst>
              <a:ext uri="{FF2B5EF4-FFF2-40B4-BE49-F238E27FC236}">
                <a16:creationId xmlns:a16="http://schemas.microsoft.com/office/drawing/2014/main" id="{4905332C-38A8-40A4-91FC-8E2443B7202A}"/>
              </a:ext>
            </a:extLst>
          </p:cNvPr>
          <p:cNvSpPr>
            <a:spLocks noGrp="1"/>
          </p:cNvSpPr>
          <p:nvPr>
            <p:ph type="body" sz="quarter" idx="95" hasCustomPrompt="1"/>
          </p:nvPr>
        </p:nvSpPr>
        <p:spPr>
          <a:xfrm>
            <a:off x="612496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06" name="Picture Placeholder 3">
            <a:extLst>
              <a:ext uri="{FF2B5EF4-FFF2-40B4-BE49-F238E27FC236}">
                <a16:creationId xmlns:a16="http://schemas.microsoft.com/office/drawing/2014/main" id="{E9DC56AE-91CF-45C9-BE13-5304962706B6}"/>
              </a:ext>
            </a:extLst>
          </p:cNvPr>
          <p:cNvSpPr>
            <a:spLocks noGrp="1" noChangeAspect="1"/>
          </p:cNvSpPr>
          <p:nvPr>
            <p:ph type="pic" sz="quarter" idx="96" hasCustomPrompt="1"/>
          </p:nvPr>
        </p:nvSpPr>
        <p:spPr>
          <a:xfrm>
            <a:off x="7365660" y="4363106"/>
            <a:ext cx="403225" cy="403225"/>
          </a:xfrm>
          <a:noFill/>
        </p:spPr>
        <p:txBody>
          <a:bodyPr anchor="ctr"/>
          <a:lstStyle>
            <a:lvl1pPr marL="0" indent="0" algn="ctr">
              <a:buNone/>
              <a:defRPr sz="700"/>
            </a:lvl1pPr>
          </a:lstStyle>
          <a:p>
            <a:r>
              <a:rPr lang="en-US"/>
              <a:t>Icon</a:t>
            </a:r>
          </a:p>
        </p:txBody>
      </p:sp>
      <p:sp>
        <p:nvSpPr>
          <p:cNvPr id="107" name="Text Placeholder 5">
            <a:extLst>
              <a:ext uri="{FF2B5EF4-FFF2-40B4-BE49-F238E27FC236}">
                <a16:creationId xmlns:a16="http://schemas.microsoft.com/office/drawing/2014/main" id="{388F0814-EF87-4C5F-840C-82E6E540BFB7}"/>
              </a:ext>
            </a:extLst>
          </p:cNvPr>
          <p:cNvSpPr>
            <a:spLocks noGrp="1"/>
          </p:cNvSpPr>
          <p:nvPr>
            <p:ph type="body" sz="quarter" idx="97" hasCustomPrompt="1"/>
          </p:nvPr>
        </p:nvSpPr>
        <p:spPr>
          <a:xfrm>
            <a:off x="7092610"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08" name="Picture Placeholder 3">
            <a:extLst>
              <a:ext uri="{FF2B5EF4-FFF2-40B4-BE49-F238E27FC236}">
                <a16:creationId xmlns:a16="http://schemas.microsoft.com/office/drawing/2014/main" id="{04972242-245C-4DF9-BC8F-61022A483716}"/>
              </a:ext>
            </a:extLst>
          </p:cNvPr>
          <p:cNvSpPr>
            <a:spLocks noGrp="1" noChangeAspect="1"/>
          </p:cNvSpPr>
          <p:nvPr>
            <p:ph type="pic" sz="quarter" idx="98" hasCustomPrompt="1"/>
          </p:nvPr>
        </p:nvSpPr>
        <p:spPr>
          <a:xfrm>
            <a:off x="8333306" y="4363106"/>
            <a:ext cx="403225" cy="403225"/>
          </a:xfrm>
          <a:noFill/>
        </p:spPr>
        <p:txBody>
          <a:bodyPr anchor="ctr"/>
          <a:lstStyle>
            <a:lvl1pPr marL="0" indent="0" algn="ctr">
              <a:buNone/>
              <a:defRPr sz="700"/>
            </a:lvl1pPr>
          </a:lstStyle>
          <a:p>
            <a:r>
              <a:rPr lang="en-US"/>
              <a:t>Icon</a:t>
            </a:r>
          </a:p>
        </p:txBody>
      </p:sp>
      <p:sp>
        <p:nvSpPr>
          <p:cNvPr id="109" name="Text Placeholder 5">
            <a:extLst>
              <a:ext uri="{FF2B5EF4-FFF2-40B4-BE49-F238E27FC236}">
                <a16:creationId xmlns:a16="http://schemas.microsoft.com/office/drawing/2014/main" id="{4993F5A1-1C7D-4482-AD4D-1A335C133A21}"/>
              </a:ext>
            </a:extLst>
          </p:cNvPr>
          <p:cNvSpPr>
            <a:spLocks noGrp="1"/>
          </p:cNvSpPr>
          <p:nvPr>
            <p:ph type="body" sz="quarter" idx="99" hasCustomPrompt="1"/>
          </p:nvPr>
        </p:nvSpPr>
        <p:spPr>
          <a:xfrm>
            <a:off x="8060256"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10" name="Picture Placeholder 3">
            <a:extLst>
              <a:ext uri="{FF2B5EF4-FFF2-40B4-BE49-F238E27FC236}">
                <a16:creationId xmlns:a16="http://schemas.microsoft.com/office/drawing/2014/main" id="{C2F61882-AE9E-4956-A644-0A58BB4AA738}"/>
              </a:ext>
            </a:extLst>
          </p:cNvPr>
          <p:cNvSpPr>
            <a:spLocks noGrp="1" noChangeAspect="1"/>
          </p:cNvSpPr>
          <p:nvPr>
            <p:ph type="pic" sz="quarter" idx="100" hasCustomPrompt="1"/>
          </p:nvPr>
        </p:nvSpPr>
        <p:spPr>
          <a:xfrm>
            <a:off x="9300952" y="4363106"/>
            <a:ext cx="403225" cy="403225"/>
          </a:xfrm>
          <a:noFill/>
        </p:spPr>
        <p:txBody>
          <a:bodyPr anchor="ctr"/>
          <a:lstStyle>
            <a:lvl1pPr marL="0" indent="0" algn="ctr">
              <a:buNone/>
              <a:defRPr sz="700"/>
            </a:lvl1pPr>
          </a:lstStyle>
          <a:p>
            <a:r>
              <a:rPr lang="en-US"/>
              <a:t>Icon</a:t>
            </a:r>
          </a:p>
        </p:txBody>
      </p:sp>
      <p:sp>
        <p:nvSpPr>
          <p:cNvPr id="111" name="Text Placeholder 5">
            <a:extLst>
              <a:ext uri="{FF2B5EF4-FFF2-40B4-BE49-F238E27FC236}">
                <a16:creationId xmlns:a16="http://schemas.microsoft.com/office/drawing/2014/main" id="{30710E6A-37AD-4611-A83E-020609308ED1}"/>
              </a:ext>
            </a:extLst>
          </p:cNvPr>
          <p:cNvSpPr>
            <a:spLocks noGrp="1"/>
          </p:cNvSpPr>
          <p:nvPr>
            <p:ph type="body" sz="quarter" idx="101" hasCustomPrompt="1"/>
          </p:nvPr>
        </p:nvSpPr>
        <p:spPr>
          <a:xfrm>
            <a:off x="9027902"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12" name="Picture Placeholder 3">
            <a:extLst>
              <a:ext uri="{FF2B5EF4-FFF2-40B4-BE49-F238E27FC236}">
                <a16:creationId xmlns:a16="http://schemas.microsoft.com/office/drawing/2014/main" id="{769A1C57-4E78-4D42-9C3E-3429B4B89A65}"/>
              </a:ext>
            </a:extLst>
          </p:cNvPr>
          <p:cNvSpPr>
            <a:spLocks noGrp="1" noChangeAspect="1"/>
          </p:cNvSpPr>
          <p:nvPr>
            <p:ph type="pic" sz="quarter" idx="102" hasCustomPrompt="1"/>
          </p:nvPr>
        </p:nvSpPr>
        <p:spPr>
          <a:xfrm>
            <a:off x="10268598" y="4363106"/>
            <a:ext cx="403225" cy="403225"/>
          </a:xfrm>
          <a:noFill/>
        </p:spPr>
        <p:txBody>
          <a:bodyPr anchor="ctr"/>
          <a:lstStyle>
            <a:lvl1pPr marL="0" indent="0" algn="ctr">
              <a:buNone/>
              <a:defRPr sz="700"/>
            </a:lvl1pPr>
          </a:lstStyle>
          <a:p>
            <a:r>
              <a:rPr lang="en-US"/>
              <a:t>Icon</a:t>
            </a:r>
          </a:p>
        </p:txBody>
      </p:sp>
      <p:sp>
        <p:nvSpPr>
          <p:cNvPr id="113" name="Text Placeholder 5">
            <a:extLst>
              <a:ext uri="{FF2B5EF4-FFF2-40B4-BE49-F238E27FC236}">
                <a16:creationId xmlns:a16="http://schemas.microsoft.com/office/drawing/2014/main" id="{8B686282-7C16-428D-BD34-359988D984EB}"/>
              </a:ext>
            </a:extLst>
          </p:cNvPr>
          <p:cNvSpPr>
            <a:spLocks noGrp="1"/>
          </p:cNvSpPr>
          <p:nvPr>
            <p:ph type="body" sz="quarter" idx="103" hasCustomPrompt="1"/>
          </p:nvPr>
        </p:nvSpPr>
        <p:spPr>
          <a:xfrm>
            <a:off x="999554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14" name="Picture Placeholder 3">
            <a:extLst>
              <a:ext uri="{FF2B5EF4-FFF2-40B4-BE49-F238E27FC236}">
                <a16:creationId xmlns:a16="http://schemas.microsoft.com/office/drawing/2014/main" id="{738E212D-0641-4385-8518-5E3661B9B588}"/>
              </a:ext>
            </a:extLst>
          </p:cNvPr>
          <p:cNvSpPr>
            <a:spLocks noGrp="1" noChangeAspect="1"/>
          </p:cNvSpPr>
          <p:nvPr>
            <p:ph type="pic" sz="quarter" idx="104" hasCustomPrompt="1"/>
          </p:nvPr>
        </p:nvSpPr>
        <p:spPr>
          <a:xfrm>
            <a:off x="11236244" y="4363106"/>
            <a:ext cx="403225" cy="403225"/>
          </a:xfrm>
          <a:noFill/>
        </p:spPr>
        <p:txBody>
          <a:bodyPr anchor="ctr"/>
          <a:lstStyle>
            <a:lvl1pPr marL="0" indent="0" algn="ctr">
              <a:buNone/>
              <a:defRPr sz="700"/>
            </a:lvl1pPr>
          </a:lstStyle>
          <a:p>
            <a:r>
              <a:rPr lang="en-US"/>
              <a:t>Icon</a:t>
            </a:r>
          </a:p>
        </p:txBody>
      </p:sp>
      <p:sp>
        <p:nvSpPr>
          <p:cNvPr id="115" name="Text Placeholder 5">
            <a:extLst>
              <a:ext uri="{FF2B5EF4-FFF2-40B4-BE49-F238E27FC236}">
                <a16:creationId xmlns:a16="http://schemas.microsoft.com/office/drawing/2014/main" id="{23CBEACF-C8FC-493E-BB22-6094A1E8F7A7}"/>
              </a:ext>
            </a:extLst>
          </p:cNvPr>
          <p:cNvSpPr>
            <a:spLocks noGrp="1"/>
          </p:cNvSpPr>
          <p:nvPr>
            <p:ph type="body" sz="quarter" idx="105" hasCustomPrompt="1"/>
          </p:nvPr>
        </p:nvSpPr>
        <p:spPr>
          <a:xfrm>
            <a:off x="1096319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16" name="Picture Placeholder 3">
            <a:extLst>
              <a:ext uri="{FF2B5EF4-FFF2-40B4-BE49-F238E27FC236}">
                <a16:creationId xmlns:a16="http://schemas.microsoft.com/office/drawing/2014/main" id="{E922FD32-2C65-451D-BFA4-A7C076C34455}"/>
              </a:ext>
            </a:extLst>
          </p:cNvPr>
          <p:cNvSpPr>
            <a:spLocks noGrp="1" noChangeAspect="1"/>
          </p:cNvSpPr>
          <p:nvPr>
            <p:ph type="pic" sz="quarter" idx="106" hasCustomPrompt="1"/>
          </p:nvPr>
        </p:nvSpPr>
        <p:spPr>
          <a:xfrm>
            <a:off x="592138" y="5273704"/>
            <a:ext cx="403225" cy="403225"/>
          </a:xfrm>
          <a:noFill/>
        </p:spPr>
        <p:txBody>
          <a:bodyPr anchor="ctr"/>
          <a:lstStyle>
            <a:lvl1pPr marL="0" indent="0" algn="ctr">
              <a:buNone/>
              <a:defRPr sz="700"/>
            </a:lvl1pPr>
          </a:lstStyle>
          <a:p>
            <a:r>
              <a:rPr lang="en-US"/>
              <a:t>Icon</a:t>
            </a:r>
          </a:p>
        </p:txBody>
      </p:sp>
      <p:sp>
        <p:nvSpPr>
          <p:cNvPr id="117" name="Text Placeholder 5">
            <a:extLst>
              <a:ext uri="{FF2B5EF4-FFF2-40B4-BE49-F238E27FC236}">
                <a16:creationId xmlns:a16="http://schemas.microsoft.com/office/drawing/2014/main" id="{E3EE9847-80F4-4B32-AA28-7EC70D2735DF}"/>
              </a:ext>
            </a:extLst>
          </p:cNvPr>
          <p:cNvSpPr>
            <a:spLocks noGrp="1"/>
          </p:cNvSpPr>
          <p:nvPr>
            <p:ph type="body" sz="quarter" idx="107" hasCustomPrompt="1"/>
          </p:nvPr>
        </p:nvSpPr>
        <p:spPr>
          <a:xfrm>
            <a:off x="31908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18" name="Picture Placeholder 3">
            <a:extLst>
              <a:ext uri="{FF2B5EF4-FFF2-40B4-BE49-F238E27FC236}">
                <a16:creationId xmlns:a16="http://schemas.microsoft.com/office/drawing/2014/main" id="{240ACE3F-C3AD-448F-B775-999FE83EB786}"/>
              </a:ext>
            </a:extLst>
          </p:cNvPr>
          <p:cNvSpPr>
            <a:spLocks noGrp="1" noChangeAspect="1"/>
          </p:cNvSpPr>
          <p:nvPr>
            <p:ph type="pic" sz="quarter" idx="108" hasCustomPrompt="1"/>
          </p:nvPr>
        </p:nvSpPr>
        <p:spPr>
          <a:xfrm>
            <a:off x="1559784" y="5273704"/>
            <a:ext cx="403225" cy="403225"/>
          </a:xfrm>
          <a:noFill/>
        </p:spPr>
        <p:txBody>
          <a:bodyPr anchor="ctr"/>
          <a:lstStyle>
            <a:lvl1pPr marL="0" indent="0" algn="ctr">
              <a:buNone/>
              <a:defRPr sz="700"/>
            </a:lvl1pPr>
          </a:lstStyle>
          <a:p>
            <a:r>
              <a:rPr lang="en-US"/>
              <a:t>Icon</a:t>
            </a:r>
          </a:p>
        </p:txBody>
      </p:sp>
      <p:sp>
        <p:nvSpPr>
          <p:cNvPr id="119" name="Text Placeholder 5">
            <a:extLst>
              <a:ext uri="{FF2B5EF4-FFF2-40B4-BE49-F238E27FC236}">
                <a16:creationId xmlns:a16="http://schemas.microsoft.com/office/drawing/2014/main" id="{01BB9DE7-63A0-43A7-81B9-31AD462E4A92}"/>
              </a:ext>
            </a:extLst>
          </p:cNvPr>
          <p:cNvSpPr>
            <a:spLocks noGrp="1"/>
          </p:cNvSpPr>
          <p:nvPr>
            <p:ph type="body" sz="quarter" idx="109" hasCustomPrompt="1"/>
          </p:nvPr>
        </p:nvSpPr>
        <p:spPr>
          <a:xfrm>
            <a:off x="128673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20" name="Picture Placeholder 3">
            <a:extLst>
              <a:ext uri="{FF2B5EF4-FFF2-40B4-BE49-F238E27FC236}">
                <a16:creationId xmlns:a16="http://schemas.microsoft.com/office/drawing/2014/main" id="{DFDA67BD-C503-447B-B6C5-96680973867F}"/>
              </a:ext>
            </a:extLst>
          </p:cNvPr>
          <p:cNvSpPr>
            <a:spLocks noGrp="1" noChangeAspect="1"/>
          </p:cNvSpPr>
          <p:nvPr>
            <p:ph type="pic" sz="quarter" idx="110" hasCustomPrompt="1"/>
          </p:nvPr>
        </p:nvSpPr>
        <p:spPr>
          <a:xfrm>
            <a:off x="2527430" y="5273704"/>
            <a:ext cx="403225" cy="403225"/>
          </a:xfrm>
          <a:noFill/>
        </p:spPr>
        <p:txBody>
          <a:bodyPr anchor="ctr"/>
          <a:lstStyle>
            <a:lvl1pPr marL="0" indent="0" algn="ctr">
              <a:buNone/>
              <a:defRPr sz="700"/>
            </a:lvl1pPr>
          </a:lstStyle>
          <a:p>
            <a:r>
              <a:rPr lang="en-US"/>
              <a:t>Icon</a:t>
            </a:r>
          </a:p>
        </p:txBody>
      </p:sp>
      <p:sp>
        <p:nvSpPr>
          <p:cNvPr id="121" name="Text Placeholder 5">
            <a:extLst>
              <a:ext uri="{FF2B5EF4-FFF2-40B4-BE49-F238E27FC236}">
                <a16:creationId xmlns:a16="http://schemas.microsoft.com/office/drawing/2014/main" id="{588D1DC5-366B-4060-AC3F-B6113A79D12D}"/>
              </a:ext>
            </a:extLst>
          </p:cNvPr>
          <p:cNvSpPr>
            <a:spLocks noGrp="1"/>
          </p:cNvSpPr>
          <p:nvPr>
            <p:ph type="body" sz="quarter" idx="111" hasCustomPrompt="1"/>
          </p:nvPr>
        </p:nvSpPr>
        <p:spPr>
          <a:xfrm>
            <a:off x="2254380"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22" name="Picture Placeholder 3">
            <a:extLst>
              <a:ext uri="{FF2B5EF4-FFF2-40B4-BE49-F238E27FC236}">
                <a16:creationId xmlns:a16="http://schemas.microsoft.com/office/drawing/2014/main" id="{0BC93F3B-7A76-4016-AC83-89A1736FDD70}"/>
              </a:ext>
            </a:extLst>
          </p:cNvPr>
          <p:cNvSpPr>
            <a:spLocks noGrp="1" noChangeAspect="1"/>
          </p:cNvSpPr>
          <p:nvPr>
            <p:ph type="pic" sz="quarter" idx="112" hasCustomPrompt="1"/>
          </p:nvPr>
        </p:nvSpPr>
        <p:spPr>
          <a:xfrm>
            <a:off x="3495076" y="5273704"/>
            <a:ext cx="403225" cy="403225"/>
          </a:xfrm>
          <a:noFill/>
        </p:spPr>
        <p:txBody>
          <a:bodyPr anchor="ctr"/>
          <a:lstStyle>
            <a:lvl1pPr marL="0" indent="0" algn="ctr">
              <a:buNone/>
              <a:defRPr sz="700"/>
            </a:lvl1pPr>
          </a:lstStyle>
          <a:p>
            <a:r>
              <a:rPr lang="en-US"/>
              <a:t>Icon</a:t>
            </a:r>
          </a:p>
        </p:txBody>
      </p:sp>
      <p:sp>
        <p:nvSpPr>
          <p:cNvPr id="123" name="Text Placeholder 5">
            <a:extLst>
              <a:ext uri="{FF2B5EF4-FFF2-40B4-BE49-F238E27FC236}">
                <a16:creationId xmlns:a16="http://schemas.microsoft.com/office/drawing/2014/main" id="{CA1911C6-7387-4091-9535-EB6EB467C8AE}"/>
              </a:ext>
            </a:extLst>
          </p:cNvPr>
          <p:cNvSpPr>
            <a:spLocks noGrp="1"/>
          </p:cNvSpPr>
          <p:nvPr>
            <p:ph type="body" sz="quarter" idx="113" hasCustomPrompt="1"/>
          </p:nvPr>
        </p:nvSpPr>
        <p:spPr>
          <a:xfrm>
            <a:off x="3222026"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24" name="Picture Placeholder 3">
            <a:extLst>
              <a:ext uri="{FF2B5EF4-FFF2-40B4-BE49-F238E27FC236}">
                <a16:creationId xmlns:a16="http://schemas.microsoft.com/office/drawing/2014/main" id="{E879E24E-BA25-44EE-8EB6-ADAD5627EC97}"/>
              </a:ext>
            </a:extLst>
          </p:cNvPr>
          <p:cNvSpPr>
            <a:spLocks noGrp="1" noChangeAspect="1"/>
          </p:cNvSpPr>
          <p:nvPr>
            <p:ph type="pic" sz="quarter" idx="114" hasCustomPrompt="1"/>
          </p:nvPr>
        </p:nvSpPr>
        <p:spPr>
          <a:xfrm>
            <a:off x="4462722" y="5273704"/>
            <a:ext cx="403225" cy="403225"/>
          </a:xfrm>
          <a:noFill/>
        </p:spPr>
        <p:txBody>
          <a:bodyPr anchor="ctr"/>
          <a:lstStyle>
            <a:lvl1pPr marL="0" indent="0" algn="ctr">
              <a:buNone/>
              <a:defRPr sz="700"/>
            </a:lvl1pPr>
          </a:lstStyle>
          <a:p>
            <a:r>
              <a:rPr lang="en-US"/>
              <a:t>Icon</a:t>
            </a:r>
          </a:p>
        </p:txBody>
      </p:sp>
      <p:sp>
        <p:nvSpPr>
          <p:cNvPr id="125" name="Text Placeholder 5">
            <a:extLst>
              <a:ext uri="{FF2B5EF4-FFF2-40B4-BE49-F238E27FC236}">
                <a16:creationId xmlns:a16="http://schemas.microsoft.com/office/drawing/2014/main" id="{987BA220-1703-42D0-988F-4E015934AB8B}"/>
              </a:ext>
            </a:extLst>
          </p:cNvPr>
          <p:cNvSpPr>
            <a:spLocks noGrp="1"/>
          </p:cNvSpPr>
          <p:nvPr>
            <p:ph type="body" sz="quarter" idx="115" hasCustomPrompt="1"/>
          </p:nvPr>
        </p:nvSpPr>
        <p:spPr>
          <a:xfrm>
            <a:off x="4189672"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26" name="Picture Placeholder 3">
            <a:extLst>
              <a:ext uri="{FF2B5EF4-FFF2-40B4-BE49-F238E27FC236}">
                <a16:creationId xmlns:a16="http://schemas.microsoft.com/office/drawing/2014/main" id="{6828936C-D62F-4A36-AC09-A3A461FEC98F}"/>
              </a:ext>
            </a:extLst>
          </p:cNvPr>
          <p:cNvSpPr>
            <a:spLocks noGrp="1" noChangeAspect="1"/>
          </p:cNvSpPr>
          <p:nvPr>
            <p:ph type="pic" sz="quarter" idx="116" hasCustomPrompt="1"/>
          </p:nvPr>
        </p:nvSpPr>
        <p:spPr>
          <a:xfrm>
            <a:off x="5430368" y="5273704"/>
            <a:ext cx="403225" cy="403225"/>
          </a:xfrm>
          <a:noFill/>
        </p:spPr>
        <p:txBody>
          <a:bodyPr anchor="ctr"/>
          <a:lstStyle>
            <a:lvl1pPr marL="0" indent="0" algn="ctr">
              <a:buNone/>
              <a:defRPr sz="700"/>
            </a:lvl1pPr>
          </a:lstStyle>
          <a:p>
            <a:r>
              <a:rPr lang="en-US"/>
              <a:t>Icon</a:t>
            </a:r>
          </a:p>
        </p:txBody>
      </p:sp>
      <p:sp>
        <p:nvSpPr>
          <p:cNvPr id="127" name="Text Placeholder 5">
            <a:extLst>
              <a:ext uri="{FF2B5EF4-FFF2-40B4-BE49-F238E27FC236}">
                <a16:creationId xmlns:a16="http://schemas.microsoft.com/office/drawing/2014/main" id="{1B1553E8-DB9F-409A-AAA7-EED9A5A00F1A}"/>
              </a:ext>
            </a:extLst>
          </p:cNvPr>
          <p:cNvSpPr>
            <a:spLocks noGrp="1"/>
          </p:cNvSpPr>
          <p:nvPr>
            <p:ph type="body" sz="quarter" idx="117" hasCustomPrompt="1"/>
          </p:nvPr>
        </p:nvSpPr>
        <p:spPr>
          <a:xfrm>
            <a:off x="515731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28" name="Picture Placeholder 3">
            <a:extLst>
              <a:ext uri="{FF2B5EF4-FFF2-40B4-BE49-F238E27FC236}">
                <a16:creationId xmlns:a16="http://schemas.microsoft.com/office/drawing/2014/main" id="{83FFB4C5-85CC-489C-B6AB-8573E91562E5}"/>
              </a:ext>
            </a:extLst>
          </p:cNvPr>
          <p:cNvSpPr>
            <a:spLocks noGrp="1" noChangeAspect="1"/>
          </p:cNvSpPr>
          <p:nvPr>
            <p:ph type="pic" sz="quarter" idx="118" hasCustomPrompt="1"/>
          </p:nvPr>
        </p:nvSpPr>
        <p:spPr>
          <a:xfrm>
            <a:off x="6398014" y="5273704"/>
            <a:ext cx="403225" cy="403225"/>
          </a:xfrm>
          <a:noFill/>
        </p:spPr>
        <p:txBody>
          <a:bodyPr anchor="ctr"/>
          <a:lstStyle>
            <a:lvl1pPr marL="0" indent="0" algn="ctr">
              <a:buNone/>
              <a:defRPr sz="700"/>
            </a:lvl1pPr>
          </a:lstStyle>
          <a:p>
            <a:r>
              <a:rPr lang="en-US"/>
              <a:t>Icon</a:t>
            </a:r>
          </a:p>
        </p:txBody>
      </p:sp>
      <p:sp>
        <p:nvSpPr>
          <p:cNvPr id="129" name="Text Placeholder 5">
            <a:extLst>
              <a:ext uri="{FF2B5EF4-FFF2-40B4-BE49-F238E27FC236}">
                <a16:creationId xmlns:a16="http://schemas.microsoft.com/office/drawing/2014/main" id="{FB2A105F-B043-4EA1-B022-7756B3A46689}"/>
              </a:ext>
            </a:extLst>
          </p:cNvPr>
          <p:cNvSpPr>
            <a:spLocks noGrp="1"/>
          </p:cNvSpPr>
          <p:nvPr>
            <p:ph type="body" sz="quarter" idx="119" hasCustomPrompt="1"/>
          </p:nvPr>
        </p:nvSpPr>
        <p:spPr>
          <a:xfrm>
            <a:off x="612496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30" name="Picture Placeholder 3">
            <a:extLst>
              <a:ext uri="{FF2B5EF4-FFF2-40B4-BE49-F238E27FC236}">
                <a16:creationId xmlns:a16="http://schemas.microsoft.com/office/drawing/2014/main" id="{8740AAA0-090B-44DD-B6ED-F46DF674DDE2}"/>
              </a:ext>
            </a:extLst>
          </p:cNvPr>
          <p:cNvSpPr>
            <a:spLocks noGrp="1" noChangeAspect="1"/>
          </p:cNvSpPr>
          <p:nvPr>
            <p:ph type="pic" sz="quarter" idx="120" hasCustomPrompt="1"/>
          </p:nvPr>
        </p:nvSpPr>
        <p:spPr>
          <a:xfrm>
            <a:off x="7365660" y="5273704"/>
            <a:ext cx="403225" cy="403225"/>
          </a:xfrm>
          <a:noFill/>
        </p:spPr>
        <p:txBody>
          <a:bodyPr anchor="ctr"/>
          <a:lstStyle>
            <a:lvl1pPr marL="0" indent="0" algn="ctr">
              <a:buNone/>
              <a:defRPr sz="700"/>
            </a:lvl1pPr>
          </a:lstStyle>
          <a:p>
            <a:r>
              <a:rPr lang="en-US"/>
              <a:t>Icon</a:t>
            </a:r>
          </a:p>
        </p:txBody>
      </p:sp>
      <p:sp>
        <p:nvSpPr>
          <p:cNvPr id="131" name="Text Placeholder 5">
            <a:extLst>
              <a:ext uri="{FF2B5EF4-FFF2-40B4-BE49-F238E27FC236}">
                <a16:creationId xmlns:a16="http://schemas.microsoft.com/office/drawing/2014/main" id="{89B24F3B-F7F5-46EB-A3E0-5F2CCE012355}"/>
              </a:ext>
            </a:extLst>
          </p:cNvPr>
          <p:cNvSpPr>
            <a:spLocks noGrp="1"/>
          </p:cNvSpPr>
          <p:nvPr>
            <p:ph type="body" sz="quarter" idx="121" hasCustomPrompt="1"/>
          </p:nvPr>
        </p:nvSpPr>
        <p:spPr>
          <a:xfrm>
            <a:off x="7092610"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32" name="Picture Placeholder 3">
            <a:extLst>
              <a:ext uri="{FF2B5EF4-FFF2-40B4-BE49-F238E27FC236}">
                <a16:creationId xmlns:a16="http://schemas.microsoft.com/office/drawing/2014/main" id="{6449F1A4-C5F0-4D40-8391-836AFDB4952B}"/>
              </a:ext>
            </a:extLst>
          </p:cNvPr>
          <p:cNvSpPr>
            <a:spLocks noGrp="1" noChangeAspect="1"/>
          </p:cNvSpPr>
          <p:nvPr>
            <p:ph type="pic" sz="quarter" idx="122" hasCustomPrompt="1"/>
          </p:nvPr>
        </p:nvSpPr>
        <p:spPr>
          <a:xfrm>
            <a:off x="8333306" y="5273704"/>
            <a:ext cx="403225" cy="403225"/>
          </a:xfrm>
          <a:noFill/>
        </p:spPr>
        <p:txBody>
          <a:bodyPr anchor="ctr"/>
          <a:lstStyle>
            <a:lvl1pPr marL="0" indent="0" algn="ctr">
              <a:buNone/>
              <a:defRPr sz="700"/>
            </a:lvl1pPr>
          </a:lstStyle>
          <a:p>
            <a:r>
              <a:rPr lang="en-US"/>
              <a:t>Icon</a:t>
            </a:r>
          </a:p>
        </p:txBody>
      </p:sp>
      <p:sp>
        <p:nvSpPr>
          <p:cNvPr id="133" name="Text Placeholder 5">
            <a:extLst>
              <a:ext uri="{FF2B5EF4-FFF2-40B4-BE49-F238E27FC236}">
                <a16:creationId xmlns:a16="http://schemas.microsoft.com/office/drawing/2014/main" id="{5CE07A10-3BA2-4A5E-9B99-2DF5B847CD83}"/>
              </a:ext>
            </a:extLst>
          </p:cNvPr>
          <p:cNvSpPr>
            <a:spLocks noGrp="1"/>
          </p:cNvSpPr>
          <p:nvPr>
            <p:ph type="body" sz="quarter" idx="123" hasCustomPrompt="1"/>
          </p:nvPr>
        </p:nvSpPr>
        <p:spPr>
          <a:xfrm>
            <a:off x="8060256"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34" name="Picture Placeholder 3">
            <a:extLst>
              <a:ext uri="{FF2B5EF4-FFF2-40B4-BE49-F238E27FC236}">
                <a16:creationId xmlns:a16="http://schemas.microsoft.com/office/drawing/2014/main" id="{32EF2783-B823-4AE7-8F99-B8959C6E6163}"/>
              </a:ext>
            </a:extLst>
          </p:cNvPr>
          <p:cNvSpPr>
            <a:spLocks noGrp="1" noChangeAspect="1"/>
          </p:cNvSpPr>
          <p:nvPr>
            <p:ph type="pic" sz="quarter" idx="124" hasCustomPrompt="1"/>
          </p:nvPr>
        </p:nvSpPr>
        <p:spPr>
          <a:xfrm>
            <a:off x="9300952" y="5273704"/>
            <a:ext cx="403225" cy="403225"/>
          </a:xfrm>
          <a:noFill/>
        </p:spPr>
        <p:txBody>
          <a:bodyPr anchor="ctr"/>
          <a:lstStyle>
            <a:lvl1pPr marL="0" indent="0" algn="ctr">
              <a:buNone/>
              <a:defRPr sz="700"/>
            </a:lvl1pPr>
          </a:lstStyle>
          <a:p>
            <a:r>
              <a:rPr lang="en-US"/>
              <a:t>Icon</a:t>
            </a:r>
          </a:p>
        </p:txBody>
      </p:sp>
      <p:sp>
        <p:nvSpPr>
          <p:cNvPr id="135" name="Text Placeholder 5">
            <a:extLst>
              <a:ext uri="{FF2B5EF4-FFF2-40B4-BE49-F238E27FC236}">
                <a16:creationId xmlns:a16="http://schemas.microsoft.com/office/drawing/2014/main" id="{B8AF0466-079C-4D02-9CFF-25774883115B}"/>
              </a:ext>
            </a:extLst>
          </p:cNvPr>
          <p:cNvSpPr>
            <a:spLocks noGrp="1"/>
          </p:cNvSpPr>
          <p:nvPr>
            <p:ph type="body" sz="quarter" idx="125" hasCustomPrompt="1"/>
          </p:nvPr>
        </p:nvSpPr>
        <p:spPr>
          <a:xfrm>
            <a:off x="9027902"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36" name="Picture Placeholder 3">
            <a:extLst>
              <a:ext uri="{FF2B5EF4-FFF2-40B4-BE49-F238E27FC236}">
                <a16:creationId xmlns:a16="http://schemas.microsoft.com/office/drawing/2014/main" id="{09651685-CB5E-48C8-B1E4-2FA76D4411BC}"/>
              </a:ext>
            </a:extLst>
          </p:cNvPr>
          <p:cNvSpPr>
            <a:spLocks noGrp="1" noChangeAspect="1"/>
          </p:cNvSpPr>
          <p:nvPr>
            <p:ph type="pic" sz="quarter" idx="126" hasCustomPrompt="1"/>
          </p:nvPr>
        </p:nvSpPr>
        <p:spPr>
          <a:xfrm>
            <a:off x="10268598" y="5273704"/>
            <a:ext cx="403225" cy="403225"/>
          </a:xfrm>
          <a:noFill/>
        </p:spPr>
        <p:txBody>
          <a:bodyPr anchor="ctr"/>
          <a:lstStyle>
            <a:lvl1pPr marL="0" indent="0" algn="ctr">
              <a:buNone/>
              <a:defRPr sz="700"/>
            </a:lvl1pPr>
          </a:lstStyle>
          <a:p>
            <a:r>
              <a:rPr lang="en-US"/>
              <a:t>Icon</a:t>
            </a:r>
          </a:p>
        </p:txBody>
      </p:sp>
      <p:sp>
        <p:nvSpPr>
          <p:cNvPr id="137" name="Text Placeholder 5">
            <a:extLst>
              <a:ext uri="{FF2B5EF4-FFF2-40B4-BE49-F238E27FC236}">
                <a16:creationId xmlns:a16="http://schemas.microsoft.com/office/drawing/2014/main" id="{5B76A74C-18A9-42E2-8DC8-ADE88FC7EDB0}"/>
              </a:ext>
            </a:extLst>
          </p:cNvPr>
          <p:cNvSpPr>
            <a:spLocks noGrp="1"/>
          </p:cNvSpPr>
          <p:nvPr>
            <p:ph type="body" sz="quarter" idx="127" hasCustomPrompt="1"/>
          </p:nvPr>
        </p:nvSpPr>
        <p:spPr>
          <a:xfrm>
            <a:off x="999554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38" name="Picture Placeholder 3">
            <a:extLst>
              <a:ext uri="{FF2B5EF4-FFF2-40B4-BE49-F238E27FC236}">
                <a16:creationId xmlns:a16="http://schemas.microsoft.com/office/drawing/2014/main" id="{6F6B4425-AFA7-418F-AF0C-9BC6892C7DFF}"/>
              </a:ext>
            </a:extLst>
          </p:cNvPr>
          <p:cNvSpPr>
            <a:spLocks noGrp="1" noChangeAspect="1"/>
          </p:cNvSpPr>
          <p:nvPr>
            <p:ph type="pic" sz="quarter" idx="128" hasCustomPrompt="1"/>
          </p:nvPr>
        </p:nvSpPr>
        <p:spPr>
          <a:xfrm>
            <a:off x="11236244" y="5273704"/>
            <a:ext cx="403225" cy="403225"/>
          </a:xfrm>
          <a:noFill/>
        </p:spPr>
        <p:txBody>
          <a:bodyPr anchor="ctr"/>
          <a:lstStyle>
            <a:lvl1pPr marL="0" indent="0" algn="ctr">
              <a:buNone/>
              <a:defRPr sz="700"/>
            </a:lvl1pPr>
          </a:lstStyle>
          <a:p>
            <a:r>
              <a:rPr lang="en-US"/>
              <a:t>Icon</a:t>
            </a:r>
          </a:p>
        </p:txBody>
      </p:sp>
      <p:sp>
        <p:nvSpPr>
          <p:cNvPr id="139" name="Text Placeholder 5">
            <a:extLst>
              <a:ext uri="{FF2B5EF4-FFF2-40B4-BE49-F238E27FC236}">
                <a16:creationId xmlns:a16="http://schemas.microsoft.com/office/drawing/2014/main" id="{99130604-BD7C-4F8A-9B94-EF211EAAFC3D}"/>
              </a:ext>
            </a:extLst>
          </p:cNvPr>
          <p:cNvSpPr>
            <a:spLocks noGrp="1"/>
          </p:cNvSpPr>
          <p:nvPr>
            <p:ph type="body" sz="quarter" idx="129" hasCustomPrompt="1"/>
          </p:nvPr>
        </p:nvSpPr>
        <p:spPr>
          <a:xfrm>
            <a:off x="1096319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a:t>Icon Name</a:t>
            </a:r>
          </a:p>
        </p:txBody>
      </p:sp>
      <p:sp>
        <p:nvSpPr>
          <p:cNvPr id="140" name="Title 1">
            <a:extLst>
              <a:ext uri="{FF2B5EF4-FFF2-40B4-BE49-F238E27FC236}">
                <a16:creationId xmlns:a16="http://schemas.microsoft.com/office/drawing/2014/main" id="{4F2453DF-FB5D-4F7F-BD2A-DF084FD26BB8}"/>
              </a:ext>
            </a:extLst>
          </p:cNvPr>
          <p:cNvSpPr>
            <a:spLocks noGrp="1"/>
          </p:cNvSpPr>
          <p:nvPr>
            <p:ph type="title"/>
          </p:nvPr>
        </p:nvSpPr>
        <p:spPr>
          <a:xfrm>
            <a:off x="612648" y="269096"/>
            <a:ext cx="10972800" cy="804672"/>
          </a:xfrm>
        </p:spPr>
        <p:txBody>
          <a:bodyPr/>
          <a:lstStyle/>
          <a:p>
            <a:r>
              <a:rPr lang="en-US"/>
              <a:t>Click to edit Master title style</a:t>
            </a:r>
          </a:p>
        </p:txBody>
      </p:sp>
      <p:sp>
        <p:nvSpPr>
          <p:cNvPr id="141" name="Date Placeholder 2">
            <a:extLst>
              <a:ext uri="{FF2B5EF4-FFF2-40B4-BE49-F238E27FC236}">
                <a16:creationId xmlns:a16="http://schemas.microsoft.com/office/drawing/2014/main" id="{98AD02D4-A69D-4716-B558-217EDBADF3E0}"/>
              </a:ext>
            </a:extLst>
          </p:cNvPr>
          <p:cNvSpPr>
            <a:spLocks noGrp="1"/>
          </p:cNvSpPr>
          <p:nvPr>
            <p:ph type="dt" sz="half" idx="130"/>
          </p:nvPr>
        </p:nvSpPr>
        <p:spPr>
          <a:xfrm>
            <a:off x="-18288" y="6876288"/>
            <a:ext cx="9144" cy="9144"/>
          </a:xfrm>
        </p:spPr>
        <p:txBody>
          <a:bodyPr/>
          <a:lstStyle/>
          <a:p>
            <a:endParaRPr lang="en-GB"/>
          </a:p>
        </p:txBody>
      </p:sp>
      <p:sp>
        <p:nvSpPr>
          <p:cNvPr id="142" name="Footer Placeholder 3">
            <a:extLst>
              <a:ext uri="{FF2B5EF4-FFF2-40B4-BE49-F238E27FC236}">
                <a16:creationId xmlns:a16="http://schemas.microsoft.com/office/drawing/2014/main" id="{12F8C8F7-FE50-4E1B-8222-300C20ABE81F}"/>
              </a:ext>
            </a:extLst>
          </p:cNvPr>
          <p:cNvSpPr>
            <a:spLocks noGrp="1"/>
          </p:cNvSpPr>
          <p:nvPr>
            <p:ph type="ftr" sz="quarter" idx="131"/>
          </p:nvPr>
        </p:nvSpPr>
        <p:spPr>
          <a:xfrm>
            <a:off x="612648" y="6256544"/>
            <a:ext cx="7187184" cy="322056"/>
          </a:xfrm>
        </p:spPr>
        <p:txBody>
          <a:bodyPr/>
          <a:lstStyle/>
          <a:p>
            <a:r>
              <a:rPr lang="en-GB"/>
              <a:t>For Internal Use Only. © 2025 AVEVA Group Limited or its subsidiaries. All rights reserved.</a:t>
            </a:r>
          </a:p>
        </p:txBody>
      </p:sp>
      <p:sp>
        <p:nvSpPr>
          <p:cNvPr id="143" name="Slide Number Placeholder 5">
            <a:extLst>
              <a:ext uri="{FF2B5EF4-FFF2-40B4-BE49-F238E27FC236}">
                <a16:creationId xmlns:a16="http://schemas.microsoft.com/office/drawing/2014/main" id="{DC0E56E3-0B0E-454C-A520-99CBCEA1F37D}"/>
              </a:ext>
            </a:extLst>
          </p:cNvPr>
          <p:cNvSpPr>
            <a:spLocks noGrp="1"/>
          </p:cNvSpPr>
          <p:nvPr>
            <p:ph type="sldNum" sz="quarter" idx="132"/>
          </p:nvPr>
        </p:nvSpPr>
        <p:spPr>
          <a:xfrm>
            <a:off x="252000" y="6398600"/>
            <a:ext cx="216000" cy="180000"/>
          </a:xfrm>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36912917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emf"/><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tif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F42744-A08A-A54E-8A48-DA65C1A7688B}"/>
              </a:ext>
            </a:extLst>
          </p:cNvPr>
          <p:cNvSpPr>
            <a:spLocks noGrp="1"/>
          </p:cNvSpPr>
          <p:nvPr>
            <p:ph type="title"/>
          </p:nvPr>
        </p:nvSpPr>
        <p:spPr>
          <a:xfrm>
            <a:off x="612648" y="260197"/>
            <a:ext cx="10972800" cy="804672"/>
          </a:xfrm>
          <a:prstGeom prst="rect">
            <a:avLst/>
          </a:prstGeom>
        </p:spPr>
        <p:txBody>
          <a:bodyPr vert="horz" lIns="0" tIns="0" rIns="0" bIns="0" rtlCol="0" anchor="ctr" anchorCtr="0">
            <a:normAutofit/>
          </a:bodyPr>
          <a:lstStyle/>
          <a:p>
            <a:r>
              <a:rPr lang="en-US"/>
              <a:t>Click to edit Master title style</a:t>
            </a:r>
            <a:endParaRPr lang="en-GB"/>
          </a:p>
        </p:txBody>
      </p:sp>
      <p:sp>
        <p:nvSpPr>
          <p:cNvPr id="3" name="Text Placeholder 2"/>
          <p:cNvSpPr>
            <a:spLocks noGrp="1"/>
          </p:cNvSpPr>
          <p:nvPr>
            <p:ph type="body" idx="1"/>
          </p:nvPr>
        </p:nvSpPr>
        <p:spPr>
          <a:xfrm>
            <a:off x="609600" y="1628775"/>
            <a:ext cx="10972800" cy="4433697"/>
          </a:xfrm>
          <a:prstGeom prst="rect">
            <a:avLst/>
          </a:prstGeom>
        </p:spPr>
        <p:txBody>
          <a:bodyPr vert="horz" wrap="square"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Slide Number Placeholder 5">
            <a:extLst>
              <a:ext uri="{FF2B5EF4-FFF2-40B4-BE49-F238E27FC236}">
                <a16:creationId xmlns:a16="http://schemas.microsoft.com/office/drawing/2014/main" id="{58ECDE14-ED81-3348-8FDD-FCFF7CB60816}"/>
              </a:ext>
            </a:extLst>
          </p:cNvPr>
          <p:cNvSpPr>
            <a:spLocks noGrp="1"/>
          </p:cNvSpPr>
          <p:nvPr>
            <p:ph type="sldNum" sz="quarter" idx="4"/>
          </p:nvPr>
        </p:nvSpPr>
        <p:spPr>
          <a:xfrm>
            <a:off x="252000" y="6398600"/>
            <a:ext cx="216000" cy="180000"/>
          </a:xfrm>
          <a:prstGeom prst="rect">
            <a:avLst/>
          </a:prstGeom>
        </p:spPr>
        <p:txBody>
          <a:bodyPr vert="horz" wrap="square" lIns="0" tIns="0" rIns="0" bIns="0" rtlCol="0" anchor="b" anchorCtr="0">
            <a:noAutofit/>
          </a:bodyPr>
          <a:lstStyle>
            <a:lvl1pPr algn="r">
              <a:defRPr sz="700">
                <a:solidFill>
                  <a:schemeClr val="bg1">
                    <a:lumMod val="50000"/>
                  </a:schemeClr>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a:p>
        </p:txBody>
      </p:sp>
      <p:sp>
        <p:nvSpPr>
          <p:cNvPr id="5" name="Footer Placeholder 4">
            <a:extLst>
              <a:ext uri="{FF2B5EF4-FFF2-40B4-BE49-F238E27FC236}">
                <a16:creationId xmlns:a16="http://schemas.microsoft.com/office/drawing/2014/main" id="{14E1CDA0-5937-4666-8545-A0898564B46C}"/>
              </a:ext>
            </a:extLst>
          </p:cNvPr>
          <p:cNvSpPr>
            <a:spLocks noGrp="1"/>
          </p:cNvSpPr>
          <p:nvPr>
            <p:ph type="ftr" sz="quarter" idx="3"/>
          </p:nvPr>
        </p:nvSpPr>
        <p:spPr>
          <a:xfrm>
            <a:off x="612648" y="6256544"/>
            <a:ext cx="7187184" cy="322056"/>
          </a:xfrm>
          <a:prstGeom prst="rect">
            <a:avLst/>
          </a:prstGeom>
        </p:spPr>
        <p:txBody>
          <a:bodyPr vert="horz" lIns="0" tIns="0" rIns="0" bIns="0" rtlCol="0" anchor="b"/>
          <a:lstStyle>
            <a:lvl1pPr algn="l">
              <a:defRPr sz="700">
                <a:solidFill>
                  <a:schemeClr val="bg1">
                    <a:lumMod val="50000"/>
                  </a:schemeClr>
                </a:solidFill>
              </a:defRPr>
            </a:lvl1pPr>
          </a:lstStyle>
          <a:p>
            <a:r>
              <a:rPr lang="en-US"/>
              <a:t>For Internal Use Only. © 2025 AVEVA Group Limited or its subsidiaries. All rights reserved.</a:t>
            </a:r>
            <a:endParaRPr lang="en-GB"/>
          </a:p>
        </p:txBody>
      </p:sp>
      <p:pic>
        <p:nvPicPr>
          <p:cNvPr id="9" name="Picture 8">
            <a:extLst>
              <a:ext uri="{FF2B5EF4-FFF2-40B4-BE49-F238E27FC236}">
                <a16:creationId xmlns:a16="http://schemas.microsoft.com/office/drawing/2014/main" id="{AD28A91C-C74D-6045-8E98-59990DA7A930}"/>
              </a:ext>
              <a:ext uri="{C183D7F6-B498-43B3-948B-1728B52AA6E4}">
                <adec:decorative xmlns:adec="http://schemas.microsoft.com/office/drawing/2017/decorative" val="1"/>
              </a:ext>
            </a:extLst>
          </p:cNvPr>
          <p:cNvPicPr>
            <a:picLocks noChangeAspect="1"/>
          </p:cNvPicPr>
          <p:nvPr userDrawn="1"/>
        </p:nvPicPr>
        <p:blipFill>
          <a:blip r:embed="rId39"/>
          <a:stretch>
            <a:fillRect/>
          </a:stretch>
        </p:blipFill>
        <p:spPr>
          <a:xfrm>
            <a:off x="10422144" y="6310008"/>
            <a:ext cx="1157208" cy="262560"/>
          </a:xfrm>
          <a:prstGeom prst="rect">
            <a:avLst/>
          </a:prstGeom>
        </p:spPr>
      </p:pic>
      <p:sp>
        <p:nvSpPr>
          <p:cNvPr id="34" name="TextBox 33">
            <a:extLst>
              <a:ext uri="{FF2B5EF4-FFF2-40B4-BE49-F238E27FC236}">
                <a16:creationId xmlns:a16="http://schemas.microsoft.com/office/drawing/2014/main" id="{6AE24D35-AD35-43AD-8855-AEA92636ABFB}"/>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4" name="Group 3">
            <a:extLst>
              <a:ext uri="{FF2B5EF4-FFF2-40B4-BE49-F238E27FC236}">
                <a16:creationId xmlns:a16="http://schemas.microsoft.com/office/drawing/2014/main" id="{6411723F-02F3-12FC-8CF0-C73F39DDE009}"/>
              </a:ext>
            </a:extLst>
          </p:cNvPr>
          <p:cNvGrpSpPr/>
          <p:nvPr userDrawn="1"/>
        </p:nvGrpSpPr>
        <p:grpSpPr>
          <a:xfrm>
            <a:off x="12485568" y="112729"/>
            <a:ext cx="2936672" cy="5883149"/>
            <a:chOff x="12485568" y="112729"/>
            <a:chExt cx="2936672" cy="5883149"/>
          </a:xfrm>
        </p:grpSpPr>
        <p:sp>
          <p:nvSpPr>
            <p:cNvPr id="6" name="Oval 5">
              <a:extLst>
                <a:ext uri="{FF2B5EF4-FFF2-40B4-BE49-F238E27FC236}">
                  <a16:creationId xmlns:a16="http://schemas.microsoft.com/office/drawing/2014/main" id="{9B2CBD1D-0C43-76F5-3EE0-8783A5C069B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CDFF69BB-FF53-7B3D-5A00-8126C3C7D493}"/>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E579506E-099D-A469-4C76-BCE27A674EDB}"/>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Rectangle 10">
              <a:extLst>
                <a:ext uri="{FF2B5EF4-FFF2-40B4-BE49-F238E27FC236}">
                  <a16:creationId xmlns:a16="http://schemas.microsoft.com/office/drawing/2014/main" id="{BA8F7640-6A12-EDA3-6113-7282C2765A90}"/>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Primary Palette</a:t>
              </a:r>
            </a:p>
          </p:txBody>
        </p:sp>
        <p:sp>
          <p:nvSpPr>
            <p:cNvPr id="13" name="Oval 12">
              <a:extLst>
                <a:ext uri="{FF2B5EF4-FFF2-40B4-BE49-F238E27FC236}">
                  <a16:creationId xmlns:a16="http://schemas.microsoft.com/office/drawing/2014/main" id="{1AF549FD-722E-02C2-58C6-C41534D419E6}"/>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DAF85D96-A063-D9BF-52C4-4239C37562DD}"/>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E0C66505-F42B-EF8B-B0DA-154578DE8EB6}"/>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52FE0D83-1ABE-1322-C723-4AED3315D561}"/>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8B8A45CA-DCA1-393A-84B7-754817B94E83}"/>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19B4B5A3-420B-3831-F36B-19DF5F0E1AD7}"/>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Secondary Colors</a:t>
                </a:r>
              </a:p>
            </p:txBody>
          </p:sp>
          <p:sp>
            <p:nvSpPr>
              <p:cNvPr id="23" name="Oval 22">
                <a:extLst>
                  <a:ext uri="{FF2B5EF4-FFF2-40B4-BE49-F238E27FC236}">
                    <a16:creationId xmlns:a16="http://schemas.microsoft.com/office/drawing/2014/main" id="{59F7B940-05A5-E6B5-0C1B-4434371557A9}"/>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4" name="Oval 23">
                <a:extLst>
                  <a:ext uri="{FF2B5EF4-FFF2-40B4-BE49-F238E27FC236}">
                    <a16:creationId xmlns:a16="http://schemas.microsoft.com/office/drawing/2014/main" id="{7362881D-22A7-330C-18A3-83F5212C520F}"/>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501708A3-BBB4-38E1-2253-8078929AB67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3DFEAF28-87A9-1E95-7C96-AD944E4EBA2C}"/>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45B52140-6EE1-0EAD-3F98-0EE9AEB8B77F}"/>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0E1A0CBA-4923-2B5B-87F6-0C46F03705A7}"/>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FD18F8F3-233F-61F2-306E-5C7C6716FEB9}"/>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a:solidFill>
                    <a:schemeClr val="bg1">
                      <a:lumMod val="50000"/>
                    </a:schemeClr>
                  </a:solidFill>
                  <a:effectLst/>
                  <a:latin typeface="+mn-lt"/>
                  <a:ea typeface="+mn-ea"/>
                  <a:cs typeface="+mn-cs"/>
                </a:rPr>
                <a:t>Change the color of a shape </a:t>
              </a:r>
              <a:br>
                <a:rPr lang="en-US" sz="900" b="1" i="0" u="none" strike="noStrike" kern="1200">
                  <a:solidFill>
                    <a:schemeClr val="bg1">
                      <a:lumMod val="50000"/>
                    </a:schemeClr>
                  </a:solidFill>
                  <a:effectLst/>
                  <a:latin typeface="+mn-lt"/>
                  <a:ea typeface="+mn-ea"/>
                  <a:cs typeface="+mn-cs"/>
                </a:rPr>
              </a:br>
              <a:r>
                <a:rPr lang="en-US" sz="900" b="1" i="0" u="none" strike="noStrike" kern="120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a:solidFill>
                    <a:schemeClr val="bg1">
                      <a:lumMod val="50000"/>
                    </a:schemeClr>
                  </a:solidFill>
                  <a:effectLst/>
                  <a:latin typeface="+mn-lt"/>
                  <a:ea typeface="+mn-ea"/>
                  <a:cs typeface="+mn-cs"/>
                </a:rPr>
              </a:br>
              <a:br>
                <a:rPr lang="en-US" sz="900" b="0" i="0" u="none" strike="noStrike" kern="1200">
                  <a:solidFill>
                    <a:schemeClr val="bg1">
                      <a:lumMod val="50000"/>
                    </a:schemeClr>
                  </a:solidFill>
                  <a:effectLst/>
                  <a:latin typeface="+mn-lt"/>
                  <a:ea typeface="+mn-ea"/>
                  <a:cs typeface="+mn-cs"/>
                </a:rPr>
              </a:br>
              <a:r>
                <a:rPr lang="en-US" sz="900" b="0" i="0" u="none" strike="noStrike" kern="120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a:solidFill>
                  <a:schemeClr val="bg1">
                    <a:lumMod val="50000"/>
                  </a:schemeClr>
                </a:solidFill>
                <a:effectLst/>
                <a:latin typeface="+mn-lt"/>
                <a:ea typeface="+mn-ea"/>
                <a:cs typeface="+mn-cs"/>
              </a:endParaRPr>
            </a:p>
            <a:p>
              <a:pPr>
                <a:spcAft>
                  <a:spcPts val="600"/>
                </a:spcAft>
              </a:pPr>
              <a:endParaRPr lang="en-US" sz="900">
                <a:solidFill>
                  <a:schemeClr val="bg1">
                    <a:lumMod val="50000"/>
                  </a:schemeClr>
                </a:solidFill>
              </a:endParaRPr>
            </a:p>
          </p:txBody>
        </p:sp>
        <p:pic>
          <p:nvPicPr>
            <p:cNvPr id="19" name="Picture 18">
              <a:extLst>
                <a:ext uri="{FF2B5EF4-FFF2-40B4-BE49-F238E27FC236}">
                  <a16:creationId xmlns:a16="http://schemas.microsoft.com/office/drawing/2014/main" id="{5E8CDE2E-75EE-00ED-A7B1-9E24E77C9851}"/>
                </a:ext>
              </a:extLst>
            </p:cNvPr>
            <p:cNvPicPr>
              <a:picLocks noChangeAspect="1"/>
            </p:cNvPicPr>
            <p:nvPr userDrawn="1"/>
          </p:nvPicPr>
          <p:blipFill>
            <a:blip r:embed="rId40"/>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852ED137-9E88-4651-CDFB-5E7DF54C341F}"/>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lumMod val="50000"/>
                    </a:schemeClr>
                  </a:solidFill>
                  <a:effectLst/>
                  <a:uLnTx/>
                  <a:uFillTx/>
                  <a:cs typeface="Calibri" panose="020F0502020204030204" pitchFamily="34" charset="0"/>
                </a:rPr>
                <a:t>Neutrals</a:t>
              </a:r>
            </a:p>
          </p:txBody>
        </p:sp>
      </p:grpSp>
      <p:sp>
        <p:nvSpPr>
          <p:cNvPr id="30" name="Rectangle 29">
            <a:extLst>
              <a:ext uri="{FF2B5EF4-FFF2-40B4-BE49-F238E27FC236}">
                <a16:creationId xmlns:a16="http://schemas.microsoft.com/office/drawing/2014/main" id="{0BADA53B-8A50-3BAF-1967-68097DFAD7D3}"/>
              </a:ext>
            </a:extLst>
          </p:cNvPr>
          <p:cNvSpPr/>
          <p:nvPr userDrawn="1"/>
        </p:nvSpPr>
        <p:spPr>
          <a:xfrm>
            <a:off x="0" y="0"/>
            <a:ext cx="12191695" cy="6858000"/>
          </a:xfrm>
          <a:prstGeom prst="rect">
            <a:avLst/>
          </a:prstGeom>
          <a:gradFill flip="none" rotWithShape="1">
            <a:gsLst>
              <a:gs pos="0">
                <a:srgbClr val="6B04A8">
                  <a:alpha val="12000"/>
                </a:srgbClr>
              </a:gs>
              <a:gs pos="100000">
                <a:srgbClr val="6B04A8">
                  <a:alpha val="0"/>
                </a:srgbClr>
              </a:gs>
            </a:gsLst>
            <a:lin ang="189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3618599258"/>
      </p:ext>
    </p:extLst>
  </p:cSld>
  <p:clrMap bg1="lt1" tx1="dk1" bg2="lt2" tx2="dk2" accent1="accent1" accent2="accent2" accent3="accent3" accent4="accent4" accent5="accent5" accent6="accent6" hlink="hlink" folHlink="folHlink"/>
  <p:sldLayoutIdLst>
    <p:sldLayoutId id="2147484162" r:id="rId1"/>
    <p:sldLayoutId id="2147484168" r:id="rId2"/>
    <p:sldLayoutId id="2147484169" r:id="rId3"/>
    <p:sldLayoutId id="2147484170" r:id="rId4"/>
    <p:sldLayoutId id="2147484171" r:id="rId5"/>
    <p:sldLayoutId id="2147484172" r:id="rId6"/>
    <p:sldLayoutId id="2147483932" r:id="rId7"/>
    <p:sldLayoutId id="2147484163" r:id="rId8"/>
    <p:sldLayoutId id="2147484099" r:id="rId9"/>
    <p:sldLayoutId id="2147484005" r:id="rId10"/>
    <p:sldLayoutId id="2147484183" r:id="rId11"/>
    <p:sldLayoutId id="2147483674" r:id="rId12"/>
    <p:sldLayoutId id="2147484039" r:id="rId13"/>
    <p:sldLayoutId id="2147483662" r:id="rId14"/>
    <p:sldLayoutId id="2147484037" r:id="rId15"/>
    <p:sldLayoutId id="2147483664" r:id="rId16"/>
    <p:sldLayoutId id="2147484038" r:id="rId17"/>
    <p:sldLayoutId id="2147484092" r:id="rId18"/>
    <p:sldLayoutId id="2147484089" r:id="rId19"/>
    <p:sldLayoutId id="2147483999" r:id="rId20"/>
    <p:sldLayoutId id="2147484098" r:id="rId21"/>
    <p:sldLayoutId id="2147484048" r:id="rId22"/>
    <p:sldLayoutId id="2147484166" r:id="rId23"/>
    <p:sldLayoutId id="2147484094" r:id="rId24"/>
    <p:sldLayoutId id="2147484173" r:id="rId25"/>
    <p:sldLayoutId id="2147484175" r:id="rId26"/>
    <p:sldLayoutId id="2147484176" r:id="rId27"/>
    <p:sldLayoutId id="2147484177" r:id="rId28"/>
    <p:sldLayoutId id="2147484178" r:id="rId29"/>
    <p:sldLayoutId id="2147484095" r:id="rId30"/>
    <p:sldLayoutId id="2147484174" r:id="rId31"/>
    <p:sldLayoutId id="2147484179" r:id="rId32"/>
    <p:sldLayoutId id="2147484180" r:id="rId33"/>
    <p:sldLayoutId id="2147484181" r:id="rId34"/>
    <p:sldLayoutId id="2147484182" r:id="rId35"/>
    <p:sldLayoutId id="2147484167" r:id="rId36"/>
    <p:sldLayoutId id="2147484184" r:id="rId3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dt="0"/>
  <p:txStyles>
    <p:titleStyle>
      <a:lvl1pPr algn="l" defTabSz="914400" rtl="0" eaLnBrk="1" latinLnBrk="0" hangingPunct="1">
        <a:lnSpc>
          <a:spcPct val="75000"/>
        </a:lnSpc>
        <a:spcBef>
          <a:spcPct val="0"/>
        </a:spcBef>
        <a:buNone/>
        <a:defRPr sz="3400" b="0" kern="1200" cap="none" baseline="0">
          <a:solidFill>
            <a:schemeClr val="tx2"/>
          </a:solidFill>
          <a:latin typeface="+mj-lt"/>
          <a:ea typeface="+mj-ea"/>
          <a:cs typeface="Calibri" panose="020F0502020204030204" pitchFamily="34" charset="0"/>
        </a:defRPr>
      </a:lvl1pPr>
    </p:titleStyle>
    <p:bodyStyle>
      <a:lvl1pPr marL="18288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800" kern="1200">
          <a:solidFill>
            <a:schemeClr val="tx1"/>
          </a:solidFill>
          <a:latin typeface="+mn-lt"/>
          <a:ea typeface="+mn-ea"/>
          <a:cs typeface="Calibri" panose="020F0502020204030204" pitchFamily="34" charset="0"/>
        </a:defRPr>
      </a:lvl1pPr>
      <a:lvl2pPr marL="36576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600" b="0" kern="1200">
          <a:solidFill>
            <a:schemeClr val="tx1"/>
          </a:solidFill>
          <a:latin typeface="+mn-lt"/>
          <a:ea typeface="+mn-ea"/>
          <a:cs typeface="Calibri" panose="020F0502020204030204" pitchFamily="34" charset="0"/>
        </a:defRPr>
      </a:lvl2pPr>
      <a:lvl3pPr marL="54864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400" kern="1200">
          <a:solidFill>
            <a:schemeClr val="tx1"/>
          </a:solidFill>
          <a:latin typeface="+mn-lt"/>
          <a:ea typeface="+mn-ea"/>
          <a:cs typeface="Calibri" panose="020F0502020204030204" pitchFamily="34" charset="0"/>
        </a:defRPr>
      </a:lvl3pPr>
      <a:lvl4pPr marL="73152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200" kern="1200">
          <a:solidFill>
            <a:schemeClr val="tx1"/>
          </a:solidFill>
          <a:latin typeface="+mn-lt"/>
          <a:ea typeface="+mn-ea"/>
          <a:cs typeface="Calibri" panose="020F0502020204030204" pitchFamily="34" charset="0"/>
        </a:defRPr>
      </a:lvl4pPr>
      <a:lvl5pPr marL="91440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5pPr>
      <a:lvl6pPr marL="109728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28016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46304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16" userDrawn="1">
          <p15:clr>
            <a:srgbClr val="F26B43"/>
          </p15:clr>
        </p15:guide>
        <p15:guide id="2" pos="7296" userDrawn="1">
          <p15:clr>
            <a:srgbClr val="F26B43"/>
          </p15:clr>
        </p15:guide>
        <p15:guide id="3" pos="384" userDrawn="1">
          <p15:clr>
            <a:srgbClr val="F26B43"/>
          </p15:clr>
        </p15:guide>
        <p15:guide id="4" orient="horz" pos="164" userDrawn="1">
          <p15:clr>
            <a:srgbClr val="F26B43"/>
          </p15:clr>
        </p15:guide>
        <p15:guide id="5" orient="horz" pos="709" userDrawn="1">
          <p15:clr>
            <a:srgbClr val="F26B43"/>
          </p15:clr>
        </p15:guide>
        <p15:guide id="6" pos="3840" userDrawn="1">
          <p15:clr>
            <a:srgbClr val="F26B43"/>
          </p15:clr>
        </p15:guide>
        <p15:guide id="7" orient="horz" pos="102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13" Type="http://schemas.openxmlformats.org/officeDocument/2006/relationships/image" Target="../media/image24.svg"/><Relationship Id="rId18" Type="http://schemas.openxmlformats.org/officeDocument/2006/relationships/image" Target="../media/image29.svg"/><Relationship Id="rId26" Type="http://schemas.openxmlformats.org/officeDocument/2006/relationships/image" Target="../media/image37.svg"/><Relationship Id="rId39" Type="http://schemas.openxmlformats.org/officeDocument/2006/relationships/image" Target="../media/image50.svg"/><Relationship Id="rId21" Type="http://schemas.openxmlformats.org/officeDocument/2006/relationships/image" Target="../media/image32.svg"/><Relationship Id="rId34" Type="http://schemas.openxmlformats.org/officeDocument/2006/relationships/image" Target="../media/image45.svg"/><Relationship Id="rId42" Type="http://schemas.openxmlformats.org/officeDocument/2006/relationships/image" Target="../media/image53.svg"/><Relationship Id="rId47" Type="http://schemas.openxmlformats.org/officeDocument/2006/relationships/image" Target="../media/image58.svg"/><Relationship Id="rId50" Type="http://schemas.openxmlformats.org/officeDocument/2006/relationships/image" Target="../media/image61.svg"/><Relationship Id="rId55" Type="http://schemas.openxmlformats.org/officeDocument/2006/relationships/image" Target="../media/image66.svg"/><Relationship Id="rId7" Type="http://schemas.openxmlformats.org/officeDocument/2006/relationships/image" Target="../media/image18.svg"/><Relationship Id="rId2" Type="http://schemas.openxmlformats.org/officeDocument/2006/relationships/image" Target="../media/image13.svg"/><Relationship Id="rId16" Type="http://schemas.openxmlformats.org/officeDocument/2006/relationships/image" Target="../media/image27.svg"/><Relationship Id="rId29" Type="http://schemas.openxmlformats.org/officeDocument/2006/relationships/image" Target="../media/image40.svg"/><Relationship Id="rId11" Type="http://schemas.openxmlformats.org/officeDocument/2006/relationships/image" Target="../media/image22.svg"/><Relationship Id="rId24" Type="http://schemas.openxmlformats.org/officeDocument/2006/relationships/image" Target="../media/image35.svg"/><Relationship Id="rId32" Type="http://schemas.openxmlformats.org/officeDocument/2006/relationships/image" Target="../media/image43.svg"/><Relationship Id="rId37" Type="http://schemas.openxmlformats.org/officeDocument/2006/relationships/image" Target="../media/image48.svg"/><Relationship Id="rId40" Type="http://schemas.openxmlformats.org/officeDocument/2006/relationships/image" Target="../media/image51.svg"/><Relationship Id="rId45" Type="http://schemas.openxmlformats.org/officeDocument/2006/relationships/image" Target="../media/image56.svg"/><Relationship Id="rId53" Type="http://schemas.openxmlformats.org/officeDocument/2006/relationships/image" Target="../media/image64.svg"/><Relationship Id="rId5" Type="http://schemas.openxmlformats.org/officeDocument/2006/relationships/image" Target="../media/image16.svg"/><Relationship Id="rId19" Type="http://schemas.openxmlformats.org/officeDocument/2006/relationships/image" Target="../media/image30.svg"/><Relationship Id="rId4" Type="http://schemas.openxmlformats.org/officeDocument/2006/relationships/image" Target="../media/image15.svg"/><Relationship Id="rId9" Type="http://schemas.openxmlformats.org/officeDocument/2006/relationships/image" Target="../media/image20.svg"/><Relationship Id="rId14" Type="http://schemas.openxmlformats.org/officeDocument/2006/relationships/image" Target="../media/image25.svg"/><Relationship Id="rId22" Type="http://schemas.openxmlformats.org/officeDocument/2006/relationships/image" Target="../media/image33.svg"/><Relationship Id="rId27" Type="http://schemas.openxmlformats.org/officeDocument/2006/relationships/image" Target="../media/image38.svg"/><Relationship Id="rId30" Type="http://schemas.openxmlformats.org/officeDocument/2006/relationships/image" Target="../media/image41.svg"/><Relationship Id="rId35" Type="http://schemas.openxmlformats.org/officeDocument/2006/relationships/image" Target="../media/image46.svg"/><Relationship Id="rId43" Type="http://schemas.openxmlformats.org/officeDocument/2006/relationships/image" Target="../media/image54.svg"/><Relationship Id="rId48" Type="http://schemas.openxmlformats.org/officeDocument/2006/relationships/image" Target="../media/image59.svg"/><Relationship Id="rId56" Type="http://schemas.openxmlformats.org/officeDocument/2006/relationships/image" Target="../media/image67.svg"/><Relationship Id="rId8" Type="http://schemas.openxmlformats.org/officeDocument/2006/relationships/image" Target="../media/image19.svg"/><Relationship Id="rId51" Type="http://schemas.openxmlformats.org/officeDocument/2006/relationships/image" Target="../media/image62.svg"/><Relationship Id="rId3" Type="http://schemas.openxmlformats.org/officeDocument/2006/relationships/image" Target="../media/image14.svg"/><Relationship Id="rId12" Type="http://schemas.openxmlformats.org/officeDocument/2006/relationships/image" Target="../media/image23.svg"/><Relationship Id="rId17" Type="http://schemas.openxmlformats.org/officeDocument/2006/relationships/image" Target="../media/image28.svg"/><Relationship Id="rId25" Type="http://schemas.openxmlformats.org/officeDocument/2006/relationships/image" Target="../media/image36.svg"/><Relationship Id="rId33" Type="http://schemas.openxmlformats.org/officeDocument/2006/relationships/image" Target="../media/image44.svg"/><Relationship Id="rId38" Type="http://schemas.openxmlformats.org/officeDocument/2006/relationships/image" Target="../media/image49.svg"/><Relationship Id="rId46" Type="http://schemas.openxmlformats.org/officeDocument/2006/relationships/image" Target="../media/image57.svg"/><Relationship Id="rId20" Type="http://schemas.openxmlformats.org/officeDocument/2006/relationships/image" Target="../media/image31.svg"/><Relationship Id="rId41" Type="http://schemas.openxmlformats.org/officeDocument/2006/relationships/image" Target="../media/image52.svg"/><Relationship Id="rId54" Type="http://schemas.openxmlformats.org/officeDocument/2006/relationships/image" Target="../media/image65.svg"/><Relationship Id="rId1" Type="http://schemas.openxmlformats.org/officeDocument/2006/relationships/slideLayout" Target="../slideLayouts/slideLayout37.xml"/><Relationship Id="rId6" Type="http://schemas.openxmlformats.org/officeDocument/2006/relationships/image" Target="../media/image17.svg"/><Relationship Id="rId15" Type="http://schemas.openxmlformats.org/officeDocument/2006/relationships/image" Target="../media/image26.svg"/><Relationship Id="rId23" Type="http://schemas.openxmlformats.org/officeDocument/2006/relationships/image" Target="../media/image34.svg"/><Relationship Id="rId28" Type="http://schemas.openxmlformats.org/officeDocument/2006/relationships/image" Target="../media/image39.svg"/><Relationship Id="rId36" Type="http://schemas.openxmlformats.org/officeDocument/2006/relationships/image" Target="../media/image47.svg"/><Relationship Id="rId49" Type="http://schemas.openxmlformats.org/officeDocument/2006/relationships/image" Target="../media/image60.svg"/><Relationship Id="rId57" Type="http://schemas.openxmlformats.org/officeDocument/2006/relationships/image" Target="../media/image68.svg"/><Relationship Id="rId10" Type="http://schemas.openxmlformats.org/officeDocument/2006/relationships/image" Target="../media/image21.svg"/><Relationship Id="rId31" Type="http://schemas.openxmlformats.org/officeDocument/2006/relationships/image" Target="../media/image42.svg"/><Relationship Id="rId44" Type="http://schemas.openxmlformats.org/officeDocument/2006/relationships/image" Target="../media/image55.svg"/><Relationship Id="rId52" Type="http://schemas.openxmlformats.org/officeDocument/2006/relationships/image" Target="../media/image63.svg"/></Relationships>
</file>

<file path=ppt/slides/_rels/slide48.xml.rels><?xml version="1.0" encoding="UTF-8" standalone="yes"?>
<Relationships xmlns="http://schemas.openxmlformats.org/package/2006/relationships"><Relationship Id="rId13" Type="http://schemas.openxmlformats.org/officeDocument/2006/relationships/image" Target="../media/image80.svg"/><Relationship Id="rId18" Type="http://schemas.openxmlformats.org/officeDocument/2006/relationships/image" Target="../media/image85.svg"/><Relationship Id="rId26" Type="http://schemas.openxmlformats.org/officeDocument/2006/relationships/image" Target="../media/image93.svg"/><Relationship Id="rId39" Type="http://schemas.openxmlformats.org/officeDocument/2006/relationships/image" Target="../media/image106.svg"/><Relationship Id="rId21" Type="http://schemas.openxmlformats.org/officeDocument/2006/relationships/image" Target="../media/image88.svg"/><Relationship Id="rId34" Type="http://schemas.openxmlformats.org/officeDocument/2006/relationships/image" Target="../media/image101.svg"/><Relationship Id="rId42" Type="http://schemas.openxmlformats.org/officeDocument/2006/relationships/image" Target="../media/image109.svg"/><Relationship Id="rId47" Type="http://schemas.openxmlformats.org/officeDocument/2006/relationships/image" Target="../media/image114.svg"/><Relationship Id="rId50" Type="http://schemas.openxmlformats.org/officeDocument/2006/relationships/image" Target="../media/image117.svg"/><Relationship Id="rId55" Type="http://schemas.openxmlformats.org/officeDocument/2006/relationships/image" Target="../media/image122.svg"/><Relationship Id="rId7" Type="http://schemas.openxmlformats.org/officeDocument/2006/relationships/image" Target="../media/image74.svg"/><Relationship Id="rId2" Type="http://schemas.openxmlformats.org/officeDocument/2006/relationships/image" Target="../media/image69.svg"/><Relationship Id="rId16" Type="http://schemas.openxmlformats.org/officeDocument/2006/relationships/image" Target="../media/image83.svg"/><Relationship Id="rId29" Type="http://schemas.openxmlformats.org/officeDocument/2006/relationships/image" Target="../media/image96.svg"/><Relationship Id="rId11" Type="http://schemas.openxmlformats.org/officeDocument/2006/relationships/image" Target="../media/image78.svg"/><Relationship Id="rId24" Type="http://schemas.openxmlformats.org/officeDocument/2006/relationships/image" Target="../media/image91.svg"/><Relationship Id="rId32" Type="http://schemas.openxmlformats.org/officeDocument/2006/relationships/image" Target="../media/image99.svg"/><Relationship Id="rId37" Type="http://schemas.openxmlformats.org/officeDocument/2006/relationships/image" Target="../media/image104.svg"/><Relationship Id="rId40" Type="http://schemas.openxmlformats.org/officeDocument/2006/relationships/image" Target="../media/image107.svg"/><Relationship Id="rId45" Type="http://schemas.openxmlformats.org/officeDocument/2006/relationships/image" Target="../media/image112.svg"/><Relationship Id="rId53" Type="http://schemas.openxmlformats.org/officeDocument/2006/relationships/image" Target="../media/image120.svg"/><Relationship Id="rId58" Type="http://schemas.openxmlformats.org/officeDocument/2006/relationships/image" Target="../media/image125.svg"/><Relationship Id="rId5" Type="http://schemas.openxmlformats.org/officeDocument/2006/relationships/image" Target="../media/image72.svg"/><Relationship Id="rId61" Type="http://schemas.openxmlformats.org/officeDocument/2006/relationships/image" Target="../media/image128.svg"/><Relationship Id="rId19" Type="http://schemas.openxmlformats.org/officeDocument/2006/relationships/image" Target="../media/image86.svg"/><Relationship Id="rId14" Type="http://schemas.openxmlformats.org/officeDocument/2006/relationships/image" Target="../media/image81.svg"/><Relationship Id="rId22" Type="http://schemas.openxmlformats.org/officeDocument/2006/relationships/image" Target="../media/image89.svg"/><Relationship Id="rId27" Type="http://schemas.openxmlformats.org/officeDocument/2006/relationships/image" Target="../media/image94.svg"/><Relationship Id="rId30" Type="http://schemas.openxmlformats.org/officeDocument/2006/relationships/image" Target="../media/image97.svg"/><Relationship Id="rId35" Type="http://schemas.openxmlformats.org/officeDocument/2006/relationships/image" Target="../media/image102.svg"/><Relationship Id="rId43" Type="http://schemas.openxmlformats.org/officeDocument/2006/relationships/image" Target="../media/image110.svg"/><Relationship Id="rId48" Type="http://schemas.openxmlformats.org/officeDocument/2006/relationships/image" Target="../media/image115.svg"/><Relationship Id="rId56" Type="http://schemas.openxmlformats.org/officeDocument/2006/relationships/image" Target="../media/image123.svg"/><Relationship Id="rId8" Type="http://schemas.openxmlformats.org/officeDocument/2006/relationships/image" Target="../media/image75.svg"/><Relationship Id="rId51" Type="http://schemas.openxmlformats.org/officeDocument/2006/relationships/image" Target="../media/image118.svg"/><Relationship Id="rId3" Type="http://schemas.openxmlformats.org/officeDocument/2006/relationships/image" Target="../media/image70.svg"/><Relationship Id="rId12" Type="http://schemas.openxmlformats.org/officeDocument/2006/relationships/image" Target="../media/image79.svg"/><Relationship Id="rId17" Type="http://schemas.openxmlformats.org/officeDocument/2006/relationships/image" Target="../media/image84.svg"/><Relationship Id="rId25" Type="http://schemas.openxmlformats.org/officeDocument/2006/relationships/image" Target="../media/image92.svg"/><Relationship Id="rId33" Type="http://schemas.openxmlformats.org/officeDocument/2006/relationships/image" Target="../media/image100.svg"/><Relationship Id="rId38" Type="http://schemas.openxmlformats.org/officeDocument/2006/relationships/image" Target="../media/image105.svg"/><Relationship Id="rId46" Type="http://schemas.openxmlformats.org/officeDocument/2006/relationships/image" Target="../media/image113.svg"/><Relationship Id="rId59" Type="http://schemas.openxmlformats.org/officeDocument/2006/relationships/image" Target="../media/image126.svg"/><Relationship Id="rId20" Type="http://schemas.openxmlformats.org/officeDocument/2006/relationships/image" Target="../media/image87.svg"/><Relationship Id="rId41" Type="http://schemas.openxmlformats.org/officeDocument/2006/relationships/image" Target="../media/image108.svg"/><Relationship Id="rId54" Type="http://schemas.openxmlformats.org/officeDocument/2006/relationships/image" Target="../media/image121.svg"/><Relationship Id="rId1" Type="http://schemas.openxmlformats.org/officeDocument/2006/relationships/slideLayout" Target="../slideLayouts/slideLayout37.xml"/><Relationship Id="rId6" Type="http://schemas.openxmlformats.org/officeDocument/2006/relationships/image" Target="../media/image73.svg"/><Relationship Id="rId15" Type="http://schemas.openxmlformats.org/officeDocument/2006/relationships/image" Target="../media/image82.svg"/><Relationship Id="rId23" Type="http://schemas.openxmlformats.org/officeDocument/2006/relationships/image" Target="../media/image90.svg"/><Relationship Id="rId28" Type="http://schemas.openxmlformats.org/officeDocument/2006/relationships/image" Target="../media/image95.svg"/><Relationship Id="rId36" Type="http://schemas.openxmlformats.org/officeDocument/2006/relationships/image" Target="../media/image103.svg"/><Relationship Id="rId49" Type="http://schemas.openxmlformats.org/officeDocument/2006/relationships/image" Target="../media/image116.svg"/><Relationship Id="rId57" Type="http://schemas.openxmlformats.org/officeDocument/2006/relationships/image" Target="../media/image124.svg"/><Relationship Id="rId10" Type="http://schemas.openxmlformats.org/officeDocument/2006/relationships/image" Target="../media/image77.svg"/><Relationship Id="rId31" Type="http://schemas.openxmlformats.org/officeDocument/2006/relationships/image" Target="../media/image98.svg"/><Relationship Id="rId44" Type="http://schemas.openxmlformats.org/officeDocument/2006/relationships/image" Target="../media/image111.svg"/><Relationship Id="rId52" Type="http://schemas.openxmlformats.org/officeDocument/2006/relationships/image" Target="../media/image119.svg"/><Relationship Id="rId60" Type="http://schemas.openxmlformats.org/officeDocument/2006/relationships/image" Target="../media/image127.svg"/><Relationship Id="rId4" Type="http://schemas.openxmlformats.org/officeDocument/2006/relationships/image" Target="../media/image71.svg"/><Relationship Id="rId9" Type="http://schemas.openxmlformats.org/officeDocument/2006/relationships/image" Target="../media/image76.svg"/></Relationships>
</file>

<file path=ppt/slides/_rels/slide49.xml.rels><?xml version="1.0" encoding="UTF-8" standalone="yes"?>
<Relationships xmlns="http://schemas.openxmlformats.org/package/2006/relationships"><Relationship Id="rId13" Type="http://schemas.openxmlformats.org/officeDocument/2006/relationships/image" Target="../media/image140.svg"/><Relationship Id="rId18" Type="http://schemas.openxmlformats.org/officeDocument/2006/relationships/image" Target="../media/image145.svg"/><Relationship Id="rId26" Type="http://schemas.openxmlformats.org/officeDocument/2006/relationships/image" Target="../media/image153.svg"/><Relationship Id="rId3" Type="http://schemas.openxmlformats.org/officeDocument/2006/relationships/image" Target="../media/image130.svg"/><Relationship Id="rId21" Type="http://schemas.openxmlformats.org/officeDocument/2006/relationships/image" Target="../media/image148.svg"/><Relationship Id="rId34" Type="http://schemas.openxmlformats.org/officeDocument/2006/relationships/image" Target="../media/image161.svg"/><Relationship Id="rId7" Type="http://schemas.openxmlformats.org/officeDocument/2006/relationships/image" Target="../media/image134.svg"/><Relationship Id="rId12" Type="http://schemas.openxmlformats.org/officeDocument/2006/relationships/image" Target="../media/image139.svg"/><Relationship Id="rId17" Type="http://schemas.openxmlformats.org/officeDocument/2006/relationships/image" Target="../media/image144.svg"/><Relationship Id="rId25" Type="http://schemas.openxmlformats.org/officeDocument/2006/relationships/image" Target="../media/image152.svg"/><Relationship Id="rId33" Type="http://schemas.openxmlformats.org/officeDocument/2006/relationships/image" Target="../media/image160.svg"/><Relationship Id="rId2" Type="http://schemas.openxmlformats.org/officeDocument/2006/relationships/image" Target="../media/image129.svg"/><Relationship Id="rId16" Type="http://schemas.openxmlformats.org/officeDocument/2006/relationships/image" Target="../media/image143.svg"/><Relationship Id="rId20" Type="http://schemas.openxmlformats.org/officeDocument/2006/relationships/image" Target="../media/image147.svg"/><Relationship Id="rId29" Type="http://schemas.openxmlformats.org/officeDocument/2006/relationships/image" Target="../media/image156.svg"/><Relationship Id="rId1" Type="http://schemas.openxmlformats.org/officeDocument/2006/relationships/slideLayout" Target="../slideLayouts/slideLayout37.xml"/><Relationship Id="rId6" Type="http://schemas.openxmlformats.org/officeDocument/2006/relationships/image" Target="../media/image133.svg"/><Relationship Id="rId11" Type="http://schemas.openxmlformats.org/officeDocument/2006/relationships/image" Target="../media/image138.svg"/><Relationship Id="rId24" Type="http://schemas.openxmlformats.org/officeDocument/2006/relationships/image" Target="../media/image151.svg"/><Relationship Id="rId32" Type="http://schemas.openxmlformats.org/officeDocument/2006/relationships/image" Target="../media/image159.svg"/><Relationship Id="rId5" Type="http://schemas.openxmlformats.org/officeDocument/2006/relationships/image" Target="../media/image132.svg"/><Relationship Id="rId15" Type="http://schemas.openxmlformats.org/officeDocument/2006/relationships/image" Target="../media/image142.svg"/><Relationship Id="rId23" Type="http://schemas.openxmlformats.org/officeDocument/2006/relationships/image" Target="../media/image150.svg"/><Relationship Id="rId28" Type="http://schemas.openxmlformats.org/officeDocument/2006/relationships/image" Target="../media/image155.svg"/><Relationship Id="rId10" Type="http://schemas.openxmlformats.org/officeDocument/2006/relationships/image" Target="../media/image137.svg"/><Relationship Id="rId19" Type="http://schemas.openxmlformats.org/officeDocument/2006/relationships/image" Target="../media/image146.svg"/><Relationship Id="rId31" Type="http://schemas.openxmlformats.org/officeDocument/2006/relationships/image" Target="../media/image158.svg"/><Relationship Id="rId4" Type="http://schemas.openxmlformats.org/officeDocument/2006/relationships/image" Target="../media/image131.svg"/><Relationship Id="rId9" Type="http://schemas.openxmlformats.org/officeDocument/2006/relationships/image" Target="../media/image136.svg"/><Relationship Id="rId14" Type="http://schemas.openxmlformats.org/officeDocument/2006/relationships/image" Target="../media/image141.svg"/><Relationship Id="rId22" Type="http://schemas.openxmlformats.org/officeDocument/2006/relationships/image" Target="../media/image149.svg"/><Relationship Id="rId27" Type="http://schemas.openxmlformats.org/officeDocument/2006/relationships/image" Target="../media/image154.svg"/><Relationship Id="rId30" Type="http://schemas.openxmlformats.org/officeDocument/2006/relationships/image" Target="../media/image157.svg"/><Relationship Id="rId8" Type="http://schemas.openxmlformats.org/officeDocument/2006/relationships/image" Target="../media/image135.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13" Type="http://schemas.openxmlformats.org/officeDocument/2006/relationships/image" Target="../media/image173.svg"/><Relationship Id="rId18" Type="http://schemas.openxmlformats.org/officeDocument/2006/relationships/image" Target="../media/image178.svg"/><Relationship Id="rId26" Type="http://schemas.openxmlformats.org/officeDocument/2006/relationships/image" Target="../media/image186.svg"/><Relationship Id="rId39" Type="http://schemas.openxmlformats.org/officeDocument/2006/relationships/image" Target="../media/image199.svg"/><Relationship Id="rId21" Type="http://schemas.openxmlformats.org/officeDocument/2006/relationships/image" Target="../media/image181.svg"/><Relationship Id="rId34" Type="http://schemas.openxmlformats.org/officeDocument/2006/relationships/image" Target="../media/image194.svg"/><Relationship Id="rId42" Type="http://schemas.openxmlformats.org/officeDocument/2006/relationships/image" Target="../media/image202.svg"/><Relationship Id="rId47" Type="http://schemas.openxmlformats.org/officeDocument/2006/relationships/image" Target="../media/image207.svg"/><Relationship Id="rId50" Type="http://schemas.openxmlformats.org/officeDocument/2006/relationships/image" Target="../media/image210.svg"/><Relationship Id="rId55" Type="http://schemas.openxmlformats.org/officeDocument/2006/relationships/image" Target="../media/image215.svg"/><Relationship Id="rId7" Type="http://schemas.openxmlformats.org/officeDocument/2006/relationships/image" Target="../media/image167.svg"/><Relationship Id="rId2" Type="http://schemas.openxmlformats.org/officeDocument/2006/relationships/image" Target="../media/image162.svg"/><Relationship Id="rId16" Type="http://schemas.openxmlformats.org/officeDocument/2006/relationships/image" Target="../media/image176.svg"/><Relationship Id="rId29" Type="http://schemas.openxmlformats.org/officeDocument/2006/relationships/image" Target="../media/image189.svg"/><Relationship Id="rId11" Type="http://schemas.openxmlformats.org/officeDocument/2006/relationships/image" Target="../media/image171.svg"/><Relationship Id="rId24" Type="http://schemas.openxmlformats.org/officeDocument/2006/relationships/image" Target="../media/image184.svg"/><Relationship Id="rId32" Type="http://schemas.openxmlformats.org/officeDocument/2006/relationships/image" Target="../media/image192.svg"/><Relationship Id="rId37" Type="http://schemas.openxmlformats.org/officeDocument/2006/relationships/image" Target="../media/image197.svg"/><Relationship Id="rId40" Type="http://schemas.openxmlformats.org/officeDocument/2006/relationships/image" Target="../media/image200.svg"/><Relationship Id="rId45" Type="http://schemas.openxmlformats.org/officeDocument/2006/relationships/image" Target="../media/image205.svg"/><Relationship Id="rId53" Type="http://schemas.openxmlformats.org/officeDocument/2006/relationships/image" Target="../media/image213.svg"/><Relationship Id="rId5" Type="http://schemas.openxmlformats.org/officeDocument/2006/relationships/image" Target="../media/image165.svg"/><Relationship Id="rId19" Type="http://schemas.openxmlformats.org/officeDocument/2006/relationships/image" Target="../media/image179.svg"/><Relationship Id="rId4" Type="http://schemas.openxmlformats.org/officeDocument/2006/relationships/image" Target="../media/image164.svg"/><Relationship Id="rId9" Type="http://schemas.openxmlformats.org/officeDocument/2006/relationships/image" Target="../media/image169.svg"/><Relationship Id="rId14" Type="http://schemas.openxmlformats.org/officeDocument/2006/relationships/image" Target="../media/image174.svg"/><Relationship Id="rId22" Type="http://schemas.openxmlformats.org/officeDocument/2006/relationships/image" Target="../media/image182.svg"/><Relationship Id="rId27" Type="http://schemas.openxmlformats.org/officeDocument/2006/relationships/image" Target="../media/image187.svg"/><Relationship Id="rId30" Type="http://schemas.openxmlformats.org/officeDocument/2006/relationships/image" Target="../media/image190.svg"/><Relationship Id="rId35" Type="http://schemas.openxmlformats.org/officeDocument/2006/relationships/image" Target="../media/image195.svg"/><Relationship Id="rId43" Type="http://schemas.openxmlformats.org/officeDocument/2006/relationships/image" Target="../media/image203.svg"/><Relationship Id="rId48" Type="http://schemas.openxmlformats.org/officeDocument/2006/relationships/image" Target="../media/image208.svg"/><Relationship Id="rId56" Type="http://schemas.openxmlformats.org/officeDocument/2006/relationships/image" Target="../media/image216.svg"/><Relationship Id="rId8" Type="http://schemas.openxmlformats.org/officeDocument/2006/relationships/image" Target="../media/image168.svg"/><Relationship Id="rId51" Type="http://schemas.openxmlformats.org/officeDocument/2006/relationships/image" Target="../media/image211.svg"/><Relationship Id="rId3" Type="http://schemas.openxmlformats.org/officeDocument/2006/relationships/image" Target="../media/image163.svg"/><Relationship Id="rId12" Type="http://schemas.openxmlformats.org/officeDocument/2006/relationships/image" Target="../media/image172.svg"/><Relationship Id="rId17" Type="http://schemas.openxmlformats.org/officeDocument/2006/relationships/image" Target="../media/image177.svg"/><Relationship Id="rId25" Type="http://schemas.openxmlformats.org/officeDocument/2006/relationships/image" Target="../media/image185.svg"/><Relationship Id="rId33" Type="http://schemas.openxmlformats.org/officeDocument/2006/relationships/image" Target="../media/image193.svg"/><Relationship Id="rId38" Type="http://schemas.openxmlformats.org/officeDocument/2006/relationships/image" Target="../media/image198.svg"/><Relationship Id="rId46" Type="http://schemas.openxmlformats.org/officeDocument/2006/relationships/image" Target="../media/image206.svg"/><Relationship Id="rId20" Type="http://schemas.openxmlformats.org/officeDocument/2006/relationships/image" Target="../media/image180.svg"/><Relationship Id="rId41" Type="http://schemas.openxmlformats.org/officeDocument/2006/relationships/image" Target="../media/image201.svg"/><Relationship Id="rId54" Type="http://schemas.openxmlformats.org/officeDocument/2006/relationships/image" Target="../media/image214.svg"/><Relationship Id="rId1" Type="http://schemas.openxmlformats.org/officeDocument/2006/relationships/slideLayout" Target="../slideLayouts/slideLayout37.xml"/><Relationship Id="rId6" Type="http://schemas.openxmlformats.org/officeDocument/2006/relationships/image" Target="../media/image166.svg"/><Relationship Id="rId15" Type="http://schemas.openxmlformats.org/officeDocument/2006/relationships/image" Target="../media/image175.svg"/><Relationship Id="rId23" Type="http://schemas.openxmlformats.org/officeDocument/2006/relationships/image" Target="../media/image183.svg"/><Relationship Id="rId28" Type="http://schemas.openxmlformats.org/officeDocument/2006/relationships/image" Target="../media/image188.svg"/><Relationship Id="rId36" Type="http://schemas.openxmlformats.org/officeDocument/2006/relationships/image" Target="../media/image196.svg"/><Relationship Id="rId49" Type="http://schemas.openxmlformats.org/officeDocument/2006/relationships/image" Target="../media/image209.svg"/><Relationship Id="rId57" Type="http://schemas.openxmlformats.org/officeDocument/2006/relationships/image" Target="../media/image217.svg"/><Relationship Id="rId10" Type="http://schemas.openxmlformats.org/officeDocument/2006/relationships/image" Target="../media/image170.svg"/><Relationship Id="rId31" Type="http://schemas.openxmlformats.org/officeDocument/2006/relationships/image" Target="../media/image191.svg"/><Relationship Id="rId44" Type="http://schemas.openxmlformats.org/officeDocument/2006/relationships/image" Target="../media/image204.svg"/><Relationship Id="rId52" Type="http://schemas.openxmlformats.org/officeDocument/2006/relationships/image" Target="../media/image212.svg"/></Relationships>
</file>

<file path=ppt/slides/_rels/slide54.xml.rels><?xml version="1.0" encoding="UTF-8" standalone="yes"?>
<Relationships xmlns="http://schemas.openxmlformats.org/package/2006/relationships"><Relationship Id="rId13" Type="http://schemas.openxmlformats.org/officeDocument/2006/relationships/image" Target="../media/image229.svg"/><Relationship Id="rId18" Type="http://schemas.openxmlformats.org/officeDocument/2006/relationships/image" Target="../media/image234.svg"/><Relationship Id="rId26" Type="http://schemas.openxmlformats.org/officeDocument/2006/relationships/image" Target="../media/image242.svg"/><Relationship Id="rId39" Type="http://schemas.openxmlformats.org/officeDocument/2006/relationships/image" Target="../media/image255.svg"/><Relationship Id="rId21" Type="http://schemas.openxmlformats.org/officeDocument/2006/relationships/image" Target="../media/image237.svg"/><Relationship Id="rId34" Type="http://schemas.openxmlformats.org/officeDocument/2006/relationships/image" Target="../media/image250.svg"/><Relationship Id="rId42" Type="http://schemas.openxmlformats.org/officeDocument/2006/relationships/image" Target="../media/image258.svg"/><Relationship Id="rId47" Type="http://schemas.openxmlformats.org/officeDocument/2006/relationships/image" Target="../media/image263.svg"/><Relationship Id="rId50" Type="http://schemas.openxmlformats.org/officeDocument/2006/relationships/image" Target="../media/image266.svg"/><Relationship Id="rId55" Type="http://schemas.openxmlformats.org/officeDocument/2006/relationships/image" Target="../media/image271.svg"/><Relationship Id="rId7" Type="http://schemas.openxmlformats.org/officeDocument/2006/relationships/image" Target="../media/image223.svg"/><Relationship Id="rId2" Type="http://schemas.openxmlformats.org/officeDocument/2006/relationships/image" Target="../media/image218.svg"/><Relationship Id="rId16" Type="http://schemas.openxmlformats.org/officeDocument/2006/relationships/image" Target="../media/image232.svg"/><Relationship Id="rId29" Type="http://schemas.openxmlformats.org/officeDocument/2006/relationships/image" Target="../media/image245.svg"/><Relationship Id="rId11" Type="http://schemas.openxmlformats.org/officeDocument/2006/relationships/image" Target="../media/image227.svg"/><Relationship Id="rId24" Type="http://schemas.openxmlformats.org/officeDocument/2006/relationships/image" Target="../media/image240.svg"/><Relationship Id="rId32" Type="http://schemas.openxmlformats.org/officeDocument/2006/relationships/image" Target="../media/image248.svg"/><Relationship Id="rId37" Type="http://schemas.openxmlformats.org/officeDocument/2006/relationships/image" Target="../media/image253.svg"/><Relationship Id="rId40" Type="http://schemas.openxmlformats.org/officeDocument/2006/relationships/image" Target="../media/image256.svg"/><Relationship Id="rId45" Type="http://schemas.openxmlformats.org/officeDocument/2006/relationships/image" Target="../media/image261.svg"/><Relationship Id="rId53" Type="http://schemas.openxmlformats.org/officeDocument/2006/relationships/image" Target="../media/image269.svg"/><Relationship Id="rId58" Type="http://schemas.openxmlformats.org/officeDocument/2006/relationships/image" Target="../media/image274.svg"/><Relationship Id="rId5" Type="http://schemas.openxmlformats.org/officeDocument/2006/relationships/image" Target="../media/image221.svg"/><Relationship Id="rId61" Type="http://schemas.openxmlformats.org/officeDocument/2006/relationships/image" Target="../media/image277.svg"/><Relationship Id="rId19" Type="http://schemas.openxmlformats.org/officeDocument/2006/relationships/image" Target="../media/image235.svg"/><Relationship Id="rId14" Type="http://schemas.openxmlformats.org/officeDocument/2006/relationships/image" Target="../media/image230.svg"/><Relationship Id="rId22" Type="http://schemas.openxmlformats.org/officeDocument/2006/relationships/image" Target="../media/image238.svg"/><Relationship Id="rId27" Type="http://schemas.openxmlformats.org/officeDocument/2006/relationships/image" Target="../media/image243.svg"/><Relationship Id="rId30" Type="http://schemas.openxmlformats.org/officeDocument/2006/relationships/image" Target="../media/image246.svg"/><Relationship Id="rId35" Type="http://schemas.openxmlformats.org/officeDocument/2006/relationships/image" Target="../media/image251.svg"/><Relationship Id="rId43" Type="http://schemas.openxmlformats.org/officeDocument/2006/relationships/image" Target="../media/image259.svg"/><Relationship Id="rId48" Type="http://schemas.openxmlformats.org/officeDocument/2006/relationships/image" Target="../media/image264.svg"/><Relationship Id="rId56" Type="http://schemas.openxmlformats.org/officeDocument/2006/relationships/image" Target="../media/image272.svg"/><Relationship Id="rId8" Type="http://schemas.openxmlformats.org/officeDocument/2006/relationships/image" Target="../media/image224.svg"/><Relationship Id="rId51" Type="http://schemas.openxmlformats.org/officeDocument/2006/relationships/image" Target="../media/image267.svg"/><Relationship Id="rId3" Type="http://schemas.openxmlformats.org/officeDocument/2006/relationships/image" Target="../media/image219.svg"/><Relationship Id="rId12" Type="http://schemas.openxmlformats.org/officeDocument/2006/relationships/image" Target="../media/image228.svg"/><Relationship Id="rId17" Type="http://schemas.openxmlformats.org/officeDocument/2006/relationships/image" Target="../media/image233.svg"/><Relationship Id="rId25" Type="http://schemas.openxmlformats.org/officeDocument/2006/relationships/image" Target="../media/image241.svg"/><Relationship Id="rId33" Type="http://schemas.openxmlformats.org/officeDocument/2006/relationships/image" Target="../media/image249.svg"/><Relationship Id="rId38" Type="http://schemas.openxmlformats.org/officeDocument/2006/relationships/image" Target="../media/image254.svg"/><Relationship Id="rId46" Type="http://schemas.openxmlformats.org/officeDocument/2006/relationships/image" Target="../media/image262.svg"/><Relationship Id="rId59" Type="http://schemas.openxmlformats.org/officeDocument/2006/relationships/image" Target="../media/image275.svg"/><Relationship Id="rId20" Type="http://schemas.openxmlformats.org/officeDocument/2006/relationships/image" Target="../media/image236.svg"/><Relationship Id="rId41" Type="http://schemas.openxmlformats.org/officeDocument/2006/relationships/image" Target="../media/image257.svg"/><Relationship Id="rId54" Type="http://schemas.openxmlformats.org/officeDocument/2006/relationships/image" Target="../media/image270.svg"/><Relationship Id="rId1" Type="http://schemas.openxmlformats.org/officeDocument/2006/relationships/slideLayout" Target="../slideLayouts/slideLayout37.xml"/><Relationship Id="rId6" Type="http://schemas.openxmlformats.org/officeDocument/2006/relationships/image" Target="../media/image222.svg"/><Relationship Id="rId15" Type="http://schemas.openxmlformats.org/officeDocument/2006/relationships/image" Target="../media/image231.svg"/><Relationship Id="rId23" Type="http://schemas.openxmlformats.org/officeDocument/2006/relationships/image" Target="../media/image239.svg"/><Relationship Id="rId28" Type="http://schemas.openxmlformats.org/officeDocument/2006/relationships/image" Target="../media/image244.svg"/><Relationship Id="rId36" Type="http://schemas.openxmlformats.org/officeDocument/2006/relationships/image" Target="../media/image252.svg"/><Relationship Id="rId49" Type="http://schemas.openxmlformats.org/officeDocument/2006/relationships/image" Target="../media/image265.svg"/><Relationship Id="rId57" Type="http://schemas.openxmlformats.org/officeDocument/2006/relationships/image" Target="../media/image273.svg"/><Relationship Id="rId10" Type="http://schemas.openxmlformats.org/officeDocument/2006/relationships/image" Target="../media/image226.svg"/><Relationship Id="rId31" Type="http://schemas.openxmlformats.org/officeDocument/2006/relationships/image" Target="../media/image247.svg"/><Relationship Id="rId44" Type="http://schemas.openxmlformats.org/officeDocument/2006/relationships/image" Target="../media/image260.svg"/><Relationship Id="rId52" Type="http://schemas.openxmlformats.org/officeDocument/2006/relationships/image" Target="../media/image268.svg"/><Relationship Id="rId60" Type="http://schemas.openxmlformats.org/officeDocument/2006/relationships/image" Target="../media/image276.svg"/><Relationship Id="rId4" Type="http://schemas.openxmlformats.org/officeDocument/2006/relationships/image" Target="../media/image220.svg"/><Relationship Id="rId9" Type="http://schemas.openxmlformats.org/officeDocument/2006/relationships/image" Target="../media/image225.svg"/></Relationships>
</file>

<file path=ppt/slides/_rels/slide55.xml.rels><?xml version="1.0" encoding="UTF-8" standalone="yes"?>
<Relationships xmlns="http://schemas.openxmlformats.org/package/2006/relationships"><Relationship Id="rId13" Type="http://schemas.openxmlformats.org/officeDocument/2006/relationships/image" Target="../media/image289.svg"/><Relationship Id="rId18" Type="http://schemas.openxmlformats.org/officeDocument/2006/relationships/image" Target="../media/image294.svg"/><Relationship Id="rId26" Type="http://schemas.openxmlformats.org/officeDocument/2006/relationships/image" Target="../media/image302.svg"/><Relationship Id="rId3" Type="http://schemas.openxmlformats.org/officeDocument/2006/relationships/image" Target="../media/image279.svg"/><Relationship Id="rId21" Type="http://schemas.openxmlformats.org/officeDocument/2006/relationships/image" Target="../media/image297.svg"/><Relationship Id="rId34" Type="http://schemas.openxmlformats.org/officeDocument/2006/relationships/image" Target="../media/image310.svg"/><Relationship Id="rId7" Type="http://schemas.openxmlformats.org/officeDocument/2006/relationships/image" Target="../media/image283.svg"/><Relationship Id="rId12" Type="http://schemas.openxmlformats.org/officeDocument/2006/relationships/image" Target="../media/image288.svg"/><Relationship Id="rId17" Type="http://schemas.openxmlformats.org/officeDocument/2006/relationships/image" Target="../media/image293.svg"/><Relationship Id="rId25" Type="http://schemas.openxmlformats.org/officeDocument/2006/relationships/image" Target="../media/image301.svg"/><Relationship Id="rId33" Type="http://schemas.openxmlformats.org/officeDocument/2006/relationships/image" Target="../media/image309.svg"/><Relationship Id="rId2" Type="http://schemas.openxmlformats.org/officeDocument/2006/relationships/image" Target="../media/image278.svg"/><Relationship Id="rId16" Type="http://schemas.openxmlformats.org/officeDocument/2006/relationships/image" Target="../media/image292.svg"/><Relationship Id="rId20" Type="http://schemas.openxmlformats.org/officeDocument/2006/relationships/image" Target="../media/image296.svg"/><Relationship Id="rId29" Type="http://schemas.openxmlformats.org/officeDocument/2006/relationships/image" Target="../media/image305.svg"/><Relationship Id="rId1" Type="http://schemas.openxmlformats.org/officeDocument/2006/relationships/slideLayout" Target="../slideLayouts/slideLayout37.xml"/><Relationship Id="rId6" Type="http://schemas.openxmlformats.org/officeDocument/2006/relationships/image" Target="../media/image282.svg"/><Relationship Id="rId11" Type="http://schemas.openxmlformats.org/officeDocument/2006/relationships/image" Target="../media/image287.svg"/><Relationship Id="rId24" Type="http://schemas.openxmlformats.org/officeDocument/2006/relationships/image" Target="../media/image300.svg"/><Relationship Id="rId32" Type="http://schemas.openxmlformats.org/officeDocument/2006/relationships/image" Target="../media/image308.svg"/><Relationship Id="rId5" Type="http://schemas.openxmlformats.org/officeDocument/2006/relationships/image" Target="../media/image281.svg"/><Relationship Id="rId15" Type="http://schemas.openxmlformats.org/officeDocument/2006/relationships/image" Target="../media/image291.svg"/><Relationship Id="rId23" Type="http://schemas.openxmlformats.org/officeDocument/2006/relationships/image" Target="../media/image299.svg"/><Relationship Id="rId28" Type="http://schemas.openxmlformats.org/officeDocument/2006/relationships/image" Target="../media/image304.svg"/><Relationship Id="rId10" Type="http://schemas.openxmlformats.org/officeDocument/2006/relationships/image" Target="../media/image286.svg"/><Relationship Id="rId19" Type="http://schemas.openxmlformats.org/officeDocument/2006/relationships/image" Target="../media/image295.svg"/><Relationship Id="rId31" Type="http://schemas.openxmlformats.org/officeDocument/2006/relationships/image" Target="../media/image307.svg"/><Relationship Id="rId4" Type="http://schemas.openxmlformats.org/officeDocument/2006/relationships/image" Target="../media/image280.svg"/><Relationship Id="rId9" Type="http://schemas.openxmlformats.org/officeDocument/2006/relationships/image" Target="../media/image285.svg"/><Relationship Id="rId14" Type="http://schemas.openxmlformats.org/officeDocument/2006/relationships/image" Target="../media/image290.svg"/><Relationship Id="rId22" Type="http://schemas.openxmlformats.org/officeDocument/2006/relationships/image" Target="../media/image298.svg"/><Relationship Id="rId27" Type="http://schemas.openxmlformats.org/officeDocument/2006/relationships/image" Target="../media/image303.svg"/><Relationship Id="rId30" Type="http://schemas.openxmlformats.org/officeDocument/2006/relationships/image" Target="../media/image306.svg"/><Relationship Id="rId8" Type="http://schemas.openxmlformats.org/officeDocument/2006/relationships/image" Target="../media/image28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D74EB8-5759-4657-9DE9-6BED8F772C76}"/>
              </a:ext>
            </a:extLst>
          </p:cNvPr>
          <p:cNvSpPr>
            <a:spLocks noGrp="1"/>
          </p:cNvSpPr>
          <p:nvPr>
            <p:ph type="body" sz="quarter" idx="16"/>
          </p:nvPr>
        </p:nvSpPr>
        <p:spPr/>
        <p:txBody>
          <a:bodyPr/>
          <a:lstStyle/>
          <a:p>
            <a:r>
              <a:rPr lang="en-US"/>
              <a:t>Hands-on Workshop</a:t>
            </a:r>
          </a:p>
        </p:txBody>
      </p:sp>
      <p:sp>
        <p:nvSpPr>
          <p:cNvPr id="9" name="Text Placeholder 8">
            <a:extLst>
              <a:ext uri="{FF2B5EF4-FFF2-40B4-BE49-F238E27FC236}">
                <a16:creationId xmlns:a16="http://schemas.microsoft.com/office/drawing/2014/main" id="{DDE41784-81F8-9163-5959-39A0B50959AE}"/>
              </a:ext>
            </a:extLst>
          </p:cNvPr>
          <p:cNvSpPr>
            <a:spLocks noGrp="1"/>
          </p:cNvSpPr>
          <p:nvPr>
            <p:ph type="body" sz="quarter" idx="12"/>
          </p:nvPr>
        </p:nvSpPr>
        <p:spPr/>
        <p:txBody>
          <a:bodyPr/>
          <a:lstStyle/>
          <a:p>
            <a:r>
              <a:rPr lang="en-US"/>
              <a:t>Hypervelocity Engineering</a:t>
            </a:r>
          </a:p>
        </p:txBody>
      </p:sp>
      <p:sp>
        <p:nvSpPr>
          <p:cNvPr id="10" name="Text Placeholder 9">
            <a:extLst>
              <a:ext uri="{FF2B5EF4-FFF2-40B4-BE49-F238E27FC236}">
                <a16:creationId xmlns:a16="http://schemas.microsoft.com/office/drawing/2014/main" id="{D76C5C06-C93E-54B8-91AF-EAF3717355F5}"/>
              </a:ext>
            </a:extLst>
          </p:cNvPr>
          <p:cNvSpPr>
            <a:spLocks noGrp="1"/>
          </p:cNvSpPr>
          <p:nvPr>
            <p:ph type="body" sz="quarter" idx="19"/>
          </p:nvPr>
        </p:nvSpPr>
        <p:spPr/>
        <p:txBody>
          <a:bodyPr/>
          <a:lstStyle/>
          <a:p>
            <a:r>
              <a:rPr lang="en-US"/>
              <a:t>Presented by: HVE Champions Network</a:t>
            </a:r>
          </a:p>
        </p:txBody>
      </p:sp>
      <p:sp>
        <p:nvSpPr>
          <p:cNvPr id="11" name="Text Placeholder 10">
            <a:extLst>
              <a:ext uri="{FF2B5EF4-FFF2-40B4-BE49-F238E27FC236}">
                <a16:creationId xmlns:a16="http://schemas.microsoft.com/office/drawing/2014/main" id="{412D7362-2668-37FB-17CA-C0FA89584256}"/>
              </a:ext>
            </a:extLst>
          </p:cNvPr>
          <p:cNvSpPr>
            <a:spLocks noGrp="1"/>
          </p:cNvSpPr>
          <p:nvPr>
            <p:ph type="body" sz="quarter" idx="20"/>
          </p:nvPr>
        </p:nvSpPr>
        <p:spPr/>
        <p:txBody>
          <a:bodyPr/>
          <a:lstStyle/>
          <a:p>
            <a:r>
              <a:rPr lang="en-US"/>
              <a:t>Q3 2026</a:t>
            </a:r>
          </a:p>
        </p:txBody>
      </p:sp>
      <p:sp>
        <p:nvSpPr>
          <p:cNvPr id="2" name="Rounded Rectangle 4">
            <a:extLst>
              <a:ext uri="{FF2B5EF4-FFF2-40B4-BE49-F238E27FC236}">
                <a16:creationId xmlns:a16="http://schemas.microsoft.com/office/drawing/2014/main" id="{3A0E9443-420B-91D6-DEE5-1CA5B126613C}"/>
              </a:ext>
            </a:extLst>
          </p:cNvPr>
          <p:cNvSpPr/>
          <p:nvPr/>
        </p:nvSpPr>
        <p:spPr>
          <a:xfrm>
            <a:off x="609600" y="500096"/>
            <a:ext cx="1238738" cy="265271"/>
          </a:xfrm>
          <a:prstGeom prst="roundRect">
            <a:avLst>
              <a:gd name="adj" fmla="val 13777"/>
            </a:avLst>
          </a:prstGeom>
          <a:solidFill>
            <a:schemeClr val="accent2"/>
          </a:solidFill>
          <a:ln w="222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spAutoFit/>
          </a:bodyPr>
          <a:lstStyle/>
          <a:p>
            <a:pPr algn="ctr"/>
            <a:r>
              <a:rPr lang="en-US" sz="1000">
                <a:solidFill>
                  <a:schemeClr val="bg1"/>
                </a:solidFill>
              </a:rPr>
              <a:t>INTERNAL USE ONLY</a:t>
            </a:r>
          </a:p>
        </p:txBody>
      </p:sp>
    </p:spTree>
    <p:extLst>
      <p:ext uri="{BB962C8B-B14F-4D97-AF65-F5344CB8AC3E}">
        <p14:creationId xmlns:p14="http://schemas.microsoft.com/office/powerpoint/2010/main" val="4168348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4C10B2-0A45-DF9B-59C1-6E0C5E6BBA6C}"/>
              </a:ext>
            </a:extLst>
          </p:cNvPr>
          <p:cNvSpPr>
            <a:spLocks noGrp="1"/>
          </p:cNvSpPr>
          <p:nvPr>
            <p:ph type="body" sz="quarter" idx="13"/>
          </p:nvPr>
        </p:nvSpPr>
        <p:spPr/>
        <p:txBody>
          <a:bodyPr/>
          <a:lstStyle/>
          <a:p>
            <a:r>
              <a:rPr lang="en-US"/>
              <a:t>HVE Hands-on Workshop</a:t>
            </a:r>
            <a:endParaRPr lang="en-CA"/>
          </a:p>
        </p:txBody>
      </p:sp>
      <p:sp>
        <p:nvSpPr>
          <p:cNvPr id="3" name="Title 2">
            <a:extLst>
              <a:ext uri="{FF2B5EF4-FFF2-40B4-BE49-F238E27FC236}">
                <a16:creationId xmlns:a16="http://schemas.microsoft.com/office/drawing/2014/main" id="{E42E326B-1E05-08CC-BEC9-DD8C36495641}"/>
              </a:ext>
            </a:extLst>
          </p:cNvPr>
          <p:cNvSpPr>
            <a:spLocks noGrp="1"/>
          </p:cNvSpPr>
          <p:nvPr>
            <p:ph type="title"/>
          </p:nvPr>
        </p:nvSpPr>
        <p:spPr/>
        <p:txBody>
          <a:bodyPr/>
          <a:lstStyle/>
          <a:p>
            <a:r>
              <a:rPr lang="en-US"/>
              <a:t>Agenda</a:t>
            </a:r>
            <a:endParaRPr lang="en-CA"/>
          </a:p>
        </p:txBody>
      </p:sp>
      <p:graphicFrame>
        <p:nvGraphicFramePr>
          <p:cNvPr id="6" name="Content Placeholder 5">
            <a:extLst>
              <a:ext uri="{FF2B5EF4-FFF2-40B4-BE49-F238E27FC236}">
                <a16:creationId xmlns:a16="http://schemas.microsoft.com/office/drawing/2014/main" id="{E873CD30-4C2B-FE36-8898-B8ED3090A5D1}"/>
              </a:ext>
            </a:extLst>
          </p:cNvPr>
          <p:cNvGraphicFramePr>
            <a:graphicFrameLocks noGrp="1"/>
          </p:cNvGraphicFramePr>
          <p:nvPr>
            <p:ph sz="quarter" idx="20"/>
            <p:extLst>
              <p:ext uri="{D42A27DB-BD31-4B8C-83A1-F6EECF244321}">
                <p14:modId xmlns:p14="http://schemas.microsoft.com/office/powerpoint/2010/main" val="343306121"/>
              </p:ext>
            </p:extLst>
          </p:nvPr>
        </p:nvGraphicFramePr>
        <p:xfrm>
          <a:off x="565287" y="1636702"/>
          <a:ext cx="11161491" cy="4433885"/>
        </p:xfrm>
        <a:graphic>
          <a:graphicData uri="http://schemas.openxmlformats.org/drawingml/2006/table">
            <a:tbl>
              <a:tblPr/>
              <a:tblGrid>
                <a:gridCol w="1849050">
                  <a:extLst>
                    <a:ext uri="{9D8B030D-6E8A-4147-A177-3AD203B41FA5}">
                      <a16:colId xmlns:a16="http://schemas.microsoft.com/office/drawing/2014/main" val="3022862921"/>
                    </a:ext>
                  </a:extLst>
                </a:gridCol>
                <a:gridCol w="2610852">
                  <a:extLst>
                    <a:ext uri="{9D8B030D-6E8A-4147-A177-3AD203B41FA5}">
                      <a16:colId xmlns:a16="http://schemas.microsoft.com/office/drawing/2014/main" val="3749137026"/>
                    </a:ext>
                  </a:extLst>
                </a:gridCol>
                <a:gridCol w="6701589">
                  <a:extLst>
                    <a:ext uri="{9D8B030D-6E8A-4147-A177-3AD203B41FA5}">
                      <a16:colId xmlns:a16="http://schemas.microsoft.com/office/drawing/2014/main" val="2128136207"/>
                    </a:ext>
                  </a:extLst>
                </a:gridCol>
              </a:tblGrid>
              <a:tr h="372760">
                <a:tc>
                  <a:txBody>
                    <a:bodyPr/>
                    <a:lstStyle/>
                    <a:p>
                      <a:pPr algn="l">
                        <a:spcAft>
                          <a:spcPts val="1200"/>
                        </a:spcAft>
                        <a:buNone/>
                      </a:pPr>
                      <a:r>
                        <a:rPr lang="en-CA" sz="900" b="0" i="0">
                          <a:solidFill>
                            <a:srgbClr val="424242"/>
                          </a:solidFill>
                          <a:effectLst/>
                          <a:latin typeface="Segoe UI" panose="020B0502040204020203" pitchFamily="34" charset="0"/>
                        </a:rPr>
                        <a:t>09:00 – 09:30</a:t>
                      </a:r>
                    </a:p>
                  </a:txBody>
                  <a:tcPr marL="65397" marR="65397" marT="32698" marB="65397" anchor="ctr">
                    <a:lnL>
                      <a:noFill/>
                    </a:lnL>
                    <a:lnR>
                      <a:noFill/>
                    </a:lnR>
                    <a:lnT>
                      <a:noFill/>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Welcome and orientation</a:t>
                      </a:r>
                    </a:p>
                  </a:txBody>
                  <a:tcPr marL="65397" marR="65397" marT="32698" marB="65397" anchor="ctr">
                    <a:lnL>
                      <a:noFill/>
                    </a:lnL>
                    <a:lnR>
                      <a:noFill/>
                    </a:lnR>
                    <a:lnT>
                      <a:noFill/>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Goals for the day, the AVEVA demo repo, how the day flows</a:t>
                      </a:r>
                    </a:p>
                  </a:txBody>
                  <a:tcPr marL="65397" marR="65397" marT="32698" marB="65397" anchor="ctr">
                    <a:lnL>
                      <a:noFill/>
                    </a:lnL>
                    <a:lnR>
                      <a:noFill/>
                    </a:lnR>
                    <a:lnT>
                      <a:noFill/>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56832433"/>
                  </a:ext>
                </a:extLst>
              </a:tr>
              <a:tr h="510093">
                <a:tc>
                  <a:txBody>
                    <a:bodyPr/>
                    <a:lstStyle/>
                    <a:p>
                      <a:pPr algn="l">
                        <a:spcAft>
                          <a:spcPts val="1200"/>
                        </a:spcAft>
                        <a:buNone/>
                      </a:pPr>
                      <a:r>
                        <a:rPr lang="en-CA" sz="900" b="0" i="0">
                          <a:solidFill>
                            <a:srgbClr val="424242"/>
                          </a:solidFill>
                          <a:effectLst/>
                          <a:latin typeface="Segoe UI" panose="020B0502040204020203" pitchFamily="34" charset="0"/>
                        </a:rPr>
                        <a:t>09:30 – 10:45</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Agents and skills</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What they are and why you would use each; high-level skill and agent creation; selecting appropriate models; how agents and skills interact with MCPs</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72935561"/>
                  </a:ext>
                </a:extLst>
              </a:tr>
              <a:tr h="235428">
                <a:tc>
                  <a:txBody>
                    <a:bodyPr/>
                    <a:lstStyle/>
                    <a:p>
                      <a:pPr algn="l">
                        <a:spcAft>
                          <a:spcPts val="1200"/>
                        </a:spcAft>
                        <a:buNone/>
                      </a:pPr>
                      <a:r>
                        <a:rPr lang="en-CA" sz="900" b="1" i="0">
                          <a:solidFill>
                            <a:srgbClr val="424242"/>
                          </a:solidFill>
                          <a:effectLst/>
                          <a:latin typeface="Segoe UI" panose="020B0502040204020203" pitchFamily="34" charset="0"/>
                        </a:rPr>
                        <a:t>10:45 – 11:00</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1" i="0">
                          <a:solidFill>
                            <a:srgbClr val="424242"/>
                          </a:solidFill>
                          <a:effectLst/>
                          <a:latin typeface="Segoe UI" panose="020B0502040204020203" pitchFamily="34" charset="0"/>
                        </a:rPr>
                        <a:t>Break</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1" i="0">
                          <a:solidFill>
                            <a:srgbClr val="424242"/>
                          </a:solidFill>
                          <a:effectLst/>
                          <a:latin typeface="Segoe UI" panose="020B0502040204020203" pitchFamily="34" charset="0"/>
                        </a:rPr>
                        <a:t>—</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001515813"/>
                  </a:ext>
                </a:extLst>
              </a:tr>
              <a:tr h="372760">
                <a:tc>
                  <a:txBody>
                    <a:bodyPr/>
                    <a:lstStyle/>
                    <a:p>
                      <a:pPr algn="l">
                        <a:spcAft>
                          <a:spcPts val="1200"/>
                        </a:spcAft>
                        <a:buNone/>
                      </a:pPr>
                      <a:r>
                        <a:rPr lang="en-CA" sz="900" b="0" i="0">
                          <a:solidFill>
                            <a:srgbClr val="424242"/>
                          </a:solidFill>
                          <a:effectLst/>
                          <a:latin typeface="Segoe UI" panose="020B0502040204020203" pitchFamily="34" charset="0"/>
                        </a:rPr>
                        <a:t>11:00 – 11:45</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Create a backlog</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Use the create backlog workflow to create a backlog for a new feature; backlog grooming</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40391516"/>
                  </a:ext>
                </a:extLst>
              </a:tr>
              <a:tr h="372760">
                <a:tc>
                  <a:txBody>
                    <a:bodyPr/>
                    <a:lstStyle/>
                    <a:p>
                      <a:pPr algn="l">
                        <a:spcAft>
                          <a:spcPts val="1200"/>
                        </a:spcAft>
                        <a:buNone/>
                      </a:pPr>
                      <a:r>
                        <a:rPr lang="en-CA" sz="900" b="0" i="0">
                          <a:solidFill>
                            <a:srgbClr val="424242"/>
                          </a:solidFill>
                          <a:effectLst/>
                          <a:latin typeface="Segoe UI" panose="020B0502040204020203" pitchFamily="34" charset="0"/>
                        </a:rPr>
                        <a:t>11:45 – 12:30</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AI-enable the repo</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Use the AI Ready workflow to get the repository ready for agentic development</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9854269"/>
                  </a:ext>
                </a:extLst>
              </a:tr>
              <a:tr h="235428">
                <a:tc>
                  <a:txBody>
                    <a:bodyPr/>
                    <a:lstStyle/>
                    <a:p>
                      <a:pPr algn="l">
                        <a:spcAft>
                          <a:spcPts val="1200"/>
                        </a:spcAft>
                        <a:buNone/>
                      </a:pPr>
                      <a:r>
                        <a:rPr lang="en-CA" sz="900" b="1" i="0">
                          <a:solidFill>
                            <a:srgbClr val="424242"/>
                          </a:solidFill>
                          <a:effectLst/>
                          <a:latin typeface="Segoe UI" panose="020B0502040204020203" pitchFamily="34" charset="0"/>
                        </a:rPr>
                        <a:t>12:30 – 13:15</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1" i="0">
                          <a:solidFill>
                            <a:srgbClr val="424242"/>
                          </a:solidFill>
                          <a:effectLst/>
                          <a:latin typeface="Segoe UI" panose="020B0502040204020203" pitchFamily="34" charset="0"/>
                        </a:rPr>
                        <a:t>Lunch</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1" i="0">
                          <a:solidFill>
                            <a:srgbClr val="424242"/>
                          </a:solidFill>
                          <a:effectLst/>
                          <a:latin typeface="Segoe UI" panose="020B0502040204020203" pitchFamily="34" charset="0"/>
                        </a:rPr>
                        <a:t>—</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73068904"/>
                  </a:ext>
                </a:extLst>
              </a:tr>
              <a:tr h="372760">
                <a:tc>
                  <a:txBody>
                    <a:bodyPr/>
                    <a:lstStyle/>
                    <a:p>
                      <a:pPr algn="l">
                        <a:spcAft>
                          <a:spcPts val="1200"/>
                        </a:spcAft>
                        <a:buNone/>
                      </a:pPr>
                      <a:r>
                        <a:rPr lang="en-CA" sz="900" b="0" i="0">
                          <a:solidFill>
                            <a:srgbClr val="424242"/>
                          </a:solidFill>
                          <a:effectLst/>
                          <a:latin typeface="Segoe UI" panose="020B0502040204020203" pitchFamily="34" charset="0"/>
                        </a:rPr>
                        <a:t>13:15 – 13:45</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Create the constitution</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Establish the project constitution; how it differs from Copilot instructions and agent files</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13424879"/>
                  </a:ext>
                </a:extLst>
              </a:tr>
              <a:tr h="372760">
                <a:tc>
                  <a:txBody>
                    <a:bodyPr/>
                    <a:lstStyle/>
                    <a:p>
                      <a:pPr algn="l">
                        <a:spcAft>
                          <a:spcPts val="1200"/>
                        </a:spcAft>
                        <a:buNone/>
                      </a:pPr>
                      <a:r>
                        <a:rPr lang="en-CA" sz="900" b="0" i="0">
                          <a:solidFill>
                            <a:srgbClr val="424242"/>
                          </a:solidFill>
                          <a:effectLst/>
                          <a:latin typeface="Segoe UI" panose="020B0502040204020203" pitchFamily="34" charset="0"/>
                        </a:rPr>
                        <a:t>13:45 – 15:15</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Implementation workflow</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Take one (or some, or all) features from the backlog through the implementation workflow</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32135495"/>
                  </a:ext>
                </a:extLst>
              </a:tr>
              <a:tr h="235428">
                <a:tc>
                  <a:txBody>
                    <a:bodyPr/>
                    <a:lstStyle/>
                    <a:p>
                      <a:pPr algn="l">
                        <a:spcAft>
                          <a:spcPts val="1200"/>
                        </a:spcAft>
                        <a:buNone/>
                      </a:pPr>
                      <a:r>
                        <a:rPr lang="en-CA" sz="900" b="1" i="0">
                          <a:solidFill>
                            <a:srgbClr val="424242"/>
                          </a:solidFill>
                          <a:effectLst/>
                          <a:latin typeface="Segoe UI" panose="020B0502040204020203" pitchFamily="34" charset="0"/>
                        </a:rPr>
                        <a:t>15:15 – 15:30</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1" i="0">
                          <a:solidFill>
                            <a:srgbClr val="424242"/>
                          </a:solidFill>
                          <a:effectLst/>
                          <a:latin typeface="Segoe UI" panose="020B0502040204020203" pitchFamily="34" charset="0"/>
                        </a:rPr>
                        <a:t>Break</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1" i="0">
                          <a:solidFill>
                            <a:srgbClr val="424242"/>
                          </a:solidFill>
                          <a:effectLst/>
                          <a:latin typeface="Segoe UI" panose="020B0502040204020203" pitchFamily="34" charset="0"/>
                        </a:rPr>
                        <a:t>—</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743546540"/>
                  </a:ext>
                </a:extLst>
              </a:tr>
              <a:tr h="372760">
                <a:tc>
                  <a:txBody>
                    <a:bodyPr/>
                    <a:lstStyle/>
                    <a:p>
                      <a:pPr algn="l">
                        <a:spcAft>
                          <a:spcPts val="1200"/>
                        </a:spcAft>
                        <a:buNone/>
                      </a:pPr>
                      <a:r>
                        <a:rPr lang="en-CA" sz="900" b="0" i="0">
                          <a:solidFill>
                            <a:srgbClr val="424242"/>
                          </a:solidFill>
                          <a:effectLst/>
                          <a:latin typeface="Segoe UI" panose="020B0502040204020203" pitchFamily="34" charset="0"/>
                        </a:rPr>
                        <a:t>15:30 – 16:15</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Code review and PR</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Run code review (may include security review, tentative); create a PR using the create PR skill</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860310725"/>
                  </a:ext>
                </a:extLst>
              </a:tr>
              <a:tr h="372760">
                <a:tc>
                  <a:txBody>
                    <a:bodyPr/>
                    <a:lstStyle/>
                    <a:p>
                      <a:pPr algn="l">
                        <a:spcAft>
                          <a:spcPts val="1200"/>
                        </a:spcAft>
                        <a:buNone/>
                      </a:pPr>
                      <a:r>
                        <a:rPr lang="en-CA" sz="900" b="0" i="0">
                          <a:solidFill>
                            <a:srgbClr val="424242"/>
                          </a:solidFill>
                          <a:effectLst/>
                          <a:latin typeface="Segoe UI" panose="020B0502040204020203" pitchFamily="34" charset="0"/>
                        </a:rPr>
                        <a:t>16:15 – 16:45</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Fixing a bug</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Pick a small pre-existing bug and fix it using the create bug / bug-fix skill</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85656640"/>
                  </a:ext>
                </a:extLst>
              </a:tr>
              <a:tr h="372760">
                <a:tc>
                  <a:txBody>
                    <a:bodyPr/>
                    <a:lstStyle/>
                    <a:p>
                      <a:pPr algn="l">
                        <a:spcAft>
                          <a:spcPts val="1200"/>
                        </a:spcAft>
                        <a:buNone/>
                      </a:pPr>
                      <a:r>
                        <a:rPr lang="en-CA" sz="900" b="0" i="0">
                          <a:solidFill>
                            <a:srgbClr val="424242"/>
                          </a:solidFill>
                          <a:effectLst/>
                          <a:latin typeface="Segoe UI" panose="020B0502040204020203" pitchFamily="34" charset="0"/>
                        </a:rPr>
                        <a:t>16:45 – 17:15</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Going further</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How to create more advanced skills and agents and contribute them back to the marketplace</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49382600"/>
                  </a:ext>
                </a:extLst>
              </a:tr>
              <a:tr h="235428">
                <a:tc>
                  <a:txBody>
                    <a:bodyPr/>
                    <a:lstStyle/>
                    <a:p>
                      <a:pPr algn="l">
                        <a:spcAft>
                          <a:spcPts val="1200"/>
                        </a:spcAft>
                        <a:buNone/>
                      </a:pPr>
                      <a:r>
                        <a:rPr lang="en-CA" sz="900" b="0" i="0">
                          <a:solidFill>
                            <a:srgbClr val="424242"/>
                          </a:solidFill>
                          <a:effectLst/>
                          <a:latin typeface="Segoe UI" panose="020B0502040204020203" pitchFamily="34" charset="0"/>
                        </a:rPr>
                        <a:t>17:15 – 17:30</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Wrap-up and Q&amp;A</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l">
                        <a:spcAft>
                          <a:spcPts val="1200"/>
                        </a:spcAft>
                        <a:buNone/>
                      </a:pPr>
                      <a:r>
                        <a:rPr lang="en-CA" sz="900" b="0" i="0">
                          <a:solidFill>
                            <a:srgbClr val="424242"/>
                          </a:solidFill>
                          <a:effectLst/>
                          <a:latin typeface="Segoe UI" panose="020B0502040204020203" pitchFamily="34" charset="0"/>
                        </a:rPr>
                        <a:t>Recap, next steps, feedback</a:t>
                      </a:r>
                    </a:p>
                  </a:txBody>
                  <a:tcPr marL="65397" marR="65397" marT="32698" marB="65397"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68214260"/>
                  </a:ext>
                </a:extLst>
              </a:tr>
            </a:tbl>
          </a:graphicData>
        </a:graphic>
      </p:graphicFrame>
      <p:sp>
        <p:nvSpPr>
          <p:cNvPr id="5" name="Footer Placeholder 4">
            <a:extLst>
              <a:ext uri="{FF2B5EF4-FFF2-40B4-BE49-F238E27FC236}">
                <a16:creationId xmlns:a16="http://schemas.microsoft.com/office/drawing/2014/main" id="{A0A498A4-A1D1-26ED-AB82-CE75801C01A2}"/>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16984283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2EC96D9-9512-ECA3-519B-CE0D8FF2E2FA}"/>
              </a:ext>
            </a:extLst>
          </p:cNvPr>
          <p:cNvSpPr>
            <a:spLocks noGrp="1"/>
          </p:cNvSpPr>
          <p:nvPr>
            <p:ph type="body" sz="quarter" idx="18"/>
          </p:nvPr>
        </p:nvSpPr>
        <p:spPr/>
        <p:txBody>
          <a:bodyPr/>
          <a:lstStyle/>
          <a:p>
            <a:r>
              <a:rPr lang="en-CA"/>
              <a:t>Welcome and Orientation</a:t>
            </a:r>
          </a:p>
          <a:p>
            <a:endParaRPr lang="en-CA"/>
          </a:p>
        </p:txBody>
      </p:sp>
      <p:sp>
        <p:nvSpPr>
          <p:cNvPr id="7" name="Text Placeholder 6">
            <a:extLst>
              <a:ext uri="{FF2B5EF4-FFF2-40B4-BE49-F238E27FC236}">
                <a16:creationId xmlns:a16="http://schemas.microsoft.com/office/drawing/2014/main" id="{9E9E5997-CC46-B46A-6E85-92BE42CD3FE4}"/>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1D1AC9E4-7093-FFE3-C038-C3B866A2D665}"/>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15005F02-81DC-1604-8FD9-AE0376754749}"/>
              </a:ext>
            </a:extLst>
          </p:cNvPr>
          <p:cNvSpPr>
            <a:spLocks noGrp="1"/>
          </p:cNvSpPr>
          <p:nvPr>
            <p:ph type="body" sz="quarter" idx="29"/>
          </p:nvPr>
        </p:nvSpPr>
        <p:spPr/>
        <p:txBody>
          <a:bodyPr/>
          <a:lstStyle/>
          <a:p>
            <a:r>
              <a:rPr lang="en-US"/>
              <a:t>30 minutes</a:t>
            </a:r>
          </a:p>
        </p:txBody>
      </p:sp>
    </p:spTree>
    <p:extLst>
      <p:ext uri="{BB962C8B-B14F-4D97-AF65-F5344CB8AC3E}">
        <p14:creationId xmlns:p14="http://schemas.microsoft.com/office/powerpoint/2010/main" val="17896652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33A59A-8B52-40A9-B581-B00B44AE41E6}"/>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74E20F05-8039-41B9-B091-93168D25A5AC}"/>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FDF65738-6820-4B32-8481-E04F594F2C93}"/>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1DDE9E2D-0BC6-4924-8DDB-77B927526097}"/>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23244978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7EBC427-29E8-4D5E-8312-8A53EAF0A848}"/>
              </a:ext>
            </a:extLst>
          </p:cNvPr>
          <p:cNvSpPr>
            <a:spLocks noGrp="1"/>
          </p:cNvSpPr>
          <p:nvPr>
            <p:ph type="body" sz="quarter" idx="18"/>
          </p:nvPr>
        </p:nvSpPr>
        <p:spPr/>
        <p:txBody>
          <a:bodyPr/>
          <a:lstStyle/>
          <a:p>
            <a:r>
              <a:rPr lang="en-CA"/>
              <a:t>Agents and skills</a:t>
            </a:r>
          </a:p>
        </p:txBody>
      </p:sp>
      <p:sp>
        <p:nvSpPr>
          <p:cNvPr id="7" name="Text Placeholder 6">
            <a:extLst>
              <a:ext uri="{FF2B5EF4-FFF2-40B4-BE49-F238E27FC236}">
                <a16:creationId xmlns:a16="http://schemas.microsoft.com/office/drawing/2014/main" id="{2550AA15-CD0F-E398-39D5-5219E15D7EB9}"/>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7831CB0D-6840-81F3-60D8-1E546FA92C70}"/>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E82EBE47-C58F-AED7-8C27-0483BC05A8EB}"/>
              </a:ext>
            </a:extLst>
          </p:cNvPr>
          <p:cNvSpPr>
            <a:spLocks noGrp="1"/>
          </p:cNvSpPr>
          <p:nvPr>
            <p:ph type="body" sz="quarter" idx="29"/>
          </p:nvPr>
        </p:nvSpPr>
        <p:spPr/>
        <p:txBody>
          <a:bodyPr/>
          <a:lstStyle/>
          <a:p>
            <a:r>
              <a:rPr lang="en-US"/>
              <a:t>90 minutes</a:t>
            </a:r>
            <a:endParaRPr lang="en-CA"/>
          </a:p>
        </p:txBody>
      </p:sp>
    </p:spTree>
    <p:extLst>
      <p:ext uri="{BB962C8B-B14F-4D97-AF65-F5344CB8AC3E}">
        <p14:creationId xmlns:p14="http://schemas.microsoft.com/office/powerpoint/2010/main" val="22369836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D285E-BFB7-691D-7A35-588E6BE6E43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0289DD4-F40C-5D7F-CDEA-DC0CA86E72F4}"/>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15A8FA85-1EB2-481C-E7C6-EAAFD1CA361B}"/>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223D9970-4EA1-6EE6-BE2A-53B694CCC690}"/>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941FEF8B-4D21-2E9C-3504-38290328DC43}"/>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39469769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59711-1ACE-0CD1-A34E-ECDBA9CCA24F}"/>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45ABCC0-8793-B2EB-ABAF-865E440AA1B8}"/>
              </a:ext>
            </a:extLst>
          </p:cNvPr>
          <p:cNvSpPr>
            <a:spLocks noGrp="1"/>
          </p:cNvSpPr>
          <p:nvPr>
            <p:ph type="body" sz="quarter" idx="13"/>
          </p:nvPr>
        </p:nvSpPr>
        <p:spPr/>
        <p:txBody>
          <a:bodyPr/>
          <a:lstStyle/>
          <a:p>
            <a:r>
              <a:rPr lang="en-US"/>
              <a:t>BREAK</a:t>
            </a:r>
            <a:endParaRPr lang="en-CA"/>
          </a:p>
        </p:txBody>
      </p:sp>
      <p:sp>
        <p:nvSpPr>
          <p:cNvPr id="4" name="Footer Placeholder 3">
            <a:extLst>
              <a:ext uri="{FF2B5EF4-FFF2-40B4-BE49-F238E27FC236}">
                <a16:creationId xmlns:a16="http://schemas.microsoft.com/office/drawing/2014/main" id="{21D7BA2B-5431-2561-70F3-88BD96F2CBDB}"/>
              </a:ext>
            </a:extLst>
          </p:cNvPr>
          <p:cNvSpPr>
            <a:spLocks noGrp="1"/>
          </p:cNvSpPr>
          <p:nvPr>
            <p:ph type="ftr" sz="quarter" idx="15"/>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16053332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D8C0D-DDCC-ED0D-CE57-F3E2C293C73F}"/>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40F521B-962C-1E3D-2511-DDEA587839AE}"/>
              </a:ext>
            </a:extLst>
          </p:cNvPr>
          <p:cNvSpPr>
            <a:spLocks noGrp="1"/>
          </p:cNvSpPr>
          <p:nvPr>
            <p:ph type="body" sz="quarter" idx="18"/>
          </p:nvPr>
        </p:nvSpPr>
        <p:spPr/>
        <p:txBody>
          <a:bodyPr/>
          <a:lstStyle/>
          <a:p>
            <a:r>
              <a:rPr lang="en-CA"/>
              <a:t>Create a backlog</a:t>
            </a:r>
          </a:p>
        </p:txBody>
      </p:sp>
      <p:sp>
        <p:nvSpPr>
          <p:cNvPr id="7" name="Text Placeholder 6">
            <a:extLst>
              <a:ext uri="{FF2B5EF4-FFF2-40B4-BE49-F238E27FC236}">
                <a16:creationId xmlns:a16="http://schemas.microsoft.com/office/drawing/2014/main" id="{700DDD24-6039-76C9-6D54-A1BFC0479DD7}"/>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FA1B7B9D-CBD0-C5E0-7DFE-37D70C4971D9}"/>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C925BBBA-9923-BA36-0033-D1D6FA0DD731}"/>
              </a:ext>
            </a:extLst>
          </p:cNvPr>
          <p:cNvSpPr>
            <a:spLocks noGrp="1"/>
          </p:cNvSpPr>
          <p:nvPr>
            <p:ph type="body" sz="quarter" idx="29"/>
          </p:nvPr>
        </p:nvSpPr>
        <p:spPr/>
        <p:txBody>
          <a:bodyPr/>
          <a:lstStyle/>
          <a:p>
            <a:r>
              <a:rPr lang="en-US"/>
              <a:t>45 minutes</a:t>
            </a:r>
            <a:endParaRPr lang="en-CA"/>
          </a:p>
        </p:txBody>
      </p:sp>
    </p:spTree>
    <p:extLst>
      <p:ext uri="{BB962C8B-B14F-4D97-AF65-F5344CB8AC3E}">
        <p14:creationId xmlns:p14="http://schemas.microsoft.com/office/powerpoint/2010/main" val="23516005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A05D-6A2D-20CB-4101-3A211E0618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9F7210D-674A-34D0-DBB7-2AF37F7FAF21}"/>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EBAEF198-FD5E-1789-5B06-A459CAB56366}"/>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16A221C1-3E17-91F3-F96F-C69A037E7929}"/>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6DEB93FF-305E-0325-A26A-D6AEB20B4D1D}"/>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9856896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BF15D-41CA-BDE3-2C31-32C9C0D97D6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D6878CC0-9092-277C-1A79-879BD99B2621}"/>
              </a:ext>
            </a:extLst>
          </p:cNvPr>
          <p:cNvSpPr>
            <a:spLocks noGrp="1"/>
          </p:cNvSpPr>
          <p:nvPr>
            <p:ph type="body" sz="quarter" idx="18"/>
          </p:nvPr>
        </p:nvSpPr>
        <p:spPr/>
        <p:txBody>
          <a:bodyPr/>
          <a:lstStyle/>
          <a:p>
            <a:r>
              <a:rPr lang="en-CA"/>
              <a:t>AI-enable the repo</a:t>
            </a:r>
          </a:p>
        </p:txBody>
      </p:sp>
      <p:sp>
        <p:nvSpPr>
          <p:cNvPr id="7" name="Text Placeholder 6">
            <a:extLst>
              <a:ext uri="{FF2B5EF4-FFF2-40B4-BE49-F238E27FC236}">
                <a16:creationId xmlns:a16="http://schemas.microsoft.com/office/drawing/2014/main" id="{44EF3534-5FB7-F72B-7141-CA362A1052CC}"/>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3BE442B6-C8EC-B73A-0D05-5D70EA1F122B}"/>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F268F7ED-5C8C-C71C-4379-3BCEC402E09F}"/>
              </a:ext>
            </a:extLst>
          </p:cNvPr>
          <p:cNvSpPr>
            <a:spLocks noGrp="1"/>
          </p:cNvSpPr>
          <p:nvPr>
            <p:ph type="body" sz="quarter" idx="29"/>
          </p:nvPr>
        </p:nvSpPr>
        <p:spPr/>
        <p:txBody>
          <a:bodyPr/>
          <a:lstStyle/>
          <a:p>
            <a:r>
              <a:rPr lang="en-US"/>
              <a:t>45 minutes</a:t>
            </a:r>
            <a:endParaRPr lang="en-CA"/>
          </a:p>
        </p:txBody>
      </p:sp>
    </p:spTree>
    <p:extLst>
      <p:ext uri="{BB962C8B-B14F-4D97-AF65-F5344CB8AC3E}">
        <p14:creationId xmlns:p14="http://schemas.microsoft.com/office/powerpoint/2010/main" val="15533521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EE659-DF63-B677-7479-73FD7B4295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30104FA-8BC2-B66C-96B5-7A96E3AF4CA1}"/>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F1A4F206-2FD0-021F-ECF5-2CEC20EE0D3A}"/>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66B7F2F9-7BD6-0A67-C3F9-A3635C95013E}"/>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C68EB35E-ACE3-82CE-8C36-DCB006C9BA5B}"/>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37122411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B8825-227F-153A-3453-3FFC9FFB6B87}"/>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3700F7BF-4B81-5F64-E3BB-CEC01648A913}"/>
              </a:ext>
            </a:extLst>
          </p:cNvPr>
          <p:cNvSpPr>
            <a:spLocks noGrp="1"/>
          </p:cNvSpPr>
          <p:nvPr>
            <p:ph type="body" sz="quarter" idx="13"/>
          </p:nvPr>
        </p:nvSpPr>
        <p:spPr/>
        <p:txBody>
          <a:bodyPr/>
          <a:lstStyle/>
          <a:p>
            <a:r>
              <a:rPr lang="en-US"/>
              <a:t>LUNCH</a:t>
            </a:r>
            <a:endParaRPr lang="en-CA"/>
          </a:p>
        </p:txBody>
      </p:sp>
      <p:sp>
        <p:nvSpPr>
          <p:cNvPr id="4" name="Footer Placeholder 3">
            <a:extLst>
              <a:ext uri="{FF2B5EF4-FFF2-40B4-BE49-F238E27FC236}">
                <a16:creationId xmlns:a16="http://schemas.microsoft.com/office/drawing/2014/main" id="{DE5975CE-6B84-36F6-6FB9-B4BB8A646CE8}"/>
              </a:ext>
            </a:extLst>
          </p:cNvPr>
          <p:cNvSpPr>
            <a:spLocks noGrp="1"/>
          </p:cNvSpPr>
          <p:nvPr>
            <p:ph type="ftr" sz="quarter" idx="15"/>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851679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C0584-55AF-D667-9524-362CD0BB69E8}"/>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14280E87-71D3-B3A4-B18F-837BE3651446}"/>
              </a:ext>
            </a:extLst>
          </p:cNvPr>
          <p:cNvSpPr>
            <a:spLocks noGrp="1"/>
          </p:cNvSpPr>
          <p:nvPr>
            <p:ph type="body" sz="quarter" idx="18"/>
          </p:nvPr>
        </p:nvSpPr>
        <p:spPr/>
        <p:txBody>
          <a:bodyPr/>
          <a:lstStyle/>
          <a:p>
            <a:r>
              <a:rPr lang="en-CA"/>
              <a:t>Create the constitution</a:t>
            </a:r>
          </a:p>
        </p:txBody>
      </p:sp>
      <p:sp>
        <p:nvSpPr>
          <p:cNvPr id="7" name="Text Placeholder 6">
            <a:extLst>
              <a:ext uri="{FF2B5EF4-FFF2-40B4-BE49-F238E27FC236}">
                <a16:creationId xmlns:a16="http://schemas.microsoft.com/office/drawing/2014/main" id="{DD192352-439C-41B3-0139-BB4F74862589}"/>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2D2B39AF-8AA3-B8F5-00E6-F7F1B47EF47C}"/>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AB182F78-3FC4-FAC7-ED9C-5E8AA9E46003}"/>
              </a:ext>
            </a:extLst>
          </p:cNvPr>
          <p:cNvSpPr>
            <a:spLocks noGrp="1"/>
          </p:cNvSpPr>
          <p:nvPr>
            <p:ph type="body" sz="quarter" idx="29"/>
          </p:nvPr>
        </p:nvSpPr>
        <p:spPr/>
        <p:txBody>
          <a:bodyPr/>
          <a:lstStyle/>
          <a:p>
            <a:r>
              <a:rPr lang="en-US"/>
              <a:t>30 minutes</a:t>
            </a:r>
            <a:endParaRPr lang="en-CA"/>
          </a:p>
        </p:txBody>
      </p:sp>
    </p:spTree>
    <p:extLst>
      <p:ext uri="{BB962C8B-B14F-4D97-AF65-F5344CB8AC3E}">
        <p14:creationId xmlns:p14="http://schemas.microsoft.com/office/powerpoint/2010/main" val="34063386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2DD07-7EC7-2446-2BCF-1E0F8D66D1B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8284EF-9AED-CE27-B1E6-CD70A7009FD9}"/>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C460C402-4151-439F-4B37-ED34EFF289BD}"/>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2A1CDAA7-5302-94DF-6EAE-3162D7052C91}"/>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7D2BD57D-95AD-2D26-E79C-651F8176AF56}"/>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26544842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F8EBC-86FE-2BEF-9AF9-31AF8C706AE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E49AD135-C9E7-39BF-88E8-4BFC8E841E44}"/>
              </a:ext>
            </a:extLst>
          </p:cNvPr>
          <p:cNvSpPr>
            <a:spLocks noGrp="1"/>
          </p:cNvSpPr>
          <p:nvPr>
            <p:ph type="body" sz="quarter" idx="18"/>
          </p:nvPr>
        </p:nvSpPr>
        <p:spPr/>
        <p:txBody>
          <a:bodyPr/>
          <a:lstStyle/>
          <a:p>
            <a:r>
              <a:rPr lang="en-CA"/>
              <a:t>Implementation workflow</a:t>
            </a:r>
          </a:p>
        </p:txBody>
      </p:sp>
      <p:sp>
        <p:nvSpPr>
          <p:cNvPr id="7" name="Text Placeholder 6">
            <a:extLst>
              <a:ext uri="{FF2B5EF4-FFF2-40B4-BE49-F238E27FC236}">
                <a16:creationId xmlns:a16="http://schemas.microsoft.com/office/drawing/2014/main" id="{10BA6EE5-C605-9C16-67F9-22E70045970A}"/>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C6B58C8A-A09B-3EB5-BB7E-956D9AB5A48D}"/>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052FC854-1551-66C9-4378-3953ECBCEB1F}"/>
              </a:ext>
            </a:extLst>
          </p:cNvPr>
          <p:cNvSpPr>
            <a:spLocks noGrp="1"/>
          </p:cNvSpPr>
          <p:nvPr>
            <p:ph type="body" sz="quarter" idx="29"/>
          </p:nvPr>
        </p:nvSpPr>
        <p:spPr/>
        <p:txBody>
          <a:bodyPr/>
          <a:lstStyle/>
          <a:p>
            <a:r>
              <a:rPr lang="en-US"/>
              <a:t>30 minutes</a:t>
            </a:r>
            <a:endParaRPr lang="en-CA"/>
          </a:p>
        </p:txBody>
      </p:sp>
    </p:spTree>
    <p:extLst>
      <p:ext uri="{BB962C8B-B14F-4D97-AF65-F5344CB8AC3E}">
        <p14:creationId xmlns:p14="http://schemas.microsoft.com/office/powerpoint/2010/main" val="22107613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99E37-C760-AE23-ACF0-8B63D3E330B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17F683-F316-FC4D-BC54-3EC6646CCCAB}"/>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DCC70D28-7482-035A-7831-C0FCD1C2D224}"/>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019BD330-D9ED-BA6F-C72D-03040C1BE3F1}"/>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DF7D4BB6-264A-DA26-2178-FF426067EC5D}"/>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9510529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3138DEC-4889-72B6-85BA-44402BD73B80}"/>
              </a:ext>
            </a:extLst>
          </p:cNvPr>
          <p:cNvSpPr>
            <a:spLocks noGrp="1"/>
          </p:cNvSpPr>
          <p:nvPr>
            <p:ph type="body" sz="quarter" idx="13"/>
          </p:nvPr>
        </p:nvSpPr>
        <p:spPr/>
        <p:txBody>
          <a:bodyPr/>
          <a:lstStyle/>
          <a:p>
            <a:r>
              <a:rPr lang="en-US"/>
              <a:t>BREAK</a:t>
            </a:r>
            <a:endParaRPr lang="en-CA"/>
          </a:p>
        </p:txBody>
      </p:sp>
      <p:sp>
        <p:nvSpPr>
          <p:cNvPr id="4" name="Footer Placeholder 3">
            <a:extLst>
              <a:ext uri="{FF2B5EF4-FFF2-40B4-BE49-F238E27FC236}">
                <a16:creationId xmlns:a16="http://schemas.microsoft.com/office/drawing/2014/main" id="{2DD68FE5-9039-0A81-5862-0DA4567D28FE}"/>
              </a:ext>
            </a:extLst>
          </p:cNvPr>
          <p:cNvSpPr>
            <a:spLocks noGrp="1"/>
          </p:cNvSpPr>
          <p:nvPr>
            <p:ph type="ftr" sz="quarter" idx="15"/>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17054243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41DE8-84C3-D140-64D5-121B70E5B92D}"/>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E707708-C13E-A80B-7A79-94908C02B11B}"/>
              </a:ext>
            </a:extLst>
          </p:cNvPr>
          <p:cNvSpPr>
            <a:spLocks noGrp="1"/>
          </p:cNvSpPr>
          <p:nvPr>
            <p:ph type="body" sz="quarter" idx="18"/>
          </p:nvPr>
        </p:nvSpPr>
        <p:spPr/>
        <p:txBody>
          <a:bodyPr/>
          <a:lstStyle/>
          <a:p>
            <a:r>
              <a:rPr lang="en-CA"/>
              <a:t>Code review and PR</a:t>
            </a:r>
          </a:p>
        </p:txBody>
      </p:sp>
      <p:sp>
        <p:nvSpPr>
          <p:cNvPr id="7" name="Text Placeholder 6">
            <a:extLst>
              <a:ext uri="{FF2B5EF4-FFF2-40B4-BE49-F238E27FC236}">
                <a16:creationId xmlns:a16="http://schemas.microsoft.com/office/drawing/2014/main" id="{7340D128-C19A-6F84-4F4D-3B506C1C00B3}"/>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19129045-92BF-FEBB-6E1C-24369163C886}"/>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AB45EB8A-3DFD-8F9B-DFA4-A654030B7BFA}"/>
              </a:ext>
            </a:extLst>
          </p:cNvPr>
          <p:cNvSpPr>
            <a:spLocks noGrp="1"/>
          </p:cNvSpPr>
          <p:nvPr>
            <p:ph type="body" sz="quarter" idx="29"/>
          </p:nvPr>
        </p:nvSpPr>
        <p:spPr/>
        <p:txBody>
          <a:bodyPr/>
          <a:lstStyle/>
          <a:p>
            <a:r>
              <a:rPr lang="en-US"/>
              <a:t>45 minutes</a:t>
            </a:r>
            <a:endParaRPr lang="en-CA"/>
          </a:p>
        </p:txBody>
      </p:sp>
    </p:spTree>
    <p:extLst>
      <p:ext uri="{BB962C8B-B14F-4D97-AF65-F5344CB8AC3E}">
        <p14:creationId xmlns:p14="http://schemas.microsoft.com/office/powerpoint/2010/main" val="7925921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5B5BF-4B77-46C5-2C54-A60FFFFD3F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010B70F-38B7-8684-C1BE-EB29858B797C}"/>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8F6F7B47-1B17-6719-79FB-38EB9265D7C4}"/>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0E2D6D08-2F30-D529-F397-2946510ABC43}"/>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E0A8D598-2120-2FAE-071C-32B53F5E1699}"/>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9690543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62BA5-1326-035A-7F57-7E286C7F444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33680896-DF66-E8A3-FC4E-BA19E9F0B186}"/>
              </a:ext>
            </a:extLst>
          </p:cNvPr>
          <p:cNvSpPr>
            <a:spLocks noGrp="1"/>
          </p:cNvSpPr>
          <p:nvPr>
            <p:ph type="body" sz="quarter" idx="18"/>
          </p:nvPr>
        </p:nvSpPr>
        <p:spPr/>
        <p:txBody>
          <a:bodyPr/>
          <a:lstStyle/>
          <a:p>
            <a:r>
              <a:rPr lang="en-CA"/>
              <a:t>Fixing a bug</a:t>
            </a:r>
          </a:p>
        </p:txBody>
      </p:sp>
      <p:sp>
        <p:nvSpPr>
          <p:cNvPr id="7" name="Text Placeholder 6">
            <a:extLst>
              <a:ext uri="{FF2B5EF4-FFF2-40B4-BE49-F238E27FC236}">
                <a16:creationId xmlns:a16="http://schemas.microsoft.com/office/drawing/2014/main" id="{6CAA7575-D7D0-02A6-8755-32488402EFEE}"/>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E466B81A-1A6F-C2D4-7671-5C2DA702B581}"/>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F4D99B5D-F9D4-4E94-5E3A-664F86646EDE}"/>
              </a:ext>
            </a:extLst>
          </p:cNvPr>
          <p:cNvSpPr>
            <a:spLocks noGrp="1"/>
          </p:cNvSpPr>
          <p:nvPr>
            <p:ph type="body" sz="quarter" idx="29"/>
          </p:nvPr>
        </p:nvSpPr>
        <p:spPr/>
        <p:txBody>
          <a:bodyPr/>
          <a:lstStyle/>
          <a:p>
            <a:r>
              <a:rPr lang="en-US"/>
              <a:t>30 minutes</a:t>
            </a:r>
            <a:endParaRPr lang="en-CA"/>
          </a:p>
        </p:txBody>
      </p:sp>
    </p:spTree>
    <p:extLst>
      <p:ext uri="{BB962C8B-B14F-4D97-AF65-F5344CB8AC3E}">
        <p14:creationId xmlns:p14="http://schemas.microsoft.com/office/powerpoint/2010/main" val="34935117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E7EBE-EA0D-318B-3B3D-CAF6FF87409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5FA5DF3-DC08-2E0E-C25D-BC42407BE4FA}"/>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F98B40C7-AF28-E4C9-17A2-BE5382C9A58B}"/>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011F7EAA-B9B4-0F85-4C29-CC380791C7A0}"/>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9BB32355-D940-8D23-635C-06B882438124}"/>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18168679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B8CD6-5BDA-8BB5-FABD-0325A5112A0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BD7EEA1E-92E7-B5AC-6C75-1C75008920C4}"/>
              </a:ext>
            </a:extLst>
          </p:cNvPr>
          <p:cNvSpPr>
            <a:spLocks noGrp="1"/>
          </p:cNvSpPr>
          <p:nvPr>
            <p:ph type="body" sz="quarter" idx="18"/>
          </p:nvPr>
        </p:nvSpPr>
        <p:spPr/>
        <p:txBody>
          <a:bodyPr/>
          <a:lstStyle/>
          <a:p>
            <a:r>
              <a:rPr lang="en-CA"/>
              <a:t>Going further</a:t>
            </a:r>
          </a:p>
        </p:txBody>
      </p:sp>
      <p:sp>
        <p:nvSpPr>
          <p:cNvPr id="7" name="Text Placeholder 6">
            <a:extLst>
              <a:ext uri="{FF2B5EF4-FFF2-40B4-BE49-F238E27FC236}">
                <a16:creationId xmlns:a16="http://schemas.microsoft.com/office/drawing/2014/main" id="{D86C17CF-6154-4964-3082-ABB8C123D6B5}"/>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2ABA8B43-15A8-7823-6239-165BF6C06B6F}"/>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FBC22C02-4E08-E775-EBA3-2666D36D9F9C}"/>
              </a:ext>
            </a:extLst>
          </p:cNvPr>
          <p:cNvSpPr>
            <a:spLocks noGrp="1"/>
          </p:cNvSpPr>
          <p:nvPr>
            <p:ph type="body" sz="quarter" idx="29"/>
          </p:nvPr>
        </p:nvSpPr>
        <p:spPr/>
        <p:txBody>
          <a:bodyPr/>
          <a:lstStyle/>
          <a:p>
            <a:r>
              <a:rPr lang="en-US"/>
              <a:t>30 minutes</a:t>
            </a:r>
            <a:endParaRPr lang="en-CA"/>
          </a:p>
        </p:txBody>
      </p:sp>
    </p:spTree>
    <p:extLst>
      <p:ext uri="{BB962C8B-B14F-4D97-AF65-F5344CB8AC3E}">
        <p14:creationId xmlns:p14="http://schemas.microsoft.com/office/powerpoint/2010/main" val="25983324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B8F45-EC2F-F730-9AA4-28B91B337E7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D79DDE-B18D-A6A9-22D7-603AA728D0A8}"/>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D20F1E48-872F-A825-C2AA-A083FB66DD3F}"/>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CD33A7F9-F957-FF66-6081-972E6A69F7E2}"/>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023CE0EC-D4CE-FB94-DA2A-1C4A19016384}"/>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35256511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27B50-C466-2D4D-4EB5-B2D2EFA03168}"/>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F47E29E9-9345-75FD-46E6-544B4D2774C9}"/>
              </a:ext>
            </a:extLst>
          </p:cNvPr>
          <p:cNvSpPr>
            <a:spLocks noGrp="1"/>
          </p:cNvSpPr>
          <p:nvPr>
            <p:ph type="body" sz="quarter" idx="18"/>
          </p:nvPr>
        </p:nvSpPr>
        <p:spPr/>
        <p:txBody>
          <a:bodyPr/>
          <a:lstStyle/>
          <a:p>
            <a:r>
              <a:rPr lang="en-CA"/>
              <a:t>Wrap-up and Q&amp;A</a:t>
            </a:r>
          </a:p>
        </p:txBody>
      </p:sp>
      <p:sp>
        <p:nvSpPr>
          <p:cNvPr id="7" name="Text Placeholder 6">
            <a:extLst>
              <a:ext uri="{FF2B5EF4-FFF2-40B4-BE49-F238E27FC236}">
                <a16:creationId xmlns:a16="http://schemas.microsoft.com/office/drawing/2014/main" id="{DA12E7A3-999B-B64A-122B-2CC8AFCF102F}"/>
              </a:ext>
            </a:extLst>
          </p:cNvPr>
          <p:cNvSpPr>
            <a:spLocks noGrp="1"/>
          </p:cNvSpPr>
          <p:nvPr>
            <p:ph type="body" sz="quarter" idx="25"/>
          </p:nvPr>
        </p:nvSpPr>
        <p:spPr/>
        <p:txBody>
          <a:bodyPr/>
          <a:lstStyle/>
          <a:p>
            <a:endParaRPr lang="en-CA"/>
          </a:p>
        </p:txBody>
      </p:sp>
      <p:sp>
        <p:nvSpPr>
          <p:cNvPr id="5" name="Footer Placeholder 4">
            <a:extLst>
              <a:ext uri="{FF2B5EF4-FFF2-40B4-BE49-F238E27FC236}">
                <a16:creationId xmlns:a16="http://schemas.microsoft.com/office/drawing/2014/main" id="{372BCD48-A965-307A-D640-2DF7E2849A1E}"/>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8" name="Text Placeholder 7">
            <a:extLst>
              <a:ext uri="{FF2B5EF4-FFF2-40B4-BE49-F238E27FC236}">
                <a16:creationId xmlns:a16="http://schemas.microsoft.com/office/drawing/2014/main" id="{815D1E46-3549-FD8F-074F-837C6F23CAA7}"/>
              </a:ext>
            </a:extLst>
          </p:cNvPr>
          <p:cNvSpPr>
            <a:spLocks noGrp="1"/>
          </p:cNvSpPr>
          <p:nvPr>
            <p:ph type="body" sz="quarter" idx="29"/>
          </p:nvPr>
        </p:nvSpPr>
        <p:spPr/>
        <p:txBody>
          <a:bodyPr/>
          <a:lstStyle/>
          <a:p>
            <a:r>
              <a:rPr lang="en-US"/>
              <a:t>15 minutes</a:t>
            </a:r>
            <a:endParaRPr lang="en-CA"/>
          </a:p>
        </p:txBody>
      </p:sp>
    </p:spTree>
    <p:extLst>
      <p:ext uri="{BB962C8B-B14F-4D97-AF65-F5344CB8AC3E}">
        <p14:creationId xmlns:p14="http://schemas.microsoft.com/office/powerpoint/2010/main" val="35319976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E7347-E94F-FF56-6E05-0F6D16A9576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993CCF2-5397-99A8-0BCF-90A7C58F94CF}"/>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B6250153-7AA5-315F-6BCD-EA7BBD6100A2}"/>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65A5BACD-AFE4-3E60-0079-DE8A90273147}"/>
              </a:ext>
            </a:extLst>
          </p:cNvPr>
          <p:cNvSpPr>
            <a:spLocks noGrp="1"/>
          </p:cNvSpPr>
          <p:nvPr>
            <p:ph sz="quarter" idx="20"/>
          </p:nvPr>
        </p:nvSpPr>
        <p:spPr/>
        <p:txBody>
          <a:bodyPr/>
          <a:lstStyle/>
          <a:p>
            <a:endParaRPr lang="en-US"/>
          </a:p>
        </p:txBody>
      </p:sp>
      <p:sp>
        <p:nvSpPr>
          <p:cNvPr id="5" name="Footer Placeholder 4">
            <a:extLst>
              <a:ext uri="{FF2B5EF4-FFF2-40B4-BE49-F238E27FC236}">
                <a16:creationId xmlns:a16="http://schemas.microsoft.com/office/drawing/2014/main" id="{25EA9E4E-2561-46D9-EFE5-F7CC207ECCE6}"/>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11613631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1BFDA35-C2B3-ED5A-8845-0B5928061253}"/>
              </a:ext>
            </a:extLst>
          </p:cNvPr>
          <p:cNvSpPr>
            <a:spLocks noGrp="1"/>
          </p:cNvSpPr>
          <p:nvPr>
            <p:ph type="body" sz="quarter" idx="13"/>
          </p:nvPr>
        </p:nvSpPr>
        <p:spPr/>
        <p:txBody>
          <a:bodyPr/>
          <a:lstStyle/>
          <a:p>
            <a:r>
              <a:rPr lang="en-US"/>
              <a:t>Q&amp;A</a:t>
            </a:r>
            <a:endParaRPr lang="en-CA"/>
          </a:p>
        </p:txBody>
      </p:sp>
      <p:sp>
        <p:nvSpPr>
          <p:cNvPr id="5" name="Footer Placeholder 4">
            <a:extLst>
              <a:ext uri="{FF2B5EF4-FFF2-40B4-BE49-F238E27FC236}">
                <a16:creationId xmlns:a16="http://schemas.microsoft.com/office/drawing/2014/main" id="{F526D19C-086E-B256-D9BD-3CE2D915C98F}"/>
              </a:ext>
            </a:extLst>
          </p:cNvPr>
          <p:cNvSpPr>
            <a:spLocks noGrp="1"/>
          </p:cNvSpPr>
          <p:nvPr>
            <p:ph type="ftr" sz="quarter" idx="15"/>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27377746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3395DEE-BB5D-4856-81E9-A91674B77E69}"/>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1627753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483E6A8-77FD-4AAB-9B41-55AE95AF0BA6}"/>
              </a:ext>
            </a:extLst>
          </p:cNvPr>
          <p:cNvSpPr>
            <a:spLocks noGrp="1"/>
          </p:cNvSpPr>
          <p:nvPr>
            <p:ph type="ftr" sz="quarter" idx="11"/>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2162811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7F687A1-B699-284A-A72E-D58DD3F54947}"/>
              </a:ext>
            </a:extLst>
          </p:cNvPr>
          <p:cNvSpPr>
            <a:spLocks noGrp="1"/>
          </p:cNvSpPr>
          <p:nvPr>
            <p:ph type="body" sz="quarter" idx="18"/>
          </p:nvPr>
        </p:nvSpPr>
        <p:spPr/>
        <p:txBody>
          <a:bodyPr/>
          <a:lstStyle/>
          <a:p>
            <a:r>
              <a:rPr lang="en-US"/>
              <a:t>Slide layout examples</a:t>
            </a:r>
          </a:p>
        </p:txBody>
      </p:sp>
      <p:sp>
        <p:nvSpPr>
          <p:cNvPr id="6" name="Footer Placeholder 5">
            <a:extLst>
              <a:ext uri="{FF2B5EF4-FFF2-40B4-BE49-F238E27FC236}">
                <a16:creationId xmlns:a16="http://schemas.microsoft.com/office/drawing/2014/main" id="{86389C38-219E-4454-8C02-09A5A34C96EB}"/>
              </a:ext>
            </a:extLst>
          </p:cNvPr>
          <p:cNvSpPr>
            <a:spLocks noGrp="1"/>
          </p:cNvSpPr>
          <p:nvPr>
            <p:ph type="ftr" sz="quarter" idx="27"/>
          </p:nvPr>
        </p:nvSpPr>
        <p:spPr/>
        <p:txBody>
          <a:bodyPr/>
          <a:lstStyle/>
          <a:p>
            <a:r>
              <a:rPr lang="en-US"/>
              <a:t>For Internal Use Only. © 2025 AVEVA Group Limited or its subsidiaries. All rights reserved.</a:t>
            </a:r>
            <a:endParaRPr lang="en-GB"/>
          </a:p>
        </p:txBody>
      </p:sp>
      <p:sp>
        <p:nvSpPr>
          <p:cNvPr id="3" name="Text Placeholder 2">
            <a:extLst>
              <a:ext uri="{FF2B5EF4-FFF2-40B4-BE49-F238E27FC236}">
                <a16:creationId xmlns:a16="http://schemas.microsoft.com/office/drawing/2014/main" id="{7274BB45-EDBC-40EC-946F-CBBB64CD824F}"/>
              </a:ext>
            </a:extLst>
          </p:cNvPr>
          <p:cNvSpPr>
            <a:spLocks noGrp="1"/>
          </p:cNvSpPr>
          <p:nvPr>
            <p:ph type="body" sz="quarter" idx="29"/>
          </p:nvPr>
        </p:nvSpPr>
        <p:spPr>
          <a:xfrm>
            <a:off x="609600" y="3484474"/>
            <a:ext cx="5944152" cy="360049"/>
          </a:xfrm>
        </p:spPr>
        <p:txBody>
          <a:bodyPr/>
          <a:lstStyle/>
          <a:p>
            <a:r>
              <a:rPr lang="en-US"/>
              <a:t>The following slides illustrate what charts, tables, and layouts should look like in your presentations. Since every presentation is unique, you may want to consider them as a starting point from which you can create your own slides. Feel free to copy into your presentations and modify as needed or delete them.  </a:t>
            </a:r>
          </a:p>
        </p:txBody>
      </p:sp>
    </p:spTree>
    <p:extLst>
      <p:ext uri="{BB962C8B-B14F-4D97-AF65-F5344CB8AC3E}">
        <p14:creationId xmlns:p14="http://schemas.microsoft.com/office/powerpoint/2010/main" val="31553394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FFAC044-C953-3D4E-98A8-624E00869689}"/>
              </a:ext>
            </a:extLst>
          </p:cNvPr>
          <p:cNvSpPr>
            <a:spLocks noGrp="1"/>
          </p:cNvSpPr>
          <p:nvPr>
            <p:ph type="body" sz="quarter" idx="13"/>
          </p:nvPr>
        </p:nvSpPr>
        <p:spPr/>
        <p:txBody>
          <a:bodyPr/>
          <a:lstStyle/>
          <a:p>
            <a:r>
              <a:rPr lang="en-US"/>
              <a:t>Optional Subtitle</a:t>
            </a:r>
          </a:p>
        </p:txBody>
      </p:sp>
      <p:sp>
        <p:nvSpPr>
          <p:cNvPr id="3" name="Title 2">
            <a:extLst>
              <a:ext uri="{FF2B5EF4-FFF2-40B4-BE49-F238E27FC236}">
                <a16:creationId xmlns:a16="http://schemas.microsoft.com/office/drawing/2014/main" id="{2103088B-7086-E24D-A67D-3567DFBE87C7}"/>
              </a:ext>
            </a:extLst>
          </p:cNvPr>
          <p:cNvSpPr>
            <a:spLocks noGrp="1"/>
          </p:cNvSpPr>
          <p:nvPr>
            <p:ph type="title"/>
          </p:nvPr>
        </p:nvSpPr>
        <p:spPr/>
        <p:txBody>
          <a:bodyPr/>
          <a:lstStyle/>
          <a:p>
            <a:r>
              <a:rPr lang="en-US"/>
              <a:t>Title, subtitle, and content</a:t>
            </a:r>
          </a:p>
        </p:txBody>
      </p:sp>
      <p:sp>
        <p:nvSpPr>
          <p:cNvPr id="4" name="Content Placeholder 3">
            <a:extLst>
              <a:ext uri="{FF2B5EF4-FFF2-40B4-BE49-F238E27FC236}">
                <a16:creationId xmlns:a16="http://schemas.microsoft.com/office/drawing/2014/main" id="{D44F75AC-4D86-8040-AA13-828FA748C4E6}"/>
              </a:ext>
            </a:extLst>
          </p:cNvPr>
          <p:cNvSpPr>
            <a:spLocks noGrp="1"/>
          </p:cNvSpPr>
          <p:nvPr>
            <p:ph sz="quarter" idx="20"/>
          </p:nvPr>
        </p:nvSpPr>
        <p:spPr>
          <a:xfrm>
            <a:off x="609600" y="1628775"/>
            <a:ext cx="5232401" cy="4434332"/>
          </a:xfrm>
        </p:spPr>
        <p:txBody>
          <a:bodyPr/>
          <a:lstStyle/>
          <a:p>
            <a:r>
              <a:rPr lang="en-US"/>
              <a:t>You can use the left or right containers for text, images, video </a:t>
            </a:r>
          </a:p>
          <a:p>
            <a:r>
              <a:rPr lang="en-US"/>
              <a:t>Often a mockup will use a 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(or filler) text</a:t>
            </a:r>
          </a:p>
          <a:p>
            <a:r>
              <a:rPr lang="en-US"/>
              <a:t>It's a convenient tool for mock-ups</a:t>
            </a:r>
          </a:p>
          <a:p>
            <a:r>
              <a:rPr lang="en-US"/>
              <a:t>It helps to outline the visual elements of a document </a:t>
            </a:r>
          </a:p>
        </p:txBody>
      </p:sp>
      <p:sp>
        <p:nvSpPr>
          <p:cNvPr id="2" name="Footer Placeholder 1">
            <a:extLst>
              <a:ext uri="{FF2B5EF4-FFF2-40B4-BE49-F238E27FC236}">
                <a16:creationId xmlns:a16="http://schemas.microsoft.com/office/drawing/2014/main" id="{311726C5-7857-4F83-B047-9BC8DC538F8C}"/>
              </a:ext>
            </a:extLst>
          </p:cNvPr>
          <p:cNvSpPr>
            <a:spLocks noGrp="1"/>
          </p:cNvSpPr>
          <p:nvPr>
            <p:ph type="ftr" sz="quarter" idx="22"/>
          </p:nvPr>
        </p:nvSpPr>
        <p:spPr/>
        <p:txBody>
          <a:bodyPr/>
          <a:lstStyle/>
          <a:p>
            <a:r>
              <a:rPr lang="en-US"/>
              <a:t>For Internal Use Only. © 2025 AVEVA Group Limited or its subsidiaries. All rights reserved.</a:t>
            </a:r>
            <a:endParaRPr lang="en-GB"/>
          </a:p>
        </p:txBody>
      </p:sp>
      <p:pic>
        <p:nvPicPr>
          <p:cNvPr id="12" name="Content Placeholder 11" descr="A picture containing building, sky, outdoor, boat&#10;&#10;Description automatically generated">
            <a:extLst>
              <a:ext uri="{FF2B5EF4-FFF2-40B4-BE49-F238E27FC236}">
                <a16:creationId xmlns:a16="http://schemas.microsoft.com/office/drawing/2014/main" id="{7637A203-1B9F-5E48-A5E0-BA44A909E771}"/>
              </a:ext>
            </a:extLst>
          </p:cNvPr>
          <p:cNvPicPr>
            <a:picLocks noGrp="1" noChangeAspect="1"/>
          </p:cNvPicPr>
          <p:nvPr>
            <p:ph sz="quarter" idx="4294967295"/>
          </p:nvPr>
        </p:nvPicPr>
        <p:blipFill rotWithShape="1">
          <a:blip r:embed="rId2" cstate="screen">
            <a:extLst>
              <a:ext uri="{28A0092B-C50C-407E-A947-70E740481C1C}">
                <a14:useLocalDpi xmlns:a14="http://schemas.microsoft.com/office/drawing/2010/main"/>
              </a:ext>
            </a:extLst>
          </a:blip>
          <a:srcRect/>
          <a:stretch/>
        </p:blipFill>
        <p:spPr>
          <a:xfrm>
            <a:off x="6350000" y="1628775"/>
            <a:ext cx="5232400" cy="4140200"/>
          </a:xfrm>
        </p:spPr>
      </p:pic>
    </p:spTree>
    <p:extLst>
      <p:ext uri="{BB962C8B-B14F-4D97-AF65-F5344CB8AC3E}">
        <p14:creationId xmlns:p14="http://schemas.microsoft.com/office/powerpoint/2010/main" val="26575284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31103651-30C7-134B-BCEF-E82C5ABEC014}"/>
              </a:ext>
            </a:extLst>
          </p:cNvPr>
          <p:cNvSpPr>
            <a:spLocks noGrp="1"/>
          </p:cNvSpPr>
          <p:nvPr>
            <p:ph type="body" sz="quarter" idx="13"/>
          </p:nvPr>
        </p:nvSpPr>
        <p:spPr>
          <a:xfrm>
            <a:off x="606552" y="1130431"/>
            <a:ext cx="7162800" cy="321627"/>
          </a:xfrm>
        </p:spPr>
        <p:txBody>
          <a:bodyPr/>
          <a:lstStyle/>
          <a:p>
            <a:r>
              <a:rPr lang="en-US"/>
              <a:t>Optional Subtitle</a:t>
            </a:r>
          </a:p>
        </p:txBody>
      </p:sp>
      <p:sp>
        <p:nvSpPr>
          <p:cNvPr id="26" name="Text Placeholder 25">
            <a:extLst>
              <a:ext uri="{FF2B5EF4-FFF2-40B4-BE49-F238E27FC236}">
                <a16:creationId xmlns:a16="http://schemas.microsoft.com/office/drawing/2014/main" id="{D4ABCECB-9888-4061-63A4-ADCB94EE6DA3}"/>
              </a:ext>
            </a:extLst>
          </p:cNvPr>
          <p:cNvSpPr>
            <a:spLocks noGrp="1"/>
          </p:cNvSpPr>
          <p:nvPr>
            <p:ph type="body" sz="quarter" idx="14"/>
          </p:nvPr>
        </p:nvSpPr>
        <p:spPr/>
        <p:txBody>
          <a:bodyPr/>
          <a:lstStyle/>
          <a:p>
            <a:endParaRPr lang="en-US"/>
          </a:p>
        </p:txBody>
      </p:sp>
      <p:pic>
        <p:nvPicPr>
          <p:cNvPr id="13" name="Picture Placeholder 2">
            <a:extLst>
              <a:ext uri="{FF2B5EF4-FFF2-40B4-BE49-F238E27FC236}">
                <a16:creationId xmlns:a16="http://schemas.microsoft.com/office/drawing/2014/main" id="{961E25EC-EC19-4241-8C60-EC2F0FCF7ECE}"/>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16653" r="16653"/>
          <a:stretch/>
        </p:blipFill>
        <p:spPr>
          <a:xfrm>
            <a:off x="8128000" y="-9144"/>
            <a:ext cx="4069080" cy="6879600"/>
          </a:xfrm>
        </p:spPr>
      </p:pic>
      <p:sp>
        <p:nvSpPr>
          <p:cNvPr id="6" name="Title 5">
            <a:extLst>
              <a:ext uri="{FF2B5EF4-FFF2-40B4-BE49-F238E27FC236}">
                <a16:creationId xmlns:a16="http://schemas.microsoft.com/office/drawing/2014/main" id="{A3BCFF77-3C9E-834C-A7DC-DCA9DA34CC50}"/>
              </a:ext>
            </a:extLst>
          </p:cNvPr>
          <p:cNvSpPr>
            <a:spLocks noGrp="1"/>
          </p:cNvSpPr>
          <p:nvPr>
            <p:ph type="title"/>
          </p:nvPr>
        </p:nvSpPr>
        <p:spPr>
          <a:xfrm>
            <a:off x="609600" y="269096"/>
            <a:ext cx="7159752" cy="804672"/>
          </a:xfrm>
        </p:spPr>
        <p:txBody>
          <a:bodyPr/>
          <a:lstStyle/>
          <a:p>
            <a:r>
              <a:rPr lang="en-US"/>
              <a:t>Content and narrow photo</a:t>
            </a:r>
          </a:p>
        </p:txBody>
      </p:sp>
      <p:sp>
        <p:nvSpPr>
          <p:cNvPr id="2" name="Footer Placeholder 1">
            <a:extLst>
              <a:ext uri="{FF2B5EF4-FFF2-40B4-BE49-F238E27FC236}">
                <a16:creationId xmlns:a16="http://schemas.microsoft.com/office/drawing/2014/main" id="{1B156833-5592-401C-9B35-9A5259805082}"/>
              </a:ext>
            </a:extLst>
          </p:cNvPr>
          <p:cNvSpPr>
            <a:spLocks noGrp="1"/>
          </p:cNvSpPr>
          <p:nvPr>
            <p:ph type="ftr" sz="quarter" idx="23"/>
          </p:nvPr>
        </p:nvSpPr>
        <p:spPr>
          <a:xfrm>
            <a:off x="612648" y="6256544"/>
            <a:ext cx="7187184" cy="322056"/>
          </a:xfrm>
        </p:spPr>
        <p:txBody>
          <a:bodyPr/>
          <a:lstStyle/>
          <a:p>
            <a:r>
              <a:rPr lang="en-US"/>
              <a:t>For Internal Use Only. © 2025 AVEVA Group Limited or its subsidiaries. All rights reserved.</a:t>
            </a:r>
            <a:endParaRPr lang="en-GB"/>
          </a:p>
        </p:txBody>
      </p:sp>
      <p:sp>
        <p:nvSpPr>
          <p:cNvPr id="9" name="Content Placeholder 8">
            <a:extLst>
              <a:ext uri="{FF2B5EF4-FFF2-40B4-BE49-F238E27FC236}">
                <a16:creationId xmlns:a16="http://schemas.microsoft.com/office/drawing/2014/main" id="{47DACD05-27FB-4949-82EB-A48609AC9FAF}"/>
              </a:ext>
            </a:extLst>
          </p:cNvPr>
          <p:cNvSpPr>
            <a:spLocks noGrp="1"/>
          </p:cNvSpPr>
          <p:nvPr>
            <p:ph sz="quarter" idx="25"/>
          </p:nvPr>
        </p:nvSpPr>
        <p:spPr>
          <a:xfrm>
            <a:off x="609600" y="1628775"/>
            <a:ext cx="7162800" cy="4040505"/>
          </a:xfrm>
        </p:spPr>
        <p:txBody>
          <a:bodyPr/>
          <a:lstStyle/>
          <a:p>
            <a:r>
              <a:rPr lang="en-US"/>
              <a:t>Often a mockup will use a 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(or filler) text</a:t>
            </a:r>
          </a:p>
          <a:p>
            <a:r>
              <a:rPr lang="en-US"/>
              <a:t>It's a convenient tool for mock-ups</a:t>
            </a:r>
          </a:p>
          <a:p>
            <a:r>
              <a:rPr lang="en-US"/>
              <a:t>It helps to outline the visual elements of a document </a:t>
            </a:r>
          </a:p>
          <a:p>
            <a:endParaRPr lang="en-US"/>
          </a:p>
        </p:txBody>
      </p:sp>
      <p:sp>
        <p:nvSpPr>
          <p:cNvPr id="27" name="Online Image Placeholder 26">
            <a:extLst>
              <a:ext uri="{FF2B5EF4-FFF2-40B4-BE49-F238E27FC236}">
                <a16:creationId xmlns:a16="http://schemas.microsoft.com/office/drawing/2014/main" id="{F5514C86-E975-139C-996C-8D16863A698B}"/>
              </a:ext>
            </a:extLst>
          </p:cNvPr>
          <p:cNvSpPr>
            <a:spLocks noGrp="1"/>
          </p:cNvSpPr>
          <p:nvPr>
            <p:ph type="clipArt" sz="quarter" idx="20"/>
          </p:nvPr>
        </p:nvSpPr>
        <p:spPr/>
        <p:txBody>
          <a:bodyPr>
            <a:normAutofit lnSpcReduction="10000"/>
          </a:bodyPr>
          <a:lstStyle/>
          <a:p>
            <a:endParaRPr lang="en-US"/>
          </a:p>
        </p:txBody>
      </p:sp>
    </p:spTree>
    <p:extLst>
      <p:ext uri="{BB962C8B-B14F-4D97-AF65-F5344CB8AC3E}">
        <p14:creationId xmlns:p14="http://schemas.microsoft.com/office/powerpoint/2010/main" val="7914956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 Placeholder 84">
            <a:extLst>
              <a:ext uri="{FF2B5EF4-FFF2-40B4-BE49-F238E27FC236}">
                <a16:creationId xmlns:a16="http://schemas.microsoft.com/office/drawing/2014/main" id="{A72A7927-5CC9-9446-900E-3D932D7F7B91}"/>
              </a:ext>
            </a:extLst>
          </p:cNvPr>
          <p:cNvSpPr>
            <a:spLocks noGrp="1"/>
          </p:cNvSpPr>
          <p:nvPr>
            <p:ph type="body" sz="quarter" idx="13"/>
          </p:nvPr>
        </p:nvSpPr>
        <p:spPr>
          <a:xfrm>
            <a:off x="609600" y="1125538"/>
            <a:ext cx="10972800" cy="321627"/>
          </a:xfrm>
        </p:spPr>
        <p:txBody>
          <a:bodyPr/>
          <a:lstStyle/>
          <a:p>
            <a:r>
              <a:rPr lang="en-US"/>
              <a:t>Columns can contain text, charts, images, and SmartArt</a:t>
            </a:r>
          </a:p>
        </p:txBody>
      </p:sp>
      <p:sp>
        <p:nvSpPr>
          <p:cNvPr id="84" name="Title 83">
            <a:extLst>
              <a:ext uri="{FF2B5EF4-FFF2-40B4-BE49-F238E27FC236}">
                <a16:creationId xmlns:a16="http://schemas.microsoft.com/office/drawing/2014/main" id="{9212163B-C0C3-D141-BF85-670B8155ADE4}"/>
              </a:ext>
            </a:extLst>
          </p:cNvPr>
          <p:cNvSpPr>
            <a:spLocks noGrp="1"/>
          </p:cNvSpPr>
          <p:nvPr>
            <p:ph type="title"/>
          </p:nvPr>
        </p:nvSpPr>
        <p:spPr>
          <a:xfrm>
            <a:off x="612648" y="260197"/>
            <a:ext cx="10972800" cy="804672"/>
          </a:xfrm>
        </p:spPr>
        <p:txBody>
          <a:bodyPr/>
          <a:lstStyle/>
          <a:p>
            <a:r>
              <a:rPr lang="en-US"/>
              <a:t>Three-column layout</a:t>
            </a:r>
          </a:p>
        </p:txBody>
      </p:sp>
      <p:sp>
        <p:nvSpPr>
          <p:cNvPr id="2" name="Footer Placeholder 1">
            <a:extLst>
              <a:ext uri="{FF2B5EF4-FFF2-40B4-BE49-F238E27FC236}">
                <a16:creationId xmlns:a16="http://schemas.microsoft.com/office/drawing/2014/main" id="{B0882F43-42FF-4E56-A14F-790684207D68}"/>
              </a:ext>
            </a:extLst>
          </p:cNvPr>
          <p:cNvSpPr>
            <a:spLocks noGrp="1"/>
          </p:cNvSpPr>
          <p:nvPr>
            <p:ph type="ftr" sz="quarter" idx="21"/>
          </p:nvPr>
        </p:nvSpPr>
        <p:spPr>
          <a:xfrm>
            <a:off x="612648" y="6256544"/>
            <a:ext cx="7187184" cy="322056"/>
          </a:xfrm>
        </p:spPr>
        <p:txBody>
          <a:bodyPr/>
          <a:lstStyle/>
          <a:p>
            <a:r>
              <a:rPr lang="en-US"/>
              <a:t>For Internal Use Only. © 2025 AVEVA Group Limited or its subsidiaries. All rights reserved.</a:t>
            </a:r>
            <a:endParaRPr lang="en-GB"/>
          </a:p>
        </p:txBody>
      </p:sp>
      <p:sp>
        <p:nvSpPr>
          <p:cNvPr id="6" name="Content Placeholder 5">
            <a:extLst>
              <a:ext uri="{FF2B5EF4-FFF2-40B4-BE49-F238E27FC236}">
                <a16:creationId xmlns:a16="http://schemas.microsoft.com/office/drawing/2014/main" id="{A766FCE5-B887-B046-AB35-FD03ABC5AFC7}"/>
              </a:ext>
            </a:extLst>
          </p:cNvPr>
          <p:cNvSpPr>
            <a:spLocks noGrp="1"/>
          </p:cNvSpPr>
          <p:nvPr>
            <p:ph sz="quarter" idx="23"/>
          </p:nvPr>
        </p:nvSpPr>
        <p:spPr>
          <a:xfrm>
            <a:off x="609600" y="1628774"/>
            <a:ext cx="3538728" cy="4429125"/>
          </a:xfrm>
        </p:spPr>
        <p:txBody>
          <a:bodyPr/>
          <a:lstStyle/>
          <a:p>
            <a:r>
              <a:rPr lang="en-US"/>
              <a:t>Often a mockup will use a </a:t>
            </a:r>
            <a:br>
              <a:rPr lang="en-US"/>
            </a:br>
            <a:r>
              <a:rPr lang="en-US"/>
              <a:t>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a:t>
            </a:r>
            <a:br>
              <a:rPr lang="en-US"/>
            </a:br>
            <a:r>
              <a:rPr lang="en-US"/>
              <a:t>(or filler) text</a:t>
            </a:r>
          </a:p>
          <a:p>
            <a:r>
              <a:rPr lang="en-US"/>
              <a:t>It's a convenient tool for mock-ups</a:t>
            </a:r>
          </a:p>
          <a:p>
            <a:r>
              <a:rPr lang="en-US"/>
              <a:t>It helps to outline the visual elements of a document </a:t>
            </a:r>
          </a:p>
        </p:txBody>
      </p:sp>
      <p:sp>
        <p:nvSpPr>
          <p:cNvPr id="26" name="Content Placeholder 25">
            <a:extLst>
              <a:ext uri="{FF2B5EF4-FFF2-40B4-BE49-F238E27FC236}">
                <a16:creationId xmlns:a16="http://schemas.microsoft.com/office/drawing/2014/main" id="{14E052D5-567A-864C-B725-4F6479982375}"/>
              </a:ext>
            </a:extLst>
          </p:cNvPr>
          <p:cNvSpPr>
            <a:spLocks noGrp="1"/>
          </p:cNvSpPr>
          <p:nvPr>
            <p:ph sz="quarter" idx="24"/>
          </p:nvPr>
        </p:nvSpPr>
        <p:spPr>
          <a:xfrm>
            <a:off x="4724400" y="1628774"/>
            <a:ext cx="3538728" cy="4429125"/>
          </a:xfrm>
        </p:spPr>
        <p:txBody>
          <a:bodyPr/>
          <a:lstStyle/>
          <a:p>
            <a:r>
              <a:rPr lang="en-US"/>
              <a:t>Often a mockup will use a </a:t>
            </a:r>
            <a:br>
              <a:rPr lang="en-US"/>
            </a:br>
            <a:r>
              <a:rPr lang="en-US"/>
              <a:t>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a:t>
            </a:r>
            <a:br>
              <a:rPr lang="en-US"/>
            </a:br>
            <a:r>
              <a:rPr lang="en-US"/>
              <a:t>(or filler) text</a:t>
            </a:r>
          </a:p>
          <a:p>
            <a:r>
              <a:rPr lang="en-US"/>
              <a:t>It's a convenient tool for mock-ups</a:t>
            </a:r>
          </a:p>
          <a:p>
            <a:r>
              <a:rPr lang="en-US"/>
              <a:t>It helps to outline the visual elements of a document </a:t>
            </a:r>
          </a:p>
          <a:p>
            <a:endParaRPr lang="en-US"/>
          </a:p>
        </p:txBody>
      </p:sp>
      <p:pic>
        <p:nvPicPr>
          <p:cNvPr id="30" name="Picture Placeholder 2">
            <a:extLst>
              <a:ext uri="{FF2B5EF4-FFF2-40B4-BE49-F238E27FC236}">
                <a16:creationId xmlns:a16="http://schemas.microsoft.com/office/drawing/2014/main" id="{1750C4C7-9BCD-D149-A89D-F26ED16B1AFC}"/>
              </a:ext>
            </a:extLst>
          </p:cNvPr>
          <p:cNvPicPr>
            <a:picLocks noGrp="1" noChangeAspect="1"/>
          </p:cNvPicPr>
          <p:nvPr>
            <p:ph sz="quarter" idx="25"/>
          </p:nvPr>
        </p:nvPicPr>
        <p:blipFill rotWithShape="1">
          <a:blip r:embed="rId3">
            <a:extLst>
              <a:ext uri="{28A0092B-C50C-407E-A947-70E740481C1C}">
                <a14:useLocalDpi xmlns:a14="http://schemas.microsoft.com/office/drawing/2010/main" val="0"/>
              </a:ext>
            </a:extLst>
          </a:blip>
          <a:srcRect r="23923"/>
          <a:stretch/>
        </p:blipFill>
        <p:spPr>
          <a:xfrm>
            <a:off x="8839200" y="1628774"/>
            <a:ext cx="2801908" cy="4140200"/>
          </a:xfrm>
        </p:spPr>
      </p:pic>
      <p:sp>
        <p:nvSpPr>
          <p:cNvPr id="25" name="Content Placeholder 2">
            <a:extLst>
              <a:ext uri="{FF2B5EF4-FFF2-40B4-BE49-F238E27FC236}">
                <a16:creationId xmlns:a16="http://schemas.microsoft.com/office/drawing/2014/main" id="{3AAD5414-4D4A-0844-BB03-56EEC6726E8A}"/>
              </a:ext>
            </a:extLst>
          </p:cNvPr>
          <p:cNvSpPr txBox="1">
            <a:spLocks/>
          </p:cNvSpPr>
          <p:nvPr/>
        </p:nvSpPr>
        <p:spPr>
          <a:xfrm>
            <a:off x="550892" y="1929384"/>
            <a:ext cx="4759662" cy="4169664"/>
          </a:xfrm>
          <a:prstGeom prst="rect">
            <a:avLst/>
          </a:prstGeom>
        </p:spPr>
        <p:txBody>
          <a:bodyPr vert="horz" wrap="square" lIns="0" tIns="0" rIns="0" bIns="0" rtlCol="0" anchor="t" anchorCtr="0">
            <a:noAutofit/>
          </a:bodyPr>
          <a:lstStyle>
            <a:lvl1pPr marL="2873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6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000" b="0" kern="1200">
                <a:solidFill>
                  <a:schemeClr val="tx1"/>
                </a:solidFill>
                <a:latin typeface="Calibri" panose="020F0502020204030204" pitchFamily="34" charset="0"/>
                <a:ea typeface="+mn-ea"/>
                <a:cs typeface="Calibri" panose="020F0502020204030204" pitchFamily="34" charset="0"/>
              </a:defRPr>
            </a:lvl2pPr>
            <a:lvl3pPr marL="864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3pPr>
            <a:lvl4pPr marL="11509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4pPr>
            <a:lvl5pPr marL="1439863"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5pPr>
            <a:lvl6pPr marL="1725750" indent="-28575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6pPr>
            <a:lvl7pPr marL="2016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7pPr>
            <a:lvl8pPr marL="2304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Tree>
    <p:extLst>
      <p:ext uri="{BB962C8B-B14F-4D97-AF65-F5344CB8AC3E}">
        <p14:creationId xmlns:p14="http://schemas.microsoft.com/office/powerpoint/2010/main" val="28207377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Placeholder 2">
            <a:extLst>
              <a:ext uri="{FF2B5EF4-FFF2-40B4-BE49-F238E27FC236}">
                <a16:creationId xmlns:a16="http://schemas.microsoft.com/office/drawing/2014/main" id="{DC79E2FC-CB8D-3044-A24A-F78714A16934}"/>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t="15" b="15"/>
          <a:stretch/>
        </p:blipFill>
        <p:spPr>
          <a:xfrm>
            <a:off x="-9144" y="-9144"/>
            <a:ext cx="6108192" cy="6885432"/>
          </a:xfrm>
        </p:spPr>
      </p:pic>
      <p:sp>
        <p:nvSpPr>
          <p:cNvPr id="85" name="Text Placeholder 84">
            <a:extLst>
              <a:ext uri="{FF2B5EF4-FFF2-40B4-BE49-F238E27FC236}">
                <a16:creationId xmlns:a16="http://schemas.microsoft.com/office/drawing/2014/main" id="{A72A7927-5CC9-9446-900E-3D932D7F7B91}"/>
              </a:ext>
            </a:extLst>
          </p:cNvPr>
          <p:cNvSpPr>
            <a:spLocks noGrp="1"/>
          </p:cNvSpPr>
          <p:nvPr>
            <p:ph type="body" sz="quarter" idx="13"/>
          </p:nvPr>
        </p:nvSpPr>
        <p:spPr>
          <a:xfrm>
            <a:off x="6338888" y="1125538"/>
            <a:ext cx="5226797" cy="320040"/>
          </a:xfrm>
        </p:spPr>
        <p:txBody>
          <a:bodyPr/>
          <a:lstStyle/>
          <a:p>
            <a:r>
              <a:rPr lang="en-US"/>
              <a:t>Optional Subtitle</a:t>
            </a:r>
          </a:p>
        </p:txBody>
      </p:sp>
      <p:sp>
        <p:nvSpPr>
          <p:cNvPr id="84" name="Title 83">
            <a:extLst>
              <a:ext uri="{FF2B5EF4-FFF2-40B4-BE49-F238E27FC236}">
                <a16:creationId xmlns:a16="http://schemas.microsoft.com/office/drawing/2014/main" id="{9212163B-C0C3-D141-BF85-670B8155ADE4}"/>
              </a:ext>
            </a:extLst>
          </p:cNvPr>
          <p:cNvSpPr>
            <a:spLocks noGrp="1"/>
          </p:cNvSpPr>
          <p:nvPr>
            <p:ph type="title"/>
          </p:nvPr>
        </p:nvSpPr>
        <p:spPr>
          <a:xfrm>
            <a:off x="6339317" y="269096"/>
            <a:ext cx="5234940" cy="804672"/>
          </a:xfrm>
        </p:spPr>
        <p:txBody>
          <a:bodyPr/>
          <a:lstStyle/>
          <a:p>
            <a:r>
              <a:rPr lang="en-US"/>
              <a:t>Photo and content layout</a:t>
            </a:r>
          </a:p>
        </p:txBody>
      </p:sp>
      <p:sp>
        <p:nvSpPr>
          <p:cNvPr id="6" name="Content Placeholder 5">
            <a:extLst>
              <a:ext uri="{FF2B5EF4-FFF2-40B4-BE49-F238E27FC236}">
                <a16:creationId xmlns:a16="http://schemas.microsoft.com/office/drawing/2014/main" id="{A766FCE5-B887-B046-AB35-FD03ABC5AFC7}"/>
              </a:ext>
            </a:extLst>
          </p:cNvPr>
          <p:cNvSpPr>
            <a:spLocks noGrp="1"/>
          </p:cNvSpPr>
          <p:nvPr>
            <p:ph sz="quarter" idx="20"/>
          </p:nvPr>
        </p:nvSpPr>
        <p:spPr>
          <a:xfrm>
            <a:off x="6338888" y="1628775"/>
            <a:ext cx="5235575" cy="4433697"/>
          </a:xfrm>
        </p:spPr>
        <p:txBody>
          <a:bodyPr/>
          <a:lstStyle/>
          <a:p>
            <a:r>
              <a:rPr lang="en-US"/>
              <a:t>Often a mockup will use a 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(or filler) text</a:t>
            </a:r>
          </a:p>
          <a:p>
            <a:r>
              <a:rPr lang="en-US"/>
              <a:t>It's a convenient tool for mock-ups</a:t>
            </a:r>
          </a:p>
          <a:p>
            <a:r>
              <a:rPr lang="en-US"/>
              <a:t>It helps to outline the visual elements of a document </a:t>
            </a:r>
          </a:p>
        </p:txBody>
      </p:sp>
      <p:sp>
        <p:nvSpPr>
          <p:cNvPr id="2" name="Footer Placeholder 1">
            <a:extLst>
              <a:ext uri="{FF2B5EF4-FFF2-40B4-BE49-F238E27FC236}">
                <a16:creationId xmlns:a16="http://schemas.microsoft.com/office/drawing/2014/main" id="{C8144A59-9DA6-45F0-9F57-A95F9E7E5F38}"/>
              </a:ext>
            </a:extLst>
          </p:cNvPr>
          <p:cNvSpPr>
            <a:spLocks noGrp="1"/>
          </p:cNvSpPr>
          <p:nvPr>
            <p:ph type="ftr" sz="quarter" idx="22"/>
          </p:nvPr>
        </p:nvSpPr>
        <p:spPr>
          <a:xfrm>
            <a:off x="612648" y="6256544"/>
            <a:ext cx="7187184" cy="322056"/>
          </a:xfrm>
        </p:spPr>
        <p:txBody>
          <a:bodyPr/>
          <a:lstStyle/>
          <a:p>
            <a:r>
              <a:rPr lang="en-US"/>
              <a:t>For Internal Use Only. © 2025 AVEVA Group Limited or its subsidiaries. All rights reserved.</a:t>
            </a:r>
            <a:endParaRPr lang="en-GB"/>
          </a:p>
        </p:txBody>
      </p:sp>
      <p:sp>
        <p:nvSpPr>
          <p:cNvPr id="25" name="Content Placeholder 2">
            <a:extLst>
              <a:ext uri="{FF2B5EF4-FFF2-40B4-BE49-F238E27FC236}">
                <a16:creationId xmlns:a16="http://schemas.microsoft.com/office/drawing/2014/main" id="{3AAD5414-4D4A-0844-BB03-56EEC6726E8A}"/>
              </a:ext>
            </a:extLst>
          </p:cNvPr>
          <p:cNvSpPr txBox="1">
            <a:spLocks/>
          </p:cNvSpPr>
          <p:nvPr/>
        </p:nvSpPr>
        <p:spPr>
          <a:xfrm>
            <a:off x="550892" y="1929384"/>
            <a:ext cx="4759662" cy="4169664"/>
          </a:xfrm>
          <a:prstGeom prst="rect">
            <a:avLst/>
          </a:prstGeom>
        </p:spPr>
        <p:txBody>
          <a:bodyPr vert="horz" wrap="square" lIns="0" tIns="0" rIns="0" bIns="0" rtlCol="0" anchor="t" anchorCtr="0">
            <a:noAutofit/>
          </a:bodyPr>
          <a:lstStyle>
            <a:lvl1pPr marL="2873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6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000" b="0" kern="1200">
                <a:solidFill>
                  <a:schemeClr val="tx1"/>
                </a:solidFill>
                <a:latin typeface="Calibri" panose="020F0502020204030204" pitchFamily="34" charset="0"/>
                <a:ea typeface="+mn-ea"/>
                <a:cs typeface="Calibri" panose="020F0502020204030204" pitchFamily="34" charset="0"/>
              </a:defRPr>
            </a:lvl2pPr>
            <a:lvl3pPr marL="864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3pPr>
            <a:lvl4pPr marL="11509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4pPr>
            <a:lvl5pPr marL="1439863"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5pPr>
            <a:lvl6pPr marL="1725750" indent="-28575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6pPr>
            <a:lvl7pPr marL="2016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7pPr>
            <a:lvl8pPr marL="2304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Tree>
    <p:extLst>
      <p:ext uri="{BB962C8B-B14F-4D97-AF65-F5344CB8AC3E}">
        <p14:creationId xmlns:p14="http://schemas.microsoft.com/office/powerpoint/2010/main" val="10587442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 Placeholder 84">
            <a:extLst>
              <a:ext uri="{FF2B5EF4-FFF2-40B4-BE49-F238E27FC236}">
                <a16:creationId xmlns:a16="http://schemas.microsoft.com/office/drawing/2014/main" id="{A72A7927-5CC9-9446-900E-3D932D7F7B91}"/>
              </a:ext>
            </a:extLst>
          </p:cNvPr>
          <p:cNvSpPr>
            <a:spLocks noGrp="1"/>
          </p:cNvSpPr>
          <p:nvPr>
            <p:ph type="body" sz="quarter" idx="13"/>
          </p:nvPr>
        </p:nvSpPr>
        <p:spPr>
          <a:xfrm>
            <a:off x="609600" y="1130706"/>
            <a:ext cx="10972800" cy="321627"/>
          </a:xfrm>
        </p:spPr>
        <p:txBody>
          <a:bodyPr/>
          <a:lstStyle/>
          <a:p>
            <a:r>
              <a:rPr lang="en-US"/>
              <a:t>Optional Subtitle</a:t>
            </a:r>
          </a:p>
        </p:txBody>
      </p:sp>
      <p:pic>
        <p:nvPicPr>
          <p:cNvPr id="11" name="Content Placeholder 10">
            <a:extLst>
              <a:ext uri="{FF2B5EF4-FFF2-40B4-BE49-F238E27FC236}">
                <a16:creationId xmlns:a16="http://schemas.microsoft.com/office/drawing/2014/main" id="{CA282382-C692-4E0F-9AE4-01AF653AEE95}"/>
              </a:ext>
            </a:extLst>
          </p:cNvPr>
          <p:cNvPicPr>
            <a:picLocks noGrp="1" noChangeAspect="1"/>
          </p:cNvPicPr>
          <p:nvPr>
            <p:ph sz="quarter" idx="18"/>
          </p:nvPr>
        </p:nvPicPr>
        <p:blipFill>
          <a:blip r:embed="rId3">
            <a:extLst>
              <a:ext uri="{28A0092B-C50C-407E-A947-70E740481C1C}">
                <a14:useLocalDpi xmlns:a14="http://schemas.microsoft.com/office/drawing/2010/main" val="0"/>
              </a:ext>
            </a:extLst>
          </a:blip>
          <a:srcRect t="6445" b="6445"/>
          <a:stretch/>
        </p:blipFill>
        <p:spPr>
          <a:xfrm>
            <a:off x="609600" y="1645611"/>
            <a:ext cx="7267575" cy="4136077"/>
          </a:xfrm>
        </p:spPr>
      </p:pic>
      <p:sp>
        <p:nvSpPr>
          <p:cNvPr id="16" name="Text Placeholder 3">
            <a:extLst>
              <a:ext uri="{FF2B5EF4-FFF2-40B4-BE49-F238E27FC236}">
                <a16:creationId xmlns:a16="http://schemas.microsoft.com/office/drawing/2014/main" id="{7C704591-AB18-D104-1679-1914F7EF042C}"/>
              </a:ext>
            </a:extLst>
          </p:cNvPr>
          <p:cNvSpPr>
            <a:spLocks noGrp="1"/>
          </p:cNvSpPr>
          <p:nvPr>
            <p:ph type="body" sz="quarter" idx="15"/>
          </p:nvPr>
        </p:nvSpPr>
        <p:spPr>
          <a:xfrm>
            <a:off x="8253729" y="1508231"/>
            <a:ext cx="3328672" cy="1080000"/>
          </a:xfrm>
        </p:spPr>
        <p:txBody>
          <a:bodyPr/>
          <a:lstStyle/>
          <a:p>
            <a:r>
              <a:rPr lang="en-US"/>
              <a:t>Short callout text here</a:t>
            </a:r>
          </a:p>
          <a:p>
            <a:pPr lvl="1"/>
            <a:r>
              <a:rPr lang="en-US"/>
              <a:t>There are many variations of passages of Lorem Ipsum available.</a:t>
            </a:r>
          </a:p>
          <a:p>
            <a:endParaRPr lang="en-US"/>
          </a:p>
        </p:txBody>
      </p:sp>
      <p:sp>
        <p:nvSpPr>
          <p:cNvPr id="17" name="Text Placeholder 4">
            <a:extLst>
              <a:ext uri="{FF2B5EF4-FFF2-40B4-BE49-F238E27FC236}">
                <a16:creationId xmlns:a16="http://schemas.microsoft.com/office/drawing/2014/main" id="{B7AF21C7-DBE3-C444-188E-C5D5FADEFDC5}"/>
              </a:ext>
            </a:extLst>
          </p:cNvPr>
          <p:cNvSpPr>
            <a:spLocks noGrp="1"/>
          </p:cNvSpPr>
          <p:nvPr>
            <p:ph type="body" sz="quarter" idx="16"/>
          </p:nvPr>
        </p:nvSpPr>
        <p:spPr>
          <a:xfrm>
            <a:off x="8253729" y="2916407"/>
            <a:ext cx="3328672" cy="1080000"/>
          </a:xfrm>
        </p:spPr>
        <p:txBody>
          <a:bodyPr/>
          <a:lstStyle/>
          <a:p>
            <a:r>
              <a:rPr lang="en-US"/>
              <a:t>Short callout text here</a:t>
            </a:r>
          </a:p>
          <a:p>
            <a:pPr lvl="1"/>
            <a:r>
              <a:rPr lang="en-US"/>
              <a:t>There are many variations of passages of Lorem Ipsum available.</a:t>
            </a:r>
          </a:p>
          <a:p>
            <a:endParaRPr lang="en-US"/>
          </a:p>
        </p:txBody>
      </p:sp>
      <p:sp>
        <p:nvSpPr>
          <p:cNvPr id="84" name="Title 83">
            <a:extLst>
              <a:ext uri="{FF2B5EF4-FFF2-40B4-BE49-F238E27FC236}">
                <a16:creationId xmlns:a16="http://schemas.microsoft.com/office/drawing/2014/main" id="{9212163B-C0C3-D141-BF85-670B8155ADE4}"/>
              </a:ext>
            </a:extLst>
          </p:cNvPr>
          <p:cNvSpPr>
            <a:spLocks noGrp="1"/>
          </p:cNvSpPr>
          <p:nvPr>
            <p:ph type="title"/>
          </p:nvPr>
        </p:nvSpPr>
        <p:spPr>
          <a:xfrm>
            <a:off x="612648" y="260197"/>
            <a:ext cx="10972800" cy="804672"/>
          </a:xfrm>
        </p:spPr>
        <p:txBody>
          <a:bodyPr/>
          <a:lstStyle/>
          <a:p>
            <a:r>
              <a:rPr lang="en-US"/>
              <a:t>Content and captions layout</a:t>
            </a:r>
          </a:p>
        </p:txBody>
      </p:sp>
      <p:sp>
        <p:nvSpPr>
          <p:cNvPr id="2" name="Footer Placeholder 1">
            <a:extLst>
              <a:ext uri="{FF2B5EF4-FFF2-40B4-BE49-F238E27FC236}">
                <a16:creationId xmlns:a16="http://schemas.microsoft.com/office/drawing/2014/main" id="{39806A47-6F7A-455B-AFCB-BD2BAF6461BF}"/>
              </a:ext>
            </a:extLst>
          </p:cNvPr>
          <p:cNvSpPr>
            <a:spLocks noGrp="1"/>
          </p:cNvSpPr>
          <p:nvPr>
            <p:ph type="ftr" sz="quarter" idx="20"/>
          </p:nvPr>
        </p:nvSpPr>
        <p:spPr>
          <a:xfrm>
            <a:off x="612648" y="6256544"/>
            <a:ext cx="7187184" cy="322056"/>
          </a:xfrm>
        </p:spPr>
        <p:txBody>
          <a:bodyPr/>
          <a:lstStyle/>
          <a:p>
            <a:r>
              <a:rPr lang="en-US"/>
              <a:t>For Internal Use Only. © 2025 AVEVA Group Limited or its subsidiaries. All rights reserved.</a:t>
            </a:r>
            <a:endParaRPr lang="en-GB"/>
          </a:p>
        </p:txBody>
      </p:sp>
      <p:sp>
        <p:nvSpPr>
          <p:cNvPr id="25" name="Content Placeholder 2">
            <a:extLst>
              <a:ext uri="{FF2B5EF4-FFF2-40B4-BE49-F238E27FC236}">
                <a16:creationId xmlns:a16="http://schemas.microsoft.com/office/drawing/2014/main" id="{3AAD5414-4D4A-0844-BB03-56EEC6726E8A}"/>
              </a:ext>
            </a:extLst>
          </p:cNvPr>
          <p:cNvSpPr txBox="1">
            <a:spLocks/>
          </p:cNvSpPr>
          <p:nvPr/>
        </p:nvSpPr>
        <p:spPr>
          <a:xfrm>
            <a:off x="550892" y="1929384"/>
            <a:ext cx="4759662" cy="4169664"/>
          </a:xfrm>
          <a:prstGeom prst="rect">
            <a:avLst/>
          </a:prstGeom>
        </p:spPr>
        <p:txBody>
          <a:bodyPr vert="horz" wrap="square" lIns="0" tIns="0" rIns="0" bIns="0" rtlCol="0" anchor="t" anchorCtr="0">
            <a:noAutofit/>
          </a:bodyPr>
          <a:lstStyle>
            <a:lvl1pPr marL="2873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6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000" b="0" kern="1200">
                <a:solidFill>
                  <a:schemeClr val="tx1"/>
                </a:solidFill>
                <a:latin typeface="Calibri" panose="020F0502020204030204" pitchFamily="34" charset="0"/>
                <a:ea typeface="+mn-ea"/>
                <a:cs typeface="Calibri" panose="020F0502020204030204" pitchFamily="34" charset="0"/>
              </a:defRPr>
            </a:lvl2pPr>
            <a:lvl3pPr marL="864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3pPr>
            <a:lvl4pPr marL="11509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4pPr>
            <a:lvl5pPr marL="1439863"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5pPr>
            <a:lvl6pPr marL="1725750" indent="-28575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6pPr>
            <a:lvl7pPr marL="2016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7pPr>
            <a:lvl8pPr marL="2304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Tree>
    <p:extLst>
      <p:ext uri="{BB962C8B-B14F-4D97-AF65-F5344CB8AC3E}">
        <p14:creationId xmlns:p14="http://schemas.microsoft.com/office/powerpoint/2010/main" val="37503457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A46DD72-BBC2-440E-A6D0-094D0C5B062A}"/>
              </a:ext>
            </a:extLst>
          </p:cNvPr>
          <p:cNvSpPr>
            <a:spLocks noGrp="1"/>
          </p:cNvSpPr>
          <p:nvPr>
            <p:ph type="body" sz="quarter" idx="13"/>
          </p:nvPr>
        </p:nvSpPr>
        <p:spPr/>
        <p:txBody>
          <a:bodyPr/>
          <a:lstStyle/>
          <a:p>
            <a:r>
              <a:rPr lang="en-US"/>
              <a:t>Optional Subtitle</a:t>
            </a:r>
          </a:p>
        </p:txBody>
      </p:sp>
      <p:sp>
        <p:nvSpPr>
          <p:cNvPr id="2" name="Title 1">
            <a:extLst>
              <a:ext uri="{FF2B5EF4-FFF2-40B4-BE49-F238E27FC236}">
                <a16:creationId xmlns:a16="http://schemas.microsoft.com/office/drawing/2014/main" id="{A29E8B47-77C6-4ADE-8893-1E6E40C07767}"/>
              </a:ext>
            </a:extLst>
          </p:cNvPr>
          <p:cNvSpPr>
            <a:spLocks noGrp="1"/>
          </p:cNvSpPr>
          <p:nvPr>
            <p:ph type="title"/>
          </p:nvPr>
        </p:nvSpPr>
        <p:spPr/>
        <p:txBody>
          <a:bodyPr/>
          <a:lstStyle/>
          <a:p>
            <a:r>
              <a:rPr lang="en-US"/>
              <a:t>Two content layout – example 1</a:t>
            </a:r>
          </a:p>
        </p:txBody>
      </p:sp>
      <p:sp>
        <p:nvSpPr>
          <p:cNvPr id="3" name="Footer Placeholder 2">
            <a:extLst>
              <a:ext uri="{FF2B5EF4-FFF2-40B4-BE49-F238E27FC236}">
                <a16:creationId xmlns:a16="http://schemas.microsoft.com/office/drawing/2014/main" id="{49A94916-B9D0-4E24-A781-5A54D9C77D97}"/>
              </a:ext>
            </a:extLst>
          </p:cNvPr>
          <p:cNvSpPr>
            <a:spLocks noGrp="1"/>
          </p:cNvSpPr>
          <p:nvPr>
            <p:ph type="ftr" sz="quarter" idx="21"/>
          </p:nvPr>
        </p:nvSpPr>
        <p:spPr/>
        <p:txBody>
          <a:bodyPr/>
          <a:lstStyle/>
          <a:p>
            <a:r>
              <a:rPr lang="en-US"/>
              <a:t>For Internal Use Only. © 2025 AVEVA Group Limited or its subsidiaries. All rights reserved.</a:t>
            </a:r>
            <a:endParaRPr lang="en-GB"/>
          </a:p>
        </p:txBody>
      </p:sp>
      <p:graphicFrame>
        <p:nvGraphicFramePr>
          <p:cNvPr id="9" name="Content Placeholder 8">
            <a:extLst>
              <a:ext uri="{FF2B5EF4-FFF2-40B4-BE49-F238E27FC236}">
                <a16:creationId xmlns:a16="http://schemas.microsoft.com/office/drawing/2014/main" id="{F9AC1408-06C6-4194-AAE2-48E45453F9B7}"/>
              </a:ext>
            </a:extLst>
          </p:cNvPr>
          <p:cNvGraphicFramePr>
            <a:graphicFrameLocks noGrp="1"/>
          </p:cNvGraphicFramePr>
          <p:nvPr>
            <p:ph sz="quarter" idx="23"/>
          </p:nvPr>
        </p:nvGraphicFramePr>
        <p:xfrm>
          <a:off x="609600" y="1628775"/>
          <a:ext cx="5214938" cy="4429125"/>
        </p:xfrm>
        <a:graphic>
          <a:graphicData uri="http://schemas.openxmlformats.org/drawingml/2006/chart">
            <c:chart xmlns:c="http://schemas.openxmlformats.org/drawingml/2006/chart" xmlns:r="http://schemas.openxmlformats.org/officeDocument/2006/relationships" r:id="rId2"/>
          </a:graphicData>
        </a:graphic>
      </p:graphicFrame>
      <p:sp>
        <p:nvSpPr>
          <p:cNvPr id="6" name="Content Placeholder 5">
            <a:extLst>
              <a:ext uri="{FF2B5EF4-FFF2-40B4-BE49-F238E27FC236}">
                <a16:creationId xmlns:a16="http://schemas.microsoft.com/office/drawing/2014/main" id="{822F736E-68FA-4A99-B0CC-A853DC367BDC}"/>
              </a:ext>
            </a:extLst>
          </p:cNvPr>
          <p:cNvSpPr>
            <a:spLocks noGrp="1"/>
          </p:cNvSpPr>
          <p:nvPr>
            <p:ph sz="quarter" idx="24"/>
          </p:nvPr>
        </p:nvSpPr>
        <p:spPr/>
        <p:txBody>
          <a:bodyPr/>
          <a:lstStyle/>
          <a:p>
            <a:r>
              <a:rPr lang="en-US"/>
              <a:t>Often a mockup will use a 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(or filler) text</a:t>
            </a:r>
          </a:p>
          <a:p>
            <a:r>
              <a:rPr lang="en-US"/>
              <a:t>It's a convenient tool for mock-ups</a:t>
            </a:r>
          </a:p>
          <a:p>
            <a:r>
              <a:rPr lang="en-US"/>
              <a:t>It helps to outline the visual elements of a document </a:t>
            </a:r>
          </a:p>
        </p:txBody>
      </p:sp>
    </p:spTree>
    <p:extLst>
      <p:ext uri="{BB962C8B-B14F-4D97-AF65-F5344CB8AC3E}">
        <p14:creationId xmlns:p14="http://schemas.microsoft.com/office/powerpoint/2010/main" val="37452901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A46DD72-BBC2-440E-A6D0-094D0C5B062A}"/>
              </a:ext>
            </a:extLst>
          </p:cNvPr>
          <p:cNvSpPr>
            <a:spLocks noGrp="1"/>
          </p:cNvSpPr>
          <p:nvPr>
            <p:ph type="body" sz="quarter" idx="13"/>
          </p:nvPr>
        </p:nvSpPr>
        <p:spPr/>
        <p:txBody>
          <a:bodyPr/>
          <a:lstStyle/>
          <a:p>
            <a:r>
              <a:rPr lang="en-US"/>
              <a:t>Optional Subtitle</a:t>
            </a:r>
          </a:p>
        </p:txBody>
      </p:sp>
      <p:sp>
        <p:nvSpPr>
          <p:cNvPr id="2" name="Title 1">
            <a:extLst>
              <a:ext uri="{FF2B5EF4-FFF2-40B4-BE49-F238E27FC236}">
                <a16:creationId xmlns:a16="http://schemas.microsoft.com/office/drawing/2014/main" id="{A29E8B47-77C6-4ADE-8893-1E6E40C07767}"/>
              </a:ext>
            </a:extLst>
          </p:cNvPr>
          <p:cNvSpPr>
            <a:spLocks noGrp="1"/>
          </p:cNvSpPr>
          <p:nvPr>
            <p:ph type="title"/>
          </p:nvPr>
        </p:nvSpPr>
        <p:spPr/>
        <p:txBody>
          <a:bodyPr/>
          <a:lstStyle/>
          <a:p>
            <a:r>
              <a:rPr lang="en-US"/>
              <a:t>Two content layout – example 2</a:t>
            </a:r>
          </a:p>
        </p:txBody>
      </p:sp>
      <p:sp>
        <p:nvSpPr>
          <p:cNvPr id="3" name="Footer Placeholder 2">
            <a:extLst>
              <a:ext uri="{FF2B5EF4-FFF2-40B4-BE49-F238E27FC236}">
                <a16:creationId xmlns:a16="http://schemas.microsoft.com/office/drawing/2014/main" id="{49A94916-B9D0-4E24-A781-5A54D9C77D97}"/>
              </a:ext>
            </a:extLst>
          </p:cNvPr>
          <p:cNvSpPr>
            <a:spLocks noGrp="1"/>
          </p:cNvSpPr>
          <p:nvPr>
            <p:ph type="ftr" sz="quarter" idx="21"/>
          </p:nvPr>
        </p:nvSpPr>
        <p:spPr/>
        <p:txBody>
          <a:bodyPr/>
          <a:lstStyle/>
          <a:p>
            <a:r>
              <a:rPr lang="en-US"/>
              <a:t>For Internal Use Only. © 2025 AVEVA Group Limited or its subsidiaries. All rights reserved.</a:t>
            </a:r>
            <a:endParaRPr lang="en-GB"/>
          </a:p>
        </p:txBody>
      </p:sp>
      <p:sp>
        <p:nvSpPr>
          <p:cNvPr id="5" name="Content Placeholder 4">
            <a:extLst>
              <a:ext uri="{FF2B5EF4-FFF2-40B4-BE49-F238E27FC236}">
                <a16:creationId xmlns:a16="http://schemas.microsoft.com/office/drawing/2014/main" id="{DE0F189A-682F-4048-AF8A-6FF75A5FFEDC}"/>
              </a:ext>
            </a:extLst>
          </p:cNvPr>
          <p:cNvSpPr>
            <a:spLocks noGrp="1"/>
          </p:cNvSpPr>
          <p:nvPr>
            <p:ph sz="quarter" idx="23"/>
          </p:nvPr>
        </p:nvSpPr>
        <p:spPr/>
        <p:txBody>
          <a:bodyPr/>
          <a:lstStyle/>
          <a:p>
            <a:r>
              <a:rPr lang="en-US"/>
              <a:t>Often a mockup will use a 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(or filler) text</a:t>
            </a:r>
          </a:p>
          <a:p>
            <a:r>
              <a:rPr lang="en-US"/>
              <a:t>It's a convenient tool for mock-ups</a:t>
            </a:r>
          </a:p>
          <a:p>
            <a:r>
              <a:rPr lang="en-US"/>
              <a:t>It helps to outline the visual elements of a document </a:t>
            </a:r>
          </a:p>
        </p:txBody>
      </p:sp>
      <p:graphicFrame>
        <p:nvGraphicFramePr>
          <p:cNvPr id="12" name="Content Placeholder 11">
            <a:extLst>
              <a:ext uri="{FF2B5EF4-FFF2-40B4-BE49-F238E27FC236}">
                <a16:creationId xmlns:a16="http://schemas.microsoft.com/office/drawing/2014/main" id="{14BB7CC4-0ED5-4A73-AE56-0BE3CC5BF49F}"/>
              </a:ext>
            </a:extLst>
          </p:cNvPr>
          <p:cNvGraphicFramePr>
            <a:graphicFrameLocks noGrp="1"/>
          </p:cNvGraphicFramePr>
          <p:nvPr>
            <p:ph sz="quarter" idx="24"/>
          </p:nvPr>
        </p:nvGraphicFramePr>
        <p:xfrm>
          <a:off x="6367463" y="1628775"/>
          <a:ext cx="5214937" cy="44291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508911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B85C21-FA8A-4EEE-A89D-A6F144D197A5}"/>
              </a:ext>
            </a:extLst>
          </p:cNvPr>
          <p:cNvSpPr>
            <a:spLocks noGrp="1"/>
          </p:cNvSpPr>
          <p:nvPr>
            <p:ph type="body" sz="quarter" idx="13"/>
          </p:nvPr>
        </p:nvSpPr>
        <p:spPr/>
        <p:txBody>
          <a:bodyPr/>
          <a:lstStyle/>
          <a:p>
            <a:r>
              <a:rPr lang="en-US"/>
              <a:t>Optional Subtitle</a:t>
            </a:r>
          </a:p>
        </p:txBody>
      </p:sp>
      <p:sp>
        <p:nvSpPr>
          <p:cNvPr id="2" name="Title 1">
            <a:extLst>
              <a:ext uri="{FF2B5EF4-FFF2-40B4-BE49-F238E27FC236}">
                <a16:creationId xmlns:a16="http://schemas.microsoft.com/office/drawing/2014/main" id="{7FE80D1F-52B5-4BF8-B12B-B4D779675461}"/>
              </a:ext>
            </a:extLst>
          </p:cNvPr>
          <p:cNvSpPr>
            <a:spLocks noGrp="1"/>
          </p:cNvSpPr>
          <p:nvPr>
            <p:ph type="title"/>
          </p:nvPr>
        </p:nvSpPr>
        <p:spPr/>
        <p:txBody>
          <a:bodyPr/>
          <a:lstStyle/>
          <a:p>
            <a:r>
              <a:rPr lang="en-US"/>
              <a:t>Two content layout – example 3</a:t>
            </a:r>
          </a:p>
        </p:txBody>
      </p:sp>
      <p:sp>
        <p:nvSpPr>
          <p:cNvPr id="6" name="Footer Placeholder 5">
            <a:extLst>
              <a:ext uri="{FF2B5EF4-FFF2-40B4-BE49-F238E27FC236}">
                <a16:creationId xmlns:a16="http://schemas.microsoft.com/office/drawing/2014/main" id="{4AFA6C2D-F3DE-445C-93CC-38AEB692D8C1}"/>
              </a:ext>
            </a:extLst>
          </p:cNvPr>
          <p:cNvSpPr>
            <a:spLocks noGrp="1"/>
          </p:cNvSpPr>
          <p:nvPr>
            <p:ph type="ftr" sz="quarter" idx="21"/>
          </p:nvPr>
        </p:nvSpPr>
        <p:spPr/>
        <p:txBody>
          <a:bodyPr/>
          <a:lstStyle/>
          <a:p>
            <a:r>
              <a:rPr lang="en-US"/>
              <a:t>For Internal Use Only. © 2025 AVEVA Group Limited or its subsidiaries. All rights reserved.</a:t>
            </a:r>
            <a:endParaRPr lang="en-GB"/>
          </a:p>
        </p:txBody>
      </p:sp>
      <p:graphicFrame>
        <p:nvGraphicFramePr>
          <p:cNvPr id="10" name="Content Placeholder 9">
            <a:extLst>
              <a:ext uri="{FF2B5EF4-FFF2-40B4-BE49-F238E27FC236}">
                <a16:creationId xmlns:a16="http://schemas.microsoft.com/office/drawing/2014/main" id="{DDE900BD-9F40-4533-92E1-57A7F2FCFFA8}"/>
              </a:ext>
            </a:extLst>
          </p:cNvPr>
          <p:cNvGraphicFramePr>
            <a:graphicFrameLocks noGrp="1"/>
          </p:cNvGraphicFramePr>
          <p:nvPr>
            <p:ph sz="quarter" idx="23"/>
          </p:nvPr>
        </p:nvGraphicFramePr>
        <p:xfrm>
          <a:off x="609600" y="1628775"/>
          <a:ext cx="5214938" cy="4429125"/>
        </p:xfrm>
        <a:graphic>
          <a:graphicData uri="http://schemas.openxmlformats.org/drawingml/2006/chart">
            <c:chart xmlns:c="http://schemas.openxmlformats.org/drawingml/2006/chart" xmlns:r="http://schemas.openxmlformats.org/officeDocument/2006/relationships" r:id="rId2"/>
          </a:graphicData>
        </a:graphic>
      </p:graphicFrame>
      <p:sp>
        <p:nvSpPr>
          <p:cNvPr id="5" name="Content Placeholder 4">
            <a:extLst>
              <a:ext uri="{FF2B5EF4-FFF2-40B4-BE49-F238E27FC236}">
                <a16:creationId xmlns:a16="http://schemas.microsoft.com/office/drawing/2014/main" id="{4845172F-876A-4194-845C-506A0D66185B}"/>
              </a:ext>
            </a:extLst>
          </p:cNvPr>
          <p:cNvSpPr>
            <a:spLocks noGrp="1"/>
          </p:cNvSpPr>
          <p:nvPr>
            <p:ph sz="quarter" idx="24"/>
          </p:nvPr>
        </p:nvSpPr>
        <p:spPr/>
        <p:txBody>
          <a:bodyPr/>
          <a:lstStyle/>
          <a:p>
            <a:r>
              <a:rPr lang="en-US"/>
              <a:t>Often a mockup will use a 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(or filler) text</a:t>
            </a:r>
          </a:p>
          <a:p>
            <a:r>
              <a:rPr lang="en-US"/>
              <a:t>It's a convenient tool for mock-ups</a:t>
            </a:r>
          </a:p>
          <a:p>
            <a:r>
              <a:rPr lang="en-US"/>
              <a:t>It helps to outline the visual elements of a document </a:t>
            </a:r>
          </a:p>
        </p:txBody>
      </p:sp>
    </p:spTree>
    <p:extLst>
      <p:ext uri="{BB962C8B-B14F-4D97-AF65-F5344CB8AC3E}">
        <p14:creationId xmlns:p14="http://schemas.microsoft.com/office/powerpoint/2010/main" val="40079801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A796D54-00BA-45DA-8346-4C1CE7CE8443}"/>
              </a:ext>
            </a:extLst>
          </p:cNvPr>
          <p:cNvSpPr>
            <a:spLocks noGrp="1"/>
          </p:cNvSpPr>
          <p:nvPr>
            <p:ph type="body" sz="quarter" idx="13"/>
          </p:nvPr>
        </p:nvSpPr>
        <p:spPr>
          <a:xfrm>
            <a:off x="609600" y="1125538"/>
            <a:ext cx="10972800" cy="321627"/>
          </a:xfrm>
        </p:spPr>
        <p:txBody>
          <a:bodyPr/>
          <a:lstStyle/>
          <a:p>
            <a:r>
              <a:rPr lang="en-US"/>
              <a:t>Optional Subtitle</a:t>
            </a:r>
          </a:p>
        </p:txBody>
      </p:sp>
      <p:sp>
        <p:nvSpPr>
          <p:cNvPr id="6" name="Title 5">
            <a:extLst>
              <a:ext uri="{FF2B5EF4-FFF2-40B4-BE49-F238E27FC236}">
                <a16:creationId xmlns:a16="http://schemas.microsoft.com/office/drawing/2014/main" id="{812CE5C0-27D2-407D-89FD-44CECC051DB0}"/>
              </a:ext>
            </a:extLst>
          </p:cNvPr>
          <p:cNvSpPr>
            <a:spLocks noGrp="1"/>
          </p:cNvSpPr>
          <p:nvPr>
            <p:ph type="title"/>
          </p:nvPr>
        </p:nvSpPr>
        <p:spPr>
          <a:xfrm>
            <a:off x="612648" y="260197"/>
            <a:ext cx="10972800" cy="804672"/>
          </a:xfrm>
        </p:spPr>
        <p:txBody>
          <a:bodyPr/>
          <a:lstStyle/>
          <a:p>
            <a:r>
              <a:rPr lang="en-US"/>
              <a:t>Two content layout – example 4</a:t>
            </a:r>
          </a:p>
        </p:txBody>
      </p:sp>
      <p:sp>
        <p:nvSpPr>
          <p:cNvPr id="7" name="Footer Placeholder 6">
            <a:extLst>
              <a:ext uri="{FF2B5EF4-FFF2-40B4-BE49-F238E27FC236}">
                <a16:creationId xmlns:a16="http://schemas.microsoft.com/office/drawing/2014/main" id="{8E7B0C75-21E8-4A9F-BFA9-4F9C74C50AF3}"/>
              </a:ext>
            </a:extLst>
          </p:cNvPr>
          <p:cNvSpPr>
            <a:spLocks noGrp="1"/>
          </p:cNvSpPr>
          <p:nvPr>
            <p:ph type="ftr" sz="quarter" idx="21"/>
          </p:nvPr>
        </p:nvSpPr>
        <p:spPr>
          <a:xfrm>
            <a:off x="612648" y="6256544"/>
            <a:ext cx="7187184" cy="322056"/>
          </a:xfrm>
        </p:spPr>
        <p:txBody>
          <a:bodyPr/>
          <a:lstStyle/>
          <a:p>
            <a:r>
              <a:rPr lang="en-US"/>
              <a:t>For Internal Use Only. © 2025 AVEVA Group Limited or its subsidiaries. All rights reserved.</a:t>
            </a:r>
            <a:endParaRPr lang="en-GB"/>
          </a:p>
        </p:txBody>
      </p:sp>
      <p:graphicFrame>
        <p:nvGraphicFramePr>
          <p:cNvPr id="12" name="Content Placeholder 11">
            <a:extLst>
              <a:ext uri="{FF2B5EF4-FFF2-40B4-BE49-F238E27FC236}">
                <a16:creationId xmlns:a16="http://schemas.microsoft.com/office/drawing/2014/main" id="{5F942E22-095E-4C5B-A5E6-12E07DF3F590}"/>
              </a:ext>
            </a:extLst>
          </p:cNvPr>
          <p:cNvGraphicFramePr>
            <a:graphicFrameLocks noGrp="1"/>
          </p:cNvGraphicFramePr>
          <p:nvPr>
            <p:ph sz="quarter" idx="23"/>
          </p:nvPr>
        </p:nvGraphicFramePr>
        <p:xfrm>
          <a:off x="609600" y="1628775"/>
          <a:ext cx="5214938" cy="4429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B85A30D5-623E-4958-AACA-C002253E9CF2}"/>
              </a:ext>
            </a:extLst>
          </p:cNvPr>
          <p:cNvSpPr>
            <a:spLocks noGrp="1"/>
          </p:cNvSpPr>
          <p:nvPr>
            <p:ph sz="quarter" idx="24"/>
          </p:nvPr>
        </p:nvSpPr>
        <p:spPr>
          <a:xfrm>
            <a:off x="6367669" y="1628774"/>
            <a:ext cx="5214730" cy="4429125"/>
          </a:xfrm>
        </p:spPr>
        <p:txBody>
          <a:bodyPr/>
          <a:lstStyle/>
          <a:p>
            <a:r>
              <a:rPr lang="en-US"/>
              <a:t>Often a mockup will use a 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(or filler) text</a:t>
            </a:r>
          </a:p>
          <a:p>
            <a:r>
              <a:rPr lang="en-US"/>
              <a:t>It's a convenient tool for mock-ups</a:t>
            </a:r>
          </a:p>
          <a:p>
            <a:r>
              <a:rPr lang="en-US"/>
              <a:t>It helps to outline the visual elements of a document </a:t>
            </a:r>
          </a:p>
        </p:txBody>
      </p:sp>
    </p:spTree>
    <p:extLst>
      <p:ext uri="{BB962C8B-B14F-4D97-AF65-F5344CB8AC3E}">
        <p14:creationId xmlns:p14="http://schemas.microsoft.com/office/powerpoint/2010/main" val="5443527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7E5E75-9A2D-4379-8D63-F663690EDB27}"/>
              </a:ext>
            </a:extLst>
          </p:cNvPr>
          <p:cNvSpPr>
            <a:spLocks noGrp="1"/>
          </p:cNvSpPr>
          <p:nvPr>
            <p:ph type="body" sz="quarter" idx="13"/>
          </p:nvPr>
        </p:nvSpPr>
        <p:spPr/>
        <p:txBody>
          <a:bodyPr/>
          <a:lstStyle/>
          <a:p>
            <a:r>
              <a:rPr lang="en-US"/>
              <a:t>Optional Subtitle</a:t>
            </a:r>
          </a:p>
        </p:txBody>
      </p:sp>
      <p:sp>
        <p:nvSpPr>
          <p:cNvPr id="3" name="Title 2">
            <a:extLst>
              <a:ext uri="{FF2B5EF4-FFF2-40B4-BE49-F238E27FC236}">
                <a16:creationId xmlns:a16="http://schemas.microsoft.com/office/drawing/2014/main" id="{D423B506-6803-488E-8F11-7A8A57805FD8}"/>
              </a:ext>
            </a:extLst>
          </p:cNvPr>
          <p:cNvSpPr>
            <a:spLocks noGrp="1"/>
          </p:cNvSpPr>
          <p:nvPr>
            <p:ph type="title"/>
          </p:nvPr>
        </p:nvSpPr>
        <p:spPr/>
        <p:txBody>
          <a:bodyPr/>
          <a:lstStyle/>
          <a:p>
            <a:r>
              <a:rPr lang="en-US"/>
              <a:t>Three content layout</a:t>
            </a:r>
          </a:p>
        </p:txBody>
      </p:sp>
      <p:sp>
        <p:nvSpPr>
          <p:cNvPr id="4" name="Footer Placeholder 3">
            <a:extLst>
              <a:ext uri="{FF2B5EF4-FFF2-40B4-BE49-F238E27FC236}">
                <a16:creationId xmlns:a16="http://schemas.microsoft.com/office/drawing/2014/main" id="{426F6EEC-80BA-48D0-8B57-4F0D6B4072BB}"/>
              </a:ext>
            </a:extLst>
          </p:cNvPr>
          <p:cNvSpPr>
            <a:spLocks noGrp="1"/>
          </p:cNvSpPr>
          <p:nvPr>
            <p:ph type="ftr" sz="quarter" idx="21"/>
          </p:nvPr>
        </p:nvSpPr>
        <p:spPr/>
        <p:txBody>
          <a:bodyPr/>
          <a:lstStyle/>
          <a:p>
            <a:r>
              <a:rPr lang="en-US"/>
              <a:t>For Internal Use Only. © 2025 AVEVA Group Limited or its subsidiaries. All rights reserved.</a:t>
            </a:r>
            <a:endParaRPr lang="en-GB"/>
          </a:p>
        </p:txBody>
      </p:sp>
      <p:graphicFrame>
        <p:nvGraphicFramePr>
          <p:cNvPr id="22" name="Content Placeholder 21">
            <a:extLst>
              <a:ext uri="{FF2B5EF4-FFF2-40B4-BE49-F238E27FC236}">
                <a16:creationId xmlns:a16="http://schemas.microsoft.com/office/drawing/2014/main" id="{7764A4BA-AB45-4727-891D-6D2FBB886706}"/>
              </a:ext>
            </a:extLst>
          </p:cNvPr>
          <p:cNvGraphicFramePr>
            <a:graphicFrameLocks noGrp="1"/>
          </p:cNvGraphicFramePr>
          <p:nvPr>
            <p:ph sz="quarter" idx="23"/>
          </p:nvPr>
        </p:nvGraphicFramePr>
        <p:xfrm>
          <a:off x="609600" y="1920875"/>
          <a:ext cx="3538538" cy="4141788"/>
        </p:xfrm>
        <a:graphic>
          <a:graphicData uri="http://schemas.openxmlformats.org/drawingml/2006/chart">
            <c:chart xmlns:c="http://schemas.openxmlformats.org/drawingml/2006/chart" xmlns:r="http://schemas.openxmlformats.org/officeDocument/2006/relationships" r:id="rId2"/>
          </a:graphicData>
        </a:graphic>
      </p:graphicFrame>
      <p:sp>
        <p:nvSpPr>
          <p:cNvPr id="6" name="Content Placeholder 5">
            <a:extLst>
              <a:ext uri="{FF2B5EF4-FFF2-40B4-BE49-F238E27FC236}">
                <a16:creationId xmlns:a16="http://schemas.microsoft.com/office/drawing/2014/main" id="{4DE1DDEA-F9C4-4074-ABE1-AA99E3ECEA11}"/>
              </a:ext>
            </a:extLst>
          </p:cNvPr>
          <p:cNvSpPr>
            <a:spLocks noGrp="1"/>
          </p:cNvSpPr>
          <p:nvPr>
            <p:ph sz="quarter" idx="24"/>
          </p:nvPr>
        </p:nvSpPr>
        <p:spPr/>
        <p:txBody>
          <a:bodyPr/>
          <a:lstStyle/>
          <a:p>
            <a:r>
              <a:rPr lang="en-US"/>
              <a:t>Often a mockup will use a 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(or filler) text</a:t>
            </a:r>
          </a:p>
          <a:p>
            <a:r>
              <a:rPr lang="en-US"/>
              <a:t>It's a convenient tool for mock-ups</a:t>
            </a:r>
          </a:p>
          <a:p>
            <a:r>
              <a:rPr lang="en-US"/>
              <a:t>It helps to outline the visual elements of a document </a:t>
            </a:r>
          </a:p>
        </p:txBody>
      </p:sp>
      <p:sp>
        <p:nvSpPr>
          <p:cNvPr id="7" name="Content Placeholder 6">
            <a:extLst>
              <a:ext uri="{FF2B5EF4-FFF2-40B4-BE49-F238E27FC236}">
                <a16:creationId xmlns:a16="http://schemas.microsoft.com/office/drawing/2014/main" id="{617C3F8E-9316-4C3D-AEF9-3B917FECC3E8}"/>
              </a:ext>
            </a:extLst>
          </p:cNvPr>
          <p:cNvSpPr>
            <a:spLocks noGrp="1"/>
          </p:cNvSpPr>
          <p:nvPr>
            <p:ph sz="quarter" idx="25"/>
          </p:nvPr>
        </p:nvSpPr>
        <p:spPr/>
        <p:txBody>
          <a:bodyPr/>
          <a:lstStyle/>
          <a:p>
            <a:r>
              <a:rPr lang="en-US"/>
              <a:t>Often a mockup will use a pseudo-Latin text called lorem ipsum </a:t>
            </a:r>
          </a:p>
          <a:p>
            <a:r>
              <a:rPr lang="en-US"/>
              <a:t>It is used in web design, typography, layout, and printing </a:t>
            </a:r>
          </a:p>
          <a:p>
            <a:pPr lvl="1"/>
            <a:r>
              <a:rPr lang="en-US"/>
              <a:t>It is meant to emphasize design elements over content</a:t>
            </a:r>
          </a:p>
          <a:p>
            <a:pPr lvl="1"/>
            <a:r>
              <a:rPr lang="en-US"/>
              <a:t>It's also called placeholder (or filler) text</a:t>
            </a:r>
          </a:p>
          <a:p>
            <a:r>
              <a:rPr lang="en-US"/>
              <a:t>It's a convenient tool for mock-ups</a:t>
            </a:r>
          </a:p>
          <a:p>
            <a:r>
              <a:rPr lang="en-US"/>
              <a:t>It helps to outline the visual elements of a document </a:t>
            </a:r>
          </a:p>
        </p:txBody>
      </p:sp>
    </p:spTree>
    <p:extLst>
      <p:ext uri="{BB962C8B-B14F-4D97-AF65-F5344CB8AC3E}">
        <p14:creationId xmlns:p14="http://schemas.microsoft.com/office/powerpoint/2010/main" val="38866108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91D80F-854C-40D3-97FF-16E82DCBA524}"/>
              </a:ext>
            </a:extLst>
          </p:cNvPr>
          <p:cNvSpPr>
            <a:spLocks noGrp="1"/>
          </p:cNvSpPr>
          <p:nvPr>
            <p:ph type="body" sz="quarter" idx="13"/>
          </p:nvPr>
        </p:nvSpPr>
        <p:spPr>
          <a:xfrm>
            <a:off x="609600" y="1131400"/>
            <a:ext cx="10972800" cy="321627"/>
          </a:xfrm>
        </p:spPr>
        <p:txBody>
          <a:bodyPr/>
          <a:lstStyle/>
          <a:p>
            <a:r>
              <a:rPr lang="en-US"/>
              <a:t>Optional Subtitle</a:t>
            </a:r>
          </a:p>
        </p:txBody>
      </p:sp>
      <p:graphicFrame>
        <p:nvGraphicFramePr>
          <p:cNvPr id="10" name="Content Placeholder 9">
            <a:extLst>
              <a:ext uri="{FF2B5EF4-FFF2-40B4-BE49-F238E27FC236}">
                <a16:creationId xmlns:a16="http://schemas.microsoft.com/office/drawing/2014/main" id="{ACA5C729-81A3-4967-A31D-2E0B68DED215}"/>
              </a:ext>
            </a:extLst>
          </p:cNvPr>
          <p:cNvGraphicFramePr>
            <a:graphicFrameLocks noGrp="1"/>
          </p:cNvGraphicFramePr>
          <p:nvPr>
            <p:ph sz="quarter" idx="18"/>
          </p:nvPr>
        </p:nvGraphicFramePr>
        <p:xfrm>
          <a:off x="609600" y="1920875"/>
          <a:ext cx="7267575" cy="4137025"/>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AAF2BCB5-62D1-497F-8F4C-23F5AF3794F6}"/>
              </a:ext>
            </a:extLst>
          </p:cNvPr>
          <p:cNvSpPr>
            <a:spLocks noGrp="1"/>
          </p:cNvSpPr>
          <p:nvPr>
            <p:ph type="body" sz="quarter" idx="15"/>
          </p:nvPr>
        </p:nvSpPr>
        <p:spPr/>
        <p:txBody>
          <a:bodyPr/>
          <a:lstStyle/>
          <a:p>
            <a:r>
              <a:rPr lang="en-US"/>
              <a:t>Short callout text here</a:t>
            </a:r>
          </a:p>
          <a:p>
            <a:pPr lvl="1"/>
            <a:r>
              <a:rPr lang="en-US"/>
              <a:t>There are many variations of passages of Lorem Ipsum available.</a:t>
            </a:r>
          </a:p>
        </p:txBody>
      </p:sp>
      <p:sp>
        <p:nvSpPr>
          <p:cNvPr id="5" name="Text Placeholder 4">
            <a:extLst>
              <a:ext uri="{FF2B5EF4-FFF2-40B4-BE49-F238E27FC236}">
                <a16:creationId xmlns:a16="http://schemas.microsoft.com/office/drawing/2014/main" id="{45755A0E-62CA-42F5-A96C-DBA365597784}"/>
              </a:ext>
            </a:extLst>
          </p:cNvPr>
          <p:cNvSpPr>
            <a:spLocks noGrp="1"/>
          </p:cNvSpPr>
          <p:nvPr>
            <p:ph type="body" sz="quarter" idx="16"/>
          </p:nvPr>
        </p:nvSpPr>
        <p:spPr/>
        <p:txBody>
          <a:bodyPr/>
          <a:lstStyle/>
          <a:p>
            <a:r>
              <a:rPr lang="en-US"/>
              <a:t>Short callout text here</a:t>
            </a:r>
          </a:p>
          <a:p>
            <a:pPr lvl="1"/>
            <a:r>
              <a:rPr lang="en-US"/>
              <a:t>There are many variations of passages of Lorem Ipsum available.</a:t>
            </a:r>
          </a:p>
        </p:txBody>
      </p:sp>
      <p:sp>
        <p:nvSpPr>
          <p:cNvPr id="6" name="Title 5">
            <a:extLst>
              <a:ext uri="{FF2B5EF4-FFF2-40B4-BE49-F238E27FC236}">
                <a16:creationId xmlns:a16="http://schemas.microsoft.com/office/drawing/2014/main" id="{4814CF99-7884-4B64-BA80-C3D4230E141E}"/>
              </a:ext>
            </a:extLst>
          </p:cNvPr>
          <p:cNvSpPr>
            <a:spLocks noGrp="1"/>
          </p:cNvSpPr>
          <p:nvPr>
            <p:ph type="title"/>
          </p:nvPr>
        </p:nvSpPr>
        <p:spPr/>
        <p:txBody>
          <a:bodyPr/>
          <a:lstStyle/>
          <a:p>
            <a:r>
              <a:rPr lang="en-US"/>
              <a:t>Content and captions layout</a:t>
            </a:r>
          </a:p>
        </p:txBody>
      </p:sp>
      <p:sp>
        <p:nvSpPr>
          <p:cNvPr id="7" name="Footer Placeholder 6">
            <a:extLst>
              <a:ext uri="{FF2B5EF4-FFF2-40B4-BE49-F238E27FC236}">
                <a16:creationId xmlns:a16="http://schemas.microsoft.com/office/drawing/2014/main" id="{E86193D5-2AE2-43A8-B509-93E70A4F74BC}"/>
              </a:ext>
            </a:extLst>
          </p:cNvPr>
          <p:cNvSpPr>
            <a:spLocks noGrp="1"/>
          </p:cNvSpPr>
          <p:nvPr>
            <p:ph type="ftr" sz="quarter" idx="20"/>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41634575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A1B2-E96B-45F3-9E71-043EFEBE71FB}"/>
              </a:ext>
            </a:extLst>
          </p:cNvPr>
          <p:cNvSpPr>
            <a:spLocks noGrp="1"/>
          </p:cNvSpPr>
          <p:nvPr>
            <p:ph type="title"/>
          </p:nvPr>
        </p:nvSpPr>
        <p:spPr/>
        <p:txBody>
          <a:bodyPr/>
          <a:lstStyle/>
          <a:p>
            <a:r>
              <a:rPr lang="en-US"/>
              <a:t>Captions and content layout</a:t>
            </a:r>
          </a:p>
        </p:txBody>
      </p:sp>
      <p:sp>
        <p:nvSpPr>
          <p:cNvPr id="3" name="Text Placeholder 2">
            <a:extLst>
              <a:ext uri="{FF2B5EF4-FFF2-40B4-BE49-F238E27FC236}">
                <a16:creationId xmlns:a16="http://schemas.microsoft.com/office/drawing/2014/main" id="{3600D076-4785-4C05-8422-C8050F6D18BA}"/>
              </a:ext>
            </a:extLst>
          </p:cNvPr>
          <p:cNvSpPr>
            <a:spLocks noGrp="1"/>
          </p:cNvSpPr>
          <p:nvPr>
            <p:ph type="body" sz="quarter" idx="13"/>
          </p:nvPr>
        </p:nvSpPr>
        <p:spPr/>
        <p:txBody>
          <a:bodyPr/>
          <a:lstStyle/>
          <a:p>
            <a:r>
              <a:rPr lang="en-US"/>
              <a:t>Optional Subtitle</a:t>
            </a:r>
          </a:p>
        </p:txBody>
      </p:sp>
      <p:sp>
        <p:nvSpPr>
          <p:cNvPr id="4" name="Text Placeholder 3">
            <a:extLst>
              <a:ext uri="{FF2B5EF4-FFF2-40B4-BE49-F238E27FC236}">
                <a16:creationId xmlns:a16="http://schemas.microsoft.com/office/drawing/2014/main" id="{D86D6DBB-5380-4AF1-AEB6-468CB5C5180D}"/>
              </a:ext>
            </a:extLst>
          </p:cNvPr>
          <p:cNvSpPr>
            <a:spLocks noGrp="1"/>
          </p:cNvSpPr>
          <p:nvPr>
            <p:ph type="body" sz="quarter" idx="15"/>
          </p:nvPr>
        </p:nvSpPr>
        <p:spPr/>
        <p:txBody>
          <a:bodyPr/>
          <a:lstStyle/>
          <a:p>
            <a:r>
              <a:rPr lang="en-US"/>
              <a:t>Short callout text here</a:t>
            </a:r>
          </a:p>
          <a:p>
            <a:pPr lvl="1"/>
            <a:r>
              <a:rPr lang="en-US"/>
              <a:t>There are many variations of passages of Lorem Ipsum available.</a:t>
            </a:r>
          </a:p>
        </p:txBody>
      </p:sp>
      <p:sp>
        <p:nvSpPr>
          <p:cNvPr id="5" name="Text Placeholder 4">
            <a:extLst>
              <a:ext uri="{FF2B5EF4-FFF2-40B4-BE49-F238E27FC236}">
                <a16:creationId xmlns:a16="http://schemas.microsoft.com/office/drawing/2014/main" id="{E03CC732-F3BA-43C1-BC90-0A2465B6E693}"/>
              </a:ext>
            </a:extLst>
          </p:cNvPr>
          <p:cNvSpPr>
            <a:spLocks noGrp="1"/>
          </p:cNvSpPr>
          <p:nvPr>
            <p:ph type="body" sz="quarter" idx="16"/>
          </p:nvPr>
        </p:nvSpPr>
        <p:spPr/>
        <p:txBody>
          <a:bodyPr/>
          <a:lstStyle/>
          <a:p>
            <a:r>
              <a:rPr lang="en-US"/>
              <a:t>Short callout text here</a:t>
            </a:r>
          </a:p>
          <a:p>
            <a:pPr lvl="1"/>
            <a:r>
              <a:rPr lang="en-US"/>
              <a:t>There are many variations of passages of Lorem Ipsum available.</a:t>
            </a:r>
          </a:p>
        </p:txBody>
      </p:sp>
      <p:graphicFrame>
        <p:nvGraphicFramePr>
          <p:cNvPr id="15" name="Table 15">
            <a:extLst>
              <a:ext uri="{FF2B5EF4-FFF2-40B4-BE49-F238E27FC236}">
                <a16:creationId xmlns:a16="http://schemas.microsoft.com/office/drawing/2014/main" id="{70CB5C2D-7C4E-4491-A2E4-0B6C178BB3C5}"/>
              </a:ext>
            </a:extLst>
          </p:cNvPr>
          <p:cNvGraphicFramePr>
            <a:graphicFrameLocks noGrp="1"/>
          </p:cNvGraphicFramePr>
          <p:nvPr>
            <p:ph sz="quarter" idx="18"/>
          </p:nvPr>
        </p:nvGraphicFramePr>
        <p:xfrm>
          <a:off x="4313238" y="1765191"/>
          <a:ext cx="7269160" cy="4079240"/>
        </p:xfrm>
        <a:graphic>
          <a:graphicData uri="http://schemas.openxmlformats.org/drawingml/2006/table">
            <a:tbl>
              <a:tblPr firstRow="1" bandRow="1">
                <a:tableStyleId>{EE8C1044-CB9C-4BE2-9E11-187A4E6E5BB0}</a:tableStyleId>
              </a:tblPr>
              <a:tblGrid>
                <a:gridCol w="1453832">
                  <a:extLst>
                    <a:ext uri="{9D8B030D-6E8A-4147-A177-3AD203B41FA5}">
                      <a16:colId xmlns:a16="http://schemas.microsoft.com/office/drawing/2014/main" val="487530083"/>
                    </a:ext>
                  </a:extLst>
                </a:gridCol>
                <a:gridCol w="1453832">
                  <a:extLst>
                    <a:ext uri="{9D8B030D-6E8A-4147-A177-3AD203B41FA5}">
                      <a16:colId xmlns:a16="http://schemas.microsoft.com/office/drawing/2014/main" val="1953520480"/>
                    </a:ext>
                  </a:extLst>
                </a:gridCol>
                <a:gridCol w="1453832">
                  <a:extLst>
                    <a:ext uri="{9D8B030D-6E8A-4147-A177-3AD203B41FA5}">
                      <a16:colId xmlns:a16="http://schemas.microsoft.com/office/drawing/2014/main" val="1650877164"/>
                    </a:ext>
                  </a:extLst>
                </a:gridCol>
                <a:gridCol w="1453832">
                  <a:extLst>
                    <a:ext uri="{9D8B030D-6E8A-4147-A177-3AD203B41FA5}">
                      <a16:colId xmlns:a16="http://schemas.microsoft.com/office/drawing/2014/main" val="3750190432"/>
                    </a:ext>
                  </a:extLst>
                </a:gridCol>
                <a:gridCol w="1453832">
                  <a:extLst>
                    <a:ext uri="{9D8B030D-6E8A-4147-A177-3AD203B41FA5}">
                      <a16:colId xmlns:a16="http://schemas.microsoft.com/office/drawing/2014/main" val="4030938409"/>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7176171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2490042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5102512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987687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3034011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493310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214415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6063195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2659383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6584543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54268124"/>
                  </a:ext>
                </a:extLst>
              </a:tr>
            </a:tbl>
          </a:graphicData>
        </a:graphic>
      </p:graphicFrame>
      <p:sp>
        <p:nvSpPr>
          <p:cNvPr id="7" name="Footer Placeholder 6">
            <a:extLst>
              <a:ext uri="{FF2B5EF4-FFF2-40B4-BE49-F238E27FC236}">
                <a16:creationId xmlns:a16="http://schemas.microsoft.com/office/drawing/2014/main" id="{A6B45B2F-CC65-44A1-A302-EC6A60B6AF85}"/>
              </a:ext>
            </a:extLst>
          </p:cNvPr>
          <p:cNvSpPr>
            <a:spLocks noGrp="1"/>
          </p:cNvSpPr>
          <p:nvPr>
            <p:ph type="ftr" sz="quarter" idx="20"/>
          </p:nvPr>
        </p:nvSpPr>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3270538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00E9D4-8D43-0549-B21C-5F6D1EBAB7A8}"/>
              </a:ext>
            </a:extLst>
          </p:cNvPr>
          <p:cNvSpPr>
            <a:spLocks noGrp="1"/>
          </p:cNvSpPr>
          <p:nvPr>
            <p:ph type="body" sz="quarter" idx="13"/>
          </p:nvPr>
        </p:nvSpPr>
        <p:spPr>
          <a:xfrm>
            <a:off x="1572767" y="1783080"/>
            <a:ext cx="9043416" cy="2713037"/>
          </a:xfrm>
        </p:spPr>
        <p:txBody>
          <a:bodyPr>
            <a:normAutofit/>
          </a:bodyPr>
          <a:lstStyle/>
          <a:p>
            <a:r>
              <a:rPr lang="en-US" sz="5400"/>
              <a:t>“Quotes really standout on backgrounds like this.” </a:t>
            </a:r>
          </a:p>
          <a:p>
            <a:pPr lvl="1"/>
            <a:r>
              <a:rPr lang="en-US" sz="2400"/>
              <a:t>Quote credit</a:t>
            </a:r>
          </a:p>
          <a:p>
            <a:endParaRPr lang="en-US"/>
          </a:p>
        </p:txBody>
      </p:sp>
      <p:sp>
        <p:nvSpPr>
          <p:cNvPr id="2" name="Footer Placeholder 1">
            <a:extLst>
              <a:ext uri="{FF2B5EF4-FFF2-40B4-BE49-F238E27FC236}">
                <a16:creationId xmlns:a16="http://schemas.microsoft.com/office/drawing/2014/main" id="{8A5C5386-9234-49CC-917B-7674DC62E1EB}"/>
              </a:ext>
            </a:extLst>
          </p:cNvPr>
          <p:cNvSpPr>
            <a:spLocks noGrp="1"/>
          </p:cNvSpPr>
          <p:nvPr>
            <p:ph type="ftr" sz="quarter" idx="15"/>
          </p:nvPr>
        </p:nvSpPr>
        <p:spPr>
          <a:xfrm>
            <a:off x="612648" y="6256544"/>
            <a:ext cx="7187184" cy="322056"/>
          </a:xfrm>
        </p:spPr>
        <p:txBody>
          <a:bodyPr/>
          <a:lstStyle/>
          <a:p>
            <a:r>
              <a:rPr lang="en-US"/>
              <a:t>For Internal Use Only. © 2025 AVEVA Group Limited or its subsidiaries. All rights reserved.</a:t>
            </a:r>
            <a:endParaRPr lang="en-GB"/>
          </a:p>
        </p:txBody>
      </p:sp>
    </p:spTree>
    <p:extLst>
      <p:ext uri="{BB962C8B-B14F-4D97-AF65-F5344CB8AC3E}">
        <p14:creationId xmlns:p14="http://schemas.microsoft.com/office/powerpoint/2010/main" val="494775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EA139F-DB60-B757-D7C2-4A7FB23545CD}"/>
              </a:ext>
            </a:extLst>
          </p:cNvPr>
          <p:cNvSpPr>
            <a:spLocks noGrp="1"/>
          </p:cNvSpPr>
          <p:nvPr>
            <p:ph type="body" sz="quarter" idx="18"/>
          </p:nvPr>
        </p:nvSpPr>
        <p:spPr/>
        <p:txBody>
          <a:bodyPr/>
          <a:lstStyle/>
          <a:p>
            <a:r>
              <a:rPr lang="en-US"/>
              <a:t>AVEVA Icon Library</a:t>
            </a:r>
          </a:p>
        </p:txBody>
      </p:sp>
      <p:sp>
        <p:nvSpPr>
          <p:cNvPr id="4" name="Footer Placeholder 3">
            <a:extLst>
              <a:ext uri="{FF2B5EF4-FFF2-40B4-BE49-F238E27FC236}">
                <a16:creationId xmlns:a16="http://schemas.microsoft.com/office/drawing/2014/main" id="{98E14D7B-104D-2FDE-07BC-621D6E477564}"/>
              </a:ext>
            </a:extLst>
          </p:cNvPr>
          <p:cNvSpPr>
            <a:spLocks noGrp="1"/>
          </p:cNvSpPr>
          <p:nvPr>
            <p:ph type="ftr" sz="quarter" idx="27"/>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lumMod val="75000"/>
                  </a:srgbClr>
                </a:solidFill>
                <a:effectLst/>
                <a:uLnTx/>
                <a:uFillTx/>
                <a:latin typeface="Calibri"/>
                <a:ea typeface="+mn-ea"/>
                <a:cs typeface="+mn-cs"/>
              </a:rPr>
              <a:t>For Internal Use Only. © 2025 AVEVA Group Limited or its subsidiaries. All rights reserved.</a:t>
            </a:r>
            <a:endParaRPr kumimoji="0" lang="en-GB" sz="7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 name="Text Placeholder 2">
            <a:extLst>
              <a:ext uri="{FF2B5EF4-FFF2-40B4-BE49-F238E27FC236}">
                <a16:creationId xmlns:a16="http://schemas.microsoft.com/office/drawing/2014/main" id="{30D7E59F-1205-6484-96E0-82962399907B}"/>
              </a:ext>
            </a:extLst>
          </p:cNvPr>
          <p:cNvSpPr txBox="1">
            <a:spLocks/>
          </p:cNvSpPr>
          <p:nvPr/>
        </p:nvSpPr>
        <p:spPr>
          <a:xfrm>
            <a:off x="609600" y="3484474"/>
            <a:ext cx="5944152" cy="360049"/>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None/>
              <a:defRPr sz="1800" kern="1200">
                <a:solidFill>
                  <a:schemeClr val="bg1"/>
                </a:solidFill>
                <a:latin typeface="+mj-lt"/>
                <a:ea typeface="+mn-ea"/>
                <a:cs typeface="Calibri" panose="020F0502020204030204" pitchFamily="34" charset="0"/>
              </a:defRPr>
            </a:lvl1pPr>
            <a:lvl2pPr marL="182880" indent="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None/>
              <a:defRPr sz="1600" b="0" kern="1200">
                <a:solidFill>
                  <a:schemeClr val="tx1"/>
                </a:solidFill>
                <a:latin typeface="+mj-lt"/>
                <a:ea typeface="+mn-ea"/>
                <a:cs typeface="Calibri" panose="020F0502020204030204" pitchFamily="34" charset="0"/>
              </a:defRPr>
            </a:lvl2pPr>
            <a:lvl3pPr marL="365760" indent="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None/>
              <a:defRPr sz="1400" kern="1200">
                <a:solidFill>
                  <a:schemeClr val="tx1"/>
                </a:solidFill>
                <a:latin typeface="+mj-lt"/>
                <a:ea typeface="+mn-ea"/>
                <a:cs typeface="Calibri" panose="020F0502020204030204" pitchFamily="34" charset="0"/>
              </a:defRPr>
            </a:lvl3pPr>
            <a:lvl4pPr marL="548640" indent="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None/>
              <a:defRPr sz="1200" kern="1200">
                <a:solidFill>
                  <a:schemeClr val="tx1"/>
                </a:solidFill>
                <a:latin typeface="+mj-lt"/>
                <a:ea typeface="+mn-ea"/>
                <a:cs typeface="Calibri" panose="020F0502020204030204" pitchFamily="34" charset="0"/>
              </a:defRPr>
            </a:lvl4pPr>
            <a:lvl5pPr marL="731520" indent="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None/>
              <a:defRPr sz="1100" kern="1200">
                <a:solidFill>
                  <a:schemeClr val="tx1"/>
                </a:solidFill>
                <a:latin typeface="+mj-lt"/>
                <a:ea typeface="+mn-ea"/>
                <a:cs typeface="Calibri" panose="020F0502020204030204" pitchFamily="34" charset="0"/>
              </a:defRPr>
            </a:lvl5pPr>
            <a:lvl6pPr marL="109728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28016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46304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900"/>
              </a:spcAft>
              <a:buClr>
                <a:srgbClr val="C530FF"/>
              </a:buClr>
              <a:buSzPct val="100000"/>
              <a:buFont typeface="Arial" panose="020B0604020202020204" pitchFamily="34" charset="0"/>
              <a:buNone/>
              <a:tabLst/>
              <a:defRPr/>
            </a:pPr>
            <a:r>
              <a:rPr kumimoji="0" lang="en-US" sz="1800" b="0" i="0" u="none" strike="noStrike" kern="1200" cap="none" spc="0" normalizeH="0" baseline="0" noProof="0">
                <a:ln>
                  <a:noFill/>
                </a:ln>
                <a:solidFill>
                  <a:srgbClr val="FFFFFF"/>
                </a:solidFill>
                <a:effectLst/>
                <a:uLnTx/>
                <a:uFillTx/>
                <a:latin typeface="Calibri Light"/>
                <a:ea typeface="+mn-ea"/>
                <a:cs typeface="Calibri" panose="020F0502020204030204" pitchFamily="34" charset="0"/>
              </a:rPr>
              <a:t>You can use these icons in your presentation by copying and pasting them into your slides. There are versions for light and dark backgrounds. Please do not change the color of the icons.</a:t>
            </a:r>
          </a:p>
        </p:txBody>
      </p:sp>
    </p:spTree>
    <p:extLst>
      <p:ext uri="{BB962C8B-B14F-4D97-AF65-F5344CB8AC3E}">
        <p14:creationId xmlns:p14="http://schemas.microsoft.com/office/powerpoint/2010/main" val="2481531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43329081-4D46-4C35-837F-9D2CCBCE8175}"/>
              </a:ext>
            </a:extLst>
          </p:cNvPr>
          <p:cNvSpPr>
            <a:spLocks noGrp="1"/>
          </p:cNvSpPr>
          <p:nvPr>
            <p:ph type="body" sz="quarter" idx="11"/>
          </p:nvPr>
        </p:nvSpPr>
        <p:spPr>
          <a:xfrm>
            <a:off x="319088" y="1934547"/>
            <a:ext cx="908050" cy="303213"/>
          </a:xfrm>
        </p:spPr>
        <p:txBody>
          <a:bodyPr/>
          <a:lstStyle/>
          <a:p>
            <a:r>
              <a:rPr lang="en-US">
                <a:solidFill>
                  <a:schemeClr val="bg1">
                    <a:lumMod val="50000"/>
                  </a:schemeClr>
                </a:solidFill>
              </a:rPr>
              <a:t>Maintenance</a:t>
            </a:r>
          </a:p>
        </p:txBody>
      </p:sp>
      <p:sp>
        <p:nvSpPr>
          <p:cNvPr id="30" name="Text Placeholder 29">
            <a:extLst>
              <a:ext uri="{FF2B5EF4-FFF2-40B4-BE49-F238E27FC236}">
                <a16:creationId xmlns:a16="http://schemas.microsoft.com/office/drawing/2014/main" id="{ADB6110C-F8AA-464F-A1E0-E2B6DB9E5652}"/>
              </a:ext>
            </a:extLst>
          </p:cNvPr>
          <p:cNvSpPr>
            <a:spLocks noGrp="1"/>
          </p:cNvSpPr>
          <p:nvPr>
            <p:ph type="body" sz="quarter" idx="13"/>
          </p:nvPr>
        </p:nvSpPr>
        <p:spPr>
          <a:xfrm>
            <a:off x="1286734" y="1934547"/>
            <a:ext cx="908050" cy="303213"/>
          </a:xfrm>
        </p:spPr>
        <p:txBody>
          <a:bodyPr/>
          <a:lstStyle/>
          <a:p>
            <a:r>
              <a:rPr lang="en-US">
                <a:solidFill>
                  <a:schemeClr val="bg1">
                    <a:lumMod val="50000"/>
                  </a:schemeClr>
                </a:solidFill>
              </a:rPr>
              <a:t>Gauge</a:t>
            </a:r>
          </a:p>
        </p:txBody>
      </p:sp>
      <p:sp>
        <p:nvSpPr>
          <p:cNvPr id="32" name="Text Placeholder 31">
            <a:extLst>
              <a:ext uri="{FF2B5EF4-FFF2-40B4-BE49-F238E27FC236}">
                <a16:creationId xmlns:a16="http://schemas.microsoft.com/office/drawing/2014/main" id="{4FE15F3C-CA74-4D10-BE13-1F0FB38799CF}"/>
              </a:ext>
            </a:extLst>
          </p:cNvPr>
          <p:cNvSpPr>
            <a:spLocks noGrp="1"/>
          </p:cNvSpPr>
          <p:nvPr>
            <p:ph type="body" sz="quarter" idx="15"/>
          </p:nvPr>
        </p:nvSpPr>
        <p:spPr>
          <a:xfrm>
            <a:off x="2254380" y="1934547"/>
            <a:ext cx="908050" cy="303213"/>
          </a:xfrm>
        </p:spPr>
        <p:txBody>
          <a:bodyPr/>
          <a:lstStyle/>
          <a:p>
            <a:r>
              <a:rPr lang="en-US">
                <a:solidFill>
                  <a:schemeClr val="bg1">
                    <a:lumMod val="50000"/>
                  </a:schemeClr>
                </a:solidFill>
              </a:rPr>
              <a:t>Industry 4.0</a:t>
            </a:r>
          </a:p>
        </p:txBody>
      </p:sp>
      <p:sp>
        <p:nvSpPr>
          <p:cNvPr id="34" name="Text Placeholder 33">
            <a:extLst>
              <a:ext uri="{FF2B5EF4-FFF2-40B4-BE49-F238E27FC236}">
                <a16:creationId xmlns:a16="http://schemas.microsoft.com/office/drawing/2014/main" id="{CEACFA2F-0359-4AB3-A807-497C3624C55E}"/>
              </a:ext>
            </a:extLst>
          </p:cNvPr>
          <p:cNvSpPr>
            <a:spLocks noGrp="1"/>
          </p:cNvSpPr>
          <p:nvPr>
            <p:ph type="body" sz="quarter" idx="17"/>
          </p:nvPr>
        </p:nvSpPr>
        <p:spPr>
          <a:xfrm>
            <a:off x="3222026" y="1934547"/>
            <a:ext cx="908050" cy="303213"/>
          </a:xfrm>
        </p:spPr>
        <p:txBody>
          <a:bodyPr/>
          <a:lstStyle/>
          <a:p>
            <a:r>
              <a:rPr lang="en-US">
                <a:solidFill>
                  <a:schemeClr val="bg1">
                    <a:lumMod val="50000"/>
                  </a:schemeClr>
                </a:solidFill>
              </a:rPr>
              <a:t>Hardhat</a:t>
            </a:r>
          </a:p>
        </p:txBody>
      </p:sp>
      <p:sp>
        <p:nvSpPr>
          <p:cNvPr id="36" name="Text Placeholder 35">
            <a:extLst>
              <a:ext uri="{FF2B5EF4-FFF2-40B4-BE49-F238E27FC236}">
                <a16:creationId xmlns:a16="http://schemas.microsoft.com/office/drawing/2014/main" id="{7030C119-678A-4D85-8383-71201122E27D}"/>
              </a:ext>
            </a:extLst>
          </p:cNvPr>
          <p:cNvSpPr>
            <a:spLocks noGrp="1"/>
          </p:cNvSpPr>
          <p:nvPr>
            <p:ph type="body" sz="quarter" idx="19"/>
          </p:nvPr>
        </p:nvSpPr>
        <p:spPr>
          <a:xfrm>
            <a:off x="4189672" y="1934547"/>
            <a:ext cx="908050" cy="303213"/>
          </a:xfrm>
        </p:spPr>
        <p:txBody>
          <a:bodyPr/>
          <a:lstStyle/>
          <a:p>
            <a:r>
              <a:rPr lang="en-US">
                <a:solidFill>
                  <a:schemeClr val="bg1">
                    <a:lumMod val="50000"/>
                  </a:schemeClr>
                </a:solidFill>
              </a:rPr>
              <a:t>Oil Rig</a:t>
            </a:r>
          </a:p>
        </p:txBody>
      </p:sp>
      <p:sp>
        <p:nvSpPr>
          <p:cNvPr id="40" name="Text Placeholder 39">
            <a:extLst>
              <a:ext uri="{FF2B5EF4-FFF2-40B4-BE49-F238E27FC236}">
                <a16:creationId xmlns:a16="http://schemas.microsoft.com/office/drawing/2014/main" id="{E7555C2C-C1E7-4316-8BF6-C70EC5A74691}"/>
              </a:ext>
            </a:extLst>
          </p:cNvPr>
          <p:cNvSpPr>
            <a:spLocks noGrp="1"/>
          </p:cNvSpPr>
          <p:nvPr>
            <p:ph type="body" sz="quarter" idx="21"/>
          </p:nvPr>
        </p:nvSpPr>
        <p:spPr>
          <a:xfrm>
            <a:off x="5157318" y="1934547"/>
            <a:ext cx="908050" cy="303213"/>
          </a:xfrm>
        </p:spPr>
        <p:txBody>
          <a:bodyPr/>
          <a:lstStyle/>
          <a:p>
            <a:r>
              <a:rPr lang="en-US">
                <a:solidFill>
                  <a:schemeClr val="bg1">
                    <a:lumMod val="50000"/>
                  </a:schemeClr>
                </a:solidFill>
              </a:rPr>
              <a:t>Maintenance Person</a:t>
            </a:r>
          </a:p>
        </p:txBody>
      </p:sp>
      <p:sp>
        <p:nvSpPr>
          <p:cNvPr id="42" name="Text Placeholder 41">
            <a:extLst>
              <a:ext uri="{FF2B5EF4-FFF2-40B4-BE49-F238E27FC236}">
                <a16:creationId xmlns:a16="http://schemas.microsoft.com/office/drawing/2014/main" id="{7D6B8183-4A46-4B96-A78B-55F11073942D}"/>
              </a:ext>
            </a:extLst>
          </p:cNvPr>
          <p:cNvSpPr>
            <a:spLocks noGrp="1"/>
          </p:cNvSpPr>
          <p:nvPr>
            <p:ph type="body" sz="quarter" idx="23"/>
          </p:nvPr>
        </p:nvSpPr>
        <p:spPr>
          <a:xfrm>
            <a:off x="6124964" y="1934547"/>
            <a:ext cx="908050" cy="303213"/>
          </a:xfrm>
        </p:spPr>
        <p:txBody>
          <a:bodyPr/>
          <a:lstStyle/>
          <a:p>
            <a:r>
              <a:rPr lang="en-US">
                <a:solidFill>
                  <a:schemeClr val="bg1">
                    <a:lumMod val="50000"/>
                  </a:schemeClr>
                </a:solidFill>
              </a:rPr>
              <a:t>Idea 1</a:t>
            </a:r>
          </a:p>
        </p:txBody>
      </p:sp>
      <p:sp>
        <p:nvSpPr>
          <p:cNvPr id="45" name="Text Placeholder 44">
            <a:extLst>
              <a:ext uri="{FF2B5EF4-FFF2-40B4-BE49-F238E27FC236}">
                <a16:creationId xmlns:a16="http://schemas.microsoft.com/office/drawing/2014/main" id="{5BAD9EBB-3C9C-4B57-922C-4CAD069676C1}"/>
              </a:ext>
            </a:extLst>
          </p:cNvPr>
          <p:cNvSpPr>
            <a:spLocks noGrp="1"/>
          </p:cNvSpPr>
          <p:nvPr>
            <p:ph type="body" sz="quarter" idx="25"/>
          </p:nvPr>
        </p:nvSpPr>
        <p:spPr>
          <a:xfrm>
            <a:off x="7092610" y="1934547"/>
            <a:ext cx="908050" cy="303213"/>
          </a:xfrm>
        </p:spPr>
        <p:txBody>
          <a:bodyPr/>
          <a:lstStyle/>
          <a:p>
            <a:r>
              <a:rPr lang="en-US">
                <a:solidFill>
                  <a:schemeClr val="bg1">
                    <a:lumMod val="50000"/>
                  </a:schemeClr>
                </a:solidFill>
              </a:rPr>
              <a:t>Idea 2</a:t>
            </a:r>
          </a:p>
        </p:txBody>
      </p:sp>
      <p:sp>
        <p:nvSpPr>
          <p:cNvPr id="47" name="Text Placeholder 46">
            <a:extLst>
              <a:ext uri="{FF2B5EF4-FFF2-40B4-BE49-F238E27FC236}">
                <a16:creationId xmlns:a16="http://schemas.microsoft.com/office/drawing/2014/main" id="{4758911E-7526-4A48-9F84-DB21B02EEE25}"/>
              </a:ext>
            </a:extLst>
          </p:cNvPr>
          <p:cNvSpPr>
            <a:spLocks noGrp="1"/>
          </p:cNvSpPr>
          <p:nvPr>
            <p:ph type="body" sz="quarter" idx="27"/>
          </p:nvPr>
        </p:nvSpPr>
        <p:spPr>
          <a:xfrm>
            <a:off x="8060256" y="1934547"/>
            <a:ext cx="908050" cy="303213"/>
          </a:xfrm>
        </p:spPr>
        <p:txBody>
          <a:bodyPr/>
          <a:lstStyle/>
          <a:p>
            <a:r>
              <a:rPr lang="en-US">
                <a:solidFill>
                  <a:schemeClr val="bg1">
                    <a:lumMod val="50000"/>
                  </a:schemeClr>
                </a:solidFill>
              </a:rPr>
              <a:t>Collab 1</a:t>
            </a:r>
          </a:p>
        </p:txBody>
      </p:sp>
      <p:sp>
        <p:nvSpPr>
          <p:cNvPr id="49" name="Text Placeholder 48">
            <a:extLst>
              <a:ext uri="{FF2B5EF4-FFF2-40B4-BE49-F238E27FC236}">
                <a16:creationId xmlns:a16="http://schemas.microsoft.com/office/drawing/2014/main" id="{2F807109-99E9-4642-9B36-95FE7B0CB71B}"/>
              </a:ext>
            </a:extLst>
          </p:cNvPr>
          <p:cNvSpPr>
            <a:spLocks noGrp="1"/>
          </p:cNvSpPr>
          <p:nvPr>
            <p:ph type="body" sz="quarter" idx="29"/>
          </p:nvPr>
        </p:nvSpPr>
        <p:spPr>
          <a:xfrm>
            <a:off x="9027902" y="1934547"/>
            <a:ext cx="908050" cy="303213"/>
          </a:xfrm>
        </p:spPr>
        <p:txBody>
          <a:bodyPr/>
          <a:lstStyle/>
          <a:p>
            <a:r>
              <a:rPr lang="en-US">
                <a:solidFill>
                  <a:schemeClr val="bg1">
                    <a:lumMod val="50000"/>
                  </a:schemeClr>
                </a:solidFill>
              </a:rPr>
              <a:t>Collab 2</a:t>
            </a:r>
          </a:p>
        </p:txBody>
      </p:sp>
      <p:sp>
        <p:nvSpPr>
          <p:cNvPr id="51" name="Text Placeholder 50">
            <a:extLst>
              <a:ext uri="{FF2B5EF4-FFF2-40B4-BE49-F238E27FC236}">
                <a16:creationId xmlns:a16="http://schemas.microsoft.com/office/drawing/2014/main" id="{A22794CB-B6F7-4E11-B8DD-3532790C746B}"/>
              </a:ext>
            </a:extLst>
          </p:cNvPr>
          <p:cNvSpPr>
            <a:spLocks noGrp="1"/>
          </p:cNvSpPr>
          <p:nvPr>
            <p:ph type="body" sz="quarter" idx="31"/>
          </p:nvPr>
        </p:nvSpPr>
        <p:spPr>
          <a:xfrm>
            <a:off x="9995548" y="1934547"/>
            <a:ext cx="908050" cy="303213"/>
          </a:xfrm>
        </p:spPr>
        <p:txBody>
          <a:bodyPr/>
          <a:lstStyle/>
          <a:p>
            <a:r>
              <a:rPr lang="en-US">
                <a:solidFill>
                  <a:schemeClr val="bg1">
                    <a:lumMod val="50000"/>
                  </a:schemeClr>
                </a:solidFill>
              </a:rPr>
              <a:t>Data 1</a:t>
            </a:r>
          </a:p>
        </p:txBody>
      </p:sp>
      <p:sp>
        <p:nvSpPr>
          <p:cNvPr id="53" name="Text Placeholder 52">
            <a:extLst>
              <a:ext uri="{FF2B5EF4-FFF2-40B4-BE49-F238E27FC236}">
                <a16:creationId xmlns:a16="http://schemas.microsoft.com/office/drawing/2014/main" id="{DC25FAE3-A212-4006-B92E-25F19DCF643A}"/>
              </a:ext>
            </a:extLst>
          </p:cNvPr>
          <p:cNvSpPr>
            <a:spLocks noGrp="1"/>
          </p:cNvSpPr>
          <p:nvPr>
            <p:ph type="body" sz="quarter" idx="33"/>
          </p:nvPr>
        </p:nvSpPr>
        <p:spPr>
          <a:xfrm>
            <a:off x="10963194" y="1934547"/>
            <a:ext cx="908050" cy="303213"/>
          </a:xfrm>
        </p:spPr>
        <p:txBody>
          <a:bodyPr/>
          <a:lstStyle/>
          <a:p>
            <a:r>
              <a:rPr lang="en-US">
                <a:solidFill>
                  <a:schemeClr val="bg1">
                    <a:lumMod val="50000"/>
                  </a:schemeClr>
                </a:solidFill>
              </a:rPr>
              <a:t>Data 2</a:t>
            </a:r>
          </a:p>
        </p:txBody>
      </p:sp>
      <p:sp>
        <p:nvSpPr>
          <p:cNvPr id="55" name="Text Placeholder 54">
            <a:extLst>
              <a:ext uri="{FF2B5EF4-FFF2-40B4-BE49-F238E27FC236}">
                <a16:creationId xmlns:a16="http://schemas.microsoft.com/office/drawing/2014/main" id="{A1A59558-D42D-437B-9A09-450951B961EB}"/>
              </a:ext>
            </a:extLst>
          </p:cNvPr>
          <p:cNvSpPr>
            <a:spLocks noGrp="1"/>
          </p:cNvSpPr>
          <p:nvPr>
            <p:ph type="body" sz="quarter" idx="35"/>
          </p:nvPr>
        </p:nvSpPr>
        <p:spPr>
          <a:xfrm>
            <a:off x="319088" y="2901300"/>
            <a:ext cx="908050" cy="303213"/>
          </a:xfrm>
        </p:spPr>
        <p:txBody>
          <a:bodyPr/>
          <a:lstStyle/>
          <a:p>
            <a:r>
              <a:rPr lang="en-US">
                <a:solidFill>
                  <a:schemeClr val="bg1">
                    <a:lumMod val="50000"/>
                  </a:schemeClr>
                </a:solidFill>
              </a:rPr>
              <a:t>Data 3</a:t>
            </a:r>
          </a:p>
        </p:txBody>
      </p:sp>
      <p:sp>
        <p:nvSpPr>
          <p:cNvPr id="57" name="Text Placeholder 56">
            <a:extLst>
              <a:ext uri="{FF2B5EF4-FFF2-40B4-BE49-F238E27FC236}">
                <a16:creationId xmlns:a16="http://schemas.microsoft.com/office/drawing/2014/main" id="{50AFCE65-2498-4782-890F-6895D76F2059}"/>
              </a:ext>
            </a:extLst>
          </p:cNvPr>
          <p:cNvSpPr>
            <a:spLocks noGrp="1"/>
          </p:cNvSpPr>
          <p:nvPr>
            <p:ph type="body" sz="quarter" idx="37"/>
          </p:nvPr>
        </p:nvSpPr>
        <p:spPr>
          <a:xfrm>
            <a:off x="1286734" y="2901300"/>
            <a:ext cx="908050" cy="303213"/>
          </a:xfrm>
        </p:spPr>
        <p:txBody>
          <a:bodyPr/>
          <a:lstStyle/>
          <a:p>
            <a:r>
              <a:rPr lang="en-US">
                <a:solidFill>
                  <a:schemeClr val="bg1">
                    <a:lumMod val="50000"/>
                  </a:schemeClr>
                </a:solidFill>
              </a:rPr>
              <a:t>Data 4</a:t>
            </a:r>
          </a:p>
        </p:txBody>
      </p:sp>
      <p:sp>
        <p:nvSpPr>
          <p:cNvPr id="59" name="Text Placeholder 58">
            <a:extLst>
              <a:ext uri="{FF2B5EF4-FFF2-40B4-BE49-F238E27FC236}">
                <a16:creationId xmlns:a16="http://schemas.microsoft.com/office/drawing/2014/main" id="{C195C64B-10E6-49DE-940A-15BC1C3AB80A}"/>
              </a:ext>
            </a:extLst>
          </p:cNvPr>
          <p:cNvSpPr>
            <a:spLocks noGrp="1"/>
          </p:cNvSpPr>
          <p:nvPr>
            <p:ph type="body" sz="quarter" idx="39"/>
          </p:nvPr>
        </p:nvSpPr>
        <p:spPr>
          <a:xfrm>
            <a:off x="2254380" y="2901300"/>
            <a:ext cx="908050" cy="303213"/>
          </a:xfrm>
        </p:spPr>
        <p:txBody>
          <a:bodyPr/>
          <a:lstStyle/>
          <a:p>
            <a:r>
              <a:rPr lang="en-US">
                <a:solidFill>
                  <a:schemeClr val="bg1">
                    <a:lumMod val="50000"/>
                  </a:schemeClr>
                </a:solidFill>
              </a:rPr>
              <a:t>Data 5</a:t>
            </a:r>
          </a:p>
        </p:txBody>
      </p:sp>
      <p:sp>
        <p:nvSpPr>
          <p:cNvPr id="61" name="Text Placeholder 60">
            <a:extLst>
              <a:ext uri="{FF2B5EF4-FFF2-40B4-BE49-F238E27FC236}">
                <a16:creationId xmlns:a16="http://schemas.microsoft.com/office/drawing/2014/main" id="{88D47262-B43A-480F-96E2-0526C730D4C6}"/>
              </a:ext>
            </a:extLst>
          </p:cNvPr>
          <p:cNvSpPr>
            <a:spLocks noGrp="1"/>
          </p:cNvSpPr>
          <p:nvPr>
            <p:ph type="body" sz="quarter" idx="41"/>
          </p:nvPr>
        </p:nvSpPr>
        <p:spPr>
          <a:xfrm>
            <a:off x="3222026" y="2901300"/>
            <a:ext cx="908050" cy="303213"/>
          </a:xfrm>
        </p:spPr>
        <p:txBody>
          <a:bodyPr/>
          <a:lstStyle/>
          <a:p>
            <a:r>
              <a:rPr lang="en-US">
                <a:solidFill>
                  <a:schemeClr val="bg1">
                    <a:lumMod val="50000"/>
                  </a:schemeClr>
                </a:solidFill>
              </a:rPr>
              <a:t>Data 6</a:t>
            </a:r>
          </a:p>
        </p:txBody>
      </p:sp>
      <p:sp>
        <p:nvSpPr>
          <p:cNvPr id="63" name="Text Placeholder 62">
            <a:extLst>
              <a:ext uri="{FF2B5EF4-FFF2-40B4-BE49-F238E27FC236}">
                <a16:creationId xmlns:a16="http://schemas.microsoft.com/office/drawing/2014/main" id="{215680F0-6BD9-4A1C-89A3-AFC18BDF870E}"/>
              </a:ext>
            </a:extLst>
          </p:cNvPr>
          <p:cNvSpPr>
            <a:spLocks noGrp="1"/>
          </p:cNvSpPr>
          <p:nvPr>
            <p:ph type="body" sz="quarter" idx="43"/>
          </p:nvPr>
        </p:nvSpPr>
        <p:spPr>
          <a:xfrm>
            <a:off x="4189672" y="2901300"/>
            <a:ext cx="908050" cy="303213"/>
          </a:xfrm>
        </p:spPr>
        <p:txBody>
          <a:bodyPr/>
          <a:lstStyle/>
          <a:p>
            <a:r>
              <a:rPr lang="en-US">
                <a:solidFill>
                  <a:schemeClr val="bg1">
                    <a:lumMod val="50000"/>
                  </a:schemeClr>
                </a:solidFill>
              </a:rPr>
              <a:t>Meter</a:t>
            </a:r>
          </a:p>
        </p:txBody>
      </p:sp>
      <p:sp>
        <p:nvSpPr>
          <p:cNvPr id="65" name="Text Placeholder 64">
            <a:extLst>
              <a:ext uri="{FF2B5EF4-FFF2-40B4-BE49-F238E27FC236}">
                <a16:creationId xmlns:a16="http://schemas.microsoft.com/office/drawing/2014/main" id="{9E0D4E65-71D6-472A-857D-8A5AF1581366}"/>
              </a:ext>
            </a:extLst>
          </p:cNvPr>
          <p:cNvSpPr>
            <a:spLocks noGrp="1"/>
          </p:cNvSpPr>
          <p:nvPr>
            <p:ph type="body" sz="quarter" idx="45"/>
          </p:nvPr>
        </p:nvSpPr>
        <p:spPr>
          <a:xfrm>
            <a:off x="5157318" y="2901300"/>
            <a:ext cx="908050" cy="303213"/>
          </a:xfrm>
        </p:spPr>
        <p:txBody>
          <a:bodyPr/>
          <a:lstStyle/>
          <a:p>
            <a:r>
              <a:rPr lang="en-US">
                <a:solidFill>
                  <a:schemeClr val="bg1">
                    <a:lumMod val="50000"/>
                  </a:schemeClr>
                </a:solidFill>
              </a:rPr>
              <a:t>Location</a:t>
            </a:r>
          </a:p>
        </p:txBody>
      </p:sp>
      <p:sp>
        <p:nvSpPr>
          <p:cNvPr id="67" name="Text Placeholder 66">
            <a:extLst>
              <a:ext uri="{FF2B5EF4-FFF2-40B4-BE49-F238E27FC236}">
                <a16:creationId xmlns:a16="http://schemas.microsoft.com/office/drawing/2014/main" id="{45B0FB4D-8C56-4A87-AB4D-C3D4944B9170}"/>
              </a:ext>
            </a:extLst>
          </p:cNvPr>
          <p:cNvSpPr>
            <a:spLocks noGrp="1"/>
          </p:cNvSpPr>
          <p:nvPr>
            <p:ph type="body" sz="quarter" idx="47"/>
          </p:nvPr>
        </p:nvSpPr>
        <p:spPr>
          <a:xfrm>
            <a:off x="6124964" y="2901300"/>
            <a:ext cx="908050" cy="303213"/>
          </a:xfrm>
        </p:spPr>
        <p:txBody>
          <a:bodyPr/>
          <a:lstStyle/>
          <a:p>
            <a:r>
              <a:rPr lang="en-US">
                <a:solidFill>
                  <a:schemeClr val="bg1">
                    <a:lumMod val="50000"/>
                  </a:schemeClr>
                </a:solidFill>
              </a:rPr>
              <a:t>Navigate</a:t>
            </a:r>
          </a:p>
        </p:txBody>
      </p:sp>
      <p:sp>
        <p:nvSpPr>
          <p:cNvPr id="69" name="Text Placeholder 68">
            <a:extLst>
              <a:ext uri="{FF2B5EF4-FFF2-40B4-BE49-F238E27FC236}">
                <a16:creationId xmlns:a16="http://schemas.microsoft.com/office/drawing/2014/main" id="{C13E76FE-F0BF-4ADD-A4C3-C3321B08CB90}"/>
              </a:ext>
            </a:extLst>
          </p:cNvPr>
          <p:cNvSpPr>
            <a:spLocks noGrp="1"/>
          </p:cNvSpPr>
          <p:nvPr>
            <p:ph type="body" sz="quarter" idx="49"/>
          </p:nvPr>
        </p:nvSpPr>
        <p:spPr>
          <a:xfrm>
            <a:off x="7092610" y="2901300"/>
            <a:ext cx="908050" cy="303213"/>
          </a:xfrm>
        </p:spPr>
        <p:txBody>
          <a:bodyPr/>
          <a:lstStyle/>
          <a:p>
            <a:r>
              <a:rPr lang="en-US">
                <a:solidFill>
                  <a:schemeClr val="bg1">
                    <a:lumMod val="50000"/>
                  </a:schemeClr>
                </a:solidFill>
              </a:rPr>
              <a:t>Discussion</a:t>
            </a:r>
          </a:p>
        </p:txBody>
      </p:sp>
      <p:sp>
        <p:nvSpPr>
          <p:cNvPr id="71" name="Text Placeholder 70">
            <a:extLst>
              <a:ext uri="{FF2B5EF4-FFF2-40B4-BE49-F238E27FC236}">
                <a16:creationId xmlns:a16="http://schemas.microsoft.com/office/drawing/2014/main" id="{EB0F72C0-4B9E-4C0D-8181-9C0ECE428BDF}"/>
              </a:ext>
            </a:extLst>
          </p:cNvPr>
          <p:cNvSpPr>
            <a:spLocks noGrp="1"/>
          </p:cNvSpPr>
          <p:nvPr>
            <p:ph type="body" sz="quarter" idx="51"/>
          </p:nvPr>
        </p:nvSpPr>
        <p:spPr>
          <a:xfrm>
            <a:off x="8060256" y="2901300"/>
            <a:ext cx="908050" cy="303213"/>
          </a:xfrm>
        </p:spPr>
        <p:txBody>
          <a:bodyPr/>
          <a:lstStyle/>
          <a:p>
            <a:r>
              <a:rPr lang="en-US">
                <a:solidFill>
                  <a:schemeClr val="bg1">
                    <a:lumMod val="50000"/>
                  </a:schemeClr>
                </a:solidFill>
              </a:rPr>
              <a:t>Support 1</a:t>
            </a:r>
          </a:p>
        </p:txBody>
      </p:sp>
      <p:sp>
        <p:nvSpPr>
          <p:cNvPr id="73" name="Text Placeholder 72">
            <a:extLst>
              <a:ext uri="{FF2B5EF4-FFF2-40B4-BE49-F238E27FC236}">
                <a16:creationId xmlns:a16="http://schemas.microsoft.com/office/drawing/2014/main" id="{45D952A4-0EA5-4CEE-B15B-0E5B3725BF15}"/>
              </a:ext>
            </a:extLst>
          </p:cNvPr>
          <p:cNvSpPr>
            <a:spLocks noGrp="1"/>
          </p:cNvSpPr>
          <p:nvPr>
            <p:ph type="body" sz="quarter" idx="53"/>
          </p:nvPr>
        </p:nvSpPr>
        <p:spPr>
          <a:xfrm>
            <a:off x="9027902" y="2901300"/>
            <a:ext cx="908050" cy="303213"/>
          </a:xfrm>
        </p:spPr>
        <p:txBody>
          <a:bodyPr/>
          <a:lstStyle/>
          <a:p>
            <a:r>
              <a:rPr lang="en-US">
                <a:solidFill>
                  <a:schemeClr val="bg1">
                    <a:lumMod val="50000"/>
                  </a:schemeClr>
                </a:solidFill>
              </a:rPr>
              <a:t>Support 2</a:t>
            </a:r>
          </a:p>
        </p:txBody>
      </p:sp>
      <p:sp>
        <p:nvSpPr>
          <p:cNvPr id="75" name="Text Placeholder 74">
            <a:extLst>
              <a:ext uri="{FF2B5EF4-FFF2-40B4-BE49-F238E27FC236}">
                <a16:creationId xmlns:a16="http://schemas.microsoft.com/office/drawing/2014/main" id="{16EDD378-7609-4CC3-8A2C-74B2A2EE6AB3}"/>
              </a:ext>
            </a:extLst>
          </p:cNvPr>
          <p:cNvSpPr>
            <a:spLocks noGrp="1"/>
          </p:cNvSpPr>
          <p:nvPr>
            <p:ph type="body" sz="quarter" idx="55"/>
          </p:nvPr>
        </p:nvSpPr>
        <p:spPr>
          <a:xfrm>
            <a:off x="9995548" y="2901300"/>
            <a:ext cx="908050" cy="303213"/>
          </a:xfrm>
        </p:spPr>
        <p:txBody>
          <a:bodyPr/>
          <a:lstStyle/>
          <a:p>
            <a:r>
              <a:rPr lang="en-US">
                <a:solidFill>
                  <a:schemeClr val="bg1">
                    <a:lumMod val="50000"/>
                  </a:schemeClr>
                </a:solidFill>
              </a:rPr>
              <a:t>Person Search</a:t>
            </a:r>
          </a:p>
        </p:txBody>
      </p:sp>
      <p:sp>
        <p:nvSpPr>
          <p:cNvPr id="77" name="Text Placeholder 76">
            <a:extLst>
              <a:ext uri="{FF2B5EF4-FFF2-40B4-BE49-F238E27FC236}">
                <a16:creationId xmlns:a16="http://schemas.microsoft.com/office/drawing/2014/main" id="{8FA257F3-A159-47E9-BF17-98C4F05C4893}"/>
              </a:ext>
            </a:extLst>
          </p:cNvPr>
          <p:cNvSpPr>
            <a:spLocks noGrp="1"/>
          </p:cNvSpPr>
          <p:nvPr>
            <p:ph type="body" sz="quarter" idx="57"/>
          </p:nvPr>
        </p:nvSpPr>
        <p:spPr>
          <a:xfrm>
            <a:off x="10963194" y="2901300"/>
            <a:ext cx="908050" cy="303213"/>
          </a:xfrm>
        </p:spPr>
        <p:txBody>
          <a:bodyPr/>
          <a:lstStyle/>
          <a:p>
            <a:r>
              <a:rPr lang="en-US">
                <a:solidFill>
                  <a:schemeClr val="bg1">
                    <a:lumMod val="50000"/>
                  </a:schemeClr>
                </a:solidFill>
              </a:rPr>
              <a:t>Person Search</a:t>
            </a:r>
          </a:p>
        </p:txBody>
      </p:sp>
      <p:sp>
        <p:nvSpPr>
          <p:cNvPr id="79" name="Text Placeholder 78">
            <a:extLst>
              <a:ext uri="{FF2B5EF4-FFF2-40B4-BE49-F238E27FC236}">
                <a16:creationId xmlns:a16="http://schemas.microsoft.com/office/drawing/2014/main" id="{8D84268B-C610-4FA1-8AEA-C29561B19E70}"/>
              </a:ext>
            </a:extLst>
          </p:cNvPr>
          <p:cNvSpPr>
            <a:spLocks noGrp="1"/>
          </p:cNvSpPr>
          <p:nvPr>
            <p:ph type="body" sz="quarter" idx="59"/>
          </p:nvPr>
        </p:nvSpPr>
        <p:spPr>
          <a:xfrm>
            <a:off x="319088" y="3868812"/>
            <a:ext cx="908050" cy="303213"/>
          </a:xfrm>
        </p:spPr>
        <p:txBody>
          <a:bodyPr/>
          <a:lstStyle/>
          <a:p>
            <a:r>
              <a:rPr lang="en-US">
                <a:solidFill>
                  <a:schemeClr val="bg1">
                    <a:lumMod val="50000"/>
                  </a:schemeClr>
                </a:solidFill>
              </a:rPr>
              <a:t>Tools</a:t>
            </a:r>
          </a:p>
        </p:txBody>
      </p:sp>
      <p:sp>
        <p:nvSpPr>
          <p:cNvPr id="81" name="Text Placeholder 80">
            <a:extLst>
              <a:ext uri="{FF2B5EF4-FFF2-40B4-BE49-F238E27FC236}">
                <a16:creationId xmlns:a16="http://schemas.microsoft.com/office/drawing/2014/main" id="{C6430D01-992A-4236-B04E-AE22855E317D}"/>
              </a:ext>
            </a:extLst>
          </p:cNvPr>
          <p:cNvSpPr>
            <a:spLocks noGrp="1"/>
          </p:cNvSpPr>
          <p:nvPr>
            <p:ph type="body" sz="quarter" idx="61"/>
          </p:nvPr>
        </p:nvSpPr>
        <p:spPr>
          <a:xfrm>
            <a:off x="1286734" y="3868812"/>
            <a:ext cx="908050" cy="303213"/>
          </a:xfrm>
        </p:spPr>
        <p:txBody>
          <a:bodyPr/>
          <a:lstStyle/>
          <a:p>
            <a:r>
              <a:rPr lang="en-US">
                <a:solidFill>
                  <a:schemeClr val="bg1">
                    <a:lumMod val="50000"/>
                  </a:schemeClr>
                </a:solidFill>
              </a:rPr>
              <a:t>Vest</a:t>
            </a:r>
          </a:p>
        </p:txBody>
      </p:sp>
      <p:sp>
        <p:nvSpPr>
          <p:cNvPr id="83" name="Text Placeholder 82">
            <a:extLst>
              <a:ext uri="{FF2B5EF4-FFF2-40B4-BE49-F238E27FC236}">
                <a16:creationId xmlns:a16="http://schemas.microsoft.com/office/drawing/2014/main" id="{24131BE7-6824-41E5-8598-EEF3C969F96D}"/>
              </a:ext>
            </a:extLst>
          </p:cNvPr>
          <p:cNvSpPr>
            <a:spLocks noGrp="1"/>
          </p:cNvSpPr>
          <p:nvPr>
            <p:ph type="body" sz="quarter" idx="63"/>
          </p:nvPr>
        </p:nvSpPr>
        <p:spPr>
          <a:xfrm>
            <a:off x="2254380" y="3868812"/>
            <a:ext cx="908050" cy="303213"/>
          </a:xfrm>
        </p:spPr>
        <p:txBody>
          <a:bodyPr/>
          <a:lstStyle/>
          <a:p>
            <a:r>
              <a:rPr lang="en-US">
                <a:solidFill>
                  <a:schemeClr val="bg1">
                    <a:lumMod val="50000"/>
                  </a:schemeClr>
                </a:solidFill>
              </a:rPr>
              <a:t>Person 1</a:t>
            </a:r>
          </a:p>
        </p:txBody>
      </p:sp>
      <p:sp>
        <p:nvSpPr>
          <p:cNvPr id="85" name="Text Placeholder 84">
            <a:extLst>
              <a:ext uri="{FF2B5EF4-FFF2-40B4-BE49-F238E27FC236}">
                <a16:creationId xmlns:a16="http://schemas.microsoft.com/office/drawing/2014/main" id="{09C60B14-0BCE-47EB-8BA6-835E6F9CB870}"/>
              </a:ext>
            </a:extLst>
          </p:cNvPr>
          <p:cNvSpPr>
            <a:spLocks noGrp="1"/>
          </p:cNvSpPr>
          <p:nvPr>
            <p:ph type="body" sz="quarter" idx="65"/>
          </p:nvPr>
        </p:nvSpPr>
        <p:spPr>
          <a:xfrm>
            <a:off x="3222026" y="3868812"/>
            <a:ext cx="908050" cy="303213"/>
          </a:xfrm>
        </p:spPr>
        <p:txBody>
          <a:bodyPr/>
          <a:lstStyle/>
          <a:p>
            <a:r>
              <a:rPr lang="en-US">
                <a:solidFill>
                  <a:schemeClr val="bg1">
                    <a:lumMod val="50000"/>
                  </a:schemeClr>
                </a:solidFill>
              </a:rPr>
              <a:t>Person 2</a:t>
            </a:r>
          </a:p>
        </p:txBody>
      </p:sp>
      <p:sp>
        <p:nvSpPr>
          <p:cNvPr id="87" name="Text Placeholder 86">
            <a:extLst>
              <a:ext uri="{FF2B5EF4-FFF2-40B4-BE49-F238E27FC236}">
                <a16:creationId xmlns:a16="http://schemas.microsoft.com/office/drawing/2014/main" id="{EA1496CE-C0D1-42E0-813A-EEB42F0B69FB}"/>
              </a:ext>
            </a:extLst>
          </p:cNvPr>
          <p:cNvSpPr>
            <a:spLocks noGrp="1"/>
          </p:cNvSpPr>
          <p:nvPr>
            <p:ph type="body" sz="quarter" idx="67"/>
          </p:nvPr>
        </p:nvSpPr>
        <p:spPr>
          <a:xfrm>
            <a:off x="4189672" y="3868812"/>
            <a:ext cx="908050" cy="303213"/>
          </a:xfrm>
        </p:spPr>
        <p:txBody>
          <a:bodyPr/>
          <a:lstStyle/>
          <a:p>
            <a:r>
              <a:rPr lang="en-US">
                <a:solidFill>
                  <a:schemeClr val="bg1">
                    <a:lumMod val="50000"/>
                  </a:schemeClr>
                </a:solidFill>
              </a:rPr>
              <a:t>Person 3</a:t>
            </a:r>
          </a:p>
        </p:txBody>
      </p:sp>
      <p:sp>
        <p:nvSpPr>
          <p:cNvPr id="89" name="Text Placeholder 88">
            <a:extLst>
              <a:ext uri="{FF2B5EF4-FFF2-40B4-BE49-F238E27FC236}">
                <a16:creationId xmlns:a16="http://schemas.microsoft.com/office/drawing/2014/main" id="{0C5E0610-5D5D-467D-B8A4-5844FB274CEE}"/>
              </a:ext>
            </a:extLst>
          </p:cNvPr>
          <p:cNvSpPr>
            <a:spLocks noGrp="1"/>
          </p:cNvSpPr>
          <p:nvPr>
            <p:ph type="body" sz="quarter" idx="69"/>
          </p:nvPr>
        </p:nvSpPr>
        <p:spPr>
          <a:xfrm>
            <a:off x="5157318" y="3868812"/>
            <a:ext cx="908050" cy="303213"/>
          </a:xfrm>
        </p:spPr>
        <p:txBody>
          <a:bodyPr/>
          <a:lstStyle/>
          <a:p>
            <a:r>
              <a:rPr lang="en-US">
                <a:solidFill>
                  <a:schemeClr val="bg1">
                    <a:lumMod val="50000"/>
                  </a:schemeClr>
                </a:solidFill>
              </a:rPr>
              <a:t>Person 4</a:t>
            </a:r>
          </a:p>
        </p:txBody>
      </p:sp>
      <p:sp>
        <p:nvSpPr>
          <p:cNvPr id="91" name="Text Placeholder 90">
            <a:extLst>
              <a:ext uri="{FF2B5EF4-FFF2-40B4-BE49-F238E27FC236}">
                <a16:creationId xmlns:a16="http://schemas.microsoft.com/office/drawing/2014/main" id="{FB1581AB-7A22-43A9-AA01-AD9B5480766E}"/>
              </a:ext>
            </a:extLst>
          </p:cNvPr>
          <p:cNvSpPr>
            <a:spLocks noGrp="1"/>
          </p:cNvSpPr>
          <p:nvPr>
            <p:ph type="body" sz="quarter" idx="71"/>
          </p:nvPr>
        </p:nvSpPr>
        <p:spPr>
          <a:xfrm>
            <a:off x="6124964" y="3868812"/>
            <a:ext cx="908050" cy="303213"/>
          </a:xfrm>
        </p:spPr>
        <p:txBody>
          <a:bodyPr/>
          <a:lstStyle/>
          <a:p>
            <a:r>
              <a:rPr lang="en-US">
                <a:solidFill>
                  <a:schemeClr val="bg1">
                    <a:lumMod val="50000"/>
                  </a:schemeClr>
                </a:solidFill>
              </a:rPr>
              <a:t>Person 5</a:t>
            </a:r>
          </a:p>
        </p:txBody>
      </p:sp>
      <p:sp>
        <p:nvSpPr>
          <p:cNvPr id="93" name="Text Placeholder 92">
            <a:extLst>
              <a:ext uri="{FF2B5EF4-FFF2-40B4-BE49-F238E27FC236}">
                <a16:creationId xmlns:a16="http://schemas.microsoft.com/office/drawing/2014/main" id="{A2F653C6-1779-4BA2-BB79-1ABE604AB86C}"/>
              </a:ext>
            </a:extLst>
          </p:cNvPr>
          <p:cNvSpPr>
            <a:spLocks noGrp="1"/>
          </p:cNvSpPr>
          <p:nvPr>
            <p:ph type="body" sz="quarter" idx="73"/>
          </p:nvPr>
        </p:nvSpPr>
        <p:spPr>
          <a:xfrm>
            <a:off x="7092610" y="3868812"/>
            <a:ext cx="908050" cy="303213"/>
          </a:xfrm>
        </p:spPr>
        <p:txBody>
          <a:bodyPr/>
          <a:lstStyle/>
          <a:p>
            <a:r>
              <a:rPr lang="en-US">
                <a:solidFill>
                  <a:schemeClr val="bg1">
                    <a:lumMod val="50000"/>
                  </a:schemeClr>
                </a:solidFill>
              </a:rPr>
              <a:t>People 1</a:t>
            </a:r>
          </a:p>
        </p:txBody>
      </p:sp>
      <p:sp>
        <p:nvSpPr>
          <p:cNvPr id="95" name="Text Placeholder 94">
            <a:extLst>
              <a:ext uri="{FF2B5EF4-FFF2-40B4-BE49-F238E27FC236}">
                <a16:creationId xmlns:a16="http://schemas.microsoft.com/office/drawing/2014/main" id="{19766EC7-7CDF-40E2-AE13-0FE193826E78}"/>
              </a:ext>
            </a:extLst>
          </p:cNvPr>
          <p:cNvSpPr>
            <a:spLocks noGrp="1"/>
          </p:cNvSpPr>
          <p:nvPr>
            <p:ph type="body" sz="quarter" idx="75"/>
          </p:nvPr>
        </p:nvSpPr>
        <p:spPr>
          <a:xfrm>
            <a:off x="8060256" y="3868812"/>
            <a:ext cx="908050" cy="303213"/>
          </a:xfrm>
        </p:spPr>
        <p:txBody>
          <a:bodyPr/>
          <a:lstStyle/>
          <a:p>
            <a:r>
              <a:rPr lang="en-US">
                <a:solidFill>
                  <a:schemeClr val="bg1">
                    <a:lumMod val="50000"/>
                  </a:schemeClr>
                </a:solidFill>
              </a:rPr>
              <a:t>People 2</a:t>
            </a:r>
          </a:p>
        </p:txBody>
      </p:sp>
      <p:sp>
        <p:nvSpPr>
          <p:cNvPr id="97" name="Text Placeholder 96">
            <a:extLst>
              <a:ext uri="{FF2B5EF4-FFF2-40B4-BE49-F238E27FC236}">
                <a16:creationId xmlns:a16="http://schemas.microsoft.com/office/drawing/2014/main" id="{A6F4F5B6-BF62-4E96-B606-B3020F80D8A4}"/>
              </a:ext>
            </a:extLst>
          </p:cNvPr>
          <p:cNvSpPr>
            <a:spLocks noGrp="1"/>
          </p:cNvSpPr>
          <p:nvPr>
            <p:ph type="body" sz="quarter" idx="77"/>
          </p:nvPr>
        </p:nvSpPr>
        <p:spPr>
          <a:xfrm>
            <a:off x="9027902" y="3868812"/>
            <a:ext cx="908050" cy="303213"/>
          </a:xfrm>
        </p:spPr>
        <p:txBody>
          <a:bodyPr/>
          <a:lstStyle/>
          <a:p>
            <a:r>
              <a:rPr lang="en-US">
                <a:solidFill>
                  <a:schemeClr val="bg1">
                    <a:lumMod val="50000"/>
                  </a:schemeClr>
                </a:solidFill>
              </a:rPr>
              <a:t>People 3</a:t>
            </a:r>
          </a:p>
        </p:txBody>
      </p:sp>
      <p:sp>
        <p:nvSpPr>
          <p:cNvPr id="99" name="Text Placeholder 98">
            <a:extLst>
              <a:ext uri="{FF2B5EF4-FFF2-40B4-BE49-F238E27FC236}">
                <a16:creationId xmlns:a16="http://schemas.microsoft.com/office/drawing/2014/main" id="{7C7D2DCF-64B3-400D-B38D-3CB6639C795D}"/>
              </a:ext>
            </a:extLst>
          </p:cNvPr>
          <p:cNvSpPr>
            <a:spLocks noGrp="1"/>
          </p:cNvSpPr>
          <p:nvPr>
            <p:ph type="body" sz="quarter" idx="79"/>
          </p:nvPr>
        </p:nvSpPr>
        <p:spPr>
          <a:xfrm>
            <a:off x="9995548" y="3868812"/>
            <a:ext cx="908050" cy="303213"/>
          </a:xfrm>
        </p:spPr>
        <p:txBody>
          <a:bodyPr/>
          <a:lstStyle/>
          <a:p>
            <a:r>
              <a:rPr lang="en-US">
                <a:solidFill>
                  <a:schemeClr val="bg1">
                    <a:lumMod val="50000"/>
                  </a:schemeClr>
                </a:solidFill>
              </a:rPr>
              <a:t>Speaker 1</a:t>
            </a:r>
          </a:p>
        </p:txBody>
      </p:sp>
      <p:sp>
        <p:nvSpPr>
          <p:cNvPr id="101" name="Text Placeholder 100">
            <a:extLst>
              <a:ext uri="{FF2B5EF4-FFF2-40B4-BE49-F238E27FC236}">
                <a16:creationId xmlns:a16="http://schemas.microsoft.com/office/drawing/2014/main" id="{B560A792-7877-46CE-8A97-88FAA2622ABB}"/>
              </a:ext>
            </a:extLst>
          </p:cNvPr>
          <p:cNvSpPr>
            <a:spLocks noGrp="1"/>
          </p:cNvSpPr>
          <p:nvPr>
            <p:ph type="body" sz="quarter" idx="81"/>
          </p:nvPr>
        </p:nvSpPr>
        <p:spPr>
          <a:xfrm>
            <a:off x="10963194" y="3868812"/>
            <a:ext cx="908050" cy="303213"/>
          </a:xfrm>
        </p:spPr>
        <p:txBody>
          <a:bodyPr/>
          <a:lstStyle/>
          <a:p>
            <a:r>
              <a:rPr lang="en-US">
                <a:solidFill>
                  <a:schemeClr val="bg1">
                    <a:lumMod val="50000"/>
                  </a:schemeClr>
                </a:solidFill>
              </a:rPr>
              <a:t>Speaker 2</a:t>
            </a:r>
          </a:p>
        </p:txBody>
      </p:sp>
      <p:sp>
        <p:nvSpPr>
          <p:cNvPr id="103" name="Text Placeholder 102">
            <a:extLst>
              <a:ext uri="{FF2B5EF4-FFF2-40B4-BE49-F238E27FC236}">
                <a16:creationId xmlns:a16="http://schemas.microsoft.com/office/drawing/2014/main" id="{FD3F1D15-F7F4-4370-B852-B068A5209F56}"/>
              </a:ext>
            </a:extLst>
          </p:cNvPr>
          <p:cNvSpPr>
            <a:spLocks noGrp="1"/>
          </p:cNvSpPr>
          <p:nvPr>
            <p:ph type="body" sz="quarter" idx="83"/>
          </p:nvPr>
        </p:nvSpPr>
        <p:spPr>
          <a:xfrm>
            <a:off x="319088" y="4835565"/>
            <a:ext cx="908050" cy="303213"/>
          </a:xfrm>
        </p:spPr>
        <p:txBody>
          <a:bodyPr/>
          <a:lstStyle/>
          <a:p>
            <a:r>
              <a:rPr lang="en-US">
                <a:solidFill>
                  <a:schemeClr val="bg1">
                    <a:lumMod val="50000"/>
                  </a:schemeClr>
                </a:solidFill>
              </a:rPr>
              <a:t>Instructor</a:t>
            </a:r>
          </a:p>
        </p:txBody>
      </p:sp>
      <p:sp>
        <p:nvSpPr>
          <p:cNvPr id="105" name="Text Placeholder 104">
            <a:extLst>
              <a:ext uri="{FF2B5EF4-FFF2-40B4-BE49-F238E27FC236}">
                <a16:creationId xmlns:a16="http://schemas.microsoft.com/office/drawing/2014/main" id="{4B56D1EB-9ADB-4FC4-86A0-D0563BD57D8A}"/>
              </a:ext>
            </a:extLst>
          </p:cNvPr>
          <p:cNvSpPr>
            <a:spLocks noGrp="1"/>
          </p:cNvSpPr>
          <p:nvPr>
            <p:ph type="body" sz="quarter" idx="85"/>
          </p:nvPr>
        </p:nvSpPr>
        <p:spPr>
          <a:xfrm>
            <a:off x="1286734" y="4835565"/>
            <a:ext cx="908050" cy="303213"/>
          </a:xfrm>
        </p:spPr>
        <p:txBody>
          <a:bodyPr/>
          <a:lstStyle/>
          <a:p>
            <a:r>
              <a:rPr lang="en-US">
                <a:solidFill>
                  <a:schemeClr val="bg1">
                    <a:lumMod val="50000"/>
                  </a:schemeClr>
                </a:solidFill>
              </a:rPr>
              <a:t>E Learning 1</a:t>
            </a:r>
          </a:p>
        </p:txBody>
      </p:sp>
      <p:sp>
        <p:nvSpPr>
          <p:cNvPr id="107" name="Text Placeholder 106">
            <a:extLst>
              <a:ext uri="{FF2B5EF4-FFF2-40B4-BE49-F238E27FC236}">
                <a16:creationId xmlns:a16="http://schemas.microsoft.com/office/drawing/2014/main" id="{A9C1DBC9-E6CA-4C40-89D4-3BE162A7D7C0}"/>
              </a:ext>
            </a:extLst>
          </p:cNvPr>
          <p:cNvSpPr>
            <a:spLocks noGrp="1"/>
          </p:cNvSpPr>
          <p:nvPr>
            <p:ph type="body" sz="quarter" idx="87"/>
          </p:nvPr>
        </p:nvSpPr>
        <p:spPr>
          <a:xfrm>
            <a:off x="2254380" y="4835565"/>
            <a:ext cx="908050" cy="303213"/>
          </a:xfrm>
        </p:spPr>
        <p:txBody>
          <a:bodyPr/>
          <a:lstStyle/>
          <a:p>
            <a:r>
              <a:rPr lang="en-US">
                <a:solidFill>
                  <a:schemeClr val="bg1">
                    <a:lumMod val="50000"/>
                  </a:schemeClr>
                </a:solidFill>
              </a:rPr>
              <a:t>E Learning 2</a:t>
            </a:r>
          </a:p>
        </p:txBody>
      </p:sp>
      <p:sp>
        <p:nvSpPr>
          <p:cNvPr id="109" name="Text Placeholder 108">
            <a:extLst>
              <a:ext uri="{FF2B5EF4-FFF2-40B4-BE49-F238E27FC236}">
                <a16:creationId xmlns:a16="http://schemas.microsoft.com/office/drawing/2014/main" id="{E057A116-94DF-4CE1-BEE7-BFC03D407E40}"/>
              </a:ext>
            </a:extLst>
          </p:cNvPr>
          <p:cNvSpPr>
            <a:spLocks noGrp="1"/>
          </p:cNvSpPr>
          <p:nvPr>
            <p:ph type="body" sz="quarter" idx="89"/>
          </p:nvPr>
        </p:nvSpPr>
        <p:spPr>
          <a:xfrm>
            <a:off x="3222026" y="4835565"/>
            <a:ext cx="908050" cy="303213"/>
          </a:xfrm>
        </p:spPr>
        <p:txBody>
          <a:bodyPr/>
          <a:lstStyle/>
          <a:p>
            <a:r>
              <a:rPr lang="en-US">
                <a:solidFill>
                  <a:schemeClr val="bg1">
                    <a:lumMod val="50000"/>
                  </a:schemeClr>
                </a:solidFill>
              </a:rPr>
              <a:t>Certificate</a:t>
            </a:r>
          </a:p>
        </p:txBody>
      </p:sp>
      <p:sp>
        <p:nvSpPr>
          <p:cNvPr id="111" name="Text Placeholder 110">
            <a:extLst>
              <a:ext uri="{FF2B5EF4-FFF2-40B4-BE49-F238E27FC236}">
                <a16:creationId xmlns:a16="http://schemas.microsoft.com/office/drawing/2014/main" id="{24D616E5-CCED-4FA5-824B-5F0E4E781588}"/>
              </a:ext>
            </a:extLst>
          </p:cNvPr>
          <p:cNvSpPr>
            <a:spLocks noGrp="1"/>
          </p:cNvSpPr>
          <p:nvPr>
            <p:ph type="body" sz="quarter" idx="91"/>
          </p:nvPr>
        </p:nvSpPr>
        <p:spPr>
          <a:xfrm>
            <a:off x="4189672" y="4835565"/>
            <a:ext cx="908050" cy="303213"/>
          </a:xfrm>
        </p:spPr>
        <p:txBody>
          <a:bodyPr/>
          <a:lstStyle/>
          <a:p>
            <a:r>
              <a:rPr lang="en-US">
                <a:solidFill>
                  <a:schemeClr val="bg1">
                    <a:lumMod val="50000"/>
                  </a:schemeClr>
                </a:solidFill>
              </a:rPr>
              <a:t>Training 1</a:t>
            </a:r>
          </a:p>
        </p:txBody>
      </p:sp>
      <p:sp>
        <p:nvSpPr>
          <p:cNvPr id="113" name="Text Placeholder 112">
            <a:extLst>
              <a:ext uri="{FF2B5EF4-FFF2-40B4-BE49-F238E27FC236}">
                <a16:creationId xmlns:a16="http://schemas.microsoft.com/office/drawing/2014/main" id="{3A89D450-2CBD-4EBA-A020-19ECAADAB0C6}"/>
              </a:ext>
            </a:extLst>
          </p:cNvPr>
          <p:cNvSpPr>
            <a:spLocks noGrp="1"/>
          </p:cNvSpPr>
          <p:nvPr>
            <p:ph type="body" sz="quarter" idx="93"/>
          </p:nvPr>
        </p:nvSpPr>
        <p:spPr>
          <a:xfrm>
            <a:off x="5157318" y="4835565"/>
            <a:ext cx="908050" cy="303213"/>
          </a:xfrm>
        </p:spPr>
        <p:txBody>
          <a:bodyPr/>
          <a:lstStyle/>
          <a:p>
            <a:r>
              <a:rPr lang="en-US">
                <a:solidFill>
                  <a:schemeClr val="bg1">
                    <a:lumMod val="50000"/>
                  </a:schemeClr>
                </a:solidFill>
              </a:rPr>
              <a:t>Training 2</a:t>
            </a:r>
          </a:p>
        </p:txBody>
      </p:sp>
      <p:sp>
        <p:nvSpPr>
          <p:cNvPr id="115" name="Text Placeholder 114">
            <a:extLst>
              <a:ext uri="{FF2B5EF4-FFF2-40B4-BE49-F238E27FC236}">
                <a16:creationId xmlns:a16="http://schemas.microsoft.com/office/drawing/2014/main" id="{F2F70478-EB88-4439-9AD9-2F4177BB8ACE}"/>
              </a:ext>
            </a:extLst>
          </p:cNvPr>
          <p:cNvSpPr>
            <a:spLocks noGrp="1"/>
          </p:cNvSpPr>
          <p:nvPr>
            <p:ph type="body" sz="quarter" idx="95"/>
          </p:nvPr>
        </p:nvSpPr>
        <p:spPr>
          <a:xfrm>
            <a:off x="6124964" y="4835565"/>
            <a:ext cx="908050" cy="303213"/>
          </a:xfrm>
        </p:spPr>
        <p:txBody>
          <a:bodyPr/>
          <a:lstStyle/>
          <a:p>
            <a:r>
              <a:rPr lang="en-US">
                <a:solidFill>
                  <a:schemeClr val="bg1">
                    <a:lumMod val="50000"/>
                  </a:schemeClr>
                </a:solidFill>
              </a:rPr>
              <a:t>Training 3</a:t>
            </a:r>
          </a:p>
        </p:txBody>
      </p:sp>
      <p:sp>
        <p:nvSpPr>
          <p:cNvPr id="117" name="Text Placeholder 116">
            <a:extLst>
              <a:ext uri="{FF2B5EF4-FFF2-40B4-BE49-F238E27FC236}">
                <a16:creationId xmlns:a16="http://schemas.microsoft.com/office/drawing/2014/main" id="{10C93B15-09A4-4044-A63A-9F67690A5770}"/>
              </a:ext>
            </a:extLst>
          </p:cNvPr>
          <p:cNvSpPr>
            <a:spLocks noGrp="1"/>
          </p:cNvSpPr>
          <p:nvPr>
            <p:ph type="body" sz="quarter" idx="97"/>
          </p:nvPr>
        </p:nvSpPr>
        <p:spPr>
          <a:xfrm>
            <a:off x="7092610" y="4835565"/>
            <a:ext cx="908050" cy="303213"/>
          </a:xfrm>
        </p:spPr>
        <p:txBody>
          <a:bodyPr/>
          <a:lstStyle/>
          <a:p>
            <a:r>
              <a:rPr lang="en-US">
                <a:solidFill>
                  <a:schemeClr val="bg1">
                    <a:lumMod val="50000"/>
                  </a:schemeClr>
                </a:solidFill>
              </a:rPr>
              <a:t>Bullseye</a:t>
            </a:r>
          </a:p>
        </p:txBody>
      </p:sp>
      <p:sp>
        <p:nvSpPr>
          <p:cNvPr id="119" name="Text Placeholder 118">
            <a:extLst>
              <a:ext uri="{FF2B5EF4-FFF2-40B4-BE49-F238E27FC236}">
                <a16:creationId xmlns:a16="http://schemas.microsoft.com/office/drawing/2014/main" id="{6E0E8752-9BEB-488F-81A2-6413556AB43D}"/>
              </a:ext>
            </a:extLst>
          </p:cNvPr>
          <p:cNvSpPr>
            <a:spLocks noGrp="1"/>
          </p:cNvSpPr>
          <p:nvPr>
            <p:ph type="body" sz="quarter" idx="99"/>
          </p:nvPr>
        </p:nvSpPr>
        <p:spPr>
          <a:xfrm>
            <a:off x="8060256" y="4835565"/>
            <a:ext cx="908050" cy="303213"/>
          </a:xfrm>
        </p:spPr>
        <p:txBody>
          <a:bodyPr/>
          <a:lstStyle/>
          <a:p>
            <a:r>
              <a:rPr lang="en-US">
                <a:solidFill>
                  <a:schemeClr val="bg1">
                    <a:lumMod val="50000"/>
                  </a:schemeClr>
                </a:solidFill>
              </a:rPr>
              <a:t>Key Search</a:t>
            </a:r>
          </a:p>
        </p:txBody>
      </p:sp>
      <p:sp>
        <p:nvSpPr>
          <p:cNvPr id="121" name="Text Placeholder 120">
            <a:extLst>
              <a:ext uri="{FF2B5EF4-FFF2-40B4-BE49-F238E27FC236}">
                <a16:creationId xmlns:a16="http://schemas.microsoft.com/office/drawing/2014/main" id="{E0229821-42C8-46C4-8284-D7500687DA69}"/>
              </a:ext>
            </a:extLst>
          </p:cNvPr>
          <p:cNvSpPr>
            <a:spLocks noGrp="1"/>
          </p:cNvSpPr>
          <p:nvPr>
            <p:ph type="body" sz="quarter" idx="101"/>
          </p:nvPr>
        </p:nvSpPr>
        <p:spPr>
          <a:xfrm>
            <a:off x="9027902" y="4835565"/>
            <a:ext cx="908050" cy="303213"/>
          </a:xfrm>
        </p:spPr>
        <p:txBody>
          <a:bodyPr/>
          <a:lstStyle/>
          <a:p>
            <a:r>
              <a:rPr lang="en-US">
                <a:solidFill>
                  <a:schemeClr val="bg1">
                    <a:lumMod val="50000"/>
                  </a:schemeClr>
                </a:solidFill>
              </a:rPr>
              <a:t>Software 1</a:t>
            </a:r>
          </a:p>
        </p:txBody>
      </p:sp>
      <p:sp>
        <p:nvSpPr>
          <p:cNvPr id="123" name="Text Placeholder 122">
            <a:extLst>
              <a:ext uri="{FF2B5EF4-FFF2-40B4-BE49-F238E27FC236}">
                <a16:creationId xmlns:a16="http://schemas.microsoft.com/office/drawing/2014/main" id="{B54AAC8C-641F-4D06-84FA-ECBEBF983900}"/>
              </a:ext>
            </a:extLst>
          </p:cNvPr>
          <p:cNvSpPr>
            <a:spLocks noGrp="1"/>
          </p:cNvSpPr>
          <p:nvPr>
            <p:ph type="body" sz="quarter" idx="103"/>
          </p:nvPr>
        </p:nvSpPr>
        <p:spPr>
          <a:xfrm>
            <a:off x="9995548" y="4835565"/>
            <a:ext cx="908050" cy="303213"/>
          </a:xfrm>
        </p:spPr>
        <p:txBody>
          <a:bodyPr/>
          <a:lstStyle/>
          <a:p>
            <a:r>
              <a:rPr lang="en-US">
                <a:solidFill>
                  <a:schemeClr val="bg1">
                    <a:lumMod val="50000"/>
                  </a:schemeClr>
                </a:solidFill>
              </a:rPr>
              <a:t>Software 2</a:t>
            </a:r>
          </a:p>
        </p:txBody>
      </p:sp>
      <p:sp>
        <p:nvSpPr>
          <p:cNvPr id="125" name="Text Placeholder 124">
            <a:extLst>
              <a:ext uri="{FF2B5EF4-FFF2-40B4-BE49-F238E27FC236}">
                <a16:creationId xmlns:a16="http://schemas.microsoft.com/office/drawing/2014/main" id="{6C8191A1-F3B9-4D6E-A8E9-C01F2669754A}"/>
              </a:ext>
            </a:extLst>
          </p:cNvPr>
          <p:cNvSpPr>
            <a:spLocks noGrp="1"/>
          </p:cNvSpPr>
          <p:nvPr>
            <p:ph type="body" sz="quarter" idx="105"/>
          </p:nvPr>
        </p:nvSpPr>
        <p:spPr>
          <a:xfrm>
            <a:off x="10963194" y="4835565"/>
            <a:ext cx="908050" cy="303213"/>
          </a:xfrm>
        </p:spPr>
        <p:txBody>
          <a:bodyPr/>
          <a:lstStyle/>
          <a:p>
            <a:r>
              <a:rPr lang="en-US">
                <a:solidFill>
                  <a:schemeClr val="bg1">
                    <a:lumMod val="50000"/>
                  </a:schemeClr>
                </a:solidFill>
              </a:rPr>
              <a:t>Software 3</a:t>
            </a:r>
          </a:p>
        </p:txBody>
      </p:sp>
      <p:sp>
        <p:nvSpPr>
          <p:cNvPr id="127" name="Text Placeholder 126">
            <a:extLst>
              <a:ext uri="{FF2B5EF4-FFF2-40B4-BE49-F238E27FC236}">
                <a16:creationId xmlns:a16="http://schemas.microsoft.com/office/drawing/2014/main" id="{C6368B19-DC17-4F14-B129-06B00DF8BB1B}"/>
              </a:ext>
            </a:extLst>
          </p:cNvPr>
          <p:cNvSpPr>
            <a:spLocks noGrp="1"/>
          </p:cNvSpPr>
          <p:nvPr>
            <p:ph type="body" sz="quarter" idx="107"/>
          </p:nvPr>
        </p:nvSpPr>
        <p:spPr>
          <a:xfrm>
            <a:off x="319088" y="5771564"/>
            <a:ext cx="908050" cy="303213"/>
          </a:xfrm>
        </p:spPr>
        <p:txBody>
          <a:bodyPr/>
          <a:lstStyle/>
          <a:p>
            <a:r>
              <a:rPr lang="en-US">
                <a:solidFill>
                  <a:schemeClr val="bg1">
                    <a:lumMod val="50000"/>
                  </a:schemeClr>
                </a:solidFill>
              </a:rPr>
              <a:t>Software 4</a:t>
            </a:r>
          </a:p>
        </p:txBody>
      </p:sp>
      <p:sp>
        <p:nvSpPr>
          <p:cNvPr id="129" name="Text Placeholder 128">
            <a:extLst>
              <a:ext uri="{FF2B5EF4-FFF2-40B4-BE49-F238E27FC236}">
                <a16:creationId xmlns:a16="http://schemas.microsoft.com/office/drawing/2014/main" id="{7022B901-07D9-4FF5-B897-604A0BB7287C}"/>
              </a:ext>
            </a:extLst>
          </p:cNvPr>
          <p:cNvSpPr>
            <a:spLocks noGrp="1"/>
          </p:cNvSpPr>
          <p:nvPr>
            <p:ph type="body" sz="quarter" idx="109"/>
          </p:nvPr>
        </p:nvSpPr>
        <p:spPr>
          <a:xfrm>
            <a:off x="1286734" y="5771564"/>
            <a:ext cx="908050" cy="303213"/>
          </a:xfrm>
        </p:spPr>
        <p:txBody>
          <a:bodyPr/>
          <a:lstStyle/>
          <a:p>
            <a:r>
              <a:rPr lang="en-US">
                <a:solidFill>
                  <a:schemeClr val="bg1">
                    <a:lumMod val="50000"/>
                  </a:schemeClr>
                </a:solidFill>
              </a:rPr>
              <a:t>Software 5</a:t>
            </a:r>
          </a:p>
        </p:txBody>
      </p:sp>
      <p:sp>
        <p:nvSpPr>
          <p:cNvPr id="131" name="Text Placeholder 130">
            <a:extLst>
              <a:ext uri="{FF2B5EF4-FFF2-40B4-BE49-F238E27FC236}">
                <a16:creationId xmlns:a16="http://schemas.microsoft.com/office/drawing/2014/main" id="{E520FD45-9FF9-4F93-AF29-40E1E0E011AB}"/>
              </a:ext>
            </a:extLst>
          </p:cNvPr>
          <p:cNvSpPr>
            <a:spLocks noGrp="1"/>
          </p:cNvSpPr>
          <p:nvPr>
            <p:ph type="body" sz="quarter" idx="111"/>
          </p:nvPr>
        </p:nvSpPr>
        <p:spPr>
          <a:xfrm>
            <a:off x="2254380" y="5771564"/>
            <a:ext cx="908050" cy="303213"/>
          </a:xfrm>
        </p:spPr>
        <p:txBody>
          <a:bodyPr/>
          <a:lstStyle/>
          <a:p>
            <a:r>
              <a:rPr lang="en-US">
                <a:solidFill>
                  <a:schemeClr val="bg1">
                    <a:lumMod val="50000"/>
                  </a:schemeClr>
                </a:solidFill>
              </a:rPr>
              <a:t>Software 6</a:t>
            </a:r>
          </a:p>
        </p:txBody>
      </p:sp>
      <p:sp>
        <p:nvSpPr>
          <p:cNvPr id="133" name="Text Placeholder 132">
            <a:extLst>
              <a:ext uri="{FF2B5EF4-FFF2-40B4-BE49-F238E27FC236}">
                <a16:creationId xmlns:a16="http://schemas.microsoft.com/office/drawing/2014/main" id="{09C641FE-235E-44D7-8C3F-984542F4B8F0}"/>
              </a:ext>
            </a:extLst>
          </p:cNvPr>
          <p:cNvSpPr>
            <a:spLocks noGrp="1"/>
          </p:cNvSpPr>
          <p:nvPr>
            <p:ph type="body" sz="quarter" idx="113"/>
          </p:nvPr>
        </p:nvSpPr>
        <p:spPr>
          <a:xfrm>
            <a:off x="3222026" y="5771564"/>
            <a:ext cx="908050" cy="303213"/>
          </a:xfrm>
        </p:spPr>
        <p:txBody>
          <a:bodyPr/>
          <a:lstStyle/>
          <a:p>
            <a:r>
              <a:rPr lang="en-US">
                <a:solidFill>
                  <a:schemeClr val="bg1">
                    <a:lumMod val="50000"/>
                  </a:schemeClr>
                </a:solidFill>
              </a:rPr>
              <a:t>Software 7</a:t>
            </a:r>
          </a:p>
        </p:txBody>
      </p:sp>
      <p:sp>
        <p:nvSpPr>
          <p:cNvPr id="135" name="Text Placeholder 134">
            <a:extLst>
              <a:ext uri="{FF2B5EF4-FFF2-40B4-BE49-F238E27FC236}">
                <a16:creationId xmlns:a16="http://schemas.microsoft.com/office/drawing/2014/main" id="{C0D4DD58-5C8B-4C37-9B3B-EFA680CA975D}"/>
              </a:ext>
            </a:extLst>
          </p:cNvPr>
          <p:cNvSpPr>
            <a:spLocks noGrp="1"/>
          </p:cNvSpPr>
          <p:nvPr>
            <p:ph type="body" sz="quarter" idx="115"/>
          </p:nvPr>
        </p:nvSpPr>
        <p:spPr>
          <a:xfrm>
            <a:off x="4189672" y="5771564"/>
            <a:ext cx="908050" cy="303213"/>
          </a:xfrm>
        </p:spPr>
        <p:txBody>
          <a:bodyPr/>
          <a:lstStyle/>
          <a:p>
            <a:r>
              <a:rPr lang="en-US">
                <a:solidFill>
                  <a:schemeClr val="bg1">
                    <a:lumMod val="50000"/>
                  </a:schemeClr>
                </a:solidFill>
              </a:rPr>
              <a:t>Network Server</a:t>
            </a:r>
          </a:p>
        </p:txBody>
      </p:sp>
      <p:sp>
        <p:nvSpPr>
          <p:cNvPr id="137" name="Text Placeholder 136">
            <a:extLst>
              <a:ext uri="{FF2B5EF4-FFF2-40B4-BE49-F238E27FC236}">
                <a16:creationId xmlns:a16="http://schemas.microsoft.com/office/drawing/2014/main" id="{BBD9221D-B51D-4BE2-989C-4C43DDFB972D}"/>
              </a:ext>
            </a:extLst>
          </p:cNvPr>
          <p:cNvSpPr>
            <a:spLocks noGrp="1"/>
          </p:cNvSpPr>
          <p:nvPr>
            <p:ph type="body" sz="quarter" idx="117"/>
          </p:nvPr>
        </p:nvSpPr>
        <p:spPr>
          <a:xfrm>
            <a:off x="5157318" y="5771564"/>
            <a:ext cx="908050" cy="303213"/>
          </a:xfrm>
        </p:spPr>
        <p:txBody>
          <a:bodyPr/>
          <a:lstStyle/>
          <a:p>
            <a:r>
              <a:rPr lang="en-US">
                <a:solidFill>
                  <a:schemeClr val="bg1">
                    <a:lumMod val="50000"/>
                  </a:schemeClr>
                </a:solidFill>
              </a:rPr>
              <a:t>Network Folder</a:t>
            </a:r>
          </a:p>
        </p:txBody>
      </p:sp>
      <p:sp>
        <p:nvSpPr>
          <p:cNvPr id="139" name="Text Placeholder 138">
            <a:extLst>
              <a:ext uri="{FF2B5EF4-FFF2-40B4-BE49-F238E27FC236}">
                <a16:creationId xmlns:a16="http://schemas.microsoft.com/office/drawing/2014/main" id="{406E52BD-08E6-450D-B289-4ACF0D1A510D}"/>
              </a:ext>
            </a:extLst>
          </p:cNvPr>
          <p:cNvSpPr>
            <a:spLocks noGrp="1"/>
          </p:cNvSpPr>
          <p:nvPr>
            <p:ph type="body" sz="quarter" idx="119"/>
          </p:nvPr>
        </p:nvSpPr>
        <p:spPr>
          <a:xfrm>
            <a:off x="6124964" y="5771564"/>
            <a:ext cx="908050" cy="303213"/>
          </a:xfrm>
        </p:spPr>
        <p:txBody>
          <a:bodyPr/>
          <a:lstStyle/>
          <a:p>
            <a:r>
              <a:rPr lang="en-US">
                <a:solidFill>
                  <a:schemeClr val="bg1">
                    <a:lumMod val="50000"/>
                  </a:schemeClr>
                </a:solidFill>
              </a:rPr>
              <a:t>Network Database</a:t>
            </a:r>
          </a:p>
        </p:txBody>
      </p:sp>
      <p:sp>
        <p:nvSpPr>
          <p:cNvPr id="141" name="Text Placeholder 140">
            <a:extLst>
              <a:ext uri="{FF2B5EF4-FFF2-40B4-BE49-F238E27FC236}">
                <a16:creationId xmlns:a16="http://schemas.microsoft.com/office/drawing/2014/main" id="{CCF9788E-1FC8-4CA7-8AEC-E0CEE2F5EADF}"/>
              </a:ext>
            </a:extLst>
          </p:cNvPr>
          <p:cNvSpPr>
            <a:spLocks noGrp="1"/>
          </p:cNvSpPr>
          <p:nvPr>
            <p:ph type="body" sz="quarter" idx="121"/>
          </p:nvPr>
        </p:nvSpPr>
        <p:spPr>
          <a:xfrm>
            <a:off x="7092610" y="5771564"/>
            <a:ext cx="908050" cy="303213"/>
          </a:xfrm>
        </p:spPr>
        <p:txBody>
          <a:bodyPr/>
          <a:lstStyle/>
          <a:p>
            <a:r>
              <a:rPr lang="en-US">
                <a:solidFill>
                  <a:schemeClr val="bg1">
                    <a:lumMod val="50000"/>
                  </a:schemeClr>
                </a:solidFill>
              </a:rPr>
              <a:t>Database 1</a:t>
            </a:r>
          </a:p>
        </p:txBody>
      </p:sp>
      <p:sp>
        <p:nvSpPr>
          <p:cNvPr id="143" name="Text Placeholder 142">
            <a:extLst>
              <a:ext uri="{FF2B5EF4-FFF2-40B4-BE49-F238E27FC236}">
                <a16:creationId xmlns:a16="http://schemas.microsoft.com/office/drawing/2014/main" id="{40EE740E-6D6E-4DD7-96D1-F4707D64289B}"/>
              </a:ext>
            </a:extLst>
          </p:cNvPr>
          <p:cNvSpPr>
            <a:spLocks noGrp="1"/>
          </p:cNvSpPr>
          <p:nvPr>
            <p:ph type="body" sz="quarter" idx="123"/>
          </p:nvPr>
        </p:nvSpPr>
        <p:spPr>
          <a:xfrm>
            <a:off x="8060256" y="5771564"/>
            <a:ext cx="908050" cy="303213"/>
          </a:xfrm>
        </p:spPr>
        <p:txBody>
          <a:bodyPr/>
          <a:lstStyle/>
          <a:p>
            <a:r>
              <a:rPr lang="en-US">
                <a:solidFill>
                  <a:schemeClr val="bg1">
                    <a:lumMod val="50000"/>
                  </a:schemeClr>
                </a:solidFill>
              </a:rPr>
              <a:t>Database 2</a:t>
            </a:r>
          </a:p>
        </p:txBody>
      </p:sp>
      <p:sp>
        <p:nvSpPr>
          <p:cNvPr id="145" name="Text Placeholder 144">
            <a:extLst>
              <a:ext uri="{FF2B5EF4-FFF2-40B4-BE49-F238E27FC236}">
                <a16:creationId xmlns:a16="http://schemas.microsoft.com/office/drawing/2014/main" id="{BA82C1C7-4E10-4B33-9413-812069373E2E}"/>
              </a:ext>
            </a:extLst>
          </p:cNvPr>
          <p:cNvSpPr>
            <a:spLocks noGrp="1"/>
          </p:cNvSpPr>
          <p:nvPr>
            <p:ph type="body" sz="quarter" idx="125"/>
          </p:nvPr>
        </p:nvSpPr>
        <p:spPr>
          <a:xfrm>
            <a:off x="9027902" y="5771564"/>
            <a:ext cx="908050" cy="303213"/>
          </a:xfrm>
        </p:spPr>
        <p:txBody>
          <a:bodyPr/>
          <a:lstStyle/>
          <a:p>
            <a:r>
              <a:rPr lang="en-US">
                <a:solidFill>
                  <a:schemeClr val="bg1">
                    <a:lumMod val="50000"/>
                  </a:schemeClr>
                </a:solidFill>
              </a:rPr>
              <a:t>Database 3</a:t>
            </a:r>
          </a:p>
        </p:txBody>
      </p:sp>
      <p:sp>
        <p:nvSpPr>
          <p:cNvPr id="147" name="Text Placeholder 146">
            <a:extLst>
              <a:ext uri="{FF2B5EF4-FFF2-40B4-BE49-F238E27FC236}">
                <a16:creationId xmlns:a16="http://schemas.microsoft.com/office/drawing/2014/main" id="{934766D5-B5E6-4248-9026-605EC19D6171}"/>
              </a:ext>
            </a:extLst>
          </p:cNvPr>
          <p:cNvSpPr>
            <a:spLocks noGrp="1"/>
          </p:cNvSpPr>
          <p:nvPr>
            <p:ph type="body" sz="quarter" idx="127"/>
          </p:nvPr>
        </p:nvSpPr>
        <p:spPr>
          <a:xfrm>
            <a:off x="9995548" y="5771564"/>
            <a:ext cx="908050" cy="303213"/>
          </a:xfrm>
        </p:spPr>
        <p:txBody>
          <a:bodyPr/>
          <a:lstStyle/>
          <a:p>
            <a:r>
              <a:rPr lang="en-US">
                <a:solidFill>
                  <a:schemeClr val="bg1">
                    <a:lumMod val="50000"/>
                  </a:schemeClr>
                </a:solidFill>
              </a:rPr>
              <a:t>Database 4</a:t>
            </a:r>
          </a:p>
        </p:txBody>
      </p:sp>
      <p:sp>
        <p:nvSpPr>
          <p:cNvPr id="149" name="Text Placeholder 148">
            <a:extLst>
              <a:ext uri="{FF2B5EF4-FFF2-40B4-BE49-F238E27FC236}">
                <a16:creationId xmlns:a16="http://schemas.microsoft.com/office/drawing/2014/main" id="{46412A53-8C87-4EE6-8000-F837BD0409E8}"/>
              </a:ext>
            </a:extLst>
          </p:cNvPr>
          <p:cNvSpPr>
            <a:spLocks noGrp="1"/>
          </p:cNvSpPr>
          <p:nvPr>
            <p:ph type="body" sz="quarter" idx="129"/>
          </p:nvPr>
        </p:nvSpPr>
        <p:spPr>
          <a:xfrm>
            <a:off x="10963194" y="5771564"/>
            <a:ext cx="908050" cy="303213"/>
          </a:xfrm>
        </p:spPr>
        <p:txBody>
          <a:bodyPr/>
          <a:lstStyle/>
          <a:p>
            <a:r>
              <a:rPr lang="en-US">
                <a:solidFill>
                  <a:schemeClr val="bg1">
                    <a:lumMod val="50000"/>
                  </a:schemeClr>
                </a:solidFill>
              </a:rPr>
              <a:t>Database 5</a:t>
            </a:r>
          </a:p>
        </p:txBody>
      </p:sp>
      <p:sp>
        <p:nvSpPr>
          <p:cNvPr id="9" name="Title 8">
            <a:extLst>
              <a:ext uri="{FF2B5EF4-FFF2-40B4-BE49-F238E27FC236}">
                <a16:creationId xmlns:a16="http://schemas.microsoft.com/office/drawing/2014/main" id="{C8B52FF8-F51F-4834-BF04-2ADF2367D248}"/>
              </a:ext>
            </a:extLst>
          </p:cNvPr>
          <p:cNvSpPr>
            <a:spLocks noGrp="1"/>
          </p:cNvSpPr>
          <p:nvPr>
            <p:ph type="title"/>
          </p:nvPr>
        </p:nvSpPr>
        <p:spPr>
          <a:xfrm>
            <a:off x="612648" y="585216"/>
            <a:ext cx="1802078" cy="533370"/>
          </a:xfrm>
        </p:spPr>
        <p:txBody>
          <a:bodyPr/>
          <a:lstStyle/>
          <a:p>
            <a:r>
              <a:rPr lang="en-US"/>
              <a:t>Icons</a:t>
            </a:r>
          </a:p>
        </p:txBody>
      </p:sp>
      <p:sp>
        <p:nvSpPr>
          <p:cNvPr id="2" name="Footer Placeholder 1">
            <a:extLst>
              <a:ext uri="{FF2B5EF4-FFF2-40B4-BE49-F238E27FC236}">
                <a16:creationId xmlns:a16="http://schemas.microsoft.com/office/drawing/2014/main" id="{E790E171-A5E0-41EF-A3F2-316F6B148C28}"/>
              </a:ext>
            </a:extLst>
          </p:cNvPr>
          <p:cNvSpPr>
            <a:spLocks noGrp="1"/>
          </p:cNvSpPr>
          <p:nvPr>
            <p:ph type="ftr" sz="quarter" idx="13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sp>
        <p:nvSpPr>
          <p:cNvPr id="7" name="Freeform 27">
            <a:extLst>
              <a:ext uri="{FF2B5EF4-FFF2-40B4-BE49-F238E27FC236}">
                <a16:creationId xmlns:a16="http://schemas.microsoft.com/office/drawing/2014/main" id="{21243847-CC98-4A51-8BB2-B3B58E96CEDE}"/>
              </a:ext>
            </a:extLst>
          </p:cNvPr>
          <p:cNvSpPr>
            <a:spLocks noChangeAspect="1" noEditPoints="1"/>
          </p:cNvSpPr>
          <p:nvPr/>
        </p:nvSpPr>
        <p:spPr bwMode="auto">
          <a:xfrm>
            <a:off x="570707" y="1464470"/>
            <a:ext cx="404813" cy="400050"/>
          </a:xfrm>
          <a:custGeom>
            <a:avLst/>
            <a:gdLst>
              <a:gd name="T0" fmla="*/ 235 w 259"/>
              <a:gd name="T1" fmla="*/ 98 h 256"/>
              <a:gd name="T2" fmla="*/ 230 w 259"/>
              <a:gd name="T3" fmla="*/ 66 h 256"/>
              <a:gd name="T4" fmla="*/ 190 w 259"/>
              <a:gd name="T5" fmla="*/ 26 h 256"/>
              <a:gd name="T6" fmla="*/ 158 w 259"/>
              <a:gd name="T7" fmla="*/ 21 h 256"/>
              <a:gd name="T8" fmla="*/ 144 w 259"/>
              <a:gd name="T9" fmla="*/ 0 h 256"/>
              <a:gd name="T10" fmla="*/ 100 w 259"/>
              <a:gd name="T11" fmla="*/ 18 h 256"/>
              <a:gd name="T12" fmla="*/ 70 w 259"/>
              <a:gd name="T13" fmla="*/ 30 h 256"/>
              <a:gd name="T14" fmla="*/ 26 w 259"/>
              <a:gd name="T15" fmla="*/ 49 h 256"/>
              <a:gd name="T16" fmla="*/ 31 w 259"/>
              <a:gd name="T17" fmla="*/ 74 h 256"/>
              <a:gd name="T18" fmla="*/ 12 w 259"/>
              <a:gd name="T19" fmla="*/ 100 h 256"/>
              <a:gd name="T20" fmla="*/ 12 w 259"/>
              <a:gd name="T21" fmla="*/ 156 h 256"/>
              <a:gd name="T22" fmla="*/ 31 w 259"/>
              <a:gd name="T23" fmla="*/ 182 h 256"/>
              <a:gd name="T24" fmla="*/ 26 w 259"/>
              <a:gd name="T25" fmla="*/ 207 h 256"/>
              <a:gd name="T26" fmla="*/ 70 w 259"/>
              <a:gd name="T27" fmla="*/ 226 h 256"/>
              <a:gd name="T28" fmla="*/ 100 w 259"/>
              <a:gd name="T29" fmla="*/ 238 h 256"/>
              <a:gd name="T30" fmla="*/ 144 w 259"/>
              <a:gd name="T31" fmla="*/ 256 h 256"/>
              <a:gd name="T32" fmla="*/ 158 w 259"/>
              <a:gd name="T33" fmla="*/ 235 h 256"/>
              <a:gd name="T34" fmla="*/ 148 w 259"/>
              <a:gd name="T35" fmla="*/ 238 h 256"/>
              <a:gd name="T36" fmla="*/ 112 w 259"/>
              <a:gd name="T37" fmla="*/ 248 h 256"/>
              <a:gd name="T38" fmla="*/ 101 w 259"/>
              <a:gd name="T39" fmla="*/ 227 h 256"/>
              <a:gd name="T40" fmla="*/ 60 w 259"/>
              <a:gd name="T41" fmla="*/ 224 h 256"/>
              <a:gd name="T42" fmla="*/ 32 w 259"/>
              <a:gd name="T43" fmla="*/ 196 h 256"/>
              <a:gd name="T44" fmla="*/ 29 w 259"/>
              <a:gd name="T45" fmla="*/ 155 h 256"/>
              <a:gd name="T46" fmla="*/ 8 w 259"/>
              <a:gd name="T47" fmla="*/ 144 h 256"/>
              <a:gd name="T48" fmla="*/ 18 w 259"/>
              <a:gd name="T49" fmla="*/ 108 h 256"/>
              <a:gd name="T50" fmla="*/ 36 w 259"/>
              <a:gd name="T51" fmla="*/ 64 h 256"/>
              <a:gd name="T52" fmla="*/ 54 w 259"/>
              <a:gd name="T53" fmla="*/ 32 h 256"/>
              <a:gd name="T54" fmla="*/ 77 w 259"/>
              <a:gd name="T55" fmla="*/ 38 h 256"/>
              <a:gd name="T56" fmla="*/ 108 w 259"/>
              <a:gd name="T57" fmla="*/ 12 h 256"/>
              <a:gd name="T58" fmla="*/ 148 w 259"/>
              <a:gd name="T59" fmla="*/ 12 h 256"/>
              <a:gd name="T60" fmla="*/ 179 w 259"/>
              <a:gd name="T61" fmla="*/ 38 h 256"/>
              <a:gd name="T62" fmla="*/ 202 w 259"/>
              <a:gd name="T63" fmla="*/ 32 h 256"/>
              <a:gd name="T64" fmla="*/ 220 w 259"/>
              <a:gd name="T65" fmla="*/ 64 h 256"/>
              <a:gd name="T66" fmla="*/ 238 w 259"/>
              <a:gd name="T67" fmla="*/ 108 h 256"/>
              <a:gd name="T68" fmla="*/ 248 w 259"/>
              <a:gd name="T69" fmla="*/ 144 h 256"/>
              <a:gd name="T70" fmla="*/ 227 w 259"/>
              <a:gd name="T71" fmla="*/ 155 h 256"/>
              <a:gd name="T72" fmla="*/ 238 w 259"/>
              <a:gd name="T73" fmla="*/ 156 h 256"/>
              <a:gd name="T74" fmla="*/ 256 w 259"/>
              <a:gd name="T75" fmla="*/ 112 h 256"/>
              <a:gd name="T76" fmla="*/ 179 w 259"/>
              <a:gd name="T77" fmla="*/ 77 h 256"/>
              <a:gd name="T78" fmla="*/ 106 w 259"/>
              <a:gd name="T79" fmla="*/ 66 h 256"/>
              <a:gd name="T80" fmla="*/ 140 w 259"/>
              <a:gd name="T81" fmla="*/ 118 h 256"/>
              <a:gd name="T82" fmla="*/ 66 w 259"/>
              <a:gd name="T83" fmla="*/ 105 h 256"/>
              <a:gd name="T84" fmla="*/ 77 w 259"/>
              <a:gd name="T85" fmla="*/ 179 h 256"/>
              <a:gd name="T86" fmla="*/ 194 w 259"/>
              <a:gd name="T87" fmla="*/ 245 h 256"/>
              <a:gd name="T88" fmla="*/ 245 w 259"/>
              <a:gd name="T89" fmla="*/ 194 h 256"/>
              <a:gd name="T90" fmla="*/ 200 w 259"/>
              <a:gd name="T91" fmla="*/ 239 h 256"/>
              <a:gd name="T92" fmla="*/ 164 w 259"/>
              <a:gd name="T93" fmla="*/ 186 h 256"/>
              <a:gd name="T94" fmla="*/ 65 w 259"/>
              <a:gd name="T95" fmla="*/ 116 h 256"/>
              <a:gd name="T96" fmla="*/ 99 w 259"/>
              <a:gd name="T97" fmla="*/ 148 h 256"/>
              <a:gd name="T98" fmla="*/ 147 w 259"/>
              <a:gd name="T99" fmla="*/ 123 h 256"/>
              <a:gd name="T100" fmla="*/ 148 w 259"/>
              <a:gd name="T101" fmla="*/ 99 h 256"/>
              <a:gd name="T102" fmla="*/ 173 w 259"/>
              <a:gd name="T103" fmla="*/ 83 h 256"/>
              <a:gd name="T104" fmla="*/ 192 w 259"/>
              <a:gd name="T105" fmla="*/ 162 h 256"/>
              <a:gd name="T106" fmla="*/ 239 w 259"/>
              <a:gd name="T107" fmla="*/ 239 h 256"/>
              <a:gd name="T108" fmla="*/ 205 w 259"/>
              <a:gd name="T109" fmla="*/ 231 h 256"/>
              <a:gd name="T110" fmla="*/ 236 w 259"/>
              <a:gd name="T111" fmla="*/ 218 h 256"/>
              <a:gd name="T112" fmla="*/ 225 w 259"/>
              <a:gd name="T113" fmla="*/ 225 h 256"/>
              <a:gd name="T114" fmla="*/ 211 w 259"/>
              <a:gd name="T115" fmla="*/ 211 h 256"/>
              <a:gd name="T116" fmla="*/ 225 w 259"/>
              <a:gd name="T117" fmla="*/ 21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9" h="256">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4" y="61"/>
                  <a:pt x="234" y="53"/>
                  <a:pt x="230" y="49"/>
                </a:cubicBezTo>
                <a:cubicBezTo>
                  <a:pt x="207" y="26"/>
                  <a:pt x="207" y="26"/>
                  <a:pt x="207" y="26"/>
                </a:cubicBezTo>
                <a:cubicBezTo>
                  <a:pt x="203" y="21"/>
                  <a:pt x="195" y="21"/>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2" y="53"/>
                  <a:pt x="22"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2" y="195"/>
                  <a:pt x="22" y="203"/>
                  <a:pt x="26" y="207"/>
                </a:cubicBezTo>
                <a:cubicBezTo>
                  <a:pt x="49" y="230"/>
                  <a:pt x="49" y="230"/>
                  <a:pt x="49" y="230"/>
                </a:cubicBezTo>
                <a:cubicBezTo>
                  <a:pt x="53" y="234"/>
                  <a:pt x="61" y="234"/>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61" y="234"/>
                  <a:pt x="161" y="231"/>
                  <a:pt x="161" y="229"/>
                </a:cubicBezTo>
                <a:cubicBezTo>
                  <a:pt x="160" y="227"/>
                  <a:pt x="157" y="226"/>
                  <a:pt x="155" y="227"/>
                </a:cubicBezTo>
                <a:cubicBezTo>
                  <a:pt x="151" y="229"/>
                  <a:pt x="148" y="234"/>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3" y="216"/>
                  <a:pt x="68" y="217"/>
                  <a:pt x="64" y="220"/>
                </a:cubicBezTo>
                <a:cubicBezTo>
                  <a:pt x="60" y="224"/>
                  <a:pt x="60" y="224"/>
                  <a:pt x="60" y="224"/>
                </a:cubicBezTo>
                <a:cubicBezTo>
                  <a:pt x="59" y="226"/>
                  <a:pt x="56" y="226"/>
                  <a:pt x="54" y="224"/>
                </a:cubicBezTo>
                <a:cubicBezTo>
                  <a:pt x="32" y="202"/>
                  <a:pt x="32" y="202"/>
                  <a:pt x="32" y="202"/>
                </a:cubicBezTo>
                <a:cubicBezTo>
                  <a:pt x="30" y="200"/>
                  <a:pt x="30" y="197"/>
                  <a:pt x="32" y="196"/>
                </a:cubicBezTo>
                <a:cubicBezTo>
                  <a:pt x="36" y="192"/>
                  <a:pt x="36" y="192"/>
                  <a:pt x="36" y="192"/>
                </a:cubicBezTo>
                <a:cubicBezTo>
                  <a:pt x="39" y="188"/>
                  <a:pt x="40" y="183"/>
                  <a:pt x="38" y="179"/>
                </a:cubicBezTo>
                <a:cubicBezTo>
                  <a:pt x="29" y="155"/>
                  <a:pt x="29" y="155"/>
                  <a:pt x="29" y="155"/>
                </a:cubicBezTo>
                <a:cubicBezTo>
                  <a:pt x="27" y="151"/>
                  <a:pt x="23"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3" y="108"/>
                  <a:pt x="27" y="105"/>
                  <a:pt x="29" y="101"/>
                </a:cubicBezTo>
                <a:cubicBezTo>
                  <a:pt x="38" y="77"/>
                  <a:pt x="38" y="77"/>
                  <a:pt x="38" y="77"/>
                </a:cubicBezTo>
                <a:cubicBezTo>
                  <a:pt x="40" y="73"/>
                  <a:pt x="39" y="68"/>
                  <a:pt x="36" y="64"/>
                </a:cubicBezTo>
                <a:cubicBezTo>
                  <a:pt x="32" y="60"/>
                  <a:pt x="32" y="60"/>
                  <a:pt x="32" y="60"/>
                </a:cubicBezTo>
                <a:cubicBezTo>
                  <a:pt x="30" y="59"/>
                  <a:pt x="30" y="56"/>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2"/>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3" y="108"/>
                  <a:pt x="238" y="108"/>
                </a:cubicBezTo>
                <a:cubicBezTo>
                  <a:pt x="244" y="108"/>
                  <a:pt x="244" y="108"/>
                  <a:pt x="244" y="108"/>
                </a:cubicBezTo>
                <a:cubicBezTo>
                  <a:pt x="246" y="108"/>
                  <a:pt x="248" y="110"/>
                  <a:pt x="248" y="112"/>
                </a:cubicBezTo>
                <a:cubicBezTo>
                  <a:pt x="248" y="144"/>
                  <a:pt x="248" y="144"/>
                  <a:pt x="248" y="144"/>
                </a:cubicBezTo>
                <a:cubicBezTo>
                  <a:pt x="248" y="146"/>
                  <a:pt x="246" y="148"/>
                  <a:pt x="244" y="148"/>
                </a:cubicBezTo>
                <a:cubicBezTo>
                  <a:pt x="238" y="148"/>
                  <a:pt x="238" y="148"/>
                  <a:pt x="238" y="148"/>
                </a:cubicBezTo>
                <a:cubicBezTo>
                  <a:pt x="233" y="148"/>
                  <a:pt x="229" y="151"/>
                  <a:pt x="227" y="155"/>
                </a:cubicBezTo>
                <a:cubicBezTo>
                  <a:pt x="226" y="157"/>
                  <a:pt x="227" y="160"/>
                  <a:pt x="229" y="161"/>
                </a:cubicBezTo>
                <a:cubicBezTo>
                  <a:pt x="232" y="161"/>
                  <a:pt x="234" y="161"/>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198" y="147"/>
                </a:moveTo>
                <a:cubicBezTo>
                  <a:pt x="204" y="122"/>
                  <a:pt x="198" y="96"/>
                  <a:pt x="179" y="77"/>
                </a:cubicBezTo>
                <a:cubicBezTo>
                  <a:pt x="160" y="58"/>
                  <a:pt x="133" y="51"/>
                  <a:pt x="107" y="59"/>
                </a:cubicBezTo>
                <a:cubicBezTo>
                  <a:pt x="106" y="59"/>
                  <a:pt x="105" y="60"/>
                  <a:pt x="105" y="62"/>
                </a:cubicBezTo>
                <a:cubicBezTo>
                  <a:pt x="104" y="63"/>
                  <a:pt x="105" y="65"/>
                  <a:pt x="106" y="66"/>
                </a:cubicBezTo>
                <a:cubicBezTo>
                  <a:pt x="140" y="100"/>
                  <a:pt x="140" y="100"/>
                  <a:pt x="140" y="100"/>
                </a:cubicBezTo>
                <a:cubicBezTo>
                  <a:pt x="140" y="104"/>
                  <a:pt x="140" y="107"/>
                  <a:pt x="140" y="109"/>
                </a:cubicBezTo>
                <a:cubicBezTo>
                  <a:pt x="140" y="112"/>
                  <a:pt x="140" y="115"/>
                  <a:pt x="140" y="118"/>
                </a:cubicBezTo>
                <a:cubicBezTo>
                  <a:pt x="118" y="140"/>
                  <a:pt x="118" y="140"/>
                  <a:pt x="118" y="140"/>
                </a:cubicBezTo>
                <a:cubicBezTo>
                  <a:pt x="100" y="140"/>
                  <a:pt x="100" y="140"/>
                  <a:pt x="100" y="140"/>
                </a:cubicBezTo>
                <a:cubicBezTo>
                  <a:pt x="66" y="105"/>
                  <a:pt x="66" y="105"/>
                  <a:pt x="66" y="105"/>
                </a:cubicBezTo>
                <a:cubicBezTo>
                  <a:pt x="65" y="104"/>
                  <a:pt x="64" y="104"/>
                  <a:pt x="62" y="104"/>
                </a:cubicBezTo>
                <a:cubicBezTo>
                  <a:pt x="61" y="104"/>
                  <a:pt x="60" y="106"/>
                  <a:pt x="59" y="107"/>
                </a:cubicBezTo>
                <a:cubicBezTo>
                  <a:pt x="52" y="132"/>
                  <a:pt x="58" y="160"/>
                  <a:pt x="77" y="179"/>
                </a:cubicBezTo>
                <a:cubicBezTo>
                  <a:pt x="91" y="193"/>
                  <a:pt x="110" y="200"/>
                  <a:pt x="128" y="200"/>
                </a:cubicBezTo>
                <a:cubicBezTo>
                  <a:pt x="134" y="200"/>
                  <a:pt x="140" y="199"/>
                  <a:pt x="147" y="197"/>
                </a:cubicBezTo>
                <a:cubicBezTo>
                  <a:pt x="194" y="245"/>
                  <a:pt x="194" y="245"/>
                  <a:pt x="194" y="245"/>
                </a:cubicBezTo>
                <a:cubicBezTo>
                  <a:pt x="201" y="252"/>
                  <a:pt x="210" y="255"/>
                  <a:pt x="219" y="255"/>
                </a:cubicBezTo>
                <a:cubicBezTo>
                  <a:pt x="229" y="255"/>
                  <a:pt x="238" y="252"/>
                  <a:pt x="245" y="245"/>
                </a:cubicBezTo>
                <a:cubicBezTo>
                  <a:pt x="259" y="231"/>
                  <a:pt x="259" y="208"/>
                  <a:pt x="245" y="194"/>
                </a:cubicBezTo>
                <a:lnTo>
                  <a:pt x="198" y="147"/>
                </a:lnTo>
                <a:close/>
                <a:moveTo>
                  <a:pt x="239" y="239"/>
                </a:moveTo>
                <a:cubicBezTo>
                  <a:pt x="228" y="250"/>
                  <a:pt x="210" y="250"/>
                  <a:pt x="200" y="239"/>
                </a:cubicBezTo>
                <a:cubicBezTo>
                  <a:pt x="155" y="195"/>
                  <a:pt x="155" y="195"/>
                  <a:pt x="155" y="195"/>
                </a:cubicBezTo>
                <a:cubicBezTo>
                  <a:pt x="157" y="194"/>
                  <a:pt x="160" y="193"/>
                  <a:pt x="162" y="191"/>
                </a:cubicBezTo>
                <a:cubicBezTo>
                  <a:pt x="164" y="190"/>
                  <a:pt x="165" y="188"/>
                  <a:pt x="164" y="186"/>
                </a:cubicBezTo>
                <a:cubicBezTo>
                  <a:pt x="163" y="184"/>
                  <a:pt x="160" y="183"/>
                  <a:pt x="158" y="184"/>
                </a:cubicBezTo>
                <a:cubicBezTo>
                  <a:pt x="133" y="198"/>
                  <a:pt x="103" y="193"/>
                  <a:pt x="83" y="173"/>
                </a:cubicBezTo>
                <a:cubicBezTo>
                  <a:pt x="68" y="158"/>
                  <a:pt x="61" y="137"/>
                  <a:pt x="65" y="116"/>
                </a:cubicBezTo>
                <a:cubicBezTo>
                  <a:pt x="96" y="147"/>
                  <a:pt x="96" y="147"/>
                  <a:pt x="96" y="147"/>
                </a:cubicBezTo>
                <a:cubicBezTo>
                  <a:pt x="97" y="148"/>
                  <a:pt x="98" y="148"/>
                  <a:pt x="99" y="148"/>
                </a:cubicBezTo>
                <a:cubicBezTo>
                  <a:pt x="99" y="148"/>
                  <a:pt x="99" y="148"/>
                  <a:pt x="99" y="148"/>
                </a:cubicBezTo>
                <a:cubicBezTo>
                  <a:pt x="120" y="148"/>
                  <a:pt x="120" y="148"/>
                  <a:pt x="120" y="148"/>
                </a:cubicBezTo>
                <a:cubicBezTo>
                  <a:pt x="121" y="148"/>
                  <a:pt x="122" y="148"/>
                  <a:pt x="123" y="147"/>
                </a:cubicBezTo>
                <a:cubicBezTo>
                  <a:pt x="147" y="123"/>
                  <a:pt x="147" y="123"/>
                  <a:pt x="147" y="123"/>
                </a:cubicBezTo>
                <a:cubicBezTo>
                  <a:pt x="148" y="122"/>
                  <a:pt x="148" y="121"/>
                  <a:pt x="148" y="120"/>
                </a:cubicBezTo>
                <a:cubicBezTo>
                  <a:pt x="148" y="116"/>
                  <a:pt x="148" y="113"/>
                  <a:pt x="148" y="109"/>
                </a:cubicBezTo>
                <a:cubicBezTo>
                  <a:pt x="148" y="106"/>
                  <a:pt x="148" y="103"/>
                  <a:pt x="148" y="99"/>
                </a:cubicBezTo>
                <a:cubicBezTo>
                  <a:pt x="148" y="98"/>
                  <a:pt x="148" y="97"/>
                  <a:pt x="147" y="96"/>
                </a:cubicBezTo>
                <a:cubicBezTo>
                  <a:pt x="116" y="65"/>
                  <a:pt x="116" y="65"/>
                  <a:pt x="116" y="65"/>
                </a:cubicBezTo>
                <a:cubicBezTo>
                  <a:pt x="137" y="61"/>
                  <a:pt x="158" y="67"/>
                  <a:pt x="173" y="83"/>
                </a:cubicBezTo>
                <a:cubicBezTo>
                  <a:pt x="194" y="103"/>
                  <a:pt x="198" y="133"/>
                  <a:pt x="185" y="158"/>
                </a:cubicBezTo>
                <a:cubicBezTo>
                  <a:pt x="184" y="160"/>
                  <a:pt x="184" y="162"/>
                  <a:pt x="186" y="163"/>
                </a:cubicBezTo>
                <a:cubicBezTo>
                  <a:pt x="188" y="164"/>
                  <a:pt x="191" y="164"/>
                  <a:pt x="192" y="162"/>
                </a:cubicBezTo>
                <a:cubicBezTo>
                  <a:pt x="193" y="160"/>
                  <a:pt x="194" y="157"/>
                  <a:pt x="195" y="155"/>
                </a:cubicBezTo>
                <a:cubicBezTo>
                  <a:pt x="239" y="200"/>
                  <a:pt x="239" y="200"/>
                  <a:pt x="239" y="200"/>
                </a:cubicBezTo>
                <a:cubicBezTo>
                  <a:pt x="250" y="210"/>
                  <a:pt x="250" y="228"/>
                  <a:pt x="239" y="239"/>
                </a:cubicBezTo>
                <a:close/>
                <a:moveTo>
                  <a:pt x="205" y="205"/>
                </a:moveTo>
                <a:cubicBezTo>
                  <a:pt x="202" y="209"/>
                  <a:pt x="200" y="213"/>
                  <a:pt x="200" y="218"/>
                </a:cubicBezTo>
                <a:cubicBezTo>
                  <a:pt x="200" y="223"/>
                  <a:pt x="202" y="227"/>
                  <a:pt x="205" y="231"/>
                </a:cubicBezTo>
                <a:cubicBezTo>
                  <a:pt x="209" y="234"/>
                  <a:pt x="213" y="236"/>
                  <a:pt x="218" y="236"/>
                </a:cubicBezTo>
                <a:cubicBezTo>
                  <a:pt x="223" y="236"/>
                  <a:pt x="227" y="234"/>
                  <a:pt x="231" y="231"/>
                </a:cubicBezTo>
                <a:cubicBezTo>
                  <a:pt x="234" y="227"/>
                  <a:pt x="236" y="223"/>
                  <a:pt x="236" y="218"/>
                </a:cubicBezTo>
                <a:cubicBezTo>
                  <a:pt x="236" y="213"/>
                  <a:pt x="234" y="209"/>
                  <a:pt x="231" y="205"/>
                </a:cubicBezTo>
                <a:cubicBezTo>
                  <a:pt x="224" y="198"/>
                  <a:pt x="212" y="198"/>
                  <a:pt x="205" y="205"/>
                </a:cubicBezTo>
                <a:close/>
                <a:moveTo>
                  <a:pt x="225" y="225"/>
                </a:moveTo>
                <a:cubicBezTo>
                  <a:pt x="221" y="229"/>
                  <a:pt x="215" y="229"/>
                  <a:pt x="211" y="225"/>
                </a:cubicBezTo>
                <a:cubicBezTo>
                  <a:pt x="209" y="223"/>
                  <a:pt x="208" y="221"/>
                  <a:pt x="208" y="218"/>
                </a:cubicBezTo>
                <a:cubicBezTo>
                  <a:pt x="208" y="215"/>
                  <a:pt x="209" y="213"/>
                  <a:pt x="211" y="211"/>
                </a:cubicBezTo>
                <a:cubicBezTo>
                  <a:pt x="213" y="209"/>
                  <a:pt x="215" y="208"/>
                  <a:pt x="218" y="208"/>
                </a:cubicBezTo>
                <a:cubicBezTo>
                  <a:pt x="221" y="208"/>
                  <a:pt x="223" y="209"/>
                  <a:pt x="225" y="211"/>
                </a:cubicBezTo>
                <a:cubicBezTo>
                  <a:pt x="225" y="211"/>
                  <a:pt x="225" y="211"/>
                  <a:pt x="225" y="211"/>
                </a:cubicBezTo>
                <a:cubicBezTo>
                  <a:pt x="227" y="213"/>
                  <a:pt x="228" y="215"/>
                  <a:pt x="228" y="218"/>
                </a:cubicBezTo>
                <a:cubicBezTo>
                  <a:pt x="228" y="221"/>
                  <a:pt x="227" y="223"/>
                  <a:pt x="225" y="22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 name="Freeform 34">
            <a:extLst>
              <a:ext uri="{FF2B5EF4-FFF2-40B4-BE49-F238E27FC236}">
                <a16:creationId xmlns:a16="http://schemas.microsoft.com/office/drawing/2014/main" id="{65C52BA7-132B-4F78-9E30-2A7427119DE0}"/>
              </a:ext>
            </a:extLst>
          </p:cNvPr>
          <p:cNvSpPr>
            <a:spLocks noChangeAspect="1" noEditPoints="1"/>
          </p:cNvSpPr>
          <p:nvPr/>
        </p:nvSpPr>
        <p:spPr bwMode="auto">
          <a:xfrm>
            <a:off x="1541528" y="1464470"/>
            <a:ext cx="398462" cy="400050"/>
          </a:xfrm>
          <a:custGeom>
            <a:avLst/>
            <a:gdLst>
              <a:gd name="T0" fmla="*/ 157 w 256"/>
              <a:gd name="T1" fmla="*/ 62 h 256"/>
              <a:gd name="T2" fmla="*/ 173 w 256"/>
              <a:gd name="T3" fmla="*/ 72 h 256"/>
              <a:gd name="T4" fmla="*/ 179 w 256"/>
              <a:gd name="T5" fmla="*/ 83 h 256"/>
              <a:gd name="T6" fmla="*/ 181 w 256"/>
              <a:gd name="T7" fmla="*/ 175 h 256"/>
              <a:gd name="T8" fmla="*/ 124 w 256"/>
              <a:gd name="T9" fmla="*/ 64 h 256"/>
              <a:gd name="T10" fmla="*/ 120 w 256"/>
              <a:gd name="T11" fmla="*/ 60 h 256"/>
              <a:gd name="T12" fmla="*/ 196 w 256"/>
              <a:gd name="T13" fmla="*/ 128 h 256"/>
              <a:gd name="T14" fmla="*/ 128 w 256"/>
              <a:gd name="T15" fmla="*/ 36 h 256"/>
              <a:gd name="T16" fmla="*/ 128 w 256"/>
              <a:gd name="T17" fmla="*/ 212 h 256"/>
              <a:gd name="T18" fmla="*/ 64 w 256"/>
              <a:gd name="T19" fmla="*/ 104 h 256"/>
              <a:gd name="T20" fmla="*/ 66 w 256"/>
              <a:gd name="T21" fmla="*/ 91 h 256"/>
              <a:gd name="T22" fmla="*/ 187 w 256"/>
              <a:gd name="T23" fmla="*/ 102 h 256"/>
              <a:gd name="T24" fmla="*/ 185 w 256"/>
              <a:gd name="T25" fmla="*/ 90 h 256"/>
              <a:gd name="T26" fmla="*/ 193 w 256"/>
              <a:gd name="T27" fmla="*/ 153 h 256"/>
              <a:gd name="T28" fmla="*/ 130 w 256"/>
              <a:gd name="T29" fmla="*/ 120 h 256"/>
              <a:gd name="T30" fmla="*/ 136 w 256"/>
              <a:gd name="T31" fmla="*/ 126 h 256"/>
              <a:gd name="T32" fmla="*/ 64 w 256"/>
              <a:gd name="T33" fmla="*/ 125 h 256"/>
              <a:gd name="T34" fmla="*/ 60 w 256"/>
              <a:gd name="T35" fmla="*/ 128 h 256"/>
              <a:gd name="T36" fmla="*/ 100 w 256"/>
              <a:gd name="T37" fmla="*/ 70 h 256"/>
              <a:gd name="T38" fmla="*/ 244 w 256"/>
              <a:gd name="T39" fmla="*/ 100 h 256"/>
              <a:gd name="T40" fmla="*/ 230 w 256"/>
              <a:gd name="T41" fmla="*/ 66 h 256"/>
              <a:gd name="T42" fmla="*/ 182 w 256"/>
              <a:gd name="T43" fmla="*/ 31 h 256"/>
              <a:gd name="T44" fmla="*/ 112 w 256"/>
              <a:gd name="T45" fmla="*/ 0 h 256"/>
              <a:gd name="T46" fmla="*/ 70 w 256"/>
              <a:gd name="T47" fmla="*/ 30 h 256"/>
              <a:gd name="T48" fmla="*/ 30 w 256"/>
              <a:gd name="T49" fmla="*/ 70 h 256"/>
              <a:gd name="T50" fmla="*/ 0 w 256"/>
              <a:gd name="T51" fmla="*/ 112 h 256"/>
              <a:gd name="T52" fmla="*/ 31 w 256"/>
              <a:gd name="T53" fmla="*/ 182 h 256"/>
              <a:gd name="T54" fmla="*/ 66 w 256"/>
              <a:gd name="T55" fmla="*/ 230 h 256"/>
              <a:gd name="T56" fmla="*/ 100 w 256"/>
              <a:gd name="T57" fmla="*/ 244 h 256"/>
              <a:gd name="T58" fmla="*/ 158 w 256"/>
              <a:gd name="T59" fmla="*/ 235 h 256"/>
              <a:gd name="T60" fmla="*/ 230 w 256"/>
              <a:gd name="T61" fmla="*/ 207 h 256"/>
              <a:gd name="T62" fmla="*/ 238 w 256"/>
              <a:gd name="T63" fmla="*/ 156 h 256"/>
              <a:gd name="T64" fmla="*/ 248 w 256"/>
              <a:gd name="T65" fmla="*/ 144 h 256"/>
              <a:gd name="T66" fmla="*/ 220 w 256"/>
              <a:gd name="T67" fmla="*/ 192 h 256"/>
              <a:gd name="T68" fmla="*/ 192 w 256"/>
              <a:gd name="T69" fmla="*/ 220 h 256"/>
              <a:gd name="T70" fmla="*/ 144 w 256"/>
              <a:gd name="T71" fmla="*/ 248 h 256"/>
              <a:gd name="T72" fmla="*/ 77 w 256"/>
              <a:gd name="T73" fmla="*/ 218 h 256"/>
              <a:gd name="T74" fmla="*/ 32 w 256"/>
              <a:gd name="T75" fmla="*/ 202 h 256"/>
              <a:gd name="T76" fmla="*/ 29 w 256"/>
              <a:gd name="T77" fmla="*/ 155 h 256"/>
              <a:gd name="T78" fmla="*/ 12 w 256"/>
              <a:gd name="T79" fmla="*/ 108 h 256"/>
              <a:gd name="T80" fmla="*/ 32 w 256"/>
              <a:gd name="T81" fmla="*/ 60 h 256"/>
              <a:gd name="T82" fmla="*/ 64 w 256"/>
              <a:gd name="T83" fmla="*/ 36 h 256"/>
              <a:gd name="T84" fmla="*/ 112 w 256"/>
              <a:gd name="T85" fmla="*/ 8 h 256"/>
              <a:gd name="T86" fmla="*/ 179 w 256"/>
              <a:gd name="T87" fmla="*/ 38 h 256"/>
              <a:gd name="T88" fmla="*/ 224 w 256"/>
              <a:gd name="T89" fmla="*/ 60 h 256"/>
              <a:gd name="T90" fmla="*/ 244 w 256"/>
              <a:gd name="T91" fmla="*/ 108 h 256"/>
              <a:gd name="T92" fmla="*/ 77 w 256"/>
              <a:gd name="T93" fmla="*/ 83 h 256"/>
              <a:gd name="T94" fmla="*/ 83 w 256"/>
              <a:gd name="T95" fmla="*/ 72 h 256"/>
              <a:gd name="T96" fmla="*/ 59 w 256"/>
              <a:gd name="T97" fmla="*/ 150 h 256"/>
              <a:gd name="T98" fmla="*/ 68 w 256"/>
              <a:gd name="T99" fmla="*/ 161 h 256"/>
              <a:gd name="T100" fmla="*/ 78 w 256"/>
              <a:gd name="T101" fmla="*/ 16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6" h="256">
                <a:moveTo>
                  <a:pt x="147" y="67"/>
                </a:moveTo>
                <a:cubicBezTo>
                  <a:pt x="155" y="70"/>
                  <a:pt x="155" y="70"/>
                  <a:pt x="155" y="70"/>
                </a:cubicBezTo>
                <a:cubicBezTo>
                  <a:pt x="155" y="70"/>
                  <a:pt x="156" y="70"/>
                  <a:pt x="156" y="70"/>
                </a:cubicBezTo>
                <a:cubicBezTo>
                  <a:pt x="158" y="70"/>
                  <a:pt x="159" y="69"/>
                  <a:pt x="160" y="67"/>
                </a:cubicBezTo>
                <a:cubicBezTo>
                  <a:pt x="161" y="65"/>
                  <a:pt x="159" y="63"/>
                  <a:pt x="157" y="62"/>
                </a:cubicBezTo>
                <a:cubicBezTo>
                  <a:pt x="150" y="59"/>
                  <a:pt x="150" y="59"/>
                  <a:pt x="150" y="59"/>
                </a:cubicBezTo>
                <a:cubicBezTo>
                  <a:pt x="148" y="59"/>
                  <a:pt x="146" y="60"/>
                  <a:pt x="145" y="62"/>
                </a:cubicBezTo>
                <a:cubicBezTo>
                  <a:pt x="144" y="64"/>
                  <a:pt x="145" y="66"/>
                  <a:pt x="147" y="67"/>
                </a:cubicBezTo>
                <a:close/>
                <a:moveTo>
                  <a:pt x="179" y="77"/>
                </a:moveTo>
                <a:cubicBezTo>
                  <a:pt x="173" y="72"/>
                  <a:pt x="173" y="72"/>
                  <a:pt x="173" y="72"/>
                </a:cubicBezTo>
                <a:cubicBezTo>
                  <a:pt x="171" y="70"/>
                  <a:pt x="169" y="70"/>
                  <a:pt x="167" y="72"/>
                </a:cubicBezTo>
                <a:cubicBezTo>
                  <a:pt x="166" y="74"/>
                  <a:pt x="166" y="76"/>
                  <a:pt x="168" y="78"/>
                </a:cubicBezTo>
                <a:cubicBezTo>
                  <a:pt x="174" y="83"/>
                  <a:pt x="174" y="83"/>
                  <a:pt x="174" y="83"/>
                </a:cubicBezTo>
                <a:cubicBezTo>
                  <a:pt x="174" y="84"/>
                  <a:pt x="175" y="84"/>
                  <a:pt x="176" y="84"/>
                </a:cubicBezTo>
                <a:cubicBezTo>
                  <a:pt x="177" y="84"/>
                  <a:pt x="179" y="84"/>
                  <a:pt x="179" y="83"/>
                </a:cubicBezTo>
                <a:cubicBezTo>
                  <a:pt x="181" y="81"/>
                  <a:pt x="181" y="78"/>
                  <a:pt x="179" y="77"/>
                </a:cubicBezTo>
                <a:close/>
                <a:moveTo>
                  <a:pt x="182" y="162"/>
                </a:moveTo>
                <a:cubicBezTo>
                  <a:pt x="178" y="168"/>
                  <a:pt x="178" y="168"/>
                  <a:pt x="178" y="168"/>
                </a:cubicBezTo>
                <a:cubicBezTo>
                  <a:pt x="177" y="170"/>
                  <a:pt x="177" y="173"/>
                  <a:pt x="179" y="174"/>
                </a:cubicBezTo>
                <a:cubicBezTo>
                  <a:pt x="179" y="174"/>
                  <a:pt x="180" y="175"/>
                  <a:pt x="181" y="175"/>
                </a:cubicBezTo>
                <a:cubicBezTo>
                  <a:pt x="182" y="175"/>
                  <a:pt x="184" y="174"/>
                  <a:pt x="184" y="173"/>
                </a:cubicBezTo>
                <a:cubicBezTo>
                  <a:pt x="189" y="166"/>
                  <a:pt x="189" y="166"/>
                  <a:pt x="189" y="166"/>
                </a:cubicBezTo>
                <a:cubicBezTo>
                  <a:pt x="190" y="165"/>
                  <a:pt x="190" y="162"/>
                  <a:pt x="188" y="161"/>
                </a:cubicBezTo>
                <a:cubicBezTo>
                  <a:pt x="186" y="160"/>
                  <a:pt x="184" y="160"/>
                  <a:pt x="182" y="162"/>
                </a:cubicBezTo>
                <a:close/>
                <a:moveTo>
                  <a:pt x="124" y="64"/>
                </a:moveTo>
                <a:cubicBezTo>
                  <a:pt x="132" y="64"/>
                  <a:pt x="132" y="64"/>
                  <a:pt x="132" y="64"/>
                </a:cubicBezTo>
                <a:cubicBezTo>
                  <a:pt x="134" y="64"/>
                  <a:pt x="136" y="62"/>
                  <a:pt x="136" y="60"/>
                </a:cubicBezTo>
                <a:cubicBezTo>
                  <a:pt x="136" y="58"/>
                  <a:pt x="134" y="56"/>
                  <a:pt x="132" y="56"/>
                </a:cubicBezTo>
                <a:cubicBezTo>
                  <a:pt x="124" y="56"/>
                  <a:pt x="124" y="56"/>
                  <a:pt x="124" y="56"/>
                </a:cubicBezTo>
                <a:cubicBezTo>
                  <a:pt x="122" y="56"/>
                  <a:pt x="120" y="58"/>
                  <a:pt x="120" y="60"/>
                </a:cubicBezTo>
                <a:cubicBezTo>
                  <a:pt x="120" y="62"/>
                  <a:pt x="122" y="64"/>
                  <a:pt x="124" y="64"/>
                </a:cubicBezTo>
                <a:close/>
                <a:moveTo>
                  <a:pt x="191" y="117"/>
                </a:moveTo>
                <a:cubicBezTo>
                  <a:pt x="192" y="125"/>
                  <a:pt x="192" y="125"/>
                  <a:pt x="192" y="125"/>
                </a:cubicBezTo>
                <a:cubicBezTo>
                  <a:pt x="192" y="127"/>
                  <a:pt x="194" y="128"/>
                  <a:pt x="196" y="128"/>
                </a:cubicBezTo>
                <a:cubicBezTo>
                  <a:pt x="196" y="128"/>
                  <a:pt x="196" y="128"/>
                  <a:pt x="196" y="128"/>
                </a:cubicBezTo>
                <a:cubicBezTo>
                  <a:pt x="199" y="128"/>
                  <a:pt x="200" y="126"/>
                  <a:pt x="200" y="124"/>
                </a:cubicBezTo>
                <a:cubicBezTo>
                  <a:pt x="199" y="116"/>
                  <a:pt x="199" y="116"/>
                  <a:pt x="199" y="116"/>
                </a:cubicBezTo>
                <a:cubicBezTo>
                  <a:pt x="199" y="114"/>
                  <a:pt x="197" y="112"/>
                  <a:pt x="195" y="112"/>
                </a:cubicBezTo>
                <a:cubicBezTo>
                  <a:pt x="192" y="113"/>
                  <a:pt x="191" y="115"/>
                  <a:pt x="191" y="117"/>
                </a:cubicBezTo>
                <a:close/>
                <a:moveTo>
                  <a:pt x="128" y="36"/>
                </a:moveTo>
                <a:cubicBezTo>
                  <a:pt x="77" y="36"/>
                  <a:pt x="36" y="77"/>
                  <a:pt x="36" y="128"/>
                </a:cubicBezTo>
                <a:cubicBezTo>
                  <a:pt x="36" y="179"/>
                  <a:pt x="77" y="220"/>
                  <a:pt x="128" y="220"/>
                </a:cubicBezTo>
                <a:cubicBezTo>
                  <a:pt x="179" y="220"/>
                  <a:pt x="220" y="179"/>
                  <a:pt x="220" y="128"/>
                </a:cubicBezTo>
                <a:cubicBezTo>
                  <a:pt x="220" y="77"/>
                  <a:pt x="179" y="36"/>
                  <a:pt x="128" y="36"/>
                </a:cubicBezTo>
                <a:close/>
                <a:moveTo>
                  <a:pt x="128" y="212"/>
                </a:moveTo>
                <a:cubicBezTo>
                  <a:pt x="82" y="212"/>
                  <a:pt x="44" y="174"/>
                  <a:pt x="44" y="128"/>
                </a:cubicBezTo>
                <a:cubicBezTo>
                  <a:pt x="44" y="82"/>
                  <a:pt x="82" y="44"/>
                  <a:pt x="128" y="44"/>
                </a:cubicBezTo>
                <a:cubicBezTo>
                  <a:pt x="174" y="44"/>
                  <a:pt x="212" y="82"/>
                  <a:pt x="212" y="128"/>
                </a:cubicBezTo>
                <a:cubicBezTo>
                  <a:pt x="212" y="174"/>
                  <a:pt x="174" y="212"/>
                  <a:pt x="128" y="212"/>
                </a:cubicBezTo>
                <a:close/>
                <a:moveTo>
                  <a:pt x="64" y="104"/>
                </a:moveTo>
                <a:cubicBezTo>
                  <a:pt x="64" y="104"/>
                  <a:pt x="65" y="104"/>
                  <a:pt x="66" y="104"/>
                </a:cubicBezTo>
                <a:cubicBezTo>
                  <a:pt x="67" y="104"/>
                  <a:pt x="69" y="104"/>
                  <a:pt x="69" y="102"/>
                </a:cubicBezTo>
                <a:cubicBezTo>
                  <a:pt x="73" y="95"/>
                  <a:pt x="73" y="95"/>
                  <a:pt x="73" y="95"/>
                </a:cubicBezTo>
                <a:cubicBezTo>
                  <a:pt x="74" y="93"/>
                  <a:pt x="73" y="91"/>
                  <a:pt x="71" y="90"/>
                </a:cubicBezTo>
                <a:cubicBezTo>
                  <a:pt x="69" y="89"/>
                  <a:pt x="67" y="89"/>
                  <a:pt x="66" y="91"/>
                </a:cubicBezTo>
                <a:cubicBezTo>
                  <a:pt x="62" y="99"/>
                  <a:pt x="62" y="99"/>
                  <a:pt x="62" y="99"/>
                </a:cubicBezTo>
                <a:cubicBezTo>
                  <a:pt x="61" y="101"/>
                  <a:pt x="62" y="103"/>
                  <a:pt x="64" y="104"/>
                </a:cubicBezTo>
                <a:close/>
                <a:moveTo>
                  <a:pt x="185" y="90"/>
                </a:moveTo>
                <a:cubicBezTo>
                  <a:pt x="183" y="91"/>
                  <a:pt x="182" y="93"/>
                  <a:pt x="183" y="95"/>
                </a:cubicBezTo>
                <a:cubicBezTo>
                  <a:pt x="187" y="102"/>
                  <a:pt x="187" y="102"/>
                  <a:pt x="187" y="102"/>
                </a:cubicBezTo>
                <a:cubicBezTo>
                  <a:pt x="187" y="104"/>
                  <a:pt x="189" y="104"/>
                  <a:pt x="190" y="104"/>
                </a:cubicBezTo>
                <a:cubicBezTo>
                  <a:pt x="191" y="104"/>
                  <a:pt x="192" y="104"/>
                  <a:pt x="192" y="104"/>
                </a:cubicBezTo>
                <a:cubicBezTo>
                  <a:pt x="194" y="103"/>
                  <a:pt x="195" y="101"/>
                  <a:pt x="194" y="99"/>
                </a:cubicBezTo>
                <a:cubicBezTo>
                  <a:pt x="190" y="91"/>
                  <a:pt x="190" y="91"/>
                  <a:pt x="190" y="91"/>
                </a:cubicBezTo>
                <a:cubicBezTo>
                  <a:pt x="189" y="89"/>
                  <a:pt x="187" y="89"/>
                  <a:pt x="185" y="90"/>
                </a:cubicBezTo>
                <a:close/>
                <a:moveTo>
                  <a:pt x="196" y="137"/>
                </a:moveTo>
                <a:cubicBezTo>
                  <a:pt x="194" y="137"/>
                  <a:pt x="192" y="138"/>
                  <a:pt x="191" y="140"/>
                </a:cubicBezTo>
                <a:cubicBezTo>
                  <a:pt x="189" y="148"/>
                  <a:pt x="189" y="148"/>
                  <a:pt x="189" y="148"/>
                </a:cubicBezTo>
                <a:cubicBezTo>
                  <a:pt x="188" y="150"/>
                  <a:pt x="190" y="152"/>
                  <a:pt x="192" y="153"/>
                </a:cubicBezTo>
                <a:cubicBezTo>
                  <a:pt x="192" y="153"/>
                  <a:pt x="192" y="153"/>
                  <a:pt x="193" y="153"/>
                </a:cubicBezTo>
                <a:cubicBezTo>
                  <a:pt x="195" y="153"/>
                  <a:pt x="196" y="152"/>
                  <a:pt x="197" y="150"/>
                </a:cubicBezTo>
                <a:cubicBezTo>
                  <a:pt x="199" y="142"/>
                  <a:pt x="199" y="142"/>
                  <a:pt x="199" y="142"/>
                </a:cubicBezTo>
                <a:cubicBezTo>
                  <a:pt x="199" y="140"/>
                  <a:pt x="198" y="138"/>
                  <a:pt x="196" y="137"/>
                </a:cubicBezTo>
                <a:close/>
                <a:moveTo>
                  <a:pt x="159" y="93"/>
                </a:moveTo>
                <a:cubicBezTo>
                  <a:pt x="130" y="120"/>
                  <a:pt x="130" y="120"/>
                  <a:pt x="130" y="120"/>
                </a:cubicBezTo>
                <a:cubicBezTo>
                  <a:pt x="129" y="120"/>
                  <a:pt x="129" y="120"/>
                  <a:pt x="128" y="120"/>
                </a:cubicBezTo>
                <a:cubicBezTo>
                  <a:pt x="124" y="120"/>
                  <a:pt x="120" y="124"/>
                  <a:pt x="120" y="128"/>
                </a:cubicBezTo>
                <a:cubicBezTo>
                  <a:pt x="120" y="132"/>
                  <a:pt x="124" y="136"/>
                  <a:pt x="128" y="136"/>
                </a:cubicBezTo>
                <a:cubicBezTo>
                  <a:pt x="132" y="136"/>
                  <a:pt x="136" y="132"/>
                  <a:pt x="136" y="128"/>
                </a:cubicBezTo>
                <a:cubicBezTo>
                  <a:pt x="136" y="127"/>
                  <a:pt x="136" y="127"/>
                  <a:pt x="136" y="126"/>
                </a:cubicBezTo>
                <a:cubicBezTo>
                  <a:pt x="164" y="99"/>
                  <a:pt x="164" y="99"/>
                  <a:pt x="164" y="99"/>
                </a:cubicBezTo>
                <a:cubicBezTo>
                  <a:pt x="166" y="97"/>
                  <a:pt x="166" y="95"/>
                  <a:pt x="164" y="93"/>
                </a:cubicBezTo>
                <a:cubicBezTo>
                  <a:pt x="163" y="92"/>
                  <a:pt x="160" y="92"/>
                  <a:pt x="159" y="93"/>
                </a:cubicBezTo>
                <a:close/>
                <a:moveTo>
                  <a:pt x="60" y="128"/>
                </a:moveTo>
                <a:cubicBezTo>
                  <a:pt x="62" y="128"/>
                  <a:pt x="64" y="127"/>
                  <a:pt x="64" y="125"/>
                </a:cubicBezTo>
                <a:cubicBezTo>
                  <a:pt x="65" y="117"/>
                  <a:pt x="65" y="117"/>
                  <a:pt x="65" y="117"/>
                </a:cubicBezTo>
                <a:cubicBezTo>
                  <a:pt x="65" y="115"/>
                  <a:pt x="64" y="113"/>
                  <a:pt x="61" y="112"/>
                </a:cubicBezTo>
                <a:cubicBezTo>
                  <a:pt x="59" y="112"/>
                  <a:pt x="57" y="114"/>
                  <a:pt x="57" y="116"/>
                </a:cubicBezTo>
                <a:cubicBezTo>
                  <a:pt x="56" y="124"/>
                  <a:pt x="56" y="124"/>
                  <a:pt x="56" y="124"/>
                </a:cubicBezTo>
                <a:cubicBezTo>
                  <a:pt x="56" y="126"/>
                  <a:pt x="57" y="128"/>
                  <a:pt x="60" y="128"/>
                </a:cubicBezTo>
                <a:cubicBezTo>
                  <a:pt x="60" y="128"/>
                  <a:pt x="60" y="128"/>
                  <a:pt x="60" y="128"/>
                </a:cubicBezTo>
                <a:close/>
                <a:moveTo>
                  <a:pt x="106" y="59"/>
                </a:moveTo>
                <a:cubicBezTo>
                  <a:pt x="99" y="62"/>
                  <a:pt x="99" y="62"/>
                  <a:pt x="99" y="62"/>
                </a:cubicBezTo>
                <a:cubicBezTo>
                  <a:pt x="97" y="63"/>
                  <a:pt x="95" y="65"/>
                  <a:pt x="96" y="67"/>
                </a:cubicBezTo>
                <a:cubicBezTo>
                  <a:pt x="97" y="69"/>
                  <a:pt x="98" y="70"/>
                  <a:pt x="100" y="70"/>
                </a:cubicBezTo>
                <a:cubicBezTo>
                  <a:pt x="100" y="70"/>
                  <a:pt x="101" y="70"/>
                  <a:pt x="101" y="70"/>
                </a:cubicBezTo>
                <a:cubicBezTo>
                  <a:pt x="109" y="67"/>
                  <a:pt x="109" y="67"/>
                  <a:pt x="109" y="67"/>
                </a:cubicBezTo>
                <a:cubicBezTo>
                  <a:pt x="111" y="66"/>
                  <a:pt x="112" y="64"/>
                  <a:pt x="111" y="62"/>
                </a:cubicBezTo>
                <a:cubicBezTo>
                  <a:pt x="110" y="60"/>
                  <a:pt x="108" y="59"/>
                  <a:pt x="106" y="59"/>
                </a:cubicBezTo>
                <a:close/>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4" y="61"/>
                  <a:pt x="234" y="53"/>
                  <a:pt x="230" y="49"/>
                </a:cubicBezTo>
                <a:cubicBezTo>
                  <a:pt x="207" y="26"/>
                  <a:pt x="207" y="26"/>
                  <a:pt x="207" y="26"/>
                </a:cubicBezTo>
                <a:cubicBezTo>
                  <a:pt x="203" y="21"/>
                  <a:pt x="195" y="21"/>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1" y="195"/>
                  <a:pt x="21" y="203"/>
                  <a:pt x="26" y="207"/>
                </a:cubicBezTo>
                <a:cubicBezTo>
                  <a:pt x="49" y="230"/>
                  <a:pt x="49" y="230"/>
                  <a:pt x="49" y="230"/>
                </a:cubicBezTo>
                <a:cubicBezTo>
                  <a:pt x="53" y="234"/>
                  <a:pt x="61" y="235"/>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82" y="225"/>
                  <a:pt x="182" y="225"/>
                  <a:pt x="182" y="225"/>
                </a:cubicBezTo>
                <a:cubicBezTo>
                  <a:pt x="183" y="224"/>
                  <a:pt x="185" y="225"/>
                  <a:pt x="186" y="226"/>
                </a:cubicBezTo>
                <a:cubicBezTo>
                  <a:pt x="190" y="230"/>
                  <a:pt x="190" y="230"/>
                  <a:pt x="190" y="230"/>
                </a:cubicBezTo>
                <a:cubicBezTo>
                  <a:pt x="195" y="234"/>
                  <a:pt x="203" y="235"/>
                  <a:pt x="207" y="230"/>
                </a:cubicBezTo>
                <a:cubicBezTo>
                  <a:pt x="230" y="207"/>
                  <a:pt x="230" y="207"/>
                  <a:pt x="230" y="207"/>
                </a:cubicBezTo>
                <a:cubicBezTo>
                  <a:pt x="234" y="203"/>
                  <a:pt x="234" y="195"/>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248" y="144"/>
                </a:moveTo>
                <a:cubicBezTo>
                  <a:pt x="248" y="146"/>
                  <a:pt x="246" y="148"/>
                  <a:pt x="244" y="148"/>
                </a:cubicBezTo>
                <a:cubicBezTo>
                  <a:pt x="238" y="148"/>
                  <a:pt x="238" y="148"/>
                  <a:pt x="238" y="148"/>
                </a:cubicBezTo>
                <a:cubicBezTo>
                  <a:pt x="233" y="148"/>
                  <a:pt x="229" y="151"/>
                  <a:pt x="227" y="155"/>
                </a:cubicBezTo>
                <a:cubicBezTo>
                  <a:pt x="218" y="179"/>
                  <a:pt x="218" y="179"/>
                  <a:pt x="218" y="179"/>
                </a:cubicBezTo>
                <a:cubicBezTo>
                  <a:pt x="216" y="183"/>
                  <a:pt x="217" y="188"/>
                  <a:pt x="220" y="192"/>
                </a:cubicBezTo>
                <a:cubicBezTo>
                  <a:pt x="224" y="196"/>
                  <a:pt x="224" y="196"/>
                  <a:pt x="224" y="196"/>
                </a:cubicBezTo>
                <a:cubicBezTo>
                  <a:pt x="226" y="197"/>
                  <a:pt x="226" y="200"/>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55" y="227"/>
                  <a:pt x="155" y="227"/>
                  <a:pt x="155" y="227"/>
                </a:cubicBezTo>
                <a:cubicBezTo>
                  <a:pt x="151" y="229"/>
                  <a:pt x="148" y="234"/>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6" y="217"/>
                  <a:pt x="74" y="217"/>
                  <a:pt x="73" y="217"/>
                </a:cubicBezTo>
                <a:cubicBezTo>
                  <a:pt x="69" y="217"/>
                  <a:pt x="66" y="218"/>
                  <a:pt x="64" y="220"/>
                </a:cubicBezTo>
                <a:cubicBezTo>
                  <a:pt x="60" y="224"/>
                  <a:pt x="60" y="224"/>
                  <a:pt x="60" y="224"/>
                </a:cubicBezTo>
                <a:cubicBezTo>
                  <a:pt x="59" y="226"/>
                  <a:pt x="56" y="226"/>
                  <a:pt x="54" y="224"/>
                </a:cubicBezTo>
                <a:cubicBezTo>
                  <a:pt x="32" y="202"/>
                  <a:pt x="32" y="202"/>
                  <a:pt x="32" y="202"/>
                </a:cubicBezTo>
                <a:cubicBezTo>
                  <a:pt x="31" y="201"/>
                  <a:pt x="31" y="200"/>
                  <a:pt x="31" y="199"/>
                </a:cubicBezTo>
                <a:cubicBezTo>
                  <a:pt x="31" y="198"/>
                  <a:pt x="31"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1" y="59"/>
                  <a:pt x="31" y="58"/>
                  <a:pt x="31" y="57"/>
                </a:cubicBezTo>
                <a:cubicBezTo>
                  <a:pt x="31" y="56"/>
                  <a:pt x="31" y="55"/>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2"/>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lnTo>
                  <a:pt x="248" y="144"/>
                </a:lnTo>
                <a:close/>
                <a:moveTo>
                  <a:pt x="83" y="72"/>
                </a:moveTo>
                <a:cubicBezTo>
                  <a:pt x="77" y="77"/>
                  <a:pt x="77" y="77"/>
                  <a:pt x="77" y="77"/>
                </a:cubicBezTo>
                <a:cubicBezTo>
                  <a:pt x="75" y="78"/>
                  <a:pt x="75" y="81"/>
                  <a:pt x="77" y="83"/>
                </a:cubicBezTo>
                <a:cubicBezTo>
                  <a:pt x="77" y="84"/>
                  <a:pt x="79" y="84"/>
                  <a:pt x="80" y="84"/>
                </a:cubicBezTo>
                <a:cubicBezTo>
                  <a:pt x="81" y="84"/>
                  <a:pt x="82" y="84"/>
                  <a:pt x="82" y="83"/>
                </a:cubicBezTo>
                <a:cubicBezTo>
                  <a:pt x="88" y="78"/>
                  <a:pt x="88" y="78"/>
                  <a:pt x="88" y="78"/>
                </a:cubicBezTo>
                <a:cubicBezTo>
                  <a:pt x="90" y="76"/>
                  <a:pt x="90" y="74"/>
                  <a:pt x="89" y="72"/>
                </a:cubicBezTo>
                <a:cubicBezTo>
                  <a:pt x="87" y="70"/>
                  <a:pt x="85" y="70"/>
                  <a:pt x="83" y="72"/>
                </a:cubicBezTo>
                <a:close/>
                <a:moveTo>
                  <a:pt x="67" y="148"/>
                </a:moveTo>
                <a:cubicBezTo>
                  <a:pt x="65" y="140"/>
                  <a:pt x="65" y="140"/>
                  <a:pt x="65" y="140"/>
                </a:cubicBezTo>
                <a:cubicBezTo>
                  <a:pt x="64" y="138"/>
                  <a:pt x="62" y="137"/>
                  <a:pt x="60" y="137"/>
                </a:cubicBezTo>
                <a:cubicBezTo>
                  <a:pt x="58" y="138"/>
                  <a:pt x="57" y="140"/>
                  <a:pt x="57" y="142"/>
                </a:cubicBezTo>
                <a:cubicBezTo>
                  <a:pt x="59" y="150"/>
                  <a:pt x="59" y="150"/>
                  <a:pt x="59" y="150"/>
                </a:cubicBezTo>
                <a:cubicBezTo>
                  <a:pt x="60" y="152"/>
                  <a:pt x="61" y="153"/>
                  <a:pt x="63" y="153"/>
                </a:cubicBezTo>
                <a:cubicBezTo>
                  <a:pt x="64" y="153"/>
                  <a:pt x="64" y="153"/>
                  <a:pt x="64" y="153"/>
                </a:cubicBezTo>
                <a:cubicBezTo>
                  <a:pt x="66" y="152"/>
                  <a:pt x="68" y="150"/>
                  <a:pt x="67" y="148"/>
                </a:cubicBezTo>
                <a:close/>
                <a:moveTo>
                  <a:pt x="74" y="162"/>
                </a:moveTo>
                <a:cubicBezTo>
                  <a:pt x="72" y="160"/>
                  <a:pt x="70" y="160"/>
                  <a:pt x="68" y="161"/>
                </a:cubicBezTo>
                <a:cubicBezTo>
                  <a:pt x="66" y="162"/>
                  <a:pt x="66" y="165"/>
                  <a:pt x="67" y="166"/>
                </a:cubicBezTo>
                <a:cubicBezTo>
                  <a:pt x="72" y="173"/>
                  <a:pt x="72" y="173"/>
                  <a:pt x="72" y="173"/>
                </a:cubicBezTo>
                <a:cubicBezTo>
                  <a:pt x="72" y="174"/>
                  <a:pt x="74" y="175"/>
                  <a:pt x="75" y="175"/>
                </a:cubicBezTo>
                <a:cubicBezTo>
                  <a:pt x="76" y="175"/>
                  <a:pt x="77" y="174"/>
                  <a:pt x="77" y="174"/>
                </a:cubicBezTo>
                <a:cubicBezTo>
                  <a:pt x="79" y="173"/>
                  <a:pt x="79" y="170"/>
                  <a:pt x="78" y="168"/>
                </a:cubicBezTo>
                <a:lnTo>
                  <a:pt x="74" y="16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34" name="Freeform 41">
            <a:extLst>
              <a:ext uri="{FF2B5EF4-FFF2-40B4-BE49-F238E27FC236}">
                <a16:creationId xmlns:a16="http://schemas.microsoft.com/office/drawing/2014/main" id="{D82FDBE5-E558-4CE2-8510-95CE7B26CEB7}"/>
              </a:ext>
            </a:extLst>
          </p:cNvPr>
          <p:cNvSpPr>
            <a:spLocks noChangeAspect="1" noEditPoints="1"/>
          </p:cNvSpPr>
          <p:nvPr/>
        </p:nvSpPr>
        <p:spPr bwMode="auto">
          <a:xfrm>
            <a:off x="2508380" y="1464470"/>
            <a:ext cx="400050" cy="400050"/>
          </a:xfrm>
          <a:custGeom>
            <a:avLst/>
            <a:gdLst>
              <a:gd name="T0" fmla="*/ 140 w 256"/>
              <a:gd name="T1" fmla="*/ 192 h 256"/>
              <a:gd name="T2" fmla="*/ 172 w 256"/>
              <a:gd name="T3" fmla="*/ 168 h 256"/>
              <a:gd name="T4" fmla="*/ 152 w 256"/>
              <a:gd name="T5" fmla="*/ 196 h 256"/>
              <a:gd name="T6" fmla="*/ 160 w 256"/>
              <a:gd name="T7" fmla="*/ 164 h 256"/>
              <a:gd name="T8" fmla="*/ 108 w 256"/>
              <a:gd name="T9" fmla="*/ 176 h 256"/>
              <a:gd name="T10" fmla="*/ 97 w 256"/>
              <a:gd name="T11" fmla="*/ 156 h 256"/>
              <a:gd name="T12" fmla="*/ 88 w 256"/>
              <a:gd name="T13" fmla="*/ 192 h 256"/>
              <a:gd name="T14" fmla="*/ 116 w 256"/>
              <a:gd name="T15" fmla="*/ 200 h 256"/>
              <a:gd name="T16" fmla="*/ 132 w 256"/>
              <a:gd name="T17" fmla="*/ 200 h 256"/>
              <a:gd name="T18" fmla="*/ 244 w 256"/>
              <a:gd name="T19" fmla="*/ 100 h 256"/>
              <a:gd name="T20" fmla="*/ 226 w 256"/>
              <a:gd name="T21" fmla="*/ 70 h 256"/>
              <a:gd name="T22" fmla="*/ 190 w 256"/>
              <a:gd name="T23" fmla="*/ 26 h 256"/>
              <a:gd name="T24" fmla="*/ 156 w 256"/>
              <a:gd name="T25" fmla="*/ 18 h 256"/>
              <a:gd name="T26" fmla="*/ 100 w 256"/>
              <a:gd name="T27" fmla="*/ 12 h 256"/>
              <a:gd name="T28" fmla="*/ 70 w 256"/>
              <a:gd name="T29" fmla="*/ 30 h 256"/>
              <a:gd name="T30" fmla="*/ 26 w 256"/>
              <a:gd name="T31" fmla="*/ 66 h 256"/>
              <a:gd name="T32" fmla="*/ 18 w 256"/>
              <a:gd name="T33" fmla="*/ 100 h 256"/>
              <a:gd name="T34" fmla="*/ 12 w 256"/>
              <a:gd name="T35" fmla="*/ 156 h 256"/>
              <a:gd name="T36" fmla="*/ 30 w 256"/>
              <a:gd name="T37" fmla="*/ 186 h 256"/>
              <a:gd name="T38" fmla="*/ 66 w 256"/>
              <a:gd name="T39" fmla="*/ 230 h 256"/>
              <a:gd name="T40" fmla="*/ 100 w 256"/>
              <a:gd name="T41" fmla="*/ 238 h 256"/>
              <a:gd name="T42" fmla="*/ 156 w 256"/>
              <a:gd name="T43" fmla="*/ 244 h 256"/>
              <a:gd name="T44" fmla="*/ 186 w 256"/>
              <a:gd name="T45" fmla="*/ 226 h 256"/>
              <a:gd name="T46" fmla="*/ 230 w 256"/>
              <a:gd name="T47" fmla="*/ 190 h 256"/>
              <a:gd name="T48" fmla="*/ 238 w 256"/>
              <a:gd name="T49" fmla="*/ 156 h 256"/>
              <a:gd name="T50" fmla="*/ 244 w 256"/>
              <a:gd name="T51" fmla="*/ 100 h 256"/>
              <a:gd name="T52" fmla="*/ 227 w 256"/>
              <a:gd name="T53" fmla="*/ 155 h 256"/>
              <a:gd name="T54" fmla="*/ 224 w 256"/>
              <a:gd name="T55" fmla="*/ 202 h 256"/>
              <a:gd name="T56" fmla="*/ 179 w 256"/>
              <a:gd name="T57" fmla="*/ 218 h 256"/>
              <a:gd name="T58" fmla="*/ 144 w 256"/>
              <a:gd name="T59" fmla="*/ 248 h 256"/>
              <a:gd name="T60" fmla="*/ 101 w 256"/>
              <a:gd name="T61" fmla="*/ 227 h 256"/>
              <a:gd name="T62" fmla="*/ 60 w 256"/>
              <a:gd name="T63" fmla="*/ 224 h 256"/>
              <a:gd name="T64" fmla="*/ 32 w 256"/>
              <a:gd name="T65" fmla="*/ 196 h 256"/>
              <a:gd name="T66" fmla="*/ 18 w 256"/>
              <a:gd name="T67" fmla="*/ 148 h 256"/>
              <a:gd name="T68" fmla="*/ 12 w 256"/>
              <a:gd name="T69" fmla="*/ 108 h 256"/>
              <a:gd name="T70" fmla="*/ 36 w 256"/>
              <a:gd name="T71" fmla="*/ 64 h 256"/>
              <a:gd name="T72" fmla="*/ 54 w 256"/>
              <a:gd name="T73" fmla="*/ 32 h 256"/>
              <a:gd name="T74" fmla="*/ 101 w 256"/>
              <a:gd name="T75" fmla="*/ 29 h 256"/>
              <a:gd name="T76" fmla="*/ 144 w 256"/>
              <a:gd name="T77" fmla="*/ 8 h 256"/>
              <a:gd name="T78" fmla="*/ 179 w 256"/>
              <a:gd name="T79" fmla="*/ 38 h 256"/>
              <a:gd name="T80" fmla="*/ 224 w 256"/>
              <a:gd name="T81" fmla="*/ 54 h 256"/>
              <a:gd name="T82" fmla="*/ 227 w 256"/>
              <a:gd name="T83" fmla="*/ 101 h 256"/>
              <a:gd name="T84" fmla="*/ 248 w 256"/>
              <a:gd name="T85" fmla="*/ 144 h 256"/>
              <a:gd name="T86" fmla="*/ 128 w 256"/>
              <a:gd name="T87" fmla="*/ 48 h 256"/>
              <a:gd name="T88" fmla="*/ 128 w 256"/>
              <a:gd name="T89" fmla="*/ 56 h 256"/>
              <a:gd name="T90" fmla="*/ 59 w 256"/>
              <a:gd name="T91" fmla="*/ 109 h 256"/>
              <a:gd name="T92" fmla="*/ 66 w 256"/>
              <a:gd name="T93" fmla="*/ 179 h 256"/>
              <a:gd name="T94" fmla="*/ 56 w 256"/>
              <a:gd name="T95" fmla="*/ 128 h 256"/>
              <a:gd name="T96" fmla="*/ 184 w 256"/>
              <a:gd name="T97" fmla="*/ 173 h 256"/>
              <a:gd name="T98" fmla="*/ 208 w 256"/>
              <a:gd name="T99" fmla="*/ 128 h 256"/>
              <a:gd name="T100" fmla="*/ 112 w 256"/>
              <a:gd name="T101" fmla="*/ 124 h 256"/>
              <a:gd name="T102" fmla="*/ 128 w 256"/>
              <a:gd name="T103" fmla="*/ 132 h 256"/>
              <a:gd name="T104" fmla="*/ 128 w 256"/>
              <a:gd name="T105" fmla="*/ 132 h 256"/>
              <a:gd name="T106" fmla="*/ 88 w 256"/>
              <a:gd name="T107" fmla="*/ 98 h 256"/>
              <a:gd name="T108" fmla="*/ 174 w 256"/>
              <a:gd name="T109" fmla="*/ 100 h 256"/>
              <a:gd name="T110" fmla="*/ 102 w 256"/>
              <a:gd name="T111" fmla="*/ 112 h 256"/>
              <a:gd name="T112" fmla="*/ 159 w 256"/>
              <a:gd name="T113" fmla="*/ 114 h 256"/>
              <a:gd name="T114" fmla="*/ 97 w 256"/>
              <a:gd name="T115" fmla="*/ 11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256">
                <a:moveTo>
                  <a:pt x="160" y="156"/>
                </a:moveTo>
                <a:cubicBezTo>
                  <a:pt x="152" y="156"/>
                  <a:pt x="152" y="156"/>
                  <a:pt x="152" y="156"/>
                </a:cubicBezTo>
                <a:cubicBezTo>
                  <a:pt x="145" y="156"/>
                  <a:pt x="140" y="161"/>
                  <a:pt x="140" y="168"/>
                </a:cubicBezTo>
                <a:cubicBezTo>
                  <a:pt x="140" y="192"/>
                  <a:pt x="140" y="192"/>
                  <a:pt x="140" y="192"/>
                </a:cubicBezTo>
                <a:cubicBezTo>
                  <a:pt x="140" y="199"/>
                  <a:pt x="145" y="204"/>
                  <a:pt x="152" y="204"/>
                </a:cubicBezTo>
                <a:cubicBezTo>
                  <a:pt x="160" y="204"/>
                  <a:pt x="160" y="204"/>
                  <a:pt x="160" y="204"/>
                </a:cubicBezTo>
                <a:cubicBezTo>
                  <a:pt x="167" y="204"/>
                  <a:pt x="172" y="199"/>
                  <a:pt x="172" y="192"/>
                </a:cubicBezTo>
                <a:cubicBezTo>
                  <a:pt x="172" y="168"/>
                  <a:pt x="172" y="168"/>
                  <a:pt x="172" y="168"/>
                </a:cubicBezTo>
                <a:cubicBezTo>
                  <a:pt x="172" y="161"/>
                  <a:pt x="167" y="156"/>
                  <a:pt x="160" y="156"/>
                </a:cubicBezTo>
                <a:close/>
                <a:moveTo>
                  <a:pt x="164" y="192"/>
                </a:moveTo>
                <a:cubicBezTo>
                  <a:pt x="164" y="194"/>
                  <a:pt x="162" y="196"/>
                  <a:pt x="160" y="196"/>
                </a:cubicBezTo>
                <a:cubicBezTo>
                  <a:pt x="152" y="196"/>
                  <a:pt x="152" y="196"/>
                  <a:pt x="152" y="196"/>
                </a:cubicBezTo>
                <a:cubicBezTo>
                  <a:pt x="150" y="196"/>
                  <a:pt x="148" y="194"/>
                  <a:pt x="148" y="192"/>
                </a:cubicBezTo>
                <a:cubicBezTo>
                  <a:pt x="148" y="168"/>
                  <a:pt x="148" y="168"/>
                  <a:pt x="148" y="168"/>
                </a:cubicBezTo>
                <a:cubicBezTo>
                  <a:pt x="148" y="166"/>
                  <a:pt x="150" y="164"/>
                  <a:pt x="152" y="164"/>
                </a:cubicBezTo>
                <a:cubicBezTo>
                  <a:pt x="160" y="164"/>
                  <a:pt x="160" y="164"/>
                  <a:pt x="160" y="164"/>
                </a:cubicBezTo>
                <a:cubicBezTo>
                  <a:pt x="162" y="164"/>
                  <a:pt x="164" y="166"/>
                  <a:pt x="164" y="168"/>
                </a:cubicBezTo>
                <a:lnTo>
                  <a:pt x="164" y="192"/>
                </a:lnTo>
                <a:close/>
                <a:moveTo>
                  <a:pt x="112" y="172"/>
                </a:moveTo>
                <a:cubicBezTo>
                  <a:pt x="110" y="172"/>
                  <a:pt x="108" y="174"/>
                  <a:pt x="108" y="176"/>
                </a:cubicBezTo>
                <a:cubicBezTo>
                  <a:pt x="108" y="184"/>
                  <a:pt x="108" y="184"/>
                  <a:pt x="108" y="184"/>
                </a:cubicBezTo>
                <a:cubicBezTo>
                  <a:pt x="93" y="184"/>
                  <a:pt x="93" y="184"/>
                  <a:pt x="93" y="184"/>
                </a:cubicBezTo>
                <a:cubicBezTo>
                  <a:pt x="100" y="161"/>
                  <a:pt x="100" y="161"/>
                  <a:pt x="100" y="161"/>
                </a:cubicBezTo>
                <a:cubicBezTo>
                  <a:pt x="100" y="159"/>
                  <a:pt x="99" y="157"/>
                  <a:pt x="97" y="156"/>
                </a:cubicBezTo>
                <a:cubicBezTo>
                  <a:pt x="95" y="156"/>
                  <a:pt x="93" y="157"/>
                  <a:pt x="92" y="159"/>
                </a:cubicBezTo>
                <a:cubicBezTo>
                  <a:pt x="84" y="187"/>
                  <a:pt x="84" y="187"/>
                  <a:pt x="84" y="187"/>
                </a:cubicBezTo>
                <a:cubicBezTo>
                  <a:pt x="84" y="188"/>
                  <a:pt x="84" y="189"/>
                  <a:pt x="85" y="190"/>
                </a:cubicBezTo>
                <a:cubicBezTo>
                  <a:pt x="86" y="191"/>
                  <a:pt x="87" y="192"/>
                  <a:pt x="88" y="192"/>
                </a:cubicBezTo>
                <a:cubicBezTo>
                  <a:pt x="108" y="192"/>
                  <a:pt x="108" y="192"/>
                  <a:pt x="108" y="192"/>
                </a:cubicBezTo>
                <a:cubicBezTo>
                  <a:pt x="108" y="200"/>
                  <a:pt x="108" y="200"/>
                  <a:pt x="108" y="200"/>
                </a:cubicBezTo>
                <a:cubicBezTo>
                  <a:pt x="108" y="202"/>
                  <a:pt x="110" y="204"/>
                  <a:pt x="112" y="204"/>
                </a:cubicBezTo>
                <a:cubicBezTo>
                  <a:pt x="114" y="204"/>
                  <a:pt x="116" y="202"/>
                  <a:pt x="116" y="200"/>
                </a:cubicBezTo>
                <a:cubicBezTo>
                  <a:pt x="116" y="176"/>
                  <a:pt x="116" y="176"/>
                  <a:pt x="116" y="176"/>
                </a:cubicBezTo>
                <a:cubicBezTo>
                  <a:pt x="116" y="174"/>
                  <a:pt x="114" y="172"/>
                  <a:pt x="112" y="172"/>
                </a:cubicBezTo>
                <a:close/>
                <a:moveTo>
                  <a:pt x="124" y="200"/>
                </a:moveTo>
                <a:cubicBezTo>
                  <a:pt x="132" y="200"/>
                  <a:pt x="132" y="200"/>
                  <a:pt x="132" y="200"/>
                </a:cubicBezTo>
                <a:cubicBezTo>
                  <a:pt x="132" y="192"/>
                  <a:pt x="132" y="192"/>
                  <a:pt x="132" y="192"/>
                </a:cubicBezTo>
                <a:cubicBezTo>
                  <a:pt x="124" y="192"/>
                  <a:pt x="124" y="192"/>
                  <a:pt x="124" y="192"/>
                </a:cubicBezTo>
                <a:lnTo>
                  <a:pt x="124" y="200"/>
                </a:lnTo>
                <a:close/>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4" y="61"/>
                  <a:pt x="234" y="53"/>
                  <a:pt x="230" y="49"/>
                </a:cubicBezTo>
                <a:cubicBezTo>
                  <a:pt x="207" y="26"/>
                  <a:pt x="207" y="26"/>
                  <a:pt x="207" y="26"/>
                </a:cubicBezTo>
                <a:cubicBezTo>
                  <a:pt x="203" y="21"/>
                  <a:pt x="195" y="21"/>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1" y="195"/>
                  <a:pt x="21" y="203"/>
                  <a:pt x="26" y="207"/>
                </a:cubicBezTo>
                <a:cubicBezTo>
                  <a:pt x="49" y="230"/>
                  <a:pt x="49" y="230"/>
                  <a:pt x="49" y="230"/>
                </a:cubicBezTo>
                <a:cubicBezTo>
                  <a:pt x="53" y="234"/>
                  <a:pt x="61" y="235"/>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82" y="225"/>
                  <a:pt x="182" y="225"/>
                  <a:pt x="182" y="225"/>
                </a:cubicBezTo>
                <a:cubicBezTo>
                  <a:pt x="183" y="224"/>
                  <a:pt x="185" y="225"/>
                  <a:pt x="186" y="226"/>
                </a:cubicBezTo>
                <a:cubicBezTo>
                  <a:pt x="190" y="230"/>
                  <a:pt x="190" y="230"/>
                  <a:pt x="190" y="230"/>
                </a:cubicBezTo>
                <a:cubicBezTo>
                  <a:pt x="195" y="234"/>
                  <a:pt x="203" y="235"/>
                  <a:pt x="207" y="230"/>
                </a:cubicBezTo>
                <a:cubicBezTo>
                  <a:pt x="230" y="207"/>
                  <a:pt x="230" y="207"/>
                  <a:pt x="230" y="207"/>
                </a:cubicBezTo>
                <a:cubicBezTo>
                  <a:pt x="234" y="203"/>
                  <a:pt x="234" y="195"/>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248" y="144"/>
                </a:moveTo>
                <a:cubicBezTo>
                  <a:pt x="248" y="146"/>
                  <a:pt x="246" y="148"/>
                  <a:pt x="244" y="148"/>
                </a:cubicBezTo>
                <a:cubicBezTo>
                  <a:pt x="238" y="148"/>
                  <a:pt x="238" y="148"/>
                  <a:pt x="238" y="148"/>
                </a:cubicBezTo>
                <a:cubicBezTo>
                  <a:pt x="233" y="148"/>
                  <a:pt x="229" y="151"/>
                  <a:pt x="227" y="155"/>
                </a:cubicBezTo>
                <a:cubicBezTo>
                  <a:pt x="218" y="179"/>
                  <a:pt x="218" y="179"/>
                  <a:pt x="218" y="179"/>
                </a:cubicBezTo>
                <a:cubicBezTo>
                  <a:pt x="216" y="183"/>
                  <a:pt x="217" y="188"/>
                  <a:pt x="220" y="192"/>
                </a:cubicBezTo>
                <a:cubicBezTo>
                  <a:pt x="224" y="196"/>
                  <a:pt x="224" y="196"/>
                  <a:pt x="224" y="196"/>
                </a:cubicBezTo>
                <a:cubicBezTo>
                  <a:pt x="226" y="197"/>
                  <a:pt x="226" y="200"/>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55" y="227"/>
                  <a:pt x="155" y="227"/>
                  <a:pt x="155" y="227"/>
                </a:cubicBezTo>
                <a:cubicBezTo>
                  <a:pt x="151" y="229"/>
                  <a:pt x="148" y="234"/>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6" y="217"/>
                  <a:pt x="74" y="217"/>
                  <a:pt x="73" y="217"/>
                </a:cubicBezTo>
                <a:cubicBezTo>
                  <a:pt x="69" y="217"/>
                  <a:pt x="66" y="218"/>
                  <a:pt x="64" y="220"/>
                </a:cubicBezTo>
                <a:cubicBezTo>
                  <a:pt x="60" y="224"/>
                  <a:pt x="60" y="224"/>
                  <a:pt x="60" y="224"/>
                </a:cubicBezTo>
                <a:cubicBezTo>
                  <a:pt x="59" y="226"/>
                  <a:pt x="56" y="226"/>
                  <a:pt x="54" y="224"/>
                </a:cubicBezTo>
                <a:cubicBezTo>
                  <a:pt x="32" y="202"/>
                  <a:pt x="32" y="202"/>
                  <a:pt x="32" y="202"/>
                </a:cubicBezTo>
                <a:cubicBezTo>
                  <a:pt x="31" y="201"/>
                  <a:pt x="31" y="200"/>
                  <a:pt x="31" y="199"/>
                </a:cubicBezTo>
                <a:cubicBezTo>
                  <a:pt x="31" y="198"/>
                  <a:pt x="31"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1" y="59"/>
                  <a:pt x="31" y="58"/>
                  <a:pt x="31" y="57"/>
                </a:cubicBezTo>
                <a:cubicBezTo>
                  <a:pt x="31" y="56"/>
                  <a:pt x="31" y="55"/>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2"/>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lnTo>
                  <a:pt x="248" y="144"/>
                </a:lnTo>
                <a:close/>
                <a:moveTo>
                  <a:pt x="187" y="85"/>
                </a:moveTo>
                <a:cubicBezTo>
                  <a:pt x="188" y="85"/>
                  <a:pt x="189" y="84"/>
                  <a:pt x="190" y="84"/>
                </a:cubicBezTo>
                <a:cubicBezTo>
                  <a:pt x="192" y="82"/>
                  <a:pt x="192" y="80"/>
                  <a:pt x="190" y="78"/>
                </a:cubicBezTo>
                <a:cubicBezTo>
                  <a:pt x="175" y="59"/>
                  <a:pt x="152" y="48"/>
                  <a:pt x="128" y="48"/>
                </a:cubicBezTo>
                <a:cubicBezTo>
                  <a:pt x="104" y="48"/>
                  <a:pt x="81" y="59"/>
                  <a:pt x="66" y="78"/>
                </a:cubicBezTo>
                <a:cubicBezTo>
                  <a:pt x="64" y="80"/>
                  <a:pt x="64" y="82"/>
                  <a:pt x="66" y="84"/>
                </a:cubicBezTo>
                <a:cubicBezTo>
                  <a:pt x="68" y="85"/>
                  <a:pt x="70" y="85"/>
                  <a:pt x="72" y="83"/>
                </a:cubicBezTo>
                <a:cubicBezTo>
                  <a:pt x="86" y="66"/>
                  <a:pt x="106" y="56"/>
                  <a:pt x="128" y="56"/>
                </a:cubicBezTo>
                <a:cubicBezTo>
                  <a:pt x="150" y="56"/>
                  <a:pt x="170" y="66"/>
                  <a:pt x="184" y="83"/>
                </a:cubicBezTo>
                <a:cubicBezTo>
                  <a:pt x="185" y="84"/>
                  <a:pt x="186" y="85"/>
                  <a:pt x="187" y="85"/>
                </a:cubicBezTo>
                <a:close/>
                <a:moveTo>
                  <a:pt x="56" y="128"/>
                </a:moveTo>
                <a:cubicBezTo>
                  <a:pt x="56" y="122"/>
                  <a:pt x="57" y="115"/>
                  <a:pt x="59" y="109"/>
                </a:cubicBezTo>
                <a:cubicBezTo>
                  <a:pt x="59" y="107"/>
                  <a:pt x="58" y="105"/>
                  <a:pt x="56" y="104"/>
                </a:cubicBezTo>
                <a:cubicBezTo>
                  <a:pt x="54" y="104"/>
                  <a:pt x="51" y="105"/>
                  <a:pt x="51" y="107"/>
                </a:cubicBezTo>
                <a:cubicBezTo>
                  <a:pt x="49" y="114"/>
                  <a:pt x="48" y="121"/>
                  <a:pt x="48" y="128"/>
                </a:cubicBezTo>
                <a:cubicBezTo>
                  <a:pt x="48" y="146"/>
                  <a:pt x="54" y="164"/>
                  <a:pt x="66" y="179"/>
                </a:cubicBezTo>
                <a:cubicBezTo>
                  <a:pt x="67" y="180"/>
                  <a:pt x="68" y="180"/>
                  <a:pt x="69" y="180"/>
                </a:cubicBezTo>
                <a:cubicBezTo>
                  <a:pt x="70" y="180"/>
                  <a:pt x="71" y="180"/>
                  <a:pt x="72" y="179"/>
                </a:cubicBezTo>
                <a:cubicBezTo>
                  <a:pt x="73" y="178"/>
                  <a:pt x="74" y="175"/>
                  <a:pt x="72" y="173"/>
                </a:cubicBezTo>
                <a:cubicBezTo>
                  <a:pt x="62" y="161"/>
                  <a:pt x="56" y="145"/>
                  <a:pt x="56" y="128"/>
                </a:cubicBezTo>
                <a:close/>
                <a:moveTo>
                  <a:pt x="200" y="104"/>
                </a:moveTo>
                <a:cubicBezTo>
                  <a:pt x="198" y="105"/>
                  <a:pt x="197" y="107"/>
                  <a:pt x="197" y="109"/>
                </a:cubicBezTo>
                <a:cubicBezTo>
                  <a:pt x="199" y="115"/>
                  <a:pt x="200" y="122"/>
                  <a:pt x="200" y="128"/>
                </a:cubicBezTo>
                <a:cubicBezTo>
                  <a:pt x="200" y="145"/>
                  <a:pt x="194" y="161"/>
                  <a:pt x="184" y="173"/>
                </a:cubicBezTo>
                <a:cubicBezTo>
                  <a:pt x="182" y="175"/>
                  <a:pt x="183" y="178"/>
                  <a:pt x="184" y="179"/>
                </a:cubicBezTo>
                <a:cubicBezTo>
                  <a:pt x="185" y="180"/>
                  <a:pt x="186" y="180"/>
                  <a:pt x="187" y="180"/>
                </a:cubicBezTo>
                <a:cubicBezTo>
                  <a:pt x="188" y="180"/>
                  <a:pt x="189" y="179"/>
                  <a:pt x="190" y="179"/>
                </a:cubicBezTo>
                <a:cubicBezTo>
                  <a:pt x="202" y="164"/>
                  <a:pt x="208" y="146"/>
                  <a:pt x="208" y="128"/>
                </a:cubicBezTo>
                <a:cubicBezTo>
                  <a:pt x="208" y="121"/>
                  <a:pt x="207" y="114"/>
                  <a:pt x="205" y="107"/>
                </a:cubicBezTo>
                <a:cubicBezTo>
                  <a:pt x="205" y="105"/>
                  <a:pt x="202" y="104"/>
                  <a:pt x="200" y="104"/>
                </a:cubicBezTo>
                <a:close/>
                <a:moveTo>
                  <a:pt x="128" y="108"/>
                </a:moveTo>
                <a:cubicBezTo>
                  <a:pt x="119" y="108"/>
                  <a:pt x="112" y="115"/>
                  <a:pt x="112" y="124"/>
                </a:cubicBezTo>
                <a:cubicBezTo>
                  <a:pt x="112" y="133"/>
                  <a:pt x="119" y="140"/>
                  <a:pt x="128" y="140"/>
                </a:cubicBezTo>
                <a:cubicBezTo>
                  <a:pt x="137" y="140"/>
                  <a:pt x="144" y="133"/>
                  <a:pt x="144" y="124"/>
                </a:cubicBezTo>
                <a:cubicBezTo>
                  <a:pt x="144" y="115"/>
                  <a:pt x="137" y="108"/>
                  <a:pt x="128" y="108"/>
                </a:cubicBezTo>
                <a:close/>
                <a:moveTo>
                  <a:pt x="128" y="132"/>
                </a:moveTo>
                <a:cubicBezTo>
                  <a:pt x="124" y="132"/>
                  <a:pt x="120" y="128"/>
                  <a:pt x="120" y="124"/>
                </a:cubicBezTo>
                <a:cubicBezTo>
                  <a:pt x="120" y="120"/>
                  <a:pt x="124" y="116"/>
                  <a:pt x="128" y="116"/>
                </a:cubicBezTo>
                <a:cubicBezTo>
                  <a:pt x="132" y="116"/>
                  <a:pt x="136" y="120"/>
                  <a:pt x="136" y="124"/>
                </a:cubicBezTo>
                <a:cubicBezTo>
                  <a:pt x="136" y="128"/>
                  <a:pt x="132" y="132"/>
                  <a:pt x="128" y="132"/>
                </a:cubicBezTo>
                <a:close/>
                <a:moveTo>
                  <a:pt x="128" y="68"/>
                </a:moveTo>
                <a:cubicBezTo>
                  <a:pt x="109" y="68"/>
                  <a:pt x="91" y="78"/>
                  <a:pt x="81" y="94"/>
                </a:cubicBezTo>
                <a:cubicBezTo>
                  <a:pt x="80" y="96"/>
                  <a:pt x="80" y="98"/>
                  <a:pt x="82" y="100"/>
                </a:cubicBezTo>
                <a:cubicBezTo>
                  <a:pt x="84" y="101"/>
                  <a:pt x="86" y="100"/>
                  <a:pt x="88" y="98"/>
                </a:cubicBezTo>
                <a:cubicBezTo>
                  <a:pt x="96" y="84"/>
                  <a:pt x="112" y="76"/>
                  <a:pt x="128" y="76"/>
                </a:cubicBezTo>
                <a:cubicBezTo>
                  <a:pt x="144" y="76"/>
                  <a:pt x="160" y="84"/>
                  <a:pt x="168" y="98"/>
                </a:cubicBezTo>
                <a:cubicBezTo>
                  <a:pt x="169" y="99"/>
                  <a:pt x="171" y="100"/>
                  <a:pt x="172" y="100"/>
                </a:cubicBezTo>
                <a:cubicBezTo>
                  <a:pt x="173" y="100"/>
                  <a:pt x="173" y="100"/>
                  <a:pt x="174" y="100"/>
                </a:cubicBezTo>
                <a:cubicBezTo>
                  <a:pt x="176" y="98"/>
                  <a:pt x="176" y="96"/>
                  <a:pt x="175" y="94"/>
                </a:cubicBezTo>
                <a:cubicBezTo>
                  <a:pt x="165" y="78"/>
                  <a:pt x="147" y="68"/>
                  <a:pt x="128" y="68"/>
                </a:cubicBezTo>
                <a:close/>
                <a:moveTo>
                  <a:pt x="97" y="114"/>
                </a:moveTo>
                <a:cubicBezTo>
                  <a:pt x="99" y="115"/>
                  <a:pt x="102" y="115"/>
                  <a:pt x="102" y="112"/>
                </a:cubicBezTo>
                <a:cubicBezTo>
                  <a:pt x="107" y="102"/>
                  <a:pt x="117" y="96"/>
                  <a:pt x="128" y="96"/>
                </a:cubicBezTo>
                <a:cubicBezTo>
                  <a:pt x="139" y="96"/>
                  <a:pt x="149" y="102"/>
                  <a:pt x="154" y="112"/>
                </a:cubicBezTo>
                <a:cubicBezTo>
                  <a:pt x="154" y="114"/>
                  <a:pt x="156" y="115"/>
                  <a:pt x="157" y="115"/>
                </a:cubicBezTo>
                <a:cubicBezTo>
                  <a:pt x="158" y="115"/>
                  <a:pt x="158" y="115"/>
                  <a:pt x="159" y="114"/>
                </a:cubicBezTo>
                <a:cubicBezTo>
                  <a:pt x="161" y="114"/>
                  <a:pt x="162" y="111"/>
                  <a:pt x="161" y="109"/>
                </a:cubicBezTo>
                <a:cubicBezTo>
                  <a:pt x="155" y="96"/>
                  <a:pt x="142" y="88"/>
                  <a:pt x="128" y="88"/>
                </a:cubicBezTo>
                <a:cubicBezTo>
                  <a:pt x="114" y="88"/>
                  <a:pt x="101" y="96"/>
                  <a:pt x="95" y="109"/>
                </a:cubicBezTo>
                <a:cubicBezTo>
                  <a:pt x="94" y="111"/>
                  <a:pt x="95" y="114"/>
                  <a:pt x="97" y="11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 name="Freeform 48">
            <a:extLst>
              <a:ext uri="{FF2B5EF4-FFF2-40B4-BE49-F238E27FC236}">
                <a16:creationId xmlns:a16="http://schemas.microsoft.com/office/drawing/2014/main" id="{B7FF5A9A-5F9E-470F-B537-1796B6A2FE59}"/>
              </a:ext>
            </a:extLst>
          </p:cNvPr>
          <p:cNvSpPr>
            <a:spLocks noChangeAspect="1" noEditPoints="1"/>
          </p:cNvSpPr>
          <p:nvPr/>
        </p:nvSpPr>
        <p:spPr bwMode="auto">
          <a:xfrm>
            <a:off x="3476026" y="1464470"/>
            <a:ext cx="400050" cy="400050"/>
          </a:xfrm>
          <a:custGeom>
            <a:avLst/>
            <a:gdLst>
              <a:gd name="T0" fmla="*/ 225 w 256"/>
              <a:gd name="T1" fmla="*/ 74 h 256"/>
              <a:gd name="T2" fmla="*/ 207 w 256"/>
              <a:gd name="T3" fmla="*/ 26 h 256"/>
              <a:gd name="T4" fmla="*/ 158 w 256"/>
              <a:gd name="T5" fmla="*/ 21 h 256"/>
              <a:gd name="T6" fmla="*/ 112 w 256"/>
              <a:gd name="T7" fmla="*/ 0 h 256"/>
              <a:gd name="T8" fmla="*/ 74 w 256"/>
              <a:gd name="T9" fmla="*/ 31 h 256"/>
              <a:gd name="T10" fmla="*/ 26 w 256"/>
              <a:gd name="T11" fmla="*/ 49 h 256"/>
              <a:gd name="T12" fmla="*/ 21 w 256"/>
              <a:gd name="T13" fmla="*/ 98 h 256"/>
              <a:gd name="T14" fmla="*/ 0 w 256"/>
              <a:gd name="T15" fmla="*/ 144 h 256"/>
              <a:gd name="T16" fmla="*/ 31 w 256"/>
              <a:gd name="T17" fmla="*/ 182 h 256"/>
              <a:gd name="T18" fmla="*/ 49 w 256"/>
              <a:gd name="T19" fmla="*/ 230 h 256"/>
              <a:gd name="T20" fmla="*/ 98 w 256"/>
              <a:gd name="T21" fmla="*/ 235 h 256"/>
              <a:gd name="T22" fmla="*/ 144 w 256"/>
              <a:gd name="T23" fmla="*/ 256 h 256"/>
              <a:gd name="T24" fmla="*/ 182 w 256"/>
              <a:gd name="T25" fmla="*/ 225 h 256"/>
              <a:gd name="T26" fmla="*/ 230 w 256"/>
              <a:gd name="T27" fmla="*/ 207 h 256"/>
              <a:gd name="T28" fmla="*/ 235 w 256"/>
              <a:gd name="T29" fmla="*/ 158 h 256"/>
              <a:gd name="T30" fmla="*/ 256 w 256"/>
              <a:gd name="T31" fmla="*/ 112 h 256"/>
              <a:gd name="T32" fmla="*/ 238 w 256"/>
              <a:gd name="T33" fmla="*/ 148 h 256"/>
              <a:gd name="T34" fmla="*/ 224 w 256"/>
              <a:gd name="T35" fmla="*/ 196 h 256"/>
              <a:gd name="T36" fmla="*/ 192 w 256"/>
              <a:gd name="T37" fmla="*/ 220 h 256"/>
              <a:gd name="T38" fmla="*/ 148 w 256"/>
              <a:gd name="T39" fmla="*/ 244 h 256"/>
              <a:gd name="T40" fmla="*/ 108 w 256"/>
              <a:gd name="T41" fmla="*/ 238 h 256"/>
              <a:gd name="T42" fmla="*/ 64 w 256"/>
              <a:gd name="T43" fmla="*/ 220 h 256"/>
              <a:gd name="T44" fmla="*/ 31 w 256"/>
              <a:gd name="T45" fmla="*/ 199 h 256"/>
              <a:gd name="T46" fmla="*/ 29 w 256"/>
              <a:gd name="T47" fmla="*/ 155 h 256"/>
              <a:gd name="T48" fmla="*/ 8 w 256"/>
              <a:gd name="T49" fmla="*/ 112 h 256"/>
              <a:gd name="T50" fmla="*/ 38 w 256"/>
              <a:gd name="T51" fmla="*/ 77 h 256"/>
              <a:gd name="T52" fmla="*/ 32 w 256"/>
              <a:gd name="T53" fmla="*/ 54 h 256"/>
              <a:gd name="T54" fmla="*/ 77 w 256"/>
              <a:gd name="T55" fmla="*/ 38 h 256"/>
              <a:gd name="T56" fmla="*/ 112 w 256"/>
              <a:gd name="T57" fmla="*/ 8 h 256"/>
              <a:gd name="T58" fmla="*/ 155 w 256"/>
              <a:gd name="T59" fmla="*/ 29 h 256"/>
              <a:gd name="T60" fmla="*/ 202 w 256"/>
              <a:gd name="T61" fmla="*/ 32 h 256"/>
              <a:gd name="T62" fmla="*/ 218 w 256"/>
              <a:gd name="T63" fmla="*/ 77 h 256"/>
              <a:gd name="T64" fmla="*/ 248 w 256"/>
              <a:gd name="T65" fmla="*/ 112 h 256"/>
              <a:gd name="T66" fmla="*/ 81 w 256"/>
              <a:gd name="T67" fmla="*/ 177 h 256"/>
              <a:gd name="T68" fmla="*/ 181 w 256"/>
              <a:gd name="T69" fmla="*/ 183 h 256"/>
              <a:gd name="T70" fmla="*/ 64 w 256"/>
              <a:gd name="T71" fmla="*/ 128 h 256"/>
              <a:gd name="T72" fmla="*/ 100 w 256"/>
              <a:gd name="T73" fmla="*/ 76 h 256"/>
              <a:gd name="T74" fmla="*/ 109 w 256"/>
              <a:gd name="T75" fmla="*/ 63 h 256"/>
              <a:gd name="T76" fmla="*/ 116 w 256"/>
              <a:gd name="T77" fmla="*/ 52 h 256"/>
              <a:gd name="T78" fmla="*/ 136 w 256"/>
              <a:gd name="T79" fmla="*/ 83 h 256"/>
              <a:gd name="T80" fmla="*/ 147 w 256"/>
              <a:gd name="T81" fmla="*/ 63 h 256"/>
              <a:gd name="T82" fmla="*/ 156 w 256"/>
              <a:gd name="T83" fmla="*/ 76 h 256"/>
              <a:gd name="T84" fmla="*/ 192 w 256"/>
              <a:gd name="T85" fmla="*/ 128 h 256"/>
              <a:gd name="T86" fmla="*/ 157 w 256"/>
              <a:gd name="T87" fmla="*/ 55 h 256"/>
              <a:gd name="T88" fmla="*/ 148 w 256"/>
              <a:gd name="T89" fmla="*/ 52 h 256"/>
              <a:gd name="T90" fmla="*/ 108 w 256"/>
              <a:gd name="T91" fmla="*/ 53 h 256"/>
              <a:gd name="T92" fmla="*/ 89 w 256"/>
              <a:gd name="T93" fmla="*/ 63 h 256"/>
              <a:gd name="T94" fmla="*/ 208 w 256"/>
              <a:gd name="T95" fmla="*/ 136 h 256"/>
              <a:gd name="T96" fmla="*/ 70 w 256"/>
              <a:gd name="T97" fmla="*/ 152 h 256"/>
              <a:gd name="T98" fmla="*/ 40 w 256"/>
              <a:gd name="T99" fmla="*/ 132 h 256"/>
              <a:gd name="T100" fmla="*/ 67 w 256"/>
              <a:gd name="T101" fmla="*/ 159 h 256"/>
              <a:gd name="T102" fmla="*/ 214 w 256"/>
              <a:gd name="T103" fmla="*/ 144 h 256"/>
              <a:gd name="T104" fmla="*/ 128 w 256"/>
              <a:gd name="T105" fmla="*/ 132 h 256"/>
              <a:gd name="T106" fmla="*/ 128 w 256"/>
              <a:gd name="T107" fmla="*/ 140 h 256"/>
              <a:gd name="T108" fmla="*/ 128 w 256"/>
              <a:gd name="T109" fmla="*/ 1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6" h="256">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4" y="61"/>
                  <a:pt x="234" y="53"/>
                  <a:pt x="230" y="49"/>
                </a:cubicBezTo>
                <a:cubicBezTo>
                  <a:pt x="207" y="26"/>
                  <a:pt x="207" y="26"/>
                  <a:pt x="207" y="26"/>
                </a:cubicBezTo>
                <a:cubicBezTo>
                  <a:pt x="203" y="22"/>
                  <a:pt x="195" y="22"/>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2"/>
                  <a:pt x="53" y="22"/>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1" y="195"/>
                  <a:pt x="21" y="203"/>
                  <a:pt x="26" y="207"/>
                </a:cubicBezTo>
                <a:cubicBezTo>
                  <a:pt x="49" y="230"/>
                  <a:pt x="49" y="230"/>
                  <a:pt x="49" y="230"/>
                </a:cubicBezTo>
                <a:cubicBezTo>
                  <a:pt x="53" y="234"/>
                  <a:pt x="61" y="235"/>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82" y="225"/>
                  <a:pt x="182" y="225"/>
                  <a:pt x="182" y="225"/>
                </a:cubicBezTo>
                <a:cubicBezTo>
                  <a:pt x="183" y="224"/>
                  <a:pt x="185" y="225"/>
                  <a:pt x="186" y="226"/>
                </a:cubicBezTo>
                <a:cubicBezTo>
                  <a:pt x="190" y="230"/>
                  <a:pt x="190" y="230"/>
                  <a:pt x="190" y="230"/>
                </a:cubicBezTo>
                <a:cubicBezTo>
                  <a:pt x="195" y="234"/>
                  <a:pt x="203" y="235"/>
                  <a:pt x="207" y="230"/>
                </a:cubicBezTo>
                <a:cubicBezTo>
                  <a:pt x="230" y="207"/>
                  <a:pt x="230" y="207"/>
                  <a:pt x="230" y="207"/>
                </a:cubicBezTo>
                <a:cubicBezTo>
                  <a:pt x="234" y="203"/>
                  <a:pt x="234" y="195"/>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248" y="144"/>
                </a:moveTo>
                <a:cubicBezTo>
                  <a:pt x="248" y="146"/>
                  <a:pt x="246" y="148"/>
                  <a:pt x="244" y="148"/>
                </a:cubicBezTo>
                <a:cubicBezTo>
                  <a:pt x="238" y="148"/>
                  <a:pt x="238" y="148"/>
                  <a:pt x="238" y="148"/>
                </a:cubicBezTo>
                <a:cubicBezTo>
                  <a:pt x="233" y="148"/>
                  <a:pt x="229" y="151"/>
                  <a:pt x="227" y="155"/>
                </a:cubicBezTo>
                <a:cubicBezTo>
                  <a:pt x="218" y="179"/>
                  <a:pt x="218" y="179"/>
                  <a:pt x="218" y="179"/>
                </a:cubicBezTo>
                <a:cubicBezTo>
                  <a:pt x="216" y="183"/>
                  <a:pt x="217" y="188"/>
                  <a:pt x="220" y="192"/>
                </a:cubicBezTo>
                <a:cubicBezTo>
                  <a:pt x="224" y="196"/>
                  <a:pt x="224" y="196"/>
                  <a:pt x="224" y="196"/>
                </a:cubicBezTo>
                <a:cubicBezTo>
                  <a:pt x="226" y="197"/>
                  <a:pt x="226" y="200"/>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55" y="227"/>
                  <a:pt x="155" y="227"/>
                  <a:pt x="155" y="227"/>
                </a:cubicBezTo>
                <a:cubicBezTo>
                  <a:pt x="151" y="229"/>
                  <a:pt x="148" y="233"/>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3"/>
                  <a:pt x="105" y="229"/>
                  <a:pt x="101" y="227"/>
                </a:cubicBezTo>
                <a:cubicBezTo>
                  <a:pt x="77" y="218"/>
                  <a:pt x="77" y="218"/>
                  <a:pt x="77" y="218"/>
                </a:cubicBezTo>
                <a:cubicBezTo>
                  <a:pt x="76" y="217"/>
                  <a:pt x="74" y="217"/>
                  <a:pt x="73" y="217"/>
                </a:cubicBezTo>
                <a:cubicBezTo>
                  <a:pt x="69" y="217"/>
                  <a:pt x="66" y="218"/>
                  <a:pt x="64" y="220"/>
                </a:cubicBezTo>
                <a:cubicBezTo>
                  <a:pt x="60" y="224"/>
                  <a:pt x="60" y="224"/>
                  <a:pt x="60" y="224"/>
                </a:cubicBezTo>
                <a:cubicBezTo>
                  <a:pt x="59" y="226"/>
                  <a:pt x="56" y="226"/>
                  <a:pt x="54" y="224"/>
                </a:cubicBezTo>
                <a:cubicBezTo>
                  <a:pt x="32" y="202"/>
                  <a:pt x="32" y="202"/>
                  <a:pt x="32" y="202"/>
                </a:cubicBezTo>
                <a:cubicBezTo>
                  <a:pt x="31" y="201"/>
                  <a:pt x="31" y="200"/>
                  <a:pt x="31" y="199"/>
                </a:cubicBezTo>
                <a:cubicBezTo>
                  <a:pt x="31" y="198"/>
                  <a:pt x="31"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1" y="59"/>
                  <a:pt x="31" y="58"/>
                  <a:pt x="31" y="57"/>
                </a:cubicBezTo>
                <a:cubicBezTo>
                  <a:pt x="31" y="56"/>
                  <a:pt x="31" y="55"/>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3"/>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3"/>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lnTo>
                  <a:pt x="248" y="144"/>
                </a:lnTo>
                <a:close/>
                <a:moveTo>
                  <a:pt x="175" y="177"/>
                </a:moveTo>
                <a:cubicBezTo>
                  <a:pt x="162" y="189"/>
                  <a:pt x="146" y="196"/>
                  <a:pt x="128" y="196"/>
                </a:cubicBezTo>
                <a:cubicBezTo>
                  <a:pt x="110" y="196"/>
                  <a:pt x="94" y="189"/>
                  <a:pt x="81" y="177"/>
                </a:cubicBezTo>
                <a:cubicBezTo>
                  <a:pt x="79" y="176"/>
                  <a:pt x="77" y="176"/>
                  <a:pt x="75" y="177"/>
                </a:cubicBezTo>
                <a:cubicBezTo>
                  <a:pt x="74" y="179"/>
                  <a:pt x="74" y="181"/>
                  <a:pt x="75" y="183"/>
                </a:cubicBezTo>
                <a:cubicBezTo>
                  <a:pt x="90" y="197"/>
                  <a:pt x="108" y="204"/>
                  <a:pt x="128" y="204"/>
                </a:cubicBezTo>
                <a:cubicBezTo>
                  <a:pt x="148" y="204"/>
                  <a:pt x="166" y="197"/>
                  <a:pt x="181" y="183"/>
                </a:cubicBezTo>
                <a:cubicBezTo>
                  <a:pt x="182" y="181"/>
                  <a:pt x="182" y="179"/>
                  <a:pt x="181" y="177"/>
                </a:cubicBezTo>
                <a:cubicBezTo>
                  <a:pt x="179" y="176"/>
                  <a:pt x="177" y="176"/>
                  <a:pt x="175" y="177"/>
                </a:cubicBezTo>
                <a:close/>
                <a:moveTo>
                  <a:pt x="60" y="132"/>
                </a:moveTo>
                <a:cubicBezTo>
                  <a:pt x="62" y="132"/>
                  <a:pt x="64" y="130"/>
                  <a:pt x="64" y="128"/>
                </a:cubicBezTo>
                <a:cubicBezTo>
                  <a:pt x="64" y="102"/>
                  <a:pt x="74" y="82"/>
                  <a:pt x="92" y="70"/>
                </a:cubicBezTo>
                <a:cubicBezTo>
                  <a:pt x="92" y="76"/>
                  <a:pt x="92" y="76"/>
                  <a:pt x="92" y="76"/>
                </a:cubicBezTo>
                <a:cubicBezTo>
                  <a:pt x="92" y="78"/>
                  <a:pt x="94" y="80"/>
                  <a:pt x="96" y="80"/>
                </a:cubicBezTo>
                <a:cubicBezTo>
                  <a:pt x="98" y="80"/>
                  <a:pt x="100" y="78"/>
                  <a:pt x="100" y="76"/>
                </a:cubicBezTo>
                <a:cubicBezTo>
                  <a:pt x="100" y="64"/>
                  <a:pt x="100" y="64"/>
                  <a:pt x="100" y="64"/>
                </a:cubicBezTo>
                <a:cubicBezTo>
                  <a:pt x="100" y="64"/>
                  <a:pt x="100" y="64"/>
                  <a:pt x="100" y="63"/>
                </a:cubicBezTo>
                <a:cubicBezTo>
                  <a:pt x="108" y="63"/>
                  <a:pt x="108" y="63"/>
                  <a:pt x="108" y="63"/>
                </a:cubicBezTo>
                <a:cubicBezTo>
                  <a:pt x="109" y="63"/>
                  <a:pt x="109" y="63"/>
                  <a:pt x="109" y="63"/>
                </a:cubicBezTo>
                <a:cubicBezTo>
                  <a:pt x="112" y="85"/>
                  <a:pt x="112" y="85"/>
                  <a:pt x="112" y="85"/>
                </a:cubicBezTo>
                <a:cubicBezTo>
                  <a:pt x="112" y="87"/>
                  <a:pt x="114" y="88"/>
                  <a:pt x="117" y="88"/>
                </a:cubicBezTo>
                <a:cubicBezTo>
                  <a:pt x="119" y="88"/>
                  <a:pt x="120" y="86"/>
                  <a:pt x="120" y="83"/>
                </a:cubicBezTo>
                <a:cubicBezTo>
                  <a:pt x="116" y="52"/>
                  <a:pt x="116" y="52"/>
                  <a:pt x="116" y="52"/>
                </a:cubicBezTo>
                <a:cubicBezTo>
                  <a:pt x="116" y="52"/>
                  <a:pt x="117" y="51"/>
                  <a:pt x="117" y="51"/>
                </a:cubicBezTo>
                <a:cubicBezTo>
                  <a:pt x="124" y="50"/>
                  <a:pt x="132" y="50"/>
                  <a:pt x="139" y="51"/>
                </a:cubicBezTo>
                <a:cubicBezTo>
                  <a:pt x="139" y="51"/>
                  <a:pt x="140" y="52"/>
                  <a:pt x="140" y="52"/>
                </a:cubicBezTo>
                <a:cubicBezTo>
                  <a:pt x="136" y="83"/>
                  <a:pt x="136" y="83"/>
                  <a:pt x="136" y="83"/>
                </a:cubicBezTo>
                <a:cubicBezTo>
                  <a:pt x="136" y="86"/>
                  <a:pt x="137" y="88"/>
                  <a:pt x="139" y="88"/>
                </a:cubicBezTo>
                <a:cubicBezTo>
                  <a:pt x="140" y="88"/>
                  <a:pt x="140" y="88"/>
                  <a:pt x="140" y="88"/>
                </a:cubicBezTo>
                <a:cubicBezTo>
                  <a:pt x="142" y="88"/>
                  <a:pt x="144" y="87"/>
                  <a:pt x="144" y="85"/>
                </a:cubicBezTo>
                <a:cubicBezTo>
                  <a:pt x="147" y="63"/>
                  <a:pt x="147" y="63"/>
                  <a:pt x="147" y="63"/>
                </a:cubicBezTo>
                <a:cubicBezTo>
                  <a:pt x="147" y="63"/>
                  <a:pt x="147" y="63"/>
                  <a:pt x="148" y="63"/>
                </a:cubicBezTo>
                <a:cubicBezTo>
                  <a:pt x="156" y="63"/>
                  <a:pt x="156" y="63"/>
                  <a:pt x="156" y="63"/>
                </a:cubicBezTo>
                <a:cubicBezTo>
                  <a:pt x="156" y="64"/>
                  <a:pt x="156" y="64"/>
                  <a:pt x="156" y="64"/>
                </a:cubicBezTo>
                <a:cubicBezTo>
                  <a:pt x="156" y="76"/>
                  <a:pt x="156" y="76"/>
                  <a:pt x="156" y="76"/>
                </a:cubicBezTo>
                <a:cubicBezTo>
                  <a:pt x="156" y="78"/>
                  <a:pt x="158" y="80"/>
                  <a:pt x="160" y="80"/>
                </a:cubicBezTo>
                <a:cubicBezTo>
                  <a:pt x="162" y="80"/>
                  <a:pt x="164" y="78"/>
                  <a:pt x="164" y="76"/>
                </a:cubicBezTo>
                <a:cubicBezTo>
                  <a:pt x="164" y="70"/>
                  <a:pt x="164" y="70"/>
                  <a:pt x="164" y="70"/>
                </a:cubicBezTo>
                <a:cubicBezTo>
                  <a:pt x="182" y="82"/>
                  <a:pt x="192" y="102"/>
                  <a:pt x="192" y="128"/>
                </a:cubicBezTo>
                <a:cubicBezTo>
                  <a:pt x="192" y="130"/>
                  <a:pt x="194" y="132"/>
                  <a:pt x="196" y="132"/>
                </a:cubicBezTo>
                <a:cubicBezTo>
                  <a:pt x="198" y="132"/>
                  <a:pt x="200" y="130"/>
                  <a:pt x="200" y="128"/>
                </a:cubicBezTo>
                <a:cubicBezTo>
                  <a:pt x="200" y="99"/>
                  <a:pt x="188" y="76"/>
                  <a:pt x="167" y="63"/>
                </a:cubicBezTo>
                <a:cubicBezTo>
                  <a:pt x="166" y="59"/>
                  <a:pt x="162" y="56"/>
                  <a:pt x="157" y="55"/>
                </a:cubicBezTo>
                <a:cubicBezTo>
                  <a:pt x="148" y="55"/>
                  <a:pt x="148" y="55"/>
                  <a:pt x="148" y="55"/>
                </a:cubicBezTo>
                <a:cubicBezTo>
                  <a:pt x="148" y="55"/>
                  <a:pt x="148" y="55"/>
                  <a:pt x="148" y="55"/>
                </a:cubicBezTo>
                <a:cubicBezTo>
                  <a:pt x="148" y="53"/>
                  <a:pt x="148" y="53"/>
                  <a:pt x="148" y="53"/>
                </a:cubicBezTo>
                <a:cubicBezTo>
                  <a:pt x="148" y="53"/>
                  <a:pt x="148" y="53"/>
                  <a:pt x="148" y="52"/>
                </a:cubicBezTo>
                <a:cubicBezTo>
                  <a:pt x="148" y="48"/>
                  <a:pt x="144" y="44"/>
                  <a:pt x="140" y="43"/>
                </a:cubicBezTo>
                <a:cubicBezTo>
                  <a:pt x="132" y="42"/>
                  <a:pt x="124" y="42"/>
                  <a:pt x="116" y="43"/>
                </a:cubicBezTo>
                <a:cubicBezTo>
                  <a:pt x="112" y="44"/>
                  <a:pt x="108" y="48"/>
                  <a:pt x="108" y="52"/>
                </a:cubicBezTo>
                <a:cubicBezTo>
                  <a:pt x="108" y="53"/>
                  <a:pt x="108" y="53"/>
                  <a:pt x="108" y="53"/>
                </a:cubicBezTo>
                <a:cubicBezTo>
                  <a:pt x="108" y="55"/>
                  <a:pt x="108" y="55"/>
                  <a:pt x="108" y="55"/>
                </a:cubicBezTo>
                <a:cubicBezTo>
                  <a:pt x="108" y="55"/>
                  <a:pt x="108" y="55"/>
                  <a:pt x="108" y="55"/>
                </a:cubicBezTo>
                <a:cubicBezTo>
                  <a:pt x="99" y="55"/>
                  <a:pt x="99" y="55"/>
                  <a:pt x="99" y="55"/>
                </a:cubicBezTo>
                <a:cubicBezTo>
                  <a:pt x="94" y="56"/>
                  <a:pt x="90" y="59"/>
                  <a:pt x="89" y="63"/>
                </a:cubicBezTo>
                <a:cubicBezTo>
                  <a:pt x="68" y="75"/>
                  <a:pt x="56" y="99"/>
                  <a:pt x="56" y="128"/>
                </a:cubicBezTo>
                <a:cubicBezTo>
                  <a:pt x="56" y="130"/>
                  <a:pt x="58" y="132"/>
                  <a:pt x="60" y="132"/>
                </a:cubicBezTo>
                <a:close/>
                <a:moveTo>
                  <a:pt x="212" y="132"/>
                </a:moveTo>
                <a:cubicBezTo>
                  <a:pt x="210" y="132"/>
                  <a:pt x="208" y="134"/>
                  <a:pt x="208" y="136"/>
                </a:cubicBezTo>
                <a:cubicBezTo>
                  <a:pt x="208" y="138"/>
                  <a:pt x="208" y="138"/>
                  <a:pt x="208" y="138"/>
                </a:cubicBezTo>
                <a:cubicBezTo>
                  <a:pt x="186" y="152"/>
                  <a:pt x="186" y="152"/>
                  <a:pt x="186" y="152"/>
                </a:cubicBezTo>
                <a:cubicBezTo>
                  <a:pt x="183" y="152"/>
                  <a:pt x="167" y="156"/>
                  <a:pt x="128" y="156"/>
                </a:cubicBezTo>
                <a:cubicBezTo>
                  <a:pt x="89" y="156"/>
                  <a:pt x="72" y="152"/>
                  <a:pt x="70" y="152"/>
                </a:cubicBezTo>
                <a:cubicBezTo>
                  <a:pt x="48" y="138"/>
                  <a:pt x="48" y="138"/>
                  <a:pt x="48" y="138"/>
                </a:cubicBezTo>
                <a:cubicBezTo>
                  <a:pt x="48" y="132"/>
                  <a:pt x="48" y="132"/>
                  <a:pt x="48" y="132"/>
                </a:cubicBezTo>
                <a:cubicBezTo>
                  <a:pt x="48" y="130"/>
                  <a:pt x="46" y="128"/>
                  <a:pt x="44" y="128"/>
                </a:cubicBezTo>
                <a:cubicBezTo>
                  <a:pt x="42" y="128"/>
                  <a:pt x="40" y="130"/>
                  <a:pt x="40" y="132"/>
                </a:cubicBezTo>
                <a:cubicBezTo>
                  <a:pt x="40" y="140"/>
                  <a:pt x="40" y="140"/>
                  <a:pt x="40" y="140"/>
                </a:cubicBezTo>
                <a:cubicBezTo>
                  <a:pt x="40" y="142"/>
                  <a:pt x="41" y="143"/>
                  <a:pt x="42" y="144"/>
                </a:cubicBezTo>
                <a:cubicBezTo>
                  <a:pt x="66" y="159"/>
                  <a:pt x="66" y="159"/>
                  <a:pt x="66" y="159"/>
                </a:cubicBezTo>
                <a:cubicBezTo>
                  <a:pt x="66" y="159"/>
                  <a:pt x="67" y="159"/>
                  <a:pt x="67" y="159"/>
                </a:cubicBezTo>
                <a:cubicBezTo>
                  <a:pt x="68" y="159"/>
                  <a:pt x="84" y="164"/>
                  <a:pt x="128" y="164"/>
                </a:cubicBezTo>
                <a:cubicBezTo>
                  <a:pt x="172" y="164"/>
                  <a:pt x="188" y="159"/>
                  <a:pt x="189" y="159"/>
                </a:cubicBezTo>
                <a:cubicBezTo>
                  <a:pt x="189" y="159"/>
                  <a:pt x="190" y="159"/>
                  <a:pt x="190" y="159"/>
                </a:cubicBezTo>
                <a:cubicBezTo>
                  <a:pt x="214" y="144"/>
                  <a:pt x="214" y="144"/>
                  <a:pt x="214" y="144"/>
                </a:cubicBezTo>
                <a:cubicBezTo>
                  <a:pt x="215" y="143"/>
                  <a:pt x="216" y="142"/>
                  <a:pt x="216" y="140"/>
                </a:cubicBezTo>
                <a:cubicBezTo>
                  <a:pt x="216" y="136"/>
                  <a:pt x="216" y="136"/>
                  <a:pt x="216" y="136"/>
                </a:cubicBezTo>
                <a:cubicBezTo>
                  <a:pt x="216" y="134"/>
                  <a:pt x="214" y="132"/>
                  <a:pt x="212" y="132"/>
                </a:cubicBezTo>
                <a:close/>
                <a:moveTo>
                  <a:pt x="128" y="132"/>
                </a:moveTo>
                <a:cubicBezTo>
                  <a:pt x="110" y="132"/>
                  <a:pt x="90" y="130"/>
                  <a:pt x="77" y="128"/>
                </a:cubicBezTo>
                <a:cubicBezTo>
                  <a:pt x="75" y="128"/>
                  <a:pt x="72" y="129"/>
                  <a:pt x="72" y="131"/>
                </a:cubicBezTo>
                <a:cubicBezTo>
                  <a:pt x="72" y="133"/>
                  <a:pt x="73" y="136"/>
                  <a:pt x="75" y="136"/>
                </a:cubicBezTo>
                <a:cubicBezTo>
                  <a:pt x="89" y="138"/>
                  <a:pt x="109" y="140"/>
                  <a:pt x="128" y="140"/>
                </a:cubicBezTo>
                <a:cubicBezTo>
                  <a:pt x="147" y="140"/>
                  <a:pt x="167" y="138"/>
                  <a:pt x="181" y="136"/>
                </a:cubicBezTo>
                <a:cubicBezTo>
                  <a:pt x="183" y="136"/>
                  <a:pt x="184" y="133"/>
                  <a:pt x="184" y="131"/>
                </a:cubicBezTo>
                <a:cubicBezTo>
                  <a:pt x="184" y="129"/>
                  <a:pt x="181" y="128"/>
                  <a:pt x="179" y="128"/>
                </a:cubicBezTo>
                <a:cubicBezTo>
                  <a:pt x="166" y="130"/>
                  <a:pt x="146" y="132"/>
                  <a:pt x="128" y="13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1" name="Freeform 52">
            <a:extLst>
              <a:ext uri="{FF2B5EF4-FFF2-40B4-BE49-F238E27FC236}">
                <a16:creationId xmlns:a16="http://schemas.microsoft.com/office/drawing/2014/main" id="{6A824922-3482-446D-91BD-95F4780A3888}"/>
              </a:ext>
            </a:extLst>
          </p:cNvPr>
          <p:cNvSpPr>
            <a:spLocks noChangeAspect="1" noEditPoints="1"/>
          </p:cNvSpPr>
          <p:nvPr/>
        </p:nvSpPr>
        <p:spPr bwMode="auto">
          <a:xfrm>
            <a:off x="4443672" y="1464470"/>
            <a:ext cx="400050" cy="400050"/>
          </a:xfrm>
          <a:custGeom>
            <a:avLst/>
            <a:gdLst>
              <a:gd name="T0" fmla="*/ 179 w 256"/>
              <a:gd name="T1" fmla="*/ 185 h 256"/>
              <a:gd name="T2" fmla="*/ 52 w 256"/>
              <a:gd name="T3" fmla="*/ 128 h 256"/>
              <a:gd name="T4" fmla="*/ 83 w 256"/>
              <a:gd name="T5" fmla="*/ 184 h 256"/>
              <a:gd name="T6" fmla="*/ 128 w 256"/>
              <a:gd name="T7" fmla="*/ 60 h 256"/>
              <a:gd name="T8" fmla="*/ 244 w 256"/>
              <a:gd name="T9" fmla="*/ 100 h 256"/>
              <a:gd name="T10" fmla="*/ 225 w 256"/>
              <a:gd name="T11" fmla="*/ 74 h 256"/>
              <a:gd name="T12" fmla="*/ 233 w 256"/>
              <a:gd name="T13" fmla="*/ 57 h 256"/>
              <a:gd name="T14" fmla="*/ 190 w 256"/>
              <a:gd name="T15" fmla="*/ 26 h 256"/>
              <a:gd name="T16" fmla="*/ 158 w 256"/>
              <a:gd name="T17" fmla="*/ 21 h 256"/>
              <a:gd name="T18" fmla="*/ 144 w 256"/>
              <a:gd name="T19" fmla="*/ 0 h 256"/>
              <a:gd name="T20" fmla="*/ 100 w 256"/>
              <a:gd name="T21" fmla="*/ 18 h 256"/>
              <a:gd name="T22" fmla="*/ 70 w 256"/>
              <a:gd name="T23" fmla="*/ 30 h 256"/>
              <a:gd name="T24" fmla="*/ 26 w 256"/>
              <a:gd name="T25" fmla="*/ 49 h 256"/>
              <a:gd name="T26" fmla="*/ 31 w 256"/>
              <a:gd name="T27" fmla="*/ 74 h 256"/>
              <a:gd name="T28" fmla="*/ 12 w 256"/>
              <a:gd name="T29" fmla="*/ 100 h 256"/>
              <a:gd name="T30" fmla="*/ 12 w 256"/>
              <a:gd name="T31" fmla="*/ 156 h 256"/>
              <a:gd name="T32" fmla="*/ 31 w 256"/>
              <a:gd name="T33" fmla="*/ 182 h 256"/>
              <a:gd name="T34" fmla="*/ 26 w 256"/>
              <a:gd name="T35" fmla="*/ 207 h 256"/>
              <a:gd name="T36" fmla="*/ 70 w 256"/>
              <a:gd name="T37" fmla="*/ 226 h 256"/>
              <a:gd name="T38" fmla="*/ 77 w 256"/>
              <a:gd name="T39" fmla="*/ 218 h 256"/>
              <a:gd name="T40" fmla="*/ 54 w 256"/>
              <a:gd name="T41" fmla="*/ 224 h 256"/>
              <a:gd name="T42" fmla="*/ 36 w 256"/>
              <a:gd name="T43" fmla="*/ 192 h 256"/>
              <a:gd name="T44" fmla="*/ 18 w 256"/>
              <a:gd name="T45" fmla="*/ 148 h 256"/>
              <a:gd name="T46" fmla="*/ 8 w 256"/>
              <a:gd name="T47" fmla="*/ 112 h 256"/>
              <a:gd name="T48" fmla="*/ 29 w 256"/>
              <a:gd name="T49" fmla="*/ 101 h 256"/>
              <a:gd name="T50" fmla="*/ 32 w 256"/>
              <a:gd name="T51" fmla="*/ 60 h 256"/>
              <a:gd name="T52" fmla="*/ 60 w 256"/>
              <a:gd name="T53" fmla="*/ 32 h 256"/>
              <a:gd name="T54" fmla="*/ 101 w 256"/>
              <a:gd name="T55" fmla="*/ 29 h 256"/>
              <a:gd name="T56" fmla="*/ 112 w 256"/>
              <a:gd name="T57" fmla="*/ 8 h 256"/>
              <a:gd name="T58" fmla="*/ 148 w 256"/>
              <a:gd name="T59" fmla="*/ 18 h 256"/>
              <a:gd name="T60" fmla="*/ 192 w 256"/>
              <a:gd name="T61" fmla="*/ 36 h 256"/>
              <a:gd name="T62" fmla="*/ 224 w 256"/>
              <a:gd name="T63" fmla="*/ 54 h 256"/>
              <a:gd name="T64" fmla="*/ 218 w 256"/>
              <a:gd name="T65" fmla="*/ 77 h 256"/>
              <a:gd name="T66" fmla="*/ 244 w 256"/>
              <a:gd name="T67" fmla="*/ 108 h 256"/>
              <a:gd name="T68" fmla="*/ 244 w 256"/>
              <a:gd name="T69" fmla="*/ 148 h 256"/>
              <a:gd name="T70" fmla="*/ 218 w 256"/>
              <a:gd name="T71" fmla="*/ 179 h 256"/>
              <a:gd name="T72" fmla="*/ 224 w 256"/>
              <a:gd name="T73" fmla="*/ 202 h 256"/>
              <a:gd name="T74" fmla="*/ 192 w 256"/>
              <a:gd name="T75" fmla="*/ 220 h 256"/>
              <a:gd name="T76" fmla="*/ 182 w 256"/>
              <a:gd name="T77" fmla="*/ 225 h 256"/>
              <a:gd name="T78" fmla="*/ 199 w 256"/>
              <a:gd name="T79" fmla="*/ 233 h 256"/>
              <a:gd name="T80" fmla="*/ 230 w 256"/>
              <a:gd name="T81" fmla="*/ 190 h 256"/>
              <a:gd name="T82" fmla="*/ 235 w 256"/>
              <a:gd name="T83" fmla="*/ 158 h 256"/>
              <a:gd name="T84" fmla="*/ 256 w 256"/>
              <a:gd name="T85" fmla="*/ 144 h 256"/>
              <a:gd name="T86" fmla="*/ 136 w 256"/>
              <a:gd name="T87" fmla="*/ 123 h 256"/>
              <a:gd name="T88" fmla="*/ 131 w 256"/>
              <a:gd name="T89" fmla="*/ 85 h 256"/>
              <a:gd name="T90" fmla="*/ 110 w 256"/>
              <a:gd name="T91" fmla="*/ 111 h 256"/>
              <a:gd name="T92" fmla="*/ 120 w 256"/>
              <a:gd name="T93" fmla="*/ 123 h 256"/>
              <a:gd name="T94" fmla="*/ 128 w 256"/>
              <a:gd name="T95" fmla="*/ 94 h 256"/>
              <a:gd name="T96" fmla="*/ 136 w 256"/>
              <a:gd name="T97" fmla="*/ 123 h 256"/>
              <a:gd name="T98" fmla="*/ 156 w 256"/>
              <a:gd name="T99" fmla="*/ 132 h 256"/>
              <a:gd name="T100" fmla="*/ 108 w 256"/>
              <a:gd name="T101" fmla="*/ 140 h 256"/>
              <a:gd name="T102" fmla="*/ 68 w 256"/>
              <a:gd name="T103" fmla="*/ 256 h 256"/>
              <a:gd name="T104" fmla="*/ 108 w 256"/>
              <a:gd name="T105" fmla="*/ 206 h 256"/>
              <a:gd name="T106" fmla="*/ 156 w 256"/>
              <a:gd name="T107" fmla="*/ 256 h 256"/>
              <a:gd name="T108" fmla="*/ 188 w 256"/>
              <a:gd name="T109" fmla="*/ 248 h 256"/>
              <a:gd name="T110" fmla="*/ 116 w 256"/>
              <a:gd name="T111" fmla="*/ 140 h 256"/>
              <a:gd name="T112" fmla="*/ 141 w 256"/>
              <a:gd name="T113" fmla="*/ 161 h 256"/>
              <a:gd name="T114" fmla="*/ 114 w 256"/>
              <a:gd name="T115" fmla="*/ 200 h 256"/>
              <a:gd name="T116" fmla="*/ 114 w 256"/>
              <a:gd name="T117" fmla="*/ 20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173" y="179"/>
                </a:moveTo>
                <a:cubicBezTo>
                  <a:pt x="172" y="180"/>
                  <a:pt x="172" y="183"/>
                  <a:pt x="173" y="184"/>
                </a:cubicBezTo>
                <a:cubicBezTo>
                  <a:pt x="174" y="186"/>
                  <a:pt x="177" y="186"/>
                  <a:pt x="179" y="185"/>
                </a:cubicBezTo>
                <a:cubicBezTo>
                  <a:pt x="195" y="170"/>
                  <a:pt x="204" y="150"/>
                  <a:pt x="204" y="128"/>
                </a:cubicBezTo>
                <a:cubicBezTo>
                  <a:pt x="204" y="86"/>
                  <a:pt x="170" y="52"/>
                  <a:pt x="128" y="52"/>
                </a:cubicBezTo>
                <a:cubicBezTo>
                  <a:pt x="86" y="52"/>
                  <a:pt x="52" y="86"/>
                  <a:pt x="52" y="128"/>
                </a:cubicBezTo>
                <a:cubicBezTo>
                  <a:pt x="52" y="150"/>
                  <a:pt x="61" y="170"/>
                  <a:pt x="77" y="185"/>
                </a:cubicBezTo>
                <a:cubicBezTo>
                  <a:pt x="78" y="185"/>
                  <a:pt x="79" y="186"/>
                  <a:pt x="80" y="186"/>
                </a:cubicBezTo>
                <a:cubicBezTo>
                  <a:pt x="81" y="186"/>
                  <a:pt x="82" y="185"/>
                  <a:pt x="83" y="184"/>
                </a:cubicBezTo>
                <a:cubicBezTo>
                  <a:pt x="84" y="183"/>
                  <a:pt x="84" y="180"/>
                  <a:pt x="83" y="179"/>
                </a:cubicBezTo>
                <a:cubicBezTo>
                  <a:pt x="68" y="166"/>
                  <a:pt x="60" y="147"/>
                  <a:pt x="60" y="128"/>
                </a:cubicBezTo>
                <a:cubicBezTo>
                  <a:pt x="60" y="91"/>
                  <a:pt x="91" y="60"/>
                  <a:pt x="128" y="60"/>
                </a:cubicBezTo>
                <a:cubicBezTo>
                  <a:pt x="165" y="60"/>
                  <a:pt x="196" y="91"/>
                  <a:pt x="196" y="128"/>
                </a:cubicBezTo>
                <a:cubicBezTo>
                  <a:pt x="196" y="147"/>
                  <a:pt x="188" y="166"/>
                  <a:pt x="173" y="179"/>
                </a:cubicBezTo>
                <a:close/>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2" y="64"/>
                  <a:pt x="233" y="60"/>
                  <a:pt x="233" y="57"/>
                </a:cubicBezTo>
                <a:cubicBezTo>
                  <a:pt x="233" y="54"/>
                  <a:pt x="232" y="51"/>
                  <a:pt x="230" y="49"/>
                </a:cubicBezTo>
                <a:cubicBezTo>
                  <a:pt x="207" y="26"/>
                  <a:pt x="207" y="26"/>
                  <a:pt x="207" y="26"/>
                </a:cubicBezTo>
                <a:cubicBezTo>
                  <a:pt x="203" y="21"/>
                  <a:pt x="195" y="21"/>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2" y="53"/>
                  <a:pt x="22"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2" y="195"/>
                  <a:pt x="22" y="203"/>
                  <a:pt x="26" y="207"/>
                </a:cubicBezTo>
                <a:cubicBezTo>
                  <a:pt x="49" y="230"/>
                  <a:pt x="49" y="230"/>
                  <a:pt x="49" y="230"/>
                </a:cubicBezTo>
                <a:cubicBezTo>
                  <a:pt x="53" y="234"/>
                  <a:pt x="61" y="234"/>
                  <a:pt x="66" y="230"/>
                </a:cubicBezTo>
                <a:cubicBezTo>
                  <a:pt x="70" y="226"/>
                  <a:pt x="70" y="226"/>
                  <a:pt x="70" y="226"/>
                </a:cubicBezTo>
                <a:cubicBezTo>
                  <a:pt x="71" y="225"/>
                  <a:pt x="73" y="224"/>
                  <a:pt x="74" y="225"/>
                </a:cubicBezTo>
                <a:cubicBezTo>
                  <a:pt x="76" y="226"/>
                  <a:pt x="78" y="225"/>
                  <a:pt x="79" y="223"/>
                </a:cubicBezTo>
                <a:cubicBezTo>
                  <a:pt x="80" y="221"/>
                  <a:pt x="79" y="218"/>
                  <a:pt x="77" y="218"/>
                </a:cubicBezTo>
                <a:cubicBezTo>
                  <a:pt x="73" y="216"/>
                  <a:pt x="68" y="217"/>
                  <a:pt x="64" y="220"/>
                </a:cubicBezTo>
                <a:cubicBezTo>
                  <a:pt x="60" y="224"/>
                  <a:pt x="60" y="224"/>
                  <a:pt x="60" y="224"/>
                </a:cubicBezTo>
                <a:cubicBezTo>
                  <a:pt x="59" y="226"/>
                  <a:pt x="56" y="226"/>
                  <a:pt x="54" y="224"/>
                </a:cubicBezTo>
                <a:cubicBezTo>
                  <a:pt x="32" y="202"/>
                  <a:pt x="32" y="202"/>
                  <a:pt x="32" y="202"/>
                </a:cubicBezTo>
                <a:cubicBezTo>
                  <a:pt x="30" y="200"/>
                  <a:pt x="30" y="197"/>
                  <a:pt x="32" y="196"/>
                </a:cubicBezTo>
                <a:cubicBezTo>
                  <a:pt x="36" y="192"/>
                  <a:pt x="36" y="192"/>
                  <a:pt x="36" y="192"/>
                </a:cubicBezTo>
                <a:cubicBezTo>
                  <a:pt x="39" y="188"/>
                  <a:pt x="40" y="183"/>
                  <a:pt x="38" y="179"/>
                </a:cubicBezTo>
                <a:cubicBezTo>
                  <a:pt x="29" y="155"/>
                  <a:pt x="29" y="155"/>
                  <a:pt x="29" y="155"/>
                </a:cubicBezTo>
                <a:cubicBezTo>
                  <a:pt x="27" y="151"/>
                  <a:pt x="23"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3" y="108"/>
                  <a:pt x="27" y="105"/>
                  <a:pt x="29" y="101"/>
                </a:cubicBezTo>
                <a:cubicBezTo>
                  <a:pt x="38" y="77"/>
                  <a:pt x="38" y="77"/>
                  <a:pt x="38" y="77"/>
                </a:cubicBezTo>
                <a:cubicBezTo>
                  <a:pt x="40" y="73"/>
                  <a:pt x="39" y="68"/>
                  <a:pt x="36" y="64"/>
                </a:cubicBezTo>
                <a:cubicBezTo>
                  <a:pt x="32" y="60"/>
                  <a:pt x="32" y="60"/>
                  <a:pt x="32" y="60"/>
                </a:cubicBezTo>
                <a:cubicBezTo>
                  <a:pt x="30" y="59"/>
                  <a:pt x="30" y="56"/>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2"/>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cubicBezTo>
                  <a:pt x="248" y="144"/>
                  <a:pt x="248" y="144"/>
                  <a:pt x="248" y="144"/>
                </a:cubicBezTo>
                <a:cubicBezTo>
                  <a:pt x="248" y="146"/>
                  <a:pt x="246" y="148"/>
                  <a:pt x="244" y="148"/>
                </a:cubicBezTo>
                <a:cubicBezTo>
                  <a:pt x="238" y="148"/>
                  <a:pt x="238" y="148"/>
                  <a:pt x="238" y="148"/>
                </a:cubicBezTo>
                <a:cubicBezTo>
                  <a:pt x="234" y="148"/>
                  <a:pt x="229" y="151"/>
                  <a:pt x="227" y="155"/>
                </a:cubicBezTo>
                <a:cubicBezTo>
                  <a:pt x="218" y="179"/>
                  <a:pt x="218" y="179"/>
                  <a:pt x="218" y="179"/>
                </a:cubicBezTo>
                <a:cubicBezTo>
                  <a:pt x="216" y="183"/>
                  <a:pt x="217" y="188"/>
                  <a:pt x="220" y="192"/>
                </a:cubicBezTo>
                <a:cubicBezTo>
                  <a:pt x="224" y="196"/>
                  <a:pt x="224" y="196"/>
                  <a:pt x="224" y="196"/>
                </a:cubicBezTo>
                <a:cubicBezTo>
                  <a:pt x="226" y="197"/>
                  <a:pt x="226" y="200"/>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77" y="218"/>
                  <a:pt x="176" y="221"/>
                  <a:pt x="177" y="223"/>
                </a:cubicBezTo>
                <a:cubicBezTo>
                  <a:pt x="178" y="225"/>
                  <a:pt x="180" y="226"/>
                  <a:pt x="182" y="225"/>
                </a:cubicBezTo>
                <a:cubicBezTo>
                  <a:pt x="183" y="224"/>
                  <a:pt x="185" y="225"/>
                  <a:pt x="186" y="226"/>
                </a:cubicBezTo>
                <a:cubicBezTo>
                  <a:pt x="190" y="230"/>
                  <a:pt x="190" y="230"/>
                  <a:pt x="190" y="230"/>
                </a:cubicBezTo>
                <a:cubicBezTo>
                  <a:pt x="193" y="232"/>
                  <a:pt x="196" y="233"/>
                  <a:pt x="199" y="233"/>
                </a:cubicBezTo>
                <a:cubicBezTo>
                  <a:pt x="202" y="233"/>
                  <a:pt x="205" y="232"/>
                  <a:pt x="207" y="230"/>
                </a:cubicBezTo>
                <a:cubicBezTo>
                  <a:pt x="230" y="207"/>
                  <a:pt x="230" y="207"/>
                  <a:pt x="230" y="207"/>
                </a:cubicBezTo>
                <a:cubicBezTo>
                  <a:pt x="235" y="203"/>
                  <a:pt x="235" y="195"/>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136" y="123"/>
                </a:moveTo>
                <a:cubicBezTo>
                  <a:pt x="137" y="124"/>
                  <a:pt x="140" y="124"/>
                  <a:pt x="141" y="123"/>
                </a:cubicBezTo>
                <a:cubicBezTo>
                  <a:pt x="144" y="119"/>
                  <a:pt x="146" y="115"/>
                  <a:pt x="146" y="111"/>
                </a:cubicBezTo>
                <a:cubicBezTo>
                  <a:pt x="146" y="102"/>
                  <a:pt x="133" y="88"/>
                  <a:pt x="131" y="85"/>
                </a:cubicBezTo>
                <a:cubicBezTo>
                  <a:pt x="128" y="82"/>
                  <a:pt x="128" y="82"/>
                  <a:pt x="128" y="82"/>
                </a:cubicBezTo>
                <a:cubicBezTo>
                  <a:pt x="125" y="85"/>
                  <a:pt x="125" y="85"/>
                  <a:pt x="125" y="85"/>
                </a:cubicBezTo>
                <a:cubicBezTo>
                  <a:pt x="123" y="88"/>
                  <a:pt x="110" y="102"/>
                  <a:pt x="110" y="111"/>
                </a:cubicBezTo>
                <a:cubicBezTo>
                  <a:pt x="110" y="115"/>
                  <a:pt x="112" y="119"/>
                  <a:pt x="115" y="123"/>
                </a:cubicBezTo>
                <a:cubicBezTo>
                  <a:pt x="116" y="124"/>
                  <a:pt x="117" y="124"/>
                  <a:pt x="118" y="124"/>
                </a:cubicBezTo>
                <a:cubicBezTo>
                  <a:pt x="119" y="124"/>
                  <a:pt x="120" y="124"/>
                  <a:pt x="120" y="123"/>
                </a:cubicBezTo>
                <a:cubicBezTo>
                  <a:pt x="122" y="122"/>
                  <a:pt x="122" y="119"/>
                  <a:pt x="121" y="117"/>
                </a:cubicBezTo>
                <a:cubicBezTo>
                  <a:pt x="119" y="116"/>
                  <a:pt x="118" y="113"/>
                  <a:pt x="118" y="111"/>
                </a:cubicBezTo>
                <a:cubicBezTo>
                  <a:pt x="118" y="107"/>
                  <a:pt x="123" y="100"/>
                  <a:pt x="128" y="94"/>
                </a:cubicBezTo>
                <a:cubicBezTo>
                  <a:pt x="133" y="100"/>
                  <a:pt x="138" y="107"/>
                  <a:pt x="138" y="111"/>
                </a:cubicBezTo>
                <a:cubicBezTo>
                  <a:pt x="138" y="113"/>
                  <a:pt x="137" y="116"/>
                  <a:pt x="135" y="117"/>
                </a:cubicBezTo>
                <a:cubicBezTo>
                  <a:pt x="134" y="119"/>
                  <a:pt x="134" y="122"/>
                  <a:pt x="136" y="123"/>
                </a:cubicBezTo>
                <a:close/>
                <a:moveTo>
                  <a:pt x="148" y="140"/>
                </a:moveTo>
                <a:cubicBezTo>
                  <a:pt x="156" y="140"/>
                  <a:pt x="156" y="140"/>
                  <a:pt x="156" y="140"/>
                </a:cubicBezTo>
                <a:cubicBezTo>
                  <a:pt x="156" y="132"/>
                  <a:pt x="156" y="132"/>
                  <a:pt x="156" y="132"/>
                </a:cubicBezTo>
                <a:cubicBezTo>
                  <a:pt x="100" y="132"/>
                  <a:pt x="100" y="132"/>
                  <a:pt x="100" y="132"/>
                </a:cubicBezTo>
                <a:cubicBezTo>
                  <a:pt x="100" y="140"/>
                  <a:pt x="100" y="140"/>
                  <a:pt x="100" y="140"/>
                </a:cubicBezTo>
                <a:cubicBezTo>
                  <a:pt x="108" y="140"/>
                  <a:pt x="108" y="140"/>
                  <a:pt x="108" y="140"/>
                </a:cubicBezTo>
                <a:cubicBezTo>
                  <a:pt x="96" y="248"/>
                  <a:pt x="96" y="248"/>
                  <a:pt x="96" y="248"/>
                </a:cubicBezTo>
                <a:cubicBezTo>
                  <a:pt x="68" y="248"/>
                  <a:pt x="68" y="248"/>
                  <a:pt x="68" y="248"/>
                </a:cubicBezTo>
                <a:cubicBezTo>
                  <a:pt x="68" y="256"/>
                  <a:pt x="68" y="256"/>
                  <a:pt x="68" y="256"/>
                </a:cubicBezTo>
                <a:cubicBezTo>
                  <a:pt x="99" y="256"/>
                  <a:pt x="99" y="256"/>
                  <a:pt x="99" y="256"/>
                </a:cubicBezTo>
                <a:cubicBezTo>
                  <a:pt x="101" y="256"/>
                  <a:pt x="103" y="254"/>
                  <a:pt x="103" y="252"/>
                </a:cubicBezTo>
                <a:cubicBezTo>
                  <a:pt x="108" y="206"/>
                  <a:pt x="108" y="206"/>
                  <a:pt x="108" y="206"/>
                </a:cubicBezTo>
                <a:cubicBezTo>
                  <a:pt x="153" y="255"/>
                  <a:pt x="153" y="255"/>
                  <a:pt x="153" y="255"/>
                </a:cubicBezTo>
                <a:cubicBezTo>
                  <a:pt x="154" y="256"/>
                  <a:pt x="155" y="256"/>
                  <a:pt x="156" y="256"/>
                </a:cubicBezTo>
                <a:cubicBezTo>
                  <a:pt x="156" y="256"/>
                  <a:pt x="156" y="256"/>
                  <a:pt x="156" y="256"/>
                </a:cubicBezTo>
                <a:cubicBezTo>
                  <a:pt x="156" y="256"/>
                  <a:pt x="157" y="256"/>
                  <a:pt x="157" y="256"/>
                </a:cubicBezTo>
                <a:cubicBezTo>
                  <a:pt x="188" y="256"/>
                  <a:pt x="188" y="256"/>
                  <a:pt x="188" y="256"/>
                </a:cubicBezTo>
                <a:cubicBezTo>
                  <a:pt x="188" y="248"/>
                  <a:pt x="188" y="248"/>
                  <a:pt x="188" y="248"/>
                </a:cubicBezTo>
                <a:cubicBezTo>
                  <a:pt x="160" y="248"/>
                  <a:pt x="160" y="248"/>
                  <a:pt x="160" y="248"/>
                </a:cubicBezTo>
                <a:lnTo>
                  <a:pt x="148" y="140"/>
                </a:lnTo>
                <a:close/>
                <a:moveTo>
                  <a:pt x="116" y="140"/>
                </a:moveTo>
                <a:cubicBezTo>
                  <a:pt x="140" y="140"/>
                  <a:pt x="140" y="140"/>
                  <a:pt x="140" y="140"/>
                </a:cubicBezTo>
                <a:cubicBezTo>
                  <a:pt x="143" y="160"/>
                  <a:pt x="143" y="160"/>
                  <a:pt x="143" y="160"/>
                </a:cubicBezTo>
                <a:cubicBezTo>
                  <a:pt x="142" y="160"/>
                  <a:pt x="142" y="161"/>
                  <a:pt x="141" y="161"/>
                </a:cubicBezTo>
                <a:cubicBezTo>
                  <a:pt x="110" y="192"/>
                  <a:pt x="110" y="192"/>
                  <a:pt x="110" y="192"/>
                </a:cubicBezTo>
                <a:lnTo>
                  <a:pt x="116" y="140"/>
                </a:lnTo>
                <a:close/>
                <a:moveTo>
                  <a:pt x="114" y="200"/>
                </a:moveTo>
                <a:cubicBezTo>
                  <a:pt x="144" y="170"/>
                  <a:pt x="144" y="170"/>
                  <a:pt x="144" y="170"/>
                </a:cubicBezTo>
                <a:cubicBezTo>
                  <a:pt x="151" y="241"/>
                  <a:pt x="151" y="241"/>
                  <a:pt x="151" y="241"/>
                </a:cubicBezTo>
                <a:lnTo>
                  <a:pt x="114" y="20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4" name="Freeform 59">
            <a:extLst>
              <a:ext uri="{FF2B5EF4-FFF2-40B4-BE49-F238E27FC236}">
                <a16:creationId xmlns:a16="http://schemas.microsoft.com/office/drawing/2014/main" id="{E3BF5A6A-A1AC-4933-AD36-7B5D5C85AD33}"/>
              </a:ext>
            </a:extLst>
          </p:cNvPr>
          <p:cNvSpPr>
            <a:spLocks noChangeAspect="1" noEditPoints="1"/>
          </p:cNvSpPr>
          <p:nvPr/>
        </p:nvSpPr>
        <p:spPr bwMode="auto">
          <a:xfrm>
            <a:off x="5411318" y="1464470"/>
            <a:ext cx="400050" cy="400050"/>
          </a:xfrm>
          <a:custGeom>
            <a:avLst/>
            <a:gdLst>
              <a:gd name="T0" fmla="*/ 225 w 256"/>
              <a:gd name="T1" fmla="*/ 74 h 256"/>
              <a:gd name="T2" fmla="*/ 207 w 256"/>
              <a:gd name="T3" fmla="*/ 26 h 256"/>
              <a:gd name="T4" fmla="*/ 158 w 256"/>
              <a:gd name="T5" fmla="*/ 21 h 256"/>
              <a:gd name="T6" fmla="*/ 112 w 256"/>
              <a:gd name="T7" fmla="*/ 0 h 256"/>
              <a:gd name="T8" fmla="*/ 74 w 256"/>
              <a:gd name="T9" fmla="*/ 31 h 256"/>
              <a:gd name="T10" fmla="*/ 26 w 256"/>
              <a:gd name="T11" fmla="*/ 49 h 256"/>
              <a:gd name="T12" fmla="*/ 21 w 256"/>
              <a:gd name="T13" fmla="*/ 98 h 256"/>
              <a:gd name="T14" fmla="*/ 0 w 256"/>
              <a:gd name="T15" fmla="*/ 144 h 256"/>
              <a:gd name="T16" fmla="*/ 31 w 256"/>
              <a:gd name="T17" fmla="*/ 182 h 256"/>
              <a:gd name="T18" fmla="*/ 26 w 256"/>
              <a:gd name="T19" fmla="*/ 207 h 256"/>
              <a:gd name="T20" fmla="*/ 74 w 256"/>
              <a:gd name="T21" fmla="*/ 225 h 256"/>
              <a:gd name="T22" fmla="*/ 112 w 256"/>
              <a:gd name="T23" fmla="*/ 256 h 256"/>
              <a:gd name="T24" fmla="*/ 158 w 256"/>
              <a:gd name="T25" fmla="*/ 235 h 256"/>
              <a:gd name="T26" fmla="*/ 207 w 256"/>
              <a:gd name="T27" fmla="*/ 230 h 256"/>
              <a:gd name="T28" fmla="*/ 226 w 256"/>
              <a:gd name="T29" fmla="*/ 186 h 256"/>
              <a:gd name="T30" fmla="*/ 244 w 256"/>
              <a:gd name="T31" fmla="*/ 156 h 256"/>
              <a:gd name="T32" fmla="*/ 248 w 256"/>
              <a:gd name="T33" fmla="*/ 144 h 256"/>
              <a:gd name="T34" fmla="*/ 218 w 256"/>
              <a:gd name="T35" fmla="*/ 179 h 256"/>
              <a:gd name="T36" fmla="*/ 224 w 256"/>
              <a:gd name="T37" fmla="*/ 202 h 256"/>
              <a:gd name="T38" fmla="*/ 179 w 256"/>
              <a:gd name="T39" fmla="*/ 218 h 256"/>
              <a:gd name="T40" fmla="*/ 144 w 256"/>
              <a:gd name="T41" fmla="*/ 248 h 256"/>
              <a:gd name="T42" fmla="*/ 101 w 256"/>
              <a:gd name="T43" fmla="*/ 227 h 256"/>
              <a:gd name="T44" fmla="*/ 60 w 256"/>
              <a:gd name="T45" fmla="*/ 224 h 256"/>
              <a:gd name="T46" fmla="*/ 32 w 256"/>
              <a:gd name="T47" fmla="*/ 196 h 256"/>
              <a:gd name="T48" fmla="*/ 18 w 256"/>
              <a:gd name="T49" fmla="*/ 148 h 256"/>
              <a:gd name="T50" fmla="*/ 12 w 256"/>
              <a:gd name="T51" fmla="*/ 108 h 256"/>
              <a:gd name="T52" fmla="*/ 36 w 256"/>
              <a:gd name="T53" fmla="*/ 64 h 256"/>
              <a:gd name="T54" fmla="*/ 54 w 256"/>
              <a:gd name="T55" fmla="*/ 32 h 256"/>
              <a:gd name="T56" fmla="*/ 101 w 256"/>
              <a:gd name="T57" fmla="*/ 29 h 256"/>
              <a:gd name="T58" fmla="*/ 144 w 256"/>
              <a:gd name="T59" fmla="*/ 8 h 256"/>
              <a:gd name="T60" fmla="*/ 179 w 256"/>
              <a:gd name="T61" fmla="*/ 38 h 256"/>
              <a:gd name="T62" fmla="*/ 224 w 256"/>
              <a:gd name="T63" fmla="*/ 54 h 256"/>
              <a:gd name="T64" fmla="*/ 218 w 256"/>
              <a:gd name="T65" fmla="*/ 77 h 256"/>
              <a:gd name="T66" fmla="*/ 248 w 256"/>
              <a:gd name="T67" fmla="*/ 112 h 256"/>
              <a:gd name="T68" fmla="*/ 128 w 256"/>
              <a:gd name="T69" fmla="*/ 212 h 256"/>
              <a:gd name="T70" fmla="*/ 70 w 256"/>
              <a:gd name="T71" fmla="*/ 177 h 256"/>
              <a:gd name="T72" fmla="*/ 108 w 256"/>
              <a:gd name="T73" fmla="*/ 152 h 256"/>
              <a:gd name="T74" fmla="*/ 128 w 256"/>
              <a:gd name="T75" fmla="*/ 204 h 256"/>
              <a:gd name="T76" fmla="*/ 122 w 256"/>
              <a:gd name="T77" fmla="*/ 156 h 256"/>
              <a:gd name="T78" fmla="*/ 132 w 256"/>
              <a:gd name="T79" fmla="*/ 173 h 256"/>
              <a:gd name="T80" fmla="*/ 140 w 256"/>
              <a:gd name="T81" fmla="*/ 172 h 256"/>
              <a:gd name="T82" fmla="*/ 184 w 256"/>
              <a:gd name="T83" fmla="*/ 175 h 256"/>
              <a:gd name="T84" fmla="*/ 191 w 256"/>
              <a:gd name="T85" fmla="*/ 170 h 256"/>
              <a:gd name="T86" fmla="*/ 128 w 256"/>
              <a:gd name="T87" fmla="*/ 148 h 256"/>
              <a:gd name="T88" fmla="*/ 65 w 256"/>
              <a:gd name="T89" fmla="*/ 170 h 256"/>
              <a:gd name="T90" fmla="*/ 191 w 256"/>
              <a:gd name="T91" fmla="*/ 170 h 256"/>
              <a:gd name="T92" fmla="*/ 99 w 256"/>
              <a:gd name="T93" fmla="*/ 108 h 256"/>
              <a:gd name="T94" fmla="*/ 118 w 256"/>
              <a:gd name="T95" fmla="*/ 129 h 256"/>
              <a:gd name="T96" fmla="*/ 120 w 256"/>
              <a:gd name="T97" fmla="*/ 81 h 256"/>
              <a:gd name="T98" fmla="*/ 149 w 256"/>
              <a:gd name="T99" fmla="*/ 109 h 256"/>
              <a:gd name="T100" fmla="*/ 142 w 256"/>
              <a:gd name="T101" fmla="*/ 135 h 256"/>
              <a:gd name="T102" fmla="*/ 139 w 256"/>
              <a:gd name="T103" fmla="*/ 7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6">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5" y="61"/>
                  <a:pt x="235" y="53"/>
                  <a:pt x="230" y="49"/>
                </a:cubicBezTo>
                <a:cubicBezTo>
                  <a:pt x="207" y="26"/>
                  <a:pt x="207" y="26"/>
                  <a:pt x="207" y="26"/>
                </a:cubicBezTo>
                <a:cubicBezTo>
                  <a:pt x="203" y="22"/>
                  <a:pt x="195" y="22"/>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2"/>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4" y="192"/>
                  <a:pt x="23" y="196"/>
                  <a:pt x="23" y="199"/>
                </a:cubicBezTo>
                <a:cubicBezTo>
                  <a:pt x="23" y="202"/>
                  <a:pt x="24" y="205"/>
                  <a:pt x="26" y="207"/>
                </a:cubicBezTo>
                <a:cubicBezTo>
                  <a:pt x="49" y="230"/>
                  <a:pt x="49" y="230"/>
                  <a:pt x="49" y="230"/>
                </a:cubicBezTo>
                <a:cubicBezTo>
                  <a:pt x="53" y="235"/>
                  <a:pt x="61" y="234"/>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82" y="225"/>
                  <a:pt x="182" y="225"/>
                  <a:pt x="182" y="225"/>
                </a:cubicBezTo>
                <a:cubicBezTo>
                  <a:pt x="183" y="224"/>
                  <a:pt x="185" y="225"/>
                  <a:pt x="186" y="226"/>
                </a:cubicBezTo>
                <a:cubicBezTo>
                  <a:pt x="190" y="230"/>
                  <a:pt x="190" y="230"/>
                  <a:pt x="190" y="230"/>
                </a:cubicBezTo>
                <a:cubicBezTo>
                  <a:pt x="195" y="234"/>
                  <a:pt x="203" y="234"/>
                  <a:pt x="207" y="230"/>
                </a:cubicBezTo>
                <a:cubicBezTo>
                  <a:pt x="230" y="207"/>
                  <a:pt x="230" y="207"/>
                  <a:pt x="230" y="207"/>
                </a:cubicBezTo>
                <a:cubicBezTo>
                  <a:pt x="232" y="205"/>
                  <a:pt x="233" y="202"/>
                  <a:pt x="233" y="199"/>
                </a:cubicBezTo>
                <a:cubicBezTo>
                  <a:pt x="233" y="196"/>
                  <a:pt x="232" y="192"/>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248" y="144"/>
                </a:moveTo>
                <a:cubicBezTo>
                  <a:pt x="248" y="146"/>
                  <a:pt x="246" y="148"/>
                  <a:pt x="244" y="148"/>
                </a:cubicBezTo>
                <a:cubicBezTo>
                  <a:pt x="238" y="148"/>
                  <a:pt x="238" y="148"/>
                  <a:pt x="238" y="148"/>
                </a:cubicBezTo>
                <a:cubicBezTo>
                  <a:pt x="234" y="148"/>
                  <a:pt x="229" y="151"/>
                  <a:pt x="227" y="155"/>
                </a:cubicBezTo>
                <a:cubicBezTo>
                  <a:pt x="218" y="179"/>
                  <a:pt x="218" y="179"/>
                  <a:pt x="218" y="179"/>
                </a:cubicBezTo>
                <a:cubicBezTo>
                  <a:pt x="216" y="183"/>
                  <a:pt x="217" y="188"/>
                  <a:pt x="220" y="192"/>
                </a:cubicBezTo>
                <a:cubicBezTo>
                  <a:pt x="224" y="196"/>
                  <a:pt x="224" y="196"/>
                  <a:pt x="224" y="196"/>
                </a:cubicBezTo>
                <a:cubicBezTo>
                  <a:pt x="225" y="197"/>
                  <a:pt x="225" y="198"/>
                  <a:pt x="225" y="199"/>
                </a:cubicBezTo>
                <a:cubicBezTo>
                  <a:pt x="225" y="200"/>
                  <a:pt x="225" y="201"/>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55" y="227"/>
                  <a:pt x="155" y="227"/>
                  <a:pt x="155" y="227"/>
                </a:cubicBezTo>
                <a:cubicBezTo>
                  <a:pt x="151" y="229"/>
                  <a:pt x="148" y="234"/>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6" y="217"/>
                  <a:pt x="74" y="217"/>
                  <a:pt x="73" y="217"/>
                </a:cubicBezTo>
                <a:cubicBezTo>
                  <a:pt x="69" y="217"/>
                  <a:pt x="66" y="218"/>
                  <a:pt x="64" y="220"/>
                </a:cubicBezTo>
                <a:cubicBezTo>
                  <a:pt x="60" y="224"/>
                  <a:pt x="60" y="224"/>
                  <a:pt x="60" y="224"/>
                </a:cubicBezTo>
                <a:cubicBezTo>
                  <a:pt x="59" y="226"/>
                  <a:pt x="56" y="226"/>
                  <a:pt x="54" y="224"/>
                </a:cubicBezTo>
                <a:cubicBezTo>
                  <a:pt x="32" y="202"/>
                  <a:pt x="32" y="202"/>
                  <a:pt x="32" y="202"/>
                </a:cubicBezTo>
                <a:cubicBezTo>
                  <a:pt x="31" y="201"/>
                  <a:pt x="31" y="200"/>
                  <a:pt x="31" y="199"/>
                </a:cubicBezTo>
                <a:cubicBezTo>
                  <a:pt x="31" y="198"/>
                  <a:pt x="31"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1" y="59"/>
                  <a:pt x="31" y="58"/>
                  <a:pt x="31" y="57"/>
                </a:cubicBezTo>
                <a:cubicBezTo>
                  <a:pt x="31" y="56"/>
                  <a:pt x="31" y="55"/>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3"/>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5" y="55"/>
                  <a:pt x="225" y="56"/>
                  <a:pt x="225" y="57"/>
                </a:cubicBezTo>
                <a:cubicBezTo>
                  <a:pt x="225" y="58"/>
                  <a:pt x="225"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lnTo>
                  <a:pt x="248" y="144"/>
                </a:lnTo>
                <a:close/>
                <a:moveTo>
                  <a:pt x="128" y="44"/>
                </a:moveTo>
                <a:cubicBezTo>
                  <a:pt x="82" y="44"/>
                  <a:pt x="44" y="82"/>
                  <a:pt x="44" y="128"/>
                </a:cubicBezTo>
                <a:cubicBezTo>
                  <a:pt x="44" y="174"/>
                  <a:pt x="82" y="212"/>
                  <a:pt x="128" y="212"/>
                </a:cubicBezTo>
                <a:cubicBezTo>
                  <a:pt x="174" y="212"/>
                  <a:pt x="212" y="174"/>
                  <a:pt x="212" y="128"/>
                </a:cubicBezTo>
                <a:cubicBezTo>
                  <a:pt x="212" y="82"/>
                  <a:pt x="174" y="44"/>
                  <a:pt x="128" y="44"/>
                </a:cubicBezTo>
                <a:close/>
                <a:moveTo>
                  <a:pt x="112" y="202"/>
                </a:moveTo>
                <a:cubicBezTo>
                  <a:pt x="96" y="199"/>
                  <a:pt x="81" y="190"/>
                  <a:pt x="70" y="177"/>
                </a:cubicBezTo>
                <a:cubicBezTo>
                  <a:pt x="70" y="177"/>
                  <a:pt x="70" y="177"/>
                  <a:pt x="70" y="177"/>
                </a:cubicBezTo>
                <a:cubicBezTo>
                  <a:pt x="71" y="176"/>
                  <a:pt x="71" y="176"/>
                  <a:pt x="72" y="175"/>
                </a:cubicBezTo>
                <a:cubicBezTo>
                  <a:pt x="74" y="169"/>
                  <a:pt x="78" y="166"/>
                  <a:pt x="82" y="164"/>
                </a:cubicBezTo>
                <a:cubicBezTo>
                  <a:pt x="108" y="152"/>
                  <a:pt x="108" y="152"/>
                  <a:pt x="108" y="152"/>
                </a:cubicBezTo>
                <a:cubicBezTo>
                  <a:pt x="109" y="153"/>
                  <a:pt x="112" y="154"/>
                  <a:pt x="114" y="154"/>
                </a:cubicBezTo>
                <a:cubicBezTo>
                  <a:pt x="113" y="160"/>
                  <a:pt x="114" y="168"/>
                  <a:pt x="116" y="172"/>
                </a:cubicBezTo>
                <a:cubicBezTo>
                  <a:pt x="115" y="176"/>
                  <a:pt x="112" y="189"/>
                  <a:pt x="112" y="202"/>
                </a:cubicBezTo>
                <a:close/>
                <a:moveTo>
                  <a:pt x="128" y="204"/>
                </a:moveTo>
                <a:cubicBezTo>
                  <a:pt x="125" y="204"/>
                  <a:pt x="123" y="204"/>
                  <a:pt x="120" y="204"/>
                </a:cubicBezTo>
                <a:cubicBezTo>
                  <a:pt x="120" y="188"/>
                  <a:pt x="124" y="173"/>
                  <a:pt x="124" y="173"/>
                </a:cubicBezTo>
                <a:cubicBezTo>
                  <a:pt x="124" y="172"/>
                  <a:pt x="124" y="171"/>
                  <a:pt x="124" y="170"/>
                </a:cubicBezTo>
                <a:cubicBezTo>
                  <a:pt x="122" y="167"/>
                  <a:pt x="121" y="159"/>
                  <a:pt x="122" y="156"/>
                </a:cubicBezTo>
                <a:cubicBezTo>
                  <a:pt x="124" y="156"/>
                  <a:pt x="126" y="156"/>
                  <a:pt x="128" y="156"/>
                </a:cubicBezTo>
                <a:cubicBezTo>
                  <a:pt x="130" y="156"/>
                  <a:pt x="132" y="156"/>
                  <a:pt x="134" y="156"/>
                </a:cubicBezTo>
                <a:cubicBezTo>
                  <a:pt x="135" y="159"/>
                  <a:pt x="134" y="167"/>
                  <a:pt x="132" y="170"/>
                </a:cubicBezTo>
                <a:cubicBezTo>
                  <a:pt x="132" y="171"/>
                  <a:pt x="132" y="172"/>
                  <a:pt x="132" y="173"/>
                </a:cubicBezTo>
                <a:cubicBezTo>
                  <a:pt x="132" y="173"/>
                  <a:pt x="136" y="188"/>
                  <a:pt x="136" y="204"/>
                </a:cubicBezTo>
                <a:cubicBezTo>
                  <a:pt x="133" y="204"/>
                  <a:pt x="131" y="204"/>
                  <a:pt x="128" y="204"/>
                </a:cubicBezTo>
                <a:close/>
                <a:moveTo>
                  <a:pt x="144" y="202"/>
                </a:moveTo>
                <a:cubicBezTo>
                  <a:pt x="144" y="189"/>
                  <a:pt x="141" y="176"/>
                  <a:pt x="140" y="172"/>
                </a:cubicBezTo>
                <a:cubicBezTo>
                  <a:pt x="142" y="168"/>
                  <a:pt x="143" y="160"/>
                  <a:pt x="142" y="154"/>
                </a:cubicBezTo>
                <a:cubicBezTo>
                  <a:pt x="144" y="154"/>
                  <a:pt x="147" y="153"/>
                  <a:pt x="148" y="152"/>
                </a:cubicBezTo>
                <a:cubicBezTo>
                  <a:pt x="174" y="164"/>
                  <a:pt x="174" y="164"/>
                  <a:pt x="174" y="164"/>
                </a:cubicBezTo>
                <a:cubicBezTo>
                  <a:pt x="179" y="166"/>
                  <a:pt x="182" y="169"/>
                  <a:pt x="184" y="175"/>
                </a:cubicBezTo>
                <a:cubicBezTo>
                  <a:pt x="185" y="176"/>
                  <a:pt x="185" y="176"/>
                  <a:pt x="186" y="177"/>
                </a:cubicBezTo>
                <a:cubicBezTo>
                  <a:pt x="186" y="177"/>
                  <a:pt x="186" y="177"/>
                  <a:pt x="186" y="177"/>
                </a:cubicBezTo>
                <a:cubicBezTo>
                  <a:pt x="175" y="190"/>
                  <a:pt x="160" y="199"/>
                  <a:pt x="144" y="202"/>
                </a:cubicBezTo>
                <a:close/>
                <a:moveTo>
                  <a:pt x="191" y="170"/>
                </a:moveTo>
                <a:cubicBezTo>
                  <a:pt x="188" y="164"/>
                  <a:pt x="183" y="159"/>
                  <a:pt x="178" y="156"/>
                </a:cubicBezTo>
                <a:cubicBezTo>
                  <a:pt x="150" y="144"/>
                  <a:pt x="150" y="144"/>
                  <a:pt x="150" y="144"/>
                </a:cubicBezTo>
                <a:cubicBezTo>
                  <a:pt x="148" y="144"/>
                  <a:pt x="147" y="144"/>
                  <a:pt x="146" y="144"/>
                </a:cubicBezTo>
                <a:cubicBezTo>
                  <a:pt x="146" y="144"/>
                  <a:pt x="139" y="148"/>
                  <a:pt x="128" y="148"/>
                </a:cubicBezTo>
                <a:cubicBezTo>
                  <a:pt x="117" y="148"/>
                  <a:pt x="110" y="144"/>
                  <a:pt x="110" y="144"/>
                </a:cubicBezTo>
                <a:cubicBezTo>
                  <a:pt x="109" y="144"/>
                  <a:pt x="108" y="144"/>
                  <a:pt x="106" y="144"/>
                </a:cubicBezTo>
                <a:cubicBezTo>
                  <a:pt x="78" y="156"/>
                  <a:pt x="78" y="156"/>
                  <a:pt x="78" y="156"/>
                </a:cubicBezTo>
                <a:cubicBezTo>
                  <a:pt x="73" y="159"/>
                  <a:pt x="68" y="164"/>
                  <a:pt x="65" y="170"/>
                </a:cubicBezTo>
                <a:cubicBezTo>
                  <a:pt x="57" y="158"/>
                  <a:pt x="52" y="144"/>
                  <a:pt x="52" y="128"/>
                </a:cubicBezTo>
                <a:cubicBezTo>
                  <a:pt x="52" y="86"/>
                  <a:pt x="86" y="52"/>
                  <a:pt x="128" y="52"/>
                </a:cubicBezTo>
                <a:cubicBezTo>
                  <a:pt x="170" y="52"/>
                  <a:pt x="204" y="86"/>
                  <a:pt x="204" y="128"/>
                </a:cubicBezTo>
                <a:cubicBezTo>
                  <a:pt x="204" y="144"/>
                  <a:pt x="199" y="158"/>
                  <a:pt x="191" y="170"/>
                </a:cubicBezTo>
                <a:close/>
                <a:moveTo>
                  <a:pt x="139" y="74"/>
                </a:moveTo>
                <a:cubicBezTo>
                  <a:pt x="132" y="71"/>
                  <a:pt x="124" y="71"/>
                  <a:pt x="117" y="74"/>
                </a:cubicBezTo>
                <a:cubicBezTo>
                  <a:pt x="110" y="76"/>
                  <a:pt x="104" y="81"/>
                  <a:pt x="101" y="87"/>
                </a:cubicBezTo>
                <a:cubicBezTo>
                  <a:pt x="98" y="93"/>
                  <a:pt x="98" y="101"/>
                  <a:pt x="99" y="108"/>
                </a:cubicBezTo>
                <a:cubicBezTo>
                  <a:pt x="99" y="110"/>
                  <a:pt x="99" y="110"/>
                  <a:pt x="99" y="110"/>
                </a:cubicBezTo>
                <a:cubicBezTo>
                  <a:pt x="100" y="120"/>
                  <a:pt x="101" y="127"/>
                  <a:pt x="114" y="135"/>
                </a:cubicBezTo>
                <a:cubicBezTo>
                  <a:pt x="116" y="137"/>
                  <a:pt x="118" y="136"/>
                  <a:pt x="119" y="134"/>
                </a:cubicBezTo>
                <a:cubicBezTo>
                  <a:pt x="121" y="132"/>
                  <a:pt x="120" y="130"/>
                  <a:pt x="118" y="129"/>
                </a:cubicBezTo>
                <a:cubicBezTo>
                  <a:pt x="109" y="122"/>
                  <a:pt x="108" y="119"/>
                  <a:pt x="107" y="109"/>
                </a:cubicBezTo>
                <a:cubicBezTo>
                  <a:pt x="107" y="107"/>
                  <a:pt x="107" y="107"/>
                  <a:pt x="107" y="107"/>
                </a:cubicBezTo>
                <a:cubicBezTo>
                  <a:pt x="106" y="101"/>
                  <a:pt x="106" y="95"/>
                  <a:pt x="108" y="90"/>
                </a:cubicBezTo>
                <a:cubicBezTo>
                  <a:pt x="110" y="86"/>
                  <a:pt x="114" y="83"/>
                  <a:pt x="120" y="81"/>
                </a:cubicBezTo>
                <a:cubicBezTo>
                  <a:pt x="125" y="80"/>
                  <a:pt x="131" y="80"/>
                  <a:pt x="136" y="81"/>
                </a:cubicBezTo>
                <a:cubicBezTo>
                  <a:pt x="142" y="83"/>
                  <a:pt x="146" y="86"/>
                  <a:pt x="148" y="90"/>
                </a:cubicBezTo>
                <a:cubicBezTo>
                  <a:pt x="150" y="95"/>
                  <a:pt x="150" y="101"/>
                  <a:pt x="149" y="107"/>
                </a:cubicBezTo>
                <a:cubicBezTo>
                  <a:pt x="149" y="109"/>
                  <a:pt x="149" y="109"/>
                  <a:pt x="149" y="109"/>
                </a:cubicBezTo>
                <a:cubicBezTo>
                  <a:pt x="148" y="119"/>
                  <a:pt x="147" y="122"/>
                  <a:pt x="138" y="129"/>
                </a:cubicBezTo>
                <a:cubicBezTo>
                  <a:pt x="136" y="130"/>
                  <a:pt x="135" y="132"/>
                  <a:pt x="137" y="134"/>
                </a:cubicBezTo>
                <a:cubicBezTo>
                  <a:pt x="137" y="135"/>
                  <a:pt x="139" y="136"/>
                  <a:pt x="140" y="136"/>
                </a:cubicBezTo>
                <a:cubicBezTo>
                  <a:pt x="141" y="136"/>
                  <a:pt x="142" y="136"/>
                  <a:pt x="142" y="135"/>
                </a:cubicBezTo>
                <a:cubicBezTo>
                  <a:pt x="155" y="127"/>
                  <a:pt x="156" y="120"/>
                  <a:pt x="157" y="110"/>
                </a:cubicBezTo>
                <a:cubicBezTo>
                  <a:pt x="157" y="108"/>
                  <a:pt x="157" y="108"/>
                  <a:pt x="157" y="108"/>
                </a:cubicBezTo>
                <a:cubicBezTo>
                  <a:pt x="158" y="101"/>
                  <a:pt x="158" y="93"/>
                  <a:pt x="155" y="87"/>
                </a:cubicBezTo>
                <a:cubicBezTo>
                  <a:pt x="152" y="81"/>
                  <a:pt x="146" y="76"/>
                  <a:pt x="139" y="7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8" name="Freeform 66">
            <a:extLst>
              <a:ext uri="{FF2B5EF4-FFF2-40B4-BE49-F238E27FC236}">
                <a16:creationId xmlns:a16="http://schemas.microsoft.com/office/drawing/2014/main" id="{02FA0EDC-BFCE-4D5E-BCBF-BFEB4DCD1E67}"/>
              </a:ext>
            </a:extLst>
          </p:cNvPr>
          <p:cNvSpPr>
            <a:spLocks noChangeAspect="1" noEditPoints="1"/>
          </p:cNvSpPr>
          <p:nvPr/>
        </p:nvSpPr>
        <p:spPr bwMode="auto">
          <a:xfrm>
            <a:off x="6378964" y="1464470"/>
            <a:ext cx="400050" cy="400050"/>
          </a:xfrm>
          <a:custGeom>
            <a:avLst/>
            <a:gdLst>
              <a:gd name="T0" fmla="*/ 133 w 256"/>
              <a:gd name="T1" fmla="*/ 23 h 256"/>
              <a:gd name="T2" fmla="*/ 127 w 256"/>
              <a:gd name="T3" fmla="*/ 8 h 256"/>
              <a:gd name="T4" fmla="*/ 168 w 256"/>
              <a:gd name="T5" fmla="*/ 16 h 256"/>
              <a:gd name="T6" fmla="*/ 168 w 256"/>
              <a:gd name="T7" fmla="*/ 0 h 256"/>
              <a:gd name="T8" fmla="*/ 168 w 256"/>
              <a:gd name="T9" fmla="*/ 16 h 256"/>
              <a:gd name="T10" fmla="*/ 208 w 256"/>
              <a:gd name="T11" fmla="*/ 21 h 256"/>
              <a:gd name="T12" fmla="*/ 204 w 256"/>
              <a:gd name="T13" fmla="*/ 10 h 256"/>
              <a:gd name="T14" fmla="*/ 236 w 256"/>
              <a:gd name="T15" fmla="*/ 43 h 256"/>
              <a:gd name="T16" fmla="*/ 244 w 256"/>
              <a:gd name="T17" fmla="*/ 31 h 256"/>
              <a:gd name="T18" fmla="*/ 233 w 256"/>
              <a:gd name="T19" fmla="*/ 42 h 256"/>
              <a:gd name="T20" fmla="*/ 192 w 256"/>
              <a:gd name="T21" fmla="*/ 232 h 256"/>
              <a:gd name="T22" fmla="*/ 140 w 256"/>
              <a:gd name="T23" fmla="*/ 232 h 256"/>
              <a:gd name="T24" fmla="*/ 156 w 256"/>
              <a:gd name="T25" fmla="*/ 256 h 256"/>
              <a:gd name="T26" fmla="*/ 196 w 256"/>
              <a:gd name="T27" fmla="*/ 228 h 256"/>
              <a:gd name="T28" fmla="*/ 199 w 256"/>
              <a:gd name="T29" fmla="*/ 115 h 256"/>
              <a:gd name="T30" fmla="*/ 140 w 256"/>
              <a:gd name="T31" fmla="*/ 108 h 256"/>
              <a:gd name="T32" fmla="*/ 152 w 256"/>
              <a:gd name="T33" fmla="*/ 176 h 256"/>
              <a:gd name="T34" fmla="*/ 149 w 256"/>
              <a:gd name="T35" fmla="*/ 116 h 256"/>
              <a:gd name="T36" fmla="*/ 180 w 256"/>
              <a:gd name="T37" fmla="*/ 180 h 256"/>
              <a:gd name="T38" fmla="*/ 168 w 256"/>
              <a:gd name="T39" fmla="*/ 32 h 256"/>
              <a:gd name="T40" fmla="*/ 131 w 256"/>
              <a:gd name="T41" fmla="*/ 196 h 256"/>
              <a:gd name="T42" fmla="*/ 73 w 256"/>
              <a:gd name="T43" fmla="*/ 114 h 256"/>
              <a:gd name="T44" fmla="*/ 56 w 256"/>
              <a:gd name="T45" fmla="*/ 144 h 256"/>
              <a:gd name="T46" fmla="*/ 136 w 256"/>
              <a:gd name="T47" fmla="*/ 204 h 256"/>
              <a:gd name="T48" fmla="*/ 138 w 256"/>
              <a:gd name="T49" fmla="*/ 203 h 256"/>
              <a:gd name="T50" fmla="*/ 139 w 256"/>
              <a:gd name="T51" fmla="*/ 202 h 256"/>
              <a:gd name="T52" fmla="*/ 140 w 256"/>
              <a:gd name="T53" fmla="*/ 200 h 256"/>
              <a:gd name="T54" fmla="*/ 130 w 256"/>
              <a:gd name="T55" fmla="*/ 173 h 256"/>
              <a:gd name="T56" fmla="*/ 236 w 256"/>
              <a:gd name="T57" fmla="*/ 108 h 256"/>
              <a:gd name="T58" fmla="*/ 232 w 256"/>
              <a:gd name="T59" fmla="*/ 140 h 256"/>
              <a:gd name="T60" fmla="*/ 216 w 256"/>
              <a:gd name="T61" fmla="*/ 180 h 256"/>
              <a:gd name="T62" fmla="*/ 192 w 256"/>
              <a:gd name="T63" fmla="*/ 207 h 256"/>
              <a:gd name="T64" fmla="*/ 132 w 256"/>
              <a:gd name="T65" fmla="*/ 216 h 256"/>
              <a:gd name="T66" fmla="*/ 200 w 256"/>
              <a:gd name="T67" fmla="*/ 216 h 256"/>
              <a:gd name="T68" fmla="*/ 209 w 256"/>
              <a:gd name="T69" fmla="*/ 188 h 256"/>
              <a:gd name="T70" fmla="*/ 236 w 256"/>
              <a:gd name="T71" fmla="*/ 148 h 256"/>
              <a:gd name="T72" fmla="*/ 256 w 256"/>
              <a:gd name="T73" fmla="*/ 143 h 256"/>
              <a:gd name="T74" fmla="*/ 96 w 256"/>
              <a:gd name="T75" fmla="*/ 244 h 256"/>
              <a:gd name="T76" fmla="*/ 68 w 256"/>
              <a:gd name="T77" fmla="*/ 221 h 256"/>
              <a:gd name="T78" fmla="*/ 47 w 256"/>
              <a:gd name="T79" fmla="*/ 226 h 256"/>
              <a:gd name="T80" fmla="*/ 30 w 256"/>
              <a:gd name="T81" fmla="*/ 203 h 256"/>
              <a:gd name="T82" fmla="*/ 26 w 256"/>
              <a:gd name="T83" fmla="*/ 167 h 256"/>
              <a:gd name="T84" fmla="*/ 8 w 256"/>
              <a:gd name="T85" fmla="*/ 156 h 256"/>
              <a:gd name="T86" fmla="*/ 15 w 256"/>
              <a:gd name="T87" fmla="*/ 128 h 256"/>
              <a:gd name="T88" fmla="*/ 34 w 256"/>
              <a:gd name="T89" fmla="*/ 89 h 256"/>
              <a:gd name="T90" fmla="*/ 30 w 256"/>
              <a:gd name="T91" fmla="*/ 79 h 256"/>
              <a:gd name="T92" fmla="*/ 55 w 256"/>
              <a:gd name="T93" fmla="*/ 64 h 256"/>
              <a:gd name="T94" fmla="*/ 96 w 256"/>
              <a:gd name="T95" fmla="*/ 47 h 256"/>
              <a:gd name="T96" fmla="*/ 112 w 256"/>
              <a:gd name="T97" fmla="*/ 40 h 256"/>
              <a:gd name="T98" fmla="*/ 100 w 256"/>
              <a:gd name="T99" fmla="*/ 32 h 256"/>
              <a:gd name="T100" fmla="*/ 86 w 256"/>
              <a:gd name="T101" fmla="*/ 51 h 256"/>
              <a:gd name="T102" fmla="*/ 58 w 256"/>
              <a:gd name="T103" fmla="*/ 56 h 256"/>
              <a:gd name="T104" fmla="*/ 21 w 256"/>
              <a:gd name="T105" fmla="*/ 82 h 256"/>
              <a:gd name="T106" fmla="*/ 19 w 256"/>
              <a:gd name="T107" fmla="*/ 118 h 256"/>
              <a:gd name="T108" fmla="*/ 0 w 256"/>
              <a:gd name="T109" fmla="*/ 132 h 256"/>
              <a:gd name="T110" fmla="*/ 15 w 256"/>
              <a:gd name="T111" fmla="*/ 168 h 256"/>
              <a:gd name="T112" fmla="*/ 27 w 256"/>
              <a:gd name="T113" fmla="*/ 195 h 256"/>
              <a:gd name="T114" fmla="*/ 24 w 256"/>
              <a:gd name="T115" fmla="*/ 215 h 256"/>
              <a:gd name="T116" fmla="*/ 61 w 256"/>
              <a:gd name="T117" fmla="*/ 229 h 256"/>
              <a:gd name="T118" fmla="*/ 88 w 256"/>
              <a:gd name="T119" fmla="*/ 241 h 256"/>
              <a:gd name="T120" fmla="*/ 116 w 256"/>
              <a:gd name="T121" fmla="*/ 2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6" h="256">
                <a:moveTo>
                  <a:pt x="128" y="21"/>
                </a:moveTo>
                <a:cubicBezTo>
                  <a:pt x="128" y="22"/>
                  <a:pt x="130" y="23"/>
                  <a:pt x="131" y="23"/>
                </a:cubicBezTo>
                <a:cubicBezTo>
                  <a:pt x="132" y="23"/>
                  <a:pt x="132" y="23"/>
                  <a:pt x="133" y="23"/>
                </a:cubicBezTo>
                <a:cubicBezTo>
                  <a:pt x="135" y="22"/>
                  <a:pt x="136" y="19"/>
                  <a:pt x="135" y="17"/>
                </a:cubicBezTo>
                <a:cubicBezTo>
                  <a:pt x="132" y="10"/>
                  <a:pt x="132" y="10"/>
                  <a:pt x="132" y="10"/>
                </a:cubicBezTo>
                <a:cubicBezTo>
                  <a:pt x="131" y="8"/>
                  <a:pt x="129" y="7"/>
                  <a:pt x="127" y="8"/>
                </a:cubicBezTo>
                <a:cubicBezTo>
                  <a:pt x="125" y="9"/>
                  <a:pt x="124" y="11"/>
                  <a:pt x="125" y="13"/>
                </a:cubicBezTo>
                <a:lnTo>
                  <a:pt x="128" y="21"/>
                </a:lnTo>
                <a:close/>
                <a:moveTo>
                  <a:pt x="168" y="16"/>
                </a:moveTo>
                <a:cubicBezTo>
                  <a:pt x="170" y="16"/>
                  <a:pt x="172" y="14"/>
                  <a:pt x="172" y="12"/>
                </a:cubicBezTo>
                <a:cubicBezTo>
                  <a:pt x="172" y="4"/>
                  <a:pt x="172" y="4"/>
                  <a:pt x="172" y="4"/>
                </a:cubicBezTo>
                <a:cubicBezTo>
                  <a:pt x="172" y="2"/>
                  <a:pt x="170" y="0"/>
                  <a:pt x="168" y="0"/>
                </a:cubicBezTo>
                <a:cubicBezTo>
                  <a:pt x="166" y="0"/>
                  <a:pt x="164" y="2"/>
                  <a:pt x="164" y="4"/>
                </a:cubicBezTo>
                <a:cubicBezTo>
                  <a:pt x="164" y="12"/>
                  <a:pt x="164" y="12"/>
                  <a:pt x="164" y="12"/>
                </a:cubicBezTo>
                <a:cubicBezTo>
                  <a:pt x="164" y="14"/>
                  <a:pt x="166" y="16"/>
                  <a:pt x="168" y="16"/>
                </a:cubicBezTo>
                <a:close/>
                <a:moveTo>
                  <a:pt x="203" y="23"/>
                </a:moveTo>
                <a:cubicBezTo>
                  <a:pt x="204" y="23"/>
                  <a:pt x="204" y="23"/>
                  <a:pt x="205" y="23"/>
                </a:cubicBezTo>
                <a:cubicBezTo>
                  <a:pt x="206" y="23"/>
                  <a:pt x="208" y="22"/>
                  <a:pt x="208" y="21"/>
                </a:cubicBezTo>
                <a:cubicBezTo>
                  <a:pt x="211" y="13"/>
                  <a:pt x="211" y="13"/>
                  <a:pt x="211" y="13"/>
                </a:cubicBezTo>
                <a:cubicBezTo>
                  <a:pt x="212" y="11"/>
                  <a:pt x="211" y="9"/>
                  <a:pt x="209" y="8"/>
                </a:cubicBezTo>
                <a:cubicBezTo>
                  <a:pt x="207" y="7"/>
                  <a:pt x="205" y="8"/>
                  <a:pt x="204" y="10"/>
                </a:cubicBezTo>
                <a:cubicBezTo>
                  <a:pt x="201" y="17"/>
                  <a:pt x="201" y="17"/>
                  <a:pt x="201" y="17"/>
                </a:cubicBezTo>
                <a:cubicBezTo>
                  <a:pt x="200" y="19"/>
                  <a:pt x="201" y="22"/>
                  <a:pt x="203" y="23"/>
                </a:cubicBezTo>
                <a:close/>
                <a:moveTo>
                  <a:pt x="236" y="43"/>
                </a:moveTo>
                <a:cubicBezTo>
                  <a:pt x="237" y="43"/>
                  <a:pt x="238" y="43"/>
                  <a:pt x="238" y="42"/>
                </a:cubicBezTo>
                <a:cubicBezTo>
                  <a:pt x="244" y="36"/>
                  <a:pt x="244" y="36"/>
                  <a:pt x="244" y="36"/>
                </a:cubicBezTo>
                <a:cubicBezTo>
                  <a:pt x="246" y="35"/>
                  <a:pt x="246" y="32"/>
                  <a:pt x="244" y="31"/>
                </a:cubicBezTo>
                <a:cubicBezTo>
                  <a:pt x="243" y="29"/>
                  <a:pt x="240" y="29"/>
                  <a:pt x="239" y="30"/>
                </a:cubicBezTo>
                <a:cubicBezTo>
                  <a:pt x="233" y="36"/>
                  <a:pt x="233" y="36"/>
                  <a:pt x="233" y="36"/>
                </a:cubicBezTo>
                <a:cubicBezTo>
                  <a:pt x="231" y="38"/>
                  <a:pt x="231" y="40"/>
                  <a:pt x="233" y="42"/>
                </a:cubicBezTo>
                <a:cubicBezTo>
                  <a:pt x="234" y="43"/>
                  <a:pt x="235" y="43"/>
                  <a:pt x="236" y="43"/>
                </a:cubicBezTo>
                <a:close/>
                <a:moveTo>
                  <a:pt x="196" y="228"/>
                </a:moveTo>
                <a:cubicBezTo>
                  <a:pt x="194" y="228"/>
                  <a:pt x="192" y="230"/>
                  <a:pt x="192" y="232"/>
                </a:cubicBezTo>
                <a:cubicBezTo>
                  <a:pt x="192" y="241"/>
                  <a:pt x="185" y="248"/>
                  <a:pt x="176" y="248"/>
                </a:cubicBezTo>
                <a:cubicBezTo>
                  <a:pt x="156" y="248"/>
                  <a:pt x="156" y="248"/>
                  <a:pt x="156" y="248"/>
                </a:cubicBezTo>
                <a:cubicBezTo>
                  <a:pt x="147" y="248"/>
                  <a:pt x="140" y="241"/>
                  <a:pt x="140" y="232"/>
                </a:cubicBezTo>
                <a:cubicBezTo>
                  <a:pt x="140" y="230"/>
                  <a:pt x="138" y="228"/>
                  <a:pt x="136" y="228"/>
                </a:cubicBezTo>
                <a:cubicBezTo>
                  <a:pt x="134" y="228"/>
                  <a:pt x="132" y="230"/>
                  <a:pt x="132" y="232"/>
                </a:cubicBezTo>
                <a:cubicBezTo>
                  <a:pt x="132" y="245"/>
                  <a:pt x="143" y="256"/>
                  <a:pt x="156" y="256"/>
                </a:cubicBezTo>
                <a:cubicBezTo>
                  <a:pt x="176" y="256"/>
                  <a:pt x="176" y="256"/>
                  <a:pt x="176" y="256"/>
                </a:cubicBezTo>
                <a:cubicBezTo>
                  <a:pt x="189" y="256"/>
                  <a:pt x="200" y="245"/>
                  <a:pt x="200" y="232"/>
                </a:cubicBezTo>
                <a:cubicBezTo>
                  <a:pt x="200" y="230"/>
                  <a:pt x="198" y="228"/>
                  <a:pt x="196" y="228"/>
                </a:cubicBezTo>
                <a:close/>
                <a:moveTo>
                  <a:pt x="180" y="180"/>
                </a:moveTo>
                <a:cubicBezTo>
                  <a:pt x="182" y="180"/>
                  <a:pt x="184" y="178"/>
                  <a:pt x="184" y="176"/>
                </a:cubicBezTo>
                <a:cubicBezTo>
                  <a:pt x="184" y="152"/>
                  <a:pt x="184" y="130"/>
                  <a:pt x="199" y="115"/>
                </a:cubicBezTo>
                <a:cubicBezTo>
                  <a:pt x="200" y="114"/>
                  <a:pt x="200" y="112"/>
                  <a:pt x="200" y="110"/>
                </a:cubicBezTo>
                <a:cubicBezTo>
                  <a:pt x="199" y="109"/>
                  <a:pt x="198" y="108"/>
                  <a:pt x="196" y="108"/>
                </a:cubicBezTo>
                <a:cubicBezTo>
                  <a:pt x="140" y="108"/>
                  <a:pt x="140" y="108"/>
                  <a:pt x="140" y="108"/>
                </a:cubicBezTo>
                <a:cubicBezTo>
                  <a:pt x="138" y="108"/>
                  <a:pt x="137" y="109"/>
                  <a:pt x="136" y="110"/>
                </a:cubicBezTo>
                <a:cubicBezTo>
                  <a:pt x="136" y="112"/>
                  <a:pt x="136" y="114"/>
                  <a:pt x="137" y="115"/>
                </a:cubicBezTo>
                <a:cubicBezTo>
                  <a:pt x="152" y="130"/>
                  <a:pt x="152" y="152"/>
                  <a:pt x="152" y="176"/>
                </a:cubicBezTo>
                <a:cubicBezTo>
                  <a:pt x="152" y="178"/>
                  <a:pt x="154" y="180"/>
                  <a:pt x="156" y="180"/>
                </a:cubicBezTo>
                <a:cubicBezTo>
                  <a:pt x="158" y="180"/>
                  <a:pt x="160" y="178"/>
                  <a:pt x="160" y="176"/>
                </a:cubicBezTo>
                <a:cubicBezTo>
                  <a:pt x="160" y="155"/>
                  <a:pt x="160" y="133"/>
                  <a:pt x="149" y="116"/>
                </a:cubicBezTo>
                <a:cubicBezTo>
                  <a:pt x="187" y="116"/>
                  <a:pt x="187" y="116"/>
                  <a:pt x="187" y="116"/>
                </a:cubicBezTo>
                <a:cubicBezTo>
                  <a:pt x="176" y="133"/>
                  <a:pt x="176" y="155"/>
                  <a:pt x="176" y="176"/>
                </a:cubicBezTo>
                <a:cubicBezTo>
                  <a:pt x="176" y="178"/>
                  <a:pt x="178" y="180"/>
                  <a:pt x="180" y="180"/>
                </a:cubicBezTo>
                <a:close/>
                <a:moveTo>
                  <a:pt x="256" y="143"/>
                </a:moveTo>
                <a:cubicBezTo>
                  <a:pt x="244" y="107"/>
                  <a:pt x="244" y="107"/>
                  <a:pt x="244" y="107"/>
                </a:cubicBezTo>
                <a:cubicBezTo>
                  <a:pt x="244" y="66"/>
                  <a:pt x="210" y="32"/>
                  <a:pt x="168" y="32"/>
                </a:cubicBezTo>
                <a:cubicBezTo>
                  <a:pt x="126" y="32"/>
                  <a:pt x="92" y="66"/>
                  <a:pt x="92" y="108"/>
                </a:cubicBezTo>
                <a:cubicBezTo>
                  <a:pt x="92" y="133"/>
                  <a:pt x="107" y="156"/>
                  <a:pt x="123" y="178"/>
                </a:cubicBezTo>
                <a:cubicBezTo>
                  <a:pt x="127" y="182"/>
                  <a:pt x="130" y="191"/>
                  <a:pt x="131" y="196"/>
                </a:cubicBezTo>
                <a:cubicBezTo>
                  <a:pt x="116" y="196"/>
                  <a:pt x="116" y="196"/>
                  <a:pt x="116" y="196"/>
                </a:cubicBezTo>
                <a:cubicBezTo>
                  <a:pt x="87" y="196"/>
                  <a:pt x="64" y="173"/>
                  <a:pt x="64" y="144"/>
                </a:cubicBezTo>
                <a:cubicBezTo>
                  <a:pt x="64" y="133"/>
                  <a:pt x="67" y="123"/>
                  <a:pt x="73" y="114"/>
                </a:cubicBezTo>
                <a:cubicBezTo>
                  <a:pt x="75" y="112"/>
                  <a:pt x="74" y="110"/>
                  <a:pt x="72" y="109"/>
                </a:cubicBezTo>
                <a:cubicBezTo>
                  <a:pt x="71" y="107"/>
                  <a:pt x="68" y="108"/>
                  <a:pt x="67" y="110"/>
                </a:cubicBezTo>
                <a:cubicBezTo>
                  <a:pt x="60" y="120"/>
                  <a:pt x="56" y="132"/>
                  <a:pt x="56" y="144"/>
                </a:cubicBezTo>
                <a:cubicBezTo>
                  <a:pt x="56" y="177"/>
                  <a:pt x="83" y="204"/>
                  <a:pt x="116" y="204"/>
                </a:cubicBezTo>
                <a:cubicBezTo>
                  <a:pt x="136" y="204"/>
                  <a:pt x="136" y="204"/>
                  <a:pt x="136" y="204"/>
                </a:cubicBezTo>
                <a:cubicBezTo>
                  <a:pt x="136" y="204"/>
                  <a:pt x="136" y="204"/>
                  <a:pt x="136" y="204"/>
                </a:cubicBezTo>
                <a:cubicBezTo>
                  <a:pt x="136" y="204"/>
                  <a:pt x="137" y="204"/>
                  <a:pt x="137" y="204"/>
                </a:cubicBezTo>
                <a:cubicBezTo>
                  <a:pt x="137" y="204"/>
                  <a:pt x="137" y="204"/>
                  <a:pt x="137" y="204"/>
                </a:cubicBezTo>
                <a:cubicBezTo>
                  <a:pt x="137" y="204"/>
                  <a:pt x="138" y="204"/>
                  <a:pt x="138" y="203"/>
                </a:cubicBezTo>
                <a:cubicBezTo>
                  <a:pt x="138" y="203"/>
                  <a:pt x="138" y="203"/>
                  <a:pt x="139" y="203"/>
                </a:cubicBezTo>
                <a:cubicBezTo>
                  <a:pt x="139" y="203"/>
                  <a:pt x="139" y="203"/>
                  <a:pt x="139" y="203"/>
                </a:cubicBezTo>
                <a:cubicBezTo>
                  <a:pt x="139" y="202"/>
                  <a:pt x="139" y="202"/>
                  <a:pt x="139" y="202"/>
                </a:cubicBezTo>
                <a:cubicBezTo>
                  <a:pt x="140" y="202"/>
                  <a:pt x="140" y="201"/>
                  <a:pt x="140" y="201"/>
                </a:cubicBezTo>
                <a:cubicBezTo>
                  <a:pt x="140" y="201"/>
                  <a:pt x="140" y="201"/>
                  <a:pt x="140" y="200"/>
                </a:cubicBezTo>
                <a:cubicBezTo>
                  <a:pt x="140" y="200"/>
                  <a:pt x="140" y="200"/>
                  <a:pt x="140" y="200"/>
                </a:cubicBezTo>
                <a:cubicBezTo>
                  <a:pt x="140" y="200"/>
                  <a:pt x="140" y="200"/>
                  <a:pt x="140" y="200"/>
                </a:cubicBezTo>
                <a:cubicBezTo>
                  <a:pt x="140" y="200"/>
                  <a:pt x="140" y="199"/>
                  <a:pt x="140" y="199"/>
                </a:cubicBezTo>
                <a:cubicBezTo>
                  <a:pt x="140" y="199"/>
                  <a:pt x="137" y="182"/>
                  <a:pt x="130" y="173"/>
                </a:cubicBezTo>
                <a:cubicBezTo>
                  <a:pt x="114" y="152"/>
                  <a:pt x="100" y="131"/>
                  <a:pt x="100" y="108"/>
                </a:cubicBezTo>
                <a:cubicBezTo>
                  <a:pt x="100" y="71"/>
                  <a:pt x="131" y="40"/>
                  <a:pt x="168" y="40"/>
                </a:cubicBezTo>
                <a:cubicBezTo>
                  <a:pt x="205" y="40"/>
                  <a:pt x="236" y="71"/>
                  <a:pt x="236" y="108"/>
                </a:cubicBezTo>
                <a:cubicBezTo>
                  <a:pt x="236" y="108"/>
                  <a:pt x="236" y="109"/>
                  <a:pt x="236" y="109"/>
                </a:cubicBezTo>
                <a:cubicBezTo>
                  <a:pt x="246" y="140"/>
                  <a:pt x="246" y="140"/>
                  <a:pt x="246" y="140"/>
                </a:cubicBezTo>
                <a:cubicBezTo>
                  <a:pt x="232" y="140"/>
                  <a:pt x="232" y="140"/>
                  <a:pt x="232" y="140"/>
                </a:cubicBezTo>
                <a:cubicBezTo>
                  <a:pt x="230" y="140"/>
                  <a:pt x="228" y="142"/>
                  <a:pt x="228" y="144"/>
                </a:cubicBezTo>
                <a:cubicBezTo>
                  <a:pt x="228" y="168"/>
                  <a:pt x="228" y="168"/>
                  <a:pt x="228" y="168"/>
                </a:cubicBezTo>
                <a:cubicBezTo>
                  <a:pt x="228" y="175"/>
                  <a:pt x="223" y="180"/>
                  <a:pt x="216" y="180"/>
                </a:cubicBezTo>
                <a:cubicBezTo>
                  <a:pt x="209" y="180"/>
                  <a:pt x="209" y="180"/>
                  <a:pt x="209" y="180"/>
                </a:cubicBezTo>
                <a:cubicBezTo>
                  <a:pt x="202" y="180"/>
                  <a:pt x="196" y="185"/>
                  <a:pt x="194" y="192"/>
                </a:cubicBezTo>
                <a:cubicBezTo>
                  <a:pt x="193" y="197"/>
                  <a:pt x="192" y="202"/>
                  <a:pt x="192" y="207"/>
                </a:cubicBezTo>
                <a:cubicBezTo>
                  <a:pt x="192" y="212"/>
                  <a:pt x="192" y="212"/>
                  <a:pt x="192" y="212"/>
                </a:cubicBezTo>
                <a:cubicBezTo>
                  <a:pt x="136" y="212"/>
                  <a:pt x="136" y="212"/>
                  <a:pt x="136" y="212"/>
                </a:cubicBezTo>
                <a:cubicBezTo>
                  <a:pt x="134" y="212"/>
                  <a:pt x="132" y="214"/>
                  <a:pt x="132" y="216"/>
                </a:cubicBezTo>
                <a:cubicBezTo>
                  <a:pt x="132" y="218"/>
                  <a:pt x="134" y="220"/>
                  <a:pt x="136" y="220"/>
                </a:cubicBezTo>
                <a:cubicBezTo>
                  <a:pt x="196" y="220"/>
                  <a:pt x="196" y="220"/>
                  <a:pt x="196" y="220"/>
                </a:cubicBezTo>
                <a:cubicBezTo>
                  <a:pt x="198" y="220"/>
                  <a:pt x="200" y="218"/>
                  <a:pt x="200" y="216"/>
                </a:cubicBezTo>
                <a:cubicBezTo>
                  <a:pt x="200" y="207"/>
                  <a:pt x="200" y="207"/>
                  <a:pt x="200" y="207"/>
                </a:cubicBezTo>
                <a:cubicBezTo>
                  <a:pt x="200" y="203"/>
                  <a:pt x="201" y="198"/>
                  <a:pt x="202" y="194"/>
                </a:cubicBezTo>
                <a:cubicBezTo>
                  <a:pt x="203" y="190"/>
                  <a:pt x="206" y="188"/>
                  <a:pt x="209" y="188"/>
                </a:cubicBezTo>
                <a:cubicBezTo>
                  <a:pt x="216" y="188"/>
                  <a:pt x="216" y="188"/>
                  <a:pt x="216" y="188"/>
                </a:cubicBezTo>
                <a:cubicBezTo>
                  <a:pt x="227" y="188"/>
                  <a:pt x="236" y="179"/>
                  <a:pt x="236" y="168"/>
                </a:cubicBezTo>
                <a:cubicBezTo>
                  <a:pt x="236" y="148"/>
                  <a:pt x="236" y="148"/>
                  <a:pt x="236" y="148"/>
                </a:cubicBezTo>
                <a:cubicBezTo>
                  <a:pt x="252" y="148"/>
                  <a:pt x="252" y="148"/>
                  <a:pt x="252" y="148"/>
                </a:cubicBezTo>
                <a:cubicBezTo>
                  <a:pt x="253" y="148"/>
                  <a:pt x="254" y="147"/>
                  <a:pt x="255" y="146"/>
                </a:cubicBezTo>
                <a:cubicBezTo>
                  <a:pt x="256" y="145"/>
                  <a:pt x="256" y="144"/>
                  <a:pt x="256" y="143"/>
                </a:cubicBezTo>
                <a:close/>
                <a:moveTo>
                  <a:pt x="116" y="248"/>
                </a:moveTo>
                <a:cubicBezTo>
                  <a:pt x="100" y="248"/>
                  <a:pt x="100" y="248"/>
                  <a:pt x="100" y="248"/>
                </a:cubicBezTo>
                <a:cubicBezTo>
                  <a:pt x="98" y="248"/>
                  <a:pt x="96" y="246"/>
                  <a:pt x="96" y="244"/>
                </a:cubicBezTo>
                <a:cubicBezTo>
                  <a:pt x="96" y="241"/>
                  <a:pt x="96" y="241"/>
                  <a:pt x="96" y="241"/>
                </a:cubicBezTo>
                <a:cubicBezTo>
                  <a:pt x="96" y="236"/>
                  <a:pt x="93" y="231"/>
                  <a:pt x="89" y="230"/>
                </a:cubicBezTo>
                <a:cubicBezTo>
                  <a:pt x="68" y="221"/>
                  <a:pt x="68" y="221"/>
                  <a:pt x="68" y="221"/>
                </a:cubicBezTo>
                <a:cubicBezTo>
                  <a:pt x="64" y="219"/>
                  <a:pt x="58" y="220"/>
                  <a:pt x="55" y="224"/>
                </a:cubicBezTo>
                <a:cubicBezTo>
                  <a:pt x="53" y="226"/>
                  <a:pt x="53" y="226"/>
                  <a:pt x="53" y="226"/>
                </a:cubicBezTo>
                <a:cubicBezTo>
                  <a:pt x="51" y="228"/>
                  <a:pt x="48" y="228"/>
                  <a:pt x="47" y="226"/>
                </a:cubicBezTo>
                <a:cubicBezTo>
                  <a:pt x="30" y="209"/>
                  <a:pt x="30" y="209"/>
                  <a:pt x="30" y="209"/>
                </a:cubicBezTo>
                <a:cubicBezTo>
                  <a:pt x="29" y="208"/>
                  <a:pt x="29" y="207"/>
                  <a:pt x="29" y="206"/>
                </a:cubicBezTo>
                <a:cubicBezTo>
                  <a:pt x="29" y="205"/>
                  <a:pt x="29" y="204"/>
                  <a:pt x="30" y="203"/>
                </a:cubicBezTo>
                <a:cubicBezTo>
                  <a:pt x="32" y="201"/>
                  <a:pt x="32" y="201"/>
                  <a:pt x="32" y="201"/>
                </a:cubicBezTo>
                <a:cubicBezTo>
                  <a:pt x="36" y="198"/>
                  <a:pt x="37" y="192"/>
                  <a:pt x="35" y="188"/>
                </a:cubicBezTo>
                <a:cubicBezTo>
                  <a:pt x="26" y="167"/>
                  <a:pt x="26" y="167"/>
                  <a:pt x="26" y="167"/>
                </a:cubicBezTo>
                <a:cubicBezTo>
                  <a:pt x="25" y="163"/>
                  <a:pt x="20" y="160"/>
                  <a:pt x="15" y="160"/>
                </a:cubicBezTo>
                <a:cubicBezTo>
                  <a:pt x="12" y="160"/>
                  <a:pt x="12" y="160"/>
                  <a:pt x="12" y="160"/>
                </a:cubicBezTo>
                <a:cubicBezTo>
                  <a:pt x="10" y="160"/>
                  <a:pt x="8" y="158"/>
                  <a:pt x="8" y="156"/>
                </a:cubicBezTo>
                <a:cubicBezTo>
                  <a:pt x="8" y="132"/>
                  <a:pt x="8" y="132"/>
                  <a:pt x="8" y="132"/>
                </a:cubicBezTo>
                <a:cubicBezTo>
                  <a:pt x="8" y="130"/>
                  <a:pt x="10" y="128"/>
                  <a:pt x="12" y="128"/>
                </a:cubicBezTo>
                <a:cubicBezTo>
                  <a:pt x="15" y="128"/>
                  <a:pt x="15" y="128"/>
                  <a:pt x="15" y="128"/>
                </a:cubicBezTo>
                <a:cubicBezTo>
                  <a:pt x="20" y="128"/>
                  <a:pt x="25" y="125"/>
                  <a:pt x="26" y="121"/>
                </a:cubicBezTo>
                <a:cubicBezTo>
                  <a:pt x="36" y="98"/>
                  <a:pt x="36" y="98"/>
                  <a:pt x="36" y="98"/>
                </a:cubicBezTo>
                <a:cubicBezTo>
                  <a:pt x="37" y="95"/>
                  <a:pt x="37" y="91"/>
                  <a:pt x="34" y="89"/>
                </a:cubicBezTo>
                <a:cubicBezTo>
                  <a:pt x="30" y="85"/>
                  <a:pt x="30" y="85"/>
                  <a:pt x="30" y="85"/>
                </a:cubicBezTo>
                <a:cubicBezTo>
                  <a:pt x="29" y="84"/>
                  <a:pt x="29" y="83"/>
                  <a:pt x="29" y="82"/>
                </a:cubicBezTo>
                <a:cubicBezTo>
                  <a:pt x="29" y="81"/>
                  <a:pt x="29" y="80"/>
                  <a:pt x="30" y="79"/>
                </a:cubicBezTo>
                <a:cubicBezTo>
                  <a:pt x="47" y="62"/>
                  <a:pt x="47" y="62"/>
                  <a:pt x="47" y="62"/>
                </a:cubicBezTo>
                <a:cubicBezTo>
                  <a:pt x="48" y="60"/>
                  <a:pt x="51" y="60"/>
                  <a:pt x="53" y="62"/>
                </a:cubicBezTo>
                <a:cubicBezTo>
                  <a:pt x="55" y="64"/>
                  <a:pt x="55" y="64"/>
                  <a:pt x="55" y="64"/>
                </a:cubicBezTo>
                <a:cubicBezTo>
                  <a:pt x="58" y="68"/>
                  <a:pt x="64" y="69"/>
                  <a:pt x="68" y="67"/>
                </a:cubicBezTo>
                <a:cubicBezTo>
                  <a:pt x="89" y="58"/>
                  <a:pt x="89" y="58"/>
                  <a:pt x="89" y="58"/>
                </a:cubicBezTo>
                <a:cubicBezTo>
                  <a:pt x="93" y="57"/>
                  <a:pt x="96" y="52"/>
                  <a:pt x="96" y="47"/>
                </a:cubicBezTo>
                <a:cubicBezTo>
                  <a:pt x="96" y="44"/>
                  <a:pt x="96" y="44"/>
                  <a:pt x="96" y="44"/>
                </a:cubicBezTo>
                <a:cubicBezTo>
                  <a:pt x="96" y="42"/>
                  <a:pt x="98" y="40"/>
                  <a:pt x="100" y="40"/>
                </a:cubicBezTo>
                <a:cubicBezTo>
                  <a:pt x="112" y="40"/>
                  <a:pt x="112" y="40"/>
                  <a:pt x="112" y="40"/>
                </a:cubicBezTo>
                <a:cubicBezTo>
                  <a:pt x="114" y="40"/>
                  <a:pt x="116" y="38"/>
                  <a:pt x="116" y="36"/>
                </a:cubicBezTo>
                <a:cubicBezTo>
                  <a:pt x="116" y="34"/>
                  <a:pt x="114" y="32"/>
                  <a:pt x="112" y="32"/>
                </a:cubicBezTo>
                <a:cubicBezTo>
                  <a:pt x="100" y="32"/>
                  <a:pt x="100" y="32"/>
                  <a:pt x="100" y="32"/>
                </a:cubicBezTo>
                <a:cubicBezTo>
                  <a:pt x="93" y="32"/>
                  <a:pt x="88" y="37"/>
                  <a:pt x="88" y="44"/>
                </a:cubicBezTo>
                <a:cubicBezTo>
                  <a:pt x="88" y="47"/>
                  <a:pt x="88" y="47"/>
                  <a:pt x="88" y="47"/>
                </a:cubicBezTo>
                <a:cubicBezTo>
                  <a:pt x="88" y="49"/>
                  <a:pt x="87" y="50"/>
                  <a:pt x="86" y="51"/>
                </a:cubicBezTo>
                <a:cubicBezTo>
                  <a:pt x="65" y="60"/>
                  <a:pt x="65" y="60"/>
                  <a:pt x="65" y="60"/>
                </a:cubicBezTo>
                <a:cubicBezTo>
                  <a:pt x="63" y="60"/>
                  <a:pt x="62" y="60"/>
                  <a:pt x="61" y="59"/>
                </a:cubicBezTo>
                <a:cubicBezTo>
                  <a:pt x="58" y="56"/>
                  <a:pt x="58" y="56"/>
                  <a:pt x="58" y="56"/>
                </a:cubicBezTo>
                <a:cubicBezTo>
                  <a:pt x="54" y="52"/>
                  <a:pt x="46" y="52"/>
                  <a:pt x="41" y="56"/>
                </a:cubicBezTo>
                <a:cubicBezTo>
                  <a:pt x="24" y="73"/>
                  <a:pt x="24" y="73"/>
                  <a:pt x="24" y="73"/>
                </a:cubicBezTo>
                <a:cubicBezTo>
                  <a:pt x="22" y="76"/>
                  <a:pt x="21" y="79"/>
                  <a:pt x="21" y="82"/>
                </a:cubicBezTo>
                <a:cubicBezTo>
                  <a:pt x="21" y="85"/>
                  <a:pt x="22" y="88"/>
                  <a:pt x="24" y="90"/>
                </a:cubicBezTo>
                <a:cubicBezTo>
                  <a:pt x="29" y="95"/>
                  <a:pt x="29" y="95"/>
                  <a:pt x="29" y="95"/>
                </a:cubicBezTo>
                <a:cubicBezTo>
                  <a:pt x="19" y="118"/>
                  <a:pt x="19" y="118"/>
                  <a:pt x="19" y="118"/>
                </a:cubicBezTo>
                <a:cubicBezTo>
                  <a:pt x="18" y="119"/>
                  <a:pt x="17" y="120"/>
                  <a:pt x="15" y="120"/>
                </a:cubicBezTo>
                <a:cubicBezTo>
                  <a:pt x="12" y="120"/>
                  <a:pt x="12" y="120"/>
                  <a:pt x="12" y="120"/>
                </a:cubicBezTo>
                <a:cubicBezTo>
                  <a:pt x="5" y="120"/>
                  <a:pt x="0" y="125"/>
                  <a:pt x="0" y="132"/>
                </a:cubicBezTo>
                <a:cubicBezTo>
                  <a:pt x="0" y="156"/>
                  <a:pt x="0" y="156"/>
                  <a:pt x="0" y="156"/>
                </a:cubicBezTo>
                <a:cubicBezTo>
                  <a:pt x="0" y="163"/>
                  <a:pt x="5" y="168"/>
                  <a:pt x="12" y="168"/>
                </a:cubicBezTo>
                <a:cubicBezTo>
                  <a:pt x="15" y="168"/>
                  <a:pt x="15" y="168"/>
                  <a:pt x="15" y="168"/>
                </a:cubicBezTo>
                <a:cubicBezTo>
                  <a:pt x="17" y="168"/>
                  <a:pt x="18" y="169"/>
                  <a:pt x="19" y="170"/>
                </a:cubicBezTo>
                <a:cubicBezTo>
                  <a:pt x="28" y="191"/>
                  <a:pt x="28" y="191"/>
                  <a:pt x="28" y="191"/>
                </a:cubicBezTo>
                <a:cubicBezTo>
                  <a:pt x="28" y="193"/>
                  <a:pt x="28" y="194"/>
                  <a:pt x="27" y="195"/>
                </a:cubicBezTo>
                <a:cubicBezTo>
                  <a:pt x="24" y="198"/>
                  <a:pt x="24" y="198"/>
                  <a:pt x="24" y="198"/>
                </a:cubicBezTo>
                <a:cubicBezTo>
                  <a:pt x="22" y="200"/>
                  <a:pt x="21" y="203"/>
                  <a:pt x="21" y="206"/>
                </a:cubicBezTo>
                <a:cubicBezTo>
                  <a:pt x="21" y="209"/>
                  <a:pt x="22" y="212"/>
                  <a:pt x="24" y="215"/>
                </a:cubicBezTo>
                <a:cubicBezTo>
                  <a:pt x="41" y="232"/>
                  <a:pt x="41" y="232"/>
                  <a:pt x="41" y="232"/>
                </a:cubicBezTo>
                <a:cubicBezTo>
                  <a:pt x="46" y="236"/>
                  <a:pt x="54" y="236"/>
                  <a:pt x="58" y="232"/>
                </a:cubicBezTo>
                <a:cubicBezTo>
                  <a:pt x="61" y="229"/>
                  <a:pt x="61" y="229"/>
                  <a:pt x="61" y="229"/>
                </a:cubicBezTo>
                <a:cubicBezTo>
                  <a:pt x="62" y="228"/>
                  <a:pt x="64" y="228"/>
                  <a:pt x="65" y="228"/>
                </a:cubicBezTo>
                <a:cubicBezTo>
                  <a:pt x="86" y="237"/>
                  <a:pt x="86" y="237"/>
                  <a:pt x="86" y="237"/>
                </a:cubicBezTo>
                <a:cubicBezTo>
                  <a:pt x="87" y="238"/>
                  <a:pt x="88" y="239"/>
                  <a:pt x="88" y="241"/>
                </a:cubicBezTo>
                <a:cubicBezTo>
                  <a:pt x="88" y="244"/>
                  <a:pt x="88" y="244"/>
                  <a:pt x="88" y="244"/>
                </a:cubicBezTo>
                <a:cubicBezTo>
                  <a:pt x="88" y="251"/>
                  <a:pt x="93" y="256"/>
                  <a:pt x="100" y="256"/>
                </a:cubicBezTo>
                <a:cubicBezTo>
                  <a:pt x="116" y="256"/>
                  <a:pt x="116" y="256"/>
                  <a:pt x="116" y="256"/>
                </a:cubicBezTo>
                <a:cubicBezTo>
                  <a:pt x="118" y="256"/>
                  <a:pt x="120" y="254"/>
                  <a:pt x="120" y="252"/>
                </a:cubicBezTo>
                <a:cubicBezTo>
                  <a:pt x="120" y="250"/>
                  <a:pt x="118" y="248"/>
                  <a:pt x="116" y="24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52" name="Freeform 73">
            <a:extLst>
              <a:ext uri="{FF2B5EF4-FFF2-40B4-BE49-F238E27FC236}">
                <a16:creationId xmlns:a16="http://schemas.microsoft.com/office/drawing/2014/main" id="{E37770FB-9042-42D3-AE85-6B00EF590D48}"/>
              </a:ext>
            </a:extLst>
          </p:cNvPr>
          <p:cNvSpPr>
            <a:spLocks noChangeAspect="1" noEditPoints="1"/>
          </p:cNvSpPr>
          <p:nvPr/>
        </p:nvSpPr>
        <p:spPr bwMode="auto">
          <a:xfrm>
            <a:off x="7391060" y="1464470"/>
            <a:ext cx="311150" cy="400050"/>
          </a:xfrm>
          <a:custGeom>
            <a:avLst/>
            <a:gdLst>
              <a:gd name="T0" fmla="*/ 133 w 200"/>
              <a:gd name="T1" fmla="*/ 152 h 256"/>
              <a:gd name="T2" fmla="*/ 133 w 200"/>
              <a:gd name="T3" fmla="*/ 144 h 256"/>
              <a:gd name="T4" fmla="*/ 103 w 200"/>
              <a:gd name="T5" fmla="*/ 148 h 256"/>
              <a:gd name="T6" fmla="*/ 141 w 200"/>
              <a:gd name="T7" fmla="*/ 156 h 256"/>
              <a:gd name="T8" fmla="*/ 137 w 200"/>
              <a:gd name="T9" fmla="*/ 163 h 256"/>
              <a:gd name="T10" fmla="*/ 103 w 200"/>
              <a:gd name="T11" fmla="*/ 160 h 256"/>
              <a:gd name="T12" fmla="*/ 95 w 200"/>
              <a:gd name="T13" fmla="*/ 160 h 256"/>
              <a:gd name="T14" fmla="*/ 96 w 200"/>
              <a:gd name="T15" fmla="*/ 169 h 256"/>
              <a:gd name="T16" fmla="*/ 96 w 200"/>
              <a:gd name="T17" fmla="*/ 169 h 256"/>
              <a:gd name="T18" fmla="*/ 98 w 200"/>
              <a:gd name="T19" fmla="*/ 170 h 256"/>
              <a:gd name="T20" fmla="*/ 142 w 200"/>
              <a:gd name="T21" fmla="*/ 170 h 256"/>
              <a:gd name="T22" fmla="*/ 144 w 200"/>
              <a:gd name="T23" fmla="*/ 169 h 256"/>
              <a:gd name="T24" fmla="*/ 144 w 200"/>
              <a:gd name="T25" fmla="*/ 169 h 256"/>
              <a:gd name="T26" fmla="*/ 145 w 200"/>
              <a:gd name="T27" fmla="*/ 160 h 256"/>
              <a:gd name="T28" fmla="*/ 120 w 200"/>
              <a:gd name="T29" fmla="*/ 28 h 256"/>
              <a:gd name="T30" fmla="*/ 82 w 200"/>
              <a:gd name="T31" fmla="*/ 114 h 256"/>
              <a:gd name="T32" fmla="*/ 97 w 200"/>
              <a:gd name="T33" fmla="*/ 141 h 256"/>
              <a:gd name="T34" fmla="*/ 147 w 200"/>
              <a:gd name="T35" fmla="*/ 138 h 256"/>
              <a:gd name="T36" fmla="*/ 156 w 200"/>
              <a:gd name="T37" fmla="*/ 42 h 256"/>
              <a:gd name="T38" fmla="*/ 152 w 200"/>
              <a:gd name="T39" fmla="*/ 108 h 256"/>
              <a:gd name="T40" fmla="*/ 101 w 200"/>
              <a:gd name="T41" fmla="*/ 133 h 256"/>
              <a:gd name="T42" fmla="*/ 89 w 200"/>
              <a:gd name="T43" fmla="*/ 48 h 256"/>
              <a:gd name="T44" fmla="*/ 120 w 200"/>
              <a:gd name="T45" fmla="*/ 36 h 256"/>
              <a:gd name="T46" fmla="*/ 152 w 200"/>
              <a:gd name="T47" fmla="*/ 108 h 256"/>
              <a:gd name="T48" fmla="*/ 103 w 200"/>
              <a:gd name="T49" fmla="*/ 77 h 256"/>
              <a:gd name="T50" fmla="*/ 102 w 200"/>
              <a:gd name="T51" fmla="*/ 85 h 256"/>
              <a:gd name="T52" fmla="*/ 115 w 200"/>
              <a:gd name="T53" fmla="*/ 126 h 256"/>
              <a:gd name="T54" fmla="*/ 111 w 200"/>
              <a:gd name="T55" fmla="*/ 85 h 256"/>
              <a:gd name="T56" fmla="*/ 122 w 200"/>
              <a:gd name="T57" fmla="*/ 122 h 256"/>
              <a:gd name="T58" fmla="*/ 126 w 200"/>
              <a:gd name="T59" fmla="*/ 126 h 256"/>
              <a:gd name="T60" fmla="*/ 138 w 200"/>
              <a:gd name="T61" fmla="*/ 85 h 256"/>
              <a:gd name="T62" fmla="*/ 137 w 200"/>
              <a:gd name="T63" fmla="*/ 77 h 256"/>
              <a:gd name="T64" fmla="*/ 200 w 200"/>
              <a:gd name="T65" fmla="*/ 94 h 256"/>
              <a:gd name="T66" fmla="*/ 16 w 200"/>
              <a:gd name="T67" fmla="*/ 88 h 256"/>
              <a:gd name="T68" fmla="*/ 0 w 200"/>
              <a:gd name="T69" fmla="*/ 147 h 256"/>
              <a:gd name="T70" fmla="*/ 4 w 200"/>
              <a:gd name="T71" fmla="*/ 152 h 256"/>
              <a:gd name="T72" fmla="*/ 20 w 200"/>
              <a:gd name="T73" fmla="*/ 180 h 256"/>
              <a:gd name="T74" fmla="*/ 72 w 200"/>
              <a:gd name="T75" fmla="*/ 204 h 256"/>
              <a:gd name="T76" fmla="*/ 69 w 200"/>
              <a:gd name="T77" fmla="*/ 255 h 256"/>
              <a:gd name="T78" fmla="*/ 184 w 200"/>
              <a:gd name="T79" fmla="*/ 256 h 256"/>
              <a:gd name="T80" fmla="*/ 188 w 200"/>
              <a:gd name="T81" fmla="*/ 252 h 256"/>
              <a:gd name="T82" fmla="*/ 187 w 200"/>
              <a:gd name="T83" fmla="*/ 150 h 256"/>
              <a:gd name="T84" fmla="*/ 80 w 200"/>
              <a:gd name="T85" fmla="*/ 200 h 256"/>
              <a:gd name="T86" fmla="*/ 76 w 200"/>
              <a:gd name="T87" fmla="*/ 196 h 256"/>
              <a:gd name="T88" fmla="*/ 28 w 200"/>
              <a:gd name="T89" fmla="*/ 180 h 256"/>
              <a:gd name="T90" fmla="*/ 24 w 200"/>
              <a:gd name="T91" fmla="*/ 144 h 256"/>
              <a:gd name="T92" fmla="*/ 24 w 200"/>
              <a:gd name="T93" fmla="*/ 93 h 256"/>
              <a:gd name="T94" fmla="*/ 24 w 200"/>
              <a:gd name="T95" fmla="*/ 88 h 256"/>
              <a:gd name="T96" fmla="*/ 192 w 200"/>
              <a:gd name="T97" fmla="*/ 94 h 256"/>
              <a:gd name="T98" fmla="*/ 172 w 200"/>
              <a:gd name="T99" fmla="*/ 172 h 256"/>
              <a:gd name="T100" fmla="*/ 76 w 200"/>
              <a:gd name="T101"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0" h="256">
                <a:moveTo>
                  <a:pt x="107" y="152"/>
                </a:moveTo>
                <a:cubicBezTo>
                  <a:pt x="133" y="152"/>
                  <a:pt x="133" y="152"/>
                  <a:pt x="133" y="152"/>
                </a:cubicBezTo>
                <a:cubicBezTo>
                  <a:pt x="135" y="152"/>
                  <a:pt x="137" y="150"/>
                  <a:pt x="137" y="148"/>
                </a:cubicBezTo>
                <a:cubicBezTo>
                  <a:pt x="137" y="146"/>
                  <a:pt x="135" y="144"/>
                  <a:pt x="133" y="144"/>
                </a:cubicBezTo>
                <a:cubicBezTo>
                  <a:pt x="107" y="144"/>
                  <a:pt x="107" y="144"/>
                  <a:pt x="107" y="144"/>
                </a:cubicBezTo>
                <a:cubicBezTo>
                  <a:pt x="105" y="144"/>
                  <a:pt x="103" y="146"/>
                  <a:pt x="103" y="148"/>
                </a:cubicBezTo>
                <a:cubicBezTo>
                  <a:pt x="103" y="150"/>
                  <a:pt x="105" y="152"/>
                  <a:pt x="107" y="152"/>
                </a:cubicBezTo>
                <a:close/>
                <a:moveTo>
                  <a:pt x="141" y="156"/>
                </a:moveTo>
                <a:cubicBezTo>
                  <a:pt x="138" y="156"/>
                  <a:pt x="137" y="157"/>
                  <a:pt x="137" y="160"/>
                </a:cubicBezTo>
                <a:cubicBezTo>
                  <a:pt x="137" y="163"/>
                  <a:pt x="137" y="163"/>
                  <a:pt x="137" y="163"/>
                </a:cubicBezTo>
                <a:cubicBezTo>
                  <a:pt x="126" y="168"/>
                  <a:pt x="114" y="168"/>
                  <a:pt x="103" y="163"/>
                </a:cubicBezTo>
                <a:cubicBezTo>
                  <a:pt x="103" y="160"/>
                  <a:pt x="103" y="160"/>
                  <a:pt x="103" y="160"/>
                </a:cubicBezTo>
                <a:cubicBezTo>
                  <a:pt x="103" y="157"/>
                  <a:pt x="102" y="156"/>
                  <a:pt x="99" y="156"/>
                </a:cubicBezTo>
                <a:cubicBezTo>
                  <a:pt x="97" y="156"/>
                  <a:pt x="95" y="157"/>
                  <a:pt x="95" y="160"/>
                </a:cubicBezTo>
                <a:cubicBezTo>
                  <a:pt x="95" y="166"/>
                  <a:pt x="95" y="166"/>
                  <a:pt x="95" y="166"/>
                </a:cubicBezTo>
                <a:cubicBezTo>
                  <a:pt x="95" y="167"/>
                  <a:pt x="96" y="168"/>
                  <a:pt x="96" y="169"/>
                </a:cubicBezTo>
                <a:cubicBezTo>
                  <a:pt x="96" y="169"/>
                  <a:pt x="96" y="169"/>
                  <a:pt x="96" y="169"/>
                </a:cubicBezTo>
                <a:cubicBezTo>
                  <a:pt x="96" y="169"/>
                  <a:pt x="96" y="169"/>
                  <a:pt x="96" y="169"/>
                </a:cubicBezTo>
                <a:cubicBezTo>
                  <a:pt x="97" y="169"/>
                  <a:pt x="97" y="169"/>
                  <a:pt x="97" y="169"/>
                </a:cubicBezTo>
                <a:cubicBezTo>
                  <a:pt x="97" y="169"/>
                  <a:pt x="97" y="169"/>
                  <a:pt x="98" y="170"/>
                </a:cubicBezTo>
                <a:cubicBezTo>
                  <a:pt x="105" y="173"/>
                  <a:pt x="112" y="175"/>
                  <a:pt x="120" y="175"/>
                </a:cubicBezTo>
                <a:cubicBezTo>
                  <a:pt x="128" y="175"/>
                  <a:pt x="135" y="173"/>
                  <a:pt x="142" y="170"/>
                </a:cubicBezTo>
                <a:cubicBezTo>
                  <a:pt x="143" y="169"/>
                  <a:pt x="143" y="169"/>
                  <a:pt x="143" y="169"/>
                </a:cubicBezTo>
                <a:cubicBezTo>
                  <a:pt x="143" y="169"/>
                  <a:pt x="144" y="169"/>
                  <a:pt x="144" y="169"/>
                </a:cubicBezTo>
                <a:cubicBezTo>
                  <a:pt x="144" y="169"/>
                  <a:pt x="144" y="169"/>
                  <a:pt x="144" y="169"/>
                </a:cubicBezTo>
                <a:cubicBezTo>
                  <a:pt x="144" y="169"/>
                  <a:pt x="144" y="169"/>
                  <a:pt x="144" y="169"/>
                </a:cubicBezTo>
                <a:cubicBezTo>
                  <a:pt x="144" y="168"/>
                  <a:pt x="145" y="167"/>
                  <a:pt x="145" y="166"/>
                </a:cubicBezTo>
                <a:cubicBezTo>
                  <a:pt x="145" y="160"/>
                  <a:pt x="145" y="160"/>
                  <a:pt x="145" y="160"/>
                </a:cubicBezTo>
                <a:cubicBezTo>
                  <a:pt x="145" y="157"/>
                  <a:pt x="143" y="156"/>
                  <a:pt x="141" y="156"/>
                </a:cubicBezTo>
                <a:close/>
                <a:moveTo>
                  <a:pt x="120" y="28"/>
                </a:moveTo>
                <a:cubicBezTo>
                  <a:pt x="107" y="28"/>
                  <a:pt x="94" y="33"/>
                  <a:pt x="84" y="42"/>
                </a:cubicBezTo>
                <a:cubicBezTo>
                  <a:pt x="63" y="61"/>
                  <a:pt x="63" y="94"/>
                  <a:pt x="82" y="114"/>
                </a:cubicBezTo>
                <a:cubicBezTo>
                  <a:pt x="88" y="121"/>
                  <a:pt x="92" y="129"/>
                  <a:pt x="93" y="138"/>
                </a:cubicBezTo>
                <a:cubicBezTo>
                  <a:pt x="94" y="140"/>
                  <a:pt x="95" y="141"/>
                  <a:pt x="97" y="141"/>
                </a:cubicBezTo>
                <a:cubicBezTo>
                  <a:pt x="143" y="141"/>
                  <a:pt x="143" y="141"/>
                  <a:pt x="143" y="141"/>
                </a:cubicBezTo>
                <a:cubicBezTo>
                  <a:pt x="145" y="141"/>
                  <a:pt x="146" y="140"/>
                  <a:pt x="147" y="138"/>
                </a:cubicBezTo>
                <a:cubicBezTo>
                  <a:pt x="148" y="129"/>
                  <a:pt x="152" y="121"/>
                  <a:pt x="158" y="114"/>
                </a:cubicBezTo>
                <a:cubicBezTo>
                  <a:pt x="177" y="94"/>
                  <a:pt x="177" y="61"/>
                  <a:pt x="156" y="42"/>
                </a:cubicBezTo>
                <a:cubicBezTo>
                  <a:pt x="146" y="33"/>
                  <a:pt x="133" y="28"/>
                  <a:pt x="120" y="28"/>
                </a:cubicBezTo>
                <a:close/>
                <a:moveTo>
                  <a:pt x="152" y="108"/>
                </a:moveTo>
                <a:cubicBezTo>
                  <a:pt x="146" y="115"/>
                  <a:pt x="141" y="124"/>
                  <a:pt x="139" y="133"/>
                </a:cubicBezTo>
                <a:cubicBezTo>
                  <a:pt x="101" y="133"/>
                  <a:pt x="101" y="133"/>
                  <a:pt x="101" y="133"/>
                </a:cubicBezTo>
                <a:cubicBezTo>
                  <a:pt x="99" y="124"/>
                  <a:pt x="94" y="115"/>
                  <a:pt x="88" y="108"/>
                </a:cubicBezTo>
                <a:cubicBezTo>
                  <a:pt x="72" y="91"/>
                  <a:pt x="72" y="64"/>
                  <a:pt x="89" y="48"/>
                </a:cubicBezTo>
                <a:cubicBezTo>
                  <a:pt x="97" y="40"/>
                  <a:pt x="108" y="36"/>
                  <a:pt x="119" y="36"/>
                </a:cubicBezTo>
                <a:cubicBezTo>
                  <a:pt x="119" y="36"/>
                  <a:pt x="120" y="36"/>
                  <a:pt x="120" y="36"/>
                </a:cubicBezTo>
                <a:cubicBezTo>
                  <a:pt x="132" y="36"/>
                  <a:pt x="142" y="40"/>
                  <a:pt x="151" y="48"/>
                </a:cubicBezTo>
                <a:cubicBezTo>
                  <a:pt x="168" y="64"/>
                  <a:pt x="168" y="91"/>
                  <a:pt x="152" y="108"/>
                </a:cubicBezTo>
                <a:close/>
                <a:moveTo>
                  <a:pt x="137" y="77"/>
                </a:moveTo>
                <a:cubicBezTo>
                  <a:pt x="103" y="77"/>
                  <a:pt x="103" y="77"/>
                  <a:pt x="103" y="77"/>
                </a:cubicBezTo>
                <a:cubicBezTo>
                  <a:pt x="101" y="77"/>
                  <a:pt x="99" y="79"/>
                  <a:pt x="99" y="81"/>
                </a:cubicBezTo>
                <a:cubicBezTo>
                  <a:pt x="99" y="83"/>
                  <a:pt x="101" y="84"/>
                  <a:pt x="102" y="85"/>
                </a:cubicBezTo>
                <a:cubicBezTo>
                  <a:pt x="105" y="88"/>
                  <a:pt x="109" y="105"/>
                  <a:pt x="110" y="122"/>
                </a:cubicBezTo>
                <a:cubicBezTo>
                  <a:pt x="111" y="125"/>
                  <a:pt x="113" y="126"/>
                  <a:pt x="115" y="126"/>
                </a:cubicBezTo>
                <a:cubicBezTo>
                  <a:pt x="117" y="126"/>
                  <a:pt x="119" y="124"/>
                  <a:pt x="118" y="122"/>
                </a:cubicBezTo>
                <a:cubicBezTo>
                  <a:pt x="117" y="102"/>
                  <a:pt x="114" y="91"/>
                  <a:pt x="111" y="85"/>
                </a:cubicBezTo>
                <a:cubicBezTo>
                  <a:pt x="129" y="85"/>
                  <a:pt x="129" y="85"/>
                  <a:pt x="129" y="85"/>
                </a:cubicBezTo>
                <a:cubicBezTo>
                  <a:pt x="126" y="91"/>
                  <a:pt x="123" y="102"/>
                  <a:pt x="122" y="122"/>
                </a:cubicBezTo>
                <a:cubicBezTo>
                  <a:pt x="121" y="124"/>
                  <a:pt x="123" y="126"/>
                  <a:pt x="125" y="126"/>
                </a:cubicBezTo>
                <a:cubicBezTo>
                  <a:pt x="125" y="126"/>
                  <a:pt x="126" y="126"/>
                  <a:pt x="126" y="126"/>
                </a:cubicBezTo>
                <a:cubicBezTo>
                  <a:pt x="128" y="126"/>
                  <a:pt x="129" y="124"/>
                  <a:pt x="130" y="122"/>
                </a:cubicBezTo>
                <a:cubicBezTo>
                  <a:pt x="131" y="105"/>
                  <a:pt x="135" y="88"/>
                  <a:pt x="138" y="85"/>
                </a:cubicBezTo>
                <a:cubicBezTo>
                  <a:pt x="139" y="84"/>
                  <a:pt x="141" y="83"/>
                  <a:pt x="141" y="81"/>
                </a:cubicBezTo>
                <a:cubicBezTo>
                  <a:pt x="141" y="79"/>
                  <a:pt x="139" y="77"/>
                  <a:pt x="137" y="77"/>
                </a:cubicBezTo>
                <a:close/>
                <a:moveTo>
                  <a:pt x="187" y="150"/>
                </a:moveTo>
                <a:cubicBezTo>
                  <a:pt x="195" y="134"/>
                  <a:pt x="200" y="113"/>
                  <a:pt x="200" y="94"/>
                </a:cubicBezTo>
                <a:cubicBezTo>
                  <a:pt x="200" y="39"/>
                  <a:pt x="162" y="0"/>
                  <a:pt x="108" y="0"/>
                </a:cubicBezTo>
                <a:cubicBezTo>
                  <a:pt x="56" y="0"/>
                  <a:pt x="16" y="38"/>
                  <a:pt x="16" y="88"/>
                </a:cubicBezTo>
                <a:cubicBezTo>
                  <a:pt x="16" y="91"/>
                  <a:pt x="16" y="91"/>
                  <a:pt x="16" y="91"/>
                </a:cubicBezTo>
                <a:cubicBezTo>
                  <a:pt x="0" y="147"/>
                  <a:pt x="0" y="147"/>
                  <a:pt x="0" y="147"/>
                </a:cubicBezTo>
                <a:cubicBezTo>
                  <a:pt x="0" y="148"/>
                  <a:pt x="0" y="149"/>
                  <a:pt x="1" y="150"/>
                </a:cubicBezTo>
                <a:cubicBezTo>
                  <a:pt x="2" y="151"/>
                  <a:pt x="3" y="152"/>
                  <a:pt x="4" y="152"/>
                </a:cubicBezTo>
                <a:cubicBezTo>
                  <a:pt x="20" y="152"/>
                  <a:pt x="20" y="152"/>
                  <a:pt x="20" y="152"/>
                </a:cubicBezTo>
                <a:cubicBezTo>
                  <a:pt x="20" y="180"/>
                  <a:pt x="20" y="180"/>
                  <a:pt x="20" y="180"/>
                </a:cubicBezTo>
                <a:cubicBezTo>
                  <a:pt x="20" y="193"/>
                  <a:pt x="31" y="204"/>
                  <a:pt x="44" y="204"/>
                </a:cubicBezTo>
                <a:cubicBezTo>
                  <a:pt x="72" y="204"/>
                  <a:pt x="72" y="204"/>
                  <a:pt x="72" y="204"/>
                </a:cubicBezTo>
                <a:cubicBezTo>
                  <a:pt x="68" y="252"/>
                  <a:pt x="68" y="252"/>
                  <a:pt x="68" y="252"/>
                </a:cubicBezTo>
                <a:cubicBezTo>
                  <a:pt x="68" y="253"/>
                  <a:pt x="68" y="254"/>
                  <a:pt x="69" y="255"/>
                </a:cubicBezTo>
                <a:cubicBezTo>
                  <a:pt x="70" y="256"/>
                  <a:pt x="71" y="256"/>
                  <a:pt x="72" y="256"/>
                </a:cubicBezTo>
                <a:cubicBezTo>
                  <a:pt x="184" y="256"/>
                  <a:pt x="184" y="256"/>
                  <a:pt x="184" y="256"/>
                </a:cubicBezTo>
                <a:cubicBezTo>
                  <a:pt x="185" y="256"/>
                  <a:pt x="186" y="256"/>
                  <a:pt x="187" y="255"/>
                </a:cubicBezTo>
                <a:cubicBezTo>
                  <a:pt x="188" y="254"/>
                  <a:pt x="188" y="253"/>
                  <a:pt x="188" y="252"/>
                </a:cubicBezTo>
                <a:cubicBezTo>
                  <a:pt x="180" y="172"/>
                  <a:pt x="180" y="172"/>
                  <a:pt x="180" y="172"/>
                </a:cubicBezTo>
                <a:cubicBezTo>
                  <a:pt x="180" y="167"/>
                  <a:pt x="184" y="156"/>
                  <a:pt x="187" y="150"/>
                </a:cubicBezTo>
                <a:close/>
                <a:moveTo>
                  <a:pt x="76" y="248"/>
                </a:moveTo>
                <a:cubicBezTo>
                  <a:pt x="80" y="200"/>
                  <a:pt x="80" y="200"/>
                  <a:pt x="80" y="200"/>
                </a:cubicBezTo>
                <a:cubicBezTo>
                  <a:pt x="80" y="199"/>
                  <a:pt x="80" y="198"/>
                  <a:pt x="79" y="197"/>
                </a:cubicBezTo>
                <a:cubicBezTo>
                  <a:pt x="78" y="196"/>
                  <a:pt x="77" y="196"/>
                  <a:pt x="76" y="196"/>
                </a:cubicBezTo>
                <a:cubicBezTo>
                  <a:pt x="44" y="196"/>
                  <a:pt x="44" y="196"/>
                  <a:pt x="44" y="196"/>
                </a:cubicBezTo>
                <a:cubicBezTo>
                  <a:pt x="35" y="196"/>
                  <a:pt x="28" y="189"/>
                  <a:pt x="28" y="180"/>
                </a:cubicBezTo>
                <a:cubicBezTo>
                  <a:pt x="28" y="148"/>
                  <a:pt x="28" y="148"/>
                  <a:pt x="28" y="148"/>
                </a:cubicBezTo>
                <a:cubicBezTo>
                  <a:pt x="28" y="146"/>
                  <a:pt x="26" y="144"/>
                  <a:pt x="24" y="144"/>
                </a:cubicBezTo>
                <a:cubicBezTo>
                  <a:pt x="9" y="144"/>
                  <a:pt x="9" y="144"/>
                  <a:pt x="9" y="144"/>
                </a:cubicBezTo>
                <a:cubicBezTo>
                  <a:pt x="24" y="93"/>
                  <a:pt x="24" y="93"/>
                  <a:pt x="24" y="93"/>
                </a:cubicBezTo>
                <a:cubicBezTo>
                  <a:pt x="24" y="93"/>
                  <a:pt x="24" y="92"/>
                  <a:pt x="24" y="92"/>
                </a:cubicBezTo>
                <a:cubicBezTo>
                  <a:pt x="24" y="88"/>
                  <a:pt x="24" y="88"/>
                  <a:pt x="24" y="88"/>
                </a:cubicBezTo>
                <a:cubicBezTo>
                  <a:pt x="24" y="42"/>
                  <a:pt x="60" y="8"/>
                  <a:pt x="108" y="8"/>
                </a:cubicBezTo>
                <a:cubicBezTo>
                  <a:pt x="158" y="8"/>
                  <a:pt x="192" y="43"/>
                  <a:pt x="192" y="94"/>
                </a:cubicBezTo>
                <a:cubicBezTo>
                  <a:pt x="192" y="112"/>
                  <a:pt x="187" y="131"/>
                  <a:pt x="179" y="147"/>
                </a:cubicBezTo>
                <a:cubicBezTo>
                  <a:pt x="179" y="148"/>
                  <a:pt x="172" y="164"/>
                  <a:pt x="172" y="172"/>
                </a:cubicBezTo>
                <a:cubicBezTo>
                  <a:pt x="180" y="248"/>
                  <a:pt x="180" y="248"/>
                  <a:pt x="180" y="248"/>
                </a:cubicBezTo>
                <a:lnTo>
                  <a:pt x="76" y="24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5" name="Freeform 80">
            <a:extLst>
              <a:ext uri="{FF2B5EF4-FFF2-40B4-BE49-F238E27FC236}">
                <a16:creationId xmlns:a16="http://schemas.microsoft.com/office/drawing/2014/main" id="{506D9492-F5D6-4DF0-A41B-7E0C8B4F5B39}"/>
              </a:ext>
            </a:extLst>
          </p:cNvPr>
          <p:cNvSpPr>
            <a:spLocks noChangeAspect="1" noEditPoints="1"/>
          </p:cNvSpPr>
          <p:nvPr/>
        </p:nvSpPr>
        <p:spPr bwMode="auto">
          <a:xfrm>
            <a:off x="8312669" y="1463676"/>
            <a:ext cx="403225" cy="401638"/>
          </a:xfrm>
          <a:custGeom>
            <a:avLst/>
            <a:gdLst>
              <a:gd name="T0" fmla="*/ 213 w 258"/>
              <a:gd name="T1" fmla="*/ 224 h 257"/>
              <a:gd name="T2" fmla="*/ 226 w 258"/>
              <a:gd name="T3" fmla="*/ 178 h 257"/>
              <a:gd name="T4" fmla="*/ 174 w 258"/>
              <a:gd name="T5" fmla="*/ 197 h 257"/>
              <a:gd name="T6" fmla="*/ 191 w 258"/>
              <a:gd name="T7" fmla="*/ 217 h 257"/>
              <a:gd name="T8" fmla="*/ 193 w 258"/>
              <a:gd name="T9" fmla="*/ 173 h 257"/>
              <a:gd name="T10" fmla="*/ 220 w 258"/>
              <a:gd name="T11" fmla="*/ 200 h 257"/>
              <a:gd name="T12" fmla="*/ 141 w 258"/>
              <a:gd name="T13" fmla="*/ 224 h 257"/>
              <a:gd name="T14" fmla="*/ 154 w 258"/>
              <a:gd name="T15" fmla="*/ 178 h 257"/>
              <a:gd name="T16" fmla="*/ 102 w 258"/>
              <a:gd name="T17" fmla="*/ 197 h 257"/>
              <a:gd name="T18" fmla="*/ 119 w 258"/>
              <a:gd name="T19" fmla="*/ 217 h 257"/>
              <a:gd name="T20" fmla="*/ 121 w 258"/>
              <a:gd name="T21" fmla="*/ 173 h 257"/>
              <a:gd name="T22" fmla="*/ 148 w 258"/>
              <a:gd name="T23" fmla="*/ 200 h 257"/>
              <a:gd name="T24" fmla="*/ 129 w 258"/>
              <a:gd name="T25" fmla="*/ 232 h 257"/>
              <a:gd name="T26" fmla="*/ 74 w 258"/>
              <a:gd name="T27" fmla="*/ 250 h 257"/>
              <a:gd name="T28" fmla="*/ 109 w 258"/>
              <a:gd name="T29" fmla="*/ 236 h 257"/>
              <a:gd name="T30" fmla="*/ 178 w 258"/>
              <a:gd name="T31" fmla="*/ 254 h 257"/>
              <a:gd name="T32" fmla="*/ 170 w 258"/>
              <a:gd name="T33" fmla="*/ 236 h 257"/>
              <a:gd name="T34" fmla="*/ 219 w 258"/>
              <a:gd name="T35" fmla="*/ 228 h 257"/>
              <a:gd name="T36" fmla="*/ 179 w 258"/>
              <a:gd name="T37" fmla="*/ 236 h 257"/>
              <a:gd name="T38" fmla="*/ 250 w 258"/>
              <a:gd name="T39" fmla="*/ 254 h 257"/>
              <a:gd name="T40" fmla="*/ 81 w 258"/>
              <a:gd name="T41" fmla="*/ 230 h 257"/>
              <a:gd name="T42" fmla="*/ 36 w 258"/>
              <a:gd name="T43" fmla="*/ 228 h 257"/>
              <a:gd name="T44" fmla="*/ 5 w 258"/>
              <a:gd name="T45" fmla="*/ 256 h 257"/>
              <a:gd name="T46" fmla="*/ 57 w 258"/>
              <a:gd name="T47" fmla="*/ 240 h 257"/>
              <a:gd name="T48" fmla="*/ 67 w 258"/>
              <a:gd name="T49" fmla="*/ 217 h 257"/>
              <a:gd name="T50" fmla="*/ 84 w 258"/>
              <a:gd name="T51" fmla="*/ 201 h 257"/>
              <a:gd name="T52" fmla="*/ 47 w 258"/>
              <a:gd name="T53" fmla="*/ 166 h 257"/>
              <a:gd name="T54" fmla="*/ 43 w 258"/>
              <a:gd name="T55" fmla="*/ 223 h 257"/>
              <a:gd name="T56" fmla="*/ 38 w 258"/>
              <a:gd name="T57" fmla="*/ 197 h 257"/>
              <a:gd name="T58" fmla="*/ 75 w 258"/>
              <a:gd name="T59" fmla="*/ 181 h 257"/>
              <a:gd name="T60" fmla="*/ 43 w 258"/>
              <a:gd name="T61" fmla="*/ 132 h 257"/>
              <a:gd name="T62" fmla="*/ 83 w 258"/>
              <a:gd name="T63" fmla="*/ 132 h 257"/>
              <a:gd name="T64" fmla="*/ 151 w 258"/>
              <a:gd name="T65" fmla="*/ 132 h 257"/>
              <a:gd name="T66" fmla="*/ 202 w 258"/>
              <a:gd name="T67" fmla="*/ 156 h 257"/>
              <a:gd name="T68" fmla="*/ 249 w 258"/>
              <a:gd name="T69" fmla="*/ 120 h 257"/>
              <a:gd name="T70" fmla="*/ 9 w 258"/>
              <a:gd name="T71" fmla="*/ 12 h 257"/>
              <a:gd name="T72" fmla="*/ 21 w 258"/>
              <a:gd name="T73" fmla="*/ 8 h 257"/>
              <a:gd name="T74" fmla="*/ 237 w 258"/>
              <a:gd name="T75" fmla="*/ 124 h 257"/>
              <a:gd name="T76" fmla="*/ 180 w 258"/>
              <a:gd name="T77" fmla="*/ 125 h 257"/>
              <a:gd name="T78" fmla="*/ 129 w 258"/>
              <a:gd name="T79" fmla="*/ 146 h 257"/>
              <a:gd name="T80" fmla="*/ 78 w 258"/>
              <a:gd name="T81" fmla="*/ 125 h 257"/>
              <a:gd name="T82" fmla="*/ 21 w 258"/>
              <a:gd name="T83" fmla="*/ 124 h 257"/>
              <a:gd name="T84" fmla="*/ 85 w 258"/>
              <a:gd name="T85" fmla="*/ 104 h 257"/>
              <a:gd name="T86" fmla="*/ 129 w 258"/>
              <a:gd name="T87" fmla="*/ 68 h 257"/>
              <a:gd name="T88" fmla="*/ 173 w 258"/>
              <a:gd name="T89" fmla="*/ 104 h 257"/>
              <a:gd name="T90" fmla="*/ 67 w 258"/>
              <a:gd name="T91" fmla="*/ 87 h 257"/>
              <a:gd name="T92" fmla="*/ 87 w 258"/>
              <a:gd name="T93" fmla="*/ 45 h 257"/>
              <a:gd name="T94" fmla="*/ 117 w 258"/>
              <a:gd name="T95" fmla="*/ 34 h 257"/>
              <a:gd name="T96" fmla="*/ 146 w 258"/>
              <a:gd name="T97" fmla="*/ 42 h 257"/>
              <a:gd name="T98" fmla="*/ 188 w 258"/>
              <a:gd name="T99" fmla="*/ 62 h 257"/>
              <a:gd name="T100" fmla="*/ 199 w 258"/>
              <a:gd name="T101" fmla="*/ 92 h 257"/>
              <a:gd name="T102" fmla="*/ 209 w 258"/>
              <a:gd name="T103" fmla="*/ 92 h 257"/>
              <a:gd name="T104" fmla="*/ 194 w 258"/>
              <a:gd name="T105" fmla="*/ 67 h 257"/>
              <a:gd name="T106" fmla="*/ 166 w 258"/>
              <a:gd name="T107" fmla="*/ 39 h 257"/>
              <a:gd name="T108" fmla="*/ 141 w 258"/>
              <a:gd name="T109" fmla="*/ 24 h 257"/>
              <a:gd name="T110" fmla="*/ 94 w 258"/>
              <a:gd name="T111" fmla="*/ 41 h 257"/>
              <a:gd name="T112" fmla="*/ 81 w 258"/>
              <a:gd name="T113" fmla="*/ 39 h 257"/>
              <a:gd name="T114" fmla="*/ 59 w 258"/>
              <a:gd name="T115" fmla="*/ 84 h 257"/>
              <a:gd name="T116" fmla="*/ 57 w 258"/>
              <a:gd name="T117" fmla="*/ 108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 h="257">
                <a:moveTo>
                  <a:pt x="220" y="200"/>
                </a:moveTo>
                <a:cubicBezTo>
                  <a:pt x="219" y="208"/>
                  <a:pt x="219" y="211"/>
                  <a:pt x="211" y="217"/>
                </a:cubicBezTo>
                <a:cubicBezTo>
                  <a:pt x="209" y="218"/>
                  <a:pt x="208" y="220"/>
                  <a:pt x="210" y="222"/>
                </a:cubicBezTo>
                <a:cubicBezTo>
                  <a:pt x="210" y="223"/>
                  <a:pt x="212" y="224"/>
                  <a:pt x="213" y="224"/>
                </a:cubicBezTo>
                <a:cubicBezTo>
                  <a:pt x="214" y="224"/>
                  <a:pt x="215" y="224"/>
                  <a:pt x="215" y="223"/>
                </a:cubicBezTo>
                <a:cubicBezTo>
                  <a:pt x="227" y="216"/>
                  <a:pt x="227" y="210"/>
                  <a:pt x="228" y="201"/>
                </a:cubicBezTo>
                <a:cubicBezTo>
                  <a:pt x="228" y="200"/>
                  <a:pt x="228" y="199"/>
                  <a:pt x="228" y="197"/>
                </a:cubicBezTo>
                <a:cubicBezTo>
                  <a:pt x="229" y="191"/>
                  <a:pt x="229" y="184"/>
                  <a:pt x="226" y="178"/>
                </a:cubicBezTo>
                <a:cubicBezTo>
                  <a:pt x="223" y="172"/>
                  <a:pt x="218" y="168"/>
                  <a:pt x="211" y="166"/>
                </a:cubicBezTo>
                <a:cubicBezTo>
                  <a:pt x="205" y="163"/>
                  <a:pt x="197" y="163"/>
                  <a:pt x="191" y="166"/>
                </a:cubicBezTo>
                <a:cubicBezTo>
                  <a:pt x="184" y="168"/>
                  <a:pt x="179" y="172"/>
                  <a:pt x="176" y="178"/>
                </a:cubicBezTo>
                <a:cubicBezTo>
                  <a:pt x="173" y="184"/>
                  <a:pt x="173" y="191"/>
                  <a:pt x="174" y="197"/>
                </a:cubicBezTo>
                <a:cubicBezTo>
                  <a:pt x="174" y="199"/>
                  <a:pt x="174" y="200"/>
                  <a:pt x="174" y="201"/>
                </a:cubicBezTo>
                <a:cubicBezTo>
                  <a:pt x="175" y="210"/>
                  <a:pt x="175" y="216"/>
                  <a:pt x="187" y="223"/>
                </a:cubicBezTo>
                <a:cubicBezTo>
                  <a:pt x="189" y="225"/>
                  <a:pt x="191" y="224"/>
                  <a:pt x="192" y="222"/>
                </a:cubicBezTo>
                <a:cubicBezTo>
                  <a:pt x="194" y="220"/>
                  <a:pt x="193" y="218"/>
                  <a:pt x="191" y="217"/>
                </a:cubicBezTo>
                <a:cubicBezTo>
                  <a:pt x="183" y="211"/>
                  <a:pt x="183" y="208"/>
                  <a:pt x="182" y="200"/>
                </a:cubicBezTo>
                <a:cubicBezTo>
                  <a:pt x="182" y="199"/>
                  <a:pt x="182" y="198"/>
                  <a:pt x="182" y="197"/>
                </a:cubicBezTo>
                <a:cubicBezTo>
                  <a:pt x="181" y="192"/>
                  <a:pt x="181" y="186"/>
                  <a:pt x="183" y="181"/>
                </a:cubicBezTo>
                <a:cubicBezTo>
                  <a:pt x="185" y="178"/>
                  <a:pt x="189" y="175"/>
                  <a:pt x="193" y="173"/>
                </a:cubicBezTo>
                <a:cubicBezTo>
                  <a:pt x="198" y="172"/>
                  <a:pt x="204" y="172"/>
                  <a:pt x="209" y="173"/>
                </a:cubicBezTo>
                <a:cubicBezTo>
                  <a:pt x="213" y="175"/>
                  <a:pt x="217" y="178"/>
                  <a:pt x="219" y="181"/>
                </a:cubicBezTo>
                <a:cubicBezTo>
                  <a:pt x="221" y="186"/>
                  <a:pt x="221" y="192"/>
                  <a:pt x="220" y="197"/>
                </a:cubicBezTo>
                <a:cubicBezTo>
                  <a:pt x="220" y="198"/>
                  <a:pt x="220" y="199"/>
                  <a:pt x="220" y="200"/>
                </a:cubicBezTo>
                <a:close/>
                <a:moveTo>
                  <a:pt x="148" y="200"/>
                </a:moveTo>
                <a:cubicBezTo>
                  <a:pt x="147" y="208"/>
                  <a:pt x="147" y="211"/>
                  <a:pt x="139" y="217"/>
                </a:cubicBezTo>
                <a:cubicBezTo>
                  <a:pt x="137" y="218"/>
                  <a:pt x="136" y="220"/>
                  <a:pt x="138" y="222"/>
                </a:cubicBezTo>
                <a:cubicBezTo>
                  <a:pt x="138" y="223"/>
                  <a:pt x="140" y="224"/>
                  <a:pt x="141" y="224"/>
                </a:cubicBezTo>
                <a:cubicBezTo>
                  <a:pt x="142" y="224"/>
                  <a:pt x="143" y="224"/>
                  <a:pt x="143" y="223"/>
                </a:cubicBezTo>
                <a:cubicBezTo>
                  <a:pt x="155" y="216"/>
                  <a:pt x="155" y="210"/>
                  <a:pt x="156" y="201"/>
                </a:cubicBezTo>
                <a:cubicBezTo>
                  <a:pt x="156" y="200"/>
                  <a:pt x="156" y="199"/>
                  <a:pt x="156" y="197"/>
                </a:cubicBezTo>
                <a:cubicBezTo>
                  <a:pt x="157" y="191"/>
                  <a:pt x="157" y="184"/>
                  <a:pt x="154" y="178"/>
                </a:cubicBezTo>
                <a:cubicBezTo>
                  <a:pt x="151" y="172"/>
                  <a:pt x="146" y="168"/>
                  <a:pt x="139" y="166"/>
                </a:cubicBezTo>
                <a:cubicBezTo>
                  <a:pt x="133" y="163"/>
                  <a:pt x="125" y="163"/>
                  <a:pt x="119" y="166"/>
                </a:cubicBezTo>
                <a:cubicBezTo>
                  <a:pt x="112" y="168"/>
                  <a:pt x="107" y="172"/>
                  <a:pt x="104" y="178"/>
                </a:cubicBezTo>
                <a:cubicBezTo>
                  <a:pt x="101" y="184"/>
                  <a:pt x="101" y="191"/>
                  <a:pt x="102" y="197"/>
                </a:cubicBezTo>
                <a:cubicBezTo>
                  <a:pt x="102" y="199"/>
                  <a:pt x="102" y="200"/>
                  <a:pt x="102" y="201"/>
                </a:cubicBezTo>
                <a:cubicBezTo>
                  <a:pt x="103" y="210"/>
                  <a:pt x="103" y="216"/>
                  <a:pt x="115" y="223"/>
                </a:cubicBezTo>
                <a:cubicBezTo>
                  <a:pt x="117" y="225"/>
                  <a:pt x="119" y="224"/>
                  <a:pt x="120" y="222"/>
                </a:cubicBezTo>
                <a:cubicBezTo>
                  <a:pt x="122" y="220"/>
                  <a:pt x="121" y="218"/>
                  <a:pt x="119" y="217"/>
                </a:cubicBezTo>
                <a:cubicBezTo>
                  <a:pt x="111" y="211"/>
                  <a:pt x="111" y="208"/>
                  <a:pt x="110" y="200"/>
                </a:cubicBezTo>
                <a:cubicBezTo>
                  <a:pt x="110" y="199"/>
                  <a:pt x="110" y="198"/>
                  <a:pt x="110" y="197"/>
                </a:cubicBezTo>
                <a:cubicBezTo>
                  <a:pt x="109" y="192"/>
                  <a:pt x="109" y="186"/>
                  <a:pt x="111" y="181"/>
                </a:cubicBezTo>
                <a:cubicBezTo>
                  <a:pt x="113" y="178"/>
                  <a:pt x="117" y="175"/>
                  <a:pt x="121" y="173"/>
                </a:cubicBezTo>
                <a:cubicBezTo>
                  <a:pt x="126" y="172"/>
                  <a:pt x="132" y="172"/>
                  <a:pt x="137" y="173"/>
                </a:cubicBezTo>
                <a:cubicBezTo>
                  <a:pt x="141" y="175"/>
                  <a:pt x="145" y="178"/>
                  <a:pt x="147" y="181"/>
                </a:cubicBezTo>
                <a:cubicBezTo>
                  <a:pt x="149" y="186"/>
                  <a:pt x="149" y="192"/>
                  <a:pt x="148" y="197"/>
                </a:cubicBezTo>
                <a:cubicBezTo>
                  <a:pt x="148" y="198"/>
                  <a:pt x="148" y="199"/>
                  <a:pt x="148" y="200"/>
                </a:cubicBezTo>
                <a:close/>
                <a:moveTo>
                  <a:pt x="170" y="236"/>
                </a:moveTo>
                <a:cubicBezTo>
                  <a:pt x="150" y="228"/>
                  <a:pt x="150" y="228"/>
                  <a:pt x="150" y="228"/>
                </a:cubicBezTo>
                <a:cubicBezTo>
                  <a:pt x="149" y="228"/>
                  <a:pt x="148" y="228"/>
                  <a:pt x="147" y="228"/>
                </a:cubicBezTo>
                <a:cubicBezTo>
                  <a:pt x="147" y="228"/>
                  <a:pt x="140" y="232"/>
                  <a:pt x="129" y="232"/>
                </a:cubicBezTo>
                <a:cubicBezTo>
                  <a:pt x="118" y="232"/>
                  <a:pt x="111" y="228"/>
                  <a:pt x="111" y="228"/>
                </a:cubicBezTo>
                <a:cubicBezTo>
                  <a:pt x="110" y="228"/>
                  <a:pt x="109" y="228"/>
                  <a:pt x="108" y="228"/>
                </a:cubicBezTo>
                <a:cubicBezTo>
                  <a:pt x="87" y="236"/>
                  <a:pt x="87" y="236"/>
                  <a:pt x="87" y="236"/>
                </a:cubicBezTo>
                <a:cubicBezTo>
                  <a:pt x="80" y="240"/>
                  <a:pt x="74" y="249"/>
                  <a:pt x="74" y="250"/>
                </a:cubicBezTo>
                <a:cubicBezTo>
                  <a:pt x="72" y="252"/>
                  <a:pt x="73" y="254"/>
                  <a:pt x="75" y="255"/>
                </a:cubicBezTo>
                <a:cubicBezTo>
                  <a:pt x="77" y="257"/>
                  <a:pt x="79" y="256"/>
                  <a:pt x="80" y="254"/>
                </a:cubicBezTo>
                <a:cubicBezTo>
                  <a:pt x="83" y="250"/>
                  <a:pt x="87" y="245"/>
                  <a:pt x="90" y="244"/>
                </a:cubicBezTo>
                <a:cubicBezTo>
                  <a:pt x="109" y="236"/>
                  <a:pt x="109" y="236"/>
                  <a:pt x="109" y="236"/>
                </a:cubicBezTo>
                <a:cubicBezTo>
                  <a:pt x="112" y="238"/>
                  <a:pt x="119" y="240"/>
                  <a:pt x="129" y="240"/>
                </a:cubicBezTo>
                <a:cubicBezTo>
                  <a:pt x="139" y="240"/>
                  <a:pt x="146" y="238"/>
                  <a:pt x="149" y="236"/>
                </a:cubicBezTo>
                <a:cubicBezTo>
                  <a:pt x="167" y="244"/>
                  <a:pt x="167" y="244"/>
                  <a:pt x="167" y="244"/>
                </a:cubicBezTo>
                <a:cubicBezTo>
                  <a:pt x="171" y="245"/>
                  <a:pt x="175" y="250"/>
                  <a:pt x="178" y="254"/>
                </a:cubicBezTo>
                <a:cubicBezTo>
                  <a:pt x="178" y="255"/>
                  <a:pt x="180" y="256"/>
                  <a:pt x="181" y="256"/>
                </a:cubicBezTo>
                <a:cubicBezTo>
                  <a:pt x="182" y="256"/>
                  <a:pt x="182" y="256"/>
                  <a:pt x="183" y="255"/>
                </a:cubicBezTo>
                <a:cubicBezTo>
                  <a:pt x="185" y="254"/>
                  <a:pt x="186" y="252"/>
                  <a:pt x="184" y="250"/>
                </a:cubicBezTo>
                <a:cubicBezTo>
                  <a:pt x="184" y="249"/>
                  <a:pt x="178" y="240"/>
                  <a:pt x="170" y="236"/>
                </a:cubicBezTo>
                <a:close/>
                <a:moveTo>
                  <a:pt x="256" y="250"/>
                </a:moveTo>
                <a:cubicBezTo>
                  <a:pt x="256" y="249"/>
                  <a:pt x="250" y="240"/>
                  <a:pt x="242" y="236"/>
                </a:cubicBezTo>
                <a:cubicBezTo>
                  <a:pt x="222" y="228"/>
                  <a:pt x="222" y="228"/>
                  <a:pt x="222" y="228"/>
                </a:cubicBezTo>
                <a:cubicBezTo>
                  <a:pt x="221" y="228"/>
                  <a:pt x="220" y="228"/>
                  <a:pt x="219" y="228"/>
                </a:cubicBezTo>
                <a:cubicBezTo>
                  <a:pt x="219" y="228"/>
                  <a:pt x="212" y="232"/>
                  <a:pt x="201" y="232"/>
                </a:cubicBezTo>
                <a:cubicBezTo>
                  <a:pt x="190" y="232"/>
                  <a:pt x="183" y="228"/>
                  <a:pt x="183" y="228"/>
                </a:cubicBezTo>
                <a:cubicBezTo>
                  <a:pt x="181" y="227"/>
                  <a:pt x="178" y="228"/>
                  <a:pt x="177" y="230"/>
                </a:cubicBezTo>
                <a:cubicBezTo>
                  <a:pt x="176" y="232"/>
                  <a:pt x="177" y="235"/>
                  <a:pt x="179" y="236"/>
                </a:cubicBezTo>
                <a:cubicBezTo>
                  <a:pt x="180" y="236"/>
                  <a:pt x="188" y="240"/>
                  <a:pt x="201" y="240"/>
                </a:cubicBezTo>
                <a:cubicBezTo>
                  <a:pt x="211" y="240"/>
                  <a:pt x="218" y="238"/>
                  <a:pt x="221" y="236"/>
                </a:cubicBezTo>
                <a:cubicBezTo>
                  <a:pt x="239" y="244"/>
                  <a:pt x="239" y="244"/>
                  <a:pt x="239" y="244"/>
                </a:cubicBezTo>
                <a:cubicBezTo>
                  <a:pt x="243" y="245"/>
                  <a:pt x="247" y="250"/>
                  <a:pt x="250" y="254"/>
                </a:cubicBezTo>
                <a:cubicBezTo>
                  <a:pt x="250" y="255"/>
                  <a:pt x="252" y="256"/>
                  <a:pt x="253" y="256"/>
                </a:cubicBezTo>
                <a:cubicBezTo>
                  <a:pt x="254" y="256"/>
                  <a:pt x="254" y="256"/>
                  <a:pt x="255" y="255"/>
                </a:cubicBezTo>
                <a:cubicBezTo>
                  <a:pt x="257" y="254"/>
                  <a:pt x="258" y="252"/>
                  <a:pt x="256" y="250"/>
                </a:cubicBezTo>
                <a:close/>
                <a:moveTo>
                  <a:pt x="81" y="230"/>
                </a:moveTo>
                <a:cubicBezTo>
                  <a:pt x="80" y="228"/>
                  <a:pt x="77" y="227"/>
                  <a:pt x="75" y="228"/>
                </a:cubicBezTo>
                <a:cubicBezTo>
                  <a:pt x="75" y="228"/>
                  <a:pt x="68" y="232"/>
                  <a:pt x="57" y="232"/>
                </a:cubicBezTo>
                <a:cubicBezTo>
                  <a:pt x="46" y="232"/>
                  <a:pt x="39" y="228"/>
                  <a:pt x="39" y="228"/>
                </a:cubicBezTo>
                <a:cubicBezTo>
                  <a:pt x="38" y="228"/>
                  <a:pt x="37" y="228"/>
                  <a:pt x="36" y="228"/>
                </a:cubicBezTo>
                <a:cubicBezTo>
                  <a:pt x="15" y="236"/>
                  <a:pt x="15" y="236"/>
                  <a:pt x="15" y="236"/>
                </a:cubicBezTo>
                <a:cubicBezTo>
                  <a:pt x="8" y="240"/>
                  <a:pt x="2" y="249"/>
                  <a:pt x="2" y="250"/>
                </a:cubicBezTo>
                <a:cubicBezTo>
                  <a:pt x="0" y="252"/>
                  <a:pt x="1" y="254"/>
                  <a:pt x="3" y="255"/>
                </a:cubicBezTo>
                <a:cubicBezTo>
                  <a:pt x="4" y="256"/>
                  <a:pt x="4" y="256"/>
                  <a:pt x="5" y="256"/>
                </a:cubicBezTo>
                <a:cubicBezTo>
                  <a:pt x="6" y="256"/>
                  <a:pt x="8" y="255"/>
                  <a:pt x="8" y="254"/>
                </a:cubicBezTo>
                <a:cubicBezTo>
                  <a:pt x="11" y="250"/>
                  <a:pt x="15" y="245"/>
                  <a:pt x="18" y="244"/>
                </a:cubicBezTo>
                <a:cubicBezTo>
                  <a:pt x="37" y="236"/>
                  <a:pt x="37" y="236"/>
                  <a:pt x="37" y="236"/>
                </a:cubicBezTo>
                <a:cubicBezTo>
                  <a:pt x="40" y="238"/>
                  <a:pt x="47" y="240"/>
                  <a:pt x="57" y="240"/>
                </a:cubicBezTo>
                <a:cubicBezTo>
                  <a:pt x="70" y="240"/>
                  <a:pt x="78" y="236"/>
                  <a:pt x="79" y="236"/>
                </a:cubicBezTo>
                <a:cubicBezTo>
                  <a:pt x="81" y="235"/>
                  <a:pt x="82" y="232"/>
                  <a:pt x="81" y="230"/>
                </a:cubicBezTo>
                <a:close/>
                <a:moveTo>
                  <a:pt x="76" y="200"/>
                </a:moveTo>
                <a:cubicBezTo>
                  <a:pt x="75" y="208"/>
                  <a:pt x="75" y="211"/>
                  <a:pt x="67" y="217"/>
                </a:cubicBezTo>
                <a:cubicBezTo>
                  <a:pt x="65" y="218"/>
                  <a:pt x="64" y="220"/>
                  <a:pt x="66" y="222"/>
                </a:cubicBezTo>
                <a:cubicBezTo>
                  <a:pt x="66" y="223"/>
                  <a:pt x="68" y="224"/>
                  <a:pt x="69" y="224"/>
                </a:cubicBezTo>
                <a:cubicBezTo>
                  <a:pt x="70" y="224"/>
                  <a:pt x="71" y="224"/>
                  <a:pt x="71" y="223"/>
                </a:cubicBezTo>
                <a:cubicBezTo>
                  <a:pt x="83" y="216"/>
                  <a:pt x="83" y="210"/>
                  <a:pt x="84" y="201"/>
                </a:cubicBezTo>
                <a:cubicBezTo>
                  <a:pt x="84" y="200"/>
                  <a:pt x="84" y="199"/>
                  <a:pt x="84" y="197"/>
                </a:cubicBezTo>
                <a:cubicBezTo>
                  <a:pt x="85" y="191"/>
                  <a:pt x="85" y="184"/>
                  <a:pt x="82" y="178"/>
                </a:cubicBezTo>
                <a:cubicBezTo>
                  <a:pt x="79" y="172"/>
                  <a:pt x="74" y="168"/>
                  <a:pt x="67" y="166"/>
                </a:cubicBezTo>
                <a:cubicBezTo>
                  <a:pt x="61" y="163"/>
                  <a:pt x="53" y="163"/>
                  <a:pt x="47" y="166"/>
                </a:cubicBezTo>
                <a:cubicBezTo>
                  <a:pt x="40" y="168"/>
                  <a:pt x="35" y="172"/>
                  <a:pt x="32" y="178"/>
                </a:cubicBezTo>
                <a:cubicBezTo>
                  <a:pt x="29" y="184"/>
                  <a:pt x="29" y="191"/>
                  <a:pt x="30" y="197"/>
                </a:cubicBezTo>
                <a:cubicBezTo>
                  <a:pt x="30" y="199"/>
                  <a:pt x="30" y="200"/>
                  <a:pt x="30" y="201"/>
                </a:cubicBezTo>
                <a:cubicBezTo>
                  <a:pt x="31" y="210"/>
                  <a:pt x="31" y="216"/>
                  <a:pt x="43" y="223"/>
                </a:cubicBezTo>
                <a:cubicBezTo>
                  <a:pt x="45" y="225"/>
                  <a:pt x="47" y="224"/>
                  <a:pt x="48" y="222"/>
                </a:cubicBezTo>
                <a:cubicBezTo>
                  <a:pt x="50" y="220"/>
                  <a:pt x="49" y="218"/>
                  <a:pt x="47" y="217"/>
                </a:cubicBezTo>
                <a:cubicBezTo>
                  <a:pt x="39" y="211"/>
                  <a:pt x="39" y="208"/>
                  <a:pt x="38" y="200"/>
                </a:cubicBezTo>
                <a:cubicBezTo>
                  <a:pt x="38" y="199"/>
                  <a:pt x="38" y="198"/>
                  <a:pt x="38" y="197"/>
                </a:cubicBezTo>
                <a:cubicBezTo>
                  <a:pt x="37" y="192"/>
                  <a:pt x="37" y="186"/>
                  <a:pt x="39" y="181"/>
                </a:cubicBezTo>
                <a:cubicBezTo>
                  <a:pt x="41" y="178"/>
                  <a:pt x="45" y="175"/>
                  <a:pt x="49" y="173"/>
                </a:cubicBezTo>
                <a:cubicBezTo>
                  <a:pt x="54" y="172"/>
                  <a:pt x="60" y="172"/>
                  <a:pt x="65" y="173"/>
                </a:cubicBezTo>
                <a:cubicBezTo>
                  <a:pt x="69" y="175"/>
                  <a:pt x="73" y="178"/>
                  <a:pt x="75" y="181"/>
                </a:cubicBezTo>
                <a:cubicBezTo>
                  <a:pt x="77" y="186"/>
                  <a:pt x="77" y="192"/>
                  <a:pt x="76" y="197"/>
                </a:cubicBezTo>
                <a:cubicBezTo>
                  <a:pt x="76" y="198"/>
                  <a:pt x="76" y="199"/>
                  <a:pt x="76" y="200"/>
                </a:cubicBezTo>
                <a:close/>
                <a:moveTo>
                  <a:pt x="21" y="132"/>
                </a:moveTo>
                <a:cubicBezTo>
                  <a:pt x="43" y="132"/>
                  <a:pt x="43" y="132"/>
                  <a:pt x="43" y="132"/>
                </a:cubicBezTo>
                <a:cubicBezTo>
                  <a:pt x="53" y="154"/>
                  <a:pt x="53" y="154"/>
                  <a:pt x="53" y="154"/>
                </a:cubicBezTo>
                <a:cubicBezTo>
                  <a:pt x="54" y="155"/>
                  <a:pt x="55" y="156"/>
                  <a:pt x="56" y="156"/>
                </a:cubicBezTo>
                <a:cubicBezTo>
                  <a:pt x="58" y="156"/>
                  <a:pt x="59" y="156"/>
                  <a:pt x="60" y="155"/>
                </a:cubicBezTo>
                <a:cubicBezTo>
                  <a:pt x="83" y="132"/>
                  <a:pt x="83" y="132"/>
                  <a:pt x="83" y="132"/>
                </a:cubicBezTo>
                <a:cubicBezTo>
                  <a:pt x="107" y="132"/>
                  <a:pt x="107" y="132"/>
                  <a:pt x="107" y="132"/>
                </a:cubicBezTo>
                <a:cubicBezTo>
                  <a:pt x="126" y="155"/>
                  <a:pt x="126" y="155"/>
                  <a:pt x="126" y="155"/>
                </a:cubicBezTo>
                <a:cubicBezTo>
                  <a:pt x="127" y="156"/>
                  <a:pt x="131" y="156"/>
                  <a:pt x="132" y="155"/>
                </a:cubicBezTo>
                <a:cubicBezTo>
                  <a:pt x="151" y="132"/>
                  <a:pt x="151" y="132"/>
                  <a:pt x="151" y="132"/>
                </a:cubicBezTo>
                <a:cubicBezTo>
                  <a:pt x="175" y="132"/>
                  <a:pt x="175" y="132"/>
                  <a:pt x="175" y="132"/>
                </a:cubicBezTo>
                <a:cubicBezTo>
                  <a:pt x="198" y="155"/>
                  <a:pt x="198" y="155"/>
                  <a:pt x="198" y="155"/>
                </a:cubicBezTo>
                <a:cubicBezTo>
                  <a:pt x="199" y="156"/>
                  <a:pt x="200" y="156"/>
                  <a:pt x="201" y="156"/>
                </a:cubicBezTo>
                <a:cubicBezTo>
                  <a:pt x="201" y="156"/>
                  <a:pt x="201" y="156"/>
                  <a:pt x="202" y="156"/>
                </a:cubicBezTo>
                <a:cubicBezTo>
                  <a:pt x="203" y="156"/>
                  <a:pt x="204" y="155"/>
                  <a:pt x="205" y="154"/>
                </a:cubicBezTo>
                <a:cubicBezTo>
                  <a:pt x="215" y="132"/>
                  <a:pt x="215" y="132"/>
                  <a:pt x="215" y="132"/>
                </a:cubicBezTo>
                <a:cubicBezTo>
                  <a:pt x="237" y="132"/>
                  <a:pt x="237" y="132"/>
                  <a:pt x="237" y="132"/>
                </a:cubicBezTo>
                <a:cubicBezTo>
                  <a:pt x="244" y="132"/>
                  <a:pt x="249" y="127"/>
                  <a:pt x="249" y="120"/>
                </a:cubicBezTo>
                <a:cubicBezTo>
                  <a:pt x="249" y="12"/>
                  <a:pt x="249" y="12"/>
                  <a:pt x="249" y="12"/>
                </a:cubicBezTo>
                <a:cubicBezTo>
                  <a:pt x="249" y="5"/>
                  <a:pt x="244" y="0"/>
                  <a:pt x="237" y="0"/>
                </a:cubicBezTo>
                <a:cubicBezTo>
                  <a:pt x="21" y="0"/>
                  <a:pt x="21" y="0"/>
                  <a:pt x="21" y="0"/>
                </a:cubicBezTo>
                <a:cubicBezTo>
                  <a:pt x="14" y="0"/>
                  <a:pt x="9" y="5"/>
                  <a:pt x="9" y="12"/>
                </a:cubicBezTo>
                <a:cubicBezTo>
                  <a:pt x="9" y="120"/>
                  <a:pt x="9" y="120"/>
                  <a:pt x="9" y="120"/>
                </a:cubicBezTo>
                <a:cubicBezTo>
                  <a:pt x="9" y="127"/>
                  <a:pt x="14" y="132"/>
                  <a:pt x="21" y="132"/>
                </a:cubicBezTo>
                <a:close/>
                <a:moveTo>
                  <a:pt x="17" y="12"/>
                </a:moveTo>
                <a:cubicBezTo>
                  <a:pt x="17" y="10"/>
                  <a:pt x="19" y="8"/>
                  <a:pt x="21" y="8"/>
                </a:cubicBezTo>
                <a:cubicBezTo>
                  <a:pt x="237" y="8"/>
                  <a:pt x="237" y="8"/>
                  <a:pt x="237" y="8"/>
                </a:cubicBezTo>
                <a:cubicBezTo>
                  <a:pt x="239" y="8"/>
                  <a:pt x="241" y="10"/>
                  <a:pt x="241" y="12"/>
                </a:cubicBezTo>
                <a:cubicBezTo>
                  <a:pt x="241" y="120"/>
                  <a:pt x="241" y="120"/>
                  <a:pt x="241" y="120"/>
                </a:cubicBezTo>
                <a:cubicBezTo>
                  <a:pt x="241" y="122"/>
                  <a:pt x="239" y="124"/>
                  <a:pt x="237" y="124"/>
                </a:cubicBezTo>
                <a:cubicBezTo>
                  <a:pt x="213" y="124"/>
                  <a:pt x="213" y="124"/>
                  <a:pt x="213" y="124"/>
                </a:cubicBezTo>
                <a:cubicBezTo>
                  <a:pt x="211" y="124"/>
                  <a:pt x="210" y="125"/>
                  <a:pt x="209" y="126"/>
                </a:cubicBezTo>
                <a:cubicBezTo>
                  <a:pt x="200" y="145"/>
                  <a:pt x="200" y="145"/>
                  <a:pt x="200" y="145"/>
                </a:cubicBezTo>
                <a:cubicBezTo>
                  <a:pt x="180" y="125"/>
                  <a:pt x="180" y="125"/>
                  <a:pt x="180" y="125"/>
                </a:cubicBezTo>
                <a:cubicBezTo>
                  <a:pt x="179" y="124"/>
                  <a:pt x="178" y="124"/>
                  <a:pt x="177" y="124"/>
                </a:cubicBezTo>
                <a:cubicBezTo>
                  <a:pt x="149" y="124"/>
                  <a:pt x="149" y="124"/>
                  <a:pt x="149" y="124"/>
                </a:cubicBezTo>
                <a:cubicBezTo>
                  <a:pt x="148" y="124"/>
                  <a:pt x="147" y="125"/>
                  <a:pt x="146" y="125"/>
                </a:cubicBezTo>
                <a:cubicBezTo>
                  <a:pt x="129" y="146"/>
                  <a:pt x="129" y="146"/>
                  <a:pt x="129" y="146"/>
                </a:cubicBezTo>
                <a:cubicBezTo>
                  <a:pt x="112" y="125"/>
                  <a:pt x="112" y="125"/>
                  <a:pt x="112" y="125"/>
                </a:cubicBezTo>
                <a:cubicBezTo>
                  <a:pt x="111" y="125"/>
                  <a:pt x="110" y="124"/>
                  <a:pt x="109" y="124"/>
                </a:cubicBezTo>
                <a:cubicBezTo>
                  <a:pt x="81" y="124"/>
                  <a:pt x="81" y="124"/>
                  <a:pt x="81" y="124"/>
                </a:cubicBezTo>
                <a:cubicBezTo>
                  <a:pt x="80" y="124"/>
                  <a:pt x="79" y="124"/>
                  <a:pt x="78" y="125"/>
                </a:cubicBezTo>
                <a:cubicBezTo>
                  <a:pt x="58" y="145"/>
                  <a:pt x="58" y="145"/>
                  <a:pt x="58" y="145"/>
                </a:cubicBezTo>
                <a:cubicBezTo>
                  <a:pt x="49" y="126"/>
                  <a:pt x="49" y="126"/>
                  <a:pt x="49" y="126"/>
                </a:cubicBezTo>
                <a:cubicBezTo>
                  <a:pt x="48" y="125"/>
                  <a:pt x="47" y="124"/>
                  <a:pt x="45" y="124"/>
                </a:cubicBezTo>
                <a:cubicBezTo>
                  <a:pt x="21" y="124"/>
                  <a:pt x="21" y="124"/>
                  <a:pt x="21" y="124"/>
                </a:cubicBezTo>
                <a:cubicBezTo>
                  <a:pt x="19" y="124"/>
                  <a:pt x="17" y="122"/>
                  <a:pt x="17" y="120"/>
                </a:cubicBezTo>
                <a:lnTo>
                  <a:pt x="17" y="12"/>
                </a:lnTo>
                <a:close/>
                <a:moveTo>
                  <a:pt x="129" y="60"/>
                </a:moveTo>
                <a:cubicBezTo>
                  <a:pt x="105" y="60"/>
                  <a:pt x="85" y="80"/>
                  <a:pt x="85" y="104"/>
                </a:cubicBezTo>
                <a:cubicBezTo>
                  <a:pt x="85" y="108"/>
                  <a:pt x="85" y="108"/>
                  <a:pt x="85" y="108"/>
                </a:cubicBezTo>
                <a:cubicBezTo>
                  <a:pt x="93" y="108"/>
                  <a:pt x="93" y="108"/>
                  <a:pt x="93" y="108"/>
                </a:cubicBezTo>
                <a:cubicBezTo>
                  <a:pt x="93" y="104"/>
                  <a:pt x="93" y="104"/>
                  <a:pt x="93" y="104"/>
                </a:cubicBezTo>
                <a:cubicBezTo>
                  <a:pt x="93" y="84"/>
                  <a:pt x="109" y="68"/>
                  <a:pt x="129" y="68"/>
                </a:cubicBezTo>
                <a:cubicBezTo>
                  <a:pt x="149" y="68"/>
                  <a:pt x="165" y="84"/>
                  <a:pt x="165" y="104"/>
                </a:cubicBezTo>
                <a:cubicBezTo>
                  <a:pt x="165" y="108"/>
                  <a:pt x="165" y="108"/>
                  <a:pt x="165" y="108"/>
                </a:cubicBezTo>
                <a:cubicBezTo>
                  <a:pt x="173" y="108"/>
                  <a:pt x="173" y="108"/>
                  <a:pt x="173" y="108"/>
                </a:cubicBezTo>
                <a:cubicBezTo>
                  <a:pt x="173" y="104"/>
                  <a:pt x="173" y="104"/>
                  <a:pt x="173" y="104"/>
                </a:cubicBezTo>
                <a:cubicBezTo>
                  <a:pt x="173" y="80"/>
                  <a:pt x="153" y="60"/>
                  <a:pt x="129" y="60"/>
                </a:cubicBezTo>
                <a:close/>
                <a:moveTo>
                  <a:pt x="57" y="92"/>
                </a:moveTo>
                <a:cubicBezTo>
                  <a:pt x="59" y="92"/>
                  <a:pt x="59" y="92"/>
                  <a:pt x="59" y="92"/>
                </a:cubicBezTo>
                <a:cubicBezTo>
                  <a:pt x="63" y="92"/>
                  <a:pt x="66" y="90"/>
                  <a:pt x="67" y="87"/>
                </a:cubicBezTo>
                <a:cubicBezTo>
                  <a:pt x="73" y="72"/>
                  <a:pt x="73" y="72"/>
                  <a:pt x="73" y="72"/>
                </a:cubicBezTo>
                <a:cubicBezTo>
                  <a:pt x="74" y="69"/>
                  <a:pt x="74" y="66"/>
                  <a:pt x="71" y="63"/>
                </a:cubicBezTo>
                <a:cubicBezTo>
                  <a:pt x="70" y="62"/>
                  <a:pt x="70" y="62"/>
                  <a:pt x="70" y="62"/>
                </a:cubicBezTo>
                <a:cubicBezTo>
                  <a:pt x="87" y="45"/>
                  <a:pt x="87" y="45"/>
                  <a:pt x="87" y="45"/>
                </a:cubicBezTo>
                <a:cubicBezTo>
                  <a:pt x="88" y="46"/>
                  <a:pt x="88" y="46"/>
                  <a:pt x="88" y="46"/>
                </a:cubicBezTo>
                <a:cubicBezTo>
                  <a:pt x="91" y="49"/>
                  <a:pt x="94" y="49"/>
                  <a:pt x="97" y="48"/>
                </a:cubicBezTo>
                <a:cubicBezTo>
                  <a:pt x="112" y="42"/>
                  <a:pt x="112" y="42"/>
                  <a:pt x="112" y="42"/>
                </a:cubicBezTo>
                <a:cubicBezTo>
                  <a:pt x="115" y="41"/>
                  <a:pt x="117" y="38"/>
                  <a:pt x="117" y="34"/>
                </a:cubicBezTo>
                <a:cubicBezTo>
                  <a:pt x="117" y="32"/>
                  <a:pt x="117" y="32"/>
                  <a:pt x="117" y="32"/>
                </a:cubicBezTo>
                <a:cubicBezTo>
                  <a:pt x="141" y="32"/>
                  <a:pt x="141" y="32"/>
                  <a:pt x="141" y="32"/>
                </a:cubicBezTo>
                <a:cubicBezTo>
                  <a:pt x="141" y="34"/>
                  <a:pt x="141" y="34"/>
                  <a:pt x="141" y="34"/>
                </a:cubicBezTo>
                <a:cubicBezTo>
                  <a:pt x="141" y="38"/>
                  <a:pt x="143" y="41"/>
                  <a:pt x="146" y="42"/>
                </a:cubicBezTo>
                <a:cubicBezTo>
                  <a:pt x="161" y="48"/>
                  <a:pt x="161" y="48"/>
                  <a:pt x="161" y="48"/>
                </a:cubicBezTo>
                <a:cubicBezTo>
                  <a:pt x="164" y="49"/>
                  <a:pt x="167" y="49"/>
                  <a:pt x="170" y="46"/>
                </a:cubicBezTo>
                <a:cubicBezTo>
                  <a:pt x="171" y="45"/>
                  <a:pt x="171" y="45"/>
                  <a:pt x="171" y="45"/>
                </a:cubicBezTo>
                <a:cubicBezTo>
                  <a:pt x="188" y="62"/>
                  <a:pt x="188" y="62"/>
                  <a:pt x="188" y="62"/>
                </a:cubicBezTo>
                <a:cubicBezTo>
                  <a:pt x="187" y="63"/>
                  <a:pt x="187" y="63"/>
                  <a:pt x="187" y="63"/>
                </a:cubicBezTo>
                <a:cubicBezTo>
                  <a:pt x="184" y="66"/>
                  <a:pt x="184" y="69"/>
                  <a:pt x="185" y="72"/>
                </a:cubicBezTo>
                <a:cubicBezTo>
                  <a:pt x="191" y="87"/>
                  <a:pt x="191" y="87"/>
                  <a:pt x="191" y="87"/>
                </a:cubicBezTo>
                <a:cubicBezTo>
                  <a:pt x="192" y="90"/>
                  <a:pt x="195" y="92"/>
                  <a:pt x="199" y="92"/>
                </a:cubicBezTo>
                <a:cubicBezTo>
                  <a:pt x="201" y="92"/>
                  <a:pt x="201" y="92"/>
                  <a:pt x="201" y="92"/>
                </a:cubicBezTo>
                <a:cubicBezTo>
                  <a:pt x="201" y="108"/>
                  <a:pt x="201" y="108"/>
                  <a:pt x="201" y="108"/>
                </a:cubicBezTo>
                <a:cubicBezTo>
                  <a:pt x="209" y="108"/>
                  <a:pt x="209" y="108"/>
                  <a:pt x="209" y="108"/>
                </a:cubicBezTo>
                <a:cubicBezTo>
                  <a:pt x="209" y="92"/>
                  <a:pt x="209" y="92"/>
                  <a:pt x="209" y="92"/>
                </a:cubicBezTo>
                <a:cubicBezTo>
                  <a:pt x="209" y="88"/>
                  <a:pt x="205" y="84"/>
                  <a:pt x="201" y="84"/>
                </a:cubicBezTo>
                <a:cubicBezTo>
                  <a:pt x="199" y="84"/>
                  <a:pt x="199" y="84"/>
                  <a:pt x="199" y="84"/>
                </a:cubicBezTo>
                <a:cubicBezTo>
                  <a:pt x="192" y="69"/>
                  <a:pt x="192" y="69"/>
                  <a:pt x="192" y="69"/>
                </a:cubicBezTo>
                <a:cubicBezTo>
                  <a:pt x="194" y="67"/>
                  <a:pt x="194" y="67"/>
                  <a:pt x="194" y="67"/>
                </a:cubicBezTo>
                <a:cubicBezTo>
                  <a:pt x="197" y="64"/>
                  <a:pt x="197" y="59"/>
                  <a:pt x="194" y="56"/>
                </a:cubicBezTo>
                <a:cubicBezTo>
                  <a:pt x="177" y="39"/>
                  <a:pt x="177" y="39"/>
                  <a:pt x="177" y="39"/>
                </a:cubicBezTo>
                <a:cubicBezTo>
                  <a:pt x="176" y="37"/>
                  <a:pt x="174" y="36"/>
                  <a:pt x="171" y="37"/>
                </a:cubicBezTo>
                <a:cubicBezTo>
                  <a:pt x="169" y="37"/>
                  <a:pt x="167" y="37"/>
                  <a:pt x="166" y="39"/>
                </a:cubicBezTo>
                <a:cubicBezTo>
                  <a:pt x="164" y="41"/>
                  <a:pt x="164" y="41"/>
                  <a:pt x="164" y="41"/>
                </a:cubicBezTo>
                <a:cubicBezTo>
                  <a:pt x="149" y="34"/>
                  <a:pt x="149" y="34"/>
                  <a:pt x="149" y="34"/>
                </a:cubicBezTo>
                <a:cubicBezTo>
                  <a:pt x="149" y="32"/>
                  <a:pt x="149" y="32"/>
                  <a:pt x="149" y="32"/>
                </a:cubicBezTo>
                <a:cubicBezTo>
                  <a:pt x="149" y="28"/>
                  <a:pt x="145" y="24"/>
                  <a:pt x="141" y="24"/>
                </a:cubicBezTo>
                <a:cubicBezTo>
                  <a:pt x="117" y="24"/>
                  <a:pt x="117" y="24"/>
                  <a:pt x="117" y="24"/>
                </a:cubicBezTo>
                <a:cubicBezTo>
                  <a:pt x="113" y="24"/>
                  <a:pt x="109" y="28"/>
                  <a:pt x="109" y="32"/>
                </a:cubicBezTo>
                <a:cubicBezTo>
                  <a:pt x="109" y="34"/>
                  <a:pt x="109" y="34"/>
                  <a:pt x="109" y="34"/>
                </a:cubicBezTo>
                <a:cubicBezTo>
                  <a:pt x="94" y="41"/>
                  <a:pt x="94" y="41"/>
                  <a:pt x="94" y="41"/>
                </a:cubicBezTo>
                <a:cubicBezTo>
                  <a:pt x="92" y="39"/>
                  <a:pt x="92" y="39"/>
                  <a:pt x="92" y="39"/>
                </a:cubicBezTo>
                <a:cubicBezTo>
                  <a:pt x="91" y="37"/>
                  <a:pt x="89" y="37"/>
                  <a:pt x="87" y="37"/>
                </a:cubicBezTo>
                <a:cubicBezTo>
                  <a:pt x="87" y="37"/>
                  <a:pt x="87" y="37"/>
                  <a:pt x="87" y="37"/>
                </a:cubicBezTo>
                <a:cubicBezTo>
                  <a:pt x="84" y="37"/>
                  <a:pt x="82" y="37"/>
                  <a:pt x="81" y="39"/>
                </a:cubicBezTo>
                <a:cubicBezTo>
                  <a:pt x="64" y="56"/>
                  <a:pt x="64" y="56"/>
                  <a:pt x="64" y="56"/>
                </a:cubicBezTo>
                <a:cubicBezTo>
                  <a:pt x="61" y="59"/>
                  <a:pt x="61" y="64"/>
                  <a:pt x="64" y="67"/>
                </a:cubicBezTo>
                <a:cubicBezTo>
                  <a:pt x="66" y="69"/>
                  <a:pt x="66" y="69"/>
                  <a:pt x="66" y="69"/>
                </a:cubicBezTo>
                <a:cubicBezTo>
                  <a:pt x="59" y="84"/>
                  <a:pt x="59" y="84"/>
                  <a:pt x="59" y="84"/>
                </a:cubicBezTo>
                <a:cubicBezTo>
                  <a:pt x="57" y="84"/>
                  <a:pt x="57" y="84"/>
                  <a:pt x="57" y="84"/>
                </a:cubicBezTo>
                <a:cubicBezTo>
                  <a:pt x="53" y="84"/>
                  <a:pt x="49" y="88"/>
                  <a:pt x="49" y="92"/>
                </a:cubicBezTo>
                <a:cubicBezTo>
                  <a:pt x="49" y="108"/>
                  <a:pt x="49" y="108"/>
                  <a:pt x="49" y="108"/>
                </a:cubicBezTo>
                <a:cubicBezTo>
                  <a:pt x="57" y="108"/>
                  <a:pt x="57" y="108"/>
                  <a:pt x="57" y="108"/>
                </a:cubicBezTo>
                <a:lnTo>
                  <a:pt x="57" y="9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8" name="Freeform 87">
            <a:extLst>
              <a:ext uri="{FF2B5EF4-FFF2-40B4-BE49-F238E27FC236}">
                <a16:creationId xmlns:a16="http://schemas.microsoft.com/office/drawing/2014/main" id="{BAA2119D-0682-4225-8F7A-6E7D55BF8BFD}"/>
              </a:ext>
            </a:extLst>
          </p:cNvPr>
          <p:cNvSpPr>
            <a:spLocks noChangeAspect="1" noEditPoints="1"/>
          </p:cNvSpPr>
          <p:nvPr/>
        </p:nvSpPr>
        <p:spPr bwMode="auto">
          <a:xfrm>
            <a:off x="9280315" y="1463676"/>
            <a:ext cx="403225" cy="401638"/>
          </a:xfrm>
          <a:custGeom>
            <a:avLst/>
            <a:gdLst>
              <a:gd name="T0" fmla="*/ 213 w 258"/>
              <a:gd name="T1" fmla="*/ 224 h 257"/>
              <a:gd name="T2" fmla="*/ 226 w 258"/>
              <a:gd name="T3" fmla="*/ 178 h 257"/>
              <a:gd name="T4" fmla="*/ 174 w 258"/>
              <a:gd name="T5" fmla="*/ 197 h 257"/>
              <a:gd name="T6" fmla="*/ 191 w 258"/>
              <a:gd name="T7" fmla="*/ 217 h 257"/>
              <a:gd name="T8" fmla="*/ 193 w 258"/>
              <a:gd name="T9" fmla="*/ 173 h 257"/>
              <a:gd name="T10" fmla="*/ 220 w 258"/>
              <a:gd name="T11" fmla="*/ 200 h 257"/>
              <a:gd name="T12" fmla="*/ 141 w 258"/>
              <a:gd name="T13" fmla="*/ 224 h 257"/>
              <a:gd name="T14" fmla="*/ 154 w 258"/>
              <a:gd name="T15" fmla="*/ 178 h 257"/>
              <a:gd name="T16" fmla="*/ 102 w 258"/>
              <a:gd name="T17" fmla="*/ 197 h 257"/>
              <a:gd name="T18" fmla="*/ 119 w 258"/>
              <a:gd name="T19" fmla="*/ 217 h 257"/>
              <a:gd name="T20" fmla="*/ 121 w 258"/>
              <a:gd name="T21" fmla="*/ 173 h 257"/>
              <a:gd name="T22" fmla="*/ 148 w 258"/>
              <a:gd name="T23" fmla="*/ 200 h 257"/>
              <a:gd name="T24" fmla="*/ 201 w 258"/>
              <a:gd name="T25" fmla="*/ 232 h 257"/>
              <a:gd name="T26" fmla="*/ 201 w 258"/>
              <a:gd name="T27" fmla="*/ 240 h 257"/>
              <a:gd name="T28" fmla="*/ 253 w 258"/>
              <a:gd name="T29" fmla="*/ 256 h 257"/>
              <a:gd name="T30" fmla="*/ 170 w 258"/>
              <a:gd name="T31" fmla="*/ 236 h 257"/>
              <a:gd name="T32" fmla="*/ 111 w 258"/>
              <a:gd name="T33" fmla="*/ 228 h 257"/>
              <a:gd name="T34" fmla="*/ 75 w 258"/>
              <a:gd name="T35" fmla="*/ 255 h 257"/>
              <a:gd name="T36" fmla="*/ 129 w 258"/>
              <a:gd name="T37" fmla="*/ 240 h 257"/>
              <a:gd name="T38" fmla="*/ 181 w 258"/>
              <a:gd name="T39" fmla="*/ 256 h 257"/>
              <a:gd name="T40" fmla="*/ 76 w 258"/>
              <a:gd name="T41" fmla="*/ 200 h 257"/>
              <a:gd name="T42" fmla="*/ 71 w 258"/>
              <a:gd name="T43" fmla="*/ 223 h 257"/>
              <a:gd name="T44" fmla="*/ 67 w 258"/>
              <a:gd name="T45" fmla="*/ 166 h 257"/>
              <a:gd name="T46" fmla="*/ 30 w 258"/>
              <a:gd name="T47" fmla="*/ 201 h 257"/>
              <a:gd name="T48" fmla="*/ 38 w 258"/>
              <a:gd name="T49" fmla="*/ 200 h 257"/>
              <a:gd name="T50" fmla="*/ 65 w 258"/>
              <a:gd name="T51" fmla="*/ 173 h 257"/>
              <a:gd name="T52" fmla="*/ 81 w 258"/>
              <a:gd name="T53" fmla="*/ 230 h 257"/>
              <a:gd name="T54" fmla="*/ 36 w 258"/>
              <a:gd name="T55" fmla="*/ 228 h 257"/>
              <a:gd name="T56" fmla="*/ 5 w 258"/>
              <a:gd name="T57" fmla="*/ 256 h 257"/>
              <a:gd name="T58" fmla="*/ 57 w 258"/>
              <a:gd name="T59" fmla="*/ 240 h 257"/>
              <a:gd name="T60" fmla="*/ 136 w 258"/>
              <a:gd name="T61" fmla="*/ 84 h 257"/>
              <a:gd name="T62" fmla="*/ 124 w 258"/>
              <a:gd name="T63" fmla="*/ 111 h 257"/>
              <a:gd name="T64" fmla="*/ 122 w 258"/>
              <a:gd name="T65" fmla="*/ 76 h 257"/>
              <a:gd name="T66" fmla="*/ 110 w 258"/>
              <a:gd name="T67" fmla="*/ 77 h 257"/>
              <a:gd name="T68" fmla="*/ 43 w 258"/>
              <a:gd name="T69" fmla="*/ 132 h 257"/>
              <a:gd name="T70" fmla="*/ 83 w 258"/>
              <a:gd name="T71" fmla="*/ 132 h 257"/>
              <a:gd name="T72" fmla="*/ 151 w 258"/>
              <a:gd name="T73" fmla="*/ 132 h 257"/>
              <a:gd name="T74" fmla="*/ 202 w 258"/>
              <a:gd name="T75" fmla="*/ 156 h 257"/>
              <a:gd name="T76" fmla="*/ 257 w 258"/>
              <a:gd name="T77" fmla="*/ 104 h 257"/>
              <a:gd name="T78" fmla="*/ 225 w 258"/>
              <a:gd name="T79" fmla="*/ 48 h 257"/>
              <a:gd name="T80" fmla="*/ 129 w 258"/>
              <a:gd name="T81" fmla="*/ 14 h 257"/>
              <a:gd name="T82" fmla="*/ 33 w 258"/>
              <a:gd name="T83" fmla="*/ 48 h 257"/>
              <a:gd name="T84" fmla="*/ 1 w 258"/>
              <a:gd name="T85" fmla="*/ 104 h 257"/>
              <a:gd name="T86" fmla="*/ 61 w 258"/>
              <a:gd name="T87" fmla="*/ 75 h 257"/>
              <a:gd name="T88" fmla="*/ 21 w 258"/>
              <a:gd name="T89" fmla="*/ 72 h 257"/>
              <a:gd name="T90" fmla="*/ 41 w 258"/>
              <a:gd name="T91" fmla="*/ 51 h 257"/>
              <a:gd name="T92" fmla="*/ 93 w 258"/>
              <a:gd name="T93" fmla="*/ 52 h 257"/>
              <a:gd name="T94" fmla="*/ 125 w 258"/>
              <a:gd name="T95" fmla="*/ 28 h 257"/>
              <a:gd name="T96" fmla="*/ 172 w 258"/>
              <a:gd name="T97" fmla="*/ 24 h 257"/>
              <a:gd name="T98" fmla="*/ 193 w 258"/>
              <a:gd name="T99" fmla="*/ 24 h 257"/>
              <a:gd name="T100" fmla="*/ 221 w 258"/>
              <a:gd name="T101" fmla="*/ 56 h 257"/>
              <a:gd name="T102" fmla="*/ 205 w 258"/>
              <a:gd name="T103" fmla="*/ 74 h 257"/>
              <a:gd name="T104" fmla="*/ 240 w 258"/>
              <a:gd name="T105" fmla="*/ 87 h 257"/>
              <a:gd name="T106" fmla="*/ 209 w 258"/>
              <a:gd name="T107" fmla="*/ 126 h 257"/>
              <a:gd name="T108" fmla="*/ 149 w 258"/>
              <a:gd name="T109" fmla="*/ 124 h 257"/>
              <a:gd name="T110" fmla="*/ 109 w 258"/>
              <a:gd name="T111" fmla="*/ 124 h 257"/>
              <a:gd name="T112" fmla="*/ 49 w 258"/>
              <a:gd name="T113" fmla="*/ 126 h 257"/>
              <a:gd name="T114" fmla="*/ 18 w 258"/>
              <a:gd name="T115" fmla="*/ 8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8" h="257">
                <a:moveTo>
                  <a:pt x="220" y="200"/>
                </a:moveTo>
                <a:cubicBezTo>
                  <a:pt x="219" y="208"/>
                  <a:pt x="219" y="211"/>
                  <a:pt x="211" y="217"/>
                </a:cubicBezTo>
                <a:cubicBezTo>
                  <a:pt x="209" y="218"/>
                  <a:pt x="208" y="220"/>
                  <a:pt x="210" y="222"/>
                </a:cubicBezTo>
                <a:cubicBezTo>
                  <a:pt x="210" y="223"/>
                  <a:pt x="212" y="224"/>
                  <a:pt x="213" y="224"/>
                </a:cubicBezTo>
                <a:cubicBezTo>
                  <a:pt x="214" y="224"/>
                  <a:pt x="215" y="224"/>
                  <a:pt x="215" y="223"/>
                </a:cubicBezTo>
                <a:cubicBezTo>
                  <a:pt x="227" y="216"/>
                  <a:pt x="227" y="210"/>
                  <a:pt x="228" y="201"/>
                </a:cubicBezTo>
                <a:cubicBezTo>
                  <a:pt x="228" y="200"/>
                  <a:pt x="228" y="199"/>
                  <a:pt x="228" y="197"/>
                </a:cubicBezTo>
                <a:cubicBezTo>
                  <a:pt x="229" y="191"/>
                  <a:pt x="229" y="184"/>
                  <a:pt x="226" y="178"/>
                </a:cubicBezTo>
                <a:cubicBezTo>
                  <a:pt x="223" y="172"/>
                  <a:pt x="218" y="168"/>
                  <a:pt x="211" y="166"/>
                </a:cubicBezTo>
                <a:cubicBezTo>
                  <a:pt x="205" y="163"/>
                  <a:pt x="197" y="163"/>
                  <a:pt x="191" y="166"/>
                </a:cubicBezTo>
                <a:cubicBezTo>
                  <a:pt x="184" y="168"/>
                  <a:pt x="179" y="172"/>
                  <a:pt x="176" y="178"/>
                </a:cubicBezTo>
                <a:cubicBezTo>
                  <a:pt x="173" y="184"/>
                  <a:pt x="173" y="191"/>
                  <a:pt x="174" y="197"/>
                </a:cubicBezTo>
                <a:cubicBezTo>
                  <a:pt x="174" y="199"/>
                  <a:pt x="174" y="200"/>
                  <a:pt x="174" y="201"/>
                </a:cubicBezTo>
                <a:cubicBezTo>
                  <a:pt x="175" y="210"/>
                  <a:pt x="175" y="216"/>
                  <a:pt x="187" y="223"/>
                </a:cubicBezTo>
                <a:cubicBezTo>
                  <a:pt x="189" y="225"/>
                  <a:pt x="191" y="224"/>
                  <a:pt x="192" y="222"/>
                </a:cubicBezTo>
                <a:cubicBezTo>
                  <a:pt x="194" y="220"/>
                  <a:pt x="193" y="218"/>
                  <a:pt x="191" y="217"/>
                </a:cubicBezTo>
                <a:cubicBezTo>
                  <a:pt x="183" y="211"/>
                  <a:pt x="183" y="208"/>
                  <a:pt x="182" y="200"/>
                </a:cubicBezTo>
                <a:cubicBezTo>
                  <a:pt x="182" y="199"/>
                  <a:pt x="182" y="198"/>
                  <a:pt x="182" y="197"/>
                </a:cubicBezTo>
                <a:cubicBezTo>
                  <a:pt x="181" y="192"/>
                  <a:pt x="181" y="186"/>
                  <a:pt x="183" y="181"/>
                </a:cubicBezTo>
                <a:cubicBezTo>
                  <a:pt x="185" y="178"/>
                  <a:pt x="189" y="175"/>
                  <a:pt x="193" y="173"/>
                </a:cubicBezTo>
                <a:cubicBezTo>
                  <a:pt x="198" y="172"/>
                  <a:pt x="204" y="172"/>
                  <a:pt x="209" y="173"/>
                </a:cubicBezTo>
                <a:cubicBezTo>
                  <a:pt x="213" y="175"/>
                  <a:pt x="217" y="178"/>
                  <a:pt x="219" y="181"/>
                </a:cubicBezTo>
                <a:cubicBezTo>
                  <a:pt x="221" y="186"/>
                  <a:pt x="221" y="192"/>
                  <a:pt x="220" y="197"/>
                </a:cubicBezTo>
                <a:cubicBezTo>
                  <a:pt x="220" y="198"/>
                  <a:pt x="220" y="199"/>
                  <a:pt x="220" y="200"/>
                </a:cubicBezTo>
                <a:close/>
                <a:moveTo>
                  <a:pt x="148" y="200"/>
                </a:moveTo>
                <a:cubicBezTo>
                  <a:pt x="147" y="208"/>
                  <a:pt x="147" y="211"/>
                  <a:pt x="139" y="217"/>
                </a:cubicBezTo>
                <a:cubicBezTo>
                  <a:pt x="137" y="218"/>
                  <a:pt x="136" y="220"/>
                  <a:pt x="138" y="222"/>
                </a:cubicBezTo>
                <a:cubicBezTo>
                  <a:pt x="138" y="223"/>
                  <a:pt x="140" y="224"/>
                  <a:pt x="141" y="224"/>
                </a:cubicBezTo>
                <a:cubicBezTo>
                  <a:pt x="142" y="224"/>
                  <a:pt x="143" y="224"/>
                  <a:pt x="143" y="223"/>
                </a:cubicBezTo>
                <a:cubicBezTo>
                  <a:pt x="155" y="216"/>
                  <a:pt x="155" y="210"/>
                  <a:pt x="156" y="201"/>
                </a:cubicBezTo>
                <a:cubicBezTo>
                  <a:pt x="156" y="200"/>
                  <a:pt x="156" y="199"/>
                  <a:pt x="156" y="197"/>
                </a:cubicBezTo>
                <a:cubicBezTo>
                  <a:pt x="157" y="191"/>
                  <a:pt x="157" y="184"/>
                  <a:pt x="154" y="178"/>
                </a:cubicBezTo>
                <a:cubicBezTo>
                  <a:pt x="151" y="172"/>
                  <a:pt x="146" y="168"/>
                  <a:pt x="139" y="166"/>
                </a:cubicBezTo>
                <a:cubicBezTo>
                  <a:pt x="133" y="163"/>
                  <a:pt x="125" y="163"/>
                  <a:pt x="119" y="166"/>
                </a:cubicBezTo>
                <a:cubicBezTo>
                  <a:pt x="112" y="168"/>
                  <a:pt x="107" y="172"/>
                  <a:pt x="104" y="178"/>
                </a:cubicBezTo>
                <a:cubicBezTo>
                  <a:pt x="101" y="184"/>
                  <a:pt x="101" y="191"/>
                  <a:pt x="102" y="197"/>
                </a:cubicBezTo>
                <a:cubicBezTo>
                  <a:pt x="102" y="199"/>
                  <a:pt x="102" y="200"/>
                  <a:pt x="102" y="201"/>
                </a:cubicBezTo>
                <a:cubicBezTo>
                  <a:pt x="103" y="210"/>
                  <a:pt x="103" y="216"/>
                  <a:pt x="115" y="223"/>
                </a:cubicBezTo>
                <a:cubicBezTo>
                  <a:pt x="117" y="225"/>
                  <a:pt x="119" y="224"/>
                  <a:pt x="120" y="222"/>
                </a:cubicBezTo>
                <a:cubicBezTo>
                  <a:pt x="122" y="220"/>
                  <a:pt x="121" y="218"/>
                  <a:pt x="119" y="217"/>
                </a:cubicBezTo>
                <a:cubicBezTo>
                  <a:pt x="111" y="211"/>
                  <a:pt x="111" y="208"/>
                  <a:pt x="110" y="200"/>
                </a:cubicBezTo>
                <a:cubicBezTo>
                  <a:pt x="110" y="199"/>
                  <a:pt x="110" y="198"/>
                  <a:pt x="110" y="197"/>
                </a:cubicBezTo>
                <a:cubicBezTo>
                  <a:pt x="109" y="192"/>
                  <a:pt x="109" y="186"/>
                  <a:pt x="111" y="181"/>
                </a:cubicBezTo>
                <a:cubicBezTo>
                  <a:pt x="113" y="178"/>
                  <a:pt x="117" y="175"/>
                  <a:pt x="121" y="173"/>
                </a:cubicBezTo>
                <a:cubicBezTo>
                  <a:pt x="126" y="172"/>
                  <a:pt x="132" y="172"/>
                  <a:pt x="137" y="173"/>
                </a:cubicBezTo>
                <a:cubicBezTo>
                  <a:pt x="141" y="175"/>
                  <a:pt x="145" y="178"/>
                  <a:pt x="147" y="181"/>
                </a:cubicBezTo>
                <a:cubicBezTo>
                  <a:pt x="149" y="186"/>
                  <a:pt x="149" y="192"/>
                  <a:pt x="148" y="197"/>
                </a:cubicBezTo>
                <a:cubicBezTo>
                  <a:pt x="148" y="198"/>
                  <a:pt x="148" y="199"/>
                  <a:pt x="148" y="200"/>
                </a:cubicBezTo>
                <a:close/>
                <a:moveTo>
                  <a:pt x="242" y="236"/>
                </a:moveTo>
                <a:cubicBezTo>
                  <a:pt x="222" y="228"/>
                  <a:pt x="222" y="228"/>
                  <a:pt x="222" y="228"/>
                </a:cubicBezTo>
                <a:cubicBezTo>
                  <a:pt x="221" y="228"/>
                  <a:pt x="220" y="228"/>
                  <a:pt x="219" y="228"/>
                </a:cubicBezTo>
                <a:cubicBezTo>
                  <a:pt x="219" y="228"/>
                  <a:pt x="212" y="232"/>
                  <a:pt x="201" y="232"/>
                </a:cubicBezTo>
                <a:cubicBezTo>
                  <a:pt x="190" y="232"/>
                  <a:pt x="183" y="228"/>
                  <a:pt x="183" y="228"/>
                </a:cubicBezTo>
                <a:cubicBezTo>
                  <a:pt x="181" y="227"/>
                  <a:pt x="178" y="228"/>
                  <a:pt x="177" y="230"/>
                </a:cubicBezTo>
                <a:cubicBezTo>
                  <a:pt x="176" y="232"/>
                  <a:pt x="177" y="235"/>
                  <a:pt x="179" y="236"/>
                </a:cubicBezTo>
                <a:cubicBezTo>
                  <a:pt x="180" y="236"/>
                  <a:pt x="188" y="240"/>
                  <a:pt x="201" y="240"/>
                </a:cubicBezTo>
                <a:cubicBezTo>
                  <a:pt x="211" y="240"/>
                  <a:pt x="218" y="238"/>
                  <a:pt x="221" y="236"/>
                </a:cubicBezTo>
                <a:cubicBezTo>
                  <a:pt x="239" y="244"/>
                  <a:pt x="239" y="244"/>
                  <a:pt x="239" y="244"/>
                </a:cubicBezTo>
                <a:cubicBezTo>
                  <a:pt x="243" y="245"/>
                  <a:pt x="247" y="250"/>
                  <a:pt x="250" y="254"/>
                </a:cubicBezTo>
                <a:cubicBezTo>
                  <a:pt x="250" y="255"/>
                  <a:pt x="252" y="256"/>
                  <a:pt x="253" y="256"/>
                </a:cubicBezTo>
                <a:cubicBezTo>
                  <a:pt x="254" y="256"/>
                  <a:pt x="254" y="256"/>
                  <a:pt x="255" y="255"/>
                </a:cubicBezTo>
                <a:cubicBezTo>
                  <a:pt x="257" y="254"/>
                  <a:pt x="258" y="252"/>
                  <a:pt x="256" y="250"/>
                </a:cubicBezTo>
                <a:cubicBezTo>
                  <a:pt x="256" y="249"/>
                  <a:pt x="250" y="240"/>
                  <a:pt x="242" y="236"/>
                </a:cubicBezTo>
                <a:close/>
                <a:moveTo>
                  <a:pt x="170" y="236"/>
                </a:moveTo>
                <a:cubicBezTo>
                  <a:pt x="150" y="228"/>
                  <a:pt x="150" y="228"/>
                  <a:pt x="150" y="228"/>
                </a:cubicBezTo>
                <a:cubicBezTo>
                  <a:pt x="149" y="228"/>
                  <a:pt x="148" y="228"/>
                  <a:pt x="147" y="228"/>
                </a:cubicBezTo>
                <a:cubicBezTo>
                  <a:pt x="147" y="228"/>
                  <a:pt x="140" y="232"/>
                  <a:pt x="129" y="232"/>
                </a:cubicBezTo>
                <a:cubicBezTo>
                  <a:pt x="118" y="232"/>
                  <a:pt x="111" y="228"/>
                  <a:pt x="111" y="228"/>
                </a:cubicBezTo>
                <a:cubicBezTo>
                  <a:pt x="110" y="228"/>
                  <a:pt x="109" y="228"/>
                  <a:pt x="108" y="228"/>
                </a:cubicBezTo>
                <a:cubicBezTo>
                  <a:pt x="87" y="236"/>
                  <a:pt x="87" y="236"/>
                  <a:pt x="87" y="236"/>
                </a:cubicBezTo>
                <a:cubicBezTo>
                  <a:pt x="80" y="240"/>
                  <a:pt x="74" y="249"/>
                  <a:pt x="74" y="250"/>
                </a:cubicBezTo>
                <a:cubicBezTo>
                  <a:pt x="72" y="252"/>
                  <a:pt x="73" y="254"/>
                  <a:pt x="75" y="255"/>
                </a:cubicBezTo>
                <a:cubicBezTo>
                  <a:pt x="77" y="257"/>
                  <a:pt x="79" y="256"/>
                  <a:pt x="80" y="254"/>
                </a:cubicBezTo>
                <a:cubicBezTo>
                  <a:pt x="83" y="250"/>
                  <a:pt x="87" y="245"/>
                  <a:pt x="90" y="244"/>
                </a:cubicBezTo>
                <a:cubicBezTo>
                  <a:pt x="109" y="236"/>
                  <a:pt x="109" y="236"/>
                  <a:pt x="109" y="236"/>
                </a:cubicBezTo>
                <a:cubicBezTo>
                  <a:pt x="112" y="238"/>
                  <a:pt x="119" y="240"/>
                  <a:pt x="129" y="240"/>
                </a:cubicBezTo>
                <a:cubicBezTo>
                  <a:pt x="139" y="240"/>
                  <a:pt x="146" y="238"/>
                  <a:pt x="149" y="236"/>
                </a:cubicBezTo>
                <a:cubicBezTo>
                  <a:pt x="167" y="244"/>
                  <a:pt x="167" y="244"/>
                  <a:pt x="167" y="244"/>
                </a:cubicBezTo>
                <a:cubicBezTo>
                  <a:pt x="171" y="245"/>
                  <a:pt x="175" y="250"/>
                  <a:pt x="178" y="254"/>
                </a:cubicBezTo>
                <a:cubicBezTo>
                  <a:pt x="178" y="255"/>
                  <a:pt x="180" y="256"/>
                  <a:pt x="181" y="256"/>
                </a:cubicBezTo>
                <a:cubicBezTo>
                  <a:pt x="182" y="256"/>
                  <a:pt x="182" y="256"/>
                  <a:pt x="183" y="255"/>
                </a:cubicBezTo>
                <a:cubicBezTo>
                  <a:pt x="185" y="254"/>
                  <a:pt x="186" y="252"/>
                  <a:pt x="184" y="250"/>
                </a:cubicBezTo>
                <a:cubicBezTo>
                  <a:pt x="184" y="249"/>
                  <a:pt x="178" y="240"/>
                  <a:pt x="170" y="236"/>
                </a:cubicBezTo>
                <a:close/>
                <a:moveTo>
                  <a:pt x="76" y="200"/>
                </a:moveTo>
                <a:cubicBezTo>
                  <a:pt x="75" y="208"/>
                  <a:pt x="75" y="211"/>
                  <a:pt x="67" y="217"/>
                </a:cubicBezTo>
                <a:cubicBezTo>
                  <a:pt x="65" y="218"/>
                  <a:pt x="64" y="220"/>
                  <a:pt x="66" y="222"/>
                </a:cubicBezTo>
                <a:cubicBezTo>
                  <a:pt x="66" y="223"/>
                  <a:pt x="68" y="224"/>
                  <a:pt x="69" y="224"/>
                </a:cubicBezTo>
                <a:cubicBezTo>
                  <a:pt x="70" y="224"/>
                  <a:pt x="71" y="224"/>
                  <a:pt x="71" y="223"/>
                </a:cubicBezTo>
                <a:cubicBezTo>
                  <a:pt x="83" y="216"/>
                  <a:pt x="83" y="210"/>
                  <a:pt x="84" y="201"/>
                </a:cubicBezTo>
                <a:cubicBezTo>
                  <a:pt x="84" y="200"/>
                  <a:pt x="84" y="199"/>
                  <a:pt x="84" y="197"/>
                </a:cubicBezTo>
                <a:cubicBezTo>
                  <a:pt x="85" y="191"/>
                  <a:pt x="85" y="184"/>
                  <a:pt x="82" y="178"/>
                </a:cubicBezTo>
                <a:cubicBezTo>
                  <a:pt x="79" y="172"/>
                  <a:pt x="74" y="168"/>
                  <a:pt x="67" y="166"/>
                </a:cubicBezTo>
                <a:cubicBezTo>
                  <a:pt x="61" y="163"/>
                  <a:pt x="53" y="163"/>
                  <a:pt x="47" y="166"/>
                </a:cubicBezTo>
                <a:cubicBezTo>
                  <a:pt x="40" y="168"/>
                  <a:pt x="35" y="172"/>
                  <a:pt x="32" y="178"/>
                </a:cubicBezTo>
                <a:cubicBezTo>
                  <a:pt x="29" y="184"/>
                  <a:pt x="29" y="191"/>
                  <a:pt x="30" y="197"/>
                </a:cubicBezTo>
                <a:cubicBezTo>
                  <a:pt x="30" y="199"/>
                  <a:pt x="30" y="200"/>
                  <a:pt x="30" y="201"/>
                </a:cubicBezTo>
                <a:cubicBezTo>
                  <a:pt x="31" y="210"/>
                  <a:pt x="31" y="216"/>
                  <a:pt x="43" y="223"/>
                </a:cubicBezTo>
                <a:cubicBezTo>
                  <a:pt x="45" y="225"/>
                  <a:pt x="47" y="224"/>
                  <a:pt x="48" y="222"/>
                </a:cubicBezTo>
                <a:cubicBezTo>
                  <a:pt x="50" y="220"/>
                  <a:pt x="49" y="218"/>
                  <a:pt x="47" y="217"/>
                </a:cubicBezTo>
                <a:cubicBezTo>
                  <a:pt x="39" y="211"/>
                  <a:pt x="39" y="208"/>
                  <a:pt x="38" y="200"/>
                </a:cubicBezTo>
                <a:cubicBezTo>
                  <a:pt x="38" y="199"/>
                  <a:pt x="38" y="198"/>
                  <a:pt x="38" y="197"/>
                </a:cubicBezTo>
                <a:cubicBezTo>
                  <a:pt x="37" y="192"/>
                  <a:pt x="37" y="186"/>
                  <a:pt x="39" y="181"/>
                </a:cubicBezTo>
                <a:cubicBezTo>
                  <a:pt x="41" y="178"/>
                  <a:pt x="45" y="175"/>
                  <a:pt x="49" y="173"/>
                </a:cubicBezTo>
                <a:cubicBezTo>
                  <a:pt x="54" y="172"/>
                  <a:pt x="60" y="172"/>
                  <a:pt x="65" y="173"/>
                </a:cubicBezTo>
                <a:cubicBezTo>
                  <a:pt x="69" y="175"/>
                  <a:pt x="73" y="178"/>
                  <a:pt x="75" y="181"/>
                </a:cubicBezTo>
                <a:cubicBezTo>
                  <a:pt x="77" y="186"/>
                  <a:pt x="77" y="192"/>
                  <a:pt x="76" y="197"/>
                </a:cubicBezTo>
                <a:cubicBezTo>
                  <a:pt x="76" y="198"/>
                  <a:pt x="76" y="199"/>
                  <a:pt x="76" y="200"/>
                </a:cubicBezTo>
                <a:close/>
                <a:moveTo>
                  <a:pt x="81" y="230"/>
                </a:moveTo>
                <a:cubicBezTo>
                  <a:pt x="80" y="228"/>
                  <a:pt x="77" y="227"/>
                  <a:pt x="75" y="228"/>
                </a:cubicBezTo>
                <a:cubicBezTo>
                  <a:pt x="75" y="228"/>
                  <a:pt x="68" y="232"/>
                  <a:pt x="57" y="232"/>
                </a:cubicBezTo>
                <a:cubicBezTo>
                  <a:pt x="46" y="232"/>
                  <a:pt x="39" y="228"/>
                  <a:pt x="39" y="228"/>
                </a:cubicBezTo>
                <a:cubicBezTo>
                  <a:pt x="38" y="228"/>
                  <a:pt x="37" y="228"/>
                  <a:pt x="36" y="228"/>
                </a:cubicBezTo>
                <a:cubicBezTo>
                  <a:pt x="15" y="236"/>
                  <a:pt x="15" y="236"/>
                  <a:pt x="15" y="236"/>
                </a:cubicBezTo>
                <a:cubicBezTo>
                  <a:pt x="8" y="240"/>
                  <a:pt x="2" y="249"/>
                  <a:pt x="2" y="250"/>
                </a:cubicBezTo>
                <a:cubicBezTo>
                  <a:pt x="0" y="252"/>
                  <a:pt x="1" y="254"/>
                  <a:pt x="3" y="255"/>
                </a:cubicBezTo>
                <a:cubicBezTo>
                  <a:pt x="4" y="256"/>
                  <a:pt x="4" y="256"/>
                  <a:pt x="5" y="256"/>
                </a:cubicBezTo>
                <a:cubicBezTo>
                  <a:pt x="6" y="256"/>
                  <a:pt x="8" y="255"/>
                  <a:pt x="8" y="254"/>
                </a:cubicBezTo>
                <a:cubicBezTo>
                  <a:pt x="11" y="250"/>
                  <a:pt x="15" y="245"/>
                  <a:pt x="18" y="244"/>
                </a:cubicBezTo>
                <a:cubicBezTo>
                  <a:pt x="37" y="236"/>
                  <a:pt x="37" y="236"/>
                  <a:pt x="37" y="236"/>
                </a:cubicBezTo>
                <a:cubicBezTo>
                  <a:pt x="40" y="238"/>
                  <a:pt x="47" y="240"/>
                  <a:pt x="57" y="240"/>
                </a:cubicBezTo>
                <a:cubicBezTo>
                  <a:pt x="70" y="240"/>
                  <a:pt x="78" y="236"/>
                  <a:pt x="79" y="236"/>
                </a:cubicBezTo>
                <a:cubicBezTo>
                  <a:pt x="81" y="235"/>
                  <a:pt x="82" y="232"/>
                  <a:pt x="81" y="230"/>
                </a:cubicBezTo>
                <a:close/>
                <a:moveTo>
                  <a:pt x="113" y="84"/>
                </a:moveTo>
                <a:cubicBezTo>
                  <a:pt x="136" y="84"/>
                  <a:pt x="136" y="84"/>
                  <a:pt x="136" y="84"/>
                </a:cubicBezTo>
                <a:cubicBezTo>
                  <a:pt x="118" y="105"/>
                  <a:pt x="118" y="105"/>
                  <a:pt x="118" y="105"/>
                </a:cubicBezTo>
                <a:cubicBezTo>
                  <a:pt x="117" y="107"/>
                  <a:pt x="117" y="110"/>
                  <a:pt x="118" y="111"/>
                </a:cubicBezTo>
                <a:cubicBezTo>
                  <a:pt x="119" y="112"/>
                  <a:pt x="120" y="112"/>
                  <a:pt x="121" y="112"/>
                </a:cubicBezTo>
                <a:cubicBezTo>
                  <a:pt x="122" y="112"/>
                  <a:pt x="123" y="112"/>
                  <a:pt x="124" y="111"/>
                </a:cubicBezTo>
                <a:cubicBezTo>
                  <a:pt x="148" y="83"/>
                  <a:pt x="148" y="83"/>
                  <a:pt x="148" y="83"/>
                </a:cubicBezTo>
                <a:cubicBezTo>
                  <a:pt x="149" y="81"/>
                  <a:pt x="149" y="80"/>
                  <a:pt x="149" y="78"/>
                </a:cubicBezTo>
                <a:cubicBezTo>
                  <a:pt x="148" y="77"/>
                  <a:pt x="147" y="76"/>
                  <a:pt x="145" y="76"/>
                </a:cubicBezTo>
                <a:cubicBezTo>
                  <a:pt x="122" y="76"/>
                  <a:pt x="122" y="76"/>
                  <a:pt x="122" y="76"/>
                </a:cubicBezTo>
                <a:cubicBezTo>
                  <a:pt x="140" y="55"/>
                  <a:pt x="140" y="55"/>
                  <a:pt x="140" y="55"/>
                </a:cubicBezTo>
                <a:cubicBezTo>
                  <a:pt x="141" y="53"/>
                  <a:pt x="141" y="50"/>
                  <a:pt x="140" y="49"/>
                </a:cubicBezTo>
                <a:cubicBezTo>
                  <a:pt x="138" y="48"/>
                  <a:pt x="135" y="48"/>
                  <a:pt x="134" y="49"/>
                </a:cubicBezTo>
                <a:cubicBezTo>
                  <a:pt x="110" y="77"/>
                  <a:pt x="110" y="77"/>
                  <a:pt x="110" y="77"/>
                </a:cubicBezTo>
                <a:cubicBezTo>
                  <a:pt x="109" y="79"/>
                  <a:pt x="109" y="80"/>
                  <a:pt x="109" y="82"/>
                </a:cubicBezTo>
                <a:cubicBezTo>
                  <a:pt x="110" y="83"/>
                  <a:pt x="111" y="84"/>
                  <a:pt x="113" y="84"/>
                </a:cubicBezTo>
                <a:close/>
                <a:moveTo>
                  <a:pt x="29" y="132"/>
                </a:moveTo>
                <a:cubicBezTo>
                  <a:pt x="43" y="132"/>
                  <a:pt x="43" y="132"/>
                  <a:pt x="43" y="132"/>
                </a:cubicBezTo>
                <a:cubicBezTo>
                  <a:pt x="53" y="154"/>
                  <a:pt x="53" y="154"/>
                  <a:pt x="53" y="154"/>
                </a:cubicBezTo>
                <a:cubicBezTo>
                  <a:pt x="54" y="155"/>
                  <a:pt x="55" y="156"/>
                  <a:pt x="56" y="156"/>
                </a:cubicBezTo>
                <a:cubicBezTo>
                  <a:pt x="58" y="156"/>
                  <a:pt x="59" y="156"/>
                  <a:pt x="60" y="155"/>
                </a:cubicBezTo>
                <a:cubicBezTo>
                  <a:pt x="83" y="132"/>
                  <a:pt x="83" y="132"/>
                  <a:pt x="83" y="132"/>
                </a:cubicBezTo>
                <a:cubicBezTo>
                  <a:pt x="107" y="132"/>
                  <a:pt x="107" y="132"/>
                  <a:pt x="107" y="132"/>
                </a:cubicBezTo>
                <a:cubicBezTo>
                  <a:pt x="126" y="155"/>
                  <a:pt x="126" y="155"/>
                  <a:pt x="126" y="155"/>
                </a:cubicBezTo>
                <a:cubicBezTo>
                  <a:pt x="127" y="156"/>
                  <a:pt x="131" y="156"/>
                  <a:pt x="132" y="155"/>
                </a:cubicBezTo>
                <a:cubicBezTo>
                  <a:pt x="151" y="132"/>
                  <a:pt x="151" y="132"/>
                  <a:pt x="151" y="132"/>
                </a:cubicBezTo>
                <a:cubicBezTo>
                  <a:pt x="175" y="132"/>
                  <a:pt x="175" y="132"/>
                  <a:pt x="175" y="132"/>
                </a:cubicBezTo>
                <a:cubicBezTo>
                  <a:pt x="198" y="155"/>
                  <a:pt x="198" y="155"/>
                  <a:pt x="198" y="155"/>
                </a:cubicBezTo>
                <a:cubicBezTo>
                  <a:pt x="199" y="156"/>
                  <a:pt x="200" y="156"/>
                  <a:pt x="201" y="156"/>
                </a:cubicBezTo>
                <a:cubicBezTo>
                  <a:pt x="201" y="156"/>
                  <a:pt x="201" y="156"/>
                  <a:pt x="202" y="156"/>
                </a:cubicBezTo>
                <a:cubicBezTo>
                  <a:pt x="203" y="156"/>
                  <a:pt x="204" y="155"/>
                  <a:pt x="205" y="154"/>
                </a:cubicBezTo>
                <a:cubicBezTo>
                  <a:pt x="215" y="132"/>
                  <a:pt x="215" y="132"/>
                  <a:pt x="215" y="132"/>
                </a:cubicBezTo>
                <a:cubicBezTo>
                  <a:pt x="229" y="132"/>
                  <a:pt x="229" y="132"/>
                  <a:pt x="229" y="132"/>
                </a:cubicBezTo>
                <a:cubicBezTo>
                  <a:pt x="244" y="132"/>
                  <a:pt x="257" y="119"/>
                  <a:pt x="257" y="104"/>
                </a:cubicBezTo>
                <a:cubicBezTo>
                  <a:pt x="257" y="94"/>
                  <a:pt x="252" y="85"/>
                  <a:pt x="244" y="80"/>
                </a:cubicBezTo>
                <a:cubicBezTo>
                  <a:pt x="244" y="78"/>
                  <a:pt x="245" y="75"/>
                  <a:pt x="245" y="72"/>
                </a:cubicBezTo>
                <a:cubicBezTo>
                  <a:pt x="245" y="60"/>
                  <a:pt x="236" y="50"/>
                  <a:pt x="225" y="48"/>
                </a:cubicBezTo>
                <a:cubicBezTo>
                  <a:pt x="225" y="48"/>
                  <a:pt x="225" y="48"/>
                  <a:pt x="225" y="48"/>
                </a:cubicBezTo>
                <a:cubicBezTo>
                  <a:pt x="225" y="30"/>
                  <a:pt x="211" y="16"/>
                  <a:pt x="193" y="16"/>
                </a:cubicBezTo>
                <a:cubicBezTo>
                  <a:pt x="188" y="16"/>
                  <a:pt x="184" y="17"/>
                  <a:pt x="180" y="19"/>
                </a:cubicBezTo>
                <a:cubicBezTo>
                  <a:pt x="176" y="8"/>
                  <a:pt x="165" y="0"/>
                  <a:pt x="153" y="0"/>
                </a:cubicBezTo>
                <a:cubicBezTo>
                  <a:pt x="143" y="0"/>
                  <a:pt x="134" y="5"/>
                  <a:pt x="129" y="14"/>
                </a:cubicBezTo>
                <a:cubicBezTo>
                  <a:pt x="124" y="5"/>
                  <a:pt x="115" y="0"/>
                  <a:pt x="105" y="0"/>
                </a:cubicBezTo>
                <a:cubicBezTo>
                  <a:pt x="93" y="0"/>
                  <a:pt x="82" y="8"/>
                  <a:pt x="78" y="19"/>
                </a:cubicBezTo>
                <a:cubicBezTo>
                  <a:pt x="74" y="17"/>
                  <a:pt x="70" y="16"/>
                  <a:pt x="65" y="16"/>
                </a:cubicBezTo>
                <a:cubicBezTo>
                  <a:pt x="47" y="16"/>
                  <a:pt x="33" y="30"/>
                  <a:pt x="33" y="48"/>
                </a:cubicBezTo>
                <a:cubicBezTo>
                  <a:pt x="33" y="48"/>
                  <a:pt x="33" y="48"/>
                  <a:pt x="33" y="48"/>
                </a:cubicBezTo>
                <a:cubicBezTo>
                  <a:pt x="22" y="50"/>
                  <a:pt x="13" y="60"/>
                  <a:pt x="13" y="72"/>
                </a:cubicBezTo>
                <a:cubicBezTo>
                  <a:pt x="13" y="75"/>
                  <a:pt x="14" y="78"/>
                  <a:pt x="14" y="80"/>
                </a:cubicBezTo>
                <a:cubicBezTo>
                  <a:pt x="6" y="85"/>
                  <a:pt x="1" y="94"/>
                  <a:pt x="1" y="104"/>
                </a:cubicBezTo>
                <a:cubicBezTo>
                  <a:pt x="1" y="119"/>
                  <a:pt x="14" y="132"/>
                  <a:pt x="29" y="132"/>
                </a:cubicBezTo>
                <a:close/>
                <a:moveTo>
                  <a:pt x="18" y="87"/>
                </a:moveTo>
                <a:cubicBezTo>
                  <a:pt x="23" y="93"/>
                  <a:pt x="29" y="96"/>
                  <a:pt x="37" y="96"/>
                </a:cubicBezTo>
                <a:cubicBezTo>
                  <a:pt x="49" y="96"/>
                  <a:pt x="59" y="87"/>
                  <a:pt x="61" y="75"/>
                </a:cubicBezTo>
                <a:cubicBezTo>
                  <a:pt x="61" y="73"/>
                  <a:pt x="59" y="71"/>
                  <a:pt x="57" y="71"/>
                </a:cubicBezTo>
                <a:cubicBezTo>
                  <a:pt x="55" y="70"/>
                  <a:pt x="53" y="72"/>
                  <a:pt x="53" y="74"/>
                </a:cubicBezTo>
                <a:cubicBezTo>
                  <a:pt x="52" y="82"/>
                  <a:pt x="45" y="88"/>
                  <a:pt x="37" y="88"/>
                </a:cubicBezTo>
                <a:cubicBezTo>
                  <a:pt x="28" y="88"/>
                  <a:pt x="21" y="81"/>
                  <a:pt x="21" y="72"/>
                </a:cubicBezTo>
                <a:cubicBezTo>
                  <a:pt x="21" y="63"/>
                  <a:pt x="28" y="56"/>
                  <a:pt x="37" y="56"/>
                </a:cubicBezTo>
                <a:cubicBezTo>
                  <a:pt x="37" y="56"/>
                  <a:pt x="37" y="56"/>
                  <a:pt x="37" y="56"/>
                </a:cubicBezTo>
                <a:cubicBezTo>
                  <a:pt x="38" y="56"/>
                  <a:pt x="40" y="56"/>
                  <a:pt x="40" y="55"/>
                </a:cubicBezTo>
                <a:cubicBezTo>
                  <a:pt x="41" y="54"/>
                  <a:pt x="41" y="53"/>
                  <a:pt x="41" y="51"/>
                </a:cubicBezTo>
                <a:cubicBezTo>
                  <a:pt x="41" y="50"/>
                  <a:pt x="41" y="49"/>
                  <a:pt x="41" y="48"/>
                </a:cubicBezTo>
                <a:cubicBezTo>
                  <a:pt x="41" y="35"/>
                  <a:pt x="52" y="24"/>
                  <a:pt x="65" y="24"/>
                </a:cubicBezTo>
                <a:cubicBezTo>
                  <a:pt x="78" y="24"/>
                  <a:pt x="89" y="35"/>
                  <a:pt x="89" y="48"/>
                </a:cubicBezTo>
                <a:cubicBezTo>
                  <a:pt x="89" y="50"/>
                  <a:pt x="91" y="52"/>
                  <a:pt x="93" y="52"/>
                </a:cubicBezTo>
                <a:cubicBezTo>
                  <a:pt x="95" y="52"/>
                  <a:pt x="97" y="50"/>
                  <a:pt x="97" y="48"/>
                </a:cubicBezTo>
                <a:cubicBezTo>
                  <a:pt x="97" y="38"/>
                  <a:pt x="93" y="29"/>
                  <a:pt x="86" y="24"/>
                </a:cubicBezTo>
                <a:cubicBezTo>
                  <a:pt x="88" y="14"/>
                  <a:pt x="96" y="8"/>
                  <a:pt x="105" y="8"/>
                </a:cubicBezTo>
                <a:cubicBezTo>
                  <a:pt x="116" y="8"/>
                  <a:pt x="125" y="17"/>
                  <a:pt x="125" y="28"/>
                </a:cubicBezTo>
                <a:cubicBezTo>
                  <a:pt x="125" y="30"/>
                  <a:pt x="127" y="32"/>
                  <a:pt x="129" y="32"/>
                </a:cubicBezTo>
                <a:cubicBezTo>
                  <a:pt x="131" y="32"/>
                  <a:pt x="133" y="30"/>
                  <a:pt x="133" y="28"/>
                </a:cubicBezTo>
                <a:cubicBezTo>
                  <a:pt x="133" y="17"/>
                  <a:pt x="142" y="8"/>
                  <a:pt x="153" y="8"/>
                </a:cubicBezTo>
                <a:cubicBezTo>
                  <a:pt x="162" y="8"/>
                  <a:pt x="170" y="14"/>
                  <a:pt x="172" y="24"/>
                </a:cubicBezTo>
                <a:cubicBezTo>
                  <a:pt x="165" y="29"/>
                  <a:pt x="161" y="38"/>
                  <a:pt x="161" y="48"/>
                </a:cubicBezTo>
                <a:cubicBezTo>
                  <a:pt x="161" y="50"/>
                  <a:pt x="163" y="52"/>
                  <a:pt x="165" y="52"/>
                </a:cubicBezTo>
                <a:cubicBezTo>
                  <a:pt x="167" y="52"/>
                  <a:pt x="169" y="50"/>
                  <a:pt x="169" y="48"/>
                </a:cubicBezTo>
                <a:cubicBezTo>
                  <a:pt x="169" y="35"/>
                  <a:pt x="180" y="24"/>
                  <a:pt x="193" y="24"/>
                </a:cubicBezTo>
                <a:cubicBezTo>
                  <a:pt x="206" y="24"/>
                  <a:pt x="217" y="35"/>
                  <a:pt x="217" y="48"/>
                </a:cubicBezTo>
                <a:cubicBezTo>
                  <a:pt x="217" y="49"/>
                  <a:pt x="217" y="50"/>
                  <a:pt x="217" y="51"/>
                </a:cubicBezTo>
                <a:cubicBezTo>
                  <a:pt x="217" y="53"/>
                  <a:pt x="217" y="54"/>
                  <a:pt x="218" y="55"/>
                </a:cubicBezTo>
                <a:cubicBezTo>
                  <a:pt x="218" y="56"/>
                  <a:pt x="220" y="56"/>
                  <a:pt x="221" y="56"/>
                </a:cubicBezTo>
                <a:cubicBezTo>
                  <a:pt x="221" y="56"/>
                  <a:pt x="221" y="56"/>
                  <a:pt x="221" y="56"/>
                </a:cubicBezTo>
                <a:cubicBezTo>
                  <a:pt x="230" y="56"/>
                  <a:pt x="237" y="63"/>
                  <a:pt x="237" y="72"/>
                </a:cubicBezTo>
                <a:cubicBezTo>
                  <a:pt x="237" y="81"/>
                  <a:pt x="230" y="88"/>
                  <a:pt x="221" y="88"/>
                </a:cubicBezTo>
                <a:cubicBezTo>
                  <a:pt x="213" y="88"/>
                  <a:pt x="206" y="82"/>
                  <a:pt x="205" y="74"/>
                </a:cubicBezTo>
                <a:cubicBezTo>
                  <a:pt x="205" y="72"/>
                  <a:pt x="203" y="70"/>
                  <a:pt x="201" y="71"/>
                </a:cubicBezTo>
                <a:cubicBezTo>
                  <a:pt x="199" y="71"/>
                  <a:pt x="197" y="73"/>
                  <a:pt x="197" y="75"/>
                </a:cubicBezTo>
                <a:cubicBezTo>
                  <a:pt x="199" y="87"/>
                  <a:pt x="209" y="96"/>
                  <a:pt x="221" y="96"/>
                </a:cubicBezTo>
                <a:cubicBezTo>
                  <a:pt x="229" y="96"/>
                  <a:pt x="235" y="93"/>
                  <a:pt x="240" y="87"/>
                </a:cubicBezTo>
                <a:cubicBezTo>
                  <a:pt x="245" y="91"/>
                  <a:pt x="249" y="97"/>
                  <a:pt x="249" y="104"/>
                </a:cubicBezTo>
                <a:cubicBezTo>
                  <a:pt x="249" y="115"/>
                  <a:pt x="240" y="124"/>
                  <a:pt x="229" y="124"/>
                </a:cubicBezTo>
                <a:cubicBezTo>
                  <a:pt x="213" y="124"/>
                  <a:pt x="213" y="124"/>
                  <a:pt x="213" y="124"/>
                </a:cubicBezTo>
                <a:cubicBezTo>
                  <a:pt x="211" y="124"/>
                  <a:pt x="210" y="125"/>
                  <a:pt x="209" y="126"/>
                </a:cubicBezTo>
                <a:cubicBezTo>
                  <a:pt x="200" y="145"/>
                  <a:pt x="200" y="145"/>
                  <a:pt x="200" y="145"/>
                </a:cubicBezTo>
                <a:cubicBezTo>
                  <a:pt x="180" y="125"/>
                  <a:pt x="180" y="125"/>
                  <a:pt x="180" y="125"/>
                </a:cubicBezTo>
                <a:cubicBezTo>
                  <a:pt x="179" y="124"/>
                  <a:pt x="178" y="124"/>
                  <a:pt x="177" y="124"/>
                </a:cubicBezTo>
                <a:cubicBezTo>
                  <a:pt x="149" y="124"/>
                  <a:pt x="149" y="124"/>
                  <a:pt x="149" y="124"/>
                </a:cubicBezTo>
                <a:cubicBezTo>
                  <a:pt x="148" y="124"/>
                  <a:pt x="147" y="125"/>
                  <a:pt x="146" y="125"/>
                </a:cubicBezTo>
                <a:cubicBezTo>
                  <a:pt x="129" y="146"/>
                  <a:pt x="129" y="146"/>
                  <a:pt x="129" y="146"/>
                </a:cubicBezTo>
                <a:cubicBezTo>
                  <a:pt x="112" y="125"/>
                  <a:pt x="112" y="125"/>
                  <a:pt x="112" y="125"/>
                </a:cubicBezTo>
                <a:cubicBezTo>
                  <a:pt x="111" y="125"/>
                  <a:pt x="110" y="124"/>
                  <a:pt x="109" y="124"/>
                </a:cubicBezTo>
                <a:cubicBezTo>
                  <a:pt x="81" y="124"/>
                  <a:pt x="81" y="124"/>
                  <a:pt x="81" y="124"/>
                </a:cubicBezTo>
                <a:cubicBezTo>
                  <a:pt x="80" y="124"/>
                  <a:pt x="79" y="124"/>
                  <a:pt x="78" y="125"/>
                </a:cubicBezTo>
                <a:cubicBezTo>
                  <a:pt x="58" y="145"/>
                  <a:pt x="58" y="145"/>
                  <a:pt x="58" y="145"/>
                </a:cubicBezTo>
                <a:cubicBezTo>
                  <a:pt x="49" y="126"/>
                  <a:pt x="49" y="126"/>
                  <a:pt x="49" y="126"/>
                </a:cubicBezTo>
                <a:cubicBezTo>
                  <a:pt x="48" y="125"/>
                  <a:pt x="47" y="124"/>
                  <a:pt x="45" y="124"/>
                </a:cubicBezTo>
                <a:cubicBezTo>
                  <a:pt x="29" y="124"/>
                  <a:pt x="29" y="124"/>
                  <a:pt x="29" y="124"/>
                </a:cubicBezTo>
                <a:cubicBezTo>
                  <a:pt x="18" y="124"/>
                  <a:pt x="9" y="115"/>
                  <a:pt x="9" y="104"/>
                </a:cubicBezTo>
                <a:cubicBezTo>
                  <a:pt x="9" y="97"/>
                  <a:pt x="13" y="91"/>
                  <a:pt x="18" y="8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1" name="Freeform 94">
            <a:extLst>
              <a:ext uri="{FF2B5EF4-FFF2-40B4-BE49-F238E27FC236}">
                <a16:creationId xmlns:a16="http://schemas.microsoft.com/office/drawing/2014/main" id="{FAC3A9E9-6525-4B18-93A7-465995E8DC38}"/>
              </a:ext>
            </a:extLst>
          </p:cNvPr>
          <p:cNvSpPr>
            <a:spLocks noChangeAspect="1" noEditPoints="1"/>
          </p:cNvSpPr>
          <p:nvPr/>
        </p:nvSpPr>
        <p:spPr bwMode="auto">
          <a:xfrm>
            <a:off x="10249548" y="1464470"/>
            <a:ext cx="400050" cy="400050"/>
          </a:xfrm>
          <a:custGeom>
            <a:avLst/>
            <a:gdLst>
              <a:gd name="T0" fmla="*/ 156 w 256"/>
              <a:gd name="T1" fmla="*/ 180 h 256"/>
              <a:gd name="T2" fmla="*/ 167 w 256"/>
              <a:gd name="T3" fmla="*/ 205 h 256"/>
              <a:gd name="T4" fmla="*/ 180 w 256"/>
              <a:gd name="T5" fmla="*/ 200 h 256"/>
              <a:gd name="T6" fmla="*/ 192 w 256"/>
              <a:gd name="T7" fmla="*/ 220 h 256"/>
              <a:gd name="T8" fmla="*/ 190 w 256"/>
              <a:gd name="T9" fmla="*/ 180 h 256"/>
              <a:gd name="T10" fmla="*/ 124 w 256"/>
              <a:gd name="T11" fmla="*/ 160 h 256"/>
              <a:gd name="T12" fmla="*/ 200 w 256"/>
              <a:gd name="T13" fmla="*/ 188 h 256"/>
              <a:gd name="T14" fmla="*/ 220 w 256"/>
              <a:gd name="T15" fmla="*/ 196 h 256"/>
              <a:gd name="T16" fmla="*/ 220 w 256"/>
              <a:gd name="T17" fmla="*/ 196 h 256"/>
              <a:gd name="T18" fmla="*/ 164 w 256"/>
              <a:gd name="T19" fmla="*/ 132 h 256"/>
              <a:gd name="T20" fmla="*/ 236 w 256"/>
              <a:gd name="T21" fmla="*/ 108 h 256"/>
              <a:gd name="T22" fmla="*/ 248 w 256"/>
              <a:gd name="T23" fmla="*/ 128 h 256"/>
              <a:gd name="T24" fmla="*/ 144 w 256"/>
              <a:gd name="T25" fmla="*/ 124 h 256"/>
              <a:gd name="T26" fmla="*/ 136 w 256"/>
              <a:gd name="T27" fmla="*/ 132 h 256"/>
              <a:gd name="T28" fmla="*/ 132 w 256"/>
              <a:gd name="T29" fmla="*/ 36 h 256"/>
              <a:gd name="T30" fmla="*/ 132 w 256"/>
              <a:gd name="T31" fmla="*/ 36 h 256"/>
              <a:gd name="T32" fmla="*/ 124 w 256"/>
              <a:gd name="T33" fmla="*/ 204 h 256"/>
              <a:gd name="T34" fmla="*/ 132 w 256"/>
              <a:gd name="T35" fmla="*/ 176 h 256"/>
              <a:gd name="T36" fmla="*/ 132 w 256"/>
              <a:gd name="T37" fmla="*/ 80 h 256"/>
              <a:gd name="T38" fmla="*/ 56 w 256"/>
              <a:gd name="T39" fmla="*/ 104 h 256"/>
              <a:gd name="T40" fmla="*/ 69 w 256"/>
              <a:gd name="T41" fmla="*/ 180 h 256"/>
              <a:gd name="T42" fmla="*/ 59 w 256"/>
              <a:gd name="T43" fmla="*/ 109 h 256"/>
              <a:gd name="T44" fmla="*/ 124 w 256"/>
              <a:gd name="T45" fmla="*/ 248 h 256"/>
              <a:gd name="T46" fmla="*/ 101 w 256"/>
              <a:gd name="T47" fmla="*/ 227 h 256"/>
              <a:gd name="T48" fmla="*/ 54 w 256"/>
              <a:gd name="T49" fmla="*/ 224 h 256"/>
              <a:gd name="T50" fmla="*/ 38 w 256"/>
              <a:gd name="T51" fmla="*/ 179 h 256"/>
              <a:gd name="T52" fmla="*/ 8 w 256"/>
              <a:gd name="T53" fmla="*/ 144 h 256"/>
              <a:gd name="T54" fmla="*/ 29 w 256"/>
              <a:gd name="T55" fmla="*/ 101 h 256"/>
              <a:gd name="T56" fmla="*/ 32 w 256"/>
              <a:gd name="T57" fmla="*/ 54 h 256"/>
              <a:gd name="T58" fmla="*/ 77 w 256"/>
              <a:gd name="T59" fmla="*/ 38 h 256"/>
              <a:gd name="T60" fmla="*/ 112 w 256"/>
              <a:gd name="T61" fmla="*/ 8 h 256"/>
              <a:gd name="T62" fmla="*/ 132 w 256"/>
              <a:gd name="T63" fmla="*/ 20 h 256"/>
              <a:gd name="T64" fmla="*/ 100 w 256"/>
              <a:gd name="T65" fmla="*/ 12 h 256"/>
              <a:gd name="T66" fmla="*/ 70 w 256"/>
              <a:gd name="T67" fmla="*/ 30 h 256"/>
              <a:gd name="T68" fmla="*/ 26 w 256"/>
              <a:gd name="T69" fmla="*/ 66 h 256"/>
              <a:gd name="T70" fmla="*/ 18 w 256"/>
              <a:gd name="T71" fmla="*/ 100 h 256"/>
              <a:gd name="T72" fmla="*/ 12 w 256"/>
              <a:gd name="T73" fmla="*/ 156 h 256"/>
              <a:gd name="T74" fmla="*/ 30 w 256"/>
              <a:gd name="T75" fmla="*/ 186 h 256"/>
              <a:gd name="T76" fmla="*/ 66 w 256"/>
              <a:gd name="T77" fmla="*/ 230 h 256"/>
              <a:gd name="T78" fmla="*/ 100 w 256"/>
              <a:gd name="T79" fmla="*/ 238 h 256"/>
              <a:gd name="T80" fmla="*/ 132 w 256"/>
              <a:gd name="T81" fmla="*/ 252 h 256"/>
              <a:gd name="T82" fmla="*/ 120 w 256"/>
              <a:gd name="T83" fmla="*/ 104 h 256"/>
              <a:gd name="T84" fmla="*/ 116 w 256"/>
              <a:gd name="T85" fmla="*/ 160 h 256"/>
              <a:gd name="T86" fmla="*/ 92 w 256"/>
              <a:gd name="T87" fmla="*/ 128 h 256"/>
              <a:gd name="T88" fmla="*/ 170 w 256"/>
              <a:gd name="T89" fmla="*/ 96 h 256"/>
              <a:gd name="T90" fmla="*/ 175 w 256"/>
              <a:gd name="T91" fmla="*/ 102 h 256"/>
              <a:gd name="T92" fmla="*/ 240 w 256"/>
              <a:gd name="T93" fmla="*/ 72 h 256"/>
              <a:gd name="T94" fmla="*/ 220 w 256"/>
              <a:gd name="T95" fmla="*/ 60 h 256"/>
              <a:gd name="T96" fmla="*/ 220 w 256"/>
              <a:gd name="T97" fmla="*/ 60 h 256"/>
              <a:gd name="T98" fmla="*/ 200 w 256"/>
              <a:gd name="T99" fmla="*/ 36 h 256"/>
              <a:gd name="T100" fmla="*/ 149 w 256"/>
              <a:gd name="T101" fmla="*/ 67 h 256"/>
              <a:gd name="T102" fmla="*/ 154 w 256"/>
              <a:gd name="T103" fmla="*/ 74 h 256"/>
              <a:gd name="T104" fmla="*/ 174 w 256"/>
              <a:gd name="T105" fmla="*/ 46 h 256"/>
              <a:gd name="T106" fmla="*/ 180 w 256"/>
              <a:gd name="T107" fmla="*/ 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180" y="200"/>
                </a:moveTo>
                <a:cubicBezTo>
                  <a:pt x="178" y="200"/>
                  <a:pt x="176" y="200"/>
                  <a:pt x="175" y="201"/>
                </a:cubicBezTo>
                <a:cubicBezTo>
                  <a:pt x="159" y="182"/>
                  <a:pt x="159" y="182"/>
                  <a:pt x="159" y="182"/>
                </a:cubicBezTo>
                <a:cubicBezTo>
                  <a:pt x="158" y="181"/>
                  <a:pt x="157" y="180"/>
                  <a:pt x="156" y="180"/>
                </a:cubicBezTo>
                <a:cubicBezTo>
                  <a:pt x="140" y="180"/>
                  <a:pt x="140" y="180"/>
                  <a:pt x="140" y="180"/>
                </a:cubicBezTo>
                <a:cubicBezTo>
                  <a:pt x="140" y="188"/>
                  <a:pt x="140" y="188"/>
                  <a:pt x="140" y="188"/>
                </a:cubicBezTo>
                <a:cubicBezTo>
                  <a:pt x="154" y="188"/>
                  <a:pt x="154" y="188"/>
                  <a:pt x="154" y="188"/>
                </a:cubicBezTo>
                <a:cubicBezTo>
                  <a:pt x="167" y="205"/>
                  <a:pt x="167" y="205"/>
                  <a:pt x="167" y="205"/>
                </a:cubicBezTo>
                <a:cubicBezTo>
                  <a:pt x="163" y="208"/>
                  <a:pt x="160" y="214"/>
                  <a:pt x="160" y="220"/>
                </a:cubicBezTo>
                <a:cubicBezTo>
                  <a:pt x="160" y="231"/>
                  <a:pt x="169" y="240"/>
                  <a:pt x="180" y="240"/>
                </a:cubicBezTo>
                <a:cubicBezTo>
                  <a:pt x="191" y="240"/>
                  <a:pt x="200" y="231"/>
                  <a:pt x="200" y="220"/>
                </a:cubicBezTo>
                <a:cubicBezTo>
                  <a:pt x="200" y="209"/>
                  <a:pt x="191" y="200"/>
                  <a:pt x="180" y="200"/>
                </a:cubicBezTo>
                <a:close/>
                <a:moveTo>
                  <a:pt x="180" y="232"/>
                </a:moveTo>
                <a:cubicBezTo>
                  <a:pt x="173" y="232"/>
                  <a:pt x="168" y="227"/>
                  <a:pt x="168" y="220"/>
                </a:cubicBezTo>
                <a:cubicBezTo>
                  <a:pt x="168" y="213"/>
                  <a:pt x="173" y="208"/>
                  <a:pt x="180" y="208"/>
                </a:cubicBezTo>
                <a:cubicBezTo>
                  <a:pt x="187" y="208"/>
                  <a:pt x="192" y="213"/>
                  <a:pt x="192" y="220"/>
                </a:cubicBezTo>
                <a:cubicBezTo>
                  <a:pt x="192" y="227"/>
                  <a:pt x="187" y="232"/>
                  <a:pt x="180" y="232"/>
                </a:cubicBezTo>
                <a:close/>
                <a:moveTo>
                  <a:pt x="220" y="164"/>
                </a:moveTo>
                <a:cubicBezTo>
                  <a:pt x="210" y="164"/>
                  <a:pt x="202" y="171"/>
                  <a:pt x="200" y="180"/>
                </a:cubicBezTo>
                <a:cubicBezTo>
                  <a:pt x="190" y="180"/>
                  <a:pt x="190" y="180"/>
                  <a:pt x="190" y="180"/>
                </a:cubicBezTo>
                <a:cubicBezTo>
                  <a:pt x="167" y="153"/>
                  <a:pt x="167" y="153"/>
                  <a:pt x="167" y="153"/>
                </a:cubicBezTo>
                <a:cubicBezTo>
                  <a:pt x="166" y="153"/>
                  <a:pt x="165" y="152"/>
                  <a:pt x="164" y="152"/>
                </a:cubicBezTo>
                <a:cubicBezTo>
                  <a:pt x="124" y="152"/>
                  <a:pt x="124" y="152"/>
                  <a:pt x="124" y="152"/>
                </a:cubicBezTo>
                <a:cubicBezTo>
                  <a:pt x="124" y="160"/>
                  <a:pt x="124" y="160"/>
                  <a:pt x="124" y="160"/>
                </a:cubicBezTo>
                <a:cubicBezTo>
                  <a:pt x="162" y="160"/>
                  <a:pt x="162" y="160"/>
                  <a:pt x="162" y="160"/>
                </a:cubicBezTo>
                <a:cubicBezTo>
                  <a:pt x="185" y="187"/>
                  <a:pt x="185" y="187"/>
                  <a:pt x="185" y="187"/>
                </a:cubicBezTo>
                <a:cubicBezTo>
                  <a:pt x="186" y="187"/>
                  <a:pt x="187" y="188"/>
                  <a:pt x="188" y="188"/>
                </a:cubicBezTo>
                <a:cubicBezTo>
                  <a:pt x="200" y="188"/>
                  <a:pt x="200" y="188"/>
                  <a:pt x="200" y="188"/>
                </a:cubicBezTo>
                <a:cubicBezTo>
                  <a:pt x="202" y="197"/>
                  <a:pt x="210" y="204"/>
                  <a:pt x="220" y="204"/>
                </a:cubicBezTo>
                <a:cubicBezTo>
                  <a:pt x="231" y="204"/>
                  <a:pt x="240" y="195"/>
                  <a:pt x="240" y="184"/>
                </a:cubicBezTo>
                <a:cubicBezTo>
                  <a:pt x="240" y="173"/>
                  <a:pt x="231" y="164"/>
                  <a:pt x="220" y="164"/>
                </a:cubicBezTo>
                <a:close/>
                <a:moveTo>
                  <a:pt x="220" y="196"/>
                </a:moveTo>
                <a:cubicBezTo>
                  <a:pt x="213" y="196"/>
                  <a:pt x="208" y="191"/>
                  <a:pt x="208" y="184"/>
                </a:cubicBezTo>
                <a:cubicBezTo>
                  <a:pt x="208" y="177"/>
                  <a:pt x="213" y="172"/>
                  <a:pt x="220" y="172"/>
                </a:cubicBezTo>
                <a:cubicBezTo>
                  <a:pt x="227" y="172"/>
                  <a:pt x="232" y="177"/>
                  <a:pt x="232" y="184"/>
                </a:cubicBezTo>
                <a:cubicBezTo>
                  <a:pt x="232" y="191"/>
                  <a:pt x="227" y="196"/>
                  <a:pt x="220" y="196"/>
                </a:cubicBezTo>
                <a:close/>
                <a:moveTo>
                  <a:pt x="236" y="108"/>
                </a:moveTo>
                <a:cubicBezTo>
                  <a:pt x="226" y="108"/>
                  <a:pt x="218" y="115"/>
                  <a:pt x="216" y="124"/>
                </a:cubicBezTo>
                <a:cubicBezTo>
                  <a:pt x="164" y="124"/>
                  <a:pt x="164" y="124"/>
                  <a:pt x="164" y="124"/>
                </a:cubicBezTo>
                <a:cubicBezTo>
                  <a:pt x="164" y="132"/>
                  <a:pt x="164" y="132"/>
                  <a:pt x="164" y="132"/>
                </a:cubicBezTo>
                <a:cubicBezTo>
                  <a:pt x="216" y="132"/>
                  <a:pt x="216" y="132"/>
                  <a:pt x="216" y="132"/>
                </a:cubicBezTo>
                <a:cubicBezTo>
                  <a:pt x="218" y="141"/>
                  <a:pt x="226" y="148"/>
                  <a:pt x="236" y="148"/>
                </a:cubicBezTo>
                <a:cubicBezTo>
                  <a:pt x="247" y="148"/>
                  <a:pt x="256" y="139"/>
                  <a:pt x="256" y="128"/>
                </a:cubicBezTo>
                <a:cubicBezTo>
                  <a:pt x="256" y="117"/>
                  <a:pt x="247" y="108"/>
                  <a:pt x="236" y="108"/>
                </a:cubicBezTo>
                <a:close/>
                <a:moveTo>
                  <a:pt x="236" y="140"/>
                </a:moveTo>
                <a:cubicBezTo>
                  <a:pt x="229" y="140"/>
                  <a:pt x="224" y="135"/>
                  <a:pt x="224" y="128"/>
                </a:cubicBezTo>
                <a:cubicBezTo>
                  <a:pt x="224" y="121"/>
                  <a:pt x="229" y="116"/>
                  <a:pt x="236" y="116"/>
                </a:cubicBezTo>
                <a:cubicBezTo>
                  <a:pt x="243" y="116"/>
                  <a:pt x="248" y="121"/>
                  <a:pt x="248" y="128"/>
                </a:cubicBezTo>
                <a:cubicBezTo>
                  <a:pt x="248" y="135"/>
                  <a:pt x="243" y="140"/>
                  <a:pt x="236" y="140"/>
                </a:cubicBezTo>
                <a:close/>
                <a:moveTo>
                  <a:pt x="156" y="132"/>
                </a:moveTo>
                <a:cubicBezTo>
                  <a:pt x="156" y="124"/>
                  <a:pt x="156" y="124"/>
                  <a:pt x="156" y="124"/>
                </a:cubicBezTo>
                <a:cubicBezTo>
                  <a:pt x="144" y="124"/>
                  <a:pt x="144" y="124"/>
                  <a:pt x="144" y="124"/>
                </a:cubicBezTo>
                <a:cubicBezTo>
                  <a:pt x="144" y="132"/>
                  <a:pt x="144" y="132"/>
                  <a:pt x="144" y="132"/>
                </a:cubicBezTo>
                <a:lnTo>
                  <a:pt x="156" y="132"/>
                </a:lnTo>
                <a:close/>
                <a:moveTo>
                  <a:pt x="124" y="132"/>
                </a:moveTo>
                <a:cubicBezTo>
                  <a:pt x="136" y="132"/>
                  <a:pt x="136" y="132"/>
                  <a:pt x="136" y="132"/>
                </a:cubicBezTo>
                <a:cubicBezTo>
                  <a:pt x="136" y="124"/>
                  <a:pt x="136" y="124"/>
                  <a:pt x="136" y="124"/>
                </a:cubicBezTo>
                <a:cubicBezTo>
                  <a:pt x="124" y="124"/>
                  <a:pt x="124" y="124"/>
                  <a:pt x="124" y="124"/>
                </a:cubicBezTo>
                <a:lnTo>
                  <a:pt x="124" y="132"/>
                </a:lnTo>
                <a:close/>
                <a:moveTo>
                  <a:pt x="132" y="36"/>
                </a:moveTo>
                <a:cubicBezTo>
                  <a:pt x="124" y="36"/>
                  <a:pt x="124" y="36"/>
                  <a:pt x="124" y="36"/>
                </a:cubicBezTo>
                <a:cubicBezTo>
                  <a:pt x="124" y="52"/>
                  <a:pt x="124" y="52"/>
                  <a:pt x="124" y="52"/>
                </a:cubicBezTo>
                <a:cubicBezTo>
                  <a:pt x="132" y="52"/>
                  <a:pt x="132" y="52"/>
                  <a:pt x="132" y="52"/>
                </a:cubicBezTo>
                <a:lnTo>
                  <a:pt x="132" y="36"/>
                </a:lnTo>
                <a:close/>
                <a:moveTo>
                  <a:pt x="124" y="220"/>
                </a:moveTo>
                <a:cubicBezTo>
                  <a:pt x="132" y="220"/>
                  <a:pt x="132" y="220"/>
                  <a:pt x="132" y="220"/>
                </a:cubicBezTo>
                <a:cubicBezTo>
                  <a:pt x="132" y="204"/>
                  <a:pt x="132" y="204"/>
                  <a:pt x="132" y="204"/>
                </a:cubicBezTo>
                <a:cubicBezTo>
                  <a:pt x="124" y="204"/>
                  <a:pt x="124" y="204"/>
                  <a:pt x="124" y="204"/>
                </a:cubicBezTo>
                <a:lnTo>
                  <a:pt x="124" y="220"/>
                </a:lnTo>
                <a:close/>
                <a:moveTo>
                  <a:pt x="124" y="192"/>
                </a:moveTo>
                <a:cubicBezTo>
                  <a:pt x="132" y="192"/>
                  <a:pt x="132" y="192"/>
                  <a:pt x="132" y="192"/>
                </a:cubicBezTo>
                <a:cubicBezTo>
                  <a:pt x="132" y="176"/>
                  <a:pt x="132" y="176"/>
                  <a:pt x="132" y="176"/>
                </a:cubicBezTo>
                <a:cubicBezTo>
                  <a:pt x="124" y="176"/>
                  <a:pt x="124" y="176"/>
                  <a:pt x="124" y="176"/>
                </a:cubicBezTo>
                <a:lnTo>
                  <a:pt x="124" y="192"/>
                </a:lnTo>
                <a:close/>
                <a:moveTo>
                  <a:pt x="124" y="80"/>
                </a:moveTo>
                <a:cubicBezTo>
                  <a:pt x="132" y="80"/>
                  <a:pt x="132" y="80"/>
                  <a:pt x="132" y="80"/>
                </a:cubicBezTo>
                <a:cubicBezTo>
                  <a:pt x="132" y="64"/>
                  <a:pt x="132" y="64"/>
                  <a:pt x="132" y="64"/>
                </a:cubicBezTo>
                <a:cubicBezTo>
                  <a:pt x="124" y="64"/>
                  <a:pt x="124" y="64"/>
                  <a:pt x="124" y="64"/>
                </a:cubicBezTo>
                <a:lnTo>
                  <a:pt x="124" y="80"/>
                </a:lnTo>
                <a:close/>
                <a:moveTo>
                  <a:pt x="56" y="104"/>
                </a:moveTo>
                <a:cubicBezTo>
                  <a:pt x="54" y="104"/>
                  <a:pt x="51" y="105"/>
                  <a:pt x="51" y="107"/>
                </a:cubicBezTo>
                <a:cubicBezTo>
                  <a:pt x="49" y="114"/>
                  <a:pt x="48" y="121"/>
                  <a:pt x="48" y="128"/>
                </a:cubicBezTo>
                <a:cubicBezTo>
                  <a:pt x="48" y="146"/>
                  <a:pt x="54" y="164"/>
                  <a:pt x="66" y="179"/>
                </a:cubicBezTo>
                <a:cubicBezTo>
                  <a:pt x="67" y="180"/>
                  <a:pt x="68" y="180"/>
                  <a:pt x="69" y="180"/>
                </a:cubicBezTo>
                <a:cubicBezTo>
                  <a:pt x="70" y="180"/>
                  <a:pt x="71" y="180"/>
                  <a:pt x="72" y="179"/>
                </a:cubicBezTo>
                <a:cubicBezTo>
                  <a:pt x="73" y="178"/>
                  <a:pt x="74" y="175"/>
                  <a:pt x="72" y="173"/>
                </a:cubicBezTo>
                <a:cubicBezTo>
                  <a:pt x="62" y="161"/>
                  <a:pt x="56" y="145"/>
                  <a:pt x="56" y="128"/>
                </a:cubicBezTo>
                <a:cubicBezTo>
                  <a:pt x="56" y="122"/>
                  <a:pt x="57" y="115"/>
                  <a:pt x="59" y="109"/>
                </a:cubicBezTo>
                <a:cubicBezTo>
                  <a:pt x="59" y="107"/>
                  <a:pt x="58" y="105"/>
                  <a:pt x="56" y="104"/>
                </a:cubicBezTo>
                <a:close/>
                <a:moveTo>
                  <a:pt x="128" y="232"/>
                </a:moveTo>
                <a:cubicBezTo>
                  <a:pt x="126" y="232"/>
                  <a:pt x="124" y="234"/>
                  <a:pt x="124" y="236"/>
                </a:cubicBezTo>
                <a:cubicBezTo>
                  <a:pt x="124" y="248"/>
                  <a:pt x="124" y="248"/>
                  <a:pt x="12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3" y="216"/>
                  <a:pt x="68" y="217"/>
                  <a:pt x="64" y="220"/>
                </a:cubicBezTo>
                <a:cubicBezTo>
                  <a:pt x="60" y="224"/>
                  <a:pt x="60" y="224"/>
                  <a:pt x="60" y="224"/>
                </a:cubicBezTo>
                <a:cubicBezTo>
                  <a:pt x="59" y="226"/>
                  <a:pt x="56" y="226"/>
                  <a:pt x="54" y="224"/>
                </a:cubicBezTo>
                <a:cubicBezTo>
                  <a:pt x="32" y="202"/>
                  <a:pt x="32" y="202"/>
                  <a:pt x="32" y="202"/>
                </a:cubicBezTo>
                <a:cubicBezTo>
                  <a:pt x="30" y="200"/>
                  <a:pt x="30"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0" y="59"/>
                  <a:pt x="30" y="56"/>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24" y="8"/>
                  <a:pt x="124" y="8"/>
                  <a:pt x="124" y="8"/>
                </a:cubicBezTo>
                <a:cubicBezTo>
                  <a:pt x="124" y="20"/>
                  <a:pt x="124" y="20"/>
                  <a:pt x="124" y="20"/>
                </a:cubicBezTo>
                <a:cubicBezTo>
                  <a:pt x="124" y="22"/>
                  <a:pt x="126" y="24"/>
                  <a:pt x="128" y="24"/>
                </a:cubicBezTo>
                <a:cubicBezTo>
                  <a:pt x="130" y="24"/>
                  <a:pt x="132" y="22"/>
                  <a:pt x="132" y="20"/>
                </a:cubicBezTo>
                <a:cubicBezTo>
                  <a:pt x="132" y="4"/>
                  <a:pt x="132" y="4"/>
                  <a:pt x="132" y="4"/>
                </a:cubicBezTo>
                <a:cubicBezTo>
                  <a:pt x="132" y="2"/>
                  <a:pt x="130" y="0"/>
                  <a:pt x="128"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1" y="195"/>
                  <a:pt x="21" y="203"/>
                  <a:pt x="26" y="207"/>
                </a:cubicBezTo>
                <a:cubicBezTo>
                  <a:pt x="49" y="230"/>
                  <a:pt x="49" y="230"/>
                  <a:pt x="49" y="230"/>
                </a:cubicBezTo>
                <a:cubicBezTo>
                  <a:pt x="53" y="234"/>
                  <a:pt x="61" y="235"/>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28" y="256"/>
                  <a:pt x="128" y="256"/>
                  <a:pt x="128" y="256"/>
                </a:cubicBezTo>
                <a:cubicBezTo>
                  <a:pt x="130" y="256"/>
                  <a:pt x="132" y="254"/>
                  <a:pt x="132" y="252"/>
                </a:cubicBezTo>
                <a:cubicBezTo>
                  <a:pt x="132" y="236"/>
                  <a:pt x="132" y="236"/>
                  <a:pt x="132" y="236"/>
                </a:cubicBezTo>
                <a:cubicBezTo>
                  <a:pt x="132" y="234"/>
                  <a:pt x="130" y="232"/>
                  <a:pt x="128" y="232"/>
                </a:cubicBezTo>
                <a:close/>
                <a:moveTo>
                  <a:pt x="116" y="104"/>
                </a:moveTo>
                <a:cubicBezTo>
                  <a:pt x="120" y="104"/>
                  <a:pt x="120" y="104"/>
                  <a:pt x="120" y="104"/>
                </a:cubicBezTo>
                <a:cubicBezTo>
                  <a:pt x="120" y="96"/>
                  <a:pt x="120" y="96"/>
                  <a:pt x="120" y="96"/>
                </a:cubicBezTo>
                <a:cubicBezTo>
                  <a:pt x="116" y="96"/>
                  <a:pt x="116" y="96"/>
                  <a:pt x="116" y="96"/>
                </a:cubicBezTo>
                <a:cubicBezTo>
                  <a:pt x="98" y="96"/>
                  <a:pt x="84" y="110"/>
                  <a:pt x="84" y="128"/>
                </a:cubicBezTo>
                <a:cubicBezTo>
                  <a:pt x="84" y="146"/>
                  <a:pt x="98" y="160"/>
                  <a:pt x="116" y="160"/>
                </a:cubicBezTo>
                <a:cubicBezTo>
                  <a:pt x="120" y="160"/>
                  <a:pt x="120" y="160"/>
                  <a:pt x="120" y="160"/>
                </a:cubicBezTo>
                <a:cubicBezTo>
                  <a:pt x="120" y="152"/>
                  <a:pt x="120" y="152"/>
                  <a:pt x="120" y="152"/>
                </a:cubicBezTo>
                <a:cubicBezTo>
                  <a:pt x="116" y="152"/>
                  <a:pt x="116" y="152"/>
                  <a:pt x="116" y="152"/>
                </a:cubicBezTo>
                <a:cubicBezTo>
                  <a:pt x="103" y="152"/>
                  <a:pt x="92" y="141"/>
                  <a:pt x="92" y="128"/>
                </a:cubicBezTo>
                <a:cubicBezTo>
                  <a:pt x="92" y="115"/>
                  <a:pt x="103" y="104"/>
                  <a:pt x="116" y="104"/>
                </a:cubicBezTo>
                <a:close/>
                <a:moveTo>
                  <a:pt x="188" y="72"/>
                </a:moveTo>
                <a:cubicBezTo>
                  <a:pt x="187" y="72"/>
                  <a:pt x="185" y="73"/>
                  <a:pt x="185" y="74"/>
                </a:cubicBezTo>
                <a:cubicBezTo>
                  <a:pt x="170" y="96"/>
                  <a:pt x="170" y="96"/>
                  <a:pt x="170" y="96"/>
                </a:cubicBezTo>
                <a:cubicBezTo>
                  <a:pt x="124" y="96"/>
                  <a:pt x="124" y="96"/>
                  <a:pt x="124" y="96"/>
                </a:cubicBezTo>
                <a:cubicBezTo>
                  <a:pt x="124" y="104"/>
                  <a:pt x="124" y="104"/>
                  <a:pt x="124" y="104"/>
                </a:cubicBezTo>
                <a:cubicBezTo>
                  <a:pt x="172" y="104"/>
                  <a:pt x="172" y="104"/>
                  <a:pt x="172" y="104"/>
                </a:cubicBezTo>
                <a:cubicBezTo>
                  <a:pt x="173" y="104"/>
                  <a:pt x="175" y="103"/>
                  <a:pt x="175" y="102"/>
                </a:cubicBezTo>
                <a:cubicBezTo>
                  <a:pt x="190" y="80"/>
                  <a:pt x="190" y="80"/>
                  <a:pt x="190" y="80"/>
                </a:cubicBezTo>
                <a:cubicBezTo>
                  <a:pt x="202" y="80"/>
                  <a:pt x="202" y="80"/>
                  <a:pt x="202" y="80"/>
                </a:cubicBezTo>
                <a:cubicBezTo>
                  <a:pt x="205" y="87"/>
                  <a:pt x="212" y="92"/>
                  <a:pt x="220" y="92"/>
                </a:cubicBezTo>
                <a:cubicBezTo>
                  <a:pt x="231" y="92"/>
                  <a:pt x="240" y="83"/>
                  <a:pt x="240" y="72"/>
                </a:cubicBezTo>
                <a:cubicBezTo>
                  <a:pt x="240" y="61"/>
                  <a:pt x="231" y="52"/>
                  <a:pt x="220" y="52"/>
                </a:cubicBezTo>
                <a:cubicBezTo>
                  <a:pt x="209" y="52"/>
                  <a:pt x="200" y="61"/>
                  <a:pt x="200" y="72"/>
                </a:cubicBezTo>
                <a:lnTo>
                  <a:pt x="188" y="72"/>
                </a:lnTo>
                <a:close/>
                <a:moveTo>
                  <a:pt x="220" y="60"/>
                </a:moveTo>
                <a:cubicBezTo>
                  <a:pt x="227" y="60"/>
                  <a:pt x="232" y="65"/>
                  <a:pt x="232" y="72"/>
                </a:cubicBezTo>
                <a:cubicBezTo>
                  <a:pt x="232" y="79"/>
                  <a:pt x="227" y="84"/>
                  <a:pt x="220" y="84"/>
                </a:cubicBezTo>
                <a:cubicBezTo>
                  <a:pt x="213" y="84"/>
                  <a:pt x="208" y="79"/>
                  <a:pt x="208" y="72"/>
                </a:cubicBezTo>
                <a:cubicBezTo>
                  <a:pt x="208" y="65"/>
                  <a:pt x="213" y="60"/>
                  <a:pt x="220" y="60"/>
                </a:cubicBezTo>
                <a:close/>
                <a:moveTo>
                  <a:pt x="154" y="74"/>
                </a:moveTo>
                <a:cubicBezTo>
                  <a:pt x="173" y="55"/>
                  <a:pt x="173" y="55"/>
                  <a:pt x="173" y="55"/>
                </a:cubicBezTo>
                <a:cubicBezTo>
                  <a:pt x="175" y="55"/>
                  <a:pt x="177" y="56"/>
                  <a:pt x="180" y="56"/>
                </a:cubicBezTo>
                <a:cubicBezTo>
                  <a:pt x="191" y="56"/>
                  <a:pt x="200" y="47"/>
                  <a:pt x="200" y="36"/>
                </a:cubicBezTo>
                <a:cubicBezTo>
                  <a:pt x="200" y="25"/>
                  <a:pt x="191" y="16"/>
                  <a:pt x="180" y="16"/>
                </a:cubicBezTo>
                <a:cubicBezTo>
                  <a:pt x="169" y="16"/>
                  <a:pt x="160" y="25"/>
                  <a:pt x="160" y="36"/>
                </a:cubicBezTo>
                <a:cubicBezTo>
                  <a:pt x="160" y="42"/>
                  <a:pt x="162" y="47"/>
                  <a:pt x="166" y="50"/>
                </a:cubicBezTo>
                <a:cubicBezTo>
                  <a:pt x="149" y="67"/>
                  <a:pt x="149" y="67"/>
                  <a:pt x="149" y="67"/>
                </a:cubicBezTo>
                <a:cubicBezTo>
                  <a:pt x="140" y="67"/>
                  <a:pt x="140" y="67"/>
                  <a:pt x="140" y="67"/>
                </a:cubicBezTo>
                <a:cubicBezTo>
                  <a:pt x="140" y="75"/>
                  <a:pt x="140" y="75"/>
                  <a:pt x="140" y="75"/>
                </a:cubicBezTo>
                <a:cubicBezTo>
                  <a:pt x="151" y="75"/>
                  <a:pt x="151" y="75"/>
                  <a:pt x="151" y="75"/>
                </a:cubicBezTo>
                <a:cubicBezTo>
                  <a:pt x="152" y="75"/>
                  <a:pt x="153" y="74"/>
                  <a:pt x="154" y="74"/>
                </a:cubicBezTo>
                <a:close/>
                <a:moveTo>
                  <a:pt x="180" y="24"/>
                </a:moveTo>
                <a:cubicBezTo>
                  <a:pt x="187" y="24"/>
                  <a:pt x="192" y="29"/>
                  <a:pt x="192" y="36"/>
                </a:cubicBezTo>
                <a:cubicBezTo>
                  <a:pt x="192" y="43"/>
                  <a:pt x="187" y="48"/>
                  <a:pt x="180" y="48"/>
                </a:cubicBezTo>
                <a:cubicBezTo>
                  <a:pt x="178" y="48"/>
                  <a:pt x="176" y="47"/>
                  <a:pt x="174" y="46"/>
                </a:cubicBezTo>
                <a:cubicBezTo>
                  <a:pt x="172" y="44"/>
                  <a:pt x="172" y="44"/>
                  <a:pt x="172" y="44"/>
                </a:cubicBezTo>
                <a:cubicBezTo>
                  <a:pt x="172" y="44"/>
                  <a:pt x="172" y="44"/>
                  <a:pt x="172" y="44"/>
                </a:cubicBezTo>
                <a:cubicBezTo>
                  <a:pt x="169" y="42"/>
                  <a:pt x="168" y="39"/>
                  <a:pt x="168" y="36"/>
                </a:cubicBezTo>
                <a:cubicBezTo>
                  <a:pt x="168" y="29"/>
                  <a:pt x="173" y="24"/>
                  <a:pt x="180" y="2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4" name="Freeform 101">
            <a:extLst>
              <a:ext uri="{FF2B5EF4-FFF2-40B4-BE49-F238E27FC236}">
                <a16:creationId xmlns:a16="http://schemas.microsoft.com/office/drawing/2014/main" id="{619E0CAF-32D2-4A7B-879B-76728291A230}"/>
              </a:ext>
            </a:extLst>
          </p:cNvPr>
          <p:cNvSpPr>
            <a:spLocks noChangeAspect="1" noEditPoints="1"/>
          </p:cNvSpPr>
          <p:nvPr/>
        </p:nvSpPr>
        <p:spPr bwMode="auto">
          <a:xfrm>
            <a:off x="11217194" y="1464470"/>
            <a:ext cx="400050" cy="400050"/>
          </a:xfrm>
          <a:custGeom>
            <a:avLst/>
            <a:gdLst>
              <a:gd name="T0" fmla="*/ 154 w 256"/>
              <a:gd name="T1" fmla="*/ 45 h 256"/>
              <a:gd name="T2" fmla="*/ 160 w 256"/>
              <a:gd name="T3" fmla="*/ 50 h 256"/>
              <a:gd name="T4" fmla="*/ 124 w 256"/>
              <a:gd name="T5" fmla="*/ 208 h 256"/>
              <a:gd name="T6" fmla="*/ 236 w 256"/>
              <a:gd name="T7" fmla="*/ 56 h 256"/>
              <a:gd name="T8" fmla="*/ 248 w 256"/>
              <a:gd name="T9" fmla="*/ 76 h 256"/>
              <a:gd name="T10" fmla="*/ 168 w 256"/>
              <a:gd name="T11" fmla="*/ 172 h 256"/>
              <a:gd name="T12" fmla="*/ 88 w 256"/>
              <a:gd name="T13" fmla="*/ 84 h 256"/>
              <a:gd name="T14" fmla="*/ 168 w 256"/>
              <a:gd name="T15" fmla="*/ 172 h 256"/>
              <a:gd name="T16" fmla="*/ 160 w 256"/>
              <a:gd name="T17" fmla="*/ 88 h 256"/>
              <a:gd name="T18" fmla="*/ 132 w 256"/>
              <a:gd name="T19" fmla="*/ 72 h 256"/>
              <a:gd name="T20" fmla="*/ 164 w 256"/>
              <a:gd name="T21" fmla="*/ 206 h 256"/>
              <a:gd name="T22" fmla="*/ 157 w 256"/>
              <a:gd name="T23" fmla="*/ 211 h 256"/>
              <a:gd name="T24" fmla="*/ 176 w 256"/>
              <a:gd name="T25" fmla="*/ 124 h 256"/>
              <a:gd name="T26" fmla="*/ 188 w 256"/>
              <a:gd name="T27" fmla="*/ 40 h 256"/>
              <a:gd name="T28" fmla="*/ 188 w 256"/>
              <a:gd name="T29" fmla="*/ 40 h 256"/>
              <a:gd name="T30" fmla="*/ 176 w 256"/>
              <a:gd name="T31" fmla="*/ 20 h 256"/>
              <a:gd name="T32" fmla="*/ 128 w 256"/>
              <a:gd name="T33" fmla="*/ 256 h 256"/>
              <a:gd name="T34" fmla="*/ 116 w 256"/>
              <a:gd name="T35" fmla="*/ 236 h 256"/>
              <a:gd name="T36" fmla="*/ 218 w 256"/>
              <a:gd name="T37" fmla="*/ 91 h 256"/>
              <a:gd name="T38" fmla="*/ 208 w 256"/>
              <a:gd name="T39" fmla="*/ 104 h 256"/>
              <a:gd name="T40" fmla="*/ 176 w 256"/>
              <a:gd name="T41" fmla="*/ 160 h 256"/>
              <a:gd name="T42" fmla="*/ 210 w 256"/>
              <a:gd name="T43" fmla="*/ 152 h 256"/>
              <a:gd name="T44" fmla="*/ 128 w 256"/>
              <a:gd name="T45" fmla="*/ 40 h 256"/>
              <a:gd name="T46" fmla="*/ 128 w 256"/>
              <a:gd name="T47" fmla="*/ 40 h 256"/>
              <a:gd name="T48" fmla="*/ 116 w 256"/>
              <a:gd name="T49" fmla="*/ 20 h 256"/>
              <a:gd name="T50" fmla="*/ 20 w 256"/>
              <a:gd name="T51" fmla="*/ 56 h 256"/>
              <a:gd name="T52" fmla="*/ 32 w 256"/>
              <a:gd name="T53" fmla="*/ 76 h 256"/>
              <a:gd name="T54" fmla="*/ 236 w 256"/>
              <a:gd name="T55" fmla="*/ 160 h 256"/>
              <a:gd name="T56" fmla="*/ 236 w 256"/>
              <a:gd name="T57" fmla="*/ 160 h 256"/>
              <a:gd name="T58" fmla="*/ 248 w 256"/>
              <a:gd name="T59" fmla="*/ 180 h 256"/>
              <a:gd name="T60" fmla="*/ 20 w 256"/>
              <a:gd name="T61" fmla="*/ 108 h 256"/>
              <a:gd name="T62" fmla="*/ 32 w 256"/>
              <a:gd name="T63" fmla="*/ 128 h 256"/>
              <a:gd name="T64" fmla="*/ 92 w 256"/>
              <a:gd name="T65" fmla="*/ 206 h 256"/>
              <a:gd name="T66" fmla="*/ 100 w 256"/>
              <a:gd name="T67" fmla="*/ 208 h 256"/>
              <a:gd name="T68" fmla="*/ 188 w 256"/>
              <a:gd name="T69" fmla="*/ 216 h 256"/>
              <a:gd name="T70" fmla="*/ 188 w 256"/>
              <a:gd name="T71" fmla="*/ 216 h 256"/>
              <a:gd name="T72" fmla="*/ 200 w 256"/>
              <a:gd name="T73" fmla="*/ 236 h 256"/>
              <a:gd name="T74" fmla="*/ 68 w 256"/>
              <a:gd name="T75" fmla="*/ 256 h 256"/>
              <a:gd name="T76" fmla="*/ 56 w 256"/>
              <a:gd name="T77" fmla="*/ 236 h 256"/>
              <a:gd name="T78" fmla="*/ 20 w 256"/>
              <a:gd name="T79" fmla="*/ 160 h 256"/>
              <a:gd name="T80" fmla="*/ 20 w 256"/>
              <a:gd name="T81" fmla="*/ 160 h 256"/>
              <a:gd name="T82" fmla="*/ 32 w 256"/>
              <a:gd name="T83" fmla="*/ 180 h 256"/>
              <a:gd name="T84" fmla="*/ 38 w 256"/>
              <a:gd name="T85" fmla="*/ 91 h 256"/>
              <a:gd name="T86" fmla="*/ 80 w 256"/>
              <a:gd name="T87" fmla="*/ 104 h 256"/>
              <a:gd name="T88" fmla="*/ 236 w 256"/>
              <a:gd name="T89" fmla="*/ 148 h 256"/>
              <a:gd name="T90" fmla="*/ 224 w 256"/>
              <a:gd name="T91" fmla="*/ 128 h 256"/>
              <a:gd name="T92" fmla="*/ 68 w 256"/>
              <a:gd name="T93" fmla="*/ 40 h 256"/>
              <a:gd name="T94" fmla="*/ 68 w 256"/>
              <a:gd name="T95" fmla="*/ 40 h 256"/>
              <a:gd name="T96" fmla="*/ 56 w 256"/>
              <a:gd name="T97" fmla="*/ 20 h 256"/>
              <a:gd name="T98" fmla="*/ 38 w 256"/>
              <a:gd name="T99" fmla="*/ 165 h 256"/>
              <a:gd name="T100" fmla="*/ 48 w 256"/>
              <a:gd name="T101" fmla="*/ 152 h 256"/>
              <a:gd name="T102" fmla="*/ 92 w 256"/>
              <a:gd name="T103" fmla="*/ 72 h 256"/>
              <a:gd name="T104" fmla="*/ 88 w 256"/>
              <a:gd name="T105" fmla="*/ 34 h 256"/>
              <a:gd name="T106" fmla="*/ 48 w 256"/>
              <a:gd name="T107" fmla="*/ 1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160" y="50"/>
                </a:moveTo>
                <a:cubicBezTo>
                  <a:pt x="174" y="41"/>
                  <a:pt x="174" y="41"/>
                  <a:pt x="174" y="41"/>
                </a:cubicBezTo>
                <a:cubicBezTo>
                  <a:pt x="169" y="34"/>
                  <a:pt x="169" y="34"/>
                  <a:pt x="169" y="34"/>
                </a:cubicBezTo>
                <a:cubicBezTo>
                  <a:pt x="154" y="45"/>
                  <a:pt x="154" y="45"/>
                  <a:pt x="154" y="45"/>
                </a:cubicBezTo>
                <a:cubicBezTo>
                  <a:pt x="153" y="45"/>
                  <a:pt x="152" y="47"/>
                  <a:pt x="152" y="48"/>
                </a:cubicBezTo>
                <a:cubicBezTo>
                  <a:pt x="152" y="72"/>
                  <a:pt x="152" y="72"/>
                  <a:pt x="152" y="72"/>
                </a:cubicBezTo>
                <a:cubicBezTo>
                  <a:pt x="160" y="72"/>
                  <a:pt x="160" y="72"/>
                  <a:pt x="160" y="72"/>
                </a:cubicBezTo>
                <a:lnTo>
                  <a:pt x="160" y="50"/>
                </a:lnTo>
                <a:close/>
                <a:moveTo>
                  <a:pt x="132" y="208"/>
                </a:moveTo>
                <a:cubicBezTo>
                  <a:pt x="132" y="184"/>
                  <a:pt x="132" y="184"/>
                  <a:pt x="132" y="184"/>
                </a:cubicBezTo>
                <a:cubicBezTo>
                  <a:pt x="124" y="184"/>
                  <a:pt x="124" y="184"/>
                  <a:pt x="124" y="184"/>
                </a:cubicBezTo>
                <a:cubicBezTo>
                  <a:pt x="124" y="208"/>
                  <a:pt x="124" y="208"/>
                  <a:pt x="124" y="208"/>
                </a:cubicBezTo>
                <a:lnTo>
                  <a:pt x="132" y="208"/>
                </a:lnTo>
                <a:close/>
                <a:moveTo>
                  <a:pt x="236" y="96"/>
                </a:moveTo>
                <a:cubicBezTo>
                  <a:pt x="247" y="96"/>
                  <a:pt x="256" y="87"/>
                  <a:pt x="256" y="76"/>
                </a:cubicBezTo>
                <a:cubicBezTo>
                  <a:pt x="256" y="65"/>
                  <a:pt x="247" y="56"/>
                  <a:pt x="236" y="56"/>
                </a:cubicBezTo>
                <a:cubicBezTo>
                  <a:pt x="225" y="56"/>
                  <a:pt x="216" y="65"/>
                  <a:pt x="216" y="76"/>
                </a:cubicBezTo>
                <a:cubicBezTo>
                  <a:pt x="216" y="87"/>
                  <a:pt x="225" y="96"/>
                  <a:pt x="236" y="96"/>
                </a:cubicBezTo>
                <a:close/>
                <a:moveTo>
                  <a:pt x="236" y="64"/>
                </a:moveTo>
                <a:cubicBezTo>
                  <a:pt x="243" y="64"/>
                  <a:pt x="248" y="69"/>
                  <a:pt x="248" y="76"/>
                </a:cubicBezTo>
                <a:cubicBezTo>
                  <a:pt x="248" y="83"/>
                  <a:pt x="243" y="88"/>
                  <a:pt x="236" y="88"/>
                </a:cubicBezTo>
                <a:cubicBezTo>
                  <a:pt x="229" y="88"/>
                  <a:pt x="224" y="83"/>
                  <a:pt x="224" y="76"/>
                </a:cubicBezTo>
                <a:cubicBezTo>
                  <a:pt x="224" y="69"/>
                  <a:pt x="229" y="64"/>
                  <a:pt x="236" y="64"/>
                </a:cubicBezTo>
                <a:close/>
                <a:moveTo>
                  <a:pt x="168" y="172"/>
                </a:moveTo>
                <a:cubicBezTo>
                  <a:pt x="168" y="84"/>
                  <a:pt x="168" y="84"/>
                  <a:pt x="168" y="84"/>
                </a:cubicBezTo>
                <a:cubicBezTo>
                  <a:pt x="168" y="82"/>
                  <a:pt x="166" y="80"/>
                  <a:pt x="164" y="80"/>
                </a:cubicBezTo>
                <a:cubicBezTo>
                  <a:pt x="92" y="80"/>
                  <a:pt x="92" y="80"/>
                  <a:pt x="92" y="80"/>
                </a:cubicBezTo>
                <a:cubicBezTo>
                  <a:pt x="90" y="80"/>
                  <a:pt x="88" y="82"/>
                  <a:pt x="88" y="84"/>
                </a:cubicBezTo>
                <a:cubicBezTo>
                  <a:pt x="88" y="172"/>
                  <a:pt x="88" y="172"/>
                  <a:pt x="88" y="172"/>
                </a:cubicBezTo>
                <a:cubicBezTo>
                  <a:pt x="88" y="174"/>
                  <a:pt x="90" y="176"/>
                  <a:pt x="92" y="176"/>
                </a:cubicBezTo>
                <a:cubicBezTo>
                  <a:pt x="164" y="176"/>
                  <a:pt x="164" y="176"/>
                  <a:pt x="164" y="176"/>
                </a:cubicBezTo>
                <a:cubicBezTo>
                  <a:pt x="166" y="176"/>
                  <a:pt x="168" y="174"/>
                  <a:pt x="168" y="172"/>
                </a:cubicBezTo>
                <a:close/>
                <a:moveTo>
                  <a:pt x="160" y="168"/>
                </a:moveTo>
                <a:cubicBezTo>
                  <a:pt x="96" y="168"/>
                  <a:pt x="96" y="168"/>
                  <a:pt x="96" y="168"/>
                </a:cubicBezTo>
                <a:cubicBezTo>
                  <a:pt x="96" y="88"/>
                  <a:pt x="96" y="88"/>
                  <a:pt x="96" y="88"/>
                </a:cubicBezTo>
                <a:cubicBezTo>
                  <a:pt x="160" y="88"/>
                  <a:pt x="160" y="88"/>
                  <a:pt x="160" y="88"/>
                </a:cubicBezTo>
                <a:lnTo>
                  <a:pt x="160" y="168"/>
                </a:lnTo>
                <a:close/>
                <a:moveTo>
                  <a:pt x="124" y="48"/>
                </a:moveTo>
                <a:cubicBezTo>
                  <a:pt x="124" y="72"/>
                  <a:pt x="124" y="72"/>
                  <a:pt x="124" y="72"/>
                </a:cubicBezTo>
                <a:cubicBezTo>
                  <a:pt x="132" y="72"/>
                  <a:pt x="132" y="72"/>
                  <a:pt x="132" y="72"/>
                </a:cubicBezTo>
                <a:cubicBezTo>
                  <a:pt x="132" y="48"/>
                  <a:pt x="132" y="48"/>
                  <a:pt x="132" y="48"/>
                </a:cubicBezTo>
                <a:lnTo>
                  <a:pt x="124" y="48"/>
                </a:lnTo>
                <a:close/>
                <a:moveTo>
                  <a:pt x="174" y="216"/>
                </a:moveTo>
                <a:cubicBezTo>
                  <a:pt x="164" y="206"/>
                  <a:pt x="164" y="206"/>
                  <a:pt x="164" y="206"/>
                </a:cubicBezTo>
                <a:cubicBezTo>
                  <a:pt x="164" y="184"/>
                  <a:pt x="164" y="184"/>
                  <a:pt x="164" y="184"/>
                </a:cubicBezTo>
                <a:cubicBezTo>
                  <a:pt x="156" y="184"/>
                  <a:pt x="156" y="184"/>
                  <a:pt x="156" y="184"/>
                </a:cubicBezTo>
                <a:cubicBezTo>
                  <a:pt x="156" y="208"/>
                  <a:pt x="156" y="208"/>
                  <a:pt x="156" y="208"/>
                </a:cubicBezTo>
                <a:cubicBezTo>
                  <a:pt x="156" y="209"/>
                  <a:pt x="156" y="210"/>
                  <a:pt x="157" y="211"/>
                </a:cubicBezTo>
                <a:cubicBezTo>
                  <a:pt x="168" y="222"/>
                  <a:pt x="168" y="222"/>
                  <a:pt x="168" y="222"/>
                </a:cubicBezTo>
                <a:lnTo>
                  <a:pt x="174" y="216"/>
                </a:lnTo>
                <a:close/>
                <a:moveTo>
                  <a:pt x="208" y="124"/>
                </a:moveTo>
                <a:cubicBezTo>
                  <a:pt x="176" y="124"/>
                  <a:pt x="176" y="124"/>
                  <a:pt x="176" y="124"/>
                </a:cubicBezTo>
                <a:cubicBezTo>
                  <a:pt x="176" y="132"/>
                  <a:pt x="176" y="132"/>
                  <a:pt x="176" y="132"/>
                </a:cubicBezTo>
                <a:cubicBezTo>
                  <a:pt x="208" y="132"/>
                  <a:pt x="208" y="132"/>
                  <a:pt x="208" y="132"/>
                </a:cubicBezTo>
                <a:lnTo>
                  <a:pt x="208" y="124"/>
                </a:lnTo>
                <a:close/>
                <a:moveTo>
                  <a:pt x="188" y="40"/>
                </a:moveTo>
                <a:cubicBezTo>
                  <a:pt x="199" y="40"/>
                  <a:pt x="208" y="31"/>
                  <a:pt x="208" y="20"/>
                </a:cubicBezTo>
                <a:cubicBezTo>
                  <a:pt x="208" y="9"/>
                  <a:pt x="199" y="0"/>
                  <a:pt x="188" y="0"/>
                </a:cubicBezTo>
                <a:cubicBezTo>
                  <a:pt x="177" y="0"/>
                  <a:pt x="168" y="9"/>
                  <a:pt x="168" y="20"/>
                </a:cubicBezTo>
                <a:cubicBezTo>
                  <a:pt x="168" y="31"/>
                  <a:pt x="177" y="40"/>
                  <a:pt x="188" y="40"/>
                </a:cubicBezTo>
                <a:close/>
                <a:moveTo>
                  <a:pt x="188" y="8"/>
                </a:moveTo>
                <a:cubicBezTo>
                  <a:pt x="195" y="8"/>
                  <a:pt x="200" y="13"/>
                  <a:pt x="200" y="20"/>
                </a:cubicBezTo>
                <a:cubicBezTo>
                  <a:pt x="200" y="27"/>
                  <a:pt x="195" y="32"/>
                  <a:pt x="188" y="32"/>
                </a:cubicBezTo>
                <a:cubicBezTo>
                  <a:pt x="181" y="32"/>
                  <a:pt x="176" y="27"/>
                  <a:pt x="176" y="20"/>
                </a:cubicBezTo>
                <a:cubicBezTo>
                  <a:pt x="176" y="13"/>
                  <a:pt x="181" y="8"/>
                  <a:pt x="188" y="8"/>
                </a:cubicBezTo>
                <a:close/>
                <a:moveTo>
                  <a:pt x="128" y="216"/>
                </a:moveTo>
                <a:cubicBezTo>
                  <a:pt x="117" y="216"/>
                  <a:pt x="108" y="225"/>
                  <a:pt x="108" y="236"/>
                </a:cubicBezTo>
                <a:cubicBezTo>
                  <a:pt x="108" y="247"/>
                  <a:pt x="117" y="256"/>
                  <a:pt x="128" y="256"/>
                </a:cubicBezTo>
                <a:cubicBezTo>
                  <a:pt x="139" y="256"/>
                  <a:pt x="148" y="247"/>
                  <a:pt x="148" y="236"/>
                </a:cubicBezTo>
                <a:cubicBezTo>
                  <a:pt x="148" y="225"/>
                  <a:pt x="139" y="216"/>
                  <a:pt x="128" y="216"/>
                </a:cubicBezTo>
                <a:close/>
                <a:moveTo>
                  <a:pt x="128" y="248"/>
                </a:moveTo>
                <a:cubicBezTo>
                  <a:pt x="121" y="248"/>
                  <a:pt x="116" y="243"/>
                  <a:pt x="116" y="236"/>
                </a:cubicBezTo>
                <a:cubicBezTo>
                  <a:pt x="116" y="229"/>
                  <a:pt x="121" y="224"/>
                  <a:pt x="128" y="224"/>
                </a:cubicBezTo>
                <a:cubicBezTo>
                  <a:pt x="135" y="224"/>
                  <a:pt x="140" y="229"/>
                  <a:pt x="140" y="236"/>
                </a:cubicBezTo>
                <a:cubicBezTo>
                  <a:pt x="140" y="243"/>
                  <a:pt x="135" y="248"/>
                  <a:pt x="128" y="248"/>
                </a:cubicBezTo>
                <a:close/>
                <a:moveTo>
                  <a:pt x="218" y="91"/>
                </a:moveTo>
                <a:cubicBezTo>
                  <a:pt x="207" y="96"/>
                  <a:pt x="207" y="96"/>
                  <a:pt x="207" y="96"/>
                </a:cubicBezTo>
                <a:cubicBezTo>
                  <a:pt x="176" y="96"/>
                  <a:pt x="176" y="96"/>
                  <a:pt x="176" y="96"/>
                </a:cubicBezTo>
                <a:cubicBezTo>
                  <a:pt x="176" y="104"/>
                  <a:pt x="176" y="104"/>
                  <a:pt x="176" y="104"/>
                </a:cubicBezTo>
                <a:cubicBezTo>
                  <a:pt x="208" y="104"/>
                  <a:pt x="208" y="104"/>
                  <a:pt x="208" y="104"/>
                </a:cubicBezTo>
                <a:cubicBezTo>
                  <a:pt x="209" y="104"/>
                  <a:pt x="209" y="104"/>
                  <a:pt x="210" y="104"/>
                </a:cubicBezTo>
                <a:cubicBezTo>
                  <a:pt x="221" y="98"/>
                  <a:pt x="221" y="98"/>
                  <a:pt x="221" y="98"/>
                </a:cubicBezTo>
                <a:lnTo>
                  <a:pt x="218" y="91"/>
                </a:lnTo>
                <a:close/>
                <a:moveTo>
                  <a:pt x="176" y="160"/>
                </a:moveTo>
                <a:cubicBezTo>
                  <a:pt x="207" y="160"/>
                  <a:pt x="207" y="160"/>
                  <a:pt x="207" y="160"/>
                </a:cubicBezTo>
                <a:cubicBezTo>
                  <a:pt x="218" y="165"/>
                  <a:pt x="218" y="165"/>
                  <a:pt x="218" y="165"/>
                </a:cubicBezTo>
                <a:cubicBezTo>
                  <a:pt x="221" y="158"/>
                  <a:pt x="221" y="158"/>
                  <a:pt x="221" y="158"/>
                </a:cubicBezTo>
                <a:cubicBezTo>
                  <a:pt x="210" y="152"/>
                  <a:pt x="210" y="152"/>
                  <a:pt x="210" y="152"/>
                </a:cubicBezTo>
                <a:cubicBezTo>
                  <a:pt x="209" y="152"/>
                  <a:pt x="209" y="152"/>
                  <a:pt x="208" y="152"/>
                </a:cubicBezTo>
                <a:cubicBezTo>
                  <a:pt x="176" y="152"/>
                  <a:pt x="176" y="152"/>
                  <a:pt x="176" y="152"/>
                </a:cubicBezTo>
                <a:lnTo>
                  <a:pt x="176" y="160"/>
                </a:lnTo>
                <a:close/>
                <a:moveTo>
                  <a:pt x="128" y="40"/>
                </a:moveTo>
                <a:cubicBezTo>
                  <a:pt x="139" y="40"/>
                  <a:pt x="148" y="31"/>
                  <a:pt x="148" y="20"/>
                </a:cubicBezTo>
                <a:cubicBezTo>
                  <a:pt x="148" y="9"/>
                  <a:pt x="139" y="0"/>
                  <a:pt x="128" y="0"/>
                </a:cubicBezTo>
                <a:cubicBezTo>
                  <a:pt x="117" y="0"/>
                  <a:pt x="108" y="9"/>
                  <a:pt x="108" y="20"/>
                </a:cubicBezTo>
                <a:cubicBezTo>
                  <a:pt x="108" y="31"/>
                  <a:pt x="117" y="40"/>
                  <a:pt x="128" y="40"/>
                </a:cubicBezTo>
                <a:close/>
                <a:moveTo>
                  <a:pt x="128" y="8"/>
                </a:moveTo>
                <a:cubicBezTo>
                  <a:pt x="135" y="8"/>
                  <a:pt x="140" y="13"/>
                  <a:pt x="140" y="20"/>
                </a:cubicBezTo>
                <a:cubicBezTo>
                  <a:pt x="140" y="27"/>
                  <a:pt x="135" y="32"/>
                  <a:pt x="128" y="32"/>
                </a:cubicBezTo>
                <a:cubicBezTo>
                  <a:pt x="121" y="32"/>
                  <a:pt x="116" y="27"/>
                  <a:pt x="116" y="20"/>
                </a:cubicBezTo>
                <a:cubicBezTo>
                  <a:pt x="116" y="13"/>
                  <a:pt x="121" y="8"/>
                  <a:pt x="128" y="8"/>
                </a:cubicBezTo>
                <a:close/>
                <a:moveTo>
                  <a:pt x="20" y="96"/>
                </a:moveTo>
                <a:cubicBezTo>
                  <a:pt x="31" y="96"/>
                  <a:pt x="40" y="87"/>
                  <a:pt x="40" y="76"/>
                </a:cubicBezTo>
                <a:cubicBezTo>
                  <a:pt x="40" y="65"/>
                  <a:pt x="31" y="56"/>
                  <a:pt x="20" y="56"/>
                </a:cubicBezTo>
                <a:cubicBezTo>
                  <a:pt x="9" y="56"/>
                  <a:pt x="0" y="65"/>
                  <a:pt x="0" y="76"/>
                </a:cubicBezTo>
                <a:cubicBezTo>
                  <a:pt x="0" y="87"/>
                  <a:pt x="9" y="96"/>
                  <a:pt x="20" y="96"/>
                </a:cubicBezTo>
                <a:close/>
                <a:moveTo>
                  <a:pt x="20" y="64"/>
                </a:moveTo>
                <a:cubicBezTo>
                  <a:pt x="27" y="64"/>
                  <a:pt x="32" y="69"/>
                  <a:pt x="32" y="76"/>
                </a:cubicBezTo>
                <a:cubicBezTo>
                  <a:pt x="32" y="83"/>
                  <a:pt x="27" y="88"/>
                  <a:pt x="20" y="88"/>
                </a:cubicBezTo>
                <a:cubicBezTo>
                  <a:pt x="13" y="88"/>
                  <a:pt x="8" y="83"/>
                  <a:pt x="8" y="76"/>
                </a:cubicBezTo>
                <a:cubicBezTo>
                  <a:pt x="8" y="69"/>
                  <a:pt x="13" y="64"/>
                  <a:pt x="20" y="64"/>
                </a:cubicBezTo>
                <a:close/>
                <a:moveTo>
                  <a:pt x="236" y="160"/>
                </a:moveTo>
                <a:cubicBezTo>
                  <a:pt x="225" y="160"/>
                  <a:pt x="216" y="169"/>
                  <a:pt x="216" y="180"/>
                </a:cubicBezTo>
                <a:cubicBezTo>
                  <a:pt x="216" y="191"/>
                  <a:pt x="225" y="200"/>
                  <a:pt x="236" y="200"/>
                </a:cubicBezTo>
                <a:cubicBezTo>
                  <a:pt x="247" y="200"/>
                  <a:pt x="256" y="191"/>
                  <a:pt x="256" y="180"/>
                </a:cubicBezTo>
                <a:cubicBezTo>
                  <a:pt x="256" y="169"/>
                  <a:pt x="247" y="160"/>
                  <a:pt x="236" y="160"/>
                </a:cubicBezTo>
                <a:close/>
                <a:moveTo>
                  <a:pt x="236" y="192"/>
                </a:moveTo>
                <a:cubicBezTo>
                  <a:pt x="229" y="192"/>
                  <a:pt x="224" y="187"/>
                  <a:pt x="224" y="180"/>
                </a:cubicBezTo>
                <a:cubicBezTo>
                  <a:pt x="224" y="173"/>
                  <a:pt x="229" y="168"/>
                  <a:pt x="236" y="168"/>
                </a:cubicBezTo>
                <a:cubicBezTo>
                  <a:pt x="243" y="168"/>
                  <a:pt x="248" y="173"/>
                  <a:pt x="248" y="180"/>
                </a:cubicBezTo>
                <a:cubicBezTo>
                  <a:pt x="248" y="187"/>
                  <a:pt x="243" y="192"/>
                  <a:pt x="236" y="192"/>
                </a:cubicBezTo>
                <a:close/>
                <a:moveTo>
                  <a:pt x="20" y="148"/>
                </a:moveTo>
                <a:cubicBezTo>
                  <a:pt x="31" y="148"/>
                  <a:pt x="40" y="139"/>
                  <a:pt x="40" y="128"/>
                </a:cubicBezTo>
                <a:cubicBezTo>
                  <a:pt x="40" y="117"/>
                  <a:pt x="31" y="108"/>
                  <a:pt x="20" y="108"/>
                </a:cubicBezTo>
                <a:cubicBezTo>
                  <a:pt x="9" y="108"/>
                  <a:pt x="0" y="117"/>
                  <a:pt x="0" y="128"/>
                </a:cubicBezTo>
                <a:cubicBezTo>
                  <a:pt x="0" y="139"/>
                  <a:pt x="9" y="148"/>
                  <a:pt x="20" y="148"/>
                </a:cubicBezTo>
                <a:close/>
                <a:moveTo>
                  <a:pt x="20" y="116"/>
                </a:moveTo>
                <a:cubicBezTo>
                  <a:pt x="27" y="116"/>
                  <a:pt x="32" y="121"/>
                  <a:pt x="32" y="128"/>
                </a:cubicBezTo>
                <a:cubicBezTo>
                  <a:pt x="32" y="135"/>
                  <a:pt x="27" y="140"/>
                  <a:pt x="20" y="140"/>
                </a:cubicBezTo>
                <a:cubicBezTo>
                  <a:pt x="13" y="140"/>
                  <a:pt x="8" y="135"/>
                  <a:pt x="8" y="128"/>
                </a:cubicBezTo>
                <a:cubicBezTo>
                  <a:pt x="8" y="121"/>
                  <a:pt x="13" y="116"/>
                  <a:pt x="20" y="116"/>
                </a:cubicBezTo>
                <a:close/>
                <a:moveTo>
                  <a:pt x="92" y="206"/>
                </a:moveTo>
                <a:cubicBezTo>
                  <a:pt x="82" y="216"/>
                  <a:pt x="82" y="216"/>
                  <a:pt x="82" y="216"/>
                </a:cubicBezTo>
                <a:cubicBezTo>
                  <a:pt x="88" y="222"/>
                  <a:pt x="88" y="222"/>
                  <a:pt x="88" y="222"/>
                </a:cubicBezTo>
                <a:cubicBezTo>
                  <a:pt x="99" y="211"/>
                  <a:pt x="99" y="211"/>
                  <a:pt x="99" y="211"/>
                </a:cubicBezTo>
                <a:cubicBezTo>
                  <a:pt x="100" y="210"/>
                  <a:pt x="100" y="209"/>
                  <a:pt x="100" y="208"/>
                </a:cubicBezTo>
                <a:cubicBezTo>
                  <a:pt x="100" y="184"/>
                  <a:pt x="100" y="184"/>
                  <a:pt x="100" y="184"/>
                </a:cubicBezTo>
                <a:cubicBezTo>
                  <a:pt x="92" y="184"/>
                  <a:pt x="92" y="184"/>
                  <a:pt x="92" y="184"/>
                </a:cubicBezTo>
                <a:lnTo>
                  <a:pt x="92" y="206"/>
                </a:lnTo>
                <a:close/>
                <a:moveTo>
                  <a:pt x="188" y="216"/>
                </a:moveTo>
                <a:cubicBezTo>
                  <a:pt x="177" y="216"/>
                  <a:pt x="168" y="225"/>
                  <a:pt x="168" y="236"/>
                </a:cubicBezTo>
                <a:cubicBezTo>
                  <a:pt x="168" y="247"/>
                  <a:pt x="177" y="256"/>
                  <a:pt x="188" y="256"/>
                </a:cubicBezTo>
                <a:cubicBezTo>
                  <a:pt x="199" y="256"/>
                  <a:pt x="208" y="247"/>
                  <a:pt x="208" y="236"/>
                </a:cubicBezTo>
                <a:cubicBezTo>
                  <a:pt x="208" y="225"/>
                  <a:pt x="199" y="216"/>
                  <a:pt x="188" y="216"/>
                </a:cubicBezTo>
                <a:close/>
                <a:moveTo>
                  <a:pt x="188" y="248"/>
                </a:moveTo>
                <a:cubicBezTo>
                  <a:pt x="181" y="248"/>
                  <a:pt x="176" y="243"/>
                  <a:pt x="176" y="236"/>
                </a:cubicBezTo>
                <a:cubicBezTo>
                  <a:pt x="176" y="229"/>
                  <a:pt x="181" y="224"/>
                  <a:pt x="188" y="224"/>
                </a:cubicBezTo>
                <a:cubicBezTo>
                  <a:pt x="195" y="224"/>
                  <a:pt x="200" y="229"/>
                  <a:pt x="200" y="236"/>
                </a:cubicBezTo>
                <a:cubicBezTo>
                  <a:pt x="200" y="243"/>
                  <a:pt x="195" y="248"/>
                  <a:pt x="188" y="248"/>
                </a:cubicBezTo>
                <a:close/>
                <a:moveTo>
                  <a:pt x="68" y="216"/>
                </a:moveTo>
                <a:cubicBezTo>
                  <a:pt x="57" y="216"/>
                  <a:pt x="48" y="225"/>
                  <a:pt x="48" y="236"/>
                </a:cubicBezTo>
                <a:cubicBezTo>
                  <a:pt x="48" y="247"/>
                  <a:pt x="57" y="256"/>
                  <a:pt x="68" y="256"/>
                </a:cubicBezTo>
                <a:cubicBezTo>
                  <a:pt x="79" y="256"/>
                  <a:pt x="88" y="247"/>
                  <a:pt x="88" y="236"/>
                </a:cubicBezTo>
                <a:cubicBezTo>
                  <a:pt x="88" y="225"/>
                  <a:pt x="79" y="216"/>
                  <a:pt x="68" y="216"/>
                </a:cubicBezTo>
                <a:close/>
                <a:moveTo>
                  <a:pt x="68" y="248"/>
                </a:moveTo>
                <a:cubicBezTo>
                  <a:pt x="61" y="248"/>
                  <a:pt x="56" y="243"/>
                  <a:pt x="56" y="236"/>
                </a:cubicBezTo>
                <a:cubicBezTo>
                  <a:pt x="56" y="229"/>
                  <a:pt x="61" y="224"/>
                  <a:pt x="68" y="224"/>
                </a:cubicBezTo>
                <a:cubicBezTo>
                  <a:pt x="75" y="224"/>
                  <a:pt x="80" y="229"/>
                  <a:pt x="80" y="236"/>
                </a:cubicBezTo>
                <a:cubicBezTo>
                  <a:pt x="80" y="243"/>
                  <a:pt x="75" y="248"/>
                  <a:pt x="68" y="248"/>
                </a:cubicBezTo>
                <a:close/>
                <a:moveTo>
                  <a:pt x="20" y="160"/>
                </a:moveTo>
                <a:cubicBezTo>
                  <a:pt x="9" y="160"/>
                  <a:pt x="0" y="169"/>
                  <a:pt x="0" y="180"/>
                </a:cubicBezTo>
                <a:cubicBezTo>
                  <a:pt x="0" y="191"/>
                  <a:pt x="9" y="200"/>
                  <a:pt x="20" y="200"/>
                </a:cubicBezTo>
                <a:cubicBezTo>
                  <a:pt x="31" y="200"/>
                  <a:pt x="40" y="191"/>
                  <a:pt x="40" y="180"/>
                </a:cubicBezTo>
                <a:cubicBezTo>
                  <a:pt x="40" y="169"/>
                  <a:pt x="31" y="160"/>
                  <a:pt x="20" y="160"/>
                </a:cubicBezTo>
                <a:close/>
                <a:moveTo>
                  <a:pt x="20" y="192"/>
                </a:moveTo>
                <a:cubicBezTo>
                  <a:pt x="13" y="192"/>
                  <a:pt x="8" y="187"/>
                  <a:pt x="8" y="180"/>
                </a:cubicBezTo>
                <a:cubicBezTo>
                  <a:pt x="8" y="173"/>
                  <a:pt x="13" y="168"/>
                  <a:pt x="20" y="168"/>
                </a:cubicBezTo>
                <a:cubicBezTo>
                  <a:pt x="27" y="168"/>
                  <a:pt x="32" y="173"/>
                  <a:pt x="32" y="180"/>
                </a:cubicBezTo>
                <a:cubicBezTo>
                  <a:pt x="32" y="187"/>
                  <a:pt x="27" y="192"/>
                  <a:pt x="20" y="192"/>
                </a:cubicBezTo>
                <a:close/>
                <a:moveTo>
                  <a:pt x="80" y="96"/>
                </a:moveTo>
                <a:cubicBezTo>
                  <a:pt x="49" y="96"/>
                  <a:pt x="49" y="96"/>
                  <a:pt x="49" y="96"/>
                </a:cubicBezTo>
                <a:cubicBezTo>
                  <a:pt x="38" y="91"/>
                  <a:pt x="38" y="91"/>
                  <a:pt x="38" y="91"/>
                </a:cubicBezTo>
                <a:cubicBezTo>
                  <a:pt x="35" y="98"/>
                  <a:pt x="35" y="98"/>
                  <a:pt x="35" y="98"/>
                </a:cubicBezTo>
                <a:cubicBezTo>
                  <a:pt x="46" y="104"/>
                  <a:pt x="46" y="104"/>
                  <a:pt x="46" y="104"/>
                </a:cubicBezTo>
                <a:cubicBezTo>
                  <a:pt x="47" y="104"/>
                  <a:pt x="47" y="104"/>
                  <a:pt x="48" y="104"/>
                </a:cubicBezTo>
                <a:cubicBezTo>
                  <a:pt x="80" y="104"/>
                  <a:pt x="80" y="104"/>
                  <a:pt x="80" y="104"/>
                </a:cubicBezTo>
                <a:lnTo>
                  <a:pt x="80" y="96"/>
                </a:lnTo>
                <a:close/>
                <a:moveTo>
                  <a:pt x="236" y="108"/>
                </a:moveTo>
                <a:cubicBezTo>
                  <a:pt x="225" y="108"/>
                  <a:pt x="216" y="117"/>
                  <a:pt x="216" y="128"/>
                </a:cubicBezTo>
                <a:cubicBezTo>
                  <a:pt x="216" y="139"/>
                  <a:pt x="225" y="148"/>
                  <a:pt x="236" y="148"/>
                </a:cubicBezTo>
                <a:cubicBezTo>
                  <a:pt x="247" y="148"/>
                  <a:pt x="256" y="139"/>
                  <a:pt x="256" y="128"/>
                </a:cubicBezTo>
                <a:cubicBezTo>
                  <a:pt x="256" y="117"/>
                  <a:pt x="247" y="108"/>
                  <a:pt x="236" y="108"/>
                </a:cubicBezTo>
                <a:close/>
                <a:moveTo>
                  <a:pt x="236" y="140"/>
                </a:moveTo>
                <a:cubicBezTo>
                  <a:pt x="229" y="140"/>
                  <a:pt x="224" y="135"/>
                  <a:pt x="224" y="128"/>
                </a:cubicBezTo>
                <a:cubicBezTo>
                  <a:pt x="224" y="121"/>
                  <a:pt x="229" y="116"/>
                  <a:pt x="236" y="116"/>
                </a:cubicBezTo>
                <a:cubicBezTo>
                  <a:pt x="243" y="116"/>
                  <a:pt x="248" y="121"/>
                  <a:pt x="248" y="128"/>
                </a:cubicBezTo>
                <a:cubicBezTo>
                  <a:pt x="248" y="135"/>
                  <a:pt x="243" y="140"/>
                  <a:pt x="236" y="140"/>
                </a:cubicBezTo>
                <a:close/>
                <a:moveTo>
                  <a:pt x="68" y="40"/>
                </a:moveTo>
                <a:cubicBezTo>
                  <a:pt x="79" y="40"/>
                  <a:pt x="88" y="31"/>
                  <a:pt x="88" y="20"/>
                </a:cubicBezTo>
                <a:cubicBezTo>
                  <a:pt x="88" y="9"/>
                  <a:pt x="79" y="0"/>
                  <a:pt x="68" y="0"/>
                </a:cubicBezTo>
                <a:cubicBezTo>
                  <a:pt x="57" y="0"/>
                  <a:pt x="48" y="9"/>
                  <a:pt x="48" y="20"/>
                </a:cubicBezTo>
                <a:cubicBezTo>
                  <a:pt x="48" y="31"/>
                  <a:pt x="57" y="40"/>
                  <a:pt x="68" y="40"/>
                </a:cubicBezTo>
                <a:close/>
                <a:moveTo>
                  <a:pt x="68" y="8"/>
                </a:moveTo>
                <a:cubicBezTo>
                  <a:pt x="75" y="8"/>
                  <a:pt x="80" y="13"/>
                  <a:pt x="80" y="20"/>
                </a:cubicBezTo>
                <a:cubicBezTo>
                  <a:pt x="80" y="27"/>
                  <a:pt x="75" y="32"/>
                  <a:pt x="68" y="32"/>
                </a:cubicBezTo>
                <a:cubicBezTo>
                  <a:pt x="61" y="32"/>
                  <a:pt x="56" y="27"/>
                  <a:pt x="56" y="20"/>
                </a:cubicBezTo>
                <a:cubicBezTo>
                  <a:pt x="56" y="13"/>
                  <a:pt x="61" y="8"/>
                  <a:pt x="68" y="8"/>
                </a:cubicBezTo>
                <a:close/>
                <a:moveTo>
                  <a:pt x="46" y="152"/>
                </a:moveTo>
                <a:cubicBezTo>
                  <a:pt x="35" y="158"/>
                  <a:pt x="35" y="158"/>
                  <a:pt x="35" y="158"/>
                </a:cubicBezTo>
                <a:cubicBezTo>
                  <a:pt x="38" y="165"/>
                  <a:pt x="38" y="165"/>
                  <a:pt x="38" y="165"/>
                </a:cubicBezTo>
                <a:cubicBezTo>
                  <a:pt x="49" y="160"/>
                  <a:pt x="49" y="160"/>
                  <a:pt x="49" y="160"/>
                </a:cubicBezTo>
                <a:cubicBezTo>
                  <a:pt x="80" y="160"/>
                  <a:pt x="80" y="160"/>
                  <a:pt x="80" y="160"/>
                </a:cubicBezTo>
                <a:cubicBezTo>
                  <a:pt x="80" y="152"/>
                  <a:pt x="80" y="152"/>
                  <a:pt x="80" y="152"/>
                </a:cubicBezTo>
                <a:cubicBezTo>
                  <a:pt x="48" y="152"/>
                  <a:pt x="48" y="152"/>
                  <a:pt x="48" y="152"/>
                </a:cubicBezTo>
                <a:cubicBezTo>
                  <a:pt x="47" y="152"/>
                  <a:pt x="47" y="152"/>
                  <a:pt x="46" y="152"/>
                </a:cubicBezTo>
                <a:close/>
                <a:moveTo>
                  <a:pt x="82" y="40"/>
                </a:moveTo>
                <a:cubicBezTo>
                  <a:pt x="92" y="50"/>
                  <a:pt x="92" y="50"/>
                  <a:pt x="92" y="50"/>
                </a:cubicBezTo>
                <a:cubicBezTo>
                  <a:pt x="92" y="72"/>
                  <a:pt x="92" y="72"/>
                  <a:pt x="92" y="72"/>
                </a:cubicBezTo>
                <a:cubicBezTo>
                  <a:pt x="100" y="72"/>
                  <a:pt x="100" y="72"/>
                  <a:pt x="100" y="72"/>
                </a:cubicBezTo>
                <a:cubicBezTo>
                  <a:pt x="100" y="48"/>
                  <a:pt x="100" y="48"/>
                  <a:pt x="100" y="48"/>
                </a:cubicBezTo>
                <a:cubicBezTo>
                  <a:pt x="100" y="47"/>
                  <a:pt x="100" y="46"/>
                  <a:pt x="99" y="45"/>
                </a:cubicBezTo>
                <a:cubicBezTo>
                  <a:pt x="88" y="34"/>
                  <a:pt x="88" y="34"/>
                  <a:pt x="88" y="34"/>
                </a:cubicBezTo>
                <a:lnTo>
                  <a:pt x="82" y="40"/>
                </a:lnTo>
                <a:close/>
                <a:moveTo>
                  <a:pt x="80" y="124"/>
                </a:moveTo>
                <a:cubicBezTo>
                  <a:pt x="48" y="124"/>
                  <a:pt x="48" y="124"/>
                  <a:pt x="48" y="124"/>
                </a:cubicBezTo>
                <a:cubicBezTo>
                  <a:pt x="48" y="132"/>
                  <a:pt x="48" y="132"/>
                  <a:pt x="48" y="132"/>
                </a:cubicBezTo>
                <a:cubicBezTo>
                  <a:pt x="80" y="132"/>
                  <a:pt x="80" y="132"/>
                  <a:pt x="80" y="132"/>
                </a:cubicBezTo>
                <a:lnTo>
                  <a:pt x="80" y="12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5" name="Freeform 108">
            <a:extLst>
              <a:ext uri="{FF2B5EF4-FFF2-40B4-BE49-F238E27FC236}">
                <a16:creationId xmlns:a16="http://schemas.microsoft.com/office/drawing/2014/main" id="{9650A7E5-1D94-459B-B533-4DAFC944732B}"/>
              </a:ext>
            </a:extLst>
          </p:cNvPr>
          <p:cNvSpPr>
            <a:spLocks noChangeAspect="1" noEditPoints="1"/>
          </p:cNvSpPr>
          <p:nvPr/>
        </p:nvSpPr>
        <p:spPr bwMode="auto">
          <a:xfrm>
            <a:off x="573088" y="2430463"/>
            <a:ext cx="400050" cy="400050"/>
          </a:xfrm>
          <a:custGeom>
            <a:avLst/>
            <a:gdLst>
              <a:gd name="T0" fmla="*/ 35 w 256"/>
              <a:gd name="T1" fmla="*/ 103 h 256"/>
              <a:gd name="T2" fmla="*/ 124 w 256"/>
              <a:gd name="T3" fmla="*/ 98 h 256"/>
              <a:gd name="T4" fmla="*/ 108 w 256"/>
              <a:gd name="T5" fmla="*/ 236 h 256"/>
              <a:gd name="T6" fmla="*/ 128 w 256"/>
              <a:gd name="T7" fmla="*/ 248 h 256"/>
              <a:gd name="T8" fmla="*/ 128 w 256"/>
              <a:gd name="T9" fmla="*/ 248 h 256"/>
              <a:gd name="T10" fmla="*/ 66 w 256"/>
              <a:gd name="T11" fmla="*/ 218 h 256"/>
              <a:gd name="T12" fmla="*/ 44 w 256"/>
              <a:gd name="T13" fmla="*/ 212 h 256"/>
              <a:gd name="T14" fmla="*/ 104 w 256"/>
              <a:gd name="T15" fmla="*/ 146 h 256"/>
              <a:gd name="T16" fmla="*/ 104 w 256"/>
              <a:gd name="T17" fmla="*/ 146 h 256"/>
              <a:gd name="T18" fmla="*/ 148 w 256"/>
              <a:gd name="T19" fmla="*/ 128 h 256"/>
              <a:gd name="T20" fmla="*/ 128 w 256"/>
              <a:gd name="T21" fmla="*/ 116 h 256"/>
              <a:gd name="T22" fmla="*/ 35 w 256"/>
              <a:gd name="T23" fmla="*/ 153 h 256"/>
              <a:gd name="T24" fmla="*/ 53 w 256"/>
              <a:gd name="T25" fmla="*/ 137 h 256"/>
              <a:gd name="T26" fmla="*/ 82 w 256"/>
              <a:gd name="T27" fmla="*/ 158 h 256"/>
              <a:gd name="T28" fmla="*/ 91 w 256"/>
              <a:gd name="T29" fmla="*/ 150 h 256"/>
              <a:gd name="T30" fmla="*/ 78 w 256"/>
              <a:gd name="T31" fmla="*/ 115 h 256"/>
              <a:gd name="T32" fmla="*/ 118 w 256"/>
              <a:gd name="T33" fmla="*/ 88 h 256"/>
              <a:gd name="T34" fmla="*/ 50 w 256"/>
              <a:gd name="T35" fmla="*/ 120 h 256"/>
              <a:gd name="T36" fmla="*/ 103 w 256"/>
              <a:gd name="T37" fmla="*/ 35 h 256"/>
              <a:gd name="T38" fmla="*/ 103 w 256"/>
              <a:gd name="T39" fmla="*/ 35 h 256"/>
              <a:gd name="T40" fmla="*/ 116 w 256"/>
              <a:gd name="T41" fmla="*/ 74 h 256"/>
              <a:gd name="T42" fmla="*/ 113 w 256"/>
              <a:gd name="T43" fmla="*/ 82 h 256"/>
              <a:gd name="T44" fmla="*/ 69 w 256"/>
              <a:gd name="T45" fmla="*/ 97 h 256"/>
              <a:gd name="T46" fmla="*/ 63 w 256"/>
              <a:gd name="T47" fmla="*/ 79 h 256"/>
              <a:gd name="T48" fmla="*/ 38 w 256"/>
              <a:gd name="T49" fmla="*/ 38 h 256"/>
              <a:gd name="T50" fmla="*/ 52 w 256"/>
              <a:gd name="T51" fmla="*/ 40 h 256"/>
              <a:gd name="T52" fmla="*/ 44 w 256"/>
              <a:gd name="T53" fmla="*/ 44 h 256"/>
              <a:gd name="T54" fmla="*/ 219 w 256"/>
              <a:gd name="T55" fmla="*/ 77 h 256"/>
              <a:gd name="T56" fmla="*/ 111 w 256"/>
              <a:gd name="T57" fmla="*/ 207 h 256"/>
              <a:gd name="T58" fmla="*/ 106 w 256"/>
              <a:gd name="T59" fmla="*/ 172 h 256"/>
              <a:gd name="T60" fmla="*/ 128 w 256"/>
              <a:gd name="T61" fmla="*/ 0 h 256"/>
              <a:gd name="T62" fmla="*/ 140 w 256"/>
              <a:gd name="T63" fmla="*/ 20 h 256"/>
              <a:gd name="T64" fmla="*/ 153 w 256"/>
              <a:gd name="T65" fmla="*/ 221 h 256"/>
              <a:gd name="T66" fmla="*/ 153 w 256"/>
              <a:gd name="T67" fmla="*/ 221 h 256"/>
              <a:gd name="T68" fmla="*/ 221 w 256"/>
              <a:gd name="T69" fmla="*/ 153 h 256"/>
              <a:gd name="T70" fmla="*/ 0 w 256"/>
              <a:gd name="T71" fmla="*/ 128 h 256"/>
              <a:gd name="T72" fmla="*/ 8 w 256"/>
              <a:gd name="T73" fmla="*/ 128 h 256"/>
              <a:gd name="T74" fmla="*/ 236 w 256"/>
              <a:gd name="T75" fmla="*/ 108 h 256"/>
              <a:gd name="T76" fmla="*/ 236 w 256"/>
              <a:gd name="T77" fmla="*/ 108 h 256"/>
              <a:gd name="T78" fmla="*/ 248 w 256"/>
              <a:gd name="T79" fmla="*/ 128 h 256"/>
              <a:gd name="T80" fmla="*/ 204 w 256"/>
              <a:gd name="T81" fmla="*/ 224 h 256"/>
              <a:gd name="T82" fmla="*/ 212 w 256"/>
              <a:gd name="T83" fmla="*/ 212 h 256"/>
              <a:gd name="T84" fmla="*/ 212 w 256"/>
              <a:gd name="T85" fmla="*/ 212 h 256"/>
              <a:gd name="T86" fmla="*/ 112 w 256"/>
              <a:gd name="T87" fmla="*/ 162 h 256"/>
              <a:gd name="T88" fmla="*/ 173 w 256"/>
              <a:gd name="T89" fmla="*/ 195 h 256"/>
              <a:gd name="T90" fmla="*/ 80 w 256"/>
              <a:gd name="T91" fmla="*/ 212 h 256"/>
              <a:gd name="T92" fmla="*/ 204 w 256"/>
              <a:gd name="T93" fmla="*/ 174 h 256"/>
              <a:gd name="T94" fmla="*/ 200 w 256"/>
              <a:gd name="T95" fmla="*/ 86 h 256"/>
              <a:gd name="T96" fmla="*/ 190 w 256"/>
              <a:gd name="T97" fmla="*/ 38 h 256"/>
              <a:gd name="T98" fmla="*/ 204 w 256"/>
              <a:gd name="T99" fmla="*/ 40 h 256"/>
              <a:gd name="T100" fmla="*/ 196 w 256"/>
              <a:gd name="T101" fmla="*/ 44 h 256"/>
              <a:gd name="T102" fmla="*/ 138 w 256"/>
              <a:gd name="T103" fmla="*/ 88 h 256"/>
              <a:gd name="T104" fmla="*/ 193 w 256"/>
              <a:gd name="T105" fmla="*/ 111 h 256"/>
              <a:gd name="T106" fmla="*/ 186 w 256"/>
              <a:gd name="T107" fmla="*/ 180 h 256"/>
              <a:gd name="T108" fmla="*/ 153 w 256"/>
              <a:gd name="T109" fmla="*/ 35 h 256"/>
              <a:gd name="T110" fmla="*/ 162 w 256"/>
              <a:gd name="T111" fmla="*/ 124 h 256"/>
              <a:gd name="T112" fmla="*/ 190 w 256"/>
              <a:gd name="T113" fmla="*/ 128 h 256"/>
              <a:gd name="T114" fmla="*/ 175 w 256"/>
              <a:gd name="T115" fmla="*/ 68 h 256"/>
              <a:gd name="T116" fmla="*/ 138 w 256"/>
              <a:gd name="T117" fmla="*/ 7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44" y="80"/>
                </a:moveTo>
                <a:cubicBezTo>
                  <a:pt x="37" y="77"/>
                  <a:pt x="37" y="77"/>
                  <a:pt x="37" y="77"/>
                </a:cubicBezTo>
                <a:cubicBezTo>
                  <a:pt x="28" y="100"/>
                  <a:pt x="28" y="100"/>
                  <a:pt x="28" y="100"/>
                </a:cubicBezTo>
                <a:cubicBezTo>
                  <a:pt x="35" y="103"/>
                  <a:pt x="35" y="103"/>
                  <a:pt x="35" y="103"/>
                </a:cubicBezTo>
                <a:lnTo>
                  <a:pt x="44" y="80"/>
                </a:lnTo>
                <a:close/>
                <a:moveTo>
                  <a:pt x="132" y="50"/>
                </a:moveTo>
                <a:cubicBezTo>
                  <a:pt x="124" y="50"/>
                  <a:pt x="124" y="50"/>
                  <a:pt x="124" y="50"/>
                </a:cubicBezTo>
                <a:cubicBezTo>
                  <a:pt x="124" y="98"/>
                  <a:pt x="124" y="98"/>
                  <a:pt x="124" y="98"/>
                </a:cubicBezTo>
                <a:cubicBezTo>
                  <a:pt x="132" y="98"/>
                  <a:pt x="132" y="98"/>
                  <a:pt x="132" y="98"/>
                </a:cubicBezTo>
                <a:lnTo>
                  <a:pt x="132" y="50"/>
                </a:lnTo>
                <a:close/>
                <a:moveTo>
                  <a:pt x="128" y="216"/>
                </a:moveTo>
                <a:cubicBezTo>
                  <a:pt x="117" y="216"/>
                  <a:pt x="108" y="225"/>
                  <a:pt x="108" y="236"/>
                </a:cubicBezTo>
                <a:cubicBezTo>
                  <a:pt x="108" y="247"/>
                  <a:pt x="117" y="256"/>
                  <a:pt x="128" y="256"/>
                </a:cubicBezTo>
                <a:cubicBezTo>
                  <a:pt x="139" y="256"/>
                  <a:pt x="148" y="247"/>
                  <a:pt x="148" y="236"/>
                </a:cubicBezTo>
                <a:cubicBezTo>
                  <a:pt x="148" y="225"/>
                  <a:pt x="139" y="216"/>
                  <a:pt x="128" y="216"/>
                </a:cubicBezTo>
                <a:close/>
                <a:moveTo>
                  <a:pt x="128" y="248"/>
                </a:moveTo>
                <a:cubicBezTo>
                  <a:pt x="121" y="248"/>
                  <a:pt x="116" y="243"/>
                  <a:pt x="116" y="236"/>
                </a:cubicBezTo>
                <a:cubicBezTo>
                  <a:pt x="116" y="229"/>
                  <a:pt x="121" y="224"/>
                  <a:pt x="128" y="224"/>
                </a:cubicBezTo>
                <a:cubicBezTo>
                  <a:pt x="135" y="224"/>
                  <a:pt x="140" y="229"/>
                  <a:pt x="140" y="236"/>
                </a:cubicBezTo>
                <a:cubicBezTo>
                  <a:pt x="140" y="243"/>
                  <a:pt x="135" y="248"/>
                  <a:pt x="128" y="248"/>
                </a:cubicBezTo>
                <a:close/>
                <a:moveTo>
                  <a:pt x="38" y="190"/>
                </a:moveTo>
                <a:cubicBezTo>
                  <a:pt x="30" y="198"/>
                  <a:pt x="30" y="210"/>
                  <a:pt x="38" y="218"/>
                </a:cubicBezTo>
                <a:cubicBezTo>
                  <a:pt x="42" y="222"/>
                  <a:pt x="47" y="224"/>
                  <a:pt x="52" y="224"/>
                </a:cubicBezTo>
                <a:cubicBezTo>
                  <a:pt x="57" y="224"/>
                  <a:pt x="62" y="222"/>
                  <a:pt x="66" y="218"/>
                </a:cubicBezTo>
                <a:cubicBezTo>
                  <a:pt x="74" y="210"/>
                  <a:pt x="74" y="198"/>
                  <a:pt x="66" y="190"/>
                </a:cubicBezTo>
                <a:cubicBezTo>
                  <a:pt x="58" y="182"/>
                  <a:pt x="46" y="182"/>
                  <a:pt x="38" y="190"/>
                </a:cubicBezTo>
                <a:close/>
                <a:moveTo>
                  <a:pt x="60" y="212"/>
                </a:moveTo>
                <a:cubicBezTo>
                  <a:pt x="56" y="217"/>
                  <a:pt x="48" y="217"/>
                  <a:pt x="44" y="212"/>
                </a:cubicBezTo>
                <a:cubicBezTo>
                  <a:pt x="39" y="208"/>
                  <a:pt x="39" y="200"/>
                  <a:pt x="44" y="196"/>
                </a:cubicBezTo>
                <a:cubicBezTo>
                  <a:pt x="48" y="191"/>
                  <a:pt x="56" y="191"/>
                  <a:pt x="60" y="196"/>
                </a:cubicBezTo>
                <a:cubicBezTo>
                  <a:pt x="65" y="200"/>
                  <a:pt x="65" y="208"/>
                  <a:pt x="60" y="212"/>
                </a:cubicBezTo>
                <a:close/>
                <a:moveTo>
                  <a:pt x="104" y="146"/>
                </a:moveTo>
                <a:cubicBezTo>
                  <a:pt x="70" y="180"/>
                  <a:pt x="70" y="180"/>
                  <a:pt x="70" y="180"/>
                </a:cubicBezTo>
                <a:cubicBezTo>
                  <a:pt x="76" y="186"/>
                  <a:pt x="76" y="186"/>
                  <a:pt x="76" y="186"/>
                </a:cubicBezTo>
                <a:cubicBezTo>
                  <a:pt x="110" y="152"/>
                  <a:pt x="110" y="152"/>
                  <a:pt x="110" y="152"/>
                </a:cubicBezTo>
                <a:lnTo>
                  <a:pt x="104" y="146"/>
                </a:lnTo>
                <a:close/>
                <a:moveTo>
                  <a:pt x="128" y="108"/>
                </a:moveTo>
                <a:cubicBezTo>
                  <a:pt x="117" y="108"/>
                  <a:pt x="108" y="117"/>
                  <a:pt x="108" y="128"/>
                </a:cubicBezTo>
                <a:cubicBezTo>
                  <a:pt x="108" y="139"/>
                  <a:pt x="117" y="148"/>
                  <a:pt x="128" y="148"/>
                </a:cubicBezTo>
                <a:cubicBezTo>
                  <a:pt x="139" y="148"/>
                  <a:pt x="148" y="139"/>
                  <a:pt x="148" y="128"/>
                </a:cubicBezTo>
                <a:cubicBezTo>
                  <a:pt x="148" y="117"/>
                  <a:pt x="139" y="108"/>
                  <a:pt x="128" y="108"/>
                </a:cubicBezTo>
                <a:close/>
                <a:moveTo>
                  <a:pt x="128" y="140"/>
                </a:moveTo>
                <a:cubicBezTo>
                  <a:pt x="121" y="140"/>
                  <a:pt x="116" y="135"/>
                  <a:pt x="116" y="128"/>
                </a:cubicBezTo>
                <a:cubicBezTo>
                  <a:pt x="116" y="121"/>
                  <a:pt x="121" y="116"/>
                  <a:pt x="128" y="116"/>
                </a:cubicBezTo>
                <a:cubicBezTo>
                  <a:pt x="135" y="116"/>
                  <a:pt x="140" y="121"/>
                  <a:pt x="140" y="128"/>
                </a:cubicBezTo>
                <a:cubicBezTo>
                  <a:pt x="140" y="135"/>
                  <a:pt x="135" y="140"/>
                  <a:pt x="128" y="140"/>
                </a:cubicBezTo>
                <a:close/>
                <a:moveTo>
                  <a:pt x="44" y="176"/>
                </a:moveTo>
                <a:cubicBezTo>
                  <a:pt x="35" y="153"/>
                  <a:pt x="35" y="153"/>
                  <a:pt x="35" y="153"/>
                </a:cubicBezTo>
                <a:cubicBezTo>
                  <a:pt x="28" y="156"/>
                  <a:pt x="28" y="156"/>
                  <a:pt x="28" y="156"/>
                </a:cubicBezTo>
                <a:cubicBezTo>
                  <a:pt x="37" y="179"/>
                  <a:pt x="37" y="179"/>
                  <a:pt x="37" y="179"/>
                </a:cubicBezTo>
                <a:lnTo>
                  <a:pt x="44" y="176"/>
                </a:lnTo>
                <a:close/>
                <a:moveTo>
                  <a:pt x="53" y="137"/>
                </a:moveTo>
                <a:cubicBezTo>
                  <a:pt x="50" y="136"/>
                  <a:pt x="48" y="137"/>
                  <a:pt x="47" y="139"/>
                </a:cubicBezTo>
                <a:cubicBezTo>
                  <a:pt x="46" y="141"/>
                  <a:pt x="47" y="144"/>
                  <a:pt x="49" y="145"/>
                </a:cubicBezTo>
                <a:cubicBezTo>
                  <a:pt x="81" y="157"/>
                  <a:pt x="81" y="157"/>
                  <a:pt x="81" y="157"/>
                </a:cubicBezTo>
                <a:cubicBezTo>
                  <a:pt x="81" y="158"/>
                  <a:pt x="82" y="158"/>
                  <a:pt x="82" y="158"/>
                </a:cubicBezTo>
                <a:cubicBezTo>
                  <a:pt x="84" y="158"/>
                  <a:pt x="85" y="157"/>
                  <a:pt x="86" y="155"/>
                </a:cubicBezTo>
                <a:cubicBezTo>
                  <a:pt x="87" y="153"/>
                  <a:pt x="86" y="151"/>
                  <a:pt x="84" y="150"/>
                </a:cubicBezTo>
                <a:lnTo>
                  <a:pt x="53" y="137"/>
                </a:lnTo>
                <a:close/>
                <a:moveTo>
                  <a:pt x="91" y="150"/>
                </a:moveTo>
                <a:cubicBezTo>
                  <a:pt x="91" y="150"/>
                  <a:pt x="92" y="150"/>
                  <a:pt x="92" y="150"/>
                </a:cubicBezTo>
                <a:cubicBezTo>
                  <a:pt x="94" y="149"/>
                  <a:pt x="95" y="147"/>
                  <a:pt x="95" y="144"/>
                </a:cubicBezTo>
                <a:cubicBezTo>
                  <a:pt x="83" y="117"/>
                  <a:pt x="83" y="117"/>
                  <a:pt x="83" y="117"/>
                </a:cubicBezTo>
                <a:cubicBezTo>
                  <a:pt x="82" y="115"/>
                  <a:pt x="80" y="114"/>
                  <a:pt x="78" y="115"/>
                </a:cubicBezTo>
                <a:cubicBezTo>
                  <a:pt x="76" y="116"/>
                  <a:pt x="75" y="118"/>
                  <a:pt x="76" y="120"/>
                </a:cubicBezTo>
                <a:cubicBezTo>
                  <a:pt x="87" y="148"/>
                  <a:pt x="87" y="148"/>
                  <a:pt x="87" y="148"/>
                </a:cubicBezTo>
                <a:cubicBezTo>
                  <a:pt x="88" y="149"/>
                  <a:pt x="89" y="150"/>
                  <a:pt x="91" y="150"/>
                </a:cubicBezTo>
                <a:close/>
                <a:moveTo>
                  <a:pt x="118" y="88"/>
                </a:moveTo>
                <a:cubicBezTo>
                  <a:pt x="117" y="86"/>
                  <a:pt x="115" y="85"/>
                  <a:pt x="113" y="85"/>
                </a:cubicBezTo>
                <a:cubicBezTo>
                  <a:pt x="49" y="112"/>
                  <a:pt x="49" y="112"/>
                  <a:pt x="49" y="112"/>
                </a:cubicBezTo>
                <a:cubicBezTo>
                  <a:pt x="47" y="113"/>
                  <a:pt x="46" y="115"/>
                  <a:pt x="46" y="117"/>
                </a:cubicBezTo>
                <a:cubicBezTo>
                  <a:pt x="47" y="119"/>
                  <a:pt x="49" y="120"/>
                  <a:pt x="50" y="120"/>
                </a:cubicBezTo>
                <a:cubicBezTo>
                  <a:pt x="51" y="120"/>
                  <a:pt x="51" y="119"/>
                  <a:pt x="52" y="119"/>
                </a:cubicBezTo>
                <a:cubicBezTo>
                  <a:pt x="116" y="93"/>
                  <a:pt x="116" y="93"/>
                  <a:pt x="116" y="93"/>
                </a:cubicBezTo>
                <a:cubicBezTo>
                  <a:pt x="118" y="92"/>
                  <a:pt x="119" y="90"/>
                  <a:pt x="118" y="88"/>
                </a:cubicBezTo>
                <a:close/>
                <a:moveTo>
                  <a:pt x="103" y="35"/>
                </a:moveTo>
                <a:cubicBezTo>
                  <a:pt x="100" y="28"/>
                  <a:pt x="100" y="28"/>
                  <a:pt x="100" y="28"/>
                </a:cubicBezTo>
                <a:cubicBezTo>
                  <a:pt x="77" y="37"/>
                  <a:pt x="77" y="37"/>
                  <a:pt x="77" y="37"/>
                </a:cubicBezTo>
                <a:cubicBezTo>
                  <a:pt x="80" y="44"/>
                  <a:pt x="80" y="44"/>
                  <a:pt x="80" y="44"/>
                </a:cubicBezTo>
                <a:lnTo>
                  <a:pt x="103" y="35"/>
                </a:lnTo>
                <a:close/>
                <a:moveTo>
                  <a:pt x="113" y="82"/>
                </a:moveTo>
                <a:cubicBezTo>
                  <a:pt x="113" y="82"/>
                  <a:pt x="114" y="82"/>
                  <a:pt x="114" y="82"/>
                </a:cubicBezTo>
                <a:cubicBezTo>
                  <a:pt x="116" y="82"/>
                  <a:pt x="118" y="81"/>
                  <a:pt x="118" y="80"/>
                </a:cubicBezTo>
                <a:cubicBezTo>
                  <a:pt x="119" y="77"/>
                  <a:pt x="118" y="75"/>
                  <a:pt x="116" y="74"/>
                </a:cubicBezTo>
                <a:cubicBezTo>
                  <a:pt x="84" y="61"/>
                  <a:pt x="84" y="61"/>
                  <a:pt x="84" y="61"/>
                </a:cubicBezTo>
                <a:cubicBezTo>
                  <a:pt x="82" y="60"/>
                  <a:pt x="80" y="61"/>
                  <a:pt x="79" y="63"/>
                </a:cubicBezTo>
                <a:cubicBezTo>
                  <a:pt x="78" y="65"/>
                  <a:pt x="79" y="68"/>
                  <a:pt x="81" y="68"/>
                </a:cubicBezTo>
                <a:lnTo>
                  <a:pt x="113" y="82"/>
                </a:lnTo>
                <a:close/>
                <a:moveTo>
                  <a:pt x="63" y="79"/>
                </a:moveTo>
                <a:cubicBezTo>
                  <a:pt x="61" y="80"/>
                  <a:pt x="60" y="82"/>
                  <a:pt x="61" y="85"/>
                </a:cubicBezTo>
                <a:cubicBezTo>
                  <a:pt x="65" y="94"/>
                  <a:pt x="65" y="94"/>
                  <a:pt x="65" y="94"/>
                </a:cubicBezTo>
                <a:cubicBezTo>
                  <a:pt x="66" y="96"/>
                  <a:pt x="67" y="97"/>
                  <a:pt x="69" y="97"/>
                </a:cubicBezTo>
                <a:cubicBezTo>
                  <a:pt x="69" y="97"/>
                  <a:pt x="70" y="97"/>
                  <a:pt x="70" y="96"/>
                </a:cubicBezTo>
                <a:cubicBezTo>
                  <a:pt x="72" y="96"/>
                  <a:pt x="73" y="93"/>
                  <a:pt x="73" y="91"/>
                </a:cubicBezTo>
                <a:cubicBezTo>
                  <a:pt x="69" y="81"/>
                  <a:pt x="69" y="81"/>
                  <a:pt x="69" y="81"/>
                </a:cubicBezTo>
                <a:cubicBezTo>
                  <a:pt x="68" y="79"/>
                  <a:pt x="65" y="78"/>
                  <a:pt x="63" y="79"/>
                </a:cubicBezTo>
                <a:close/>
                <a:moveTo>
                  <a:pt x="52" y="72"/>
                </a:moveTo>
                <a:cubicBezTo>
                  <a:pt x="57" y="72"/>
                  <a:pt x="62" y="70"/>
                  <a:pt x="66" y="66"/>
                </a:cubicBezTo>
                <a:cubicBezTo>
                  <a:pt x="74" y="58"/>
                  <a:pt x="74" y="46"/>
                  <a:pt x="66" y="38"/>
                </a:cubicBezTo>
                <a:cubicBezTo>
                  <a:pt x="58" y="30"/>
                  <a:pt x="46" y="30"/>
                  <a:pt x="38" y="38"/>
                </a:cubicBezTo>
                <a:cubicBezTo>
                  <a:pt x="30" y="46"/>
                  <a:pt x="30" y="58"/>
                  <a:pt x="38" y="66"/>
                </a:cubicBezTo>
                <a:cubicBezTo>
                  <a:pt x="42" y="70"/>
                  <a:pt x="47" y="72"/>
                  <a:pt x="52" y="72"/>
                </a:cubicBezTo>
                <a:close/>
                <a:moveTo>
                  <a:pt x="44" y="44"/>
                </a:moveTo>
                <a:cubicBezTo>
                  <a:pt x="46" y="41"/>
                  <a:pt x="49" y="40"/>
                  <a:pt x="52" y="40"/>
                </a:cubicBezTo>
                <a:cubicBezTo>
                  <a:pt x="55" y="40"/>
                  <a:pt x="58" y="41"/>
                  <a:pt x="60" y="44"/>
                </a:cubicBezTo>
                <a:cubicBezTo>
                  <a:pt x="65" y="48"/>
                  <a:pt x="65" y="56"/>
                  <a:pt x="60" y="60"/>
                </a:cubicBezTo>
                <a:cubicBezTo>
                  <a:pt x="56" y="65"/>
                  <a:pt x="48" y="65"/>
                  <a:pt x="44" y="60"/>
                </a:cubicBezTo>
                <a:cubicBezTo>
                  <a:pt x="39" y="56"/>
                  <a:pt x="39" y="48"/>
                  <a:pt x="44" y="44"/>
                </a:cubicBezTo>
                <a:close/>
                <a:moveTo>
                  <a:pt x="212" y="80"/>
                </a:moveTo>
                <a:cubicBezTo>
                  <a:pt x="221" y="103"/>
                  <a:pt x="221" y="103"/>
                  <a:pt x="221" y="103"/>
                </a:cubicBezTo>
                <a:cubicBezTo>
                  <a:pt x="228" y="100"/>
                  <a:pt x="228" y="100"/>
                  <a:pt x="228" y="100"/>
                </a:cubicBezTo>
                <a:cubicBezTo>
                  <a:pt x="219" y="77"/>
                  <a:pt x="219" y="77"/>
                  <a:pt x="219" y="77"/>
                </a:cubicBezTo>
                <a:lnTo>
                  <a:pt x="212" y="80"/>
                </a:lnTo>
                <a:close/>
                <a:moveTo>
                  <a:pt x="101" y="170"/>
                </a:moveTo>
                <a:cubicBezTo>
                  <a:pt x="99" y="171"/>
                  <a:pt x="98" y="173"/>
                  <a:pt x="99" y="175"/>
                </a:cubicBezTo>
                <a:cubicBezTo>
                  <a:pt x="111" y="207"/>
                  <a:pt x="111" y="207"/>
                  <a:pt x="111" y="207"/>
                </a:cubicBezTo>
                <a:cubicBezTo>
                  <a:pt x="112" y="208"/>
                  <a:pt x="114" y="209"/>
                  <a:pt x="115" y="209"/>
                </a:cubicBezTo>
                <a:cubicBezTo>
                  <a:pt x="116" y="209"/>
                  <a:pt x="116" y="209"/>
                  <a:pt x="117" y="209"/>
                </a:cubicBezTo>
                <a:cubicBezTo>
                  <a:pt x="119" y="208"/>
                  <a:pt x="120" y="206"/>
                  <a:pt x="119" y="203"/>
                </a:cubicBezTo>
                <a:cubicBezTo>
                  <a:pt x="106" y="172"/>
                  <a:pt x="106" y="172"/>
                  <a:pt x="106" y="172"/>
                </a:cubicBezTo>
                <a:cubicBezTo>
                  <a:pt x="105" y="170"/>
                  <a:pt x="103" y="169"/>
                  <a:pt x="101" y="170"/>
                </a:cubicBezTo>
                <a:close/>
                <a:moveTo>
                  <a:pt x="128" y="40"/>
                </a:moveTo>
                <a:cubicBezTo>
                  <a:pt x="139" y="40"/>
                  <a:pt x="148" y="31"/>
                  <a:pt x="148" y="20"/>
                </a:cubicBezTo>
                <a:cubicBezTo>
                  <a:pt x="148" y="9"/>
                  <a:pt x="139" y="0"/>
                  <a:pt x="128" y="0"/>
                </a:cubicBezTo>
                <a:cubicBezTo>
                  <a:pt x="117" y="0"/>
                  <a:pt x="108" y="9"/>
                  <a:pt x="108" y="20"/>
                </a:cubicBezTo>
                <a:cubicBezTo>
                  <a:pt x="108" y="31"/>
                  <a:pt x="117" y="40"/>
                  <a:pt x="128" y="40"/>
                </a:cubicBezTo>
                <a:close/>
                <a:moveTo>
                  <a:pt x="128" y="8"/>
                </a:moveTo>
                <a:cubicBezTo>
                  <a:pt x="135" y="8"/>
                  <a:pt x="140" y="13"/>
                  <a:pt x="140" y="20"/>
                </a:cubicBezTo>
                <a:cubicBezTo>
                  <a:pt x="140" y="27"/>
                  <a:pt x="135" y="32"/>
                  <a:pt x="128" y="32"/>
                </a:cubicBezTo>
                <a:cubicBezTo>
                  <a:pt x="121" y="32"/>
                  <a:pt x="116" y="27"/>
                  <a:pt x="116" y="20"/>
                </a:cubicBezTo>
                <a:cubicBezTo>
                  <a:pt x="116" y="13"/>
                  <a:pt x="121" y="8"/>
                  <a:pt x="128" y="8"/>
                </a:cubicBezTo>
                <a:close/>
                <a:moveTo>
                  <a:pt x="153" y="221"/>
                </a:moveTo>
                <a:cubicBezTo>
                  <a:pt x="156" y="228"/>
                  <a:pt x="156" y="228"/>
                  <a:pt x="156" y="228"/>
                </a:cubicBezTo>
                <a:cubicBezTo>
                  <a:pt x="179" y="219"/>
                  <a:pt x="179" y="219"/>
                  <a:pt x="179" y="219"/>
                </a:cubicBezTo>
                <a:cubicBezTo>
                  <a:pt x="176" y="212"/>
                  <a:pt x="176" y="212"/>
                  <a:pt x="176" y="212"/>
                </a:cubicBezTo>
                <a:lnTo>
                  <a:pt x="153" y="221"/>
                </a:lnTo>
                <a:close/>
                <a:moveTo>
                  <a:pt x="212" y="176"/>
                </a:moveTo>
                <a:cubicBezTo>
                  <a:pt x="219" y="179"/>
                  <a:pt x="219" y="179"/>
                  <a:pt x="219" y="179"/>
                </a:cubicBezTo>
                <a:cubicBezTo>
                  <a:pt x="228" y="156"/>
                  <a:pt x="228" y="156"/>
                  <a:pt x="228" y="156"/>
                </a:cubicBezTo>
                <a:cubicBezTo>
                  <a:pt x="221" y="153"/>
                  <a:pt x="221" y="153"/>
                  <a:pt x="221" y="153"/>
                </a:cubicBezTo>
                <a:lnTo>
                  <a:pt x="212" y="176"/>
                </a:lnTo>
                <a:close/>
                <a:moveTo>
                  <a:pt x="40" y="128"/>
                </a:moveTo>
                <a:cubicBezTo>
                  <a:pt x="40" y="117"/>
                  <a:pt x="31" y="108"/>
                  <a:pt x="20" y="108"/>
                </a:cubicBezTo>
                <a:cubicBezTo>
                  <a:pt x="9" y="108"/>
                  <a:pt x="0" y="117"/>
                  <a:pt x="0" y="128"/>
                </a:cubicBezTo>
                <a:cubicBezTo>
                  <a:pt x="0" y="139"/>
                  <a:pt x="9" y="148"/>
                  <a:pt x="20" y="148"/>
                </a:cubicBezTo>
                <a:cubicBezTo>
                  <a:pt x="31" y="148"/>
                  <a:pt x="40" y="139"/>
                  <a:pt x="40" y="128"/>
                </a:cubicBezTo>
                <a:close/>
                <a:moveTo>
                  <a:pt x="20" y="140"/>
                </a:moveTo>
                <a:cubicBezTo>
                  <a:pt x="13" y="140"/>
                  <a:pt x="8" y="135"/>
                  <a:pt x="8" y="128"/>
                </a:cubicBezTo>
                <a:cubicBezTo>
                  <a:pt x="8" y="121"/>
                  <a:pt x="13" y="116"/>
                  <a:pt x="20" y="116"/>
                </a:cubicBezTo>
                <a:cubicBezTo>
                  <a:pt x="27" y="116"/>
                  <a:pt x="32" y="121"/>
                  <a:pt x="32" y="128"/>
                </a:cubicBezTo>
                <a:cubicBezTo>
                  <a:pt x="32" y="135"/>
                  <a:pt x="27" y="140"/>
                  <a:pt x="20" y="140"/>
                </a:cubicBezTo>
                <a:close/>
                <a:moveTo>
                  <a:pt x="236" y="108"/>
                </a:moveTo>
                <a:cubicBezTo>
                  <a:pt x="225" y="108"/>
                  <a:pt x="216" y="117"/>
                  <a:pt x="216" y="128"/>
                </a:cubicBezTo>
                <a:cubicBezTo>
                  <a:pt x="216" y="139"/>
                  <a:pt x="225" y="148"/>
                  <a:pt x="236" y="148"/>
                </a:cubicBezTo>
                <a:cubicBezTo>
                  <a:pt x="247" y="148"/>
                  <a:pt x="256" y="139"/>
                  <a:pt x="256" y="128"/>
                </a:cubicBezTo>
                <a:cubicBezTo>
                  <a:pt x="256" y="117"/>
                  <a:pt x="247" y="108"/>
                  <a:pt x="236" y="108"/>
                </a:cubicBezTo>
                <a:close/>
                <a:moveTo>
                  <a:pt x="236" y="140"/>
                </a:moveTo>
                <a:cubicBezTo>
                  <a:pt x="229" y="140"/>
                  <a:pt x="224" y="135"/>
                  <a:pt x="224" y="128"/>
                </a:cubicBezTo>
                <a:cubicBezTo>
                  <a:pt x="224" y="121"/>
                  <a:pt x="229" y="116"/>
                  <a:pt x="236" y="116"/>
                </a:cubicBezTo>
                <a:cubicBezTo>
                  <a:pt x="243" y="116"/>
                  <a:pt x="248" y="121"/>
                  <a:pt x="248" y="128"/>
                </a:cubicBezTo>
                <a:cubicBezTo>
                  <a:pt x="248" y="135"/>
                  <a:pt x="243" y="140"/>
                  <a:pt x="236" y="140"/>
                </a:cubicBezTo>
                <a:close/>
                <a:moveTo>
                  <a:pt x="190" y="190"/>
                </a:moveTo>
                <a:cubicBezTo>
                  <a:pt x="182" y="198"/>
                  <a:pt x="182" y="210"/>
                  <a:pt x="190" y="218"/>
                </a:cubicBezTo>
                <a:cubicBezTo>
                  <a:pt x="194" y="222"/>
                  <a:pt x="199" y="224"/>
                  <a:pt x="204" y="224"/>
                </a:cubicBezTo>
                <a:cubicBezTo>
                  <a:pt x="209" y="224"/>
                  <a:pt x="214" y="222"/>
                  <a:pt x="218" y="218"/>
                </a:cubicBezTo>
                <a:cubicBezTo>
                  <a:pt x="226" y="210"/>
                  <a:pt x="226" y="198"/>
                  <a:pt x="218" y="190"/>
                </a:cubicBezTo>
                <a:cubicBezTo>
                  <a:pt x="210" y="182"/>
                  <a:pt x="198" y="182"/>
                  <a:pt x="190" y="190"/>
                </a:cubicBezTo>
                <a:close/>
                <a:moveTo>
                  <a:pt x="212" y="212"/>
                </a:moveTo>
                <a:cubicBezTo>
                  <a:pt x="208" y="217"/>
                  <a:pt x="200" y="217"/>
                  <a:pt x="196" y="212"/>
                </a:cubicBezTo>
                <a:cubicBezTo>
                  <a:pt x="191" y="208"/>
                  <a:pt x="191" y="200"/>
                  <a:pt x="196" y="196"/>
                </a:cubicBezTo>
                <a:cubicBezTo>
                  <a:pt x="200" y="191"/>
                  <a:pt x="208" y="191"/>
                  <a:pt x="212" y="196"/>
                </a:cubicBezTo>
                <a:cubicBezTo>
                  <a:pt x="217" y="200"/>
                  <a:pt x="217" y="208"/>
                  <a:pt x="212" y="212"/>
                </a:cubicBezTo>
                <a:close/>
                <a:moveTo>
                  <a:pt x="173" y="195"/>
                </a:moveTo>
                <a:cubicBezTo>
                  <a:pt x="175" y="195"/>
                  <a:pt x="176" y="194"/>
                  <a:pt x="177" y="193"/>
                </a:cubicBezTo>
                <a:cubicBezTo>
                  <a:pt x="178" y="191"/>
                  <a:pt x="177" y="188"/>
                  <a:pt x="175" y="187"/>
                </a:cubicBezTo>
                <a:cubicBezTo>
                  <a:pt x="112" y="162"/>
                  <a:pt x="112" y="162"/>
                  <a:pt x="112" y="162"/>
                </a:cubicBezTo>
                <a:cubicBezTo>
                  <a:pt x="110" y="161"/>
                  <a:pt x="107" y="162"/>
                  <a:pt x="106" y="164"/>
                </a:cubicBezTo>
                <a:cubicBezTo>
                  <a:pt x="106" y="166"/>
                  <a:pt x="107" y="168"/>
                  <a:pt x="109" y="169"/>
                </a:cubicBezTo>
                <a:cubicBezTo>
                  <a:pt x="171" y="195"/>
                  <a:pt x="171" y="195"/>
                  <a:pt x="171" y="195"/>
                </a:cubicBezTo>
                <a:cubicBezTo>
                  <a:pt x="172" y="195"/>
                  <a:pt x="172" y="195"/>
                  <a:pt x="173" y="195"/>
                </a:cubicBezTo>
                <a:close/>
                <a:moveTo>
                  <a:pt x="77" y="219"/>
                </a:moveTo>
                <a:cubicBezTo>
                  <a:pt x="100" y="228"/>
                  <a:pt x="100" y="228"/>
                  <a:pt x="100" y="228"/>
                </a:cubicBezTo>
                <a:cubicBezTo>
                  <a:pt x="103" y="221"/>
                  <a:pt x="103" y="221"/>
                  <a:pt x="103" y="221"/>
                </a:cubicBezTo>
                <a:cubicBezTo>
                  <a:pt x="80" y="212"/>
                  <a:pt x="80" y="212"/>
                  <a:pt x="80" y="212"/>
                </a:cubicBezTo>
                <a:lnTo>
                  <a:pt x="77" y="219"/>
                </a:lnTo>
                <a:close/>
                <a:moveTo>
                  <a:pt x="200" y="86"/>
                </a:moveTo>
                <a:cubicBezTo>
                  <a:pt x="200" y="170"/>
                  <a:pt x="200" y="170"/>
                  <a:pt x="200" y="170"/>
                </a:cubicBezTo>
                <a:cubicBezTo>
                  <a:pt x="200" y="172"/>
                  <a:pt x="202" y="174"/>
                  <a:pt x="204" y="174"/>
                </a:cubicBezTo>
                <a:cubicBezTo>
                  <a:pt x="206" y="174"/>
                  <a:pt x="208" y="172"/>
                  <a:pt x="208" y="170"/>
                </a:cubicBezTo>
                <a:cubicBezTo>
                  <a:pt x="208" y="86"/>
                  <a:pt x="208" y="86"/>
                  <a:pt x="208" y="86"/>
                </a:cubicBezTo>
                <a:cubicBezTo>
                  <a:pt x="208" y="84"/>
                  <a:pt x="206" y="82"/>
                  <a:pt x="204" y="82"/>
                </a:cubicBezTo>
                <a:cubicBezTo>
                  <a:pt x="202" y="82"/>
                  <a:pt x="200" y="84"/>
                  <a:pt x="200" y="86"/>
                </a:cubicBezTo>
                <a:close/>
                <a:moveTo>
                  <a:pt x="204" y="72"/>
                </a:moveTo>
                <a:cubicBezTo>
                  <a:pt x="209" y="72"/>
                  <a:pt x="214" y="70"/>
                  <a:pt x="218" y="66"/>
                </a:cubicBezTo>
                <a:cubicBezTo>
                  <a:pt x="226" y="58"/>
                  <a:pt x="226" y="46"/>
                  <a:pt x="218" y="38"/>
                </a:cubicBezTo>
                <a:cubicBezTo>
                  <a:pt x="210" y="30"/>
                  <a:pt x="198" y="30"/>
                  <a:pt x="190" y="38"/>
                </a:cubicBezTo>
                <a:cubicBezTo>
                  <a:pt x="182" y="46"/>
                  <a:pt x="182" y="58"/>
                  <a:pt x="190" y="66"/>
                </a:cubicBezTo>
                <a:cubicBezTo>
                  <a:pt x="194" y="70"/>
                  <a:pt x="199" y="72"/>
                  <a:pt x="204" y="72"/>
                </a:cubicBezTo>
                <a:close/>
                <a:moveTo>
                  <a:pt x="196" y="44"/>
                </a:moveTo>
                <a:cubicBezTo>
                  <a:pt x="198" y="41"/>
                  <a:pt x="201" y="40"/>
                  <a:pt x="204" y="40"/>
                </a:cubicBezTo>
                <a:cubicBezTo>
                  <a:pt x="207" y="40"/>
                  <a:pt x="210" y="41"/>
                  <a:pt x="212" y="44"/>
                </a:cubicBezTo>
                <a:cubicBezTo>
                  <a:pt x="217" y="48"/>
                  <a:pt x="217" y="56"/>
                  <a:pt x="212" y="60"/>
                </a:cubicBezTo>
                <a:cubicBezTo>
                  <a:pt x="208" y="65"/>
                  <a:pt x="200" y="65"/>
                  <a:pt x="196" y="60"/>
                </a:cubicBezTo>
                <a:cubicBezTo>
                  <a:pt x="191" y="56"/>
                  <a:pt x="191" y="48"/>
                  <a:pt x="196" y="44"/>
                </a:cubicBezTo>
                <a:close/>
                <a:moveTo>
                  <a:pt x="193" y="111"/>
                </a:moveTo>
                <a:cubicBezTo>
                  <a:pt x="194" y="109"/>
                  <a:pt x="193" y="106"/>
                  <a:pt x="191" y="105"/>
                </a:cubicBezTo>
                <a:cubicBezTo>
                  <a:pt x="144" y="86"/>
                  <a:pt x="144" y="86"/>
                  <a:pt x="144" y="86"/>
                </a:cubicBezTo>
                <a:cubicBezTo>
                  <a:pt x="142" y="85"/>
                  <a:pt x="139" y="86"/>
                  <a:pt x="138" y="88"/>
                </a:cubicBezTo>
                <a:cubicBezTo>
                  <a:pt x="138" y="90"/>
                  <a:pt x="139" y="92"/>
                  <a:pt x="141" y="93"/>
                </a:cubicBezTo>
                <a:cubicBezTo>
                  <a:pt x="188" y="113"/>
                  <a:pt x="188" y="113"/>
                  <a:pt x="188" y="113"/>
                </a:cubicBezTo>
                <a:cubicBezTo>
                  <a:pt x="189" y="113"/>
                  <a:pt x="189" y="113"/>
                  <a:pt x="190" y="113"/>
                </a:cubicBezTo>
                <a:cubicBezTo>
                  <a:pt x="191" y="113"/>
                  <a:pt x="193" y="112"/>
                  <a:pt x="193" y="111"/>
                </a:cubicBezTo>
                <a:close/>
                <a:moveTo>
                  <a:pt x="152" y="146"/>
                </a:moveTo>
                <a:cubicBezTo>
                  <a:pt x="146" y="152"/>
                  <a:pt x="146" y="152"/>
                  <a:pt x="146" y="152"/>
                </a:cubicBezTo>
                <a:cubicBezTo>
                  <a:pt x="180" y="186"/>
                  <a:pt x="180" y="186"/>
                  <a:pt x="180" y="186"/>
                </a:cubicBezTo>
                <a:cubicBezTo>
                  <a:pt x="186" y="180"/>
                  <a:pt x="186" y="180"/>
                  <a:pt x="186" y="180"/>
                </a:cubicBezTo>
                <a:lnTo>
                  <a:pt x="152" y="146"/>
                </a:lnTo>
                <a:close/>
                <a:moveTo>
                  <a:pt x="179" y="37"/>
                </a:moveTo>
                <a:cubicBezTo>
                  <a:pt x="156" y="28"/>
                  <a:pt x="156" y="28"/>
                  <a:pt x="156" y="28"/>
                </a:cubicBezTo>
                <a:cubicBezTo>
                  <a:pt x="153" y="35"/>
                  <a:pt x="153" y="35"/>
                  <a:pt x="153" y="35"/>
                </a:cubicBezTo>
                <a:cubicBezTo>
                  <a:pt x="176" y="44"/>
                  <a:pt x="176" y="44"/>
                  <a:pt x="176" y="44"/>
                </a:cubicBezTo>
                <a:lnTo>
                  <a:pt x="179" y="37"/>
                </a:lnTo>
                <a:close/>
                <a:moveTo>
                  <a:pt x="186" y="124"/>
                </a:moveTo>
                <a:cubicBezTo>
                  <a:pt x="162" y="124"/>
                  <a:pt x="162" y="124"/>
                  <a:pt x="162" y="124"/>
                </a:cubicBezTo>
                <a:cubicBezTo>
                  <a:pt x="160" y="124"/>
                  <a:pt x="158" y="126"/>
                  <a:pt x="158" y="128"/>
                </a:cubicBezTo>
                <a:cubicBezTo>
                  <a:pt x="158" y="130"/>
                  <a:pt x="160" y="132"/>
                  <a:pt x="162" y="132"/>
                </a:cubicBezTo>
                <a:cubicBezTo>
                  <a:pt x="186" y="132"/>
                  <a:pt x="186" y="132"/>
                  <a:pt x="186" y="132"/>
                </a:cubicBezTo>
                <a:cubicBezTo>
                  <a:pt x="188" y="132"/>
                  <a:pt x="190" y="130"/>
                  <a:pt x="190" y="128"/>
                </a:cubicBezTo>
                <a:cubicBezTo>
                  <a:pt x="190" y="126"/>
                  <a:pt x="188" y="124"/>
                  <a:pt x="186" y="124"/>
                </a:cubicBezTo>
                <a:close/>
                <a:moveTo>
                  <a:pt x="142" y="82"/>
                </a:moveTo>
                <a:cubicBezTo>
                  <a:pt x="142" y="82"/>
                  <a:pt x="143" y="82"/>
                  <a:pt x="143" y="81"/>
                </a:cubicBezTo>
                <a:cubicBezTo>
                  <a:pt x="175" y="68"/>
                  <a:pt x="175" y="68"/>
                  <a:pt x="175" y="68"/>
                </a:cubicBezTo>
                <a:cubicBezTo>
                  <a:pt x="177" y="67"/>
                  <a:pt x="178" y="65"/>
                  <a:pt x="178" y="63"/>
                </a:cubicBezTo>
                <a:cubicBezTo>
                  <a:pt x="177" y="61"/>
                  <a:pt x="174" y="60"/>
                  <a:pt x="172" y="61"/>
                </a:cubicBezTo>
                <a:cubicBezTo>
                  <a:pt x="140" y="74"/>
                  <a:pt x="140" y="74"/>
                  <a:pt x="140" y="74"/>
                </a:cubicBezTo>
                <a:cubicBezTo>
                  <a:pt x="138" y="75"/>
                  <a:pt x="137" y="77"/>
                  <a:pt x="138" y="79"/>
                </a:cubicBezTo>
                <a:cubicBezTo>
                  <a:pt x="139" y="81"/>
                  <a:pt x="140" y="82"/>
                  <a:pt x="142" y="8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41" name="Freeform 112">
            <a:extLst>
              <a:ext uri="{FF2B5EF4-FFF2-40B4-BE49-F238E27FC236}">
                <a16:creationId xmlns:a16="http://schemas.microsoft.com/office/drawing/2014/main" id="{DDE41024-7C29-4127-BFF6-E48C33361503}"/>
              </a:ext>
            </a:extLst>
          </p:cNvPr>
          <p:cNvSpPr>
            <a:spLocks noChangeAspect="1" noEditPoints="1"/>
          </p:cNvSpPr>
          <p:nvPr/>
        </p:nvSpPr>
        <p:spPr bwMode="auto">
          <a:xfrm>
            <a:off x="1576453" y="2430463"/>
            <a:ext cx="328612" cy="400050"/>
          </a:xfrm>
          <a:custGeom>
            <a:avLst/>
            <a:gdLst>
              <a:gd name="T0" fmla="*/ 68 w 212"/>
              <a:gd name="T1" fmla="*/ 44 h 256"/>
              <a:gd name="T2" fmla="*/ 28 w 212"/>
              <a:gd name="T3" fmla="*/ 44 h 256"/>
              <a:gd name="T4" fmla="*/ 48 w 212"/>
              <a:gd name="T5" fmla="*/ 32 h 256"/>
              <a:gd name="T6" fmla="*/ 48 w 212"/>
              <a:gd name="T7" fmla="*/ 56 h 256"/>
              <a:gd name="T8" fmla="*/ 48 w 212"/>
              <a:gd name="T9" fmla="*/ 32 h 256"/>
              <a:gd name="T10" fmla="*/ 0 w 212"/>
              <a:gd name="T11" fmla="*/ 132 h 256"/>
              <a:gd name="T12" fmla="*/ 40 w 212"/>
              <a:gd name="T13" fmla="*/ 132 h 256"/>
              <a:gd name="T14" fmla="*/ 20 w 212"/>
              <a:gd name="T15" fmla="*/ 144 h 256"/>
              <a:gd name="T16" fmla="*/ 20 w 212"/>
              <a:gd name="T17" fmla="*/ 120 h 256"/>
              <a:gd name="T18" fmla="*/ 20 w 212"/>
              <a:gd name="T19" fmla="*/ 144 h 256"/>
              <a:gd name="T20" fmla="*/ 172 w 212"/>
              <a:gd name="T21" fmla="*/ 128 h 256"/>
              <a:gd name="T22" fmla="*/ 212 w 212"/>
              <a:gd name="T23" fmla="*/ 128 h 256"/>
              <a:gd name="T24" fmla="*/ 192 w 212"/>
              <a:gd name="T25" fmla="*/ 140 h 256"/>
              <a:gd name="T26" fmla="*/ 192 w 212"/>
              <a:gd name="T27" fmla="*/ 116 h 256"/>
              <a:gd name="T28" fmla="*/ 192 w 212"/>
              <a:gd name="T29" fmla="*/ 140 h 256"/>
              <a:gd name="T30" fmla="*/ 196 w 212"/>
              <a:gd name="T31" fmla="*/ 52 h 256"/>
              <a:gd name="T32" fmla="*/ 156 w 212"/>
              <a:gd name="T33" fmla="*/ 52 h 256"/>
              <a:gd name="T34" fmla="*/ 176 w 212"/>
              <a:gd name="T35" fmla="*/ 40 h 256"/>
              <a:gd name="T36" fmla="*/ 176 w 212"/>
              <a:gd name="T37" fmla="*/ 64 h 256"/>
              <a:gd name="T38" fmla="*/ 176 w 212"/>
              <a:gd name="T39" fmla="*/ 40 h 256"/>
              <a:gd name="T40" fmla="*/ 148 w 212"/>
              <a:gd name="T41" fmla="*/ 20 h 256"/>
              <a:gd name="T42" fmla="*/ 108 w 212"/>
              <a:gd name="T43" fmla="*/ 20 h 256"/>
              <a:gd name="T44" fmla="*/ 128 w 212"/>
              <a:gd name="T45" fmla="*/ 8 h 256"/>
              <a:gd name="T46" fmla="*/ 128 w 212"/>
              <a:gd name="T47" fmla="*/ 32 h 256"/>
              <a:gd name="T48" fmla="*/ 128 w 212"/>
              <a:gd name="T49" fmla="*/ 8 h 256"/>
              <a:gd name="T50" fmla="*/ 68 w 212"/>
              <a:gd name="T51" fmla="*/ 92 h 256"/>
              <a:gd name="T52" fmla="*/ 108 w 212"/>
              <a:gd name="T53" fmla="*/ 92 h 256"/>
              <a:gd name="T54" fmla="*/ 88 w 212"/>
              <a:gd name="T55" fmla="*/ 104 h 256"/>
              <a:gd name="T56" fmla="*/ 88 w 212"/>
              <a:gd name="T57" fmla="*/ 80 h 256"/>
              <a:gd name="T58" fmla="*/ 88 w 212"/>
              <a:gd name="T59" fmla="*/ 104 h 256"/>
              <a:gd name="T60" fmla="*/ 44 w 212"/>
              <a:gd name="T61" fmla="*/ 192 h 256"/>
              <a:gd name="T62" fmla="*/ 36 w 212"/>
              <a:gd name="T63" fmla="*/ 152 h 256"/>
              <a:gd name="T64" fmla="*/ 52 w 212"/>
              <a:gd name="T65" fmla="*/ 106 h 256"/>
              <a:gd name="T66" fmla="*/ 44 w 212"/>
              <a:gd name="T67" fmla="*/ 72 h 256"/>
              <a:gd name="T68" fmla="*/ 45 w 212"/>
              <a:gd name="T69" fmla="*/ 111 h 256"/>
              <a:gd name="T70" fmla="*/ 60 w 212"/>
              <a:gd name="T71" fmla="*/ 216 h 256"/>
              <a:gd name="T72" fmla="*/ 68 w 212"/>
              <a:gd name="T73" fmla="*/ 124 h 256"/>
              <a:gd name="T74" fmla="*/ 52 w 212"/>
              <a:gd name="T75" fmla="*/ 106 h 256"/>
              <a:gd name="T76" fmla="*/ 92 w 212"/>
              <a:gd name="T77" fmla="*/ 256 h 256"/>
              <a:gd name="T78" fmla="*/ 84 w 212"/>
              <a:gd name="T79" fmla="*/ 120 h 256"/>
              <a:gd name="T80" fmla="*/ 132 w 212"/>
              <a:gd name="T81" fmla="*/ 48 h 256"/>
              <a:gd name="T82" fmla="*/ 124 w 212"/>
              <a:gd name="T83" fmla="*/ 106 h 256"/>
              <a:gd name="T84" fmla="*/ 108 w 212"/>
              <a:gd name="T85" fmla="*/ 124 h 256"/>
              <a:gd name="T86" fmla="*/ 116 w 212"/>
              <a:gd name="T87" fmla="*/ 232 h 256"/>
              <a:gd name="T88" fmla="*/ 131 w 212"/>
              <a:gd name="T89" fmla="*/ 111 h 256"/>
              <a:gd name="T90" fmla="*/ 132 w 212"/>
              <a:gd name="T91" fmla="*/ 48 h 256"/>
              <a:gd name="T92" fmla="*/ 180 w 212"/>
              <a:gd name="T93" fmla="*/ 80 h 256"/>
              <a:gd name="T94" fmla="*/ 172 w 212"/>
              <a:gd name="T95" fmla="*/ 91 h 256"/>
              <a:gd name="T96" fmla="*/ 132 w 212"/>
              <a:gd name="T97" fmla="*/ 140 h 256"/>
              <a:gd name="T98" fmla="*/ 140 w 212"/>
              <a:gd name="T99" fmla="*/ 216 h 256"/>
              <a:gd name="T100" fmla="*/ 179 w 212"/>
              <a:gd name="T101" fmla="*/ 95 h 256"/>
              <a:gd name="T102" fmla="*/ 157 w 212"/>
              <a:gd name="T103" fmla="*/ 153 h 256"/>
              <a:gd name="T104" fmla="*/ 156 w 212"/>
              <a:gd name="T105" fmla="*/ 192 h 256"/>
              <a:gd name="T106" fmla="*/ 164 w 212"/>
              <a:gd name="T107" fmla="*/ 158 h 256"/>
              <a:gd name="T108" fmla="*/ 168 w 212"/>
              <a:gd name="T109" fmla="*/ 14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2" h="256">
                <a:moveTo>
                  <a:pt x="48" y="64"/>
                </a:moveTo>
                <a:cubicBezTo>
                  <a:pt x="59" y="64"/>
                  <a:pt x="68" y="55"/>
                  <a:pt x="68" y="44"/>
                </a:cubicBezTo>
                <a:cubicBezTo>
                  <a:pt x="68" y="33"/>
                  <a:pt x="59" y="24"/>
                  <a:pt x="48" y="24"/>
                </a:cubicBezTo>
                <a:cubicBezTo>
                  <a:pt x="37" y="24"/>
                  <a:pt x="28" y="33"/>
                  <a:pt x="28" y="44"/>
                </a:cubicBezTo>
                <a:cubicBezTo>
                  <a:pt x="28" y="55"/>
                  <a:pt x="37" y="64"/>
                  <a:pt x="48" y="64"/>
                </a:cubicBezTo>
                <a:close/>
                <a:moveTo>
                  <a:pt x="48" y="32"/>
                </a:moveTo>
                <a:cubicBezTo>
                  <a:pt x="55" y="32"/>
                  <a:pt x="60" y="37"/>
                  <a:pt x="60" y="44"/>
                </a:cubicBezTo>
                <a:cubicBezTo>
                  <a:pt x="60" y="51"/>
                  <a:pt x="55" y="56"/>
                  <a:pt x="48" y="56"/>
                </a:cubicBezTo>
                <a:cubicBezTo>
                  <a:pt x="41" y="56"/>
                  <a:pt x="36" y="51"/>
                  <a:pt x="36" y="44"/>
                </a:cubicBezTo>
                <a:cubicBezTo>
                  <a:pt x="36" y="37"/>
                  <a:pt x="41" y="32"/>
                  <a:pt x="48" y="32"/>
                </a:cubicBezTo>
                <a:close/>
                <a:moveTo>
                  <a:pt x="20" y="112"/>
                </a:moveTo>
                <a:cubicBezTo>
                  <a:pt x="9" y="112"/>
                  <a:pt x="0" y="121"/>
                  <a:pt x="0" y="132"/>
                </a:cubicBezTo>
                <a:cubicBezTo>
                  <a:pt x="0" y="143"/>
                  <a:pt x="9" y="152"/>
                  <a:pt x="20" y="152"/>
                </a:cubicBezTo>
                <a:cubicBezTo>
                  <a:pt x="31" y="152"/>
                  <a:pt x="40" y="143"/>
                  <a:pt x="40" y="132"/>
                </a:cubicBezTo>
                <a:cubicBezTo>
                  <a:pt x="40" y="121"/>
                  <a:pt x="31" y="112"/>
                  <a:pt x="20" y="112"/>
                </a:cubicBezTo>
                <a:close/>
                <a:moveTo>
                  <a:pt x="20" y="144"/>
                </a:moveTo>
                <a:cubicBezTo>
                  <a:pt x="13" y="144"/>
                  <a:pt x="8" y="139"/>
                  <a:pt x="8" y="132"/>
                </a:cubicBezTo>
                <a:cubicBezTo>
                  <a:pt x="8" y="125"/>
                  <a:pt x="13" y="120"/>
                  <a:pt x="20" y="120"/>
                </a:cubicBezTo>
                <a:cubicBezTo>
                  <a:pt x="27" y="120"/>
                  <a:pt x="32" y="125"/>
                  <a:pt x="32" y="132"/>
                </a:cubicBezTo>
                <a:cubicBezTo>
                  <a:pt x="32" y="139"/>
                  <a:pt x="27" y="144"/>
                  <a:pt x="20" y="144"/>
                </a:cubicBezTo>
                <a:close/>
                <a:moveTo>
                  <a:pt x="192" y="108"/>
                </a:moveTo>
                <a:cubicBezTo>
                  <a:pt x="181" y="108"/>
                  <a:pt x="172" y="117"/>
                  <a:pt x="172" y="128"/>
                </a:cubicBezTo>
                <a:cubicBezTo>
                  <a:pt x="172" y="139"/>
                  <a:pt x="181" y="148"/>
                  <a:pt x="192" y="148"/>
                </a:cubicBezTo>
                <a:cubicBezTo>
                  <a:pt x="203" y="148"/>
                  <a:pt x="212" y="139"/>
                  <a:pt x="212" y="128"/>
                </a:cubicBezTo>
                <a:cubicBezTo>
                  <a:pt x="212" y="117"/>
                  <a:pt x="203" y="108"/>
                  <a:pt x="192" y="108"/>
                </a:cubicBezTo>
                <a:close/>
                <a:moveTo>
                  <a:pt x="192" y="140"/>
                </a:moveTo>
                <a:cubicBezTo>
                  <a:pt x="185" y="140"/>
                  <a:pt x="180" y="135"/>
                  <a:pt x="180" y="128"/>
                </a:cubicBezTo>
                <a:cubicBezTo>
                  <a:pt x="180" y="121"/>
                  <a:pt x="185" y="116"/>
                  <a:pt x="192" y="116"/>
                </a:cubicBezTo>
                <a:cubicBezTo>
                  <a:pt x="199" y="116"/>
                  <a:pt x="204" y="121"/>
                  <a:pt x="204" y="128"/>
                </a:cubicBezTo>
                <a:cubicBezTo>
                  <a:pt x="204" y="135"/>
                  <a:pt x="199" y="140"/>
                  <a:pt x="192" y="140"/>
                </a:cubicBezTo>
                <a:close/>
                <a:moveTo>
                  <a:pt x="176" y="72"/>
                </a:moveTo>
                <a:cubicBezTo>
                  <a:pt x="187" y="72"/>
                  <a:pt x="196" y="63"/>
                  <a:pt x="196" y="52"/>
                </a:cubicBezTo>
                <a:cubicBezTo>
                  <a:pt x="196" y="41"/>
                  <a:pt x="187" y="32"/>
                  <a:pt x="176" y="32"/>
                </a:cubicBezTo>
                <a:cubicBezTo>
                  <a:pt x="165" y="32"/>
                  <a:pt x="156" y="41"/>
                  <a:pt x="156" y="52"/>
                </a:cubicBezTo>
                <a:cubicBezTo>
                  <a:pt x="156" y="63"/>
                  <a:pt x="165" y="72"/>
                  <a:pt x="176" y="72"/>
                </a:cubicBezTo>
                <a:close/>
                <a:moveTo>
                  <a:pt x="176" y="40"/>
                </a:moveTo>
                <a:cubicBezTo>
                  <a:pt x="183" y="40"/>
                  <a:pt x="188" y="45"/>
                  <a:pt x="188" y="52"/>
                </a:cubicBezTo>
                <a:cubicBezTo>
                  <a:pt x="188" y="59"/>
                  <a:pt x="183" y="64"/>
                  <a:pt x="176" y="64"/>
                </a:cubicBezTo>
                <a:cubicBezTo>
                  <a:pt x="169" y="64"/>
                  <a:pt x="164" y="59"/>
                  <a:pt x="164" y="52"/>
                </a:cubicBezTo>
                <a:cubicBezTo>
                  <a:pt x="164" y="45"/>
                  <a:pt x="169" y="40"/>
                  <a:pt x="176" y="40"/>
                </a:cubicBezTo>
                <a:close/>
                <a:moveTo>
                  <a:pt x="128" y="40"/>
                </a:moveTo>
                <a:cubicBezTo>
                  <a:pt x="139" y="40"/>
                  <a:pt x="148" y="31"/>
                  <a:pt x="148" y="20"/>
                </a:cubicBezTo>
                <a:cubicBezTo>
                  <a:pt x="148" y="9"/>
                  <a:pt x="139" y="0"/>
                  <a:pt x="128" y="0"/>
                </a:cubicBezTo>
                <a:cubicBezTo>
                  <a:pt x="117" y="0"/>
                  <a:pt x="108" y="9"/>
                  <a:pt x="108" y="20"/>
                </a:cubicBezTo>
                <a:cubicBezTo>
                  <a:pt x="108" y="31"/>
                  <a:pt x="117" y="40"/>
                  <a:pt x="128" y="40"/>
                </a:cubicBezTo>
                <a:close/>
                <a:moveTo>
                  <a:pt x="128" y="8"/>
                </a:moveTo>
                <a:cubicBezTo>
                  <a:pt x="135" y="8"/>
                  <a:pt x="140" y="13"/>
                  <a:pt x="140" y="20"/>
                </a:cubicBezTo>
                <a:cubicBezTo>
                  <a:pt x="140" y="27"/>
                  <a:pt x="135" y="32"/>
                  <a:pt x="128" y="32"/>
                </a:cubicBezTo>
                <a:cubicBezTo>
                  <a:pt x="121" y="32"/>
                  <a:pt x="116" y="27"/>
                  <a:pt x="116" y="20"/>
                </a:cubicBezTo>
                <a:cubicBezTo>
                  <a:pt x="116" y="13"/>
                  <a:pt x="121" y="8"/>
                  <a:pt x="128" y="8"/>
                </a:cubicBezTo>
                <a:close/>
                <a:moveTo>
                  <a:pt x="88" y="72"/>
                </a:moveTo>
                <a:cubicBezTo>
                  <a:pt x="77" y="72"/>
                  <a:pt x="68" y="81"/>
                  <a:pt x="68" y="92"/>
                </a:cubicBezTo>
                <a:cubicBezTo>
                  <a:pt x="68" y="103"/>
                  <a:pt x="77" y="112"/>
                  <a:pt x="88" y="112"/>
                </a:cubicBezTo>
                <a:cubicBezTo>
                  <a:pt x="99" y="112"/>
                  <a:pt x="108" y="103"/>
                  <a:pt x="108" y="92"/>
                </a:cubicBezTo>
                <a:cubicBezTo>
                  <a:pt x="108" y="81"/>
                  <a:pt x="99" y="72"/>
                  <a:pt x="88" y="72"/>
                </a:cubicBezTo>
                <a:close/>
                <a:moveTo>
                  <a:pt x="88" y="104"/>
                </a:moveTo>
                <a:cubicBezTo>
                  <a:pt x="81" y="104"/>
                  <a:pt x="76" y="99"/>
                  <a:pt x="76" y="92"/>
                </a:cubicBezTo>
                <a:cubicBezTo>
                  <a:pt x="76" y="85"/>
                  <a:pt x="81" y="80"/>
                  <a:pt x="88" y="80"/>
                </a:cubicBezTo>
                <a:cubicBezTo>
                  <a:pt x="95" y="80"/>
                  <a:pt x="100" y="85"/>
                  <a:pt x="100" y="92"/>
                </a:cubicBezTo>
                <a:cubicBezTo>
                  <a:pt x="100" y="99"/>
                  <a:pt x="95" y="104"/>
                  <a:pt x="88" y="104"/>
                </a:cubicBezTo>
                <a:close/>
                <a:moveTo>
                  <a:pt x="36" y="192"/>
                </a:moveTo>
                <a:cubicBezTo>
                  <a:pt x="44" y="192"/>
                  <a:pt x="44" y="192"/>
                  <a:pt x="44" y="192"/>
                </a:cubicBezTo>
                <a:cubicBezTo>
                  <a:pt x="44" y="152"/>
                  <a:pt x="44" y="152"/>
                  <a:pt x="44" y="152"/>
                </a:cubicBezTo>
                <a:cubicBezTo>
                  <a:pt x="36" y="152"/>
                  <a:pt x="36" y="152"/>
                  <a:pt x="36" y="152"/>
                </a:cubicBezTo>
                <a:lnTo>
                  <a:pt x="36" y="192"/>
                </a:lnTo>
                <a:close/>
                <a:moveTo>
                  <a:pt x="52" y="106"/>
                </a:moveTo>
                <a:cubicBezTo>
                  <a:pt x="52" y="72"/>
                  <a:pt x="52" y="72"/>
                  <a:pt x="52" y="72"/>
                </a:cubicBezTo>
                <a:cubicBezTo>
                  <a:pt x="44" y="72"/>
                  <a:pt x="44" y="72"/>
                  <a:pt x="44" y="72"/>
                </a:cubicBezTo>
                <a:cubicBezTo>
                  <a:pt x="44" y="108"/>
                  <a:pt x="44" y="108"/>
                  <a:pt x="44" y="108"/>
                </a:cubicBezTo>
                <a:cubicBezTo>
                  <a:pt x="44" y="109"/>
                  <a:pt x="44" y="110"/>
                  <a:pt x="45" y="111"/>
                </a:cubicBezTo>
                <a:cubicBezTo>
                  <a:pt x="60" y="126"/>
                  <a:pt x="60" y="126"/>
                  <a:pt x="60" y="126"/>
                </a:cubicBezTo>
                <a:cubicBezTo>
                  <a:pt x="60" y="216"/>
                  <a:pt x="60" y="216"/>
                  <a:pt x="60" y="216"/>
                </a:cubicBezTo>
                <a:cubicBezTo>
                  <a:pt x="68" y="216"/>
                  <a:pt x="68" y="216"/>
                  <a:pt x="68" y="216"/>
                </a:cubicBezTo>
                <a:cubicBezTo>
                  <a:pt x="68" y="124"/>
                  <a:pt x="68" y="124"/>
                  <a:pt x="68" y="124"/>
                </a:cubicBezTo>
                <a:cubicBezTo>
                  <a:pt x="68" y="123"/>
                  <a:pt x="68" y="122"/>
                  <a:pt x="67" y="121"/>
                </a:cubicBezTo>
                <a:lnTo>
                  <a:pt x="52" y="106"/>
                </a:lnTo>
                <a:close/>
                <a:moveTo>
                  <a:pt x="84" y="256"/>
                </a:moveTo>
                <a:cubicBezTo>
                  <a:pt x="92" y="256"/>
                  <a:pt x="92" y="256"/>
                  <a:pt x="92" y="256"/>
                </a:cubicBezTo>
                <a:cubicBezTo>
                  <a:pt x="92" y="120"/>
                  <a:pt x="92" y="120"/>
                  <a:pt x="92" y="120"/>
                </a:cubicBezTo>
                <a:cubicBezTo>
                  <a:pt x="84" y="120"/>
                  <a:pt x="84" y="120"/>
                  <a:pt x="84" y="120"/>
                </a:cubicBezTo>
                <a:lnTo>
                  <a:pt x="84" y="256"/>
                </a:lnTo>
                <a:close/>
                <a:moveTo>
                  <a:pt x="132" y="48"/>
                </a:moveTo>
                <a:cubicBezTo>
                  <a:pt x="124" y="48"/>
                  <a:pt x="124" y="48"/>
                  <a:pt x="124" y="48"/>
                </a:cubicBezTo>
                <a:cubicBezTo>
                  <a:pt x="124" y="106"/>
                  <a:pt x="124" y="106"/>
                  <a:pt x="124" y="106"/>
                </a:cubicBezTo>
                <a:cubicBezTo>
                  <a:pt x="109" y="121"/>
                  <a:pt x="109" y="121"/>
                  <a:pt x="109" y="121"/>
                </a:cubicBezTo>
                <a:cubicBezTo>
                  <a:pt x="108" y="122"/>
                  <a:pt x="108" y="123"/>
                  <a:pt x="108" y="124"/>
                </a:cubicBezTo>
                <a:cubicBezTo>
                  <a:pt x="108" y="232"/>
                  <a:pt x="108" y="232"/>
                  <a:pt x="108" y="232"/>
                </a:cubicBezTo>
                <a:cubicBezTo>
                  <a:pt x="116" y="232"/>
                  <a:pt x="116" y="232"/>
                  <a:pt x="116" y="232"/>
                </a:cubicBezTo>
                <a:cubicBezTo>
                  <a:pt x="116" y="126"/>
                  <a:pt x="116" y="126"/>
                  <a:pt x="116" y="126"/>
                </a:cubicBezTo>
                <a:cubicBezTo>
                  <a:pt x="131" y="111"/>
                  <a:pt x="131" y="111"/>
                  <a:pt x="131" y="111"/>
                </a:cubicBezTo>
                <a:cubicBezTo>
                  <a:pt x="132" y="110"/>
                  <a:pt x="132" y="109"/>
                  <a:pt x="132" y="108"/>
                </a:cubicBezTo>
                <a:lnTo>
                  <a:pt x="132" y="48"/>
                </a:lnTo>
                <a:close/>
                <a:moveTo>
                  <a:pt x="180" y="92"/>
                </a:moveTo>
                <a:cubicBezTo>
                  <a:pt x="180" y="80"/>
                  <a:pt x="180" y="80"/>
                  <a:pt x="180" y="80"/>
                </a:cubicBezTo>
                <a:cubicBezTo>
                  <a:pt x="172" y="80"/>
                  <a:pt x="172" y="80"/>
                  <a:pt x="172" y="80"/>
                </a:cubicBezTo>
                <a:cubicBezTo>
                  <a:pt x="172" y="91"/>
                  <a:pt x="172" y="91"/>
                  <a:pt x="172" y="91"/>
                </a:cubicBezTo>
                <a:cubicBezTo>
                  <a:pt x="133" y="137"/>
                  <a:pt x="133" y="137"/>
                  <a:pt x="133" y="137"/>
                </a:cubicBezTo>
                <a:cubicBezTo>
                  <a:pt x="132" y="138"/>
                  <a:pt x="132" y="139"/>
                  <a:pt x="132" y="140"/>
                </a:cubicBezTo>
                <a:cubicBezTo>
                  <a:pt x="132" y="216"/>
                  <a:pt x="132" y="216"/>
                  <a:pt x="132" y="216"/>
                </a:cubicBezTo>
                <a:cubicBezTo>
                  <a:pt x="140" y="216"/>
                  <a:pt x="140" y="216"/>
                  <a:pt x="140" y="216"/>
                </a:cubicBezTo>
                <a:cubicBezTo>
                  <a:pt x="140" y="141"/>
                  <a:pt x="140" y="141"/>
                  <a:pt x="140" y="141"/>
                </a:cubicBezTo>
                <a:cubicBezTo>
                  <a:pt x="179" y="95"/>
                  <a:pt x="179" y="95"/>
                  <a:pt x="179" y="95"/>
                </a:cubicBezTo>
                <a:cubicBezTo>
                  <a:pt x="180" y="94"/>
                  <a:pt x="180" y="93"/>
                  <a:pt x="180" y="92"/>
                </a:cubicBezTo>
                <a:close/>
                <a:moveTo>
                  <a:pt x="157" y="153"/>
                </a:moveTo>
                <a:cubicBezTo>
                  <a:pt x="156" y="154"/>
                  <a:pt x="156" y="155"/>
                  <a:pt x="156" y="156"/>
                </a:cubicBezTo>
                <a:cubicBezTo>
                  <a:pt x="156" y="192"/>
                  <a:pt x="156" y="192"/>
                  <a:pt x="156" y="192"/>
                </a:cubicBezTo>
                <a:cubicBezTo>
                  <a:pt x="164" y="192"/>
                  <a:pt x="164" y="192"/>
                  <a:pt x="164" y="192"/>
                </a:cubicBezTo>
                <a:cubicBezTo>
                  <a:pt x="164" y="158"/>
                  <a:pt x="164" y="158"/>
                  <a:pt x="164" y="158"/>
                </a:cubicBezTo>
                <a:cubicBezTo>
                  <a:pt x="174" y="148"/>
                  <a:pt x="174" y="148"/>
                  <a:pt x="174" y="148"/>
                </a:cubicBezTo>
                <a:cubicBezTo>
                  <a:pt x="168" y="142"/>
                  <a:pt x="168" y="142"/>
                  <a:pt x="168" y="142"/>
                </a:cubicBezTo>
                <a:lnTo>
                  <a:pt x="157" y="153"/>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6" name="Freeform 116">
            <a:extLst>
              <a:ext uri="{FF2B5EF4-FFF2-40B4-BE49-F238E27FC236}">
                <a16:creationId xmlns:a16="http://schemas.microsoft.com/office/drawing/2014/main" id="{6290857E-02CD-48CD-A16B-C63BFED77CE4}"/>
              </a:ext>
            </a:extLst>
          </p:cNvPr>
          <p:cNvSpPr>
            <a:spLocks noChangeAspect="1" noEditPoints="1"/>
          </p:cNvSpPr>
          <p:nvPr/>
        </p:nvSpPr>
        <p:spPr bwMode="auto">
          <a:xfrm>
            <a:off x="2530605" y="2439988"/>
            <a:ext cx="355600" cy="381000"/>
          </a:xfrm>
          <a:custGeom>
            <a:avLst/>
            <a:gdLst>
              <a:gd name="T0" fmla="*/ 148 w 228"/>
              <a:gd name="T1" fmla="*/ 40 h 244"/>
              <a:gd name="T2" fmla="*/ 128 w 228"/>
              <a:gd name="T3" fmla="*/ 20 h 244"/>
              <a:gd name="T4" fmla="*/ 76 w 228"/>
              <a:gd name="T5" fmla="*/ 60 h 244"/>
              <a:gd name="T6" fmla="*/ 119 w 228"/>
              <a:gd name="T7" fmla="*/ 66 h 244"/>
              <a:gd name="T8" fmla="*/ 148 w 228"/>
              <a:gd name="T9" fmla="*/ 32 h 244"/>
              <a:gd name="T10" fmla="*/ 136 w 228"/>
              <a:gd name="T11" fmla="*/ 20 h 244"/>
              <a:gd name="T12" fmla="*/ 56 w 228"/>
              <a:gd name="T13" fmla="*/ 60 h 244"/>
              <a:gd name="T14" fmla="*/ 68 w 228"/>
              <a:gd name="T15" fmla="*/ 60 h 244"/>
              <a:gd name="T16" fmla="*/ 128 w 228"/>
              <a:gd name="T17" fmla="*/ 92 h 244"/>
              <a:gd name="T18" fmla="*/ 147 w 228"/>
              <a:gd name="T19" fmla="*/ 98 h 244"/>
              <a:gd name="T20" fmla="*/ 204 w 228"/>
              <a:gd name="T21" fmla="*/ 76 h 244"/>
              <a:gd name="T22" fmla="*/ 184 w 228"/>
              <a:gd name="T23" fmla="*/ 52 h 244"/>
              <a:gd name="T24" fmla="*/ 204 w 228"/>
              <a:gd name="T25" fmla="*/ 44 h 244"/>
              <a:gd name="T26" fmla="*/ 192 w 228"/>
              <a:gd name="T27" fmla="*/ 56 h 244"/>
              <a:gd name="T28" fmla="*/ 104 w 228"/>
              <a:gd name="T29" fmla="*/ 100 h 244"/>
              <a:gd name="T30" fmla="*/ 104 w 228"/>
              <a:gd name="T31" fmla="*/ 92 h 244"/>
              <a:gd name="T32" fmla="*/ 204 w 228"/>
              <a:gd name="T33" fmla="*/ 144 h 244"/>
              <a:gd name="T34" fmla="*/ 184 w 228"/>
              <a:gd name="T35" fmla="*/ 120 h 244"/>
              <a:gd name="T36" fmla="*/ 204 w 228"/>
              <a:gd name="T37" fmla="*/ 112 h 244"/>
              <a:gd name="T38" fmla="*/ 192 w 228"/>
              <a:gd name="T39" fmla="*/ 124 h 244"/>
              <a:gd name="T40" fmla="*/ 60 w 228"/>
              <a:gd name="T41" fmla="*/ 120 h 244"/>
              <a:gd name="T42" fmla="*/ 60 w 228"/>
              <a:gd name="T43" fmla="*/ 128 h 244"/>
              <a:gd name="T44" fmla="*/ 119 w 228"/>
              <a:gd name="T45" fmla="*/ 173 h 244"/>
              <a:gd name="T46" fmla="*/ 84 w 228"/>
              <a:gd name="T47" fmla="*/ 180 h 244"/>
              <a:gd name="T48" fmla="*/ 136 w 228"/>
              <a:gd name="T49" fmla="*/ 224 h 244"/>
              <a:gd name="T50" fmla="*/ 156 w 228"/>
              <a:gd name="T51" fmla="*/ 204 h 244"/>
              <a:gd name="T52" fmla="*/ 156 w 228"/>
              <a:gd name="T53" fmla="*/ 212 h 244"/>
              <a:gd name="T54" fmla="*/ 0 w 228"/>
              <a:gd name="T55" fmla="*/ 180 h 244"/>
              <a:gd name="T56" fmla="*/ 0 w 228"/>
              <a:gd name="T57" fmla="*/ 172 h 244"/>
              <a:gd name="T58" fmla="*/ 76 w 228"/>
              <a:gd name="T59" fmla="*/ 180 h 244"/>
              <a:gd name="T60" fmla="*/ 64 w 228"/>
              <a:gd name="T61" fmla="*/ 180 h 244"/>
              <a:gd name="T62" fmla="*/ 170 w 228"/>
              <a:gd name="T63" fmla="*/ 180 h 244"/>
              <a:gd name="T64" fmla="*/ 0 w 228"/>
              <a:gd name="T65" fmla="*/ 148 h 244"/>
              <a:gd name="T66" fmla="*/ 165 w 228"/>
              <a:gd name="T67" fmla="*/ 186 h 244"/>
              <a:gd name="T68" fmla="*/ 208 w 228"/>
              <a:gd name="T69" fmla="*/ 204 h 244"/>
              <a:gd name="T70" fmla="*/ 208 w 228"/>
              <a:gd name="T71" fmla="*/ 196 h 244"/>
              <a:gd name="T72" fmla="*/ 220 w 228"/>
              <a:gd name="T73" fmla="*/ 184 h 244"/>
              <a:gd name="T74" fmla="*/ 0 w 228"/>
              <a:gd name="T75" fmla="*/ 120 h 244"/>
              <a:gd name="T76" fmla="*/ 12 w 228"/>
              <a:gd name="T77" fmla="*/ 120 h 244"/>
              <a:gd name="T78" fmla="*/ 0 w 228"/>
              <a:gd name="T79" fmla="*/ 100 h 244"/>
              <a:gd name="T80" fmla="*/ 44 w 228"/>
              <a:gd name="T81" fmla="*/ 60 h 244"/>
              <a:gd name="T82" fmla="*/ 44 w 228"/>
              <a:gd name="T83" fmla="*/ 68 h 244"/>
              <a:gd name="T84" fmla="*/ 36 w 228"/>
              <a:gd name="T85" fmla="*/ 120 h 244"/>
              <a:gd name="T86" fmla="*/ 36 w 228"/>
              <a:gd name="T87" fmla="*/ 128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8" h="244">
                <a:moveTo>
                  <a:pt x="119" y="66"/>
                </a:moveTo>
                <a:cubicBezTo>
                  <a:pt x="140" y="38"/>
                  <a:pt x="140" y="38"/>
                  <a:pt x="140" y="38"/>
                </a:cubicBezTo>
                <a:cubicBezTo>
                  <a:pt x="143" y="39"/>
                  <a:pt x="145" y="40"/>
                  <a:pt x="148" y="40"/>
                </a:cubicBezTo>
                <a:cubicBezTo>
                  <a:pt x="159" y="40"/>
                  <a:pt x="168" y="31"/>
                  <a:pt x="168" y="20"/>
                </a:cubicBezTo>
                <a:cubicBezTo>
                  <a:pt x="168" y="9"/>
                  <a:pt x="159" y="0"/>
                  <a:pt x="148" y="0"/>
                </a:cubicBezTo>
                <a:cubicBezTo>
                  <a:pt x="137" y="0"/>
                  <a:pt x="128" y="9"/>
                  <a:pt x="128" y="20"/>
                </a:cubicBezTo>
                <a:cubicBezTo>
                  <a:pt x="128" y="25"/>
                  <a:pt x="130" y="30"/>
                  <a:pt x="134" y="34"/>
                </a:cubicBezTo>
                <a:cubicBezTo>
                  <a:pt x="114" y="60"/>
                  <a:pt x="114" y="60"/>
                  <a:pt x="114" y="60"/>
                </a:cubicBezTo>
                <a:cubicBezTo>
                  <a:pt x="76" y="60"/>
                  <a:pt x="76" y="60"/>
                  <a:pt x="76" y="60"/>
                </a:cubicBezTo>
                <a:cubicBezTo>
                  <a:pt x="76" y="68"/>
                  <a:pt x="76" y="68"/>
                  <a:pt x="76" y="68"/>
                </a:cubicBezTo>
                <a:cubicBezTo>
                  <a:pt x="116" y="68"/>
                  <a:pt x="116" y="68"/>
                  <a:pt x="116" y="68"/>
                </a:cubicBezTo>
                <a:cubicBezTo>
                  <a:pt x="117" y="68"/>
                  <a:pt x="118" y="67"/>
                  <a:pt x="119" y="66"/>
                </a:cubicBezTo>
                <a:close/>
                <a:moveTo>
                  <a:pt x="148" y="8"/>
                </a:moveTo>
                <a:cubicBezTo>
                  <a:pt x="155" y="8"/>
                  <a:pt x="160" y="13"/>
                  <a:pt x="160" y="20"/>
                </a:cubicBezTo>
                <a:cubicBezTo>
                  <a:pt x="160" y="27"/>
                  <a:pt x="155" y="32"/>
                  <a:pt x="148" y="32"/>
                </a:cubicBezTo>
                <a:cubicBezTo>
                  <a:pt x="146" y="32"/>
                  <a:pt x="143" y="31"/>
                  <a:pt x="141" y="30"/>
                </a:cubicBezTo>
                <a:cubicBezTo>
                  <a:pt x="141" y="30"/>
                  <a:pt x="141" y="30"/>
                  <a:pt x="141" y="30"/>
                </a:cubicBezTo>
                <a:cubicBezTo>
                  <a:pt x="138" y="28"/>
                  <a:pt x="136" y="24"/>
                  <a:pt x="136" y="20"/>
                </a:cubicBezTo>
                <a:cubicBezTo>
                  <a:pt x="136" y="13"/>
                  <a:pt x="141" y="8"/>
                  <a:pt x="148" y="8"/>
                </a:cubicBezTo>
                <a:close/>
                <a:moveTo>
                  <a:pt x="68" y="60"/>
                </a:moveTo>
                <a:cubicBezTo>
                  <a:pt x="56" y="60"/>
                  <a:pt x="56" y="60"/>
                  <a:pt x="56" y="60"/>
                </a:cubicBezTo>
                <a:cubicBezTo>
                  <a:pt x="56" y="68"/>
                  <a:pt x="56" y="68"/>
                  <a:pt x="56" y="68"/>
                </a:cubicBezTo>
                <a:cubicBezTo>
                  <a:pt x="68" y="68"/>
                  <a:pt x="68" y="68"/>
                  <a:pt x="68" y="68"/>
                </a:cubicBezTo>
                <a:lnTo>
                  <a:pt x="68" y="60"/>
                </a:lnTo>
                <a:close/>
                <a:moveTo>
                  <a:pt x="165" y="54"/>
                </a:moveTo>
                <a:cubicBezTo>
                  <a:pt x="142" y="92"/>
                  <a:pt x="142" y="92"/>
                  <a:pt x="142" y="92"/>
                </a:cubicBezTo>
                <a:cubicBezTo>
                  <a:pt x="128" y="92"/>
                  <a:pt x="128" y="92"/>
                  <a:pt x="128" y="92"/>
                </a:cubicBezTo>
                <a:cubicBezTo>
                  <a:pt x="128" y="100"/>
                  <a:pt x="128" y="100"/>
                  <a:pt x="128" y="100"/>
                </a:cubicBezTo>
                <a:cubicBezTo>
                  <a:pt x="144" y="100"/>
                  <a:pt x="144" y="100"/>
                  <a:pt x="144" y="100"/>
                </a:cubicBezTo>
                <a:cubicBezTo>
                  <a:pt x="145" y="100"/>
                  <a:pt x="147" y="99"/>
                  <a:pt x="147" y="98"/>
                </a:cubicBezTo>
                <a:cubicBezTo>
                  <a:pt x="170" y="60"/>
                  <a:pt x="170" y="60"/>
                  <a:pt x="170" y="60"/>
                </a:cubicBezTo>
                <a:cubicBezTo>
                  <a:pt x="184" y="60"/>
                  <a:pt x="184" y="60"/>
                  <a:pt x="184" y="60"/>
                </a:cubicBezTo>
                <a:cubicBezTo>
                  <a:pt x="186" y="69"/>
                  <a:pt x="194" y="76"/>
                  <a:pt x="204" y="76"/>
                </a:cubicBezTo>
                <a:cubicBezTo>
                  <a:pt x="215" y="76"/>
                  <a:pt x="224" y="67"/>
                  <a:pt x="224" y="56"/>
                </a:cubicBezTo>
                <a:cubicBezTo>
                  <a:pt x="224" y="45"/>
                  <a:pt x="215" y="36"/>
                  <a:pt x="204" y="36"/>
                </a:cubicBezTo>
                <a:cubicBezTo>
                  <a:pt x="194" y="36"/>
                  <a:pt x="186" y="43"/>
                  <a:pt x="184" y="52"/>
                </a:cubicBezTo>
                <a:cubicBezTo>
                  <a:pt x="168" y="52"/>
                  <a:pt x="168" y="52"/>
                  <a:pt x="168" y="52"/>
                </a:cubicBezTo>
                <a:cubicBezTo>
                  <a:pt x="167" y="52"/>
                  <a:pt x="165" y="53"/>
                  <a:pt x="165" y="54"/>
                </a:cubicBezTo>
                <a:close/>
                <a:moveTo>
                  <a:pt x="204" y="44"/>
                </a:moveTo>
                <a:cubicBezTo>
                  <a:pt x="211" y="44"/>
                  <a:pt x="216" y="49"/>
                  <a:pt x="216" y="56"/>
                </a:cubicBezTo>
                <a:cubicBezTo>
                  <a:pt x="216" y="63"/>
                  <a:pt x="211" y="68"/>
                  <a:pt x="204" y="68"/>
                </a:cubicBezTo>
                <a:cubicBezTo>
                  <a:pt x="197" y="68"/>
                  <a:pt x="192" y="63"/>
                  <a:pt x="192" y="56"/>
                </a:cubicBezTo>
                <a:cubicBezTo>
                  <a:pt x="192" y="49"/>
                  <a:pt x="197" y="44"/>
                  <a:pt x="204" y="44"/>
                </a:cubicBezTo>
                <a:close/>
                <a:moveTo>
                  <a:pt x="104" y="92"/>
                </a:moveTo>
                <a:cubicBezTo>
                  <a:pt x="104" y="100"/>
                  <a:pt x="104" y="100"/>
                  <a:pt x="104" y="100"/>
                </a:cubicBezTo>
                <a:cubicBezTo>
                  <a:pt x="116" y="100"/>
                  <a:pt x="116" y="100"/>
                  <a:pt x="116" y="100"/>
                </a:cubicBezTo>
                <a:cubicBezTo>
                  <a:pt x="116" y="92"/>
                  <a:pt x="116" y="92"/>
                  <a:pt x="116" y="92"/>
                </a:cubicBezTo>
                <a:lnTo>
                  <a:pt x="104" y="92"/>
                </a:lnTo>
                <a:close/>
                <a:moveTo>
                  <a:pt x="72" y="128"/>
                </a:moveTo>
                <a:cubicBezTo>
                  <a:pt x="184" y="128"/>
                  <a:pt x="184" y="128"/>
                  <a:pt x="184" y="128"/>
                </a:cubicBezTo>
                <a:cubicBezTo>
                  <a:pt x="186" y="137"/>
                  <a:pt x="194" y="144"/>
                  <a:pt x="204" y="144"/>
                </a:cubicBezTo>
                <a:cubicBezTo>
                  <a:pt x="215" y="144"/>
                  <a:pt x="224" y="135"/>
                  <a:pt x="224" y="124"/>
                </a:cubicBezTo>
                <a:cubicBezTo>
                  <a:pt x="224" y="113"/>
                  <a:pt x="215" y="104"/>
                  <a:pt x="204" y="104"/>
                </a:cubicBezTo>
                <a:cubicBezTo>
                  <a:pt x="194" y="104"/>
                  <a:pt x="186" y="111"/>
                  <a:pt x="184" y="120"/>
                </a:cubicBezTo>
                <a:cubicBezTo>
                  <a:pt x="72" y="120"/>
                  <a:pt x="72" y="120"/>
                  <a:pt x="72" y="120"/>
                </a:cubicBezTo>
                <a:lnTo>
                  <a:pt x="72" y="128"/>
                </a:lnTo>
                <a:close/>
                <a:moveTo>
                  <a:pt x="204" y="112"/>
                </a:moveTo>
                <a:cubicBezTo>
                  <a:pt x="211" y="112"/>
                  <a:pt x="216" y="117"/>
                  <a:pt x="216" y="124"/>
                </a:cubicBezTo>
                <a:cubicBezTo>
                  <a:pt x="216" y="131"/>
                  <a:pt x="211" y="136"/>
                  <a:pt x="204" y="136"/>
                </a:cubicBezTo>
                <a:cubicBezTo>
                  <a:pt x="197" y="136"/>
                  <a:pt x="192" y="131"/>
                  <a:pt x="192" y="124"/>
                </a:cubicBezTo>
                <a:cubicBezTo>
                  <a:pt x="192" y="117"/>
                  <a:pt x="197" y="112"/>
                  <a:pt x="204" y="112"/>
                </a:cubicBezTo>
                <a:close/>
                <a:moveTo>
                  <a:pt x="60" y="128"/>
                </a:moveTo>
                <a:cubicBezTo>
                  <a:pt x="60" y="120"/>
                  <a:pt x="60" y="120"/>
                  <a:pt x="60" y="120"/>
                </a:cubicBezTo>
                <a:cubicBezTo>
                  <a:pt x="48" y="120"/>
                  <a:pt x="48" y="120"/>
                  <a:pt x="48" y="120"/>
                </a:cubicBezTo>
                <a:cubicBezTo>
                  <a:pt x="48" y="128"/>
                  <a:pt x="48" y="128"/>
                  <a:pt x="48" y="128"/>
                </a:cubicBezTo>
                <a:lnTo>
                  <a:pt x="60" y="128"/>
                </a:lnTo>
                <a:close/>
                <a:moveTo>
                  <a:pt x="156" y="204"/>
                </a:moveTo>
                <a:cubicBezTo>
                  <a:pt x="153" y="204"/>
                  <a:pt x="149" y="205"/>
                  <a:pt x="147" y="206"/>
                </a:cubicBezTo>
                <a:cubicBezTo>
                  <a:pt x="119" y="173"/>
                  <a:pt x="119" y="173"/>
                  <a:pt x="119" y="173"/>
                </a:cubicBezTo>
                <a:cubicBezTo>
                  <a:pt x="118" y="173"/>
                  <a:pt x="117" y="172"/>
                  <a:pt x="116" y="172"/>
                </a:cubicBezTo>
                <a:cubicBezTo>
                  <a:pt x="84" y="172"/>
                  <a:pt x="84" y="172"/>
                  <a:pt x="84" y="172"/>
                </a:cubicBezTo>
                <a:cubicBezTo>
                  <a:pt x="84" y="180"/>
                  <a:pt x="84" y="180"/>
                  <a:pt x="84" y="180"/>
                </a:cubicBezTo>
                <a:cubicBezTo>
                  <a:pt x="114" y="180"/>
                  <a:pt x="114" y="180"/>
                  <a:pt x="114" y="180"/>
                </a:cubicBezTo>
                <a:cubicBezTo>
                  <a:pt x="141" y="212"/>
                  <a:pt x="141" y="212"/>
                  <a:pt x="141" y="212"/>
                </a:cubicBezTo>
                <a:cubicBezTo>
                  <a:pt x="138" y="215"/>
                  <a:pt x="136" y="219"/>
                  <a:pt x="136" y="224"/>
                </a:cubicBezTo>
                <a:cubicBezTo>
                  <a:pt x="136" y="235"/>
                  <a:pt x="145" y="244"/>
                  <a:pt x="156" y="244"/>
                </a:cubicBezTo>
                <a:cubicBezTo>
                  <a:pt x="167" y="244"/>
                  <a:pt x="176" y="235"/>
                  <a:pt x="176" y="224"/>
                </a:cubicBezTo>
                <a:cubicBezTo>
                  <a:pt x="176" y="213"/>
                  <a:pt x="167" y="204"/>
                  <a:pt x="156" y="204"/>
                </a:cubicBezTo>
                <a:close/>
                <a:moveTo>
                  <a:pt x="156" y="236"/>
                </a:moveTo>
                <a:cubicBezTo>
                  <a:pt x="149" y="236"/>
                  <a:pt x="144" y="231"/>
                  <a:pt x="144" y="224"/>
                </a:cubicBezTo>
                <a:cubicBezTo>
                  <a:pt x="144" y="217"/>
                  <a:pt x="149" y="212"/>
                  <a:pt x="156" y="212"/>
                </a:cubicBezTo>
                <a:cubicBezTo>
                  <a:pt x="163" y="212"/>
                  <a:pt x="168" y="217"/>
                  <a:pt x="168" y="224"/>
                </a:cubicBezTo>
                <a:cubicBezTo>
                  <a:pt x="168" y="231"/>
                  <a:pt x="163" y="236"/>
                  <a:pt x="156" y="236"/>
                </a:cubicBezTo>
                <a:close/>
                <a:moveTo>
                  <a:pt x="0" y="180"/>
                </a:moveTo>
                <a:cubicBezTo>
                  <a:pt x="52" y="180"/>
                  <a:pt x="52" y="180"/>
                  <a:pt x="52" y="180"/>
                </a:cubicBezTo>
                <a:cubicBezTo>
                  <a:pt x="52" y="172"/>
                  <a:pt x="52" y="172"/>
                  <a:pt x="52" y="172"/>
                </a:cubicBezTo>
                <a:cubicBezTo>
                  <a:pt x="0" y="172"/>
                  <a:pt x="0" y="172"/>
                  <a:pt x="0" y="172"/>
                </a:cubicBezTo>
                <a:lnTo>
                  <a:pt x="0" y="180"/>
                </a:lnTo>
                <a:close/>
                <a:moveTo>
                  <a:pt x="64" y="180"/>
                </a:moveTo>
                <a:cubicBezTo>
                  <a:pt x="76" y="180"/>
                  <a:pt x="76" y="180"/>
                  <a:pt x="76" y="180"/>
                </a:cubicBezTo>
                <a:cubicBezTo>
                  <a:pt x="76" y="172"/>
                  <a:pt x="76" y="172"/>
                  <a:pt x="76" y="172"/>
                </a:cubicBezTo>
                <a:cubicBezTo>
                  <a:pt x="64" y="172"/>
                  <a:pt x="64" y="172"/>
                  <a:pt x="64" y="172"/>
                </a:cubicBezTo>
                <a:lnTo>
                  <a:pt x="64" y="180"/>
                </a:lnTo>
                <a:close/>
                <a:moveTo>
                  <a:pt x="208" y="164"/>
                </a:moveTo>
                <a:cubicBezTo>
                  <a:pt x="198" y="164"/>
                  <a:pt x="190" y="171"/>
                  <a:pt x="188" y="180"/>
                </a:cubicBezTo>
                <a:cubicBezTo>
                  <a:pt x="170" y="180"/>
                  <a:pt x="170" y="180"/>
                  <a:pt x="170" y="180"/>
                </a:cubicBezTo>
                <a:cubicBezTo>
                  <a:pt x="147" y="150"/>
                  <a:pt x="147" y="150"/>
                  <a:pt x="147" y="150"/>
                </a:cubicBezTo>
                <a:cubicBezTo>
                  <a:pt x="146" y="149"/>
                  <a:pt x="145" y="148"/>
                  <a:pt x="144" y="148"/>
                </a:cubicBezTo>
                <a:cubicBezTo>
                  <a:pt x="0" y="148"/>
                  <a:pt x="0" y="148"/>
                  <a:pt x="0" y="148"/>
                </a:cubicBezTo>
                <a:cubicBezTo>
                  <a:pt x="0" y="156"/>
                  <a:pt x="0" y="156"/>
                  <a:pt x="0" y="156"/>
                </a:cubicBezTo>
                <a:cubicBezTo>
                  <a:pt x="142" y="156"/>
                  <a:pt x="142" y="156"/>
                  <a:pt x="142" y="156"/>
                </a:cubicBezTo>
                <a:cubicBezTo>
                  <a:pt x="165" y="186"/>
                  <a:pt x="165" y="186"/>
                  <a:pt x="165" y="186"/>
                </a:cubicBezTo>
                <a:cubicBezTo>
                  <a:pt x="166" y="187"/>
                  <a:pt x="167" y="188"/>
                  <a:pt x="168" y="188"/>
                </a:cubicBezTo>
                <a:cubicBezTo>
                  <a:pt x="188" y="188"/>
                  <a:pt x="188" y="188"/>
                  <a:pt x="188" y="188"/>
                </a:cubicBezTo>
                <a:cubicBezTo>
                  <a:pt x="190" y="197"/>
                  <a:pt x="198" y="204"/>
                  <a:pt x="208" y="204"/>
                </a:cubicBezTo>
                <a:cubicBezTo>
                  <a:pt x="219" y="204"/>
                  <a:pt x="228" y="195"/>
                  <a:pt x="228" y="184"/>
                </a:cubicBezTo>
                <a:cubicBezTo>
                  <a:pt x="228" y="173"/>
                  <a:pt x="219" y="164"/>
                  <a:pt x="208" y="164"/>
                </a:cubicBezTo>
                <a:close/>
                <a:moveTo>
                  <a:pt x="208" y="196"/>
                </a:moveTo>
                <a:cubicBezTo>
                  <a:pt x="201" y="196"/>
                  <a:pt x="196" y="191"/>
                  <a:pt x="196" y="184"/>
                </a:cubicBezTo>
                <a:cubicBezTo>
                  <a:pt x="196" y="177"/>
                  <a:pt x="201" y="172"/>
                  <a:pt x="208" y="172"/>
                </a:cubicBezTo>
                <a:cubicBezTo>
                  <a:pt x="215" y="172"/>
                  <a:pt x="220" y="177"/>
                  <a:pt x="220" y="184"/>
                </a:cubicBezTo>
                <a:cubicBezTo>
                  <a:pt x="220" y="191"/>
                  <a:pt x="215" y="196"/>
                  <a:pt x="208" y="196"/>
                </a:cubicBezTo>
                <a:close/>
                <a:moveTo>
                  <a:pt x="12" y="120"/>
                </a:moveTo>
                <a:cubicBezTo>
                  <a:pt x="0" y="120"/>
                  <a:pt x="0" y="120"/>
                  <a:pt x="0" y="120"/>
                </a:cubicBezTo>
                <a:cubicBezTo>
                  <a:pt x="0" y="128"/>
                  <a:pt x="0" y="128"/>
                  <a:pt x="0" y="128"/>
                </a:cubicBezTo>
                <a:cubicBezTo>
                  <a:pt x="12" y="128"/>
                  <a:pt x="12" y="128"/>
                  <a:pt x="12" y="128"/>
                </a:cubicBezTo>
                <a:lnTo>
                  <a:pt x="12" y="120"/>
                </a:lnTo>
                <a:close/>
                <a:moveTo>
                  <a:pt x="96" y="92"/>
                </a:moveTo>
                <a:cubicBezTo>
                  <a:pt x="0" y="92"/>
                  <a:pt x="0" y="92"/>
                  <a:pt x="0" y="92"/>
                </a:cubicBezTo>
                <a:cubicBezTo>
                  <a:pt x="0" y="100"/>
                  <a:pt x="0" y="100"/>
                  <a:pt x="0" y="100"/>
                </a:cubicBezTo>
                <a:cubicBezTo>
                  <a:pt x="96" y="100"/>
                  <a:pt x="96" y="100"/>
                  <a:pt x="96" y="100"/>
                </a:cubicBezTo>
                <a:lnTo>
                  <a:pt x="96" y="92"/>
                </a:lnTo>
                <a:close/>
                <a:moveTo>
                  <a:pt x="44" y="60"/>
                </a:moveTo>
                <a:cubicBezTo>
                  <a:pt x="0" y="60"/>
                  <a:pt x="0" y="60"/>
                  <a:pt x="0" y="60"/>
                </a:cubicBezTo>
                <a:cubicBezTo>
                  <a:pt x="0" y="68"/>
                  <a:pt x="0" y="68"/>
                  <a:pt x="0" y="68"/>
                </a:cubicBezTo>
                <a:cubicBezTo>
                  <a:pt x="44" y="68"/>
                  <a:pt x="44" y="68"/>
                  <a:pt x="44" y="68"/>
                </a:cubicBezTo>
                <a:lnTo>
                  <a:pt x="44" y="60"/>
                </a:lnTo>
                <a:close/>
                <a:moveTo>
                  <a:pt x="36" y="128"/>
                </a:moveTo>
                <a:cubicBezTo>
                  <a:pt x="36" y="120"/>
                  <a:pt x="36" y="120"/>
                  <a:pt x="36" y="120"/>
                </a:cubicBezTo>
                <a:cubicBezTo>
                  <a:pt x="24" y="120"/>
                  <a:pt x="24" y="120"/>
                  <a:pt x="24" y="120"/>
                </a:cubicBezTo>
                <a:cubicBezTo>
                  <a:pt x="24" y="128"/>
                  <a:pt x="24" y="128"/>
                  <a:pt x="24" y="128"/>
                </a:cubicBezTo>
                <a:lnTo>
                  <a:pt x="36" y="12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80" name="Freeform 120">
            <a:extLst>
              <a:ext uri="{FF2B5EF4-FFF2-40B4-BE49-F238E27FC236}">
                <a16:creationId xmlns:a16="http://schemas.microsoft.com/office/drawing/2014/main" id="{1579BD34-5E3B-4D65-9B07-64FF28869C21}"/>
              </a:ext>
            </a:extLst>
          </p:cNvPr>
          <p:cNvSpPr>
            <a:spLocks noChangeAspect="1" noEditPoints="1"/>
          </p:cNvSpPr>
          <p:nvPr/>
        </p:nvSpPr>
        <p:spPr bwMode="auto">
          <a:xfrm>
            <a:off x="3526032" y="2430463"/>
            <a:ext cx="300038" cy="400050"/>
          </a:xfrm>
          <a:custGeom>
            <a:avLst/>
            <a:gdLst>
              <a:gd name="T0" fmla="*/ 16 w 192"/>
              <a:gd name="T1" fmla="*/ 32 h 256"/>
              <a:gd name="T2" fmla="*/ 40 w 192"/>
              <a:gd name="T3" fmla="*/ 160 h 256"/>
              <a:gd name="T4" fmla="*/ 79 w 192"/>
              <a:gd name="T5" fmla="*/ 102 h 256"/>
              <a:gd name="T6" fmla="*/ 72 w 192"/>
              <a:gd name="T7" fmla="*/ 48 h 256"/>
              <a:gd name="T8" fmla="*/ 40 w 192"/>
              <a:gd name="T9" fmla="*/ 140 h 256"/>
              <a:gd name="T10" fmla="*/ 96 w 192"/>
              <a:gd name="T11" fmla="*/ 20 h 256"/>
              <a:gd name="T12" fmla="*/ 76 w 192"/>
              <a:gd name="T13" fmla="*/ 40 h 256"/>
              <a:gd name="T14" fmla="*/ 76 w 192"/>
              <a:gd name="T15" fmla="*/ 32 h 256"/>
              <a:gd name="T16" fmla="*/ 176 w 192"/>
              <a:gd name="T17" fmla="*/ 8 h 256"/>
              <a:gd name="T18" fmla="*/ 176 w 192"/>
              <a:gd name="T19" fmla="*/ 24 h 256"/>
              <a:gd name="T20" fmla="*/ 16 w 192"/>
              <a:gd name="T21" fmla="*/ 48 h 256"/>
              <a:gd name="T22" fmla="*/ 24 w 192"/>
              <a:gd name="T23" fmla="*/ 48 h 256"/>
              <a:gd name="T24" fmla="*/ 168 w 192"/>
              <a:gd name="T25" fmla="*/ 56 h 256"/>
              <a:gd name="T26" fmla="*/ 176 w 192"/>
              <a:gd name="T27" fmla="*/ 72 h 256"/>
              <a:gd name="T28" fmla="*/ 176 w 192"/>
              <a:gd name="T29" fmla="*/ 96 h 256"/>
              <a:gd name="T30" fmla="*/ 136 w 192"/>
              <a:gd name="T31" fmla="*/ 68 h 256"/>
              <a:gd name="T32" fmla="*/ 116 w 192"/>
              <a:gd name="T33" fmla="*/ 88 h 256"/>
              <a:gd name="T34" fmla="*/ 116 w 192"/>
              <a:gd name="T35" fmla="*/ 80 h 256"/>
              <a:gd name="T36" fmla="*/ 40 w 192"/>
              <a:gd name="T37" fmla="*/ 240 h 256"/>
              <a:gd name="T38" fmla="*/ 40 w 192"/>
              <a:gd name="T39" fmla="*/ 224 h 256"/>
              <a:gd name="T40" fmla="*/ 176 w 192"/>
              <a:gd name="T41" fmla="*/ 176 h 256"/>
              <a:gd name="T42" fmla="*/ 168 w 192"/>
              <a:gd name="T43" fmla="*/ 176 h 256"/>
              <a:gd name="T44" fmla="*/ 176 w 192"/>
              <a:gd name="T45" fmla="*/ 192 h 256"/>
              <a:gd name="T46" fmla="*/ 140 w 192"/>
              <a:gd name="T47" fmla="*/ 208 h 256"/>
              <a:gd name="T48" fmla="*/ 160 w 192"/>
              <a:gd name="T49" fmla="*/ 228 h 256"/>
              <a:gd name="T50" fmla="*/ 128 w 192"/>
              <a:gd name="T51" fmla="*/ 228 h 256"/>
              <a:gd name="T52" fmla="*/ 140 w 192"/>
              <a:gd name="T53" fmla="*/ 240 h 256"/>
              <a:gd name="T54" fmla="*/ 0 w 192"/>
              <a:gd name="T55" fmla="*/ 100 h 256"/>
              <a:gd name="T56" fmla="*/ 20 w 192"/>
              <a:gd name="T57" fmla="*/ 112 h 256"/>
              <a:gd name="T58" fmla="*/ 32 w 192"/>
              <a:gd name="T59" fmla="*/ 100 h 256"/>
              <a:gd name="T60" fmla="*/ 152 w 192"/>
              <a:gd name="T61" fmla="*/ 124 h 256"/>
              <a:gd name="T62" fmla="*/ 172 w 192"/>
              <a:gd name="T63" fmla="*/ 104 h 256"/>
              <a:gd name="T64" fmla="*/ 172 w 192"/>
              <a:gd name="T65" fmla="*/ 112 h 256"/>
              <a:gd name="T66" fmla="*/ 136 w 192"/>
              <a:gd name="T67" fmla="*/ 200 h 256"/>
              <a:gd name="T68" fmla="*/ 143 w 192"/>
              <a:gd name="T69" fmla="*/ 154 h 256"/>
              <a:gd name="T70" fmla="*/ 112 w 192"/>
              <a:gd name="T71" fmla="*/ 96 h 256"/>
              <a:gd name="T72" fmla="*/ 136 w 192"/>
              <a:gd name="T73" fmla="*/ 157 h 256"/>
              <a:gd name="T74" fmla="*/ 24 w 192"/>
              <a:gd name="T75" fmla="*/ 188 h 256"/>
              <a:gd name="T76" fmla="*/ 44 w 192"/>
              <a:gd name="T77" fmla="*/ 168 h 256"/>
              <a:gd name="T78" fmla="*/ 44 w 192"/>
              <a:gd name="T79" fmla="*/ 176 h 256"/>
              <a:gd name="T80" fmla="*/ 88 w 192"/>
              <a:gd name="T81" fmla="*/ 256 h 256"/>
              <a:gd name="T82" fmla="*/ 88 w 192"/>
              <a:gd name="T83" fmla="*/ 184 h 256"/>
              <a:gd name="T84" fmla="*/ 72 w 192"/>
              <a:gd name="T85" fmla="*/ 156 h 256"/>
              <a:gd name="T86" fmla="*/ 92 w 192"/>
              <a:gd name="T87" fmla="*/ 136 h 256"/>
              <a:gd name="T88" fmla="*/ 92 w 192"/>
              <a:gd name="T89" fmla="*/ 14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2" h="256">
                <a:moveTo>
                  <a:pt x="24" y="16"/>
                </a:moveTo>
                <a:cubicBezTo>
                  <a:pt x="16" y="16"/>
                  <a:pt x="16" y="16"/>
                  <a:pt x="16" y="16"/>
                </a:cubicBezTo>
                <a:cubicBezTo>
                  <a:pt x="16" y="32"/>
                  <a:pt x="16" y="32"/>
                  <a:pt x="16" y="32"/>
                </a:cubicBezTo>
                <a:cubicBezTo>
                  <a:pt x="24" y="32"/>
                  <a:pt x="24" y="32"/>
                  <a:pt x="24" y="32"/>
                </a:cubicBezTo>
                <a:lnTo>
                  <a:pt x="24" y="16"/>
                </a:lnTo>
                <a:close/>
                <a:moveTo>
                  <a:pt x="40" y="160"/>
                </a:moveTo>
                <a:cubicBezTo>
                  <a:pt x="48" y="160"/>
                  <a:pt x="48" y="160"/>
                  <a:pt x="48" y="160"/>
                </a:cubicBezTo>
                <a:cubicBezTo>
                  <a:pt x="48" y="141"/>
                  <a:pt x="48" y="141"/>
                  <a:pt x="48" y="141"/>
                </a:cubicBezTo>
                <a:cubicBezTo>
                  <a:pt x="79" y="102"/>
                  <a:pt x="79" y="102"/>
                  <a:pt x="79" y="102"/>
                </a:cubicBezTo>
                <a:cubicBezTo>
                  <a:pt x="80" y="102"/>
                  <a:pt x="80" y="101"/>
                  <a:pt x="80" y="100"/>
                </a:cubicBezTo>
                <a:cubicBezTo>
                  <a:pt x="80" y="48"/>
                  <a:pt x="80" y="48"/>
                  <a:pt x="80" y="48"/>
                </a:cubicBezTo>
                <a:cubicBezTo>
                  <a:pt x="72" y="48"/>
                  <a:pt x="72" y="48"/>
                  <a:pt x="72" y="48"/>
                </a:cubicBezTo>
                <a:cubicBezTo>
                  <a:pt x="72" y="99"/>
                  <a:pt x="72" y="99"/>
                  <a:pt x="72" y="99"/>
                </a:cubicBezTo>
                <a:cubicBezTo>
                  <a:pt x="41" y="138"/>
                  <a:pt x="41" y="138"/>
                  <a:pt x="41" y="138"/>
                </a:cubicBezTo>
                <a:cubicBezTo>
                  <a:pt x="40" y="138"/>
                  <a:pt x="40" y="139"/>
                  <a:pt x="40" y="140"/>
                </a:cubicBezTo>
                <a:lnTo>
                  <a:pt x="40" y="160"/>
                </a:lnTo>
                <a:close/>
                <a:moveTo>
                  <a:pt x="76" y="40"/>
                </a:moveTo>
                <a:cubicBezTo>
                  <a:pt x="87" y="40"/>
                  <a:pt x="96" y="31"/>
                  <a:pt x="96" y="20"/>
                </a:cubicBezTo>
                <a:cubicBezTo>
                  <a:pt x="96" y="9"/>
                  <a:pt x="87" y="0"/>
                  <a:pt x="76" y="0"/>
                </a:cubicBezTo>
                <a:cubicBezTo>
                  <a:pt x="65" y="0"/>
                  <a:pt x="56" y="9"/>
                  <a:pt x="56" y="20"/>
                </a:cubicBezTo>
                <a:cubicBezTo>
                  <a:pt x="56" y="31"/>
                  <a:pt x="65" y="40"/>
                  <a:pt x="76" y="40"/>
                </a:cubicBezTo>
                <a:close/>
                <a:moveTo>
                  <a:pt x="76" y="8"/>
                </a:moveTo>
                <a:cubicBezTo>
                  <a:pt x="83" y="8"/>
                  <a:pt x="88" y="13"/>
                  <a:pt x="88" y="20"/>
                </a:cubicBezTo>
                <a:cubicBezTo>
                  <a:pt x="88" y="27"/>
                  <a:pt x="83" y="32"/>
                  <a:pt x="76" y="32"/>
                </a:cubicBezTo>
                <a:cubicBezTo>
                  <a:pt x="69" y="32"/>
                  <a:pt x="64" y="27"/>
                  <a:pt x="64" y="20"/>
                </a:cubicBezTo>
                <a:cubicBezTo>
                  <a:pt x="64" y="13"/>
                  <a:pt x="69" y="8"/>
                  <a:pt x="76" y="8"/>
                </a:cubicBezTo>
                <a:close/>
                <a:moveTo>
                  <a:pt x="176" y="8"/>
                </a:moveTo>
                <a:cubicBezTo>
                  <a:pt x="168" y="8"/>
                  <a:pt x="168" y="8"/>
                  <a:pt x="168" y="8"/>
                </a:cubicBezTo>
                <a:cubicBezTo>
                  <a:pt x="168" y="24"/>
                  <a:pt x="168" y="24"/>
                  <a:pt x="168" y="24"/>
                </a:cubicBezTo>
                <a:cubicBezTo>
                  <a:pt x="176" y="24"/>
                  <a:pt x="176" y="24"/>
                  <a:pt x="176" y="24"/>
                </a:cubicBezTo>
                <a:lnTo>
                  <a:pt x="176" y="8"/>
                </a:lnTo>
                <a:close/>
                <a:moveTo>
                  <a:pt x="24" y="48"/>
                </a:moveTo>
                <a:cubicBezTo>
                  <a:pt x="16" y="48"/>
                  <a:pt x="16" y="48"/>
                  <a:pt x="16" y="48"/>
                </a:cubicBezTo>
                <a:cubicBezTo>
                  <a:pt x="16" y="72"/>
                  <a:pt x="16" y="72"/>
                  <a:pt x="16" y="72"/>
                </a:cubicBezTo>
                <a:cubicBezTo>
                  <a:pt x="24" y="72"/>
                  <a:pt x="24" y="72"/>
                  <a:pt x="24" y="72"/>
                </a:cubicBezTo>
                <a:lnTo>
                  <a:pt x="24" y="48"/>
                </a:lnTo>
                <a:close/>
                <a:moveTo>
                  <a:pt x="176" y="40"/>
                </a:moveTo>
                <a:cubicBezTo>
                  <a:pt x="168" y="40"/>
                  <a:pt x="168" y="40"/>
                  <a:pt x="168" y="40"/>
                </a:cubicBezTo>
                <a:cubicBezTo>
                  <a:pt x="168" y="56"/>
                  <a:pt x="168" y="56"/>
                  <a:pt x="168" y="56"/>
                </a:cubicBezTo>
                <a:cubicBezTo>
                  <a:pt x="176" y="56"/>
                  <a:pt x="176" y="56"/>
                  <a:pt x="176" y="56"/>
                </a:cubicBezTo>
                <a:lnTo>
                  <a:pt x="176" y="40"/>
                </a:lnTo>
                <a:close/>
                <a:moveTo>
                  <a:pt x="176" y="72"/>
                </a:moveTo>
                <a:cubicBezTo>
                  <a:pt x="168" y="72"/>
                  <a:pt x="168" y="72"/>
                  <a:pt x="168" y="72"/>
                </a:cubicBezTo>
                <a:cubicBezTo>
                  <a:pt x="168" y="96"/>
                  <a:pt x="168" y="96"/>
                  <a:pt x="168" y="96"/>
                </a:cubicBezTo>
                <a:cubicBezTo>
                  <a:pt x="176" y="96"/>
                  <a:pt x="176" y="96"/>
                  <a:pt x="176" y="96"/>
                </a:cubicBezTo>
                <a:lnTo>
                  <a:pt x="176" y="72"/>
                </a:lnTo>
                <a:close/>
                <a:moveTo>
                  <a:pt x="116" y="88"/>
                </a:moveTo>
                <a:cubicBezTo>
                  <a:pt x="127" y="88"/>
                  <a:pt x="136" y="79"/>
                  <a:pt x="136" y="68"/>
                </a:cubicBezTo>
                <a:cubicBezTo>
                  <a:pt x="136" y="57"/>
                  <a:pt x="127" y="48"/>
                  <a:pt x="116" y="48"/>
                </a:cubicBezTo>
                <a:cubicBezTo>
                  <a:pt x="105" y="48"/>
                  <a:pt x="96" y="57"/>
                  <a:pt x="96" y="68"/>
                </a:cubicBezTo>
                <a:cubicBezTo>
                  <a:pt x="96" y="79"/>
                  <a:pt x="105" y="88"/>
                  <a:pt x="116" y="88"/>
                </a:cubicBezTo>
                <a:close/>
                <a:moveTo>
                  <a:pt x="116" y="56"/>
                </a:moveTo>
                <a:cubicBezTo>
                  <a:pt x="123" y="56"/>
                  <a:pt x="128" y="61"/>
                  <a:pt x="128" y="68"/>
                </a:cubicBezTo>
                <a:cubicBezTo>
                  <a:pt x="128" y="75"/>
                  <a:pt x="123" y="80"/>
                  <a:pt x="116" y="80"/>
                </a:cubicBezTo>
                <a:cubicBezTo>
                  <a:pt x="109" y="80"/>
                  <a:pt x="104" y="75"/>
                  <a:pt x="104" y="68"/>
                </a:cubicBezTo>
                <a:cubicBezTo>
                  <a:pt x="104" y="61"/>
                  <a:pt x="109" y="56"/>
                  <a:pt x="116" y="56"/>
                </a:cubicBezTo>
                <a:close/>
                <a:moveTo>
                  <a:pt x="40" y="240"/>
                </a:moveTo>
                <a:cubicBezTo>
                  <a:pt x="48" y="240"/>
                  <a:pt x="48" y="240"/>
                  <a:pt x="48" y="240"/>
                </a:cubicBezTo>
                <a:cubicBezTo>
                  <a:pt x="48" y="224"/>
                  <a:pt x="48" y="224"/>
                  <a:pt x="48" y="224"/>
                </a:cubicBezTo>
                <a:cubicBezTo>
                  <a:pt x="40" y="224"/>
                  <a:pt x="40" y="224"/>
                  <a:pt x="40" y="224"/>
                </a:cubicBezTo>
                <a:lnTo>
                  <a:pt x="40" y="240"/>
                </a:lnTo>
                <a:close/>
                <a:moveTo>
                  <a:pt x="168" y="176"/>
                </a:moveTo>
                <a:cubicBezTo>
                  <a:pt x="176" y="176"/>
                  <a:pt x="176" y="176"/>
                  <a:pt x="176" y="176"/>
                </a:cubicBezTo>
                <a:cubicBezTo>
                  <a:pt x="176" y="160"/>
                  <a:pt x="176" y="160"/>
                  <a:pt x="176" y="160"/>
                </a:cubicBezTo>
                <a:cubicBezTo>
                  <a:pt x="168" y="160"/>
                  <a:pt x="168" y="160"/>
                  <a:pt x="168" y="160"/>
                </a:cubicBezTo>
                <a:lnTo>
                  <a:pt x="168" y="176"/>
                </a:lnTo>
                <a:close/>
                <a:moveTo>
                  <a:pt x="168" y="208"/>
                </a:moveTo>
                <a:cubicBezTo>
                  <a:pt x="176" y="208"/>
                  <a:pt x="176" y="208"/>
                  <a:pt x="176" y="208"/>
                </a:cubicBezTo>
                <a:cubicBezTo>
                  <a:pt x="176" y="192"/>
                  <a:pt x="176" y="192"/>
                  <a:pt x="176" y="192"/>
                </a:cubicBezTo>
                <a:cubicBezTo>
                  <a:pt x="168" y="192"/>
                  <a:pt x="168" y="192"/>
                  <a:pt x="168" y="192"/>
                </a:cubicBezTo>
                <a:lnTo>
                  <a:pt x="168" y="208"/>
                </a:lnTo>
                <a:close/>
                <a:moveTo>
                  <a:pt x="140" y="208"/>
                </a:moveTo>
                <a:cubicBezTo>
                  <a:pt x="129" y="208"/>
                  <a:pt x="120" y="217"/>
                  <a:pt x="120" y="228"/>
                </a:cubicBezTo>
                <a:cubicBezTo>
                  <a:pt x="120" y="239"/>
                  <a:pt x="129" y="248"/>
                  <a:pt x="140" y="248"/>
                </a:cubicBezTo>
                <a:cubicBezTo>
                  <a:pt x="151" y="248"/>
                  <a:pt x="160" y="239"/>
                  <a:pt x="160" y="228"/>
                </a:cubicBezTo>
                <a:cubicBezTo>
                  <a:pt x="160" y="217"/>
                  <a:pt x="151" y="208"/>
                  <a:pt x="140" y="208"/>
                </a:cubicBezTo>
                <a:close/>
                <a:moveTo>
                  <a:pt x="140" y="240"/>
                </a:moveTo>
                <a:cubicBezTo>
                  <a:pt x="133" y="240"/>
                  <a:pt x="128" y="235"/>
                  <a:pt x="128" y="228"/>
                </a:cubicBezTo>
                <a:cubicBezTo>
                  <a:pt x="128" y="221"/>
                  <a:pt x="133" y="216"/>
                  <a:pt x="140" y="216"/>
                </a:cubicBezTo>
                <a:cubicBezTo>
                  <a:pt x="147" y="216"/>
                  <a:pt x="152" y="221"/>
                  <a:pt x="152" y="228"/>
                </a:cubicBezTo>
                <a:cubicBezTo>
                  <a:pt x="152" y="235"/>
                  <a:pt x="147" y="240"/>
                  <a:pt x="140" y="240"/>
                </a:cubicBezTo>
                <a:close/>
                <a:moveTo>
                  <a:pt x="40" y="100"/>
                </a:moveTo>
                <a:cubicBezTo>
                  <a:pt x="40" y="89"/>
                  <a:pt x="31" y="80"/>
                  <a:pt x="20" y="80"/>
                </a:cubicBezTo>
                <a:cubicBezTo>
                  <a:pt x="9" y="80"/>
                  <a:pt x="0" y="89"/>
                  <a:pt x="0" y="100"/>
                </a:cubicBezTo>
                <a:cubicBezTo>
                  <a:pt x="0" y="111"/>
                  <a:pt x="9" y="120"/>
                  <a:pt x="20" y="120"/>
                </a:cubicBezTo>
                <a:cubicBezTo>
                  <a:pt x="31" y="120"/>
                  <a:pt x="40" y="111"/>
                  <a:pt x="40" y="100"/>
                </a:cubicBezTo>
                <a:close/>
                <a:moveTo>
                  <a:pt x="20" y="112"/>
                </a:moveTo>
                <a:cubicBezTo>
                  <a:pt x="13" y="112"/>
                  <a:pt x="8" y="107"/>
                  <a:pt x="8" y="100"/>
                </a:cubicBezTo>
                <a:cubicBezTo>
                  <a:pt x="8" y="93"/>
                  <a:pt x="13" y="88"/>
                  <a:pt x="20" y="88"/>
                </a:cubicBezTo>
                <a:cubicBezTo>
                  <a:pt x="27" y="88"/>
                  <a:pt x="32" y="93"/>
                  <a:pt x="32" y="100"/>
                </a:cubicBezTo>
                <a:cubicBezTo>
                  <a:pt x="32" y="107"/>
                  <a:pt x="27" y="112"/>
                  <a:pt x="20" y="112"/>
                </a:cubicBezTo>
                <a:close/>
                <a:moveTo>
                  <a:pt x="172" y="104"/>
                </a:moveTo>
                <a:cubicBezTo>
                  <a:pt x="161" y="104"/>
                  <a:pt x="152" y="113"/>
                  <a:pt x="152" y="124"/>
                </a:cubicBezTo>
                <a:cubicBezTo>
                  <a:pt x="152" y="135"/>
                  <a:pt x="161" y="144"/>
                  <a:pt x="172" y="144"/>
                </a:cubicBezTo>
                <a:cubicBezTo>
                  <a:pt x="183" y="144"/>
                  <a:pt x="192" y="135"/>
                  <a:pt x="192" y="124"/>
                </a:cubicBezTo>
                <a:cubicBezTo>
                  <a:pt x="192" y="113"/>
                  <a:pt x="183" y="104"/>
                  <a:pt x="172" y="104"/>
                </a:cubicBezTo>
                <a:close/>
                <a:moveTo>
                  <a:pt x="172" y="136"/>
                </a:moveTo>
                <a:cubicBezTo>
                  <a:pt x="165" y="136"/>
                  <a:pt x="160" y="131"/>
                  <a:pt x="160" y="124"/>
                </a:cubicBezTo>
                <a:cubicBezTo>
                  <a:pt x="160" y="117"/>
                  <a:pt x="165" y="112"/>
                  <a:pt x="172" y="112"/>
                </a:cubicBezTo>
                <a:cubicBezTo>
                  <a:pt x="179" y="112"/>
                  <a:pt x="184" y="117"/>
                  <a:pt x="184" y="124"/>
                </a:cubicBezTo>
                <a:cubicBezTo>
                  <a:pt x="184" y="131"/>
                  <a:pt x="179" y="136"/>
                  <a:pt x="172" y="136"/>
                </a:cubicBezTo>
                <a:close/>
                <a:moveTo>
                  <a:pt x="136" y="200"/>
                </a:moveTo>
                <a:cubicBezTo>
                  <a:pt x="144" y="200"/>
                  <a:pt x="144" y="200"/>
                  <a:pt x="144" y="200"/>
                </a:cubicBezTo>
                <a:cubicBezTo>
                  <a:pt x="144" y="156"/>
                  <a:pt x="144" y="156"/>
                  <a:pt x="144" y="156"/>
                </a:cubicBezTo>
                <a:cubicBezTo>
                  <a:pt x="144" y="155"/>
                  <a:pt x="144" y="155"/>
                  <a:pt x="143" y="154"/>
                </a:cubicBezTo>
                <a:cubicBezTo>
                  <a:pt x="120" y="115"/>
                  <a:pt x="120" y="115"/>
                  <a:pt x="120" y="115"/>
                </a:cubicBezTo>
                <a:cubicBezTo>
                  <a:pt x="120" y="96"/>
                  <a:pt x="120" y="96"/>
                  <a:pt x="120" y="96"/>
                </a:cubicBezTo>
                <a:cubicBezTo>
                  <a:pt x="112" y="96"/>
                  <a:pt x="112" y="96"/>
                  <a:pt x="112" y="96"/>
                </a:cubicBezTo>
                <a:cubicBezTo>
                  <a:pt x="112" y="116"/>
                  <a:pt x="112" y="116"/>
                  <a:pt x="112" y="116"/>
                </a:cubicBezTo>
                <a:cubicBezTo>
                  <a:pt x="112" y="117"/>
                  <a:pt x="112" y="117"/>
                  <a:pt x="113" y="118"/>
                </a:cubicBezTo>
                <a:cubicBezTo>
                  <a:pt x="136" y="157"/>
                  <a:pt x="136" y="157"/>
                  <a:pt x="136" y="157"/>
                </a:cubicBezTo>
                <a:lnTo>
                  <a:pt x="136" y="200"/>
                </a:lnTo>
                <a:close/>
                <a:moveTo>
                  <a:pt x="44" y="168"/>
                </a:moveTo>
                <a:cubicBezTo>
                  <a:pt x="33" y="168"/>
                  <a:pt x="24" y="177"/>
                  <a:pt x="24" y="188"/>
                </a:cubicBezTo>
                <a:cubicBezTo>
                  <a:pt x="24" y="199"/>
                  <a:pt x="33" y="208"/>
                  <a:pt x="44" y="208"/>
                </a:cubicBezTo>
                <a:cubicBezTo>
                  <a:pt x="55" y="208"/>
                  <a:pt x="64" y="199"/>
                  <a:pt x="64" y="188"/>
                </a:cubicBezTo>
                <a:cubicBezTo>
                  <a:pt x="64" y="177"/>
                  <a:pt x="55" y="168"/>
                  <a:pt x="44" y="168"/>
                </a:cubicBezTo>
                <a:close/>
                <a:moveTo>
                  <a:pt x="44" y="200"/>
                </a:moveTo>
                <a:cubicBezTo>
                  <a:pt x="37" y="200"/>
                  <a:pt x="32" y="195"/>
                  <a:pt x="32" y="188"/>
                </a:cubicBezTo>
                <a:cubicBezTo>
                  <a:pt x="32" y="181"/>
                  <a:pt x="37" y="176"/>
                  <a:pt x="44" y="176"/>
                </a:cubicBezTo>
                <a:cubicBezTo>
                  <a:pt x="51" y="176"/>
                  <a:pt x="56" y="181"/>
                  <a:pt x="56" y="188"/>
                </a:cubicBezTo>
                <a:cubicBezTo>
                  <a:pt x="56" y="195"/>
                  <a:pt x="51" y="200"/>
                  <a:pt x="44" y="200"/>
                </a:cubicBezTo>
                <a:close/>
                <a:moveTo>
                  <a:pt x="88" y="256"/>
                </a:moveTo>
                <a:cubicBezTo>
                  <a:pt x="96" y="256"/>
                  <a:pt x="96" y="256"/>
                  <a:pt x="96" y="256"/>
                </a:cubicBezTo>
                <a:cubicBezTo>
                  <a:pt x="96" y="184"/>
                  <a:pt x="96" y="184"/>
                  <a:pt x="96" y="184"/>
                </a:cubicBezTo>
                <a:cubicBezTo>
                  <a:pt x="88" y="184"/>
                  <a:pt x="88" y="184"/>
                  <a:pt x="88" y="184"/>
                </a:cubicBezTo>
                <a:lnTo>
                  <a:pt x="88" y="256"/>
                </a:lnTo>
                <a:close/>
                <a:moveTo>
                  <a:pt x="92" y="136"/>
                </a:moveTo>
                <a:cubicBezTo>
                  <a:pt x="81" y="136"/>
                  <a:pt x="72" y="145"/>
                  <a:pt x="72" y="156"/>
                </a:cubicBezTo>
                <a:cubicBezTo>
                  <a:pt x="72" y="167"/>
                  <a:pt x="81" y="176"/>
                  <a:pt x="92" y="176"/>
                </a:cubicBezTo>
                <a:cubicBezTo>
                  <a:pt x="103" y="176"/>
                  <a:pt x="112" y="167"/>
                  <a:pt x="112" y="156"/>
                </a:cubicBezTo>
                <a:cubicBezTo>
                  <a:pt x="112" y="145"/>
                  <a:pt x="103" y="136"/>
                  <a:pt x="92" y="136"/>
                </a:cubicBezTo>
                <a:close/>
                <a:moveTo>
                  <a:pt x="92" y="168"/>
                </a:moveTo>
                <a:cubicBezTo>
                  <a:pt x="85" y="168"/>
                  <a:pt x="80" y="163"/>
                  <a:pt x="80" y="156"/>
                </a:cubicBezTo>
                <a:cubicBezTo>
                  <a:pt x="80" y="149"/>
                  <a:pt x="85" y="144"/>
                  <a:pt x="92" y="144"/>
                </a:cubicBezTo>
                <a:cubicBezTo>
                  <a:pt x="99" y="144"/>
                  <a:pt x="104" y="149"/>
                  <a:pt x="104" y="156"/>
                </a:cubicBezTo>
                <a:cubicBezTo>
                  <a:pt x="104" y="163"/>
                  <a:pt x="99" y="168"/>
                  <a:pt x="92" y="16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60" name="Freeform 127">
            <a:extLst>
              <a:ext uri="{FF2B5EF4-FFF2-40B4-BE49-F238E27FC236}">
                <a16:creationId xmlns:a16="http://schemas.microsoft.com/office/drawing/2014/main" id="{87BFBEAA-5A00-40D5-A6CD-723E9E04D4D4}"/>
              </a:ext>
            </a:extLst>
          </p:cNvPr>
          <p:cNvSpPr>
            <a:spLocks noChangeAspect="1" noEditPoints="1"/>
          </p:cNvSpPr>
          <p:nvPr/>
        </p:nvSpPr>
        <p:spPr bwMode="auto">
          <a:xfrm>
            <a:off x="4443672" y="2449513"/>
            <a:ext cx="400050" cy="361950"/>
          </a:xfrm>
          <a:custGeom>
            <a:avLst/>
            <a:gdLst>
              <a:gd name="T0" fmla="*/ 128 w 256"/>
              <a:gd name="T1" fmla="*/ 0 h 232"/>
              <a:gd name="T2" fmla="*/ 0 w 256"/>
              <a:gd name="T3" fmla="*/ 128 h 232"/>
              <a:gd name="T4" fmla="*/ 4 w 256"/>
              <a:gd name="T5" fmla="*/ 132 h 232"/>
              <a:gd name="T6" fmla="*/ 20 w 256"/>
              <a:gd name="T7" fmla="*/ 132 h 232"/>
              <a:gd name="T8" fmla="*/ 24 w 256"/>
              <a:gd name="T9" fmla="*/ 128 h 232"/>
              <a:gd name="T10" fmla="*/ 100 w 256"/>
              <a:gd name="T11" fmla="*/ 52 h 232"/>
              <a:gd name="T12" fmla="*/ 150 w 256"/>
              <a:gd name="T13" fmla="*/ 71 h 232"/>
              <a:gd name="T14" fmla="*/ 156 w 256"/>
              <a:gd name="T15" fmla="*/ 71 h 232"/>
              <a:gd name="T16" fmla="*/ 156 w 256"/>
              <a:gd name="T17" fmla="*/ 65 h 232"/>
              <a:gd name="T18" fmla="*/ 100 w 256"/>
              <a:gd name="T19" fmla="*/ 44 h 232"/>
              <a:gd name="T20" fmla="*/ 16 w 256"/>
              <a:gd name="T21" fmla="*/ 124 h 232"/>
              <a:gd name="T22" fmla="*/ 8 w 256"/>
              <a:gd name="T23" fmla="*/ 124 h 232"/>
              <a:gd name="T24" fmla="*/ 128 w 256"/>
              <a:gd name="T25" fmla="*/ 8 h 232"/>
              <a:gd name="T26" fmla="*/ 248 w 256"/>
              <a:gd name="T27" fmla="*/ 124 h 232"/>
              <a:gd name="T28" fmla="*/ 204 w 256"/>
              <a:gd name="T29" fmla="*/ 124 h 232"/>
              <a:gd name="T30" fmla="*/ 200 w 256"/>
              <a:gd name="T31" fmla="*/ 128 h 232"/>
              <a:gd name="T32" fmla="*/ 204 w 256"/>
              <a:gd name="T33" fmla="*/ 132 h 232"/>
              <a:gd name="T34" fmla="*/ 252 w 256"/>
              <a:gd name="T35" fmla="*/ 132 h 232"/>
              <a:gd name="T36" fmla="*/ 256 w 256"/>
              <a:gd name="T37" fmla="*/ 128 h 232"/>
              <a:gd name="T38" fmla="*/ 128 w 256"/>
              <a:gd name="T39" fmla="*/ 0 h 232"/>
              <a:gd name="T40" fmla="*/ 207 w 256"/>
              <a:gd name="T41" fmla="*/ 65 h 232"/>
              <a:gd name="T42" fmla="*/ 202 w 256"/>
              <a:gd name="T43" fmla="*/ 65 h 232"/>
              <a:gd name="T44" fmla="*/ 66 w 256"/>
              <a:gd name="T45" fmla="*/ 150 h 232"/>
              <a:gd name="T46" fmla="*/ 66 w 256"/>
              <a:gd name="T47" fmla="*/ 218 h 232"/>
              <a:gd name="T48" fmla="*/ 100 w 256"/>
              <a:gd name="T49" fmla="*/ 232 h 232"/>
              <a:gd name="T50" fmla="*/ 134 w 256"/>
              <a:gd name="T51" fmla="*/ 218 h 232"/>
              <a:gd name="T52" fmla="*/ 208 w 256"/>
              <a:gd name="T53" fmla="*/ 70 h 232"/>
              <a:gd name="T54" fmla="*/ 207 w 256"/>
              <a:gd name="T55" fmla="*/ 65 h 232"/>
              <a:gd name="T56" fmla="*/ 128 w 256"/>
              <a:gd name="T57" fmla="*/ 212 h 232"/>
              <a:gd name="T58" fmla="*/ 100 w 256"/>
              <a:gd name="T59" fmla="*/ 224 h 232"/>
              <a:gd name="T60" fmla="*/ 72 w 256"/>
              <a:gd name="T61" fmla="*/ 212 h 232"/>
              <a:gd name="T62" fmla="*/ 72 w 256"/>
              <a:gd name="T63" fmla="*/ 156 h 232"/>
              <a:gd name="T64" fmla="*/ 196 w 256"/>
              <a:gd name="T65" fmla="*/ 78 h 232"/>
              <a:gd name="T66" fmla="*/ 128 w 256"/>
              <a:gd name="T67" fmla="*/ 212 h 232"/>
              <a:gd name="T68" fmla="*/ 100 w 256"/>
              <a:gd name="T69" fmla="*/ 208 h 232"/>
              <a:gd name="T70" fmla="*/ 124 w 256"/>
              <a:gd name="T71" fmla="*/ 184 h 232"/>
              <a:gd name="T72" fmla="*/ 100 w 256"/>
              <a:gd name="T73" fmla="*/ 160 h 232"/>
              <a:gd name="T74" fmla="*/ 76 w 256"/>
              <a:gd name="T75" fmla="*/ 184 h 232"/>
              <a:gd name="T76" fmla="*/ 100 w 256"/>
              <a:gd name="T77" fmla="*/ 208 h 232"/>
              <a:gd name="T78" fmla="*/ 100 w 256"/>
              <a:gd name="T79" fmla="*/ 168 h 232"/>
              <a:gd name="T80" fmla="*/ 116 w 256"/>
              <a:gd name="T81" fmla="*/ 184 h 232"/>
              <a:gd name="T82" fmla="*/ 100 w 256"/>
              <a:gd name="T83" fmla="*/ 200 h 232"/>
              <a:gd name="T84" fmla="*/ 84 w 256"/>
              <a:gd name="T85" fmla="*/ 184 h 232"/>
              <a:gd name="T86" fmla="*/ 100 w 256"/>
              <a:gd name="T87" fmla="*/ 16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32">
                <a:moveTo>
                  <a:pt x="128" y="0"/>
                </a:moveTo>
                <a:cubicBezTo>
                  <a:pt x="57" y="0"/>
                  <a:pt x="0" y="57"/>
                  <a:pt x="0" y="128"/>
                </a:cubicBezTo>
                <a:cubicBezTo>
                  <a:pt x="0" y="130"/>
                  <a:pt x="2" y="132"/>
                  <a:pt x="4" y="132"/>
                </a:cubicBezTo>
                <a:cubicBezTo>
                  <a:pt x="20" y="132"/>
                  <a:pt x="20" y="132"/>
                  <a:pt x="20" y="132"/>
                </a:cubicBezTo>
                <a:cubicBezTo>
                  <a:pt x="22" y="132"/>
                  <a:pt x="24" y="130"/>
                  <a:pt x="24" y="128"/>
                </a:cubicBezTo>
                <a:cubicBezTo>
                  <a:pt x="24" y="86"/>
                  <a:pt x="58" y="52"/>
                  <a:pt x="100" y="52"/>
                </a:cubicBezTo>
                <a:cubicBezTo>
                  <a:pt x="119" y="52"/>
                  <a:pt x="136" y="59"/>
                  <a:pt x="150" y="71"/>
                </a:cubicBezTo>
                <a:cubicBezTo>
                  <a:pt x="152" y="72"/>
                  <a:pt x="154" y="72"/>
                  <a:pt x="156" y="71"/>
                </a:cubicBezTo>
                <a:cubicBezTo>
                  <a:pt x="157" y="69"/>
                  <a:pt x="157" y="66"/>
                  <a:pt x="156" y="65"/>
                </a:cubicBezTo>
                <a:cubicBezTo>
                  <a:pt x="140" y="51"/>
                  <a:pt x="120" y="44"/>
                  <a:pt x="100" y="44"/>
                </a:cubicBezTo>
                <a:cubicBezTo>
                  <a:pt x="55" y="44"/>
                  <a:pt x="18" y="80"/>
                  <a:pt x="16" y="124"/>
                </a:cubicBezTo>
                <a:cubicBezTo>
                  <a:pt x="8" y="124"/>
                  <a:pt x="8" y="124"/>
                  <a:pt x="8" y="124"/>
                </a:cubicBezTo>
                <a:cubicBezTo>
                  <a:pt x="10" y="60"/>
                  <a:pt x="63" y="8"/>
                  <a:pt x="128" y="8"/>
                </a:cubicBezTo>
                <a:cubicBezTo>
                  <a:pt x="193" y="8"/>
                  <a:pt x="246" y="60"/>
                  <a:pt x="248" y="124"/>
                </a:cubicBezTo>
                <a:cubicBezTo>
                  <a:pt x="204" y="124"/>
                  <a:pt x="204" y="124"/>
                  <a:pt x="204" y="124"/>
                </a:cubicBezTo>
                <a:cubicBezTo>
                  <a:pt x="202" y="124"/>
                  <a:pt x="200" y="126"/>
                  <a:pt x="200" y="128"/>
                </a:cubicBezTo>
                <a:cubicBezTo>
                  <a:pt x="200" y="130"/>
                  <a:pt x="202" y="132"/>
                  <a:pt x="204" y="132"/>
                </a:cubicBezTo>
                <a:cubicBezTo>
                  <a:pt x="252" y="132"/>
                  <a:pt x="252" y="132"/>
                  <a:pt x="252" y="132"/>
                </a:cubicBezTo>
                <a:cubicBezTo>
                  <a:pt x="254" y="132"/>
                  <a:pt x="256" y="130"/>
                  <a:pt x="256" y="128"/>
                </a:cubicBezTo>
                <a:cubicBezTo>
                  <a:pt x="256" y="57"/>
                  <a:pt x="199" y="0"/>
                  <a:pt x="128" y="0"/>
                </a:cubicBezTo>
                <a:close/>
                <a:moveTo>
                  <a:pt x="207" y="65"/>
                </a:moveTo>
                <a:cubicBezTo>
                  <a:pt x="205" y="64"/>
                  <a:pt x="204" y="64"/>
                  <a:pt x="202" y="65"/>
                </a:cubicBezTo>
                <a:cubicBezTo>
                  <a:pt x="197" y="67"/>
                  <a:pt x="83" y="133"/>
                  <a:pt x="66" y="150"/>
                </a:cubicBezTo>
                <a:cubicBezTo>
                  <a:pt x="47" y="169"/>
                  <a:pt x="47" y="199"/>
                  <a:pt x="66" y="218"/>
                </a:cubicBezTo>
                <a:cubicBezTo>
                  <a:pt x="75" y="227"/>
                  <a:pt x="87" y="232"/>
                  <a:pt x="100" y="232"/>
                </a:cubicBezTo>
                <a:cubicBezTo>
                  <a:pt x="113" y="232"/>
                  <a:pt x="125" y="227"/>
                  <a:pt x="134" y="218"/>
                </a:cubicBezTo>
                <a:cubicBezTo>
                  <a:pt x="151" y="200"/>
                  <a:pt x="205" y="75"/>
                  <a:pt x="208" y="70"/>
                </a:cubicBezTo>
                <a:cubicBezTo>
                  <a:pt x="208" y="68"/>
                  <a:pt x="208" y="66"/>
                  <a:pt x="207" y="65"/>
                </a:cubicBezTo>
                <a:close/>
                <a:moveTo>
                  <a:pt x="128" y="212"/>
                </a:moveTo>
                <a:cubicBezTo>
                  <a:pt x="121" y="220"/>
                  <a:pt x="111" y="224"/>
                  <a:pt x="100" y="224"/>
                </a:cubicBezTo>
                <a:cubicBezTo>
                  <a:pt x="89" y="224"/>
                  <a:pt x="79" y="220"/>
                  <a:pt x="72" y="212"/>
                </a:cubicBezTo>
                <a:cubicBezTo>
                  <a:pt x="56" y="197"/>
                  <a:pt x="56" y="171"/>
                  <a:pt x="72" y="156"/>
                </a:cubicBezTo>
                <a:cubicBezTo>
                  <a:pt x="85" y="142"/>
                  <a:pt x="166" y="94"/>
                  <a:pt x="196" y="78"/>
                </a:cubicBezTo>
                <a:cubicBezTo>
                  <a:pt x="175" y="124"/>
                  <a:pt x="140" y="200"/>
                  <a:pt x="128" y="212"/>
                </a:cubicBezTo>
                <a:close/>
                <a:moveTo>
                  <a:pt x="100" y="208"/>
                </a:moveTo>
                <a:cubicBezTo>
                  <a:pt x="113" y="208"/>
                  <a:pt x="124" y="197"/>
                  <a:pt x="124" y="184"/>
                </a:cubicBezTo>
                <a:cubicBezTo>
                  <a:pt x="124" y="171"/>
                  <a:pt x="113" y="160"/>
                  <a:pt x="100" y="160"/>
                </a:cubicBezTo>
                <a:cubicBezTo>
                  <a:pt x="87" y="160"/>
                  <a:pt x="76" y="171"/>
                  <a:pt x="76" y="184"/>
                </a:cubicBezTo>
                <a:cubicBezTo>
                  <a:pt x="76" y="197"/>
                  <a:pt x="87" y="208"/>
                  <a:pt x="100" y="208"/>
                </a:cubicBezTo>
                <a:close/>
                <a:moveTo>
                  <a:pt x="100" y="168"/>
                </a:moveTo>
                <a:cubicBezTo>
                  <a:pt x="109" y="168"/>
                  <a:pt x="116" y="175"/>
                  <a:pt x="116" y="184"/>
                </a:cubicBezTo>
                <a:cubicBezTo>
                  <a:pt x="116" y="193"/>
                  <a:pt x="109" y="200"/>
                  <a:pt x="100" y="200"/>
                </a:cubicBezTo>
                <a:cubicBezTo>
                  <a:pt x="91" y="200"/>
                  <a:pt x="84" y="193"/>
                  <a:pt x="84" y="184"/>
                </a:cubicBezTo>
                <a:cubicBezTo>
                  <a:pt x="84" y="175"/>
                  <a:pt x="91" y="168"/>
                  <a:pt x="100" y="16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66" name="Freeform 134">
            <a:extLst>
              <a:ext uri="{FF2B5EF4-FFF2-40B4-BE49-F238E27FC236}">
                <a16:creationId xmlns:a16="http://schemas.microsoft.com/office/drawing/2014/main" id="{1699FF1F-DF47-446E-8FBE-3EA8015475CC}"/>
              </a:ext>
            </a:extLst>
          </p:cNvPr>
          <p:cNvSpPr>
            <a:spLocks noChangeAspect="1" noEditPoints="1"/>
          </p:cNvSpPr>
          <p:nvPr/>
        </p:nvSpPr>
        <p:spPr bwMode="auto">
          <a:xfrm>
            <a:off x="5411318" y="2430463"/>
            <a:ext cx="400050" cy="400050"/>
          </a:xfrm>
          <a:custGeom>
            <a:avLst/>
            <a:gdLst>
              <a:gd name="T0" fmla="*/ 211 w 256"/>
              <a:gd name="T1" fmla="*/ 71 h 256"/>
              <a:gd name="T2" fmla="*/ 169 w 256"/>
              <a:gd name="T3" fmla="*/ 42 h 256"/>
              <a:gd name="T4" fmla="*/ 176 w 256"/>
              <a:gd name="T5" fmla="*/ 44 h 256"/>
              <a:gd name="T6" fmla="*/ 213 w 256"/>
              <a:gd name="T7" fmla="*/ 37 h 256"/>
              <a:gd name="T8" fmla="*/ 176 w 256"/>
              <a:gd name="T9" fmla="*/ 44 h 256"/>
              <a:gd name="T10" fmla="*/ 196 w 256"/>
              <a:gd name="T11" fmla="*/ 132 h 256"/>
              <a:gd name="T12" fmla="*/ 243 w 256"/>
              <a:gd name="T13" fmla="*/ 38 h 256"/>
              <a:gd name="T14" fmla="*/ 196 w 256"/>
              <a:gd name="T15" fmla="*/ 0 h 256"/>
              <a:gd name="T16" fmla="*/ 170 w 256"/>
              <a:gd name="T17" fmla="*/ 8 h 256"/>
              <a:gd name="T18" fmla="*/ 157 w 256"/>
              <a:gd name="T19" fmla="*/ 40 h 256"/>
              <a:gd name="T20" fmla="*/ 217 w 256"/>
              <a:gd name="T21" fmla="*/ 14 h 256"/>
              <a:gd name="T22" fmla="*/ 196 w 256"/>
              <a:gd name="T23" fmla="*/ 121 h 256"/>
              <a:gd name="T24" fmla="*/ 248 w 256"/>
              <a:gd name="T25" fmla="*/ 82 h 256"/>
              <a:gd name="T26" fmla="*/ 248 w 256"/>
              <a:gd name="T27" fmla="*/ 124 h 256"/>
              <a:gd name="T28" fmla="*/ 215 w 256"/>
              <a:gd name="T29" fmla="*/ 132 h 256"/>
              <a:gd name="T30" fmla="*/ 186 w 256"/>
              <a:gd name="T31" fmla="*/ 192 h 256"/>
              <a:gd name="T32" fmla="*/ 191 w 256"/>
              <a:gd name="T33" fmla="*/ 144 h 256"/>
              <a:gd name="T34" fmla="*/ 132 w 256"/>
              <a:gd name="T35" fmla="*/ 132 h 256"/>
              <a:gd name="T36" fmla="*/ 175 w 256"/>
              <a:gd name="T37" fmla="*/ 124 h 256"/>
              <a:gd name="T38" fmla="*/ 138 w 256"/>
              <a:gd name="T39" fmla="*/ 68 h 256"/>
              <a:gd name="T40" fmla="*/ 138 w 256"/>
              <a:gd name="T41" fmla="*/ 60 h 256"/>
              <a:gd name="T42" fmla="*/ 142 w 256"/>
              <a:gd name="T43" fmla="*/ 20 h 256"/>
              <a:gd name="T44" fmla="*/ 148 w 256"/>
              <a:gd name="T45" fmla="*/ 13 h 256"/>
              <a:gd name="T46" fmla="*/ 157 w 256"/>
              <a:gd name="T47" fmla="*/ 7 h 256"/>
              <a:gd name="T48" fmla="*/ 26 w 256"/>
              <a:gd name="T49" fmla="*/ 50 h 256"/>
              <a:gd name="T50" fmla="*/ 26 w 256"/>
              <a:gd name="T51" fmla="*/ 205 h 256"/>
              <a:gd name="T52" fmla="*/ 128 w 256"/>
              <a:gd name="T53" fmla="*/ 256 h 256"/>
              <a:gd name="T54" fmla="*/ 230 w 256"/>
              <a:gd name="T55" fmla="*/ 206 h 256"/>
              <a:gd name="T56" fmla="*/ 248 w 256"/>
              <a:gd name="T57" fmla="*/ 82 h 256"/>
              <a:gd name="T58" fmla="*/ 37 w 256"/>
              <a:gd name="T59" fmla="*/ 50 h 256"/>
              <a:gd name="T60" fmla="*/ 70 w 256"/>
              <a:gd name="T61" fmla="*/ 64 h 256"/>
              <a:gd name="T62" fmla="*/ 31 w 256"/>
              <a:gd name="T63" fmla="*/ 57 h 256"/>
              <a:gd name="T64" fmla="*/ 56 w 256"/>
              <a:gd name="T65" fmla="*/ 132 h 256"/>
              <a:gd name="T66" fmla="*/ 37 w 256"/>
              <a:gd name="T67" fmla="*/ 206 h 256"/>
              <a:gd name="T68" fmla="*/ 37 w 256"/>
              <a:gd name="T69" fmla="*/ 206 h 256"/>
              <a:gd name="T70" fmla="*/ 124 w 256"/>
              <a:gd name="T71" fmla="*/ 196 h 256"/>
              <a:gd name="T72" fmla="*/ 79 w 256"/>
              <a:gd name="T73" fmla="*/ 191 h 256"/>
              <a:gd name="T74" fmla="*/ 124 w 256"/>
              <a:gd name="T75" fmla="*/ 188 h 256"/>
              <a:gd name="T76" fmla="*/ 79 w 256"/>
              <a:gd name="T77" fmla="*/ 65 h 256"/>
              <a:gd name="T78" fmla="*/ 124 w 256"/>
              <a:gd name="T79" fmla="*/ 60 h 256"/>
              <a:gd name="T80" fmla="*/ 124 w 256"/>
              <a:gd name="T81" fmla="*/ 60 h 256"/>
              <a:gd name="T82" fmla="*/ 132 w 256"/>
              <a:gd name="T83" fmla="*/ 245 h 256"/>
              <a:gd name="T84" fmla="*/ 182 w 256"/>
              <a:gd name="T85" fmla="*/ 19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190" y="75"/>
                </a:moveTo>
                <a:cubicBezTo>
                  <a:pt x="192" y="76"/>
                  <a:pt x="194" y="76"/>
                  <a:pt x="196" y="76"/>
                </a:cubicBezTo>
                <a:cubicBezTo>
                  <a:pt x="201" y="76"/>
                  <a:pt x="207" y="74"/>
                  <a:pt x="211" y="71"/>
                </a:cubicBezTo>
                <a:cubicBezTo>
                  <a:pt x="224" y="63"/>
                  <a:pt x="228" y="46"/>
                  <a:pt x="219" y="33"/>
                </a:cubicBezTo>
                <a:cubicBezTo>
                  <a:pt x="211" y="20"/>
                  <a:pt x="194" y="16"/>
                  <a:pt x="181" y="25"/>
                </a:cubicBezTo>
                <a:cubicBezTo>
                  <a:pt x="174" y="29"/>
                  <a:pt x="170" y="35"/>
                  <a:pt x="169" y="42"/>
                </a:cubicBezTo>
                <a:cubicBezTo>
                  <a:pt x="167" y="50"/>
                  <a:pt x="168" y="57"/>
                  <a:pt x="173" y="63"/>
                </a:cubicBezTo>
                <a:cubicBezTo>
                  <a:pt x="177" y="70"/>
                  <a:pt x="183" y="74"/>
                  <a:pt x="190" y="75"/>
                </a:cubicBezTo>
                <a:close/>
                <a:moveTo>
                  <a:pt x="176" y="44"/>
                </a:moveTo>
                <a:cubicBezTo>
                  <a:pt x="178" y="39"/>
                  <a:pt x="181" y="34"/>
                  <a:pt x="185" y="31"/>
                </a:cubicBezTo>
                <a:cubicBezTo>
                  <a:pt x="188" y="29"/>
                  <a:pt x="192" y="28"/>
                  <a:pt x="196" y="28"/>
                </a:cubicBezTo>
                <a:cubicBezTo>
                  <a:pt x="203" y="28"/>
                  <a:pt x="209" y="31"/>
                  <a:pt x="213" y="37"/>
                </a:cubicBezTo>
                <a:cubicBezTo>
                  <a:pt x="219" y="46"/>
                  <a:pt x="216" y="59"/>
                  <a:pt x="207" y="65"/>
                </a:cubicBezTo>
                <a:cubicBezTo>
                  <a:pt x="198" y="71"/>
                  <a:pt x="185" y="68"/>
                  <a:pt x="179" y="59"/>
                </a:cubicBezTo>
                <a:cubicBezTo>
                  <a:pt x="176" y="54"/>
                  <a:pt x="175" y="49"/>
                  <a:pt x="176" y="44"/>
                </a:cubicBezTo>
                <a:close/>
                <a:moveTo>
                  <a:pt x="156" y="74"/>
                </a:moveTo>
                <a:cubicBezTo>
                  <a:pt x="192" y="130"/>
                  <a:pt x="192" y="130"/>
                  <a:pt x="192" y="130"/>
                </a:cubicBezTo>
                <a:cubicBezTo>
                  <a:pt x="193" y="132"/>
                  <a:pt x="195" y="132"/>
                  <a:pt x="196" y="132"/>
                </a:cubicBezTo>
                <a:cubicBezTo>
                  <a:pt x="197" y="132"/>
                  <a:pt x="199" y="132"/>
                  <a:pt x="199" y="130"/>
                </a:cubicBezTo>
                <a:cubicBezTo>
                  <a:pt x="236" y="74"/>
                  <a:pt x="236" y="74"/>
                  <a:pt x="236" y="74"/>
                </a:cubicBezTo>
                <a:cubicBezTo>
                  <a:pt x="243" y="63"/>
                  <a:pt x="245" y="51"/>
                  <a:pt x="243" y="38"/>
                </a:cubicBezTo>
                <a:cubicBezTo>
                  <a:pt x="240" y="25"/>
                  <a:pt x="232" y="15"/>
                  <a:pt x="222" y="8"/>
                </a:cubicBezTo>
                <a:cubicBezTo>
                  <a:pt x="214" y="3"/>
                  <a:pt x="205" y="0"/>
                  <a:pt x="196" y="0"/>
                </a:cubicBezTo>
                <a:cubicBezTo>
                  <a:pt x="196" y="0"/>
                  <a:pt x="196" y="0"/>
                  <a:pt x="196" y="0"/>
                </a:cubicBezTo>
                <a:cubicBezTo>
                  <a:pt x="196" y="0"/>
                  <a:pt x="196" y="0"/>
                  <a:pt x="196" y="0"/>
                </a:cubicBezTo>
                <a:cubicBezTo>
                  <a:pt x="196" y="0"/>
                  <a:pt x="196" y="0"/>
                  <a:pt x="195" y="0"/>
                </a:cubicBezTo>
                <a:cubicBezTo>
                  <a:pt x="186" y="0"/>
                  <a:pt x="178" y="3"/>
                  <a:pt x="170" y="8"/>
                </a:cubicBezTo>
                <a:cubicBezTo>
                  <a:pt x="159" y="15"/>
                  <a:pt x="152" y="25"/>
                  <a:pt x="149" y="38"/>
                </a:cubicBezTo>
                <a:cubicBezTo>
                  <a:pt x="146" y="51"/>
                  <a:pt x="149" y="63"/>
                  <a:pt x="156" y="74"/>
                </a:cubicBezTo>
                <a:close/>
                <a:moveTo>
                  <a:pt x="157" y="40"/>
                </a:moveTo>
                <a:cubicBezTo>
                  <a:pt x="159" y="29"/>
                  <a:pt x="165" y="20"/>
                  <a:pt x="174" y="14"/>
                </a:cubicBezTo>
                <a:cubicBezTo>
                  <a:pt x="181" y="10"/>
                  <a:pt x="188" y="8"/>
                  <a:pt x="196" y="8"/>
                </a:cubicBezTo>
                <a:cubicBezTo>
                  <a:pt x="203" y="8"/>
                  <a:pt x="211" y="10"/>
                  <a:pt x="217" y="14"/>
                </a:cubicBezTo>
                <a:cubicBezTo>
                  <a:pt x="226" y="20"/>
                  <a:pt x="232" y="29"/>
                  <a:pt x="235" y="40"/>
                </a:cubicBezTo>
                <a:cubicBezTo>
                  <a:pt x="237" y="50"/>
                  <a:pt x="235" y="61"/>
                  <a:pt x="229" y="70"/>
                </a:cubicBezTo>
                <a:cubicBezTo>
                  <a:pt x="196" y="121"/>
                  <a:pt x="196" y="121"/>
                  <a:pt x="196" y="121"/>
                </a:cubicBezTo>
                <a:cubicBezTo>
                  <a:pt x="162" y="70"/>
                  <a:pt x="162" y="70"/>
                  <a:pt x="162" y="70"/>
                </a:cubicBezTo>
                <a:cubicBezTo>
                  <a:pt x="157" y="61"/>
                  <a:pt x="155" y="50"/>
                  <a:pt x="157" y="40"/>
                </a:cubicBezTo>
                <a:close/>
                <a:moveTo>
                  <a:pt x="248" y="82"/>
                </a:moveTo>
                <a:cubicBezTo>
                  <a:pt x="247" y="80"/>
                  <a:pt x="245" y="79"/>
                  <a:pt x="242" y="80"/>
                </a:cubicBezTo>
                <a:cubicBezTo>
                  <a:pt x="240" y="81"/>
                  <a:pt x="239" y="83"/>
                  <a:pt x="240" y="85"/>
                </a:cubicBezTo>
                <a:cubicBezTo>
                  <a:pt x="245" y="98"/>
                  <a:pt x="247" y="111"/>
                  <a:pt x="248" y="124"/>
                </a:cubicBezTo>
                <a:cubicBezTo>
                  <a:pt x="215" y="124"/>
                  <a:pt x="215" y="124"/>
                  <a:pt x="215" y="124"/>
                </a:cubicBezTo>
                <a:cubicBezTo>
                  <a:pt x="213" y="124"/>
                  <a:pt x="211" y="126"/>
                  <a:pt x="211" y="128"/>
                </a:cubicBezTo>
                <a:cubicBezTo>
                  <a:pt x="211" y="130"/>
                  <a:pt x="213" y="132"/>
                  <a:pt x="215" y="132"/>
                </a:cubicBezTo>
                <a:cubicBezTo>
                  <a:pt x="248" y="132"/>
                  <a:pt x="248" y="132"/>
                  <a:pt x="248" y="132"/>
                </a:cubicBezTo>
                <a:cubicBezTo>
                  <a:pt x="247" y="157"/>
                  <a:pt x="239" y="180"/>
                  <a:pt x="225" y="199"/>
                </a:cubicBezTo>
                <a:cubicBezTo>
                  <a:pt x="212" y="196"/>
                  <a:pt x="199" y="194"/>
                  <a:pt x="186" y="192"/>
                </a:cubicBezTo>
                <a:cubicBezTo>
                  <a:pt x="193" y="177"/>
                  <a:pt x="197" y="161"/>
                  <a:pt x="199" y="145"/>
                </a:cubicBezTo>
                <a:cubicBezTo>
                  <a:pt x="199" y="142"/>
                  <a:pt x="198" y="140"/>
                  <a:pt x="195" y="140"/>
                </a:cubicBezTo>
                <a:cubicBezTo>
                  <a:pt x="193" y="140"/>
                  <a:pt x="191" y="142"/>
                  <a:pt x="191" y="144"/>
                </a:cubicBezTo>
                <a:cubicBezTo>
                  <a:pt x="189" y="160"/>
                  <a:pt x="184" y="176"/>
                  <a:pt x="177" y="191"/>
                </a:cubicBezTo>
                <a:cubicBezTo>
                  <a:pt x="162" y="189"/>
                  <a:pt x="147" y="188"/>
                  <a:pt x="132" y="188"/>
                </a:cubicBezTo>
                <a:cubicBezTo>
                  <a:pt x="132" y="132"/>
                  <a:pt x="132" y="132"/>
                  <a:pt x="132" y="132"/>
                </a:cubicBezTo>
                <a:cubicBezTo>
                  <a:pt x="175" y="132"/>
                  <a:pt x="175" y="132"/>
                  <a:pt x="175" y="132"/>
                </a:cubicBezTo>
                <a:cubicBezTo>
                  <a:pt x="177" y="132"/>
                  <a:pt x="179" y="130"/>
                  <a:pt x="179" y="128"/>
                </a:cubicBezTo>
                <a:cubicBezTo>
                  <a:pt x="179" y="126"/>
                  <a:pt x="177" y="124"/>
                  <a:pt x="175" y="124"/>
                </a:cubicBezTo>
                <a:cubicBezTo>
                  <a:pt x="132" y="124"/>
                  <a:pt x="132" y="124"/>
                  <a:pt x="132" y="124"/>
                </a:cubicBezTo>
                <a:cubicBezTo>
                  <a:pt x="132" y="68"/>
                  <a:pt x="132" y="68"/>
                  <a:pt x="132" y="68"/>
                </a:cubicBezTo>
                <a:cubicBezTo>
                  <a:pt x="134" y="68"/>
                  <a:pt x="136" y="68"/>
                  <a:pt x="138" y="68"/>
                </a:cubicBezTo>
                <a:cubicBezTo>
                  <a:pt x="141" y="68"/>
                  <a:pt x="142" y="66"/>
                  <a:pt x="142" y="64"/>
                </a:cubicBezTo>
                <a:cubicBezTo>
                  <a:pt x="142" y="62"/>
                  <a:pt x="140" y="60"/>
                  <a:pt x="138" y="60"/>
                </a:cubicBezTo>
                <a:cubicBezTo>
                  <a:pt x="138" y="60"/>
                  <a:pt x="138" y="60"/>
                  <a:pt x="138" y="60"/>
                </a:cubicBezTo>
                <a:cubicBezTo>
                  <a:pt x="136" y="60"/>
                  <a:pt x="134" y="60"/>
                  <a:pt x="132" y="60"/>
                </a:cubicBezTo>
                <a:cubicBezTo>
                  <a:pt x="132" y="12"/>
                  <a:pt x="132" y="12"/>
                  <a:pt x="132" y="12"/>
                </a:cubicBezTo>
                <a:cubicBezTo>
                  <a:pt x="136" y="14"/>
                  <a:pt x="139" y="17"/>
                  <a:pt x="142" y="20"/>
                </a:cubicBezTo>
                <a:cubicBezTo>
                  <a:pt x="143" y="20"/>
                  <a:pt x="144" y="21"/>
                  <a:pt x="145" y="21"/>
                </a:cubicBezTo>
                <a:cubicBezTo>
                  <a:pt x="146" y="21"/>
                  <a:pt x="147" y="20"/>
                  <a:pt x="148" y="19"/>
                </a:cubicBezTo>
                <a:cubicBezTo>
                  <a:pt x="149" y="17"/>
                  <a:pt x="149" y="15"/>
                  <a:pt x="148" y="13"/>
                </a:cubicBezTo>
                <a:cubicBezTo>
                  <a:pt x="146" y="12"/>
                  <a:pt x="144" y="10"/>
                  <a:pt x="142" y="9"/>
                </a:cubicBezTo>
                <a:cubicBezTo>
                  <a:pt x="145" y="9"/>
                  <a:pt x="149" y="10"/>
                  <a:pt x="152" y="10"/>
                </a:cubicBezTo>
                <a:cubicBezTo>
                  <a:pt x="154" y="11"/>
                  <a:pt x="156" y="9"/>
                  <a:pt x="157" y="7"/>
                </a:cubicBezTo>
                <a:cubicBezTo>
                  <a:pt x="157" y="5"/>
                  <a:pt x="156" y="3"/>
                  <a:pt x="153" y="3"/>
                </a:cubicBezTo>
                <a:cubicBezTo>
                  <a:pt x="145" y="1"/>
                  <a:pt x="137" y="0"/>
                  <a:pt x="128" y="0"/>
                </a:cubicBezTo>
                <a:cubicBezTo>
                  <a:pt x="87" y="0"/>
                  <a:pt x="50" y="20"/>
                  <a:pt x="26" y="50"/>
                </a:cubicBezTo>
                <a:cubicBezTo>
                  <a:pt x="26" y="50"/>
                  <a:pt x="26" y="51"/>
                  <a:pt x="26" y="51"/>
                </a:cubicBezTo>
                <a:cubicBezTo>
                  <a:pt x="10" y="72"/>
                  <a:pt x="0" y="99"/>
                  <a:pt x="0" y="128"/>
                </a:cubicBezTo>
                <a:cubicBezTo>
                  <a:pt x="0" y="157"/>
                  <a:pt x="10" y="184"/>
                  <a:pt x="26" y="205"/>
                </a:cubicBezTo>
                <a:cubicBezTo>
                  <a:pt x="26" y="205"/>
                  <a:pt x="26" y="206"/>
                  <a:pt x="26" y="206"/>
                </a:cubicBezTo>
                <a:cubicBezTo>
                  <a:pt x="50" y="236"/>
                  <a:pt x="86" y="256"/>
                  <a:pt x="128" y="256"/>
                </a:cubicBezTo>
                <a:cubicBezTo>
                  <a:pt x="128" y="256"/>
                  <a:pt x="128" y="256"/>
                  <a:pt x="128" y="256"/>
                </a:cubicBezTo>
                <a:cubicBezTo>
                  <a:pt x="128" y="256"/>
                  <a:pt x="128" y="256"/>
                  <a:pt x="128" y="256"/>
                </a:cubicBezTo>
                <a:cubicBezTo>
                  <a:pt x="128" y="256"/>
                  <a:pt x="128" y="256"/>
                  <a:pt x="128" y="256"/>
                </a:cubicBezTo>
                <a:cubicBezTo>
                  <a:pt x="170" y="256"/>
                  <a:pt x="206" y="236"/>
                  <a:pt x="230" y="206"/>
                </a:cubicBezTo>
                <a:cubicBezTo>
                  <a:pt x="230" y="206"/>
                  <a:pt x="230" y="205"/>
                  <a:pt x="230" y="205"/>
                </a:cubicBezTo>
                <a:cubicBezTo>
                  <a:pt x="246" y="184"/>
                  <a:pt x="256" y="157"/>
                  <a:pt x="256" y="128"/>
                </a:cubicBezTo>
                <a:cubicBezTo>
                  <a:pt x="256" y="112"/>
                  <a:pt x="253" y="97"/>
                  <a:pt x="248" y="82"/>
                </a:cubicBezTo>
                <a:close/>
                <a:moveTo>
                  <a:pt x="114" y="9"/>
                </a:moveTo>
                <a:cubicBezTo>
                  <a:pt x="97" y="22"/>
                  <a:pt x="84" y="38"/>
                  <a:pt x="74" y="57"/>
                </a:cubicBezTo>
                <a:cubicBezTo>
                  <a:pt x="61" y="55"/>
                  <a:pt x="49" y="53"/>
                  <a:pt x="37" y="50"/>
                </a:cubicBezTo>
                <a:cubicBezTo>
                  <a:pt x="56" y="28"/>
                  <a:pt x="83" y="12"/>
                  <a:pt x="114" y="9"/>
                </a:cubicBezTo>
                <a:close/>
                <a:moveTo>
                  <a:pt x="31" y="57"/>
                </a:moveTo>
                <a:cubicBezTo>
                  <a:pt x="44" y="60"/>
                  <a:pt x="57" y="63"/>
                  <a:pt x="70" y="64"/>
                </a:cubicBezTo>
                <a:cubicBezTo>
                  <a:pt x="62" y="83"/>
                  <a:pt x="57" y="103"/>
                  <a:pt x="56" y="124"/>
                </a:cubicBezTo>
                <a:cubicBezTo>
                  <a:pt x="8" y="124"/>
                  <a:pt x="8" y="124"/>
                  <a:pt x="8" y="124"/>
                </a:cubicBezTo>
                <a:cubicBezTo>
                  <a:pt x="9" y="99"/>
                  <a:pt x="17" y="76"/>
                  <a:pt x="31" y="57"/>
                </a:cubicBezTo>
                <a:close/>
                <a:moveTo>
                  <a:pt x="31" y="199"/>
                </a:moveTo>
                <a:cubicBezTo>
                  <a:pt x="17" y="180"/>
                  <a:pt x="9" y="157"/>
                  <a:pt x="8" y="132"/>
                </a:cubicBezTo>
                <a:cubicBezTo>
                  <a:pt x="56" y="132"/>
                  <a:pt x="56" y="132"/>
                  <a:pt x="56" y="132"/>
                </a:cubicBezTo>
                <a:cubicBezTo>
                  <a:pt x="57" y="153"/>
                  <a:pt x="62" y="173"/>
                  <a:pt x="70" y="192"/>
                </a:cubicBezTo>
                <a:cubicBezTo>
                  <a:pt x="57" y="194"/>
                  <a:pt x="44" y="196"/>
                  <a:pt x="31" y="199"/>
                </a:cubicBezTo>
                <a:close/>
                <a:moveTo>
                  <a:pt x="37" y="206"/>
                </a:moveTo>
                <a:cubicBezTo>
                  <a:pt x="49" y="203"/>
                  <a:pt x="61" y="201"/>
                  <a:pt x="74" y="199"/>
                </a:cubicBezTo>
                <a:cubicBezTo>
                  <a:pt x="84" y="218"/>
                  <a:pt x="97" y="234"/>
                  <a:pt x="114" y="247"/>
                </a:cubicBezTo>
                <a:cubicBezTo>
                  <a:pt x="83" y="244"/>
                  <a:pt x="56" y="228"/>
                  <a:pt x="37" y="206"/>
                </a:cubicBezTo>
                <a:close/>
                <a:moveTo>
                  <a:pt x="124" y="245"/>
                </a:moveTo>
                <a:cubicBezTo>
                  <a:pt x="107" y="232"/>
                  <a:pt x="93" y="216"/>
                  <a:pt x="83" y="198"/>
                </a:cubicBezTo>
                <a:cubicBezTo>
                  <a:pt x="96" y="197"/>
                  <a:pt x="110" y="196"/>
                  <a:pt x="124" y="196"/>
                </a:cubicBezTo>
                <a:lnTo>
                  <a:pt x="124" y="245"/>
                </a:lnTo>
                <a:close/>
                <a:moveTo>
                  <a:pt x="124" y="188"/>
                </a:moveTo>
                <a:cubicBezTo>
                  <a:pt x="109" y="188"/>
                  <a:pt x="94" y="189"/>
                  <a:pt x="79" y="191"/>
                </a:cubicBezTo>
                <a:cubicBezTo>
                  <a:pt x="70" y="173"/>
                  <a:pt x="65" y="153"/>
                  <a:pt x="64" y="132"/>
                </a:cubicBezTo>
                <a:cubicBezTo>
                  <a:pt x="124" y="132"/>
                  <a:pt x="124" y="132"/>
                  <a:pt x="124" y="132"/>
                </a:cubicBezTo>
                <a:lnTo>
                  <a:pt x="124" y="188"/>
                </a:lnTo>
                <a:close/>
                <a:moveTo>
                  <a:pt x="124" y="124"/>
                </a:moveTo>
                <a:cubicBezTo>
                  <a:pt x="64" y="124"/>
                  <a:pt x="64" y="124"/>
                  <a:pt x="64" y="124"/>
                </a:cubicBezTo>
                <a:cubicBezTo>
                  <a:pt x="65" y="103"/>
                  <a:pt x="70" y="83"/>
                  <a:pt x="79" y="65"/>
                </a:cubicBezTo>
                <a:cubicBezTo>
                  <a:pt x="94" y="67"/>
                  <a:pt x="109" y="68"/>
                  <a:pt x="124" y="68"/>
                </a:cubicBezTo>
                <a:lnTo>
                  <a:pt x="124" y="124"/>
                </a:lnTo>
                <a:close/>
                <a:moveTo>
                  <a:pt x="124" y="60"/>
                </a:moveTo>
                <a:cubicBezTo>
                  <a:pt x="110" y="60"/>
                  <a:pt x="96" y="59"/>
                  <a:pt x="83" y="58"/>
                </a:cubicBezTo>
                <a:cubicBezTo>
                  <a:pt x="93" y="40"/>
                  <a:pt x="107" y="24"/>
                  <a:pt x="124" y="11"/>
                </a:cubicBezTo>
                <a:lnTo>
                  <a:pt x="124" y="60"/>
                </a:lnTo>
                <a:close/>
                <a:moveTo>
                  <a:pt x="132" y="196"/>
                </a:moveTo>
                <a:cubicBezTo>
                  <a:pt x="146" y="196"/>
                  <a:pt x="160" y="197"/>
                  <a:pt x="173" y="198"/>
                </a:cubicBezTo>
                <a:cubicBezTo>
                  <a:pt x="163" y="216"/>
                  <a:pt x="149" y="232"/>
                  <a:pt x="132" y="245"/>
                </a:cubicBezTo>
                <a:lnTo>
                  <a:pt x="132" y="196"/>
                </a:lnTo>
                <a:close/>
                <a:moveTo>
                  <a:pt x="142" y="247"/>
                </a:moveTo>
                <a:cubicBezTo>
                  <a:pt x="159" y="234"/>
                  <a:pt x="172" y="218"/>
                  <a:pt x="182" y="199"/>
                </a:cubicBezTo>
                <a:cubicBezTo>
                  <a:pt x="195" y="201"/>
                  <a:pt x="207" y="203"/>
                  <a:pt x="219" y="206"/>
                </a:cubicBezTo>
                <a:cubicBezTo>
                  <a:pt x="200" y="228"/>
                  <a:pt x="173" y="244"/>
                  <a:pt x="142" y="24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72" name="Freeform 138">
            <a:extLst>
              <a:ext uri="{FF2B5EF4-FFF2-40B4-BE49-F238E27FC236}">
                <a16:creationId xmlns:a16="http://schemas.microsoft.com/office/drawing/2014/main" id="{AD570D41-02B8-43C8-95C6-9AAD1D022A7A}"/>
              </a:ext>
            </a:extLst>
          </p:cNvPr>
          <p:cNvSpPr>
            <a:spLocks noChangeAspect="1" noEditPoints="1"/>
          </p:cNvSpPr>
          <p:nvPr/>
        </p:nvSpPr>
        <p:spPr bwMode="auto">
          <a:xfrm>
            <a:off x="6378964" y="2430463"/>
            <a:ext cx="400050" cy="400050"/>
          </a:xfrm>
          <a:custGeom>
            <a:avLst/>
            <a:gdLst>
              <a:gd name="T0" fmla="*/ 204 w 256"/>
              <a:gd name="T1" fmla="*/ 140 h 256"/>
              <a:gd name="T2" fmla="*/ 180 w 256"/>
              <a:gd name="T3" fmla="*/ 164 h 256"/>
              <a:gd name="T4" fmla="*/ 204 w 256"/>
              <a:gd name="T5" fmla="*/ 188 h 256"/>
              <a:gd name="T6" fmla="*/ 228 w 256"/>
              <a:gd name="T7" fmla="*/ 164 h 256"/>
              <a:gd name="T8" fmla="*/ 204 w 256"/>
              <a:gd name="T9" fmla="*/ 140 h 256"/>
              <a:gd name="T10" fmla="*/ 204 w 256"/>
              <a:gd name="T11" fmla="*/ 180 h 256"/>
              <a:gd name="T12" fmla="*/ 188 w 256"/>
              <a:gd name="T13" fmla="*/ 164 h 256"/>
              <a:gd name="T14" fmla="*/ 204 w 256"/>
              <a:gd name="T15" fmla="*/ 148 h 256"/>
              <a:gd name="T16" fmla="*/ 220 w 256"/>
              <a:gd name="T17" fmla="*/ 164 h 256"/>
              <a:gd name="T18" fmla="*/ 204 w 256"/>
              <a:gd name="T19" fmla="*/ 180 h 256"/>
              <a:gd name="T20" fmla="*/ 204 w 256"/>
              <a:gd name="T21" fmla="*/ 112 h 256"/>
              <a:gd name="T22" fmla="*/ 152 w 256"/>
              <a:gd name="T23" fmla="*/ 164 h 256"/>
              <a:gd name="T24" fmla="*/ 201 w 256"/>
              <a:gd name="T25" fmla="*/ 255 h 256"/>
              <a:gd name="T26" fmla="*/ 204 w 256"/>
              <a:gd name="T27" fmla="*/ 256 h 256"/>
              <a:gd name="T28" fmla="*/ 207 w 256"/>
              <a:gd name="T29" fmla="*/ 255 h 256"/>
              <a:gd name="T30" fmla="*/ 256 w 256"/>
              <a:gd name="T31" fmla="*/ 164 h 256"/>
              <a:gd name="T32" fmla="*/ 204 w 256"/>
              <a:gd name="T33" fmla="*/ 112 h 256"/>
              <a:gd name="T34" fmla="*/ 204 w 256"/>
              <a:gd name="T35" fmla="*/ 246 h 256"/>
              <a:gd name="T36" fmla="*/ 160 w 256"/>
              <a:gd name="T37" fmla="*/ 164 h 256"/>
              <a:gd name="T38" fmla="*/ 204 w 256"/>
              <a:gd name="T39" fmla="*/ 120 h 256"/>
              <a:gd name="T40" fmla="*/ 248 w 256"/>
              <a:gd name="T41" fmla="*/ 164 h 256"/>
              <a:gd name="T42" fmla="*/ 204 w 256"/>
              <a:gd name="T43" fmla="*/ 246 h 256"/>
              <a:gd name="T44" fmla="*/ 64 w 256"/>
              <a:gd name="T45" fmla="*/ 44 h 256"/>
              <a:gd name="T46" fmla="*/ 44 w 256"/>
              <a:gd name="T47" fmla="*/ 24 h 256"/>
              <a:gd name="T48" fmla="*/ 24 w 256"/>
              <a:gd name="T49" fmla="*/ 44 h 256"/>
              <a:gd name="T50" fmla="*/ 44 w 256"/>
              <a:gd name="T51" fmla="*/ 64 h 256"/>
              <a:gd name="T52" fmla="*/ 64 w 256"/>
              <a:gd name="T53" fmla="*/ 44 h 256"/>
              <a:gd name="T54" fmla="*/ 32 w 256"/>
              <a:gd name="T55" fmla="*/ 44 h 256"/>
              <a:gd name="T56" fmla="*/ 44 w 256"/>
              <a:gd name="T57" fmla="*/ 32 h 256"/>
              <a:gd name="T58" fmla="*/ 56 w 256"/>
              <a:gd name="T59" fmla="*/ 44 h 256"/>
              <a:gd name="T60" fmla="*/ 44 w 256"/>
              <a:gd name="T61" fmla="*/ 56 h 256"/>
              <a:gd name="T62" fmla="*/ 32 w 256"/>
              <a:gd name="T63" fmla="*/ 44 h 256"/>
              <a:gd name="T64" fmla="*/ 44 w 256"/>
              <a:gd name="T65" fmla="*/ 124 h 256"/>
              <a:gd name="T66" fmla="*/ 47 w 256"/>
              <a:gd name="T67" fmla="*/ 123 h 256"/>
              <a:gd name="T68" fmla="*/ 88 w 256"/>
              <a:gd name="T69" fmla="*/ 44 h 256"/>
              <a:gd name="T70" fmla="*/ 44 w 256"/>
              <a:gd name="T71" fmla="*/ 0 h 256"/>
              <a:gd name="T72" fmla="*/ 0 w 256"/>
              <a:gd name="T73" fmla="*/ 44 h 256"/>
              <a:gd name="T74" fmla="*/ 41 w 256"/>
              <a:gd name="T75" fmla="*/ 123 h 256"/>
              <a:gd name="T76" fmla="*/ 44 w 256"/>
              <a:gd name="T77" fmla="*/ 124 h 256"/>
              <a:gd name="T78" fmla="*/ 44 w 256"/>
              <a:gd name="T79" fmla="*/ 8 h 256"/>
              <a:gd name="T80" fmla="*/ 80 w 256"/>
              <a:gd name="T81" fmla="*/ 44 h 256"/>
              <a:gd name="T82" fmla="*/ 44 w 256"/>
              <a:gd name="T83" fmla="*/ 114 h 256"/>
              <a:gd name="T84" fmla="*/ 8 w 256"/>
              <a:gd name="T85" fmla="*/ 44 h 256"/>
              <a:gd name="T86" fmla="*/ 44 w 256"/>
              <a:gd name="T87" fmla="*/ 8 h 256"/>
              <a:gd name="T88" fmla="*/ 172 w 256"/>
              <a:gd name="T89" fmla="*/ 248 h 256"/>
              <a:gd name="T90" fmla="*/ 44 w 256"/>
              <a:gd name="T91" fmla="*/ 248 h 256"/>
              <a:gd name="T92" fmla="*/ 8 w 256"/>
              <a:gd name="T93" fmla="*/ 212 h 256"/>
              <a:gd name="T94" fmla="*/ 44 w 256"/>
              <a:gd name="T95" fmla="*/ 176 h 256"/>
              <a:gd name="T96" fmla="*/ 106 w 256"/>
              <a:gd name="T97" fmla="*/ 176 h 256"/>
              <a:gd name="T98" fmla="*/ 136 w 256"/>
              <a:gd name="T99" fmla="*/ 146 h 256"/>
              <a:gd name="T100" fmla="*/ 106 w 256"/>
              <a:gd name="T101" fmla="*/ 116 h 256"/>
              <a:gd name="T102" fmla="*/ 72 w 256"/>
              <a:gd name="T103" fmla="*/ 116 h 256"/>
              <a:gd name="T104" fmla="*/ 68 w 256"/>
              <a:gd name="T105" fmla="*/ 120 h 256"/>
              <a:gd name="T106" fmla="*/ 72 w 256"/>
              <a:gd name="T107" fmla="*/ 124 h 256"/>
              <a:gd name="T108" fmla="*/ 106 w 256"/>
              <a:gd name="T109" fmla="*/ 124 h 256"/>
              <a:gd name="T110" fmla="*/ 128 w 256"/>
              <a:gd name="T111" fmla="*/ 146 h 256"/>
              <a:gd name="T112" fmla="*/ 106 w 256"/>
              <a:gd name="T113" fmla="*/ 168 h 256"/>
              <a:gd name="T114" fmla="*/ 44 w 256"/>
              <a:gd name="T115" fmla="*/ 168 h 256"/>
              <a:gd name="T116" fmla="*/ 0 w 256"/>
              <a:gd name="T117" fmla="*/ 212 h 256"/>
              <a:gd name="T118" fmla="*/ 44 w 256"/>
              <a:gd name="T119" fmla="*/ 256 h 256"/>
              <a:gd name="T120" fmla="*/ 172 w 256"/>
              <a:gd name="T121" fmla="*/ 256 h 256"/>
              <a:gd name="T122" fmla="*/ 176 w 256"/>
              <a:gd name="T123" fmla="*/ 252 h 256"/>
              <a:gd name="T124" fmla="*/ 172 w 256"/>
              <a:gd name="T125"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6" h="256">
                <a:moveTo>
                  <a:pt x="204" y="140"/>
                </a:moveTo>
                <a:cubicBezTo>
                  <a:pt x="191" y="140"/>
                  <a:pt x="180" y="151"/>
                  <a:pt x="180" y="164"/>
                </a:cubicBezTo>
                <a:cubicBezTo>
                  <a:pt x="180" y="177"/>
                  <a:pt x="191" y="188"/>
                  <a:pt x="204" y="188"/>
                </a:cubicBezTo>
                <a:cubicBezTo>
                  <a:pt x="217" y="188"/>
                  <a:pt x="228" y="177"/>
                  <a:pt x="228" y="164"/>
                </a:cubicBezTo>
                <a:cubicBezTo>
                  <a:pt x="228" y="151"/>
                  <a:pt x="217" y="140"/>
                  <a:pt x="204" y="140"/>
                </a:cubicBezTo>
                <a:close/>
                <a:moveTo>
                  <a:pt x="204" y="180"/>
                </a:moveTo>
                <a:cubicBezTo>
                  <a:pt x="195" y="180"/>
                  <a:pt x="188" y="173"/>
                  <a:pt x="188" y="164"/>
                </a:cubicBezTo>
                <a:cubicBezTo>
                  <a:pt x="188" y="155"/>
                  <a:pt x="195" y="148"/>
                  <a:pt x="204" y="148"/>
                </a:cubicBezTo>
                <a:cubicBezTo>
                  <a:pt x="213" y="148"/>
                  <a:pt x="220" y="155"/>
                  <a:pt x="220" y="164"/>
                </a:cubicBezTo>
                <a:cubicBezTo>
                  <a:pt x="220" y="173"/>
                  <a:pt x="213" y="180"/>
                  <a:pt x="204" y="180"/>
                </a:cubicBezTo>
                <a:close/>
                <a:moveTo>
                  <a:pt x="204" y="112"/>
                </a:moveTo>
                <a:cubicBezTo>
                  <a:pt x="175" y="112"/>
                  <a:pt x="152" y="135"/>
                  <a:pt x="152" y="164"/>
                </a:cubicBezTo>
                <a:cubicBezTo>
                  <a:pt x="152" y="197"/>
                  <a:pt x="199" y="252"/>
                  <a:pt x="201" y="255"/>
                </a:cubicBezTo>
                <a:cubicBezTo>
                  <a:pt x="202" y="255"/>
                  <a:pt x="203" y="256"/>
                  <a:pt x="204" y="256"/>
                </a:cubicBezTo>
                <a:cubicBezTo>
                  <a:pt x="205" y="256"/>
                  <a:pt x="206" y="255"/>
                  <a:pt x="207" y="255"/>
                </a:cubicBezTo>
                <a:cubicBezTo>
                  <a:pt x="209" y="252"/>
                  <a:pt x="256" y="197"/>
                  <a:pt x="256" y="164"/>
                </a:cubicBezTo>
                <a:cubicBezTo>
                  <a:pt x="256" y="135"/>
                  <a:pt x="233" y="112"/>
                  <a:pt x="204" y="112"/>
                </a:cubicBezTo>
                <a:close/>
                <a:moveTo>
                  <a:pt x="204" y="246"/>
                </a:moveTo>
                <a:cubicBezTo>
                  <a:pt x="194" y="233"/>
                  <a:pt x="160" y="190"/>
                  <a:pt x="160" y="164"/>
                </a:cubicBezTo>
                <a:cubicBezTo>
                  <a:pt x="160" y="140"/>
                  <a:pt x="180" y="120"/>
                  <a:pt x="204" y="120"/>
                </a:cubicBezTo>
                <a:cubicBezTo>
                  <a:pt x="228" y="120"/>
                  <a:pt x="248" y="140"/>
                  <a:pt x="248" y="164"/>
                </a:cubicBezTo>
                <a:cubicBezTo>
                  <a:pt x="248" y="190"/>
                  <a:pt x="214" y="233"/>
                  <a:pt x="204" y="246"/>
                </a:cubicBezTo>
                <a:close/>
                <a:moveTo>
                  <a:pt x="64" y="44"/>
                </a:moveTo>
                <a:cubicBezTo>
                  <a:pt x="64" y="33"/>
                  <a:pt x="55" y="24"/>
                  <a:pt x="44" y="24"/>
                </a:cubicBezTo>
                <a:cubicBezTo>
                  <a:pt x="33" y="24"/>
                  <a:pt x="24" y="33"/>
                  <a:pt x="24" y="44"/>
                </a:cubicBezTo>
                <a:cubicBezTo>
                  <a:pt x="24" y="55"/>
                  <a:pt x="33" y="64"/>
                  <a:pt x="44" y="64"/>
                </a:cubicBezTo>
                <a:cubicBezTo>
                  <a:pt x="55" y="64"/>
                  <a:pt x="64" y="55"/>
                  <a:pt x="64" y="44"/>
                </a:cubicBezTo>
                <a:close/>
                <a:moveTo>
                  <a:pt x="32" y="44"/>
                </a:moveTo>
                <a:cubicBezTo>
                  <a:pt x="32" y="37"/>
                  <a:pt x="37" y="32"/>
                  <a:pt x="44" y="32"/>
                </a:cubicBezTo>
                <a:cubicBezTo>
                  <a:pt x="51" y="32"/>
                  <a:pt x="56" y="37"/>
                  <a:pt x="56" y="44"/>
                </a:cubicBezTo>
                <a:cubicBezTo>
                  <a:pt x="56" y="51"/>
                  <a:pt x="51" y="56"/>
                  <a:pt x="44" y="56"/>
                </a:cubicBezTo>
                <a:cubicBezTo>
                  <a:pt x="37" y="56"/>
                  <a:pt x="32" y="51"/>
                  <a:pt x="32" y="44"/>
                </a:cubicBezTo>
                <a:close/>
                <a:moveTo>
                  <a:pt x="44" y="124"/>
                </a:moveTo>
                <a:cubicBezTo>
                  <a:pt x="45" y="124"/>
                  <a:pt x="46" y="123"/>
                  <a:pt x="47" y="123"/>
                </a:cubicBezTo>
                <a:cubicBezTo>
                  <a:pt x="49" y="121"/>
                  <a:pt x="88" y="73"/>
                  <a:pt x="88" y="44"/>
                </a:cubicBezTo>
                <a:cubicBezTo>
                  <a:pt x="88" y="20"/>
                  <a:pt x="68" y="0"/>
                  <a:pt x="44" y="0"/>
                </a:cubicBezTo>
                <a:cubicBezTo>
                  <a:pt x="20" y="0"/>
                  <a:pt x="0" y="20"/>
                  <a:pt x="0" y="44"/>
                </a:cubicBezTo>
                <a:cubicBezTo>
                  <a:pt x="0" y="73"/>
                  <a:pt x="39" y="121"/>
                  <a:pt x="41" y="123"/>
                </a:cubicBezTo>
                <a:cubicBezTo>
                  <a:pt x="42" y="123"/>
                  <a:pt x="43" y="124"/>
                  <a:pt x="44" y="124"/>
                </a:cubicBezTo>
                <a:close/>
                <a:moveTo>
                  <a:pt x="44" y="8"/>
                </a:moveTo>
                <a:cubicBezTo>
                  <a:pt x="64" y="8"/>
                  <a:pt x="80" y="24"/>
                  <a:pt x="80" y="44"/>
                </a:cubicBezTo>
                <a:cubicBezTo>
                  <a:pt x="80" y="66"/>
                  <a:pt x="53" y="102"/>
                  <a:pt x="44" y="114"/>
                </a:cubicBezTo>
                <a:cubicBezTo>
                  <a:pt x="35" y="102"/>
                  <a:pt x="8" y="66"/>
                  <a:pt x="8" y="44"/>
                </a:cubicBezTo>
                <a:cubicBezTo>
                  <a:pt x="8" y="24"/>
                  <a:pt x="24" y="8"/>
                  <a:pt x="44" y="8"/>
                </a:cubicBezTo>
                <a:close/>
                <a:moveTo>
                  <a:pt x="172" y="248"/>
                </a:moveTo>
                <a:cubicBezTo>
                  <a:pt x="44" y="248"/>
                  <a:pt x="44" y="248"/>
                  <a:pt x="44" y="248"/>
                </a:cubicBezTo>
                <a:cubicBezTo>
                  <a:pt x="24" y="248"/>
                  <a:pt x="8" y="232"/>
                  <a:pt x="8" y="212"/>
                </a:cubicBezTo>
                <a:cubicBezTo>
                  <a:pt x="8" y="192"/>
                  <a:pt x="24" y="176"/>
                  <a:pt x="44" y="176"/>
                </a:cubicBezTo>
                <a:cubicBezTo>
                  <a:pt x="106" y="176"/>
                  <a:pt x="106" y="176"/>
                  <a:pt x="106" y="176"/>
                </a:cubicBezTo>
                <a:cubicBezTo>
                  <a:pt x="123" y="176"/>
                  <a:pt x="136" y="163"/>
                  <a:pt x="136" y="146"/>
                </a:cubicBezTo>
                <a:cubicBezTo>
                  <a:pt x="136" y="129"/>
                  <a:pt x="123" y="116"/>
                  <a:pt x="106" y="116"/>
                </a:cubicBezTo>
                <a:cubicBezTo>
                  <a:pt x="72" y="116"/>
                  <a:pt x="72" y="116"/>
                  <a:pt x="72" y="116"/>
                </a:cubicBezTo>
                <a:cubicBezTo>
                  <a:pt x="70" y="116"/>
                  <a:pt x="68" y="118"/>
                  <a:pt x="68" y="120"/>
                </a:cubicBezTo>
                <a:cubicBezTo>
                  <a:pt x="68" y="122"/>
                  <a:pt x="70" y="124"/>
                  <a:pt x="72" y="124"/>
                </a:cubicBezTo>
                <a:cubicBezTo>
                  <a:pt x="106" y="124"/>
                  <a:pt x="106" y="124"/>
                  <a:pt x="106" y="124"/>
                </a:cubicBezTo>
                <a:cubicBezTo>
                  <a:pt x="118" y="124"/>
                  <a:pt x="128" y="134"/>
                  <a:pt x="128" y="146"/>
                </a:cubicBezTo>
                <a:cubicBezTo>
                  <a:pt x="128" y="158"/>
                  <a:pt x="118" y="168"/>
                  <a:pt x="106" y="168"/>
                </a:cubicBezTo>
                <a:cubicBezTo>
                  <a:pt x="44" y="168"/>
                  <a:pt x="44" y="168"/>
                  <a:pt x="44" y="168"/>
                </a:cubicBezTo>
                <a:cubicBezTo>
                  <a:pt x="20" y="168"/>
                  <a:pt x="0" y="188"/>
                  <a:pt x="0" y="212"/>
                </a:cubicBezTo>
                <a:cubicBezTo>
                  <a:pt x="0" y="236"/>
                  <a:pt x="20" y="256"/>
                  <a:pt x="44" y="256"/>
                </a:cubicBezTo>
                <a:cubicBezTo>
                  <a:pt x="172" y="256"/>
                  <a:pt x="172" y="256"/>
                  <a:pt x="172" y="256"/>
                </a:cubicBezTo>
                <a:cubicBezTo>
                  <a:pt x="174" y="256"/>
                  <a:pt x="176" y="254"/>
                  <a:pt x="176" y="252"/>
                </a:cubicBezTo>
                <a:cubicBezTo>
                  <a:pt x="176" y="250"/>
                  <a:pt x="174" y="248"/>
                  <a:pt x="172" y="24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78" name="Freeform 142">
            <a:extLst>
              <a:ext uri="{FF2B5EF4-FFF2-40B4-BE49-F238E27FC236}">
                <a16:creationId xmlns:a16="http://schemas.microsoft.com/office/drawing/2014/main" id="{44CD9278-B811-4540-8508-CAC2004E6EB9}"/>
              </a:ext>
            </a:extLst>
          </p:cNvPr>
          <p:cNvSpPr>
            <a:spLocks noChangeAspect="1" noEditPoints="1"/>
          </p:cNvSpPr>
          <p:nvPr/>
        </p:nvSpPr>
        <p:spPr bwMode="auto">
          <a:xfrm>
            <a:off x="7346610" y="2430463"/>
            <a:ext cx="400050" cy="400050"/>
          </a:xfrm>
          <a:custGeom>
            <a:avLst/>
            <a:gdLst>
              <a:gd name="T0" fmla="*/ 256 w 256"/>
              <a:gd name="T1" fmla="*/ 176 h 256"/>
              <a:gd name="T2" fmla="*/ 208 w 256"/>
              <a:gd name="T3" fmla="*/ 80 h 256"/>
              <a:gd name="T4" fmla="*/ 48 w 256"/>
              <a:gd name="T5" fmla="*/ 80 h 256"/>
              <a:gd name="T6" fmla="*/ 96 w 256"/>
              <a:gd name="T7" fmla="*/ 176 h 256"/>
              <a:gd name="T8" fmla="*/ 80 w 256"/>
              <a:gd name="T9" fmla="*/ 228 h 256"/>
              <a:gd name="T10" fmla="*/ 37 w 256"/>
              <a:gd name="T11" fmla="*/ 216 h 256"/>
              <a:gd name="T12" fmla="*/ 20 w 256"/>
              <a:gd name="T13" fmla="*/ 199 h 256"/>
              <a:gd name="T14" fmla="*/ 8 w 256"/>
              <a:gd name="T15" fmla="*/ 156 h 256"/>
              <a:gd name="T16" fmla="*/ 35 w 256"/>
              <a:gd name="T17" fmla="*/ 95 h 256"/>
              <a:gd name="T18" fmla="*/ 0 w 256"/>
              <a:gd name="T19" fmla="*/ 156 h 256"/>
              <a:gd name="T20" fmla="*/ 0 w 256"/>
              <a:gd name="T21" fmla="*/ 231 h 256"/>
              <a:gd name="T22" fmla="*/ 4 w 256"/>
              <a:gd name="T23" fmla="*/ 236 h 256"/>
              <a:gd name="T24" fmla="*/ 38 w 256"/>
              <a:gd name="T25" fmla="*/ 224 h 256"/>
              <a:gd name="T26" fmla="*/ 158 w 256"/>
              <a:gd name="T27" fmla="*/ 173 h 256"/>
              <a:gd name="T28" fmla="*/ 150 w 256"/>
              <a:gd name="T29" fmla="*/ 171 h 256"/>
              <a:gd name="T30" fmla="*/ 104 w 256"/>
              <a:gd name="T31" fmla="*/ 176 h 256"/>
              <a:gd name="T32" fmla="*/ 128 w 256"/>
              <a:gd name="T33" fmla="*/ 160 h 256"/>
              <a:gd name="T34" fmla="*/ 203 w 256"/>
              <a:gd name="T35" fmla="*/ 160 h 256"/>
              <a:gd name="T36" fmla="*/ 207 w 256"/>
              <a:gd name="T37" fmla="*/ 159 h 256"/>
              <a:gd name="T38" fmla="*/ 196 w 256"/>
              <a:gd name="T39" fmla="*/ 122 h 256"/>
              <a:gd name="T40" fmla="*/ 248 w 256"/>
              <a:gd name="T41" fmla="*/ 176 h 256"/>
              <a:gd name="T42" fmla="*/ 236 w 256"/>
              <a:gd name="T43" fmla="*/ 219 h 256"/>
              <a:gd name="T44" fmla="*/ 219 w 256"/>
              <a:gd name="T45" fmla="*/ 236 h 256"/>
              <a:gd name="T46" fmla="*/ 176 w 256"/>
              <a:gd name="T47" fmla="*/ 248 h 256"/>
              <a:gd name="T48" fmla="*/ 126 w 256"/>
              <a:gd name="T49" fmla="*/ 234 h 256"/>
              <a:gd name="T50" fmla="*/ 176 w 256"/>
              <a:gd name="T51" fmla="*/ 256 h 256"/>
              <a:gd name="T52" fmla="*/ 251 w 256"/>
              <a:gd name="T53" fmla="*/ 256 h 256"/>
              <a:gd name="T54" fmla="*/ 255 w 256"/>
              <a:gd name="T55" fmla="*/ 255 h 256"/>
              <a:gd name="T56" fmla="*/ 244 w 256"/>
              <a:gd name="T57" fmla="*/ 218 h 256"/>
              <a:gd name="T58" fmla="*/ 127 w 256"/>
              <a:gd name="T59" fmla="*/ 123 h 256"/>
              <a:gd name="T60" fmla="*/ 121 w 256"/>
              <a:gd name="T61" fmla="*/ 118 h 256"/>
              <a:gd name="T62" fmla="*/ 56 w 256"/>
              <a:gd name="T63" fmla="*/ 88 h 256"/>
              <a:gd name="T64" fmla="*/ 152 w 256"/>
              <a:gd name="T65" fmla="*/ 148 h 256"/>
              <a:gd name="T66" fmla="*/ 109 w 256"/>
              <a:gd name="T67" fmla="*/ 149 h 256"/>
              <a:gd name="T68" fmla="*/ 197 w 256"/>
              <a:gd name="T69" fmla="*/ 149 h 256"/>
              <a:gd name="T70" fmla="*/ 167 w 256"/>
              <a:gd name="T71" fmla="*/ 140 h 256"/>
              <a:gd name="T72" fmla="*/ 146 w 256"/>
              <a:gd name="T73" fmla="*/ 111 h 256"/>
              <a:gd name="T74" fmla="*/ 184 w 256"/>
              <a:gd name="T75" fmla="*/ 100 h 256"/>
              <a:gd name="T76" fmla="*/ 141 w 256"/>
              <a:gd name="T77" fmla="*/ 104 h 256"/>
              <a:gd name="T78" fmla="*/ 56 w 256"/>
              <a:gd name="T79" fmla="*/ 80 h 256"/>
              <a:gd name="T80" fmla="*/ 200 w 256"/>
              <a:gd name="T81" fmla="*/ 80 h 256"/>
              <a:gd name="T82" fmla="*/ 188 w 256"/>
              <a:gd name="T83" fmla="*/ 12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256">
                <a:moveTo>
                  <a:pt x="244" y="218"/>
                </a:moveTo>
                <a:cubicBezTo>
                  <a:pt x="252" y="205"/>
                  <a:pt x="256" y="191"/>
                  <a:pt x="256" y="176"/>
                </a:cubicBezTo>
                <a:cubicBezTo>
                  <a:pt x="256" y="143"/>
                  <a:pt x="236" y="113"/>
                  <a:pt x="205" y="102"/>
                </a:cubicBezTo>
                <a:cubicBezTo>
                  <a:pt x="207" y="95"/>
                  <a:pt x="208" y="87"/>
                  <a:pt x="208" y="80"/>
                </a:cubicBezTo>
                <a:cubicBezTo>
                  <a:pt x="208" y="36"/>
                  <a:pt x="172" y="0"/>
                  <a:pt x="128" y="0"/>
                </a:cubicBezTo>
                <a:cubicBezTo>
                  <a:pt x="84" y="0"/>
                  <a:pt x="48" y="36"/>
                  <a:pt x="48" y="80"/>
                </a:cubicBezTo>
                <a:cubicBezTo>
                  <a:pt x="48" y="114"/>
                  <a:pt x="69" y="143"/>
                  <a:pt x="99" y="154"/>
                </a:cubicBezTo>
                <a:cubicBezTo>
                  <a:pt x="97" y="161"/>
                  <a:pt x="96" y="169"/>
                  <a:pt x="96" y="176"/>
                </a:cubicBezTo>
                <a:cubicBezTo>
                  <a:pt x="96" y="192"/>
                  <a:pt x="101" y="208"/>
                  <a:pt x="110" y="221"/>
                </a:cubicBezTo>
                <a:cubicBezTo>
                  <a:pt x="101" y="226"/>
                  <a:pt x="91" y="228"/>
                  <a:pt x="80" y="228"/>
                </a:cubicBezTo>
                <a:cubicBezTo>
                  <a:pt x="66" y="228"/>
                  <a:pt x="53" y="224"/>
                  <a:pt x="41" y="216"/>
                </a:cubicBezTo>
                <a:cubicBezTo>
                  <a:pt x="40" y="216"/>
                  <a:pt x="38" y="216"/>
                  <a:pt x="37" y="216"/>
                </a:cubicBezTo>
                <a:cubicBezTo>
                  <a:pt x="11" y="225"/>
                  <a:pt x="11" y="225"/>
                  <a:pt x="11" y="225"/>
                </a:cubicBezTo>
                <a:cubicBezTo>
                  <a:pt x="20" y="199"/>
                  <a:pt x="20" y="199"/>
                  <a:pt x="20" y="199"/>
                </a:cubicBezTo>
                <a:cubicBezTo>
                  <a:pt x="20" y="198"/>
                  <a:pt x="20" y="196"/>
                  <a:pt x="20" y="195"/>
                </a:cubicBezTo>
                <a:cubicBezTo>
                  <a:pt x="12" y="183"/>
                  <a:pt x="8" y="170"/>
                  <a:pt x="8" y="156"/>
                </a:cubicBezTo>
                <a:cubicBezTo>
                  <a:pt x="8" y="134"/>
                  <a:pt x="18" y="114"/>
                  <a:pt x="35" y="100"/>
                </a:cubicBezTo>
                <a:cubicBezTo>
                  <a:pt x="36" y="99"/>
                  <a:pt x="36" y="96"/>
                  <a:pt x="35" y="95"/>
                </a:cubicBezTo>
                <a:cubicBezTo>
                  <a:pt x="34" y="93"/>
                  <a:pt x="31" y="93"/>
                  <a:pt x="29" y="94"/>
                </a:cubicBezTo>
                <a:cubicBezTo>
                  <a:pt x="11" y="109"/>
                  <a:pt x="0" y="132"/>
                  <a:pt x="0" y="156"/>
                </a:cubicBezTo>
                <a:cubicBezTo>
                  <a:pt x="0" y="171"/>
                  <a:pt x="4" y="185"/>
                  <a:pt x="12" y="198"/>
                </a:cubicBezTo>
                <a:cubicBezTo>
                  <a:pt x="0" y="231"/>
                  <a:pt x="0" y="231"/>
                  <a:pt x="0" y="231"/>
                </a:cubicBezTo>
                <a:cubicBezTo>
                  <a:pt x="0" y="232"/>
                  <a:pt x="0" y="234"/>
                  <a:pt x="1" y="235"/>
                </a:cubicBezTo>
                <a:cubicBezTo>
                  <a:pt x="2" y="236"/>
                  <a:pt x="3" y="236"/>
                  <a:pt x="4" y="236"/>
                </a:cubicBezTo>
                <a:cubicBezTo>
                  <a:pt x="4" y="236"/>
                  <a:pt x="5" y="236"/>
                  <a:pt x="5" y="236"/>
                </a:cubicBezTo>
                <a:cubicBezTo>
                  <a:pt x="38" y="224"/>
                  <a:pt x="38" y="224"/>
                  <a:pt x="38" y="224"/>
                </a:cubicBezTo>
                <a:cubicBezTo>
                  <a:pt x="51" y="232"/>
                  <a:pt x="65" y="236"/>
                  <a:pt x="80" y="236"/>
                </a:cubicBezTo>
                <a:cubicBezTo>
                  <a:pt x="117" y="236"/>
                  <a:pt x="150" y="209"/>
                  <a:pt x="158" y="173"/>
                </a:cubicBezTo>
                <a:cubicBezTo>
                  <a:pt x="159" y="171"/>
                  <a:pt x="157" y="169"/>
                  <a:pt x="155" y="168"/>
                </a:cubicBezTo>
                <a:cubicBezTo>
                  <a:pt x="153" y="168"/>
                  <a:pt x="151" y="169"/>
                  <a:pt x="150" y="171"/>
                </a:cubicBezTo>
                <a:cubicBezTo>
                  <a:pt x="146" y="191"/>
                  <a:pt x="134" y="207"/>
                  <a:pt x="117" y="217"/>
                </a:cubicBezTo>
                <a:cubicBezTo>
                  <a:pt x="109" y="205"/>
                  <a:pt x="104" y="191"/>
                  <a:pt x="104" y="176"/>
                </a:cubicBezTo>
                <a:cubicBezTo>
                  <a:pt x="104" y="169"/>
                  <a:pt x="105" y="163"/>
                  <a:pt x="107" y="157"/>
                </a:cubicBezTo>
                <a:cubicBezTo>
                  <a:pt x="113" y="159"/>
                  <a:pt x="121" y="160"/>
                  <a:pt x="128" y="160"/>
                </a:cubicBezTo>
                <a:cubicBezTo>
                  <a:pt x="143" y="160"/>
                  <a:pt x="157" y="156"/>
                  <a:pt x="170" y="148"/>
                </a:cubicBezTo>
                <a:cubicBezTo>
                  <a:pt x="203" y="160"/>
                  <a:pt x="203" y="160"/>
                  <a:pt x="203" y="160"/>
                </a:cubicBezTo>
                <a:cubicBezTo>
                  <a:pt x="203" y="160"/>
                  <a:pt x="204" y="160"/>
                  <a:pt x="204" y="160"/>
                </a:cubicBezTo>
                <a:cubicBezTo>
                  <a:pt x="205" y="160"/>
                  <a:pt x="206" y="160"/>
                  <a:pt x="207" y="159"/>
                </a:cubicBezTo>
                <a:cubicBezTo>
                  <a:pt x="208" y="158"/>
                  <a:pt x="208" y="156"/>
                  <a:pt x="208" y="155"/>
                </a:cubicBezTo>
                <a:cubicBezTo>
                  <a:pt x="196" y="122"/>
                  <a:pt x="196" y="122"/>
                  <a:pt x="196" y="122"/>
                </a:cubicBezTo>
                <a:cubicBezTo>
                  <a:pt x="199" y="118"/>
                  <a:pt x="201" y="113"/>
                  <a:pt x="202" y="109"/>
                </a:cubicBezTo>
                <a:cubicBezTo>
                  <a:pt x="230" y="120"/>
                  <a:pt x="248" y="146"/>
                  <a:pt x="248" y="176"/>
                </a:cubicBezTo>
                <a:cubicBezTo>
                  <a:pt x="248" y="190"/>
                  <a:pt x="244" y="203"/>
                  <a:pt x="236" y="215"/>
                </a:cubicBezTo>
                <a:cubicBezTo>
                  <a:pt x="236" y="216"/>
                  <a:pt x="236" y="218"/>
                  <a:pt x="236" y="219"/>
                </a:cubicBezTo>
                <a:cubicBezTo>
                  <a:pt x="245" y="245"/>
                  <a:pt x="245" y="245"/>
                  <a:pt x="245" y="245"/>
                </a:cubicBezTo>
                <a:cubicBezTo>
                  <a:pt x="219" y="236"/>
                  <a:pt x="219" y="236"/>
                  <a:pt x="219" y="236"/>
                </a:cubicBezTo>
                <a:cubicBezTo>
                  <a:pt x="218" y="236"/>
                  <a:pt x="216" y="236"/>
                  <a:pt x="215" y="236"/>
                </a:cubicBezTo>
                <a:cubicBezTo>
                  <a:pt x="203" y="244"/>
                  <a:pt x="190" y="248"/>
                  <a:pt x="176" y="248"/>
                </a:cubicBezTo>
                <a:cubicBezTo>
                  <a:pt x="160" y="248"/>
                  <a:pt x="145" y="243"/>
                  <a:pt x="132" y="233"/>
                </a:cubicBezTo>
                <a:cubicBezTo>
                  <a:pt x="130" y="231"/>
                  <a:pt x="128" y="232"/>
                  <a:pt x="126" y="234"/>
                </a:cubicBezTo>
                <a:cubicBezTo>
                  <a:pt x="125" y="235"/>
                  <a:pt x="125" y="238"/>
                  <a:pt x="127" y="239"/>
                </a:cubicBezTo>
                <a:cubicBezTo>
                  <a:pt x="141" y="250"/>
                  <a:pt x="158" y="256"/>
                  <a:pt x="176" y="256"/>
                </a:cubicBezTo>
                <a:cubicBezTo>
                  <a:pt x="191" y="256"/>
                  <a:pt x="205" y="252"/>
                  <a:pt x="218" y="244"/>
                </a:cubicBezTo>
                <a:cubicBezTo>
                  <a:pt x="251" y="256"/>
                  <a:pt x="251" y="256"/>
                  <a:pt x="251" y="256"/>
                </a:cubicBezTo>
                <a:cubicBezTo>
                  <a:pt x="251" y="256"/>
                  <a:pt x="252" y="256"/>
                  <a:pt x="252" y="256"/>
                </a:cubicBezTo>
                <a:cubicBezTo>
                  <a:pt x="253" y="256"/>
                  <a:pt x="254" y="256"/>
                  <a:pt x="255" y="255"/>
                </a:cubicBezTo>
                <a:cubicBezTo>
                  <a:pt x="256" y="254"/>
                  <a:pt x="256" y="252"/>
                  <a:pt x="256" y="251"/>
                </a:cubicBezTo>
                <a:lnTo>
                  <a:pt x="244" y="218"/>
                </a:lnTo>
                <a:close/>
                <a:moveTo>
                  <a:pt x="109" y="149"/>
                </a:moveTo>
                <a:cubicBezTo>
                  <a:pt x="113" y="140"/>
                  <a:pt x="119" y="131"/>
                  <a:pt x="127" y="123"/>
                </a:cubicBezTo>
                <a:cubicBezTo>
                  <a:pt x="128" y="122"/>
                  <a:pt x="128" y="119"/>
                  <a:pt x="127" y="118"/>
                </a:cubicBezTo>
                <a:cubicBezTo>
                  <a:pt x="125" y="116"/>
                  <a:pt x="123" y="116"/>
                  <a:pt x="121" y="118"/>
                </a:cubicBezTo>
                <a:cubicBezTo>
                  <a:pt x="113" y="126"/>
                  <a:pt x="106" y="136"/>
                  <a:pt x="102" y="147"/>
                </a:cubicBezTo>
                <a:cubicBezTo>
                  <a:pt x="77" y="137"/>
                  <a:pt x="59" y="115"/>
                  <a:pt x="56" y="88"/>
                </a:cubicBezTo>
                <a:cubicBezTo>
                  <a:pt x="64" y="85"/>
                  <a:pt x="72" y="84"/>
                  <a:pt x="80" y="84"/>
                </a:cubicBezTo>
                <a:cubicBezTo>
                  <a:pt x="117" y="84"/>
                  <a:pt x="147" y="111"/>
                  <a:pt x="152" y="148"/>
                </a:cubicBezTo>
                <a:cubicBezTo>
                  <a:pt x="144" y="151"/>
                  <a:pt x="136" y="152"/>
                  <a:pt x="128" y="152"/>
                </a:cubicBezTo>
                <a:cubicBezTo>
                  <a:pt x="121" y="152"/>
                  <a:pt x="115" y="151"/>
                  <a:pt x="109" y="149"/>
                </a:cubicBezTo>
                <a:close/>
                <a:moveTo>
                  <a:pt x="188" y="123"/>
                </a:moveTo>
                <a:cubicBezTo>
                  <a:pt x="197" y="149"/>
                  <a:pt x="197" y="149"/>
                  <a:pt x="197" y="149"/>
                </a:cubicBezTo>
                <a:cubicBezTo>
                  <a:pt x="171" y="140"/>
                  <a:pt x="171" y="140"/>
                  <a:pt x="171" y="140"/>
                </a:cubicBezTo>
                <a:cubicBezTo>
                  <a:pt x="170" y="140"/>
                  <a:pt x="168" y="140"/>
                  <a:pt x="167" y="140"/>
                </a:cubicBezTo>
                <a:cubicBezTo>
                  <a:pt x="165" y="142"/>
                  <a:pt x="162" y="144"/>
                  <a:pt x="159" y="145"/>
                </a:cubicBezTo>
                <a:cubicBezTo>
                  <a:pt x="157" y="132"/>
                  <a:pt x="153" y="121"/>
                  <a:pt x="146" y="111"/>
                </a:cubicBezTo>
                <a:cubicBezTo>
                  <a:pt x="156" y="106"/>
                  <a:pt x="168" y="103"/>
                  <a:pt x="180" y="104"/>
                </a:cubicBezTo>
                <a:cubicBezTo>
                  <a:pt x="182" y="104"/>
                  <a:pt x="184" y="103"/>
                  <a:pt x="184" y="100"/>
                </a:cubicBezTo>
                <a:cubicBezTo>
                  <a:pt x="184" y="98"/>
                  <a:pt x="182" y="96"/>
                  <a:pt x="180" y="96"/>
                </a:cubicBezTo>
                <a:cubicBezTo>
                  <a:pt x="167" y="95"/>
                  <a:pt x="153" y="98"/>
                  <a:pt x="141" y="104"/>
                </a:cubicBezTo>
                <a:cubicBezTo>
                  <a:pt x="126" y="87"/>
                  <a:pt x="104" y="76"/>
                  <a:pt x="80" y="76"/>
                </a:cubicBezTo>
                <a:cubicBezTo>
                  <a:pt x="72" y="76"/>
                  <a:pt x="64" y="77"/>
                  <a:pt x="56" y="80"/>
                </a:cubicBezTo>
                <a:cubicBezTo>
                  <a:pt x="56" y="40"/>
                  <a:pt x="88" y="8"/>
                  <a:pt x="128" y="8"/>
                </a:cubicBezTo>
                <a:cubicBezTo>
                  <a:pt x="168" y="8"/>
                  <a:pt x="200" y="40"/>
                  <a:pt x="200" y="80"/>
                </a:cubicBezTo>
                <a:cubicBezTo>
                  <a:pt x="200" y="94"/>
                  <a:pt x="196" y="107"/>
                  <a:pt x="188" y="119"/>
                </a:cubicBezTo>
                <a:cubicBezTo>
                  <a:pt x="188" y="120"/>
                  <a:pt x="188" y="122"/>
                  <a:pt x="188" y="12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84" name="Freeform 146">
            <a:extLst>
              <a:ext uri="{FF2B5EF4-FFF2-40B4-BE49-F238E27FC236}">
                <a16:creationId xmlns:a16="http://schemas.microsoft.com/office/drawing/2014/main" id="{25F9336D-B5AD-4701-BAED-99BAF71D6DF5}"/>
              </a:ext>
            </a:extLst>
          </p:cNvPr>
          <p:cNvSpPr>
            <a:spLocks noChangeAspect="1" noEditPoints="1"/>
          </p:cNvSpPr>
          <p:nvPr/>
        </p:nvSpPr>
        <p:spPr bwMode="auto">
          <a:xfrm>
            <a:off x="8314256" y="2449513"/>
            <a:ext cx="400050" cy="361950"/>
          </a:xfrm>
          <a:custGeom>
            <a:avLst/>
            <a:gdLst>
              <a:gd name="T0" fmla="*/ 168 w 256"/>
              <a:gd name="T1" fmla="*/ 124 h 232"/>
              <a:gd name="T2" fmla="*/ 165 w 256"/>
              <a:gd name="T3" fmla="*/ 77 h 232"/>
              <a:gd name="T4" fmla="*/ 129 w 256"/>
              <a:gd name="T5" fmla="*/ 126 h 232"/>
              <a:gd name="T6" fmla="*/ 132 w 256"/>
              <a:gd name="T7" fmla="*/ 132 h 232"/>
              <a:gd name="T8" fmla="*/ 160 w 256"/>
              <a:gd name="T9" fmla="*/ 144 h 232"/>
              <a:gd name="T10" fmla="*/ 168 w 256"/>
              <a:gd name="T11" fmla="*/ 144 h 232"/>
              <a:gd name="T12" fmla="*/ 176 w 256"/>
              <a:gd name="T13" fmla="*/ 132 h 232"/>
              <a:gd name="T14" fmla="*/ 176 w 256"/>
              <a:gd name="T15" fmla="*/ 124 h 232"/>
              <a:gd name="T16" fmla="*/ 140 w 256"/>
              <a:gd name="T17" fmla="*/ 124 h 232"/>
              <a:gd name="T18" fmla="*/ 160 w 256"/>
              <a:gd name="T19" fmla="*/ 124 h 232"/>
              <a:gd name="T20" fmla="*/ 80 w 256"/>
              <a:gd name="T21" fmla="*/ 146 h 232"/>
              <a:gd name="T22" fmla="*/ 124 w 256"/>
              <a:gd name="T23" fmla="*/ 148 h 232"/>
              <a:gd name="T24" fmla="*/ 124 w 256"/>
              <a:gd name="T25" fmla="*/ 140 h 232"/>
              <a:gd name="T26" fmla="*/ 118 w 256"/>
              <a:gd name="T27" fmla="*/ 113 h 232"/>
              <a:gd name="T28" fmla="*/ 104 w 256"/>
              <a:gd name="T29" fmla="*/ 76 h 232"/>
              <a:gd name="T30" fmla="*/ 80 w 256"/>
              <a:gd name="T31" fmla="*/ 96 h 232"/>
              <a:gd name="T32" fmla="*/ 88 w 256"/>
              <a:gd name="T33" fmla="*/ 96 h 232"/>
              <a:gd name="T34" fmla="*/ 104 w 256"/>
              <a:gd name="T35" fmla="*/ 84 h 232"/>
              <a:gd name="T36" fmla="*/ 112 w 256"/>
              <a:gd name="T37" fmla="*/ 107 h 232"/>
              <a:gd name="T38" fmla="*/ 222 w 256"/>
              <a:gd name="T39" fmla="*/ 74 h 232"/>
              <a:gd name="T40" fmla="*/ 34 w 256"/>
              <a:gd name="T41" fmla="*/ 74 h 232"/>
              <a:gd name="T42" fmla="*/ 44 w 256"/>
              <a:gd name="T43" fmla="*/ 176 h 232"/>
              <a:gd name="T44" fmla="*/ 49 w 256"/>
              <a:gd name="T45" fmla="*/ 193 h 232"/>
              <a:gd name="T46" fmla="*/ 88 w 256"/>
              <a:gd name="T47" fmla="*/ 216 h 232"/>
              <a:gd name="T48" fmla="*/ 106 w 256"/>
              <a:gd name="T49" fmla="*/ 232 h 232"/>
              <a:gd name="T50" fmla="*/ 168 w 256"/>
              <a:gd name="T51" fmla="*/ 214 h 232"/>
              <a:gd name="T52" fmla="*/ 106 w 256"/>
              <a:gd name="T53" fmla="*/ 196 h 232"/>
              <a:gd name="T54" fmla="*/ 88 w 256"/>
              <a:gd name="T55" fmla="*/ 208 h 232"/>
              <a:gd name="T56" fmla="*/ 56 w 256"/>
              <a:gd name="T57" fmla="*/ 192 h 232"/>
              <a:gd name="T58" fmla="*/ 41 w 256"/>
              <a:gd name="T59" fmla="*/ 80 h 232"/>
              <a:gd name="T60" fmla="*/ 215 w 256"/>
              <a:gd name="T61" fmla="*/ 80 h 232"/>
              <a:gd name="T62" fmla="*/ 204 w 256"/>
              <a:gd name="T63" fmla="*/ 171 h 232"/>
              <a:gd name="T64" fmla="*/ 208 w 256"/>
              <a:gd name="T65" fmla="*/ 176 h 232"/>
              <a:gd name="T66" fmla="*/ 256 w 256"/>
              <a:gd name="T67" fmla="*/ 124 h 232"/>
              <a:gd name="T68" fmla="*/ 106 w 256"/>
              <a:gd name="T69" fmla="*/ 204 h 232"/>
              <a:gd name="T70" fmla="*/ 160 w 256"/>
              <a:gd name="T71" fmla="*/ 214 h 232"/>
              <a:gd name="T72" fmla="*/ 106 w 256"/>
              <a:gd name="T73" fmla="*/ 224 h 232"/>
              <a:gd name="T74" fmla="*/ 106 w 256"/>
              <a:gd name="T75" fmla="*/ 204 h 232"/>
              <a:gd name="T76" fmla="*/ 8 w 256"/>
              <a:gd name="T77" fmla="*/ 124 h 232"/>
              <a:gd name="T78" fmla="*/ 34 w 256"/>
              <a:gd name="T79" fmla="*/ 114 h 232"/>
              <a:gd name="T80" fmla="*/ 213 w 256"/>
              <a:gd name="T81" fmla="*/ 168 h 232"/>
              <a:gd name="T82" fmla="*/ 223 w 256"/>
              <a:gd name="T83" fmla="*/ 83 h 232"/>
              <a:gd name="T84" fmla="*/ 213 w 256"/>
              <a:gd name="T85" fmla="*/ 16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32">
                <a:moveTo>
                  <a:pt x="176" y="124"/>
                </a:moveTo>
                <a:cubicBezTo>
                  <a:pt x="168" y="124"/>
                  <a:pt x="168" y="124"/>
                  <a:pt x="168" y="124"/>
                </a:cubicBezTo>
                <a:cubicBezTo>
                  <a:pt x="168" y="80"/>
                  <a:pt x="168" y="80"/>
                  <a:pt x="168" y="80"/>
                </a:cubicBezTo>
                <a:cubicBezTo>
                  <a:pt x="168" y="79"/>
                  <a:pt x="167" y="77"/>
                  <a:pt x="165" y="77"/>
                </a:cubicBezTo>
                <a:cubicBezTo>
                  <a:pt x="163" y="76"/>
                  <a:pt x="162" y="77"/>
                  <a:pt x="161" y="78"/>
                </a:cubicBezTo>
                <a:cubicBezTo>
                  <a:pt x="129" y="126"/>
                  <a:pt x="129" y="126"/>
                  <a:pt x="129" y="126"/>
                </a:cubicBezTo>
                <a:cubicBezTo>
                  <a:pt x="128" y="127"/>
                  <a:pt x="128" y="129"/>
                  <a:pt x="128" y="130"/>
                </a:cubicBezTo>
                <a:cubicBezTo>
                  <a:pt x="129" y="131"/>
                  <a:pt x="131" y="132"/>
                  <a:pt x="132" y="132"/>
                </a:cubicBezTo>
                <a:cubicBezTo>
                  <a:pt x="160" y="132"/>
                  <a:pt x="160" y="132"/>
                  <a:pt x="160" y="132"/>
                </a:cubicBezTo>
                <a:cubicBezTo>
                  <a:pt x="160" y="144"/>
                  <a:pt x="160" y="144"/>
                  <a:pt x="160" y="144"/>
                </a:cubicBezTo>
                <a:cubicBezTo>
                  <a:pt x="160" y="146"/>
                  <a:pt x="162" y="148"/>
                  <a:pt x="164" y="148"/>
                </a:cubicBezTo>
                <a:cubicBezTo>
                  <a:pt x="166" y="148"/>
                  <a:pt x="168" y="146"/>
                  <a:pt x="168" y="144"/>
                </a:cubicBezTo>
                <a:cubicBezTo>
                  <a:pt x="168" y="132"/>
                  <a:pt x="168" y="132"/>
                  <a:pt x="168" y="132"/>
                </a:cubicBezTo>
                <a:cubicBezTo>
                  <a:pt x="176" y="132"/>
                  <a:pt x="176" y="132"/>
                  <a:pt x="176" y="132"/>
                </a:cubicBezTo>
                <a:cubicBezTo>
                  <a:pt x="178" y="132"/>
                  <a:pt x="180" y="130"/>
                  <a:pt x="180" y="128"/>
                </a:cubicBezTo>
                <a:cubicBezTo>
                  <a:pt x="180" y="126"/>
                  <a:pt x="178" y="124"/>
                  <a:pt x="176" y="124"/>
                </a:cubicBezTo>
                <a:close/>
                <a:moveTo>
                  <a:pt x="160" y="124"/>
                </a:moveTo>
                <a:cubicBezTo>
                  <a:pt x="140" y="124"/>
                  <a:pt x="140" y="124"/>
                  <a:pt x="140" y="124"/>
                </a:cubicBezTo>
                <a:cubicBezTo>
                  <a:pt x="160" y="93"/>
                  <a:pt x="160" y="93"/>
                  <a:pt x="160" y="93"/>
                </a:cubicBezTo>
                <a:lnTo>
                  <a:pt x="160" y="124"/>
                </a:lnTo>
                <a:close/>
                <a:moveTo>
                  <a:pt x="81" y="141"/>
                </a:moveTo>
                <a:cubicBezTo>
                  <a:pt x="80" y="142"/>
                  <a:pt x="80" y="144"/>
                  <a:pt x="80" y="146"/>
                </a:cubicBezTo>
                <a:cubicBezTo>
                  <a:pt x="81" y="147"/>
                  <a:pt x="82" y="148"/>
                  <a:pt x="84" y="148"/>
                </a:cubicBezTo>
                <a:cubicBezTo>
                  <a:pt x="124" y="148"/>
                  <a:pt x="124" y="148"/>
                  <a:pt x="124" y="148"/>
                </a:cubicBezTo>
                <a:cubicBezTo>
                  <a:pt x="126" y="148"/>
                  <a:pt x="128" y="146"/>
                  <a:pt x="128" y="144"/>
                </a:cubicBezTo>
                <a:cubicBezTo>
                  <a:pt x="128" y="142"/>
                  <a:pt x="126" y="140"/>
                  <a:pt x="124" y="140"/>
                </a:cubicBezTo>
                <a:cubicBezTo>
                  <a:pt x="93" y="140"/>
                  <a:pt x="93" y="140"/>
                  <a:pt x="93" y="140"/>
                </a:cubicBezTo>
                <a:cubicBezTo>
                  <a:pt x="118" y="113"/>
                  <a:pt x="118" y="113"/>
                  <a:pt x="118" y="113"/>
                </a:cubicBezTo>
                <a:cubicBezTo>
                  <a:pt x="122" y="108"/>
                  <a:pt x="124" y="102"/>
                  <a:pt x="124" y="96"/>
                </a:cubicBezTo>
                <a:cubicBezTo>
                  <a:pt x="124" y="85"/>
                  <a:pt x="115" y="76"/>
                  <a:pt x="104" y="76"/>
                </a:cubicBezTo>
                <a:cubicBezTo>
                  <a:pt x="100" y="76"/>
                  <a:pt x="100" y="76"/>
                  <a:pt x="100" y="76"/>
                </a:cubicBezTo>
                <a:cubicBezTo>
                  <a:pt x="89" y="76"/>
                  <a:pt x="80" y="85"/>
                  <a:pt x="80" y="96"/>
                </a:cubicBezTo>
                <a:cubicBezTo>
                  <a:pt x="80" y="98"/>
                  <a:pt x="82" y="100"/>
                  <a:pt x="84" y="100"/>
                </a:cubicBezTo>
                <a:cubicBezTo>
                  <a:pt x="86" y="100"/>
                  <a:pt x="88" y="98"/>
                  <a:pt x="88" y="96"/>
                </a:cubicBezTo>
                <a:cubicBezTo>
                  <a:pt x="88" y="89"/>
                  <a:pt x="93" y="84"/>
                  <a:pt x="100" y="84"/>
                </a:cubicBezTo>
                <a:cubicBezTo>
                  <a:pt x="104" y="84"/>
                  <a:pt x="104" y="84"/>
                  <a:pt x="104" y="84"/>
                </a:cubicBezTo>
                <a:cubicBezTo>
                  <a:pt x="111" y="84"/>
                  <a:pt x="116" y="89"/>
                  <a:pt x="116" y="96"/>
                </a:cubicBezTo>
                <a:cubicBezTo>
                  <a:pt x="116" y="100"/>
                  <a:pt x="114" y="104"/>
                  <a:pt x="112" y="107"/>
                </a:cubicBezTo>
                <a:lnTo>
                  <a:pt x="81" y="141"/>
                </a:lnTo>
                <a:close/>
                <a:moveTo>
                  <a:pt x="222" y="74"/>
                </a:moveTo>
                <a:cubicBezTo>
                  <a:pt x="213" y="26"/>
                  <a:pt x="180" y="0"/>
                  <a:pt x="128" y="0"/>
                </a:cubicBezTo>
                <a:cubicBezTo>
                  <a:pt x="76" y="0"/>
                  <a:pt x="43" y="26"/>
                  <a:pt x="34" y="74"/>
                </a:cubicBezTo>
                <a:cubicBezTo>
                  <a:pt x="14" y="81"/>
                  <a:pt x="0" y="101"/>
                  <a:pt x="0" y="124"/>
                </a:cubicBezTo>
                <a:cubicBezTo>
                  <a:pt x="0" y="151"/>
                  <a:pt x="19" y="173"/>
                  <a:pt x="44" y="176"/>
                </a:cubicBezTo>
                <a:cubicBezTo>
                  <a:pt x="44" y="176"/>
                  <a:pt x="45" y="176"/>
                  <a:pt x="45" y="176"/>
                </a:cubicBezTo>
                <a:cubicBezTo>
                  <a:pt x="49" y="193"/>
                  <a:pt x="49" y="193"/>
                  <a:pt x="49" y="193"/>
                </a:cubicBezTo>
                <a:cubicBezTo>
                  <a:pt x="51" y="206"/>
                  <a:pt x="63" y="216"/>
                  <a:pt x="76" y="216"/>
                </a:cubicBezTo>
                <a:cubicBezTo>
                  <a:pt x="88" y="216"/>
                  <a:pt x="88" y="216"/>
                  <a:pt x="88" y="216"/>
                </a:cubicBezTo>
                <a:cubicBezTo>
                  <a:pt x="88" y="216"/>
                  <a:pt x="88" y="216"/>
                  <a:pt x="88" y="216"/>
                </a:cubicBezTo>
                <a:cubicBezTo>
                  <a:pt x="89" y="225"/>
                  <a:pt x="97" y="232"/>
                  <a:pt x="106" y="232"/>
                </a:cubicBezTo>
                <a:cubicBezTo>
                  <a:pt x="150" y="232"/>
                  <a:pt x="150" y="232"/>
                  <a:pt x="150" y="232"/>
                </a:cubicBezTo>
                <a:cubicBezTo>
                  <a:pt x="160" y="232"/>
                  <a:pt x="168" y="224"/>
                  <a:pt x="168" y="214"/>
                </a:cubicBezTo>
                <a:cubicBezTo>
                  <a:pt x="168" y="204"/>
                  <a:pt x="160" y="196"/>
                  <a:pt x="150" y="196"/>
                </a:cubicBezTo>
                <a:cubicBezTo>
                  <a:pt x="106" y="196"/>
                  <a:pt x="106" y="196"/>
                  <a:pt x="106" y="196"/>
                </a:cubicBezTo>
                <a:cubicBezTo>
                  <a:pt x="98" y="196"/>
                  <a:pt x="91" y="201"/>
                  <a:pt x="89" y="208"/>
                </a:cubicBezTo>
                <a:cubicBezTo>
                  <a:pt x="89" y="208"/>
                  <a:pt x="88" y="208"/>
                  <a:pt x="88" y="208"/>
                </a:cubicBezTo>
                <a:cubicBezTo>
                  <a:pt x="76" y="208"/>
                  <a:pt x="76" y="208"/>
                  <a:pt x="76" y="208"/>
                </a:cubicBezTo>
                <a:cubicBezTo>
                  <a:pt x="66" y="208"/>
                  <a:pt x="58" y="201"/>
                  <a:pt x="56" y="192"/>
                </a:cubicBezTo>
                <a:cubicBezTo>
                  <a:pt x="42" y="112"/>
                  <a:pt x="42" y="112"/>
                  <a:pt x="42" y="112"/>
                </a:cubicBezTo>
                <a:cubicBezTo>
                  <a:pt x="40" y="101"/>
                  <a:pt x="40" y="90"/>
                  <a:pt x="41" y="80"/>
                </a:cubicBezTo>
                <a:cubicBezTo>
                  <a:pt x="48" y="33"/>
                  <a:pt x="79" y="8"/>
                  <a:pt x="128" y="8"/>
                </a:cubicBezTo>
                <a:cubicBezTo>
                  <a:pt x="177" y="8"/>
                  <a:pt x="208" y="34"/>
                  <a:pt x="215" y="80"/>
                </a:cubicBezTo>
                <a:cubicBezTo>
                  <a:pt x="216" y="90"/>
                  <a:pt x="216" y="101"/>
                  <a:pt x="214" y="111"/>
                </a:cubicBezTo>
                <a:cubicBezTo>
                  <a:pt x="204" y="171"/>
                  <a:pt x="204" y="171"/>
                  <a:pt x="204" y="171"/>
                </a:cubicBezTo>
                <a:cubicBezTo>
                  <a:pt x="204" y="173"/>
                  <a:pt x="204" y="174"/>
                  <a:pt x="205" y="175"/>
                </a:cubicBezTo>
                <a:cubicBezTo>
                  <a:pt x="206" y="175"/>
                  <a:pt x="207" y="176"/>
                  <a:pt x="208" y="176"/>
                </a:cubicBezTo>
                <a:cubicBezTo>
                  <a:pt x="209" y="176"/>
                  <a:pt x="211" y="176"/>
                  <a:pt x="212" y="176"/>
                </a:cubicBezTo>
                <a:cubicBezTo>
                  <a:pt x="237" y="173"/>
                  <a:pt x="256" y="151"/>
                  <a:pt x="256" y="124"/>
                </a:cubicBezTo>
                <a:cubicBezTo>
                  <a:pt x="256" y="101"/>
                  <a:pt x="242" y="81"/>
                  <a:pt x="222" y="74"/>
                </a:cubicBezTo>
                <a:close/>
                <a:moveTo>
                  <a:pt x="106" y="204"/>
                </a:moveTo>
                <a:cubicBezTo>
                  <a:pt x="150" y="204"/>
                  <a:pt x="150" y="204"/>
                  <a:pt x="150" y="204"/>
                </a:cubicBezTo>
                <a:cubicBezTo>
                  <a:pt x="156" y="204"/>
                  <a:pt x="160" y="208"/>
                  <a:pt x="160" y="214"/>
                </a:cubicBezTo>
                <a:cubicBezTo>
                  <a:pt x="160" y="220"/>
                  <a:pt x="156" y="224"/>
                  <a:pt x="150" y="224"/>
                </a:cubicBezTo>
                <a:cubicBezTo>
                  <a:pt x="106" y="224"/>
                  <a:pt x="106" y="224"/>
                  <a:pt x="106" y="224"/>
                </a:cubicBezTo>
                <a:cubicBezTo>
                  <a:pt x="100" y="224"/>
                  <a:pt x="96" y="220"/>
                  <a:pt x="96" y="214"/>
                </a:cubicBezTo>
                <a:cubicBezTo>
                  <a:pt x="96" y="208"/>
                  <a:pt x="100" y="204"/>
                  <a:pt x="106" y="204"/>
                </a:cubicBezTo>
                <a:close/>
                <a:moveTo>
                  <a:pt x="44" y="168"/>
                </a:moveTo>
                <a:cubicBezTo>
                  <a:pt x="24" y="166"/>
                  <a:pt x="8" y="146"/>
                  <a:pt x="8" y="124"/>
                </a:cubicBezTo>
                <a:cubicBezTo>
                  <a:pt x="8" y="106"/>
                  <a:pt x="18" y="90"/>
                  <a:pt x="33" y="83"/>
                </a:cubicBezTo>
                <a:cubicBezTo>
                  <a:pt x="32" y="93"/>
                  <a:pt x="32" y="103"/>
                  <a:pt x="34" y="114"/>
                </a:cubicBezTo>
                <a:lnTo>
                  <a:pt x="44" y="168"/>
                </a:lnTo>
                <a:close/>
                <a:moveTo>
                  <a:pt x="213" y="168"/>
                </a:moveTo>
                <a:cubicBezTo>
                  <a:pt x="222" y="113"/>
                  <a:pt x="222" y="113"/>
                  <a:pt x="222" y="113"/>
                </a:cubicBezTo>
                <a:cubicBezTo>
                  <a:pt x="224" y="103"/>
                  <a:pt x="224" y="93"/>
                  <a:pt x="223" y="83"/>
                </a:cubicBezTo>
                <a:cubicBezTo>
                  <a:pt x="238" y="90"/>
                  <a:pt x="248" y="106"/>
                  <a:pt x="248" y="124"/>
                </a:cubicBezTo>
                <a:cubicBezTo>
                  <a:pt x="248" y="146"/>
                  <a:pt x="233" y="165"/>
                  <a:pt x="213" y="16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00" name="Freeform 150">
            <a:extLst>
              <a:ext uri="{FF2B5EF4-FFF2-40B4-BE49-F238E27FC236}">
                <a16:creationId xmlns:a16="http://schemas.microsoft.com/office/drawing/2014/main" id="{7E91E817-5D33-49CA-8A9D-EA7A91328736}"/>
              </a:ext>
            </a:extLst>
          </p:cNvPr>
          <p:cNvSpPr>
            <a:spLocks noChangeAspect="1" noEditPoints="1"/>
          </p:cNvSpPr>
          <p:nvPr/>
        </p:nvSpPr>
        <p:spPr bwMode="auto">
          <a:xfrm>
            <a:off x="9281108" y="2430463"/>
            <a:ext cx="401638" cy="400050"/>
          </a:xfrm>
          <a:custGeom>
            <a:avLst/>
            <a:gdLst>
              <a:gd name="T0" fmla="*/ 165 w 257"/>
              <a:gd name="T1" fmla="*/ 164 h 256"/>
              <a:gd name="T2" fmla="*/ 136 w 257"/>
              <a:gd name="T3" fmla="*/ 191 h 256"/>
              <a:gd name="T4" fmla="*/ 140 w 257"/>
              <a:gd name="T5" fmla="*/ 200 h 256"/>
              <a:gd name="T6" fmla="*/ 144 w 257"/>
              <a:gd name="T7" fmla="*/ 191 h 256"/>
              <a:gd name="T8" fmla="*/ 165 w 257"/>
              <a:gd name="T9" fmla="*/ 172 h 256"/>
              <a:gd name="T10" fmla="*/ 179 w 257"/>
              <a:gd name="T11" fmla="*/ 204 h 256"/>
              <a:gd name="T12" fmla="*/ 136 w 257"/>
              <a:gd name="T13" fmla="*/ 254 h 256"/>
              <a:gd name="T14" fmla="*/ 188 w 257"/>
              <a:gd name="T15" fmla="*/ 256 h 256"/>
              <a:gd name="T16" fmla="*/ 188 w 257"/>
              <a:gd name="T17" fmla="*/ 248 h 256"/>
              <a:gd name="T18" fmla="*/ 185 w 257"/>
              <a:gd name="T19" fmla="*/ 209 h 256"/>
              <a:gd name="T20" fmla="*/ 244 w 257"/>
              <a:gd name="T21" fmla="*/ 228 h 256"/>
              <a:gd name="T22" fmla="*/ 241 w 257"/>
              <a:gd name="T23" fmla="*/ 168 h 256"/>
              <a:gd name="T24" fmla="*/ 195 w 257"/>
              <a:gd name="T25" fmla="*/ 230 h 256"/>
              <a:gd name="T26" fmla="*/ 198 w 257"/>
              <a:gd name="T27" fmla="*/ 236 h 256"/>
              <a:gd name="T28" fmla="*/ 236 w 257"/>
              <a:gd name="T29" fmla="*/ 256 h 256"/>
              <a:gd name="T30" fmla="*/ 244 w 257"/>
              <a:gd name="T31" fmla="*/ 236 h 256"/>
              <a:gd name="T32" fmla="*/ 256 w 257"/>
              <a:gd name="T33" fmla="*/ 228 h 256"/>
              <a:gd name="T34" fmla="*/ 236 w 257"/>
              <a:gd name="T35" fmla="*/ 228 h 256"/>
              <a:gd name="T36" fmla="*/ 236 w 257"/>
              <a:gd name="T37" fmla="*/ 185 h 256"/>
              <a:gd name="T38" fmla="*/ 120 w 257"/>
              <a:gd name="T39" fmla="*/ 232 h 256"/>
              <a:gd name="T40" fmla="*/ 120 w 257"/>
              <a:gd name="T41" fmla="*/ 8 h 256"/>
              <a:gd name="T42" fmla="*/ 232 w 257"/>
              <a:gd name="T43" fmla="*/ 137 h 256"/>
              <a:gd name="T44" fmla="*/ 218 w 257"/>
              <a:gd name="T45" fmla="*/ 125 h 256"/>
              <a:gd name="T46" fmla="*/ 233 w 257"/>
              <a:gd name="T47" fmla="*/ 150 h 256"/>
              <a:gd name="T48" fmla="*/ 239 w 257"/>
              <a:gd name="T49" fmla="*/ 150 h 256"/>
              <a:gd name="T50" fmla="*/ 255 w 257"/>
              <a:gd name="T51" fmla="*/ 125 h 256"/>
              <a:gd name="T52" fmla="*/ 240 w 257"/>
              <a:gd name="T53" fmla="*/ 137 h 256"/>
              <a:gd name="T54" fmla="*/ 120 w 257"/>
              <a:gd name="T55" fmla="*/ 0 h 256"/>
              <a:gd name="T56" fmla="*/ 120 w 257"/>
              <a:gd name="T57" fmla="*/ 240 h 256"/>
              <a:gd name="T58" fmla="*/ 120 w 257"/>
              <a:gd name="T59" fmla="*/ 232 h 256"/>
              <a:gd name="T60" fmla="*/ 163 w 257"/>
              <a:gd name="T61" fmla="*/ 83 h 256"/>
              <a:gd name="T62" fmla="*/ 157 w 257"/>
              <a:gd name="T63" fmla="*/ 77 h 256"/>
              <a:gd name="T64" fmla="*/ 124 w 257"/>
              <a:gd name="T65" fmla="*/ 100 h 256"/>
              <a:gd name="T66" fmla="*/ 120 w 257"/>
              <a:gd name="T67" fmla="*/ 32 h 256"/>
              <a:gd name="T68" fmla="*/ 116 w 257"/>
              <a:gd name="T69" fmla="*/ 100 h 256"/>
              <a:gd name="T70" fmla="*/ 120 w 257"/>
              <a:gd name="T71" fmla="*/ 140 h 256"/>
              <a:gd name="T72" fmla="*/ 137 w 257"/>
              <a:gd name="T73" fmla="*/ 109 h 256"/>
              <a:gd name="T74" fmla="*/ 108 w 257"/>
              <a:gd name="T75" fmla="*/ 120 h 256"/>
              <a:gd name="T76" fmla="*/ 132 w 257"/>
              <a:gd name="T77" fmla="*/ 12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7" h="256">
                <a:moveTo>
                  <a:pt x="192" y="191"/>
                </a:moveTo>
                <a:cubicBezTo>
                  <a:pt x="192" y="176"/>
                  <a:pt x="180" y="164"/>
                  <a:pt x="165" y="164"/>
                </a:cubicBezTo>
                <a:cubicBezTo>
                  <a:pt x="163" y="164"/>
                  <a:pt x="163" y="164"/>
                  <a:pt x="163" y="164"/>
                </a:cubicBezTo>
                <a:cubicBezTo>
                  <a:pt x="148" y="164"/>
                  <a:pt x="136" y="176"/>
                  <a:pt x="136" y="191"/>
                </a:cubicBezTo>
                <a:cubicBezTo>
                  <a:pt x="136" y="196"/>
                  <a:pt x="136" y="196"/>
                  <a:pt x="136" y="196"/>
                </a:cubicBezTo>
                <a:cubicBezTo>
                  <a:pt x="136" y="198"/>
                  <a:pt x="138" y="200"/>
                  <a:pt x="140" y="200"/>
                </a:cubicBezTo>
                <a:cubicBezTo>
                  <a:pt x="142" y="200"/>
                  <a:pt x="144" y="198"/>
                  <a:pt x="144" y="196"/>
                </a:cubicBezTo>
                <a:cubicBezTo>
                  <a:pt x="144" y="191"/>
                  <a:pt x="144" y="191"/>
                  <a:pt x="144" y="191"/>
                </a:cubicBezTo>
                <a:cubicBezTo>
                  <a:pt x="144" y="181"/>
                  <a:pt x="153" y="172"/>
                  <a:pt x="163" y="172"/>
                </a:cubicBezTo>
                <a:cubicBezTo>
                  <a:pt x="165" y="172"/>
                  <a:pt x="165" y="172"/>
                  <a:pt x="165" y="172"/>
                </a:cubicBezTo>
                <a:cubicBezTo>
                  <a:pt x="175" y="172"/>
                  <a:pt x="184" y="181"/>
                  <a:pt x="184" y="191"/>
                </a:cubicBezTo>
                <a:cubicBezTo>
                  <a:pt x="184" y="196"/>
                  <a:pt x="182" y="200"/>
                  <a:pt x="179" y="204"/>
                </a:cubicBezTo>
                <a:cubicBezTo>
                  <a:pt x="137" y="249"/>
                  <a:pt x="137" y="249"/>
                  <a:pt x="137" y="249"/>
                </a:cubicBezTo>
                <a:cubicBezTo>
                  <a:pt x="136" y="250"/>
                  <a:pt x="136" y="252"/>
                  <a:pt x="136" y="254"/>
                </a:cubicBezTo>
                <a:cubicBezTo>
                  <a:pt x="137" y="255"/>
                  <a:pt x="138" y="256"/>
                  <a:pt x="140" y="256"/>
                </a:cubicBezTo>
                <a:cubicBezTo>
                  <a:pt x="188" y="256"/>
                  <a:pt x="188" y="256"/>
                  <a:pt x="188" y="256"/>
                </a:cubicBezTo>
                <a:cubicBezTo>
                  <a:pt x="190" y="256"/>
                  <a:pt x="192" y="254"/>
                  <a:pt x="192" y="252"/>
                </a:cubicBezTo>
                <a:cubicBezTo>
                  <a:pt x="192" y="250"/>
                  <a:pt x="190" y="248"/>
                  <a:pt x="188" y="248"/>
                </a:cubicBezTo>
                <a:cubicBezTo>
                  <a:pt x="149" y="248"/>
                  <a:pt x="149" y="248"/>
                  <a:pt x="149" y="248"/>
                </a:cubicBezTo>
                <a:cubicBezTo>
                  <a:pt x="185" y="209"/>
                  <a:pt x="185" y="209"/>
                  <a:pt x="185" y="209"/>
                </a:cubicBezTo>
                <a:cubicBezTo>
                  <a:pt x="189" y="204"/>
                  <a:pt x="192" y="198"/>
                  <a:pt x="192" y="191"/>
                </a:cubicBezTo>
                <a:close/>
                <a:moveTo>
                  <a:pt x="244" y="228"/>
                </a:moveTo>
                <a:cubicBezTo>
                  <a:pt x="244" y="172"/>
                  <a:pt x="244" y="172"/>
                  <a:pt x="244" y="172"/>
                </a:cubicBezTo>
                <a:cubicBezTo>
                  <a:pt x="244" y="170"/>
                  <a:pt x="243" y="168"/>
                  <a:pt x="241" y="168"/>
                </a:cubicBezTo>
                <a:cubicBezTo>
                  <a:pt x="240" y="167"/>
                  <a:pt x="238" y="168"/>
                  <a:pt x="237" y="170"/>
                </a:cubicBezTo>
                <a:cubicBezTo>
                  <a:pt x="195" y="230"/>
                  <a:pt x="195" y="230"/>
                  <a:pt x="195" y="230"/>
                </a:cubicBezTo>
                <a:cubicBezTo>
                  <a:pt x="194" y="231"/>
                  <a:pt x="194" y="233"/>
                  <a:pt x="195" y="234"/>
                </a:cubicBezTo>
                <a:cubicBezTo>
                  <a:pt x="195" y="235"/>
                  <a:pt x="197" y="236"/>
                  <a:pt x="198" y="236"/>
                </a:cubicBezTo>
                <a:cubicBezTo>
                  <a:pt x="236" y="236"/>
                  <a:pt x="236" y="236"/>
                  <a:pt x="236" y="236"/>
                </a:cubicBezTo>
                <a:cubicBezTo>
                  <a:pt x="236" y="256"/>
                  <a:pt x="236" y="256"/>
                  <a:pt x="236" y="256"/>
                </a:cubicBezTo>
                <a:cubicBezTo>
                  <a:pt x="244" y="256"/>
                  <a:pt x="244" y="256"/>
                  <a:pt x="244" y="256"/>
                </a:cubicBezTo>
                <a:cubicBezTo>
                  <a:pt x="244" y="236"/>
                  <a:pt x="244" y="236"/>
                  <a:pt x="244" y="236"/>
                </a:cubicBezTo>
                <a:cubicBezTo>
                  <a:pt x="256" y="236"/>
                  <a:pt x="256" y="236"/>
                  <a:pt x="256" y="236"/>
                </a:cubicBezTo>
                <a:cubicBezTo>
                  <a:pt x="256" y="228"/>
                  <a:pt x="256" y="228"/>
                  <a:pt x="256" y="228"/>
                </a:cubicBezTo>
                <a:lnTo>
                  <a:pt x="244" y="228"/>
                </a:lnTo>
                <a:close/>
                <a:moveTo>
                  <a:pt x="236" y="228"/>
                </a:moveTo>
                <a:cubicBezTo>
                  <a:pt x="206" y="228"/>
                  <a:pt x="206" y="228"/>
                  <a:pt x="206" y="228"/>
                </a:cubicBezTo>
                <a:cubicBezTo>
                  <a:pt x="236" y="185"/>
                  <a:pt x="236" y="185"/>
                  <a:pt x="236" y="185"/>
                </a:cubicBezTo>
                <a:lnTo>
                  <a:pt x="236" y="228"/>
                </a:lnTo>
                <a:close/>
                <a:moveTo>
                  <a:pt x="120" y="232"/>
                </a:moveTo>
                <a:cubicBezTo>
                  <a:pt x="58" y="232"/>
                  <a:pt x="8" y="182"/>
                  <a:pt x="8" y="120"/>
                </a:cubicBezTo>
                <a:cubicBezTo>
                  <a:pt x="8" y="58"/>
                  <a:pt x="58" y="8"/>
                  <a:pt x="120" y="8"/>
                </a:cubicBezTo>
                <a:cubicBezTo>
                  <a:pt x="182" y="8"/>
                  <a:pt x="232" y="58"/>
                  <a:pt x="232" y="120"/>
                </a:cubicBezTo>
                <a:cubicBezTo>
                  <a:pt x="232" y="137"/>
                  <a:pt x="232" y="137"/>
                  <a:pt x="232" y="137"/>
                </a:cubicBezTo>
                <a:cubicBezTo>
                  <a:pt x="223" y="126"/>
                  <a:pt x="223" y="126"/>
                  <a:pt x="223" y="126"/>
                </a:cubicBezTo>
                <a:cubicBezTo>
                  <a:pt x="222" y="124"/>
                  <a:pt x="219" y="123"/>
                  <a:pt x="218" y="125"/>
                </a:cubicBezTo>
                <a:cubicBezTo>
                  <a:pt x="216" y="126"/>
                  <a:pt x="215" y="129"/>
                  <a:pt x="217" y="130"/>
                </a:cubicBezTo>
                <a:cubicBezTo>
                  <a:pt x="233" y="150"/>
                  <a:pt x="233" y="150"/>
                  <a:pt x="233" y="150"/>
                </a:cubicBezTo>
                <a:cubicBezTo>
                  <a:pt x="234" y="151"/>
                  <a:pt x="235" y="152"/>
                  <a:pt x="236" y="152"/>
                </a:cubicBezTo>
                <a:cubicBezTo>
                  <a:pt x="237" y="152"/>
                  <a:pt x="238" y="151"/>
                  <a:pt x="239" y="150"/>
                </a:cubicBezTo>
                <a:cubicBezTo>
                  <a:pt x="255" y="130"/>
                  <a:pt x="255" y="130"/>
                  <a:pt x="255" y="130"/>
                </a:cubicBezTo>
                <a:cubicBezTo>
                  <a:pt x="257" y="129"/>
                  <a:pt x="256" y="126"/>
                  <a:pt x="255" y="125"/>
                </a:cubicBezTo>
                <a:cubicBezTo>
                  <a:pt x="253" y="123"/>
                  <a:pt x="250" y="124"/>
                  <a:pt x="249" y="126"/>
                </a:cubicBezTo>
                <a:cubicBezTo>
                  <a:pt x="240" y="137"/>
                  <a:pt x="240" y="137"/>
                  <a:pt x="240" y="137"/>
                </a:cubicBezTo>
                <a:cubicBezTo>
                  <a:pt x="240" y="120"/>
                  <a:pt x="240" y="120"/>
                  <a:pt x="240" y="120"/>
                </a:cubicBezTo>
                <a:cubicBezTo>
                  <a:pt x="240" y="54"/>
                  <a:pt x="186" y="0"/>
                  <a:pt x="120" y="0"/>
                </a:cubicBezTo>
                <a:cubicBezTo>
                  <a:pt x="54" y="0"/>
                  <a:pt x="0" y="54"/>
                  <a:pt x="0" y="120"/>
                </a:cubicBezTo>
                <a:cubicBezTo>
                  <a:pt x="0" y="186"/>
                  <a:pt x="54" y="240"/>
                  <a:pt x="120" y="240"/>
                </a:cubicBezTo>
                <a:cubicBezTo>
                  <a:pt x="122" y="240"/>
                  <a:pt x="124" y="238"/>
                  <a:pt x="124" y="236"/>
                </a:cubicBezTo>
                <a:cubicBezTo>
                  <a:pt x="124" y="234"/>
                  <a:pt x="122" y="232"/>
                  <a:pt x="120" y="232"/>
                </a:cubicBezTo>
                <a:close/>
                <a:moveTo>
                  <a:pt x="137" y="109"/>
                </a:moveTo>
                <a:cubicBezTo>
                  <a:pt x="163" y="83"/>
                  <a:pt x="163" y="83"/>
                  <a:pt x="163" y="83"/>
                </a:cubicBezTo>
                <a:cubicBezTo>
                  <a:pt x="164" y="81"/>
                  <a:pt x="164" y="79"/>
                  <a:pt x="163" y="77"/>
                </a:cubicBezTo>
                <a:cubicBezTo>
                  <a:pt x="161" y="76"/>
                  <a:pt x="159" y="76"/>
                  <a:pt x="157" y="77"/>
                </a:cubicBezTo>
                <a:cubicBezTo>
                  <a:pt x="131" y="103"/>
                  <a:pt x="131" y="103"/>
                  <a:pt x="131" y="103"/>
                </a:cubicBezTo>
                <a:cubicBezTo>
                  <a:pt x="129" y="102"/>
                  <a:pt x="127" y="101"/>
                  <a:pt x="124" y="100"/>
                </a:cubicBezTo>
                <a:cubicBezTo>
                  <a:pt x="124" y="36"/>
                  <a:pt x="124" y="36"/>
                  <a:pt x="124" y="36"/>
                </a:cubicBezTo>
                <a:cubicBezTo>
                  <a:pt x="124" y="34"/>
                  <a:pt x="122" y="32"/>
                  <a:pt x="120" y="32"/>
                </a:cubicBezTo>
                <a:cubicBezTo>
                  <a:pt x="118" y="32"/>
                  <a:pt x="116" y="34"/>
                  <a:pt x="116" y="36"/>
                </a:cubicBezTo>
                <a:cubicBezTo>
                  <a:pt x="116" y="100"/>
                  <a:pt x="116" y="100"/>
                  <a:pt x="116" y="100"/>
                </a:cubicBezTo>
                <a:cubicBezTo>
                  <a:pt x="107" y="102"/>
                  <a:pt x="100" y="110"/>
                  <a:pt x="100" y="120"/>
                </a:cubicBezTo>
                <a:cubicBezTo>
                  <a:pt x="100" y="131"/>
                  <a:pt x="109" y="140"/>
                  <a:pt x="120" y="140"/>
                </a:cubicBezTo>
                <a:cubicBezTo>
                  <a:pt x="131" y="140"/>
                  <a:pt x="140" y="131"/>
                  <a:pt x="140" y="120"/>
                </a:cubicBezTo>
                <a:cubicBezTo>
                  <a:pt x="140" y="116"/>
                  <a:pt x="139" y="112"/>
                  <a:pt x="137" y="109"/>
                </a:cubicBezTo>
                <a:close/>
                <a:moveTo>
                  <a:pt x="120" y="132"/>
                </a:moveTo>
                <a:cubicBezTo>
                  <a:pt x="113" y="132"/>
                  <a:pt x="108" y="127"/>
                  <a:pt x="108" y="120"/>
                </a:cubicBezTo>
                <a:cubicBezTo>
                  <a:pt x="108" y="113"/>
                  <a:pt x="113" y="108"/>
                  <a:pt x="120" y="108"/>
                </a:cubicBezTo>
                <a:cubicBezTo>
                  <a:pt x="127" y="108"/>
                  <a:pt x="132" y="113"/>
                  <a:pt x="132" y="120"/>
                </a:cubicBezTo>
                <a:cubicBezTo>
                  <a:pt x="132" y="127"/>
                  <a:pt x="127" y="132"/>
                  <a:pt x="120" y="13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96" name="Freeform 154">
            <a:extLst>
              <a:ext uri="{FF2B5EF4-FFF2-40B4-BE49-F238E27FC236}">
                <a16:creationId xmlns:a16="http://schemas.microsoft.com/office/drawing/2014/main" id="{C7A069C1-E9E9-46C3-AF7C-F57A867E5F50}"/>
              </a:ext>
            </a:extLst>
          </p:cNvPr>
          <p:cNvSpPr>
            <a:spLocks noChangeAspect="1" noEditPoints="1"/>
          </p:cNvSpPr>
          <p:nvPr/>
        </p:nvSpPr>
        <p:spPr bwMode="auto">
          <a:xfrm>
            <a:off x="11214019" y="2430463"/>
            <a:ext cx="406400" cy="400050"/>
          </a:xfrm>
          <a:custGeom>
            <a:avLst/>
            <a:gdLst>
              <a:gd name="T0" fmla="*/ 215 w 260"/>
              <a:gd name="T1" fmla="*/ 157 h 256"/>
              <a:gd name="T2" fmla="*/ 112 w 260"/>
              <a:gd name="T3" fmla="*/ 0 h 256"/>
              <a:gd name="T4" fmla="*/ 112 w 260"/>
              <a:gd name="T5" fmla="*/ 224 h 256"/>
              <a:gd name="T6" fmla="*/ 186 w 260"/>
              <a:gd name="T7" fmla="*/ 244 h 256"/>
              <a:gd name="T8" fmla="*/ 244 w 260"/>
              <a:gd name="T9" fmla="*/ 244 h 256"/>
              <a:gd name="T10" fmla="*/ 112 w 260"/>
              <a:gd name="T11" fmla="*/ 216 h 256"/>
              <a:gd name="T12" fmla="*/ 112 w 260"/>
              <a:gd name="T13" fmla="*/ 8 h 256"/>
              <a:gd name="T14" fmla="*/ 112 w 260"/>
              <a:gd name="T15" fmla="*/ 216 h 256"/>
              <a:gd name="T16" fmla="*/ 215 w 260"/>
              <a:gd name="T17" fmla="*/ 248 h 256"/>
              <a:gd name="T18" fmla="*/ 164 w 260"/>
              <a:gd name="T19" fmla="*/ 211 h 256"/>
              <a:gd name="T20" fmla="*/ 238 w 260"/>
              <a:gd name="T21" fmla="*/ 192 h 256"/>
              <a:gd name="T22" fmla="*/ 98 w 260"/>
              <a:gd name="T23" fmla="*/ 232 h 256"/>
              <a:gd name="T24" fmla="*/ 92 w 260"/>
              <a:gd name="T25" fmla="*/ 252 h 256"/>
              <a:gd name="T26" fmla="*/ 100 w 260"/>
              <a:gd name="T27" fmla="*/ 252 h 256"/>
              <a:gd name="T28" fmla="*/ 98 w 260"/>
              <a:gd name="T29" fmla="*/ 232 h 256"/>
              <a:gd name="T30" fmla="*/ 16 w 260"/>
              <a:gd name="T31" fmla="*/ 199 h 256"/>
              <a:gd name="T32" fmla="*/ 12 w 260"/>
              <a:gd name="T33" fmla="*/ 256 h 256"/>
              <a:gd name="T34" fmla="*/ 16 w 260"/>
              <a:gd name="T35" fmla="*/ 252 h 256"/>
              <a:gd name="T36" fmla="*/ 21 w 260"/>
              <a:gd name="T37" fmla="*/ 196 h 256"/>
              <a:gd name="T38" fmla="*/ 140 w 260"/>
              <a:gd name="T39" fmla="*/ 153 h 256"/>
              <a:gd name="T40" fmla="*/ 140 w 260"/>
              <a:gd name="T41" fmla="*/ 142 h 256"/>
              <a:gd name="T42" fmla="*/ 156 w 260"/>
              <a:gd name="T43" fmla="*/ 60 h 256"/>
              <a:gd name="T44" fmla="*/ 94 w 260"/>
              <a:gd name="T45" fmla="*/ 39 h 256"/>
              <a:gd name="T46" fmla="*/ 65 w 260"/>
              <a:gd name="T47" fmla="*/ 94 h 256"/>
              <a:gd name="T48" fmla="*/ 84 w 260"/>
              <a:gd name="T49" fmla="*/ 148 h 256"/>
              <a:gd name="T50" fmla="*/ 46 w 260"/>
              <a:gd name="T51" fmla="*/ 171 h 256"/>
              <a:gd name="T52" fmla="*/ 48 w 260"/>
              <a:gd name="T53" fmla="*/ 178 h 256"/>
              <a:gd name="T54" fmla="*/ 67 w 260"/>
              <a:gd name="T55" fmla="*/ 170 h 256"/>
              <a:gd name="T56" fmla="*/ 65 w 260"/>
              <a:gd name="T57" fmla="*/ 191 h 256"/>
              <a:gd name="T58" fmla="*/ 69 w 260"/>
              <a:gd name="T59" fmla="*/ 192 h 256"/>
              <a:gd name="T60" fmla="*/ 100 w 260"/>
              <a:gd name="T61" fmla="*/ 197 h 256"/>
              <a:gd name="T62" fmla="*/ 103 w 260"/>
              <a:gd name="T63" fmla="*/ 204 h 256"/>
              <a:gd name="T64" fmla="*/ 107 w 260"/>
              <a:gd name="T65" fmla="*/ 201 h 256"/>
              <a:gd name="T66" fmla="*/ 107 w 260"/>
              <a:gd name="T67" fmla="*/ 193 h 256"/>
              <a:gd name="T68" fmla="*/ 112 w 260"/>
              <a:gd name="T69" fmla="*/ 176 h 256"/>
              <a:gd name="T70" fmla="*/ 117 w 260"/>
              <a:gd name="T71" fmla="*/ 193 h 256"/>
              <a:gd name="T72" fmla="*/ 117 w 260"/>
              <a:gd name="T73" fmla="*/ 201 h 256"/>
              <a:gd name="T74" fmla="*/ 121 w 260"/>
              <a:gd name="T75" fmla="*/ 204 h 256"/>
              <a:gd name="T76" fmla="*/ 124 w 260"/>
              <a:gd name="T77" fmla="*/ 197 h 256"/>
              <a:gd name="T78" fmla="*/ 155 w 260"/>
              <a:gd name="T79" fmla="*/ 192 h 256"/>
              <a:gd name="T80" fmla="*/ 159 w 260"/>
              <a:gd name="T81" fmla="*/ 191 h 256"/>
              <a:gd name="T82" fmla="*/ 157 w 260"/>
              <a:gd name="T83" fmla="*/ 170 h 256"/>
              <a:gd name="T84" fmla="*/ 176 w 260"/>
              <a:gd name="T85" fmla="*/ 178 h 256"/>
              <a:gd name="T86" fmla="*/ 178 w 260"/>
              <a:gd name="T87" fmla="*/ 171 h 256"/>
              <a:gd name="T88" fmla="*/ 76 w 260"/>
              <a:gd name="T89" fmla="*/ 166 h 256"/>
              <a:gd name="T90" fmla="*/ 97 w 260"/>
              <a:gd name="T91" fmla="*/ 172 h 256"/>
              <a:gd name="T92" fmla="*/ 112 w 260"/>
              <a:gd name="T93" fmla="*/ 168 h 256"/>
              <a:gd name="T94" fmla="*/ 92 w 260"/>
              <a:gd name="T95" fmla="*/ 147 h 256"/>
              <a:gd name="T96" fmla="*/ 96 w 260"/>
              <a:gd name="T97" fmla="*/ 148 h 256"/>
              <a:gd name="T98" fmla="*/ 98 w 260"/>
              <a:gd name="T99" fmla="*/ 140 h 256"/>
              <a:gd name="T100" fmla="*/ 76 w 260"/>
              <a:gd name="T101" fmla="*/ 63 h 256"/>
              <a:gd name="T102" fmla="*/ 128 w 260"/>
              <a:gd name="T103" fmla="*/ 47 h 256"/>
              <a:gd name="T104" fmla="*/ 152 w 260"/>
              <a:gd name="T105" fmla="*/ 93 h 256"/>
              <a:gd name="T106" fmla="*/ 124 w 260"/>
              <a:gd name="T107" fmla="*/ 146 h 256"/>
              <a:gd name="T108" fmla="*/ 132 w 260"/>
              <a:gd name="T109" fmla="*/ 146 h 256"/>
              <a:gd name="T110" fmla="*/ 112 w 260"/>
              <a:gd name="T111" fmla="*/ 168 h 256"/>
              <a:gd name="T112" fmla="*/ 137 w 260"/>
              <a:gd name="T113" fmla="*/ 161 h 256"/>
              <a:gd name="T114" fmla="*/ 151 w 260"/>
              <a:gd name="T115" fmla="*/ 183 h 256"/>
              <a:gd name="T116" fmla="*/ 126 w 260"/>
              <a:gd name="T117" fmla="*/ 232 h 256"/>
              <a:gd name="T118" fmla="*/ 124 w 260"/>
              <a:gd name="T119" fmla="*/ 252 h 256"/>
              <a:gd name="T120" fmla="*/ 132 w 260"/>
              <a:gd name="T121" fmla="*/ 252 h 256"/>
              <a:gd name="T122" fmla="*/ 126 w 260"/>
              <a:gd name="T123" fmla="*/ 2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0" h="256">
                <a:moveTo>
                  <a:pt x="244" y="186"/>
                </a:moveTo>
                <a:cubicBezTo>
                  <a:pt x="215" y="157"/>
                  <a:pt x="215" y="157"/>
                  <a:pt x="215" y="157"/>
                </a:cubicBezTo>
                <a:cubicBezTo>
                  <a:pt x="221" y="143"/>
                  <a:pt x="224" y="128"/>
                  <a:pt x="224" y="112"/>
                </a:cubicBezTo>
                <a:cubicBezTo>
                  <a:pt x="224" y="50"/>
                  <a:pt x="174" y="0"/>
                  <a:pt x="112" y="0"/>
                </a:cubicBezTo>
                <a:cubicBezTo>
                  <a:pt x="50" y="0"/>
                  <a:pt x="0" y="50"/>
                  <a:pt x="0" y="112"/>
                </a:cubicBezTo>
                <a:cubicBezTo>
                  <a:pt x="0" y="174"/>
                  <a:pt x="50" y="224"/>
                  <a:pt x="112" y="224"/>
                </a:cubicBezTo>
                <a:cubicBezTo>
                  <a:pt x="128" y="224"/>
                  <a:pt x="143" y="221"/>
                  <a:pt x="157" y="215"/>
                </a:cubicBezTo>
                <a:cubicBezTo>
                  <a:pt x="186" y="244"/>
                  <a:pt x="186" y="244"/>
                  <a:pt x="186" y="244"/>
                </a:cubicBezTo>
                <a:cubicBezTo>
                  <a:pt x="194" y="252"/>
                  <a:pt x="204" y="256"/>
                  <a:pt x="215" y="256"/>
                </a:cubicBezTo>
                <a:cubicBezTo>
                  <a:pt x="226" y="256"/>
                  <a:pt x="236" y="252"/>
                  <a:pt x="244" y="244"/>
                </a:cubicBezTo>
                <a:cubicBezTo>
                  <a:pt x="260" y="228"/>
                  <a:pt x="260" y="202"/>
                  <a:pt x="244" y="186"/>
                </a:cubicBezTo>
                <a:close/>
                <a:moveTo>
                  <a:pt x="112" y="216"/>
                </a:moveTo>
                <a:cubicBezTo>
                  <a:pt x="55" y="216"/>
                  <a:pt x="8" y="169"/>
                  <a:pt x="8" y="112"/>
                </a:cubicBezTo>
                <a:cubicBezTo>
                  <a:pt x="8" y="55"/>
                  <a:pt x="55" y="8"/>
                  <a:pt x="112" y="8"/>
                </a:cubicBezTo>
                <a:cubicBezTo>
                  <a:pt x="169" y="8"/>
                  <a:pt x="216" y="55"/>
                  <a:pt x="216" y="112"/>
                </a:cubicBezTo>
                <a:cubicBezTo>
                  <a:pt x="216" y="169"/>
                  <a:pt x="169" y="216"/>
                  <a:pt x="112" y="216"/>
                </a:cubicBezTo>
                <a:close/>
                <a:moveTo>
                  <a:pt x="238" y="238"/>
                </a:moveTo>
                <a:cubicBezTo>
                  <a:pt x="232" y="245"/>
                  <a:pt x="224" y="248"/>
                  <a:pt x="215" y="248"/>
                </a:cubicBezTo>
                <a:cubicBezTo>
                  <a:pt x="206" y="248"/>
                  <a:pt x="198" y="245"/>
                  <a:pt x="192" y="238"/>
                </a:cubicBezTo>
                <a:cubicBezTo>
                  <a:pt x="164" y="211"/>
                  <a:pt x="164" y="211"/>
                  <a:pt x="164" y="211"/>
                </a:cubicBezTo>
                <a:cubicBezTo>
                  <a:pt x="184" y="200"/>
                  <a:pt x="200" y="184"/>
                  <a:pt x="211" y="164"/>
                </a:cubicBezTo>
                <a:cubicBezTo>
                  <a:pt x="238" y="192"/>
                  <a:pt x="238" y="192"/>
                  <a:pt x="238" y="192"/>
                </a:cubicBezTo>
                <a:cubicBezTo>
                  <a:pt x="251" y="205"/>
                  <a:pt x="251" y="226"/>
                  <a:pt x="238" y="238"/>
                </a:cubicBezTo>
                <a:close/>
                <a:moveTo>
                  <a:pt x="98" y="232"/>
                </a:moveTo>
                <a:cubicBezTo>
                  <a:pt x="96" y="232"/>
                  <a:pt x="94" y="233"/>
                  <a:pt x="94" y="235"/>
                </a:cubicBezTo>
                <a:cubicBezTo>
                  <a:pt x="93" y="243"/>
                  <a:pt x="92" y="249"/>
                  <a:pt x="92" y="252"/>
                </a:cubicBezTo>
                <a:cubicBezTo>
                  <a:pt x="92" y="254"/>
                  <a:pt x="94" y="256"/>
                  <a:pt x="96" y="256"/>
                </a:cubicBezTo>
                <a:cubicBezTo>
                  <a:pt x="98" y="256"/>
                  <a:pt x="100" y="254"/>
                  <a:pt x="100" y="252"/>
                </a:cubicBezTo>
                <a:cubicBezTo>
                  <a:pt x="100" y="249"/>
                  <a:pt x="100" y="244"/>
                  <a:pt x="101" y="237"/>
                </a:cubicBezTo>
                <a:cubicBezTo>
                  <a:pt x="102" y="234"/>
                  <a:pt x="100" y="232"/>
                  <a:pt x="98" y="232"/>
                </a:cubicBezTo>
                <a:close/>
                <a:moveTo>
                  <a:pt x="21" y="196"/>
                </a:moveTo>
                <a:cubicBezTo>
                  <a:pt x="19" y="195"/>
                  <a:pt x="17" y="196"/>
                  <a:pt x="16" y="199"/>
                </a:cubicBezTo>
                <a:cubicBezTo>
                  <a:pt x="7" y="221"/>
                  <a:pt x="8" y="251"/>
                  <a:pt x="8" y="252"/>
                </a:cubicBezTo>
                <a:cubicBezTo>
                  <a:pt x="8" y="254"/>
                  <a:pt x="10" y="256"/>
                  <a:pt x="12" y="256"/>
                </a:cubicBezTo>
                <a:cubicBezTo>
                  <a:pt x="12" y="256"/>
                  <a:pt x="12" y="256"/>
                  <a:pt x="12" y="256"/>
                </a:cubicBezTo>
                <a:cubicBezTo>
                  <a:pt x="14" y="256"/>
                  <a:pt x="16" y="254"/>
                  <a:pt x="16" y="252"/>
                </a:cubicBezTo>
                <a:cubicBezTo>
                  <a:pt x="16" y="252"/>
                  <a:pt x="15" y="222"/>
                  <a:pt x="24" y="201"/>
                </a:cubicBezTo>
                <a:cubicBezTo>
                  <a:pt x="24" y="199"/>
                  <a:pt x="24" y="197"/>
                  <a:pt x="21" y="196"/>
                </a:cubicBezTo>
                <a:close/>
                <a:moveTo>
                  <a:pt x="178" y="171"/>
                </a:moveTo>
                <a:cubicBezTo>
                  <a:pt x="140" y="153"/>
                  <a:pt x="140" y="153"/>
                  <a:pt x="140" y="153"/>
                </a:cubicBezTo>
                <a:cubicBezTo>
                  <a:pt x="140" y="152"/>
                  <a:pt x="140" y="150"/>
                  <a:pt x="140" y="148"/>
                </a:cubicBezTo>
                <a:cubicBezTo>
                  <a:pt x="140" y="142"/>
                  <a:pt x="140" y="142"/>
                  <a:pt x="140" y="142"/>
                </a:cubicBezTo>
                <a:cubicBezTo>
                  <a:pt x="155" y="130"/>
                  <a:pt x="157" y="111"/>
                  <a:pt x="159" y="94"/>
                </a:cubicBezTo>
                <a:cubicBezTo>
                  <a:pt x="161" y="83"/>
                  <a:pt x="161" y="71"/>
                  <a:pt x="156" y="60"/>
                </a:cubicBezTo>
                <a:cubicBezTo>
                  <a:pt x="151" y="50"/>
                  <a:pt x="142" y="43"/>
                  <a:pt x="130" y="39"/>
                </a:cubicBezTo>
                <a:cubicBezTo>
                  <a:pt x="119" y="35"/>
                  <a:pt x="105" y="35"/>
                  <a:pt x="94" y="39"/>
                </a:cubicBezTo>
                <a:cubicBezTo>
                  <a:pt x="82" y="43"/>
                  <a:pt x="73" y="50"/>
                  <a:pt x="68" y="60"/>
                </a:cubicBezTo>
                <a:cubicBezTo>
                  <a:pt x="63" y="71"/>
                  <a:pt x="63" y="83"/>
                  <a:pt x="65" y="94"/>
                </a:cubicBezTo>
                <a:cubicBezTo>
                  <a:pt x="67" y="111"/>
                  <a:pt x="69" y="130"/>
                  <a:pt x="84" y="142"/>
                </a:cubicBezTo>
                <a:cubicBezTo>
                  <a:pt x="84" y="148"/>
                  <a:pt x="84" y="148"/>
                  <a:pt x="84" y="148"/>
                </a:cubicBezTo>
                <a:cubicBezTo>
                  <a:pt x="84" y="150"/>
                  <a:pt x="84" y="152"/>
                  <a:pt x="85" y="153"/>
                </a:cubicBezTo>
                <a:cubicBezTo>
                  <a:pt x="46" y="171"/>
                  <a:pt x="46" y="171"/>
                  <a:pt x="46" y="171"/>
                </a:cubicBezTo>
                <a:cubicBezTo>
                  <a:pt x="44" y="172"/>
                  <a:pt x="43" y="174"/>
                  <a:pt x="44" y="176"/>
                </a:cubicBezTo>
                <a:cubicBezTo>
                  <a:pt x="45" y="178"/>
                  <a:pt x="46" y="178"/>
                  <a:pt x="48" y="178"/>
                </a:cubicBezTo>
                <a:cubicBezTo>
                  <a:pt x="49" y="178"/>
                  <a:pt x="49" y="178"/>
                  <a:pt x="50" y="178"/>
                </a:cubicBezTo>
                <a:cubicBezTo>
                  <a:pt x="67" y="170"/>
                  <a:pt x="67" y="170"/>
                  <a:pt x="67" y="170"/>
                </a:cubicBezTo>
                <a:cubicBezTo>
                  <a:pt x="64" y="187"/>
                  <a:pt x="64" y="187"/>
                  <a:pt x="64" y="187"/>
                </a:cubicBezTo>
                <a:cubicBezTo>
                  <a:pt x="64" y="189"/>
                  <a:pt x="64" y="190"/>
                  <a:pt x="65" y="191"/>
                </a:cubicBezTo>
                <a:cubicBezTo>
                  <a:pt x="66" y="192"/>
                  <a:pt x="67" y="192"/>
                  <a:pt x="68" y="192"/>
                </a:cubicBezTo>
                <a:cubicBezTo>
                  <a:pt x="68" y="192"/>
                  <a:pt x="69" y="192"/>
                  <a:pt x="69" y="192"/>
                </a:cubicBezTo>
                <a:cubicBezTo>
                  <a:pt x="81" y="189"/>
                  <a:pt x="90" y="185"/>
                  <a:pt x="96" y="182"/>
                </a:cubicBezTo>
                <a:cubicBezTo>
                  <a:pt x="95" y="187"/>
                  <a:pt x="96" y="192"/>
                  <a:pt x="100" y="197"/>
                </a:cubicBezTo>
                <a:cubicBezTo>
                  <a:pt x="99" y="199"/>
                  <a:pt x="99" y="199"/>
                  <a:pt x="99" y="199"/>
                </a:cubicBezTo>
                <a:cubicBezTo>
                  <a:pt x="99" y="201"/>
                  <a:pt x="100" y="204"/>
                  <a:pt x="103" y="204"/>
                </a:cubicBezTo>
                <a:cubicBezTo>
                  <a:pt x="103" y="204"/>
                  <a:pt x="103" y="204"/>
                  <a:pt x="103" y="204"/>
                </a:cubicBezTo>
                <a:cubicBezTo>
                  <a:pt x="105" y="204"/>
                  <a:pt x="107" y="203"/>
                  <a:pt x="107" y="201"/>
                </a:cubicBezTo>
                <a:cubicBezTo>
                  <a:pt x="108" y="197"/>
                  <a:pt x="108" y="197"/>
                  <a:pt x="108" y="197"/>
                </a:cubicBezTo>
                <a:cubicBezTo>
                  <a:pt x="108" y="195"/>
                  <a:pt x="108" y="194"/>
                  <a:pt x="107" y="193"/>
                </a:cubicBezTo>
                <a:cubicBezTo>
                  <a:pt x="101" y="187"/>
                  <a:pt x="105" y="179"/>
                  <a:pt x="107" y="175"/>
                </a:cubicBezTo>
                <a:cubicBezTo>
                  <a:pt x="108" y="176"/>
                  <a:pt x="110" y="176"/>
                  <a:pt x="112" y="176"/>
                </a:cubicBezTo>
                <a:cubicBezTo>
                  <a:pt x="114" y="176"/>
                  <a:pt x="116" y="176"/>
                  <a:pt x="117" y="175"/>
                </a:cubicBezTo>
                <a:cubicBezTo>
                  <a:pt x="119" y="179"/>
                  <a:pt x="123" y="187"/>
                  <a:pt x="117" y="193"/>
                </a:cubicBezTo>
                <a:cubicBezTo>
                  <a:pt x="116" y="194"/>
                  <a:pt x="116" y="195"/>
                  <a:pt x="116" y="197"/>
                </a:cubicBezTo>
                <a:cubicBezTo>
                  <a:pt x="117" y="201"/>
                  <a:pt x="117" y="201"/>
                  <a:pt x="117" y="201"/>
                </a:cubicBezTo>
                <a:cubicBezTo>
                  <a:pt x="117" y="203"/>
                  <a:pt x="119" y="204"/>
                  <a:pt x="121" y="204"/>
                </a:cubicBezTo>
                <a:cubicBezTo>
                  <a:pt x="121" y="204"/>
                  <a:pt x="121" y="204"/>
                  <a:pt x="121" y="204"/>
                </a:cubicBezTo>
                <a:cubicBezTo>
                  <a:pt x="124" y="204"/>
                  <a:pt x="125" y="201"/>
                  <a:pt x="125" y="199"/>
                </a:cubicBezTo>
                <a:cubicBezTo>
                  <a:pt x="124" y="197"/>
                  <a:pt x="124" y="197"/>
                  <a:pt x="124" y="197"/>
                </a:cubicBezTo>
                <a:cubicBezTo>
                  <a:pt x="128" y="192"/>
                  <a:pt x="129" y="187"/>
                  <a:pt x="128" y="182"/>
                </a:cubicBezTo>
                <a:cubicBezTo>
                  <a:pt x="134" y="185"/>
                  <a:pt x="143" y="189"/>
                  <a:pt x="155" y="192"/>
                </a:cubicBezTo>
                <a:cubicBezTo>
                  <a:pt x="155" y="192"/>
                  <a:pt x="156" y="192"/>
                  <a:pt x="156" y="192"/>
                </a:cubicBezTo>
                <a:cubicBezTo>
                  <a:pt x="157" y="192"/>
                  <a:pt x="158" y="192"/>
                  <a:pt x="159" y="191"/>
                </a:cubicBezTo>
                <a:cubicBezTo>
                  <a:pt x="160" y="190"/>
                  <a:pt x="160" y="189"/>
                  <a:pt x="160" y="187"/>
                </a:cubicBezTo>
                <a:cubicBezTo>
                  <a:pt x="157" y="170"/>
                  <a:pt x="157" y="170"/>
                  <a:pt x="157" y="170"/>
                </a:cubicBezTo>
                <a:cubicBezTo>
                  <a:pt x="174" y="178"/>
                  <a:pt x="174" y="178"/>
                  <a:pt x="174" y="178"/>
                </a:cubicBezTo>
                <a:cubicBezTo>
                  <a:pt x="175" y="178"/>
                  <a:pt x="175" y="178"/>
                  <a:pt x="176" y="178"/>
                </a:cubicBezTo>
                <a:cubicBezTo>
                  <a:pt x="178" y="178"/>
                  <a:pt x="179" y="178"/>
                  <a:pt x="180" y="176"/>
                </a:cubicBezTo>
                <a:cubicBezTo>
                  <a:pt x="181" y="174"/>
                  <a:pt x="180" y="172"/>
                  <a:pt x="178" y="171"/>
                </a:cubicBezTo>
                <a:close/>
                <a:moveTo>
                  <a:pt x="73" y="183"/>
                </a:moveTo>
                <a:cubicBezTo>
                  <a:pt x="76" y="166"/>
                  <a:pt x="76" y="166"/>
                  <a:pt x="76" y="166"/>
                </a:cubicBezTo>
                <a:cubicBezTo>
                  <a:pt x="87" y="161"/>
                  <a:pt x="87" y="161"/>
                  <a:pt x="87" y="161"/>
                </a:cubicBezTo>
                <a:cubicBezTo>
                  <a:pt x="89" y="165"/>
                  <a:pt x="93" y="169"/>
                  <a:pt x="97" y="172"/>
                </a:cubicBezTo>
                <a:cubicBezTo>
                  <a:pt x="93" y="175"/>
                  <a:pt x="85" y="179"/>
                  <a:pt x="73" y="183"/>
                </a:cubicBezTo>
                <a:close/>
                <a:moveTo>
                  <a:pt x="112" y="168"/>
                </a:moveTo>
                <a:cubicBezTo>
                  <a:pt x="101" y="168"/>
                  <a:pt x="92" y="159"/>
                  <a:pt x="92" y="148"/>
                </a:cubicBezTo>
                <a:cubicBezTo>
                  <a:pt x="92" y="147"/>
                  <a:pt x="92" y="147"/>
                  <a:pt x="92" y="147"/>
                </a:cubicBezTo>
                <a:cubicBezTo>
                  <a:pt x="93" y="147"/>
                  <a:pt x="94" y="147"/>
                  <a:pt x="94" y="148"/>
                </a:cubicBezTo>
                <a:cubicBezTo>
                  <a:pt x="95" y="148"/>
                  <a:pt x="95" y="148"/>
                  <a:pt x="96" y="148"/>
                </a:cubicBezTo>
                <a:cubicBezTo>
                  <a:pt x="98" y="148"/>
                  <a:pt x="99" y="147"/>
                  <a:pt x="100" y="146"/>
                </a:cubicBezTo>
                <a:cubicBezTo>
                  <a:pt x="101" y="144"/>
                  <a:pt x="100" y="141"/>
                  <a:pt x="98" y="140"/>
                </a:cubicBezTo>
                <a:cubicBezTo>
                  <a:pt x="77" y="132"/>
                  <a:pt x="75" y="113"/>
                  <a:pt x="72" y="93"/>
                </a:cubicBezTo>
                <a:cubicBezTo>
                  <a:pt x="71" y="84"/>
                  <a:pt x="71" y="72"/>
                  <a:pt x="76" y="63"/>
                </a:cubicBezTo>
                <a:cubicBezTo>
                  <a:pt x="80" y="56"/>
                  <a:pt x="87" y="50"/>
                  <a:pt x="96" y="47"/>
                </a:cubicBezTo>
                <a:cubicBezTo>
                  <a:pt x="106" y="43"/>
                  <a:pt x="118" y="43"/>
                  <a:pt x="128" y="47"/>
                </a:cubicBezTo>
                <a:cubicBezTo>
                  <a:pt x="137" y="50"/>
                  <a:pt x="145" y="56"/>
                  <a:pt x="148" y="63"/>
                </a:cubicBezTo>
                <a:cubicBezTo>
                  <a:pt x="153" y="72"/>
                  <a:pt x="153" y="84"/>
                  <a:pt x="152" y="93"/>
                </a:cubicBezTo>
                <a:cubicBezTo>
                  <a:pt x="149" y="113"/>
                  <a:pt x="147" y="132"/>
                  <a:pt x="126" y="140"/>
                </a:cubicBezTo>
                <a:cubicBezTo>
                  <a:pt x="124" y="141"/>
                  <a:pt x="123" y="144"/>
                  <a:pt x="124" y="146"/>
                </a:cubicBezTo>
                <a:cubicBezTo>
                  <a:pt x="125" y="148"/>
                  <a:pt x="128" y="149"/>
                  <a:pt x="130" y="148"/>
                </a:cubicBezTo>
                <a:cubicBezTo>
                  <a:pt x="130" y="147"/>
                  <a:pt x="131" y="147"/>
                  <a:pt x="132" y="146"/>
                </a:cubicBezTo>
                <a:cubicBezTo>
                  <a:pt x="132" y="148"/>
                  <a:pt x="132" y="148"/>
                  <a:pt x="132" y="148"/>
                </a:cubicBezTo>
                <a:cubicBezTo>
                  <a:pt x="132" y="159"/>
                  <a:pt x="123" y="168"/>
                  <a:pt x="112" y="168"/>
                </a:cubicBezTo>
                <a:close/>
                <a:moveTo>
                  <a:pt x="127" y="172"/>
                </a:moveTo>
                <a:cubicBezTo>
                  <a:pt x="131" y="169"/>
                  <a:pt x="135" y="165"/>
                  <a:pt x="137" y="161"/>
                </a:cubicBezTo>
                <a:cubicBezTo>
                  <a:pt x="148" y="166"/>
                  <a:pt x="148" y="166"/>
                  <a:pt x="148" y="166"/>
                </a:cubicBezTo>
                <a:cubicBezTo>
                  <a:pt x="151" y="183"/>
                  <a:pt x="151" y="183"/>
                  <a:pt x="151" y="183"/>
                </a:cubicBezTo>
                <a:cubicBezTo>
                  <a:pt x="139" y="179"/>
                  <a:pt x="131" y="175"/>
                  <a:pt x="127" y="172"/>
                </a:cubicBezTo>
                <a:close/>
                <a:moveTo>
                  <a:pt x="126" y="232"/>
                </a:moveTo>
                <a:cubicBezTo>
                  <a:pt x="124" y="232"/>
                  <a:pt x="122" y="234"/>
                  <a:pt x="123" y="237"/>
                </a:cubicBezTo>
                <a:cubicBezTo>
                  <a:pt x="124" y="244"/>
                  <a:pt x="124" y="249"/>
                  <a:pt x="124" y="252"/>
                </a:cubicBezTo>
                <a:cubicBezTo>
                  <a:pt x="124" y="254"/>
                  <a:pt x="126" y="256"/>
                  <a:pt x="128" y="256"/>
                </a:cubicBezTo>
                <a:cubicBezTo>
                  <a:pt x="130" y="256"/>
                  <a:pt x="132" y="254"/>
                  <a:pt x="132" y="252"/>
                </a:cubicBezTo>
                <a:cubicBezTo>
                  <a:pt x="132" y="249"/>
                  <a:pt x="132" y="243"/>
                  <a:pt x="130" y="235"/>
                </a:cubicBezTo>
                <a:cubicBezTo>
                  <a:pt x="130" y="233"/>
                  <a:pt x="128" y="232"/>
                  <a:pt x="126" y="23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06" name="Freeform 158">
            <a:extLst>
              <a:ext uri="{FF2B5EF4-FFF2-40B4-BE49-F238E27FC236}">
                <a16:creationId xmlns:a16="http://schemas.microsoft.com/office/drawing/2014/main" id="{5F11576E-D8C2-4E69-AA3B-18F59832E713}"/>
              </a:ext>
            </a:extLst>
          </p:cNvPr>
          <p:cNvSpPr>
            <a:spLocks noChangeAspect="1" noEditPoints="1"/>
          </p:cNvSpPr>
          <p:nvPr/>
        </p:nvSpPr>
        <p:spPr bwMode="auto">
          <a:xfrm>
            <a:off x="10247961" y="2430463"/>
            <a:ext cx="403225" cy="400050"/>
          </a:xfrm>
          <a:custGeom>
            <a:avLst/>
            <a:gdLst>
              <a:gd name="T0" fmla="*/ 133 w 258"/>
              <a:gd name="T1" fmla="*/ 165 h 256"/>
              <a:gd name="T2" fmla="*/ 134 w 258"/>
              <a:gd name="T3" fmla="*/ 154 h 256"/>
              <a:gd name="T4" fmla="*/ 150 w 258"/>
              <a:gd name="T5" fmla="*/ 72 h 256"/>
              <a:gd name="T6" fmla="*/ 88 w 258"/>
              <a:gd name="T7" fmla="*/ 51 h 256"/>
              <a:gd name="T8" fmla="*/ 59 w 258"/>
              <a:gd name="T9" fmla="*/ 106 h 256"/>
              <a:gd name="T10" fmla="*/ 78 w 258"/>
              <a:gd name="T11" fmla="*/ 160 h 256"/>
              <a:gd name="T12" fmla="*/ 28 w 258"/>
              <a:gd name="T13" fmla="*/ 188 h 256"/>
              <a:gd name="T14" fmla="*/ 6 w 258"/>
              <a:gd name="T15" fmla="*/ 256 h 256"/>
              <a:gd name="T16" fmla="*/ 10 w 258"/>
              <a:gd name="T17" fmla="*/ 252 h 256"/>
              <a:gd name="T18" fmla="*/ 61 w 258"/>
              <a:gd name="T19" fmla="*/ 182 h 256"/>
              <a:gd name="T20" fmla="*/ 59 w 258"/>
              <a:gd name="T21" fmla="*/ 211 h 256"/>
              <a:gd name="T22" fmla="*/ 63 w 258"/>
              <a:gd name="T23" fmla="*/ 212 h 256"/>
              <a:gd name="T24" fmla="*/ 94 w 258"/>
              <a:gd name="T25" fmla="*/ 209 h 256"/>
              <a:gd name="T26" fmla="*/ 90 w 258"/>
              <a:gd name="T27" fmla="*/ 256 h 256"/>
              <a:gd name="T28" fmla="*/ 102 w 258"/>
              <a:gd name="T29" fmla="*/ 209 h 256"/>
              <a:gd name="T30" fmla="*/ 101 w 258"/>
              <a:gd name="T31" fmla="*/ 187 h 256"/>
              <a:gd name="T32" fmla="*/ 111 w 258"/>
              <a:gd name="T33" fmla="*/ 187 h 256"/>
              <a:gd name="T34" fmla="*/ 110 w 258"/>
              <a:gd name="T35" fmla="*/ 209 h 256"/>
              <a:gd name="T36" fmla="*/ 122 w 258"/>
              <a:gd name="T37" fmla="*/ 256 h 256"/>
              <a:gd name="T38" fmla="*/ 118 w 258"/>
              <a:gd name="T39" fmla="*/ 209 h 256"/>
              <a:gd name="T40" fmla="*/ 149 w 258"/>
              <a:gd name="T41" fmla="*/ 212 h 256"/>
              <a:gd name="T42" fmla="*/ 153 w 258"/>
              <a:gd name="T43" fmla="*/ 211 h 256"/>
              <a:gd name="T44" fmla="*/ 151 w 258"/>
              <a:gd name="T45" fmla="*/ 182 h 256"/>
              <a:gd name="T46" fmla="*/ 202 w 258"/>
              <a:gd name="T47" fmla="*/ 252 h 256"/>
              <a:gd name="T48" fmla="*/ 206 w 258"/>
              <a:gd name="T49" fmla="*/ 256 h 256"/>
              <a:gd name="T50" fmla="*/ 184 w 258"/>
              <a:gd name="T51" fmla="*/ 188 h 256"/>
              <a:gd name="T52" fmla="*/ 70 w 258"/>
              <a:gd name="T53" fmla="*/ 178 h 256"/>
              <a:gd name="T54" fmla="*/ 93 w 258"/>
              <a:gd name="T55" fmla="*/ 185 h 256"/>
              <a:gd name="T56" fmla="*/ 106 w 258"/>
              <a:gd name="T57" fmla="*/ 180 h 256"/>
              <a:gd name="T58" fmla="*/ 86 w 258"/>
              <a:gd name="T59" fmla="*/ 158 h 256"/>
              <a:gd name="T60" fmla="*/ 94 w 258"/>
              <a:gd name="T61" fmla="*/ 158 h 256"/>
              <a:gd name="T62" fmla="*/ 66 w 258"/>
              <a:gd name="T63" fmla="*/ 105 h 256"/>
              <a:gd name="T64" fmla="*/ 90 w 258"/>
              <a:gd name="T65" fmla="*/ 59 h 256"/>
              <a:gd name="T66" fmla="*/ 142 w 258"/>
              <a:gd name="T67" fmla="*/ 75 h 256"/>
              <a:gd name="T68" fmla="*/ 120 w 258"/>
              <a:gd name="T69" fmla="*/ 152 h 256"/>
              <a:gd name="T70" fmla="*/ 122 w 258"/>
              <a:gd name="T71" fmla="*/ 160 h 256"/>
              <a:gd name="T72" fmla="*/ 126 w 258"/>
              <a:gd name="T73" fmla="*/ 158 h 256"/>
              <a:gd name="T74" fmla="*/ 106 w 258"/>
              <a:gd name="T75" fmla="*/ 180 h 256"/>
              <a:gd name="T76" fmla="*/ 131 w 258"/>
              <a:gd name="T77" fmla="*/ 173 h 256"/>
              <a:gd name="T78" fmla="*/ 145 w 258"/>
              <a:gd name="T79" fmla="*/ 202 h 256"/>
              <a:gd name="T80" fmla="*/ 182 w 258"/>
              <a:gd name="T81" fmla="*/ 0 h 256"/>
              <a:gd name="T82" fmla="*/ 123 w 258"/>
              <a:gd name="T83" fmla="*/ 35 h 256"/>
              <a:gd name="T84" fmla="*/ 182 w 258"/>
              <a:gd name="T85" fmla="*/ 8 h 256"/>
              <a:gd name="T86" fmla="*/ 182 w 258"/>
              <a:gd name="T87" fmla="*/ 144 h 256"/>
              <a:gd name="T88" fmla="*/ 162 w 258"/>
              <a:gd name="T89" fmla="*/ 145 h 256"/>
              <a:gd name="T90" fmla="*/ 182 w 258"/>
              <a:gd name="T91" fmla="*/ 152 h 256"/>
              <a:gd name="T92" fmla="*/ 182 w 258"/>
              <a:gd name="T93" fmla="*/ 0 h 256"/>
              <a:gd name="T94" fmla="*/ 178 w 258"/>
              <a:gd name="T95" fmla="*/ 44 h 256"/>
              <a:gd name="T96" fmla="*/ 181 w 258"/>
              <a:gd name="T97" fmla="*/ 88 h 256"/>
              <a:gd name="T98" fmla="*/ 206 w 258"/>
              <a:gd name="T99" fmla="*/ 96 h 256"/>
              <a:gd name="T100" fmla="*/ 207 w 258"/>
              <a:gd name="T101" fmla="*/ 88 h 256"/>
              <a:gd name="T102" fmla="*/ 186 w 258"/>
              <a:gd name="T103" fmla="*/ 4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 h="256">
                <a:moveTo>
                  <a:pt x="184" y="188"/>
                </a:moveTo>
                <a:cubicBezTo>
                  <a:pt x="133" y="165"/>
                  <a:pt x="133" y="165"/>
                  <a:pt x="133" y="165"/>
                </a:cubicBezTo>
                <a:cubicBezTo>
                  <a:pt x="134" y="164"/>
                  <a:pt x="134" y="162"/>
                  <a:pt x="134" y="160"/>
                </a:cubicBezTo>
                <a:cubicBezTo>
                  <a:pt x="134" y="154"/>
                  <a:pt x="134" y="154"/>
                  <a:pt x="134" y="154"/>
                </a:cubicBezTo>
                <a:cubicBezTo>
                  <a:pt x="149" y="142"/>
                  <a:pt x="151" y="123"/>
                  <a:pt x="153" y="106"/>
                </a:cubicBezTo>
                <a:cubicBezTo>
                  <a:pt x="155" y="95"/>
                  <a:pt x="155" y="83"/>
                  <a:pt x="150" y="72"/>
                </a:cubicBezTo>
                <a:cubicBezTo>
                  <a:pt x="145" y="62"/>
                  <a:pt x="136" y="55"/>
                  <a:pt x="124" y="51"/>
                </a:cubicBezTo>
                <a:cubicBezTo>
                  <a:pt x="113" y="47"/>
                  <a:pt x="99" y="47"/>
                  <a:pt x="88" y="51"/>
                </a:cubicBezTo>
                <a:cubicBezTo>
                  <a:pt x="76" y="55"/>
                  <a:pt x="67" y="62"/>
                  <a:pt x="62" y="72"/>
                </a:cubicBezTo>
                <a:cubicBezTo>
                  <a:pt x="57" y="83"/>
                  <a:pt x="57" y="95"/>
                  <a:pt x="59" y="106"/>
                </a:cubicBezTo>
                <a:cubicBezTo>
                  <a:pt x="61" y="123"/>
                  <a:pt x="63" y="142"/>
                  <a:pt x="78" y="154"/>
                </a:cubicBezTo>
                <a:cubicBezTo>
                  <a:pt x="78" y="160"/>
                  <a:pt x="78" y="160"/>
                  <a:pt x="78" y="160"/>
                </a:cubicBezTo>
                <a:cubicBezTo>
                  <a:pt x="78" y="162"/>
                  <a:pt x="78" y="164"/>
                  <a:pt x="79" y="165"/>
                </a:cubicBezTo>
                <a:cubicBezTo>
                  <a:pt x="28" y="188"/>
                  <a:pt x="28" y="188"/>
                  <a:pt x="28" y="188"/>
                </a:cubicBezTo>
                <a:cubicBezTo>
                  <a:pt x="0" y="202"/>
                  <a:pt x="2" y="250"/>
                  <a:pt x="2" y="252"/>
                </a:cubicBezTo>
                <a:cubicBezTo>
                  <a:pt x="2" y="254"/>
                  <a:pt x="4" y="256"/>
                  <a:pt x="6" y="256"/>
                </a:cubicBezTo>
                <a:cubicBezTo>
                  <a:pt x="6" y="256"/>
                  <a:pt x="6" y="256"/>
                  <a:pt x="6" y="256"/>
                </a:cubicBezTo>
                <a:cubicBezTo>
                  <a:pt x="8" y="256"/>
                  <a:pt x="10" y="254"/>
                  <a:pt x="10" y="252"/>
                </a:cubicBezTo>
                <a:cubicBezTo>
                  <a:pt x="10" y="251"/>
                  <a:pt x="9" y="207"/>
                  <a:pt x="32" y="196"/>
                </a:cubicBezTo>
                <a:cubicBezTo>
                  <a:pt x="61" y="182"/>
                  <a:pt x="61" y="182"/>
                  <a:pt x="61" y="182"/>
                </a:cubicBezTo>
                <a:cubicBezTo>
                  <a:pt x="58" y="208"/>
                  <a:pt x="58" y="208"/>
                  <a:pt x="58" y="208"/>
                </a:cubicBezTo>
                <a:cubicBezTo>
                  <a:pt x="58" y="209"/>
                  <a:pt x="58" y="210"/>
                  <a:pt x="59" y="211"/>
                </a:cubicBezTo>
                <a:cubicBezTo>
                  <a:pt x="60" y="212"/>
                  <a:pt x="61" y="212"/>
                  <a:pt x="62" y="212"/>
                </a:cubicBezTo>
                <a:cubicBezTo>
                  <a:pt x="62" y="212"/>
                  <a:pt x="63" y="212"/>
                  <a:pt x="63" y="212"/>
                </a:cubicBezTo>
                <a:cubicBezTo>
                  <a:pt x="75" y="209"/>
                  <a:pt x="84" y="204"/>
                  <a:pt x="90" y="199"/>
                </a:cubicBezTo>
                <a:cubicBezTo>
                  <a:pt x="90" y="202"/>
                  <a:pt x="91" y="206"/>
                  <a:pt x="94" y="209"/>
                </a:cubicBezTo>
                <a:cubicBezTo>
                  <a:pt x="92" y="216"/>
                  <a:pt x="86" y="241"/>
                  <a:pt x="86" y="252"/>
                </a:cubicBezTo>
                <a:cubicBezTo>
                  <a:pt x="86" y="254"/>
                  <a:pt x="88" y="256"/>
                  <a:pt x="90" y="256"/>
                </a:cubicBezTo>
                <a:cubicBezTo>
                  <a:pt x="92" y="256"/>
                  <a:pt x="94" y="254"/>
                  <a:pt x="94" y="252"/>
                </a:cubicBezTo>
                <a:cubicBezTo>
                  <a:pt x="94" y="240"/>
                  <a:pt x="102" y="209"/>
                  <a:pt x="102" y="209"/>
                </a:cubicBezTo>
                <a:cubicBezTo>
                  <a:pt x="102" y="208"/>
                  <a:pt x="102" y="206"/>
                  <a:pt x="101" y="205"/>
                </a:cubicBezTo>
                <a:cubicBezTo>
                  <a:pt x="95" y="199"/>
                  <a:pt x="99" y="191"/>
                  <a:pt x="101" y="187"/>
                </a:cubicBezTo>
                <a:cubicBezTo>
                  <a:pt x="102" y="188"/>
                  <a:pt x="104" y="188"/>
                  <a:pt x="106" y="188"/>
                </a:cubicBezTo>
                <a:cubicBezTo>
                  <a:pt x="108" y="188"/>
                  <a:pt x="110" y="188"/>
                  <a:pt x="111" y="187"/>
                </a:cubicBezTo>
                <a:cubicBezTo>
                  <a:pt x="113" y="191"/>
                  <a:pt x="117" y="199"/>
                  <a:pt x="111" y="205"/>
                </a:cubicBezTo>
                <a:cubicBezTo>
                  <a:pt x="110" y="206"/>
                  <a:pt x="110" y="208"/>
                  <a:pt x="110" y="209"/>
                </a:cubicBezTo>
                <a:cubicBezTo>
                  <a:pt x="110" y="209"/>
                  <a:pt x="118" y="240"/>
                  <a:pt x="118" y="252"/>
                </a:cubicBezTo>
                <a:cubicBezTo>
                  <a:pt x="118" y="254"/>
                  <a:pt x="120" y="256"/>
                  <a:pt x="122" y="256"/>
                </a:cubicBezTo>
                <a:cubicBezTo>
                  <a:pt x="124" y="256"/>
                  <a:pt x="126" y="254"/>
                  <a:pt x="126" y="252"/>
                </a:cubicBezTo>
                <a:cubicBezTo>
                  <a:pt x="126" y="241"/>
                  <a:pt x="120" y="216"/>
                  <a:pt x="118" y="209"/>
                </a:cubicBezTo>
                <a:cubicBezTo>
                  <a:pt x="121" y="206"/>
                  <a:pt x="122" y="202"/>
                  <a:pt x="122" y="199"/>
                </a:cubicBezTo>
                <a:cubicBezTo>
                  <a:pt x="128" y="204"/>
                  <a:pt x="137" y="209"/>
                  <a:pt x="149" y="212"/>
                </a:cubicBezTo>
                <a:cubicBezTo>
                  <a:pt x="149" y="212"/>
                  <a:pt x="150" y="212"/>
                  <a:pt x="150" y="212"/>
                </a:cubicBezTo>
                <a:cubicBezTo>
                  <a:pt x="151" y="212"/>
                  <a:pt x="152" y="212"/>
                  <a:pt x="153" y="211"/>
                </a:cubicBezTo>
                <a:cubicBezTo>
                  <a:pt x="154" y="210"/>
                  <a:pt x="154" y="209"/>
                  <a:pt x="154" y="208"/>
                </a:cubicBezTo>
                <a:cubicBezTo>
                  <a:pt x="151" y="182"/>
                  <a:pt x="151" y="182"/>
                  <a:pt x="151" y="182"/>
                </a:cubicBezTo>
                <a:cubicBezTo>
                  <a:pt x="180" y="196"/>
                  <a:pt x="180" y="196"/>
                  <a:pt x="180" y="196"/>
                </a:cubicBezTo>
                <a:cubicBezTo>
                  <a:pt x="203" y="207"/>
                  <a:pt x="202" y="251"/>
                  <a:pt x="202" y="252"/>
                </a:cubicBezTo>
                <a:cubicBezTo>
                  <a:pt x="202" y="254"/>
                  <a:pt x="204" y="256"/>
                  <a:pt x="206" y="256"/>
                </a:cubicBezTo>
                <a:cubicBezTo>
                  <a:pt x="206" y="256"/>
                  <a:pt x="206" y="256"/>
                  <a:pt x="206" y="256"/>
                </a:cubicBezTo>
                <a:cubicBezTo>
                  <a:pt x="208" y="256"/>
                  <a:pt x="210" y="254"/>
                  <a:pt x="210" y="252"/>
                </a:cubicBezTo>
                <a:cubicBezTo>
                  <a:pt x="210" y="250"/>
                  <a:pt x="212" y="202"/>
                  <a:pt x="184" y="188"/>
                </a:cubicBezTo>
                <a:close/>
                <a:moveTo>
                  <a:pt x="67" y="202"/>
                </a:moveTo>
                <a:cubicBezTo>
                  <a:pt x="70" y="178"/>
                  <a:pt x="70" y="178"/>
                  <a:pt x="70" y="178"/>
                </a:cubicBezTo>
                <a:cubicBezTo>
                  <a:pt x="81" y="173"/>
                  <a:pt x="81" y="173"/>
                  <a:pt x="81" y="173"/>
                </a:cubicBezTo>
                <a:cubicBezTo>
                  <a:pt x="84" y="178"/>
                  <a:pt x="88" y="182"/>
                  <a:pt x="93" y="185"/>
                </a:cubicBezTo>
                <a:cubicBezTo>
                  <a:pt x="89" y="189"/>
                  <a:pt x="81" y="197"/>
                  <a:pt x="67" y="202"/>
                </a:cubicBezTo>
                <a:close/>
                <a:moveTo>
                  <a:pt x="106" y="180"/>
                </a:moveTo>
                <a:cubicBezTo>
                  <a:pt x="95" y="180"/>
                  <a:pt x="86" y="171"/>
                  <a:pt x="86" y="160"/>
                </a:cubicBezTo>
                <a:cubicBezTo>
                  <a:pt x="86" y="158"/>
                  <a:pt x="86" y="158"/>
                  <a:pt x="86" y="158"/>
                </a:cubicBezTo>
                <a:cubicBezTo>
                  <a:pt x="87" y="159"/>
                  <a:pt x="88" y="159"/>
                  <a:pt x="88" y="160"/>
                </a:cubicBezTo>
                <a:cubicBezTo>
                  <a:pt x="90" y="161"/>
                  <a:pt x="93" y="160"/>
                  <a:pt x="94" y="158"/>
                </a:cubicBezTo>
                <a:cubicBezTo>
                  <a:pt x="95" y="156"/>
                  <a:pt x="94" y="153"/>
                  <a:pt x="92" y="152"/>
                </a:cubicBezTo>
                <a:cubicBezTo>
                  <a:pt x="71" y="144"/>
                  <a:pt x="69" y="125"/>
                  <a:pt x="66" y="105"/>
                </a:cubicBezTo>
                <a:cubicBezTo>
                  <a:pt x="65" y="96"/>
                  <a:pt x="65" y="84"/>
                  <a:pt x="70" y="75"/>
                </a:cubicBezTo>
                <a:cubicBezTo>
                  <a:pt x="74" y="68"/>
                  <a:pt x="81" y="62"/>
                  <a:pt x="90" y="59"/>
                </a:cubicBezTo>
                <a:cubicBezTo>
                  <a:pt x="100" y="55"/>
                  <a:pt x="112" y="55"/>
                  <a:pt x="122" y="59"/>
                </a:cubicBezTo>
                <a:cubicBezTo>
                  <a:pt x="131" y="62"/>
                  <a:pt x="139" y="68"/>
                  <a:pt x="142" y="75"/>
                </a:cubicBezTo>
                <a:cubicBezTo>
                  <a:pt x="147" y="84"/>
                  <a:pt x="147" y="96"/>
                  <a:pt x="146" y="105"/>
                </a:cubicBezTo>
                <a:cubicBezTo>
                  <a:pt x="143" y="125"/>
                  <a:pt x="141" y="144"/>
                  <a:pt x="120" y="152"/>
                </a:cubicBezTo>
                <a:cubicBezTo>
                  <a:pt x="118" y="153"/>
                  <a:pt x="117" y="156"/>
                  <a:pt x="118" y="158"/>
                </a:cubicBezTo>
                <a:cubicBezTo>
                  <a:pt x="119" y="159"/>
                  <a:pt x="120" y="160"/>
                  <a:pt x="122" y="160"/>
                </a:cubicBezTo>
                <a:cubicBezTo>
                  <a:pt x="123" y="160"/>
                  <a:pt x="123" y="160"/>
                  <a:pt x="124" y="160"/>
                </a:cubicBezTo>
                <a:cubicBezTo>
                  <a:pt x="124" y="159"/>
                  <a:pt x="125" y="159"/>
                  <a:pt x="126" y="158"/>
                </a:cubicBezTo>
                <a:cubicBezTo>
                  <a:pt x="126" y="160"/>
                  <a:pt x="126" y="160"/>
                  <a:pt x="126" y="160"/>
                </a:cubicBezTo>
                <a:cubicBezTo>
                  <a:pt x="126" y="171"/>
                  <a:pt x="117" y="180"/>
                  <a:pt x="106" y="180"/>
                </a:cubicBezTo>
                <a:close/>
                <a:moveTo>
                  <a:pt x="119" y="185"/>
                </a:moveTo>
                <a:cubicBezTo>
                  <a:pt x="124" y="182"/>
                  <a:pt x="128" y="178"/>
                  <a:pt x="131" y="173"/>
                </a:cubicBezTo>
                <a:cubicBezTo>
                  <a:pt x="142" y="178"/>
                  <a:pt x="142" y="178"/>
                  <a:pt x="142" y="178"/>
                </a:cubicBezTo>
                <a:cubicBezTo>
                  <a:pt x="145" y="202"/>
                  <a:pt x="145" y="202"/>
                  <a:pt x="145" y="202"/>
                </a:cubicBezTo>
                <a:cubicBezTo>
                  <a:pt x="131" y="197"/>
                  <a:pt x="123" y="189"/>
                  <a:pt x="119" y="185"/>
                </a:cubicBezTo>
                <a:close/>
                <a:moveTo>
                  <a:pt x="182" y="0"/>
                </a:moveTo>
                <a:cubicBezTo>
                  <a:pt x="158" y="0"/>
                  <a:pt x="136" y="11"/>
                  <a:pt x="122" y="30"/>
                </a:cubicBezTo>
                <a:cubicBezTo>
                  <a:pt x="120" y="31"/>
                  <a:pt x="121" y="34"/>
                  <a:pt x="123" y="35"/>
                </a:cubicBezTo>
                <a:cubicBezTo>
                  <a:pt x="124" y="37"/>
                  <a:pt x="127" y="36"/>
                  <a:pt x="128" y="34"/>
                </a:cubicBezTo>
                <a:cubicBezTo>
                  <a:pt x="141" y="18"/>
                  <a:pt x="161" y="8"/>
                  <a:pt x="182" y="8"/>
                </a:cubicBezTo>
                <a:cubicBezTo>
                  <a:pt x="219" y="8"/>
                  <a:pt x="250" y="39"/>
                  <a:pt x="250" y="76"/>
                </a:cubicBezTo>
                <a:cubicBezTo>
                  <a:pt x="250" y="113"/>
                  <a:pt x="219" y="144"/>
                  <a:pt x="182" y="144"/>
                </a:cubicBezTo>
                <a:cubicBezTo>
                  <a:pt x="177" y="144"/>
                  <a:pt x="172" y="143"/>
                  <a:pt x="167" y="142"/>
                </a:cubicBezTo>
                <a:cubicBezTo>
                  <a:pt x="165" y="142"/>
                  <a:pt x="163" y="143"/>
                  <a:pt x="162" y="145"/>
                </a:cubicBezTo>
                <a:cubicBezTo>
                  <a:pt x="162" y="147"/>
                  <a:pt x="163" y="150"/>
                  <a:pt x="165" y="150"/>
                </a:cubicBezTo>
                <a:cubicBezTo>
                  <a:pt x="171" y="151"/>
                  <a:pt x="176" y="152"/>
                  <a:pt x="182" y="152"/>
                </a:cubicBezTo>
                <a:cubicBezTo>
                  <a:pt x="224" y="152"/>
                  <a:pt x="258" y="118"/>
                  <a:pt x="258" y="76"/>
                </a:cubicBezTo>
                <a:cubicBezTo>
                  <a:pt x="258" y="34"/>
                  <a:pt x="224" y="0"/>
                  <a:pt x="182" y="0"/>
                </a:cubicBezTo>
                <a:close/>
                <a:moveTo>
                  <a:pt x="182" y="40"/>
                </a:moveTo>
                <a:cubicBezTo>
                  <a:pt x="180" y="40"/>
                  <a:pt x="178" y="42"/>
                  <a:pt x="178" y="44"/>
                </a:cubicBezTo>
                <a:cubicBezTo>
                  <a:pt x="178" y="84"/>
                  <a:pt x="178" y="84"/>
                  <a:pt x="178" y="84"/>
                </a:cubicBezTo>
                <a:cubicBezTo>
                  <a:pt x="178" y="86"/>
                  <a:pt x="179" y="87"/>
                  <a:pt x="181" y="88"/>
                </a:cubicBezTo>
                <a:cubicBezTo>
                  <a:pt x="205" y="96"/>
                  <a:pt x="205" y="96"/>
                  <a:pt x="205" y="96"/>
                </a:cubicBezTo>
                <a:cubicBezTo>
                  <a:pt x="205" y="96"/>
                  <a:pt x="206" y="96"/>
                  <a:pt x="206" y="96"/>
                </a:cubicBezTo>
                <a:cubicBezTo>
                  <a:pt x="208" y="96"/>
                  <a:pt x="209" y="95"/>
                  <a:pt x="210" y="93"/>
                </a:cubicBezTo>
                <a:cubicBezTo>
                  <a:pt x="210" y="91"/>
                  <a:pt x="209" y="89"/>
                  <a:pt x="207" y="88"/>
                </a:cubicBezTo>
                <a:cubicBezTo>
                  <a:pt x="186" y="81"/>
                  <a:pt x="186" y="81"/>
                  <a:pt x="186" y="81"/>
                </a:cubicBezTo>
                <a:cubicBezTo>
                  <a:pt x="186" y="44"/>
                  <a:pt x="186" y="44"/>
                  <a:pt x="186" y="44"/>
                </a:cubicBezTo>
                <a:cubicBezTo>
                  <a:pt x="186" y="42"/>
                  <a:pt x="184" y="40"/>
                  <a:pt x="182" y="4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08" name="Freeform 162">
            <a:extLst>
              <a:ext uri="{FF2B5EF4-FFF2-40B4-BE49-F238E27FC236}">
                <a16:creationId xmlns:a16="http://schemas.microsoft.com/office/drawing/2014/main" id="{61DFB048-2663-4852-9CE2-0F2E6D385322}"/>
              </a:ext>
            </a:extLst>
          </p:cNvPr>
          <p:cNvSpPr>
            <a:spLocks noChangeAspect="1" noEditPoints="1"/>
          </p:cNvSpPr>
          <p:nvPr/>
        </p:nvSpPr>
        <p:spPr bwMode="auto">
          <a:xfrm>
            <a:off x="10274948" y="3395663"/>
            <a:ext cx="349250" cy="401638"/>
          </a:xfrm>
          <a:custGeom>
            <a:avLst/>
            <a:gdLst>
              <a:gd name="T0" fmla="*/ 103 w 224"/>
              <a:gd name="T1" fmla="*/ 63 h 257"/>
              <a:gd name="T2" fmla="*/ 91 w 224"/>
              <a:gd name="T3" fmla="*/ 36 h 257"/>
              <a:gd name="T4" fmla="*/ 120 w 224"/>
              <a:gd name="T5" fmla="*/ 10 h 257"/>
              <a:gd name="T6" fmla="*/ 133 w 224"/>
              <a:gd name="T7" fmla="*/ 38 h 257"/>
              <a:gd name="T8" fmla="*/ 124 w 224"/>
              <a:gd name="T9" fmla="*/ 65 h 257"/>
              <a:gd name="T10" fmla="*/ 141 w 224"/>
              <a:gd name="T11" fmla="*/ 37 h 257"/>
              <a:gd name="T12" fmla="*/ 101 w 224"/>
              <a:gd name="T13" fmla="*/ 3 h 257"/>
              <a:gd name="T14" fmla="*/ 83 w 224"/>
              <a:gd name="T15" fmla="*/ 39 h 257"/>
              <a:gd name="T16" fmla="*/ 52 w 224"/>
              <a:gd name="T17" fmla="*/ 117 h 257"/>
              <a:gd name="T18" fmla="*/ 98 w 224"/>
              <a:gd name="T19" fmla="*/ 83 h 257"/>
              <a:gd name="T20" fmla="*/ 100 w 224"/>
              <a:gd name="T21" fmla="*/ 121 h 257"/>
              <a:gd name="T22" fmla="*/ 108 w 224"/>
              <a:gd name="T23" fmla="*/ 99 h 257"/>
              <a:gd name="T24" fmla="*/ 118 w 224"/>
              <a:gd name="T25" fmla="*/ 85 h 257"/>
              <a:gd name="T26" fmla="*/ 120 w 224"/>
              <a:gd name="T27" fmla="*/ 117 h 257"/>
              <a:gd name="T28" fmla="*/ 124 w 224"/>
              <a:gd name="T29" fmla="*/ 101 h 257"/>
              <a:gd name="T30" fmla="*/ 158 w 224"/>
              <a:gd name="T31" fmla="*/ 93 h 257"/>
              <a:gd name="T32" fmla="*/ 176 w 224"/>
              <a:gd name="T33" fmla="*/ 121 h 257"/>
              <a:gd name="T34" fmla="*/ 134 w 224"/>
              <a:gd name="T35" fmla="*/ 73 h 257"/>
              <a:gd name="T36" fmla="*/ 94 w 224"/>
              <a:gd name="T37" fmla="*/ 73 h 257"/>
              <a:gd name="T38" fmla="*/ 44 w 224"/>
              <a:gd name="T39" fmla="*/ 117 h 257"/>
              <a:gd name="T40" fmla="*/ 204 w 224"/>
              <a:gd name="T41" fmla="*/ 89 h 257"/>
              <a:gd name="T42" fmla="*/ 200 w 224"/>
              <a:gd name="T43" fmla="*/ 69 h 257"/>
              <a:gd name="T44" fmla="*/ 184 w 224"/>
              <a:gd name="T45" fmla="*/ 85 h 257"/>
              <a:gd name="T46" fmla="*/ 196 w 224"/>
              <a:gd name="T47" fmla="*/ 129 h 257"/>
              <a:gd name="T48" fmla="*/ 35 w 224"/>
              <a:gd name="T49" fmla="*/ 84 h 257"/>
              <a:gd name="T50" fmla="*/ 40 w 224"/>
              <a:gd name="T51" fmla="*/ 53 h 257"/>
              <a:gd name="T52" fmla="*/ 21 w 224"/>
              <a:gd name="T53" fmla="*/ 86 h 257"/>
              <a:gd name="T54" fmla="*/ 4 w 224"/>
              <a:gd name="T55" fmla="*/ 129 h 257"/>
              <a:gd name="T56" fmla="*/ 2 w 224"/>
              <a:gd name="T57" fmla="*/ 160 h 257"/>
              <a:gd name="T58" fmla="*/ 44 w 224"/>
              <a:gd name="T59" fmla="*/ 257 h 257"/>
              <a:gd name="T60" fmla="*/ 36 w 224"/>
              <a:gd name="T61" fmla="*/ 174 h 257"/>
              <a:gd name="T62" fmla="*/ 216 w 224"/>
              <a:gd name="T63" fmla="*/ 137 h 257"/>
              <a:gd name="T64" fmla="*/ 188 w 224"/>
              <a:gd name="T65" fmla="*/ 161 h 257"/>
              <a:gd name="T66" fmla="*/ 188 w 224"/>
              <a:gd name="T67" fmla="*/ 257 h 257"/>
              <a:gd name="T68" fmla="*/ 224 w 224"/>
              <a:gd name="T69" fmla="*/ 157 h 257"/>
              <a:gd name="T70" fmla="*/ 184 w 224"/>
              <a:gd name="T71" fmla="*/ 77 h 257"/>
              <a:gd name="T72" fmla="*/ 192 w 224"/>
              <a:gd name="T73" fmla="*/ 69 h 257"/>
              <a:gd name="T74" fmla="*/ 48 w 224"/>
              <a:gd name="T75" fmla="*/ 69 h 257"/>
              <a:gd name="T76" fmla="*/ 40 w 224"/>
              <a:gd name="T77" fmla="*/ 61 h 257"/>
              <a:gd name="T78" fmla="*/ 60 w 224"/>
              <a:gd name="T79" fmla="*/ 169 h 257"/>
              <a:gd name="T80" fmla="*/ 68 w 224"/>
              <a:gd name="T81" fmla="*/ 237 h 257"/>
              <a:gd name="T82" fmla="*/ 156 w 224"/>
              <a:gd name="T83" fmla="*/ 237 h 257"/>
              <a:gd name="T84" fmla="*/ 164 w 224"/>
              <a:gd name="T85" fmla="*/ 16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4" h="257">
                <a:moveTo>
                  <a:pt x="83" y="39"/>
                </a:moveTo>
                <a:cubicBezTo>
                  <a:pt x="84" y="49"/>
                  <a:pt x="85" y="56"/>
                  <a:pt x="98" y="64"/>
                </a:cubicBezTo>
                <a:cubicBezTo>
                  <a:pt x="100" y="66"/>
                  <a:pt x="102" y="65"/>
                  <a:pt x="103" y="63"/>
                </a:cubicBezTo>
                <a:cubicBezTo>
                  <a:pt x="105" y="61"/>
                  <a:pt x="104" y="59"/>
                  <a:pt x="102" y="58"/>
                </a:cubicBezTo>
                <a:cubicBezTo>
                  <a:pt x="93" y="51"/>
                  <a:pt x="92" y="48"/>
                  <a:pt x="91" y="38"/>
                </a:cubicBezTo>
                <a:cubicBezTo>
                  <a:pt x="91" y="36"/>
                  <a:pt x="91" y="36"/>
                  <a:pt x="91" y="36"/>
                </a:cubicBezTo>
                <a:cubicBezTo>
                  <a:pt x="90" y="30"/>
                  <a:pt x="90" y="24"/>
                  <a:pt x="92" y="19"/>
                </a:cubicBezTo>
                <a:cubicBezTo>
                  <a:pt x="94" y="15"/>
                  <a:pt x="98" y="12"/>
                  <a:pt x="104" y="10"/>
                </a:cubicBezTo>
                <a:cubicBezTo>
                  <a:pt x="109" y="9"/>
                  <a:pt x="115" y="9"/>
                  <a:pt x="120" y="10"/>
                </a:cubicBezTo>
                <a:cubicBezTo>
                  <a:pt x="126" y="12"/>
                  <a:pt x="130" y="15"/>
                  <a:pt x="132" y="19"/>
                </a:cubicBezTo>
                <a:cubicBezTo>
                  <a:pt x="134" y="24"/>
                  <a:pt x="134" y="30"/>
                  <a:pt x="133" y="36"/>
                </a:cubicBezTo>
                <a:cubicBezTo>
                  <a:pt x="133" y="38"/>
                  <a:pt x="133" y="38"/>
                  <a:pt x="133" y="38"/>
                </a:cubicBezTo>
                <a:cubicBezTo>
                  <a:pt x="132" y="48"/>
                  <a:pt x="131" y="51"/>
                  <a:pt x="122" y="58"/>
                </a:cubicBezTo>
                <a:cubicBezTo>
                  <a:pt x="120" y="59"/>
                  <a:pt x="119" y="61"/>
                  <a:pt x="121" y="63"/>
                </a:cubicBezTo>
                <a:cubicBezTo>
                  <a:pt x="121" y="64"/>
                  <a:pt x="123" y="65"/>
                  <a:pt x="124" y="65"/>
                </a:cubicBezTo>
                <a:cubicBezTo>
                  <a:pt x="125" y="65"/>
                  <a:pt x="126" y="65"/>
                  <a:pt x="126" y="64"/>
                </a:cubicBezTo>
                <a:cubicBezTo>
                  <a:pt x="139" y="56"/>
                  <a:pt x="140" y="49"/>
                  <a:pt x="141" y="39"/>
                </a:cubicBezTo>
                <a:cubicBezTo>
                  <a:pt x="141" y="37"/>
                  <a:pt x="141" y="37"/>
                  <a:pt x="141" y="37"/>
                </a:cubicBezTo>
                <a:cubicBezTo>
                  <a:pt x="142" y="30"/>
                  <a:pt x="142" y="22"/>
                  <a:pt x="139" y="16"/>
                </a:cubicBezTo>
                <a:cubicBezTo>
                  <a:pt x="136" y="10"/>
                  <a:pt x="130" y="5"/>
                  <a:pt x="123" y="3"/>
                </a:cubicBezTo>
                <a:cubicBezTo>
                  <a:pt x="116" y="0"/>
                  <a:pt x="108" y="0"/>
                  <a:pt x="101" y="3"/>
                </a:cubicBezTo>
                <a:cubicBezTo>
                  <a:pt x="94" y="5"/>
                  <a:pt x="88" y="10"/>
                  <a:pt x="85" y="16"/>
                </a:cubicBezTo>
                <a:cubicBezTo>
                  <a:pt x="82" y="22"/>
                  <a:pt x="82" y="30"/>
                  <a:pt x="83" y="37"/>
                </a:cubicBezTo>
                <a:lnTo>
                  <a:pt x="83" y="39"/>
                </a:lnTo>
                <a:close/>
                <a:moveTo>
                  <a:pt x="44" y="117"/>
                </a:moveTo>
                <a:cubicBezTo>
                  <a:pt x="44" y="119"/>
                  <a:pt x="46" y="121"/>
                  <a:pt x="48" y="121"/>
                </a:cubicBezTo>
                <a:cubicBezTo>
                  <a:pt x="50" y="121"/>
                  <a:pt x="52" y="119"/>
                  <a:pt x="52" y="117"/>
                </a:cubicBezTo>
                <a:cubicBezTo>
                  <a:pt x="52" y="117"/>
                  <a:pt x="53" y="99"/>
                  <a:pt x="66" y="93"/>
                </a:cubicBezTo>
                <a:cubicBezTo>
                  <a:pt x="92" y="81"/>
                  <a:pt x="92" y="81"/>
                  <a:pt x="92" y="81"/>
                </a:cubicBezTo>
                <a:cubicBezTo>
                  <a:pt x="93" y="82"/>
                  <a:pt x="96" y="83"/>
                  <a:pt x="98" y="83"/>
                </a:cubicBezTo>
                <a:cubicBezTo>
                  <a:pt x="97" y="89"/>
                  <a:pt x="98" y="97"/>
                  <a:pt x="100" y="101"/>
                </a:cubicBezTo>
                <a:cubicBezTo>
                  <a:pt x="98" y="104"/>
                  <a:pt x="96" y="111"/>
                  <a:pt x="96" y="117"/>
                </a:cubicBezTo>
                <a:cubicBezTo>
                  <a:pt x="96" y="119"/>
                  <a:pt x="98" y="121"/>
                  <a:pt x="100" y="121"/>
                </a:cubicBezTo>
                <a:cubicBezTo>
                  <a:pt x="102" y="121"/>
                  <a:pt x="104" y="119"/>
                  <a:pt x="104" y="117"/>
                </a:cubicBezTo>
                <a:cubicBezTo>
                  <a:pt x="104" y="112"/>
                  <a:pt x="107" y="105"/>
                  <a:pt x="108" y="103"/>
                </a:cubicBezTo>
                <a:cubicBezTo>
                  <a:pt x="108" y="101"/>
                  <a:pt x="108" y="100"/>
                  <a:pt x="108" y="99"/>
                </a:cubicBezTo>
                <a:cubicBezTo>
                  <a:pt x="106" y="96"/>
                  <a:pt x="105" y="88"/>
                  <a:pt x="106" y="85"/>
                </a:cubicBezTo>
                <a:cubicBezTo>
                  <a:pt x="108" y="85"/>
                  <a:pt x="110" y="85"/>
                  <a:pt x="112" y="85"/>
                </a:cubicBezTo>
                <a:cubicBezTo>
                  <a:pt x="114" y="85"/>
                  <a:pt x="116" y="85"/>
                  <a:pt x="118" y="85"/>
                </a:cubicBezTo>
                <a:cubicBezTo>
                  <a:pt x="119" y="88"/>
                  <a:pt x="118" y="96"/>
                  <a:pt x="116" y="99"/>
                </a:cubicBezTo>
                <a:cubicBezTo>
                  <a:pt x="116" y="100"/>
                  <a:pt x="116" y="101"/>
                  <a:pt x="116" y="103"/>
                </a:cubicBezTo>
                <a:cubicBezTo>
                  <a:pt x="117" y="105"/>
                  <a:pt x="120" y="112"/>
                  <a:pt x="120" y="117"/>
                </a:cubicBezTo>
                <a:cubicBezTo>
                  <a:pt x="120" y="119"/>
                  <a:pt x="122" y="121"/>
                  <a:pt x="124" y="121"/>
                </a:cubicBezTo>
                <a:cubicBezTo>
                  <a:pt x="126" y="121"/>
                  <a:pt x="128" y="119"/>
                  <a:pt x="128" y="117"/>
                </a:cubicBezTo>
                <a:cubicBezTo>
                  <a:pt x="128" y="111"/>
                  <a:pt x="126" y="104"/>
                  <a:pt x="124" y="101"/>
                </a:cubicBezTo>
                <a:cubicBezTo>
                  <a:pt x="126" y="97"/>
                  <a:pt x="127" y="89"/>
                  <a:pt x="126" y="83"/>
                </a:cubicBezTo>
                <a:cubicBezTo>
                  <a:pt x="128" y="83"/>
                  <a:pt x="131" y="82"/>
                  <a:pt x="132" y="81"/>
                </a:cubicBezTo>
                <a:cubicBezTo>
                  <a:pt x="158" y="93"/>
                  <a:pt x="158" y="93"/>
                  <a:pt x="158" y="93"/>
                </a:cubicBezTo>
                <a:cubicBezTo>
                  <a:pt x="171" y="99"/>
                  <a:pt x="172" y="117"/>
                  <a:pt x="172" y="117"/>
                </a:cubicBezTo>
                <a:cubicBezTo>
                  <a:pt x="172" y="119"/>
                  <a:pt x="174" y="121"/>
                  <a:pt x="176" y="121"/>
                </a:cubicBezTo>
                <a:cubicBezTo>
                  <a:pt x="176" y="121"/>
                  <a:pt x="176" y="121"/>
                  <a:pt x="176" y="121"/>
                </a:cubicBezTo>
                <a:cubicBezTo>
                  <a:pt x="178" y="121"/>
                  <a:pt x="180" y="119"/>
                  <a:pt x="180" y="117"/>
                </a:cubicBezTo>
                <a:cubicBezTo>
                  <a:pt x="180" y="116"/>
                  <a:pt x="179" y="94"/>
                  <a:pt x="162" y="85"/>
                </a:cubicBezTo>
                <a:cubicBezTo>
                  <a:pt x="134" y="73"/>
                  <a:pt x="134" y="73"/>
                  <a:pt x="134" y="73"/>
                </a:cubicBezTo>
                <a:cubicBezTo>
                  <a:pt x="132" y="73"/>
                  <a:pt x="131" y="73"/>
                  <a:pt x="130" y="73"/>
                </a:cubicBezTo>
                <a:cubicBezTo>
                  <a:pt x="130" y="73"/>
                  <a:pt x="123" y="77"/>
                  <a:pt x="112" y="77"/>
                </a:cubicBezTo>
                <a:cubicBezTo>
                  <a:pt x="101" y="77"/>
                  <a:pt x="94" y="73"/>
                  <a:pt x="94" y="73"/>
                </a:cubicBezTo>
                <a:cubicBezTo>
                  <a:pt x="93" y="73"/>
                  <a:pt x="92" y="73"/>
                  <a:pt x="90" y="73"/>
                </a:cubicBezTo>
                <a:cubicBezTo>
                  <a:pt x="62" y="85"/>
                  <a:pt x="62" y="85"/>
                  <a:pt x="62" y="85"/>
                </a:cubicBezTo>
                <a:cubicBezTo>
                  <a:pt x="45" y="94"/>
                  <a:pt x="44" y="116"/>
                  <a:pt x="44" y="117"/>
                </a:cubicBezTo>
                <a:close/>
                <a:moveTo>
                  <a:pt x="220" y="129"/>
                </a:moveTo>
                <a:cubicBezTo>
                  <a:pt x="204" y="129"/>
                  <a:pt x="204" y="129"/>
                  <a:pt x="204" y="129"/>
                </a:cubicBezTo>
                <a:cubicBezTo>
                  <a:pt x="204" y="89"/>
                  <a:pt x="204" y="89"/>
                  <a:pt x="204" y="89"/>
                </a:cubicBezTo>
                <a:cubicBezTo>
                  <a:pt x="204" y="88"/>
                  <a:pt x="204" y="87"/>
                  <a:pt x="203" y="87"/>
                </a:cubicBezTo>
                <a:cubicBezTo>
                  <a:pt x="197" y="78"/>
                  <a:pt x="197" y="78"/>
                  <a:pt x="197" y="78"/>
                </a:cubicBezTo>
                <a:cubicBezTo>
                  <a:pt x="199" y="76"/>
                  <a:pt x="200" y="72"/>
                  <a:pt x="200" y="69"/>
                </a:cubicBezTo>
                <a:cubicBezTo>
                  <a:pt x="200" y="60"/>
                  <a:pt x="193" y="53"/>
                  <a:pt x="184" y="53"/>
                </a:cubicBezTo>
                <a:cubicBezTo>
                  <a:pt x="175" y="53"/>
                  <a:pt x="168" y="60"/>
                  <a:pt x="168" y="69"/>
                </a:cubicBezTo>
                <a:cubicBezTo>
                  <a:pt x="168" y="78"/>
                  <a:pt x="175" y="85"/>
                  <a:pt x="184" y="85"/>
                </a:cubicBezTo>
                <a:cubicBezTo>
                  <a:pt x="186" y="85"/>
                  <a:pt x="189" y="84"/>
                  <a:pt x="191" y="83"/>
                </a:cubicBezTo>
                <a:cubicBezTo>
                  <a:pt x="196" y="90"/>
                  <a:pt x="196" y="90"/>
                  <a:pt x="196" y="90"/>
                </a:cubicBezTo>
                <a:cubicBezTo>
                  <a:pt x="196" y="129"/>
                  <a:pt x="196" y="129"/>
                  <a:pt x="196" y="129"/>
                </a:cubicBezTo>
                <a:cubicBezTo>
                  <a:pt x="28" y="129"/>
                  <a:pt x="28" y="129"/>
                  <a:pt x="28" y="129"/>
                </a:cubicBezTo>
                <a:cubicBezTo>
                  <a:pt x="28" y="91"/>
                  <a:pt x="28" y="91"/>
                  <a:pt x="28" y="91"/>
                </a:cubicBezTo>
                <a:cubicBezTo>
                  <a:pt x="35" y="84"/>
                  <a:pt x="35" y="84"/>
                  <a:pt x="35" y="84"/>
                </a:cubicBezTo>
                <a:cubicBezTo>
                  <a:pt x="36" y="85"/>
                  <a:pt x="38" y="85"/>
                  <a:pt x="40" y="85"/>
                </a:cubicBezTo>
                <a:cubicBezTo>
                  <a:pt x="49" y="85"/>
                  <a:pt x="56" y="78"/>
                  <a:pt x="56" y="69"/>
                </a:cubicBezTo>
                <a:cubicBezTo>
                  <a:pt x="56" y="60"/>
                  <a:pt x="49" y="53"/>
                  <a:pt x="40" y="53"/>
                </a:cubicBezTo>
                <a:cubicBezTo>
                  <a:pt x="31" y="53"/>
                  <a:pt x="24" y="60"/>
                  <a:pt x="24" y="69"/>
                </a:cubicBezTo>
                <a:cubicBezTo>
                  <a:pt x="24" y="73"/>
                  <a:pt x="26" y="77"/>
                  <a:pt x="28" y="79"/>
                </a:cubicBezTo>
                <a:cubicBezTo>
                  <a:pt x="21" y="86"/>
                  <a:pt x="21" y="86"/>
                  <a:pt x="21" y="86"/>
                </a:cubicBezTo>
                <a:cubicBezTo>
                  <a:pt x="20" y="87"/>
                  <a:pt x="20" y="88"/>
                  <a:pt x="20" y="89"/>
                </a:cubicBezTo>
                <a:cubicBezTo>
                  <a:pt x="20" y="129"/>
                  <a:pt x="20" y="129"/>
                  <a:pt x="20" y="129"/>
                </a:cubicBezTo>
                <a:cubicBezTo>
                  <a:pt x="4" y="129"/>
                  <a:pt x="4" y="129"/>
                  <a:pt x="4" y="129"/>
                </a:cubicBezTo>
                <a:cubicBezTo>
                  <a:pt x="2" y="129"/>
                  <a:pt x="0" y="131"/>
                  <a:pt x="0" y="133"/>
                </a:cubicBezTo>
                <a:cubicBezTo>
                  <a:pt x="0" y="157"/>
                  <a:pt x="0" y="157"/>
                  <a:pt x="0" y="157"/>
                </a:cubicBezTo>
                <a:cubicBezTo>
                  <a:pt x="0" y="158"/>
                  <a:pt x="1" y="160"/>
                  <a:pt x="2" y="160"/>
                </a:cubicBezTo>
                <a:cubicBezTo>
                  <a:pt x="36" y="183"/>
                  <a:pt x="36" y="183"/>
                  <a:pt x="36" y="183"/>
                </a:cubicBezTo>
                <a:cubicBezTo>
                  <a:pt x="36" y="257"/>
                  <a:pt x="36" y="257"/>
                  <a:pt x="36" y="257"/>
                </a:cubicBezTo>
                <a:cubicBezTo>
                  <a:pt x="44" y="257"/>
                  <a:pt x="44" y="257"/>
                  <a:pt x="44" y="257"/>
                </a:cubicBezTo>
                <a:cubicBezTo>
                  <a:pt x="44" y="161"/>
                  <a:pt x="44" y="161"/>
                  <a:pt x="44" y="161"/>
                </a:cubicBezTo>
                <a:cubicBezTo>
                  <a:pt x="36" y="161"/>
                  <a:pt x="36" y="161"/>
                  <a:pt x="36" y="161"/>
                </a:cubicBezTo>
                <a:cubicBezTo>
                  <a:pt x="36" y="174"/>
                  <a:pt x="36" y="174"/>
                  <a:pt x="36" y="174"/>
                </a:cubicBezTo>
                <a:cubicBezTo>
                  <a:pt x="8" y="155"/>
                  <a:pt x="8" y="155"/>
                  <a:pt x="8" y="155"/>
                </a:cubicBezTo>
                <a:cubicBezTo>
                  <a:pt x="8" y="137"/>
                  <a:pt x="8" y="137"/>
                  <a:pt x="8" y="137"/>
                </a:cubicBezTo>
                <a:cubicBezTo>
                  <a:pt x="216" y="137"/>
                  <a:pt x="216" y="137"/>
                  <a:pt x="216" y="137"/>
                </a:cubicBezTo>
                <a:cubicBezTo>
                  <a:pt x="216" y="155"/>
                  <a:pt x="216" y="155"/>
                  <a:pt x="216" y="155"/>
                </a:cubicBezTo>
                <a:cubicBezTo>
                  <a:pt x="188" y="174"/>
                  <a:pt x="188" y="174"/>
                  <a:pt x="188" y="174"/>
                </a:cubicBezTo>
                <a:cubicBezTo>
                  <a:pt x="188" y="161"/>
                  <a:pt x="188" y="161"/>
                  <a:pt x="188" y="161"/>
                </a:cubicBezTo>
                <a:cubicBezTo>
                  <a:pt x="180" y="161"/>
                  <a:pt x="180" y="161"/>
                  <a:pt x="180" y="161"/>
                </a:cubicBezTo>
                <a:cubicBezTo>
                  <a:pt x="180" y="257"/>
                  <a:pt x="180" y="257"/>
                  <a:pt x="180" y="257"/>
                </a:cubicBezTo>
                <a:cubicBezTo>
                  <a:pt x="188" y="257"/>
                  <a:pt x="188" y="257"/>
                  <a:pt x="188" y="257"/>
                </a:cubicBezTo>
                <a:cubicBezTo>
                  <a:pt x="188" y="183"/>
                  <a:pt x="188" y="183"/>
                  <a:pt x="188" y="183"/>
                </a:cubicBezTo>
                <a:cubicBezTo>
                  <a:pt x="222" y="160"/>
                  <a:pt x="222" y="160"/>
                  <a:pt x="222" y="160"/>
                </a:cubicBezTo>
                <a:cubicBezTo>
                  <a:pt x="223" y="160"/>
                  <a:pt x="224" y="158"/>
                  <a:pt x="224" y="157"/>
                </a:cubicBezTo>
                <a:cubicBezTo>
                  <a:pt x="224" y="133"/>
                  <a:pt x="224" y="133"/>
                  <a:pt x="224" y="133"/>
                </a:cubicBezTo>
                <a:cubicBezTo>
                  <a:pt x="224" y="131"/>
                  <a:pt x="222" y="129"/>
                  <a:pt x="220" y="129"/>
                </a:cubicBezTo>
                <a:close/>
                <a:moveTo>
                  <a:pt x="184" y="77"/>
                </a:moveTo>
                <a:cubicBezTo>
                  <a:pt x="180" y="77"/>
                  <a:pt x="176" y="73"/>
                  <a:pt x="176" y="69"/>
                </a:cubicBezTo>
                <a:cubicBezTo>
                  <a:pt x="176" y="65"/>
                  <a:pt x="180" y="61"/>
                  <a:pt x="184" y="61"/>
                </a:cubicBezTo>
                <a:cubicBezTo>
                  <a:pt x="188" y="61"/>
                  <a:pt x="192" y="65"/>
                  <a:pt x="192" y="69"/>
                </a:cubicBezTo>
                <a:cubicBezTo>
                  <a:pt x="192" y="73"/>
                  <a:pt x="188" y="77"/>
                  <a:pt x="184" y="77"/>
                </a:cubicBezTo>
                <a:close/>
                <a:moveTo>
                  <a:pt x="40" y="61"/>
                </a:moveTo>
                <a:cubicBezTo>
                  <a:pt x="44" y="61"/>
                  <a:pt x="48" y="65"/>
                  <a:pt x="48" y="69"/>
                </a:cubicBezTo>
                <a:cubicBezTo>
                  <a:pt x="48" y="73"/>
                  <a:pt x="44" y="77"/>
                  <a:pt x="40" y="77"/>
                </a:cubicBezTo>
                <a:cubicBezTo>
                  <a:pt x="36" y="77"/>
                  <a:pt x="32" y="73"/>
                  <a:pt x="32" y="69"/>
                </a:cubicBezTo>
                <a:cubicBezTo>
                  <a:pt x="32" y="65"/>
                  <a:pt x="36" y="61"/>
                  <a:pt x="40" y="61"/>
                </a:cubicBezTo>
                <a:close/>
                <a:moveTo>
                  <a:pt x="156" y="161"/>
                </a:moveTo>
                <a:cubicBezTo>
                  <a:pt x="68" y="161"/>
                  <a:pt x="68" y="161"/>
                  <a:pt x="68" y="161"/>
                </a:cubicBezTo>
                <a:cubicBezTo>
                  <a:pt x="64" y="161"/>
                  <a:pt x="60" y="165"/>
                  <a:pt x="60" y="169"/>
                </a:cubicBezTo>
                <a:cubicBezTo>
                  <a:pt x="60" y="237"/>
                  <a:pt x="60" y="237"/>
                  <a:pt x="60" y="237"/>
                </a:cubicBezTo>
                <a:cubicBezTo>
                  <a:pt x="60" y="239"/>
                  <a:pt x="62" y="241"/>
                  <a:pt x="64" y="241"/>
                </a:cubicBezTo>
                <a:cubicBezTo>
                  <a:pt x="66" y="241"/>
                  <a:pt x="68" y="239"/>
                  <a:pt x="68" y="237"/>
                </a:cubicBezTo>
                <a:cubicBezTo>
                  <a:pt x="68" y="169"/>
                  <a:pt x="68" y="169"/>
                  <a:pt x="68" y="169"/>
                </a:cubicBezTo>
                <a:cubicBezTo>
                  <a:pt x="156" y="169"/>
                  <a:pt x="156" y="169"/>
                  <a:pt x="156" y="169"/>
                </a:cubicBezTo>
                <a:cubicBezTo>
                  <a:pt x="156" y="237"/>
                  <a:pt x="156" y="237"/>
                  <a:pt x="156" y="237"/>
                </a:cubicBezTo>
                <a:cubicBezTo>
                  <a:pt x="156" y="239"/>
                  <a:pt x="158" y="241"/>
                  <a:pt x="160" y="241"/>
                </a:cubicBezTo>
                <a:cubicBezTo>
                  <a:pt x="162" y="241"/>
                  <a:pt x="164" y="239"/>
                  <a:pt x="164" y="237"/>
                </a:cubicBezTo>
                <a:cubicBezTo>
                  <a:pt x="164" y="169"/>
                  <a:pt x="164" y="169"/>
                  <a:pt x="164" y="169"/>
                </a:cubicBezTo>
                <a:cubicBezTo>
                  <a:pt x="164" y="165"/>
                  <a:pt x="160" y="161"/>
                  <a:pt x="156" y="16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14" name="Freeform 166">
            <a:extLst>
              <a:ext uri="{FF2B5EF4-FFF2-40B4-BE49-F238E27FC236}">
                <a16:creationId xmlns:a16="http://schemas.microsoft.com/office/drawing/2014/main" id="{44DE9F85-F2E0-4C6F-AC66-59481CCE0474}"/>
              </a:ext>
            </a:extLst>
          </p:cNvPr>
          <p:cNvSpPr>
            <a:spLocks noChangeAspect="1" noEditPoints="1"/>
          </p:cNvSpPr>
          <p:nvPr/>
        </p:nvSpPr>
        <p:spPr bwMode="auto">
          <a:xfrm>
            <a:off x="11221957" y="3396457"/>
            <a:ext cx="390525" cy="400050"/>
          </a:xfrm>
          <a:custGeom>
            <a:avLst/>
            <a:gdLst>
              <a:gd name="T0" fmla="*/ 201 w 250"/>
              <a:gd name="T1" fmla="*/ 44 h 256"/>
              <a:gd name="T2" fmla="*/ 185 w 250"/>
              <a:gd name="T3" fmla="*/ 36 h 256"/>
              <a:gd name="T4" fmla="*/ 216 w 250"/>
              <a:gd name="T5" fmla="*/ 173 h 256"/>
              <a:gd name="T6" fmla="*/ 213 w 250"/>
              <a:gd name="T7" fmla="*/ 223 h 256"/>
              <a:gd name="T8" fmla="*/ 209 w 250"/>
              <a:gd name="T9" fmla="*/ 200 h 256"/>
              <a:gd name="T10" fmla="*/ 240 w 250"/>
              <a:gd name="T11" fmla="*/ 188 h 256"/>
              <a:gd name="T12" fmla="*/ 232 w 250"/>
              <a:gd name="T13" fmla="*/ 222 h 256"/>
              <a:gd name="T14" fmla="*/ 249 w 250"/>
              <a:gd name="T15" fmla="*/ 201 h 256"/>
              <a:gd name="T16" fmla="*/ 129 w 250"/>
              <a:gd name="T17" fmla="*/ 112 h 256"/>
              <a:gd name="T18" fmla="*/ 245 w 250"/>
              <a:gd name="T19" fmla="*/ 76 h 256"/>
              <a:gd name="T20" fmla="*/ 125 w 250"/>
              <a:gd name="T21" fmla="*/ 12 h 256"/>
              <a:gd name="T22" fmla="*/ 137 w 250"/>
              <a:gd name="T23" fmla="*/ 8 h 256"/>
              <a:gd name="T24" fmla="*/ 233 w 250"/>
              <a:gd name="T25" fmla="*/ 80 h 256"/>
              <a:gd name="T26" fmla="*/ 133 w 250"/>
              <a:gd name="T27" fmla="*/ 12 h 256"/>
              <a:gd name="T28" fmla="*/ 237 w 250"/>
              <a:gd name="T29" fmla="*/ 164 h 256"/>
              <a:gd name="T30" fmla="*/ 207 w 250"/>
              <a:gd name="T31" fmla="*/ 228 h 256"/>
              <a:gd name="T32" fmla="*/ 177 w 250"/>
              <a:gd name="T33" fmla="*/ 256 h 256"/>
              <a:gd name="T34" fmla="*/ 225 w 250"/>
              <a:gd name="T35" fmla="*/ 240 h 256"/>
              <a:gd name="T36" fmla="*/ 169 w 250"/>
              <a:gd name="T37" fmla="*/ 44 h 256"/>
              <a:gd name="T38" fmla="*/ 169 w 250"/>
              <a:gd name="T39" fmla="*/ 44 h 256"/>
              <a:gd name="T40" fmla="*/ 109 w 250"/>
              <a:gd name="T41" fmla="*/ 36 h 256"/>
              <a:gd name="T42" fmla="*/ 21 w 250"/>
              <a:gd name="T43" fmla="*/ 164 h 256"/>
              <a:gd name="T44" fmla="*/ 103 w 250"/>
              <a:gd name="T45" fmla="*/ 128 h 256"/>
              <a:gd name="T46" fmla="*/ 47 w 250"/>
              <a:gd name="T47" fmla="*/ 136 h 256"/>
              <a:gd name="T48" fmla="*/ 41 w 250"/>
              <a:gd name="T49" fmla="*/ 156 h 256"/>
              <a:gd name="T50" fmla="*/ 105 w 250"/>
              <a:gd name="T51" fmla="*/ 136 h 256"/>
              <a:gd name="T52" fmla="*/ 137 w 250"/>
              <a:gd name="T53" fmla="*/ 160 h 256"/>
              <a:gd name="T54" fmla="*/ 47 w 250"/>
              <a:gd name="T55" fmla="*/ 228 h 256"/>
              <a:gd name="T56" fmla="*/ 1 w 250"/>
              <a:gd name="T57" fmla="*/ 230 h 256"/>
              <a:gd name="T58" fmla="*/ 59 w 250"/>
              <a:gd name="T59" fmla="*/ 244 h 256"/>
              <a:gd name="T60" fmla="*/ 63 w 250"/>
              <a:gd name="T61" fmla="*/ 236 h 256"/>
              <a:gd name="T62" fmla="*/ 95 w 250"/>
              <a:gd name="T63" fmla="*/ 124 h 256"/>
              <a:gd name="T64" fmla="*/ 107 w 250"/>
              <a:gd name="T65" fmla="*/ 84 h 256"/>
              <a:gd name="T66" fmla="*/ 61 w 250"/>
              <a:gd name="T67" fmla="*/ 101 h 256"/>
              <a:gd name="T68" fmla="*/ 77 w 250"/>
              <a:gd name="T69" fmla="*/ 117 h 256"/>
              <a:gd name="T70" fmla="*/ 79 w 250"/>
              <a:gd name="T71" fmla="*/ 81 h 256"/>
              <a:gd name="T72" fmla="*/ 100 w 250"/>
              <a:gd name="T73" fmla="*/ 103 h 256"/>
              <a:gd name="T74" fmla="*/ 173 w 250"/>
              <a:gd name="T75" fmla="*/ 220 h 256"/>
              <a:gd name="T76" fmla="*/ 189 w 250"/>
              <a:gd name="T77" fmla="*/ 180 h 256"/>
              <a:gd name="T78" fmla="*/ 141 w 250"/>
              <a:gd name="T79" fmla="*/ 184 h 256"/>
              <a:gd name="T80" fmla="*/ 141 w 250"/>
              <a:gd name="T81" fmla="*/ 226 h 256"/>
              <a:gd name="T82" fmla="*/ 161 w 250"/>
              <a:gd name="T83" fmla="*/ 244 h 256"/>
              <a:gd name="T84" fmla="*/ 97 w 250"/>
              <a:gd name="T85" fmla="*/ 172 h 256"/>
              <a:gd name="T86" fmla="*/ 97 w 250"/>
              <a:gd name="T87" fmla="*/ 180 h 256"/>
              <a:gd name="T88" fmla="*/ 73 w 250"/>
              <a:gd name="T89" fmla="*/ 224 h 256"/>
              <a:gd name="T90" fmla="*/ 86 w 250"/>
              <a:gd name="T91" fmla="*/ 243 h 256"/>
              <a:gd name="T92" fmla="*/ 108 w 250"/>
              <a:gd name="T93" fmla="*/ 227 h 256"/>
              <a:gd name="T94" fmla="*/ 109 w 250"/>
              <a:gd name="T95" fmla="*/ 224 h 256"/>
              <a:gd name="T96" fmla="*/ 13 w 250"/>
              <a:gd name="T97" fmla="*/ 223 h 256"/>
              <a:gd name="T98" fmla="*/ 9 w 250"/>
              <a:gd name="T99" fmla="*/ 200 h 256"/>
              <a:gd name="T100" fmla="*/ 40 w 250"/>
              <a:gd name="T101" fmla="*/ 188 h 256"/>
              <a:gd name="T102" fmla="*/ 32 w 250"/>
              <a:gd name="T103" fmla="*/ 222 h 256"/>
              <a:gd name="T104" fmla="*/ 49 w 250"/>
              <a:gd name="T105" fmla="*/ 201 h 256"/>
              <a:gd name="T106" fmla="*/ 3 w 250"/>
              <a:gd name="T107" fmla="*/ 18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0" h="256">
                <a:moveTo>
                  <a:pt x="209" y="52"/>
                </a:moveTo>
                <a:cubicBezTo>
                  <a:pt x="213" y="52"/>
                  <a:pt x="217" y="48"/>
                  <a:pt x="217" y="44"/>
                </a:cubicBezTo>
                <a:cubicBezTo>
                  <a:pt x="217" y="40"/>
                  <a:pt x="213" y="36"/>
                  <a:pt x="209" y="36"/>
                </a:cubicBezTo>
                <a:cubicBezTo>
                  <a:pt x="205" y="36"/>
                  <a:pt x="201" y="40"/>
                  <a:pt x="201" y="44"/>
                </a:cubicBezTo>
                <a:cubicBezTo>
                  <a:pt x="201" y="48"/>
                  <a:pt x="205" y="52"/>
                  <a:pt x="209" y="52"/>
                </a:cubicBezTo>
                <a:close/>
                <a:moveTo>
                  <a:pt x="185" y="52"/>
                </a:moveTo>
                <a:cubicBezTo>
                  <a:pt x="189" y="52"/>
                  <a:pt x="193" y="48"/>
                  <a:pt x="193" y="44"/>
                </a:cubicBezTo>
                <a:cubicBezTo>
                  <a:pt x="193" y="40"/>
                  <a:pt x="189" y="36"/>
                  <a:pt x="185" y="36"/>
                </a:cubicBezTo>
                <a:cubicBezTo>
                  <a:pt x="181" y="36"/>
                  <a:pt x="177" y="40"/>
                  <a:pt x="177" y="44"/>
                </a:cubicBezTo>
                <a:cubicBezTo>
                  <a:pt x="177" y="48"/>
                  <a:pt x="181" y="52"/>
                  <a:pt x="185" y="52"/>
                </a:cubicBezTo>
                <a:close/>
                <a:moveTo>
                  <a:pt x="234" y="173"/>
                </a:moveTo>
                <a:cubicBezTo>
                  <a:pt x="228" y="172"/>
                  <a:pt x="222" y="172"/>
                  <a:pt x="216" y="173"/>
                </a:cubicBezTo>
                <a:cubicBezTo>
                  <a:pt x="210" y="175"/>
                  <a:pt x="206" y="179"/>
                  <a:pt x="203" y="184"/>
                </a:cubicBezTo>
                <a:cubicBezTo>
                  <a:pt x="200" y="189"/>
                  <a:pt x="201" y="196"/>
                  <a:pt x="201" y="201"/>
                </a:cubicBezTo>
                <a:cubicBezTo>
                  <a:pt x="201" y="202"/>
                  <a:pt x="201" y="203"/>
                  <a:pt x="202" y="204"/>
                </a:cubicBezTo>
                <a:cubicBezTo>
                  <a:pt x="202" y="212"/>
                  <a:pt x="203" y="217"/>
                  <a:pt x="213" y="223"/>
                </a:cubicBezTo>
                <a:cubicBezTo>
                  <a:pt x="214" y="225"/>
                  <a:pt x="217" y="224"/>
                  <a:pt x="218" y="222"/>
                </a:cubicBezTo>
                <a:cubicBezTo>
                  <a:pt x="219" y="220"/>
                  <a:pt x="219" y="218"/>
                  <a:pt x="217" y="217"/>
                </a:cubicBezTo>
                <a:cubicBezTo>
                  <a:pt x="210" y="212"/>
                  <a:pt x="210" y="210"/>
                  <a:pt x="210" y="203"/>
                </a:cubicBezTo>
                <a:cubicBezTo>
                  <a:pt x="209" y="202"/>
                  <a:pt x="209" y="201"/>
                  <a:pt x="209" y="200"/>
                </a:cubicBezTo>
                <a:cubicBezTo>
                  <a:pt x="209" y="196"/>
                  <a:pt x="208" y="191"/>
                  <a:pt x="210" y="188"/>
                </a:cubicBezTo>
                <a:cubicBezTo>
                  <a:pt x="212" y="185"/>
                  <a:pt x="215" y="182"/>
                  <a:pt x="219" y="181"/>
                </a:cubicBezTo>
                <a:cubicBezTo>
                  <a:pt x="223" y="180"/>
                  <a:pt x="227" y="180"/>
                  <a:pt x="231" y="181"/>
                </a:cubicBezTo>
                <a:cubicBezTo>
                  <a:pt x="235" y="182"/>
                  <a:pt x="238" y="185"/>
                  <a:pt x="240" y="188"/>
                </a:cubicBezTo>
                <a:cubicBezTo>
                  <a:pt x="242" y="191"/>
                  <a:pt x="241" y="196"/>
                  <a:pt x="241" y="200"/>
                </a:cubicBezTo>
                <a:cubicBezTo>
                  <a:pt x="241" y="201"/>
                  <a:pt x="241" y="202"/>
                  <a:pt x="240" y="203"/>
                </a:cubicBezTo>
                <a:cubicBezTo>
                  <a:pt x="240" y="210"/>
                  <a:pt x="240" y="212"/>
                  <a:pt x="233" y="217"/>
                </a:cubicBezTo>
                <a:cubicBezTo>
                  <a:pt x="231" y="218"/>
                  <a:pt x="231" y="220"/>
                  <a:pt x="232" y="222"/>
                </a:cubicBezTo>
                <a:cubicBezTo>
                  <a:pt x="233" y="223"/>
                  <a:pt x="234" y="224"/>
                  <a:pt x="235" y="224"/>
                </a:cubicBezTo>
                <a:cubicBezTo>
                  <a:pt x="236" y="224"/>
                  <a:pt x="237" y="224"/>
                  <a:pt x="237" y="223"/>
                </a:cubicBezTo>
                <a:cubicBezTo>
                  <a:pt x="247" y="217"/>
                  <a:pt x="248" y="212"/>
                  <a:pt x="248" y="204"/>
                </a:cubicBezTo>
                <a:cubicBezTo>
                  <a:pt x="249" y="203"/>
                  <a:pt x="249" y="202"/>
                  <a:pt x="249" y="201"/>
                </a:cubicBezTo>
                <a:cubicBezTo>
                  <a:pt x="249" y="196"/>
                  <a:pt x="250" y="189"/>
                  <a:pt x="247" y="184"/>
                </a:cubicBezTo>
                <a:cubicBezTo>
                  <a:pt x="244" y="179"/>
                  <a:pt x="240" y="175"/>
                  <a:pt x="234" y="173"/>
                </a:cubicBezTo>
                <a:close/>
                <a:moveTo>
                  <a:pt x="127" y="112"/>
                </a:moveTo>
                <a:cubicBezTo>
                  <a:pt x="128" y="112"/>
                  <a:pt x="128" y="112"/>
                  <a:pt x="129" y="112"/>
                </a:cubicBezTo>
                <a:cubicBezTo>
                  <a:pt x="130" y="112"/>
                  <a:pt x="131" y="112"/>
                  <a:pt x="131" y="111"/>
                </a:cubicBezTo>
                <a:cubicBezTo>
                  <a:pt x="162" y="88"/>
                  <a:pt x="162" y="88"/>
                  <a:pt x="162" y="88"/>
                </a:cubicBezTo>
                <a:cubicBezTo>
                  <a:pt x="233" y="88"/>
                  <a:pt x="233" y="88"/>
                  <a:pt x="233" y="88"/>
                </a:cubicBezTo>
                <a:cubicBezTo>
                  <a:pt x="240" y="88"/>
                  <a:pt x="245" y="83"/>
                  <a:pt x="245" y="76"/>
                </a:cubicBezTo>
                <a:cubicBezTo>
                  <a:pt x="245" y="12"/>
                  <a:pt x="245" y="12"/>
                  <a:pt x="245" y="12"/>
                </a:cubicBezTo>
                <a:cubicBezTo>
                  <a:pt x="245" y="5"/>
                  <a:pt x="240" y="0"/>
                  <a:pt x="233" y="0"/>
                </a:cubicBezTo>
                <a:cubicBezTo>
                  <a:pt x="137" y="0"/>
                  <a:pt x="137" y="0"/>
                  <a:pt x="137" y="0"/>
                </a:cubicBezTo>
                <a:cubicBezTo>
                  <a:pt x="130" y="0"/>
                  <a:pt x="125" y="5"/>
                  <a:pt x="125" y="12"/>
                </a:cubicBezTo>
                <a:cubicBezTo>
                  <a:pt x="125" y="108"/>
                  <a:pt x="125" y="108"/>
                  <a:pt x="125" y="108"/>
                </a:cubicBezTo>
                <a:cubicBezTo>
                  <a:pt x="125" y="110"/>
                  <a:pt x="126" y="111"/>
                  <a:pt x="127" y="112"/>
                </a:cubicBezTo>
                <a:close/>
                <a:moveTo>
                  <a:pt x="133" y="12"/>
                </a:moveTo>
                <a:cubicBezTo>
                  <a:pt x="133" y="10"/>
                  <a:pt x="135" y="8"/>
                  <a:pt x="137" y="8"/>
                </a:cubicBezTo>
                <a:cubicBezTo>
                  <a:pt x="233" y="8"/>
                  <a:pt x="233" y="8"/>
                  <a:pt x="233" y="8"/>
                </a:cubicBezTo>
                <a:cubicBezTo>
                  <a:pt x="235" y="8"/>
                  <a:pt x="237" y="10"/>
                  <a:pt x="237" y="12"/>
                </a:cubicBezTo>
                <a:cubicBezTo>
                  <a:pt x="237" y="76"/>
                  <a:pt x="237" y="76"/>
                  <a:pt x="237" y="76"/>
                </a:cubicBezTo>
                <a:cubicBezTo>
                  <a:pt x="237" y="78"/>
                  <a:pt x="235" y="80"/>
                  <a:pt x="233" y="80"/>
                </a:cubicBezTo>
                <a:cubicBezTo>
                  <a:pt x="161" y="80"/>
                  <a:pt x="161" y="80"/>
                  <a:pt x="161" y="80"/>
                </a:cubicBezTo>
                <a:cubicBezTo>
                  <a:pt x="160" y="80"/>
                  <a:pt x="159" y="80"/>
                  <a:pt x="159" y="81"/>
                </a:cubicBezTo>
                <a:cubicBezTo>
                  <a:pt x="133" y="100"/>
                  <a:pt x="133" y="100"/>
                  <a:pt x="133" y="100"/>
                </a:cubicBezTo>
                <a:lnTo>
                  <a:pt x="133" y="12"/>
                </a:lnTo>
                <a:close/>
                <a:moveTo>
                  <a:pt x="237" y="104"/>
                </a:moveTo>
                <a:cubicBezTo>
                  <a:pt x="229" y="104"/>
                  <a:pt x="229" y="104"/>
                  <a:pt x="229" y="104"/>
                </a:cubicBezTo>
                <a:cubicBezTo>
                  <a:pt x="229" y="164"/>
                  <a:pt x="229" y="164"/>
                  <a:pt x="229" y="164"/>
                </a:cubicBezTo>
                <a:cubicBezTo>
                  <a:pt x="237" y="164"/>
                  <a:pt x="237" y="164"/>
                  <a:pt x="237" y="164"/>
                </a:cubicBezTo>
                <a:lnTo>
                  <a:pt x="237" y="104"/>
                </a:lnTo>
                <a:close/>
                <a:moveTo>
                  <a:pt x="243" y="228"/>
                </a:moveTo>
                <a:cubicBezTo>
                  <a:pt x="243" y="228"/>
                  <a:pt x="236" y="232"/>
                  <a:pt x="225" y="232"/>
                </a:cubicBezTo>
                <a:cubicBezTo>
                  <a:pt x="214" y="232"/>
                  <a:pt x="207" y="228"/>
                  <a:pt x="207" y="228"/>
                </a:cubicBezTo>
                <a:cubicBezTo>
                  <a:pt x="206" y="228"/>
                  <a:pt x="204" y="228"/>
                  <a:pt x="203" y="228"/>
                </a:cubicBezTo>
                <a:cubicBezTo>
                  <a:pt x="187" y="236"/>
                  <a:pt x="187" y="236"/>
                  <a:pt x="187" y="236"/>
                </a:cubicBezTo>
                <a:cubicBezTo>
                  <a:pt x="178" y="241"/>
                  <a:pt x="173" y="246"/>
                  <a:pt x="173" y="252"/>
                </a:cubicBezTo>
                <a:cubicBezTo>
                  <a:pt x="173" y="254"/>
                  <a:pt x="175" y="256"/>
                  <a:pt x="177" y="256"/>
                </a:cubicBezTo>
                <a:cubicBezTo>
                  <a:pt x="179" y="256"/>
                  <a:pt x="181" y="254"/>
                  <a:pt x="181" y="252"/>
                </a:cubicBezTo>
                <a:cubicBezTo>
                  <a:pt x="181" y="251"/>
                  <a:pt x="182" y="248"/>
                  <a:pt x="191" y="244"/>
                </a:cubicBezTo>
                <a:cubicBezTo>
                  <a:pt x="205" y="236"/>
                  <a:pt x="205" y="236"/>
                  <a:pt x="205" y="236"/>
                </a:cubicBezTo>
                <a:cubicBezTo>
                  <a:pt x="208" y="238"/>
                  <a:pt x="216" y="240"/>
                  <a:pt x="225" y="240"/>
                </a:cubicBezTo>
                <a:cubicBezTo>
                  <a:pt x="238" y="240"/>
                  <a:pt x="246" y="236"/>
                  <a:pt x="247" y="236"/>
                </a:cubicBezTo>
                <a:cubicBezTo>
                  <a:pt x="249" y="235"/>
                  <a:pt x="250" y="232"/>
                  <a:pt x="249" y="230"/>
                </a:cubicBezTo>
                <a:cubicBezTo>
                  <a:pt x="248" y="228"/>
                  <a:pt x="245" y="227"/>
                  <a:pt x="243" y="228"/>
                </a:cubicBezTo>
                <a:close/>
                <a:moveTo>
                  <a:pt x="169" y="44"/>
                </a:moveTo>
                <a:cubicBezTo>
                  <a:pt x="169" y="40"/>
                  <a:pt x="165" y="36"/>
                  <a:pt x="161" y="36"/>
                </a:cubicBezTo>
                <a:cubicBezTo>
                  <a:pt x="157" y="36"/>
                  <a:pt x="153" y="40"/>
                  <a:pt x="153" y="44"/>
                </a:cubicBezTo>
                <a:cubicBezTo>
                  <a:pt x="153" y="48"/>
                  <a:pt x="157" y="52"/>
                  <a:pt x="161" y="52"/>
                </a:cubicBezTo>
                <a:cubicBezTo>
                  <a:pt x="165" y="52"/>
                  <a:pt x="169" y="48"/>
                  <a:pt x="169" y="44"/>
                </a:cubicBezTo>
                <a:close/>
                <a:moveTo>
                  <a:pt x="21" y="56"/>
                </a:moveTo>
                <a:cubicBezTo>
                  <a:pt x="21" y="49"/>
                  <a:pt x="26" y="44"/>
                  <a:pt x="33" y="44"/>
                </a:cubicBezTo>
                <a:cubicBezTo>
                  <a:pt x="109" y="44"/>
                  <a:pt x="109" y="44"/>
                  <a:pt x="109" y="44"/>
                </a:cubicBezTo>
                <a:cubicBezTo>
                  <a:pt x="109" y="36"/>
                  <a:pt x="109" y="36"/>
                  <a:pt x="109" y="36"/>
                </a:cubicBezTo>
                <a:cubicBezTo>
                  <a:pt x="33" y="36"/>
                  <a:pt x="33" y="36"/>
                  <a:pt x="33" y="36"/>
                </a:cubicBezTo>
                <a:cubicBezTo>
                  <a:pt x="22" y="36"/>
                  <a:pt x="13" y="45"/>
                  <a:pt x="13" y="56"/>
                </a:cubicBezTo>
                <a:cubicBezTo>
                  <a:pt x="13" y="164"/>
                  <a:pt x="13" y="164"/>
                  <a:pt x="13" y="164"/>
                </a:cubicBezTo>
                <a:cubicBezTo>
                  <a:pt x="21" y="164"/>
                  <a:pt x="21" y="164"/>
                  <a:pt x="21" y="164"/>
                </a:cubicBezTo>
                <a:lnTo>
                  <a:pt x="21" y="56"/>
                </a:lnTo>
                <a:close/>
                <a:moveTo>
                  <a:pt x="123" y="136"/>
                </a:moveTo>
                <a:cubicBezTo>
                  <a:pt x="107" y="128"/>
                  <a:pt x="107" y="128"/>
                  <a:pt x="107" y="128"/>
                </a:cubicBezTo>
                <a:cubicBezTo>
                  <a:pt x="106" y="128"/>
                  <a:pt x="104" y="128"/>
                  <a:pt x="103" y="128"/>
                </a:cubicBezTo>
                <a:cubicBezTo>
                  <a:pt x="103" y="128"/>
                  <a:pt x="96" y="132"/>
                  <a:pt x="85" y="132"/>
                </a:cubicBezTo>
                <a:cubicBezTo>
                  <a:pt x="74" y="132"/>
                  <a:pt x="67" y="128"/>
                  <a:pt x="67" y="128"/>
                </a:cubicBezTo>
                <a:cubicBezTo>
                  <a:pt x="66" y="128"/>
                  <a:pt x="64" y="128"/>
                  <a:pt x="63" y="128"/>
                </a:cubicBezTo>
                <a:cubicBezTo>
                  <a:pt x="47" y="136"/>
                  <a:pt x="47" y="136"/>
                  <a:pt x="47" y="136"/>
                </a:cubicBezTo>
                <a:cubicBezTo>
                  <a:pt x="39" y="141"/>
                  <a:pt x="33" y="146"/>
                  <a:pt x="33" y="156"/>
                </a:cubicBezTo>
                <a:cubicBezTo>
                  <a:pt x="33" y="160"/>
                  <a:pt x="33" y="160"/>
                  <a:pt x="33" y="160"/>
                </a:cubicBezTo>
                <a:cubicBezTo>
                  <a:pt x="41" y="160"/>
                  <a:pt x="41" y="160"/>
                  <a:pt x="41" y="160"/>
                </a:cubicBezTo>
                <a:cubicBezTo>
                  <a:pt x="41" y="156"/>
                  <a:pt x="41" y="156"/>
                  <a:pt x="41" y="156"/>
                </a:cubicBezTo>
                <a:cubicBezTo>
                  <a:pt x="41" y="150"/>
                  <a:pt x="43" y="147"/>
                  <a:pt x="51" y="144"/>
                </a:cubicBezTo>
                <a:cubicBezTo>
                  <a:pt x="65" y="136"/>
                  <a:pt x="65" y="136"/>
                  <a:pt x="65" y="136"/>
                </a:cubicBezTo>
                <a:cubicBezTo>
                  <a:pt x="68" y="138"/>
                  <a:pt x="76" y="140"/>
                  <a:pt x="85" y="140"/>
                </a:cubicBezTo>
                <a:cubicBezTo>
                  <a:pt x="94" y="140"/>
                  <a:pt x="102" y="138"/>
                  <a:pt x="105" y="136"/>
                </a:cubicBezTo>
                <a:cubicBezTo>
                  <a:pt x="119" y="144"/>
                  <a:pt x="119" y="144"/>
                  <a:pt x="119" y="144"/>
                </a:cubicBezTo>
                <a:cubicBezTo>
                  <a:pt x="127" y="147"/>
                  <a:pt x="129" y="150"/>
                  <a:pt x="129" y="156"/>
                </a:cubicBezTo>
                <a:cubicBezTo>
                  <a:pt x="129" y="160"/>
                  <a:pt x="129" y="160"/>
                  <a:pt x="129" y="160"/>
                </a:cubicBezTo>
                <a:cubicBezTo>
                  <a:pt x="137" y="160"/>
                  <a:pt x="137" y="160"/>
                  <a:pt x="137" y="160"/>
                </a:cubicBezTo>
                <a:cubicBezTo>
                  <a:pt x="137" y="156"/>
                  <a:pt x="137" y="156"/>
                  <a:pt x="137" y="156"/>
                </a:cubicBezTo>
                <a:cubicBezTo>
                  <a:pt x="137" y="146"/>
                  <a:pt x="131" y="141"/>
                  <a:pt x="123" y="136"/>
                </a:cubicBezTo>
                <a:close/>
                <a:moveTo>
                  <a:pt x="63" y="236"/>
                </a:moveTo>
                <a:cubicBezTo>
                  <a:pt x="47" y="228"/>
                  <a:pt x="47" y="228"/>
                  <a:pt x="47" y="228"/>
                </a:cubicBezTo>
                <a:cubicBezTo>
                  <a:pt x="46" y="228"/>
                  <a:pt x="44" y="228"/>
                  <a:pt x="43" y="228"/>
                </a:cubicBezTo>
                <a:cubicBezTo>
                  <a:pt x="43" y="228"/>
                  <a:pt x="36" y="232"/>
                  <a:pt x="25" y="232"/>
                </a:cubicBezTo>
                <a:cubicBezTo>
                  <a:pt x="14" y="232"/>
                  <a:pt x="7" y="228"/>
                  <a:pt x="7" y="228"/>
                </a:cubicBezTo>
                <a:cubicBezTo>
                  <a:pt x="5" y="227"/>
                  <a:pt x="2" y="228"/>
                  <a:pt x="1" y="230"/>
                </a:cubicBezTo>
                <a:cubicBezTo>
                  <a:pt x="0" y="232"/>
                  <a:pt x="1" y="235"/>
                  <a:pt x="3" y="236"/>
                </a:cubicBezTo>
                <a:cubicBezTo>
                  <a:pt x="4" y="236"/>
                  <a:pt x="12" y="240"/>
                  <a:pt x="25" y="240"/>
                </a:cubicBezTo>
                <a:cubicBezTo>
                  <a:pt x="34" y="240"/>
                  <a:pt x="42" y="238"/>
                  <a:pt x="45" y="236"/>
                </a:cubicBezTo>
                <a:cubicBezTo>
                  <a:pt x="59" y="244"/>
                  <a:pt x="59" y="244"/>
                  <a:pt x="59" y="244"/>
                </a:cubicBezTo>
                <a:cubicBezTo>
                  <a:pt x="68" y="248"/>
                  <a:pt x="69" y="251"/>
                  <a:pt x="69" y="252"/>
                </a:cubicBezTo>
                <a:cubicBezTo>
                  <a:pt x="69" y="254"/>
                  <a:pt x="71" y="256"/>
                  <a:pt x="73" y="256"/>
                </a:cubicBezTo>
                <a:cubicBezTo>
                  <a:pt x="75" y="256"/>
                  <a:pt x="77" y="254"/>
                  <a:pt x="77" y="252"/>
                </a:cubicBezTo>
                <a:cubicBezTo>
                  <a:pt x="77" y="246"/>
                  <a:pt x="72" y="241"/>
                  <a:pt x="63" y="236"/>
                </a:cubicBezTo>
                <a:close/>
                <a:moveTo>
                  <a:pt x="100" y="103"/>
                </a:moveTo>
                <a:cubicBezTo>
                  <a:pt x="100" y="110"/>
                  <a:pt x="100" y="112"/>
                  <a:pt x="93" y="117"/>
                </a:cubicBezTo>
                <a:cubicBezTo>
                  <a:pt x="91" y="118"/>
                  <a:pt x="91" y="120"/>
                  <a:pt x="92" y="122"/>
                </a:cubicBezTo>
                <a:cubicBezTo>
                  <a:pt x="93" y="123"/>
                  <a:pt x="94" y="124"/>
                  <a:pt x="95" y="124"/>
                </a:cubicBezTo>
                <a:cubicBezTo>
                  <a:pt x="96" y="124"/>
                  <a:pt x="97" y="124"/>
                  <a:pt x="97" y="123"/>
                </a:cubicBezTo>
                <a:cubicBezTo>
                  <a:pt x="107" y="117"/>
                  <a:pt x="108" y="112"/>
                  <a:pt x="108" y="104"/>
                </a:cubicBezTo>
                <a:cubicBezTo>
                  <a:pt x="109" y="103"/>
                  <a:pt x="109" y="102"/>
                  <a:pt x="109" y="101"/>
                </a:cubicBezTo>
                <a:cubicBezTo>
                  <a:pt x="109" y="96"/>
                  <a:pt x="110" y="89"/>
                  <a:pt x="107" y="84"/>
                </a:cubicBezTo>
                <a:cubicBezTo>
                  <a:pt x="104" y="79"/>
                  <a:pt x="100" y="75"/>
                  <a:pt x="94" y="73"/>
                </a:cubicBezTo>
                <a:cubicBezTo>
                  <a:pt x="88" y="72"/>
                  <a:pt x="82" y="72"/>
                  <a:pt x="76" y="73"/>
                </a:cubicBezTo>
                <a:cubicBezTo>
                  <a:pt x="70" y="75"/>
                  <a:pt x="66" y="79"/>
                  <a:pt x="63" y="84"/>
                </a:cubicBezTo>
                <a:cubicBezTo>
                  <a:pt x="60" y="89"/>
                  <a:pt x="61" y="96"/>
                  <a:pt x="61" y="101"/>
                </a:cubicBezTo>
                <a:cubicBezTo>
                  <a:pt x="61" y="102"/>
                  <a:pt x="61" y="103"/>
                  <a:pt x="62" y="104"/>
                </a:cubicBezTo>
                <a:cubicBezTo>
                  <a:pt x="62" y="112"/>
                  <a:pt x="63" y="117"/>
                  <a:pt x="73" y="123"/>
                </a:cubicBezTo>
                <a:cubicBezTo>
                  <a:pt x="74" y="125"/>
                  <a:pt x="77" y="124"/>
                  <a:pt x="78" y="122"/>
                </a:cubicBezTo>
                <a:cubicBezTo>
                  <a:pt x="79" y="120"/>
                  <a:pt x="79" y="118"/>
                  <a:pt x="77" y="117"/>
                </a:cubicBezTo>
                <a:cubicBezTo>
                  <a:pt x="70" y="112"/>
                  <a:pt x="70" y="110"/>
                  <a:pt x="70" y="103"/>
                </a:cubicBezTo>
                <a:cubicBezTo>
                  <a:pt x="69" y="102"/>
                  <a:pt x="69" y="101"/>
                  <a:pt x="69" y="100"/>
                </a:cubicBezTo>
                <a:cubicBezTo>
                  <a:pt x="69" y="96"/>
                  <a:pt x="68" y="91"/>
                  <a:pt x="70" y="88"/>
                </a:cubicBezTo>
                <a:cubicBezTo>
                  <a:pt x="72" y="85"/>
                  <a:pt x="75" y="82"/>
                  <a:pt x="79" y="81"/>
                </a:cubicBezTo>
                <a:cubicBezTo>
                  <a:pt x="83" y="80"/>
                  <a:pt x="87" y="80"/>
                  <a:pt x="91" y="81"/>
                </a:cubicBezTo>
                <a:cubicBezTo>
                  <a:pt x="95" y="82"/>
                  <a:pt x="98" y="85"/>
                  <a:pt x="100" y="88"/>
                </a:cubicBezTo>
                <a:cubicBezTo>
                  <a:pt x="102" y="91"/>
                  <a:pt x="101" y="96"/>
                  <a:pt x="101" y="100"/>
                </a:cubicBezTo>
                <a:cubicBezTo>
                  <a:pt x="101" y="101"/>
                  <a:pt x="101" y="102"/>
                  <a:pt x="100" y="103"/>
                </a:cubicBezTo>
                <a:close/>
                <a:moveTo>
                  <a:pt x="155" y="228"/>
                </a:moveTo>
                <a:cubicBezTo>
                  <a:pt x="173" y="228"/>
                  <a:pt x="173" y="228"/>
                  <a:pt x="173" y="228"/>
                </a:cubicBezTo>
                <a:cubicBezTo>
                  <a:pt x="175" y="228"/>
                  <a:pt x="177" y="226"/>
                  <a:pt x="177" y="224"/>
                </a:cubicBezTo>
                <a:cubicBezTo>
                  <a:pt x="177" y="222"/>
                  <a:pt x="175" y="220"/>
                  <a:pt x="173" y="220"/>
                </a:cubicBezTo>
                <a:cubicBezTo>
                  <a:pt x="149" y="220"/>
                  <a:pt x="149" y="220"/>
                  <a:pt x="149" y="220"/>
                </a:cubicBezTo>
                <a:cubicBezTo>
                  <a:pt x="149" y="184"/>
                  <a:pt x="149" y="184"/>
                  <a:pt x="149" y="184"/>
                </a:cubicBezTo>
                <a:cubicBezTo>
                  <a:pt x="149" y="182"/>
                  <a:pt x="151" y="180"/>
                  <a:pt x="153" y="180"/>
                </a:cubicBezTo>
                <a:cubicBezTo>
                  <a:pt x="189" y="180"/>
                  <a:pt x="189" y="180"/>
                  <a:pt x="189" y="180"/>
                </a:cubicBezTo>
                <a:cubicBezTo>
                  <a:pt x="191" y="180"/>
                  <a:pt x="193" y="178"/>
                  <a:pt x="193" y="176"/>
                </a:cubicBezTo>
                <a:cubicBezTo>
                  <a:pt x="193" y="174"/>
                  <a:pt x="191" y="172"/>
                  <a:pt x="189" y="172"/>
                </a:cubicBezTo>
                <a:cubicBezTo>
                  <a:pt x="153" y="172"/>
                  <a:pt x="153" y="172"/>
                  <a:pt x="153" y="172"/>
                </a:cubicBezTo>
                <a:cubicBezTo>
                  <a:pt x="146" y="172"/>
                  <a:pt x="141" y="177"/>
                  <a:pt x="141" y="184"/>
                </a:cubicBezTo>
                <a:cubicBezTo>
                  <a:pt x="141" y="224"/>
                  <a:pt x="141" y="224"/>
                  <a:pt x="141" y="224"/>
                </a:cubicBezTo>
                <a:cubicBezTo>
                  <a:pt x="141" y="224"/>
                  <a:pt x="141" y="224"/>
                  <a:pt x="141" y="224"/>
                </a:cubicBezTo>
                <a:cubicBezTo>
                  <a:pt x="141" y="225"/>
                  <a:pt x="141" y="225"/>
                  <a:pt x="141" y="225"/>
                </a:cubicBezTo>
                <a:cubicBezTo>
                  <a:pt x="141" y="225"/>
                  <a:pt x="141" y="226"/>
                  <a:pt x="141" y="226"/>
                </a:cubicBezTo>
                <a:cubicBezTo>
                  <a:pt x="142" y="226"/>
                  <a:pt x="142" y="226"/>
                  <a:pt x="142" y="227"/>
                </a:cubicBezTo>
                <a:cubicBezTo>
                  <a:pt x="142" y="227"/>
                  <a:pt x="142" y="227"/>
                  <a:pt x="142" y="227"/>
                </a:cubicBezTo>
                <a:cubicBezTo>
                  <a:pt x="158" y="243"/>
                  <a:pt x="158" y="243"/>
                  <a:pt x="158" y="243"/>
                </a:cubicBezTo>
                <a:cubicBezTo>
                  <a:pt x="159" y="244"/>
                  <a:pt x="160" y="244"/>
                  <a:pt x="161" y="244"/>
                </a:cubicBezTo>
                <a:cubicBezTo>
                  <a:pt x="162" y="244"/>
                  <a:pt x="163" y="244"/>
                  <a:pt x="164" y="243"/>
                </a:cubicBezTo>
                <a:cubicBezTo>
                  <a:pt x="165" y="241"/>
                  <a:pt x="165" y="239"/>
                  <a:pt x="164" y="237"/>
                </a:cubicBezTo>
                <a:lnTo>
                  <a:pt x="155" y="228"/>
                </a:lnTo>
                <a:close/>
                <a:moveTo>
                  <a:pt x="97" y="172"/>
                </a:moveTo>
                <a:cubicBezTo>
                  <a:pt x="61" y="172"/>
                  <a:pt x="61" y="172"/>
                  <a:pt x="61" y="172"/>
                </a:cubicBezTo>
                <a:cubicBezTo>
                  <a:pt x="59" y="172"/>
                  <a:pt x="57" y="174"/>
                  <a:pt x="57" y="176"/>
                </a:cubicBezTo>
                <a:cubicBezTo>
                  <a:pt x="57" y="178"/>
                  <a:pt x="59" y="180"/>
                  <a:pt x="61" y="180"/>
                </a:cubicBezTo>
                <a:cubicBezTo>
                  <a:pt x="97" y="180"/>
                  <a:pt x="97" y="180"/>
                  <a:pt x="97" y="180"/>
                </a:cubicBezTo>
                <a:cubicBezTo>
                  <a:pt x="99" y="180"/>
                  <a:pt x="101" y="182"/>
                  <a:pt x="101" y="184"/>
                </a:cubicBezTo>
                <a:cubicBezTo>
                  <a:pt x="101" y="220"/>
                  <a:pt x="101" y="220"/>
                  <a:pt x="101" y="220"/>
                </a:cubicBezTo>
                <a:cubicBezTo>
                  <a:pt x="77" y="220"/>
                  <a:pt x="77" y="220"/>
                  <a:pt x="77" y="220"/>
                </a:cubicBezTo>
                <a:cubicBezTo>
                  <a:pt x="75" y="220"/>
                  <a:pt x="73" y="222"/>
                  <a:pt x="73" y="224"/>
                </a:cubicBezTo>
                <a:cubicBezTo>
                  <a:pt x="73" y="226"/>
                  <a:pt x="75" y="228"/>
                  <a:pt x="77" y="228"/>
                </a:cubicBezTo>
                <a:cubicBezTo>
                  <a:pt x="95" y="228"/>
                  <a:pt x="95" y="228"/>
                  <a:pt x="95" y="228"/>
                </a:cubicBezTo>
                <a:cubicBezTo>
                  <a:pt x="86" y="237"/>
                  <a:pt x="86" y="237"/>
                  <a:pt x="86" y="237"/>
                </a:cubicBezTo>
                <a:cubicBezTo>
                  <a:pt x="85" y="239"/>
                  <a:pt x="85" y="241"/>
                  <a:pt x="86" y="243"/>
                </a:cubicBezTo>
                <a:cubicBezTo>
                  <a:pt x="87" y="244"/>
                  <a:pt x="88" y="244"/>
                  <a:pt x="89" y="244"/>
                </a:cubicBezTo>
                <a:cubicBezTo>
                  <a:pt x="90" y="244"/>
                  <a:pt x="91" y="244"/>
                  <a:pt x="92" y="243"/>
                </a:cubicBezTo>
                <a:cubicBezTo>
                  <a:pt x="108" y="227"/>
                  <a:pt x="108" y="227"/>
                  <a:pt x="108" y="227"/>
                </a:cubicBezTo>
                <a:cubicBezTo>
                  <a:pt x="108" y="227"/>
                  <a:pt x="108" y="227"/>
                  <a:pt x="108" y="227"/>
                </a:cubicBezTo>
                <a:cubicBezTo>
                  <a:pt x="108" y="226"/>
                  <a:pt x="108" y="226"/>
                  <a:pt x="109" y="226"/>
                </a:cubicBezTo>
                <a:cubicBezTo>
                  <a:pt x="109" y="226"/>
                  <a:pt x="109" y="225"/>
                  <a:pt x="109" y="225"/>
                </a:cubicBezTo>
                <a:cubicBezTo>
                  <a:pt x="109" y="225"/>
                  <a:pt x="109" y="225"/>
                  <a:pt x="109" y="224"/>
                </a:cubicBezTo>
                <a:cubicBezTo>
                  <a:pt x="109" y="224"/>
                  <a:pt x="109" y="224"/>
                  <a:pt x="109" y="224"/>
                </a:cubicBezTo>
                <a:cubicBezTo>
                  <a:pt x="109" y="184"/>
                  <a:pt x="109" y="184"/>
                  <a:pt x="109" y="184"/>
                </a:cubicBezTo>
                <a:cubicBezTo>
                  <a:pt x="109" y="177"/>
                  <a:pt x="104" y="172"/>
                  <a:pt x="97" y="172"/>
                </a:cubicBezTo>
                <a:close/>
                <a:moveTo>
                  <a:pt x="2" y="204"/>
                </a:moveTo>
                <a:cubicBezTo>
                  <a:pt x="2" y="212"/>
                  <a:pt x="3" y="217"/>
                  <a:pt x="13" y="223"/>
                </a:cubicBezTo>
                <a:cubicBezTo>
                  <a:pt x="14" y="225"/>
                  <a:pt x="17" y="224"/>
                  <a:pt x="18" y="222"/>
                </a:cubicBezTo>
                <a:cubicBezTo>
                  <a:pt x="19" y="220"/>
                  <a:pt x="19" y="218"/>
                  <a:pt x="17" y="217"/>
                </a:cubicBezTo>
                <a:cubicBezTo>
                  <a:pt x="10" y="212"/>
                  <a:pt x="10" y="210"/>
                  <a:pt x="10" y="203"/>
                </a:cubicBezTo>
                <a:cubicBezTo>
                  <a:pt x="9" y="202"/>
                  <a:pt x="9" y="201"/>
                  <a:pt x="9" y="200"/>
                </a:cubicBezTo>
                <a:cubicBezTo>
                  <a:pt x="9" y="196"/>
                  <a:pt x="8" y="191"/>
                  <a:pt x="10" y="188"/>
                </a:cubicBezTo>
                <a:cubicBezTo>
                  <a:pt x="12" y="185"/>
                  <a:pt x="15" y="182"/>
                  <a:pt x="19" y="181"/>
                </a:cubicBezTo>
                <a:cubicBezTo>
                  <a:pt x="23" y="180"/>
                  <a:pt x="27" y="180"/>
                  <a:pt x="31" y="181"/>
                </a:cubicBezTo>
                <a:cubicBezTo>
                  <a:pt x="35" y="182"/>
                  <a:pt x="38" y="185"/>
                  <a:pt x="40" y="188"/>
                </a:cubicBezTo>
                <a:cubicBezTo>
                  <a:pt x="42" y="191"/>
                  <a:pt x="41" y="196"/>
                  <a:pt x="41" y="200"/>
                </a:cubicBezTo>
                <a:cubicBezTo>
                  <a:pt x="41" y="201"/>
                  <a:pt x="41" y="202"/>
                  <a:pt x="40" y="203"/>
                </a:cubicBezTo>
                <a:cubicBezTo>
                  <a:pt x="40" y="210"/>
                  <a:pt x="40" y="212"/>
                  <a:pt x="33" y="217"/>
                </a:cubicBezTo>
                <a:cubicBezTo>
                  <a:pt x="31" y="218"/>
                  <a:pt x="31" y="220"/>
                  <a:pt x="32" y="222"/>
                </a:cubicBezTo>
                <a:cubicBezTo>
                  <a:pt x="33" y="223"/>
                  <a:pt x="34" y="224"/>
                  <a:pt x="35" y="224"/>
                </a:cubicBezTo>
                <a:cubicBezTo>
                  <a:pt x="36" y="224"/>
                  <a:pt x="37" y="224"/>
                  <a:pt x="37" y="223"/>
                </a:cubicBezTo>
                <a:cubicBezTo>
                  <a:pt x="47" y="217"/>
                  <a:pt x="48" y="212"/>
                  <a:pt x="48" y="204"/>
                </a:cubicBezTo>
                <a:cubicBezTo>
                  <a:pt x="49" y="203"/>
                  <a:pt x="49" y="202"/>
                  <a:pt x="49" y="201"/>
                </a:cubicBezTo>
                <a:cubicBezTo>
                  <a:pt x="49" y="196"/>
                  <a:pt x="50" y="189"/>
                  <a:pt x="47" y="184"/>
                </a:cubicBezTo>
                <a:cubicBezTo>
                  <a:pt x="44" y="179"/>
                  <a:pt x="40" y="175"/>
                  <a:pt x="34" y="173"/>
                </a:cubicBezTo>
                <a:cubicBezTo>
                  <a:pt x="28" y="172"/>
                  <a:pt x="22" y="172"/>
                  <a:pt x="16" y="173"/>
                </a:cubicBezTo>
                <a:cubicBezTo>
                  <a:pt x="10" y="175"/>
                  <a:pt x="6" y="179"/>
                  <a:pt x="3" y="184"/>
                </a:cubicBezTo>
                <a:cubicBezTo>
                  <a:pt x="0" y="189"/>
                  <a:pt x="1" y="196"/>
                  <a:pt x="1" y="201"/>
                </a:cubicBezTo>
                <a:cubicBezTo>
                  <a:pt x="1" y="202"/>
                  <a:pt x="1" y="203"/>
                  <a:pt x="2" y="20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20" name="Freeform 173">
            <a:extLst>
              <a:ext uri="{FF2B5EF4-FFF2-40B4-BE49-F238E27FC236}">
                <a16:creationId xmlns:a16="http://schemas.microsoft.com/office/drawing/2014/main" id="{88E96AE6-D7C8-45AC-BD81-CF2383B75D32}"/>
              </a:ext>
            </a:extLst>
          </p:cNvPr>
          <p:cNvSpPr>
            <a:spLocks noChangeAspect="1" noEditPoints="1"/>
          </p:cNvSpPr>
          <p:nvPr/>
        </p:nvSpPr>
        <p:spPr bwMode="auto">
          <a:xfrm>
            <a:off x="570707" y="3395663"/>
            <a:ext cx="404813" cy="401638"/>
          </a:xfrm>
          <a:custGeom>
            <a:avLst/>
            <a:gdLst>
              <a:gd name="T0" fmla="*/ 169 w 259"/>
              <a:gd name="T1" fmla="*/ 154 h 257"/>
              <a:gd name="T2" fmla="*/ 117 w 259"/>
              <a:gd name="T3" fmla="*/ 90 h 257"/>
              <a:gd name="T4" fmla="*/ 112 w 259"/>
              <a:gd name="T5" fmla="*/ 61 h 257"/>
              <a:gd name="T6" fmla="*/ 142 w 259"/>
              <a:gd name="T7" fmla="*/ 49 h 257"/>
              <a:gd name="T8" fmla="*/ 114 w 259"/>
              <a:gd name="T9" fmla="*/ 4 h 257"/>
              <a:gd name="T10" fmla="*/ 81 w 259"/>
              <a:gd name="T11" fmla="*/ 23 h 257"/>
              <a:gd name="T12" fmla="*/ 82 w 259"/>
              <a:gd name="T13" fmla="*/ 41 h 257"/>
              <a:gd name="T14" fmla="*/ 62 w 259"/>
              <a:gd name="T15" fmla="*/ 40 h 257"/>
              <a:gd name="T16" fmla="*/ 22 w 259"/>
              <a:gd name="T17" fmla="*/ 155 h 257"/>
              <a:gd name="T18" fmla="*/ 38 w 259"/>
              <a:gd name="T19" fmla="*/ 125 h 257"/>
              <a:gd name="T20" fmla="*/ 95 w 259"/>
              <a:gd name="T21" fmla="*/ 124 h 257"/>
              <a:gd name="T22" fmla="*/ 145 w 259"/>
              <a:gd name="T23" fmla="*/ 184 h 257"/>
              <a:gd name="T24" fmla="*/ 230 w 259"/>
              <a:gd name="T25" fmla="*/ 254 h 257"/>
              <a:gd name="T26" fmla="*/ 178 w 259"/>
              <a:gd name="T27" fmla="*/ 151 h 257"/>
              <a:gd name="T28" fmla="*/ 95 w 259"/>
              <a:gd name="T29" fmla="*/ 112 h 257"/>
              <a:gd name="T30" fmla="*/ 91 w 259"/>
              <a:gd name="T31" fmla="*/ 116 h 257"/>
              <a:gd name="T32" fmla="*/ 21 w 259"/>
              <a:gd name="T33" fmla="*/ 143 h 257"/>
              <a:gd name="T34" fmla="*/ 65 w 259"/>
              <a:gd name="T35" fmla="*/ 49 h 257"/>
              <a:gd name="T36" fmla="*/ 90 w 259"/>
              <a:gd name="T37" fmla="*/ 23 h 257"/>
              <a:gd name="T38" fmla="*/ 136 w 259"/>
              <a:gd name="T39" fmla="*/ 38 h 257"/>
              <a:gd name="T40" fmla="*/ 112 w 259"/>
              <a:gd name="T41" fmla="*/ 53 h 257"/>
              <a:gd name="T42" fmla="*/ 111 w 259"/>
              <a:gd name="T43" fmla="*/ 96 h 257"/>
              <a:gd name="T44" fmla="*/ 164 w 259"/>
              <a:gd name="T45" fmla="*/ 159 h 257"/>
              <a:gd name="T46" fmla="*/ 241 w 259"/>
              <a:gd name="T47" fmla="*/ 231 h 257"/>
              <a:gd name="T48" fmla="*/ 153 w 259"/>
              <a:gd name="T49" fmla="*/ 182 h 257"/>
              <a:gd name="T50" fmla="*/ 172 w 259"/>
              <a:gd name="T51" fmla="*/ 162 h 257"/>
              <a:gd name="T52" fmla="*/ 241 w 259"/>
              <a:gd name="T53" fmla="*/ 231 h 257"/>
              <a:gd name="T54" fmla="*/ 139 w 259"/>
              <a:gd name="T55" fmla="*/ 101 h 257"/>
              <a:gd name="T56" fmla="*/ 176 w 259"/>
              <a:gd name="T57" fmla="*/ 66 h 257"/>
              <a:gd name="T58" fmla="*/ 179 w 259"/>
              <a:gd name="T59" fmla="*/ 45 h 257"/>
              <a:gd name="T60" fmla="*/ 200 w 259"/>
              <a:gd name="T61" fmla="*/ 30 h 257"/>
              <a:gd name="T62" fmla="*/ 200 w 259"/>
              <a:gd name="T63" fmla="*/ 47 h 257"/>
              <a:gd name="T64" fmla="*/ 227 w 259"/>
              <a:gd name="T65" fmla="*/ 61 h 257"/>
              <a:gd name="T66" fmla="*/ 251 w 259"/>
              <a:gd name="T67" fmla="*/ 45 h 257"/>
              <a:gd name="T68" fmla="*/ 192 w 259"/>
              <a:gd name="T69" fmla="*/ 78 h 257"/>
              <a:gd name="T70" fmla="*/ 160 w 259"/>
              <a:gd name="T71" fmla="*/ 118 h 257"/>
              <a:gd name="T72" fmla="*/ 166 w 259"/>
              <a:gd name="T73" fmla="*/ 124 h 257"/>
              <a:gd name="T74" fmla="*/ 259 w 259"/>
              <a:gd name="T75" fmla="*/ 45 h 257"/>
              <a:gd name="T76" fmla="*/ 250 w 259"/>
              <a:gd name="T77" fmla="*/ 29 h 257"/>
              <a:gd name="T78" fmla="*/ 207 w 259"/>
              <a:gd name="T79" fmla="*/ 43 h 257"/>
              <a:gd name="T80" fmla="*/ 232 w 259"/>
              <a:gd name="T81" fmla="*/ 7 h 257"/>
              <a:gd name="T82" fmla="*/ 171 w 259"/>
              <a:gd name="T83" fmla="*/ 45 h 257"/>
              <a:gd name="T84" fmla="*/ 112 w 259"/>
              <a:gd name="T85" fmla="*/ 166 h 257"/>
              <a:gd name="T86" fmla="*/ 80 w 259"/>
              <a:gd name="T87" fmla="*/ 190 h 257"/>
              <a:gd name="T88" fmla="*/ 47 w 259"/>
              <a:gd name="T89" fmla="*/ 249 h 257"/>
              <a:gd name="T90" fmla="*/ 63 w 259"/>
              <a:gd name="T91" fmla="*/ 225 h 257"/>
              <a:gd name="T92" fmla="*/ 49 w 259"/>
              <a:gd name="T93" fmla="*/ 198 h 257"/>
              <a:gd name="T94" fmla="*/ 32 w 259"/>
              <a:gd name="T95" fmla="*/ 198 h 257"/>
              <a:gd name="T96" fmla="*/ 47 w 259"/>
              <a:gd name="T97" fmla="*/ 177 h 257"/>
              <a:gd name="T98" fmla="*/ 68 w 259"/>
              <a:gd name="T99" fmla="*/ 174 h 257"/>
              <a:gd name="T100" fmla="*/ 94 w 259"/>
              <a:gd name="T101" fmla="*/ 142 h 257"/>
              <a:gd name="T102" fmla="*/ 47 w 259"/>
              <a:gd name="T103" fmla="*/ 169 h 257"/>
              <a:gd name="T104" fmla="*/ 9 w 259"/>
              <a:gd name="T105" fmla="*/ 230 h 257"/>
              <a:gd name="T106" fmla="*/ 45 w 259"/>
              <a:gd name="T107" fmla="*/ 205 h 257"/>
              <a:gd name="T108" fmla="*/ 31 w 259"/>
              <a:gd name="T109" fmla="*/ 248 h 257"/>
              <a:gd name="T110" fmla="*/ 47 w 259"/>
              <a:gd name="T111" fmla="*/ 257 h 257"/>
              <a:gd name="T112" fmla="*/ 118 w 259"/>
              <a:gd name="T113" fmla="*/ 172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9" h="257">
                <a:moveTo>
                  <a:pt x="178" y="151"/>
                </a:moveTo>
                <a:cubicBezTo>
                  <a:pt x="176" y="150"/>
                  <a:pt x="174" y="150"/>
                  <a:pt x="172" y="151"/>
                </a:cubicBezTo>
                <a:cubicBezTo>
                  <a:pt x="169" y="154"/>
                  <a:pt x="169" y="154"/>
                  <a:pt x="169" y="154"/>
                </a:cubicBezTo>
                <a:cubicBezTo>
                  <a:pt x="117" y="101"/>
                  <a:pt x="117" y="101"/>
                  <a:pt x="117" y="101"/>
                </a:cubicBezTo>
                <a:cubicBezTo>
                  <a:pt x="119" y="100"/>
                  <a:pt x="119" y="98"/>
                  <a:pt x="119" y="96"/>
                </a:cubicBezTo>
                <a:cubicBezTo>
                  <a:pt x="119" y="94"/>
                  <a:pt x="118" y="92"/>
                  <a:pt x="117" y="90"/>
                </a:cubicBezTo>
                <a:cubicBezTo>
                  <a:pt x="106" y="80"/>
                  <a:pt x="106" y="80"/>
                  <a:pt x="106" y="80"/>
                </a:cubicBezTo>
                <a:cubicBezTo>
                  <a:pt x="103" y="76"/>
                  <a:pt x="102" y="70"/>
                  <a:pt x="105" y="66"/>
                </a:cubicBezTo>
                <a:cubicBezTo>
                  <a:pt x="106" y="63"/>
                  <a:pt x="109" y="61"/>
                  <a:pt x="112" y="61"/>
                </a:cubicBezTo>
                <a:cubicBezTo>
                  <a:pt x="116" y="61"/>
                  <a:pt x="119" y="62"/>
                  <a:pt x="121" y="64"/>
                </a:cubicBezTo>
                <a:cubicBezTo>
                  <a:pt x="123" y="66"/>
                  <a:pt x="125" y="66"/>
                  <a:pt x="127" y="64"/>
                </a:cubicBezTo>
                <a:cubicBezTo>
                  <a:pt x="142" y="49"/>
                  <a:pt x="142" y="49"/>
                  <a:pt x="142" y="49"/>
                </a:cubicBezTo>
                <a:cubicBezTo>
                  <a:pt x="144" y="47"/>
                  <a:pt x="145" y="44"/>
                  <a:pt x="145" y="40"/>
                </a:cubicBezTo>
                <a:cubicBezTo>
                  <a:pt x="145" y="37"/>
                  <a:pt x="144" y="34"/>
                  <a:pt x="142" y="32"/>
                </a:cubicBezTo>
                <a:cubicBezTo>
                  <a:pt x="114" y="4"/>
                  <a:pt x="114" y="4"/>
                  <a:pt x="114" y="4"/>
                </a:cubicBezTo>
                <a:cubicBezTo>
                  <a:pt x="110" y="0"/>
                  <a:pt x="102" y="0"/>
                  <a:pt x="98" y="4"/>
                </a:cubicBezTo>
                <a:cubicBezTo>
                  <a:pt x="82" y="20"/>
                  <a:pt x="82" y="20"/>
                  <a:pt x="82" y="20"/>
                </a:cubicBezTo>
                <a:cubicBezTo>
                  <a:pt x="82" y="20"/>
                  <a:pt x="81" y="21"/>
                  <a:pt x="81" y="23"/>
                </a:cubicBezTo>
                <a:cubicBezTo>
                  <a:pt x="81" y="24"/>
                  <a:pt x="82" y="25"/>
                  <a:pt x="82" y="25"/>
                </a:cubicBezTo>
                <a:cubicBezTo>
                  <a:pt x="84" y="27"/>
                  <a:pt x="86" y="30"/>
                  <a:pt x="86" y="33"/>
                </a:cubicBezTo>
                <a:cubicBezTo>
                  <a:pt x="86" y="36"/>
                  <a:pt x="84" y="39"/>
                  <a:pt x="82" y="41"/>
                </a:cubicBezTo>
                <a:cubicBezTo>
                  <a:pt x="80" y="43"/>
                  <a:pt x="78" y="44"/>
                  <a:pt x="75" y="44"/>
                </a:cubicBezTo>
                <a:cubicBezTo>
                  <a:pt x="72" y="44"/>
                  <a:pt x="69" y="42"/>
                  <a:pt x="67" y="40"/>
                </a:cubicBezTo>
                <a:cubicBezTo>
                  <a:pt x="66" y="39"/>
                  <a:pt x="63" y="39"/>
                  <a:pt x="62" y="40"/>
                </a:cubicBezTo>
                <a:cubicBezTo>
                  <a:pt x="18" y="84"/>
                  <a:pt x="18" y="84"/>
                  <a:pt x="18" y="84"/>
                </a:cubicBezTo>
                <a:cubicBezTo>
                  <a:pt x="5" y="97"/>
                  <a:pt x="0" y="115"/>
                  <a:pt x="6" y="132"/>
                </a:cubicBezTo>
                <a:cubicBezTo>
                  <a:pt x="8" y="142"/>
                  <a:pt x="14" y="149"/>
                  <a:pt x="22" y="155"/>
                </a:cubicBezTo>
                <a:cubicBezTo>
                  <a:pt x="24" y="156"/>
                  <a:pt x="25" y="156"/>
                  <a:pt x="27" y="155"/>
                </a:cubicBezTo>
                <a:cubicBezTo>
                  <a:pt x="28" y="154"/>
                  <a:pt x="29" y="153"/>
                  <a:pt x="29" y="151"/>
                </a:cubicBezTo>
                <a:cubicBezTo>
                  <a:pt x="28" y="142"/>
                  <a:pt x="31" y="132"/>
                  <a:pt x="38" y="125"/>
                </a:cubicBezTo>
                <a:cubicBezTo>
                  <a:pt x="51" y="112"/>
                  <a:pt x="70" y="112"/>
                  <a:pt x="84" y="124"/>
                </a:cubicBezTo>
                <a:cubicBezTo>
                  <a:pt x="87" y="127"/>
                  <a:pt x="92" y="127"/>
                  <a:pt x="95" y="124"/>
                </a:cubicBezTo>
                <a:cubicBezTo>
                  <a:pt x="95" y="124"/>
                  <a:pt x="95" y="124"/>
                  <a:pt x="95" y="124"/>
                </a:cubicBezTo>
                <a:cubicBezTo>
                  <a:pt x="147" y="176"/>
                  <a:pt x="147" y="176"/>
                  <a:pt x="147" y="176"/>
                </a:cubicBezTo>
                <a:cubicBezTo>
                  <a:pt x="145" y="179"/>
                  <a:pt x="145" y="179"/>
                  <a:pt x="145" y="179"/>
                </a:cubicBezTo>
                <a:cubicBezTo>
                  <a:pt x="143" y="180"/>
                  <a:pt x="143" y="183"/>
                  <a:pt x="145" y="184"/>
                </a:cubicBezTo>
                <a:cubicBezTo>
                  <a:pt x="214" y="254"/>
                  <a:pt x="214" y="254"/>
                  <a:pt x="214" y="254"/>
                </a:cubicBezTo>
                <a:cubicBezTo>
                  <a:pt x="216" y="256"/>
                  <a:pt x="219" y="257"/>
                  <a:pt x="222" y="257"/>
                </a:cubicBezTo>
                <a:cubicBezTo>
                  <a:pt x="225" y="257"/>
                  <a:pt x="228" y="256"/>
                  <a:pt x="230" y="254"/>
                </a:cubicBezTo>
                <a:cubicBezTo>
                  <a:pt x="247" y="237"/>
                  <a:pt x="247" y="237"/>
                  <a:pt x="247" y="237"/>
                </a:cubicBezTo>
                <a:cubicBezTo>
                  <a:pt x="252" y="232"/>
                  <a:pt x="252" y="225"/>
                  <a:pt x="247" y="220"/>
                </a:cubicBezTo>
                <a:lnTo>
                  <a:pt x="178" y="151"/>
                </a:lnTo>
                <a:close/>
                <a:moveTo>
                  <a:pt x="100" y="118"/>
                </a:moveTo>
                <a:cubicBezTo>
                  <a:pt x="102" y="116"/>
                  <a:pt x="102" y="114"/>
                  <a:pt x="100" y="112"/>
                </a:cubicBezTo>
                <a:cubicBezTo>
                  <a:pt x="99" y="111"/>
                  <a:pt x="96" y="111"/>
                  <a:pt x="95" y="112"/>
                </a:cubicBezTo>
                <a:cubicBezTo>
                  <a:pt x="93" y="115"/>
                  <a:pt x="93" y="115"/>
                  <a:pt x="93" y="115"/>
                </a:cubicBezTo>
                <a:cubicBezTo>
                  <a:pt x="92" y="115"/>
                  <a:pt x="92" y="115"/>
                  <a:pt x="92" y="115"/>
                </a:cubicBezTo>
                <a:cubicBezTo>
                  <a:pt x="92" y="115"/>
                  <a:pt x="92" y="116"/>
                  <a:pt x="91" y="116"/>
                </a:cubicBezTo>
                <a:cubicBezTo>
                  <a:pt x="89" y="118"/>
                  <a:pt x="89" y="118"/>
                  <a:pt x="89" y="118"/>
                </a:cubicBezTo>
                <a:cubicBezTo>
                  <a:pt x="72" y="103"/>
                  <a:pt x="48" y="104"/>
                  <a:pt x="32" y="119"/>
                </a:cubicBezTo>
                <a:cubicBezTo>
                  <a:pt x="26" y="126"/>
                  <a:pt x="22" y="134"/>
                  <a:pt x="21" y="143"/>
                </a:cubicBezTo>
                <a:cubicBezTo>
                  <a:pt x="17" y="140"/>
                  <a:pt x="15" y="135"/>
                  <a:pt x="13" y="130"/>
                </a:cubicBezTo>
                <a:cubicBezTo>
                  <a:pt x="9" y="116"/>
                  <a:pt x="13" y="100"/>
                  <a:pt x="24" y="89"/>
                </a:cubicBezTo>
                <a:cubicBezTo>
                  <a:pt x="65" y="49"/>
                  <a:pt x="65" y="49"/>
                  <a:pt x="65" y="49"/>
                </a:cubicBezTo>
                <a:cubicBezTo>
                  <a:pt x="72" y="53"/>
                  <a:pt x="82" y="53"/>
                  <a:pt x="88" y="46"/>
                </a:cubicBezTo>
                <a:cubicBezTo>
                  <a:pt x="92" y="43"/>
                  <a:pt x="94" y="38"/>
                  <a:pt x="94" y="33"/>
                </a:cubicBezTo>
                <a:cubicBezTo>
                  <a:pt x="94" y="29"/>
                  <a:pt x="92" y="26"/>
                  <a:pt x="90" y="23"/>
                </a:cubicBezTo>
                <a:cubicBezTo>
                  <a:pt x="103" y="10"/>
                  <a:pt x="103" y="10"/>
                  <a:pt x="103" y="10"/>
                </a:cubicBezTo>
                <a:cubicBezTo>
                  <a:pt x="105" y="9"/>
                  <a:pt x="107" y="9"/>
                  <a:pt x="109" y="10"/>
                </a:cubicBezTo>
                <a:cubicBezTo>
                  <a:pt x="136" y="38"/>
                  <a:pt x="136" y="38"/>
                  <a:pt x="136" y="38"/>
                </a:cubicBezTo>
                <a:cubicBezTo>
                  <a:pt x="138" y="39"/>
                  <a:pt x="138" y="42"/>
                  <a:pt x="136" y="43"/>
                </a:cubicBezTo>
                <a:cubicBezTo>
                  <a:pt x="124" y="56"/>
                  <a:pt x="124" y="56"/>
                  <a:pt x="124" y="56"/>
                </a:cubicBezTo>
                <a:cubicBezTo>
                  <a:pt x="120" y="54"/>
                  <a:pt x="116" y="53"/>
                  <a:pt x="112" y="53"/>
                </a:cubicBezTo>
                <a:cubicBezTo>
                  <a:pt x="106" y="54"/>
                  <a:pt x="101" y="57"/>
                  <a:pt x="98" y="61"/>
                </a:cubicBezTo>
                <a:cubicBezTo>
                  <a:pt x="93" y="69"/>
                  <a:pt x="94" y="79"/>
                  <a:pt x="101" y="85"/>
                </a:cubicBezTo>
                <a:cubicBezTo>
                  <a:pt x="111" y="96"/>
                  <a:pt x="111" y="96"/>
                  <a:pt x="111" y="96"/>
                </a:cubicBezTo>
                <a:cubicBezTo>
                  <a:pt x="109" y="99"/>
                  <a:pt x="109" y="99"/>
                  <a:pt x="109" y="99"/>
                </a:cubicBezTo>
                <a:cubicBezTo>
                  <a:pt x="107" y="100"/>
                  <a:pt x="107" y="103"/>
                  <a:pt x="109" y="104"/>
                </a:cubicBezTo>
                <a:cubicBezTo>
                  <a:pt x="164" y="159"/>
                  <a:pt x="164" y="159"/>
                  <a:pt x="164" y="159"/>
                </a:cubicBezTo>
                <a:cubicBezTo>
                  <a:pt x="153" y="170"/>
                  <a:pt x="153" y="170"/>
                  <a:pt x="153" y="170"/>
                </a:cubicBezTo>
                <a:lnTo>
                  <a:pt x="100" y="118"/>
                </a:lnTo>
                <a:close/>
                <a:moveTo>
                  <a:pt x="241" y="231"/>
                </a:moveTo>
                <a:cubicBezTo>
                  <a:pt x="225" y="248"/>
                  <a:pt x="225" y="248"/>
                  <a:pt x="225" y="248"/>
                </a:cubicBezTo>
                <a:cubicBezTo>
                  <a:pt x="223" y="249"/>
                  <a:pt x="221" y="249"/>
                  <a:pt x="219" y="248"/>
                </a:cubicBezTo>
                <a:cubicBezTo>
                  <a:pt x="153" y="182"/>
                  <a:pt x="153" y="182"/>
                  <a:pt x="153" y="182"/>
                </a:cubicBezTo>
                <a:cubicBezTo>
                  <a:pt x="156" y="179"/>
                  <a:pt x="156" y="179"/>
                  <a:pt x="156" y="179"/>
                </a:cubicBezTo>
                <a:cubicBezTo>
                  <a:pt x="172" y="162"/>
                  <a:pt x="172" y="162"/>
                  <a:pt x="172" y="162"/>
                </a:cubicBezTo>
                <a:cubicBezTo>
                  <a:pt x="172" y="162"/>
                  <a:pt x="172" y="162"/>
                  <a:pt x="172" y="162"/>
                </a:cubicBezTo>
                <a:cubicBezTo>
                  <a:pt x="175" y="160"/>
                  <a:pt x="175" y="160"/>
                  <a:pt x="175" y="160"/>
                </a:cubicBezTo>
                <a:cubicBezTo>
                  <a:pt x="241" y="226"/>
                  <a:pt x="241" y="226"/>
                  <a:pt x="241" y="226"/>
                </a:cubicBezTo>
                <a:cubicBezTo>
                  <a:pt x="243" y="227"/>
                  <a:pt x="243" y="230"/>
                  <a:pt x="241" y="231"/>
                </a:cubicBezTo>
                <a:close/>
                <a:moveTo>
                  <a:pt x="136" y="94"/>
                </a:moveTo>
                <a:cubicBezTo>
                  <a:pt x="135" y="96"/>
                  <a:pt x="135" y="98"/>
                  <a:pt x="136" y="100"/>
                </a:cubicBezTo>
                <a:cubicBezTo>
                  <a:pt x="137" y="101"/>
                  <a:pt x="138" y="101"/>
                  <a:pt x="139" y="101"/>
                </a:cubicBezTo>
                <a:cubicBezTo>
                  <a:pt x="140" y="101"/>
                  <a:pt x="141" y="101"/>
                  <a:pt x="142" y="100"/>
                </a:cubicBezTo>
                <a:cubicBezTo>
                  <a:pt x="176" y="65"/>
                  <a:pt x="176" y="65"/>
                  <a:pt x="176" y="65"/>
                </a:cubicBezTo>
                <a:cubicBezTo>
                  <a:pt x="176" y="66"/>
                  <a:pt x="176" y="66"/>
                  <a:pt x="176" y="66"/>
                </a:cubicBezTo>
                <a:cubicBezTo>
                  <a:pt x="177" y="68"/>
                  <a:pt x="180" y="69"/>
                  <a:pt x="182" y="68"/>
                </a:cubicBezTo>
                <a:cubicBezTo>
                  <a:pt x="184" y="67"/>
                  <a:pt x="184" y="64"/>
                  <a:pt x="183" y="62"/>
                </a:cubicBezTo>
                <a:cubicBezTo>
                  <a:pt x="180" y="57"/>
                  <a:pt x="179" y="51"/>
                  <a:pt x="179" y="45"/>
                </a:cubicBezTo>
                <a:cubicBezTo>
                  <a:pt x="179" y="25"/>
                  <a:pt x="195" y="9"/>
                  <a:pt x="215" y="9"/>
                </a:cubicBezTo>
                <a:cubicBezTo>
                  <a:pt x="217" y="9"/>
                  <a:pt x="219" y="9"/>
                  <a:pt x="221" y="9"/>
                </a:cubicBezTo>
                <a:cubicBezTo>
                  <a:pt x="200" y="30"/>
                  <a:pt x="200" y="30"/>
                  <a:pt x="200" y="30"/>
                </a:cubicBezTo>
                <a:cubicBezTo>
                  <a:pt x="199" y="31"/>
                  <a:pt x="199" y="32"/>
                  <a:pt x="199" y="33"/>
                </a:cubicBezTo>
                <a:cubicBezTo>
                  <a:pt x="199" y="44"/>
                  <a:pt x="199" y="44"/>
                  <a:pt x="199" y="44"/>
                </a:cubicBezTo>
                <a:cubicBezTo>
                  <a:pt x="199" y="45"/>
                  <a:pt x="199" y="46"/>
                  <a:pt x="200" y="47"/>
                </a:cubicBezTo>
                <a:cubicBezTo>
                  <a:pt x="213" y="60"/>
                  <a:pt x="213" y="60"/>
                  <a:pt x="213" y="60"/>
                </a:cubicBezTo>
                <a:cubicBezTo>
                  <a:pt x="214" y="61"/>
                  <a:pt x="215" y="61"/>
                  <a:pt x="216" y="61"/>
                </a:cubicBezTo>
                <a:cubicBezTo>
                  <a:pt x="227" y="61"/>
                  <a:pt x="227" y="61"/>
                  <a:pt x="227" y="61"/>
                </a:cubicBezTo>
                <a:cubicBezTo>
                  <a:pt x="228" y="61"/>
                  <a:pt x="229" y="61"/>
                  <a:pt x="230" y="60"/>
                </a:cubicBezTo>
                <a:cubicBezTo>
                  <a:pt x="251" y="39"/>
                  <a:pt x="251" y="39"/>
                  <a:pt x="251" y="39"/>
                </a:cubicBezTo>
                <a:cubicBezTo>
                  <a:pt x="251" y="41"/>
                  <a:pt x="251" y="43"/>
                  <a:pt x="251" y="45"/>
                </a:cubicBezTo>
                <a:cubicBezTo>
                  <a:pt x="251" y="65"/>
                  <a:pt x="235" y="81"/>
                  <a:pt x="215" y="81"/>
                </a:cubicBezTo>
                <a:cubicBezTo>
                  <a:pt x="209" y="81"/>
                  <a:pt x="203" y="79"/>
                  <a:pt x="198" y="77"/>
                </a:cubicBezTo>
                <a:cubicBezTo>
                  <a:pt x="196" y="76"/>
                  <a:pt x="193" y="76"/>
                  <a:pt x="192" y="78"/>
                </a:cubicBezTo>
                <a:cubicBezTo>
                  <a:pt x="191" y="80"/>
                  <a:pt x="192" y="83"/>
                  <a:pt x="194" y="84"/>
                </a:cubicBezTo>
                <a:cubicBezTo>
                  <a:pt x="194" y="84"/>
                  <a:pt x="194" y="84"/>
                  <a:pt x="194" y="84"/>
                </a:cubicBezTo>
                <a:cubicBezTo>
                  <a:pt x="160" y="118"/>
                  <a:pt x="160" y="118"/>
                  <a:pt x="160" y="118"/>
                </a:cubicBezTo>
                <a:cubicBezTo>
                  <a:pt x="159" y="120"/>
                  <a:pt x="159" y="122"/>
                  <a:pt x="160" y="124"/>
                </a:cubicBezTo>
                <a:cubicBezTo>
                  <a:pt x="161" y="125"/>
                  <a:pt x="162" y="125"/>
                  <a:pt x="163" y="125"/>
                </a:cubicBezTo>
                <a:cubicBezTo>
                  <a:pt x="164" y="125"/>
                  <a:pt x="165" y="125"/>
                  <a:pt x="166" y="124"/>
                </a:cubicBezTo>
                <a:cubicBezTo>
                  <a:pt x="203" y="87"/>
                  <a:pt x="203" y="87"/>
                  <a:pt x="203" y="87"/>
                </a:cubicBezTo>
                <a:cubicBezTo>
                  <a:pt x="207" y="88"/>
                  <a:pt x="211" y="89"/>
                  <a:pt x="215" y="89"/>
                </a:cubicBezTo>
                <a:cubicBezTo>
                  <a:pt x="239" y="89"/>
                  <a:pt x="259" y="69"/>
                  <a:pt x="259" y="45"/>
                </a:cubicBezTo>
                <a:cubicBezTo>
                  <a:pt x="259" y="40"/>
                  <a:pt x="258" y="35"/>
                  <a:pt x="256" y="30"/>
                </a:cubicBezTo>
                <a:cubicBezTo>
                  <a:pt x="256" y="29"/>
                  <a:pt x="255" y="28"/>
                  <a:pt x="253" y="28"/>
                </a:cubicBezTo>
                <a:cubicBezTo>
                  <a:pt x="252" y="27"/>
                  <a:pt x="251" y="28"/>
                  <a:pt x="250" y="29"/>
                </a:cubicBezTo>
                <a:cubicBezTo>
                  <a:pt x="225" y="53"/>
                  <a:pt x="225" y="53"/>
                  <a:pt x="225" y="53"/>
                </a:cubicBezTo>
                <a:cubicBezTo>
                  <a:pt x="217" y="53"/>
                  <a:pt x="217" y="53"/>
                  <a:pt x="217" y="53"/>
                </a:cubicBezTo>
                <a:cubicBezTo>
                  <a:pt x="207" y="43"/>
                  <a:pt x="207" y="43"/>
                  <a:pt x="207" y="43"/>
                </a:cubicBezTo>
                <a:cubicBezTo>
                  <a:pt x="207" y="35"/>
                  <a:pt x="207" y="35"/>
                  <a:pt x="207" y="35"/>
                </a:cubicBezTo>
                <a:cubicBezTo>
                  <a:pt x="231" y="10"/>
                  <a:pt x="231" y="10"/>
                  <a:pt x="231" y="10"/>
                </a:cubicBezTo>
                <a:cubicBezTo>
                  <a:pt x="232" y="9"/>
                  <a:pt x="233" y="8"/>
                  <a:pt x="232" y="7"/>
                </a:cubicBezTo>
                <a:cubicBezTo>
                  <a:pt x="232" y="5"/>
                  <a:pt x="231" y="4"/>
                  <a:pt x="230" y="4"/>
                </a:cubicBezTo>
                <a:cubicBezTo>
                  <a:pt x="225" y="2"/>
                  <a:pt x="220" y="1"/>
                  <a:pt x="215" y="1"/>
                </a:cubicBezTo>
                <a:cubicBezTo>
                  <a:pt x="191" y="1"/>
                  <a:pt x="171" y="21"/>
                  <a:pt x="171" y="45"/>
                </a:cubicBezTo>
                <a:cubicBezTo>
                  <a:pt x="171" y="49"/>
                  <a:pt x="172" y="53"/>
                  <a:pt x="173" y="57"/>
                </a:cubicBezTo>
                <a:lnTo>
                  <a:pt x="136" y="94"/>
                </a:lnTo>
                <a:close/>
                <a:moveTo>
                  <a:pt x="112" y="166"/>
                </a:moveTo>
                <a:cubicBezTo>
                  <a:pt x="86" y="192"/>
                  <a:pt x="86" y="192"/>
                  <a:pt x="86" y="192"/>
                </a:cubicBezTo>
                <a:cubicBezTo>
                  <a:pt x="86" y="192"/>
                  <a:pt x="86" y="192"/>
                  <a:pt x="86" y="192"/>
                </a:cubicBezTo>
                <a:cubicBezTo>
                  <a:pt x="85" y="190"/>
                  <a:pt x="82" y="189"/>
                  <a:pt x="80" y="190"/>
                </a:cubicBezTo>
                <a:cubicBezTo>
                  <a:pt x="78" y="191"/>
                  <a:pt x="78" y="194"/>
                  <a:pt x="79" y="196"/>
                </a:cubicBezTo>
                <a:cubicBezTo>
                  <a:pt x="81" y="201"/>
                  <a:pt x="83" y="207"/>
                  <a:pt x="83" y="213"/>
                </a:cubicBezTo>
                <a:cubicBezTo>
                  <a:pt x="83" y="233"/>
                  <a:pt x="67" y="249"/>
                  <a:pt x="47" y="249"/>
                </a:cubicBezTo>
                <a:cubicBezTo>
                  <a:pt x="45" y="249"/>
                  <a:pt x="43" y="249"/>
                  <a:pt x="41" y="249"/>
                </a:cubicBezTo>
                <a:cubicBezTo>
                  <a:pt x="62" y="228"/>
                  <a:pt x="62" y="228"/>
                  <a:pt x="62" y="228"/>
                </a:cubicBezTo>
                <a:cubicBezTo>
                  <a:pt x="63" y="227"/>
                  <a:pt x="63" y="226"/>
                  <a:pt x="63" y="225"/>
                </a:cubicBezTo>
                <a:cubicBezTo>
                  <a:pt x="63" y="214"/>
                  <a:pt x="63" y="214"/>
                  <a:pt x="63" y="214"/>
                </a:cubicBezTo>
                <a:cubicBezTo>
                  <a:pt x="63" y="213"/>
                  <a:pt x="63" y="212"/>
                  <a:pt x="62" y="211"/>
                </a:cubicBezTo>
                <a:cubicBezTo>
                  <a:pt x="49" y="198"/>
                  <a:pt x="49" y="198"/>
                  <a:pt x="49" y="198"/>
                </a:cubicBezTo>
                <a:cubicBezTo>
                  <a:pt x="48" y="197"/>
                  <a:pt x="47" y="197"/>
                  <a:pt x="46" y="197"/>
                </a:cubicBezTo>
                <a:cubicBezTo>
                  <a:pt x="35" y="197"/>
                  <a:pt x="35" y="197"/>
                  <a:pt x="35" y="197"/>
                </a:cubicBezTo>
                <a:cubicBezTo>
                  <a:pt x="34" y="197"/>
                  <a:pt x="33" y="197"/>
                  <a:pt x="32" y="198"/>
                </a:cubicBezTo>
                <a:cubicBezTo>
                  <a:pt x="11" y="219"/>
                  <a:pt x="11" y="219"/>
                  <a:pt x="11" y="219"/>
                </a:cubicBezTo>
                <a:cubicBezTo>
                  <a:pt x="11" y="217"/>
                  <a:pt x="11" y="215"/>
                  <a:pt x="11" y="213"/>
                </a:cubicBezTo>
                <a:cubicBezTo>
                  <a:pt x="11" y="193"/>
                  <a:pt x="27" y="177"/>
                  <a:pt x="47" y="177"/>
                </a:cubicBezTo>
                <a:cubicBezTo>
                  <a:pt x="53" y="177"/>
                  <a:pt x="59" y="179"/>
                  <a:pt x="64" y="181"/>
                </a:cubicBezTo>
                <a:cubicBezTo>
                  <a:pt x="66" y="182"/>
                  <a:pt x="69" y="182"/>
                  <a:pt x="70" y="180"/>
                </a:cubicBezTo>
                <a:cubicBezTo>
                  <a:pt x="71" y="178"/>
                  <a:pt x="70" y="175"/>
                  <a:pt x="68" y="174"/>
                </a:cubicBezTo>
                <a:cubicBezTo>
                  <a:pt x="68" y="174"/>
                  <a:pt x="68" y="174"/>
                  <a:pt x="68" y="174"/>
                </a:cubicBezTo>
                <a:cubicBezTo>
                  <a:pt x="94" y="148"/>
                  <a:pt x="94" y="148"/>
                  <a:pt x="94" y="148"/>
                </a:cubicBezTo>
                <a:cubicBezTo>
                  <a:pt x="95" y="146"/>
                  <a:pt x="95" y="144"/>
                  <a:pt x="94" y="142"/>
                </a:cubicBezTo>
                <a:cubicBezTo>
                  <a:pt x="92" y="141"/>
                  <a:pt x="90" y="141"/>
                  <a:pt x="88" y="142"/>
                </a:cubicBezTo>
                <a:cubicBezTo>
                  <a:pt x="59" y="171"/>
                  <a:pt x="59" y="171"/>
                  <a:pt x="59" y="171"/>
                </a:cubicBezTo>
                <a:cubicBezTo>
                  <a:pt x="55" y="170"/>
                  <a:pt x="51" y="169"/>
                  <a:pt x="47" y="169"/>
                </a:cubicBezTo>
                <a:cubicBezTo>
                  <a:pt x="23" y="169"/>
                  <a:pt x="3" y="189"/>
                  <a:pt x="3" y="213"/>
                </a:cubicBezTo>
                <a:cubicBezTo>
                  <a:pt x="3" y="218"/>
                  <a:pt x="4" y="223"/>
                  <a:pt x="6" y="228"/>
                </a:cubicBezTo>
                <a:cubicBezTo>
                  <a:pt x="6" y="229"/>
                  <a:pt x="7" y="230"/>
                  <a:pt x="9" y="230"/>
                </a:cubicBezTo>
                <a:cubicBezTo>
                  <a:pt x="10" y="231"/>
                  <a:pt x="11" y="230"/>
                  <a:pt x="12" y="229"/>
                </a:cubicBezTo>
                <a:cubicBezTo>
                  <a:pt x="37" y="205"/>
                  <a:pt x="37" y="205"/>
                  <a:pt x="37" y="205"/>
                </a:cubicBezTo>
                <a:cubicBezTo>
                  <a:pt x="45" y="205"/>
                  <a:pt x="45" y="205"/>
                  <a:pt x="45" y="205"/>
                </a:cubicBezTo>
                <a:cubicBezTo>
                  <a:pt x="55" y="215"/>
                  <a:pt x="55" y="215"/>
                  <a:pt x="55" y="215"/>
                </a:cubicBezTo>
                <a:cubicBezTo>
                  <a:pt x="55" y="223"/>
                  <a:pt x="55" y="223"/>
                  <a:pt x="55" y="223"/>
                </a:cubicBezTo>
                <a:cubicBezTo>
                  <a:pt x="31" y="248"/>
                  <a:pt x="31" y="248"/>
                  <a:pt x="31" y="248"/>
                </a:cubicBezTo>
                <a:cubicBezTo>
                  <a:pt x="30" y="249"/>
                  <a:pt x="29" y="250"/>
                  <a:pt x="30" y="251"/>
                </a:cubicBezTo>
                <a:cubicBezTo>
                  <a:pt x="30" y="253"/>
                  <a:pt x="31" y="254"/>
                  <a:pt x="32" y="254"/>
                </a:cubicBezTo>
                <a:cubicBezTo>
                  <a:pt x="37" y="256"/>
                  <a:pt x="42" y="257"/>
                  <a:pt x="47" y="257"/>
                </a:cubicBezTo>
                <a:cubicBezTo>
                  <a:pt x="71" y="257"/>
                  <a:pt x="91" y="237"/>
                  <a:pt x="91" y="213"/>
                </a:cubicBezTo>
                <a:cubicBezTo>
                  <a:pt x="91" y="209"/>
                  <a:pt x="90" y="205"/>
                  <a:pt x="89" y="201"/>
                </a:cubicBezTo>
                <a:cubicBezTo>
                  <a:pt x="118" y="172"/>
                  <a:pt x="118" y="172"/>
                  <a:pt x="118" y="172"/>
                </a:cubicBezTo>
                <a:cubicBezTo>
                  <a:pt x="119" y="170"/>
                  <a:pt x="119" y="168"/>
                  <a:pt x="118" y="166"/>
                </a:cubicBezTo>
                <a:cubicBezTo>
                  <a:pt x="116" y="165"/>
                  <a:pt x="114" y="165"/>
                  <a:pt x="112" y="16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26" name="Freeform 177">
            <a:extLst>
              <a:ext uri="{FF2B5EF4-FFF2-40B4-BE49-F238E27FC236}">
                <a16:creationId xmlns:a16="http://schemas.microsoft.com/office/drawing/2014/main" id="{3EB598DD-E6EF-4627-8357-EA77DC5F9C20}"/>
              </a:ext>
            </a:extLst>
          </p:cNvPr>
          <p:cNvSpPr>
            <a:spLocks noChangeAspect="1" noEditPoints="1"/>
          </p:cNvSpPr>
          <p:nvPr/>
        </p:nvSpPr>
        <p:spPr bwMode="auto">
          <a:xfrm>
            <a:off x="1573278" y="3396457"/>
            <a:ext cx="334962" cy="400050"/>
          </a:xfrm>
          <a:custGeom>
            <a:avLst/>
            <a:gdLst>
              <a:gd name="T0" fmla="*/ 198 w 216"/>
              <a:gd name="T1" fmla="*/ 17 h 256"/>
              <a:gd name="T2" fmla="*/ 187 w 216"/>
              <a:gd name="T3" fmla="*/ 0 h 256"/>
              <a:gd name="T4" fmla="*/ 149 w 216"/>
              <a:gd name="T5" fmla="*/ 8 h 256"/>
              <a:gd name="T6" fmla="*/ 92 w 216"/>
              <a:gd name="T7" fmla="*/ 8 h 256"/>
              <a:gd name="T8" fmla="*/ 92 w 216"/>
              <a:gd name="T9" fmla="*/ 16 h 256"/>
              <a:gd name="T10" fmla="*/ 113 w 216"/>
              <a:gd name="T11" fmla="*/ 68 h 256"/>
              <a:gd name="T12" fmla="*/ 104 w 216"/>
              <a:gd name="T13" fmla="*/ 236 h 256"/>
              <a:gd name="T14" fmla="*/ 20 w 216"/>
              <a:gd name="T15" fmla="*/ 248 h 256"/>
              <a:gd name="T16" fmla="*/ 8 w 216"/>
              <a:gd name="T17" fmla="*/ 129 h 256"/>
              <a:gd name="T18" fmla="*/ 26 w 216"/>
              <a:gd name="T19" fmla="*/ 10 h 256"/>
              <a:gd name="T20" fmla="*/ 51 w 216"/>
              <a:gd name="T21" fmla="*/ 8 h 256"/>
              <a:gd name="T22" fmla="*/ 89 w 216"/>
              <a:gd name="T23" fmla="*/ 62 h 256"/>
              <a:gd name="T24" fmla="*/ 95 w 216"/>
              <a:gd name="T25" fmla="*/ 58 h 256"/>
              <a:gd name="T26" fmla="*/ 51 w 216"/>
              <a:gd name="T27" fmla="*/ 0 h 256"/>
              <a:gd name="T28" fmla="*/ 19 w 216"/>
              <a:gd name="T29" fmla="*/ 5 h 256"/>
              <a:gd name="T30" fmla="*/ 1 w 216"/>
              <a:gd name="T31" fmla="*/ 126 h 256"/>
              <a:gd name="T32" fmla="*/ 0 w 216"/>
              <a:gd name="T33" fmla="*/ 236 h 256"/>
              <a:gd name="T34" fmla="*/ 92 w 216"/>
              <a:gd name="T35" fmla="*/ 256 h 256"/>
              <a:gd name="T36" fmla="*/ 124 w 216"/>
              <a:gd name="T37" fmla="*/ 256 h 256"/>
              <a:gd name="T38" fmla="*/ 216 w 216"/>
              <a:gd name="T39" fmla="*/ 236 h 256"/>
              <a:gd name="T40" fmla="*/ 215 w 216"/>
              <a:gd name="T41" fmla="*/ 126 h 256"/>
              <a:gd name="T42" fmla="*/ 144 w 216"/>
              <a:gd name="T43" fmla="*/ 220 h 256"/>
              <a:gd name="T44" fmla="*/ 208 w 216"/>
              <a:gd name="T45" fmla="*/ 204 h 256"/>
              <a:gd name="T46" fmla="*/ 208 w 216"/>
              <a:gd name="T47" fmla="*/ 164 h 256"/>
              <a:gd name="T48" fmla="*/ 144 w 216"/>
              <a:gd name="T49" fmla="*/ 148 h 256"/>
              <a:gd name="T50" fmla="*/ 208 w 216"/>
              <a:gd name="T51" fmla="*/ 164 h 256"/>
              <a:gd name="T52" fmla="*/ 140 w 216"/>
              <a:gd name="T53" fmla="*/ 140 h 256"/>
              <a:gd name="T54" fmla="*/ 136 w 216"/>
              <a:gd name="T55" fmla="*/ 168 h 256"/>
              <a:gd name="T56" fmla="*/ 208 w 216"/>
              <a:gd name="T57" fmla="*/ 172 h 256"/>
              <a:gd name="T58" fmla="*/ 140 w 216"/>
              <a:gd name="T59" fmla="*/ 196 h 256"/>
              <a:gd name="T60" fmla="*/ 136 w 216"/>
              <a:gd name="T61" fmla="*/ 224 h 256"/>
              <a:gd name="T62" fmla="*/ 208 w 216"/>
              <a:gd name="T63" fmla="*/ 228 h 256"/>
              <a:gd name="T64" fmla="*/ 196 w 216"/>
              <a:gd name="T65" fmla="*/ 248 h 256"/>
              <a:gd name="T66" fmla="*/ 112 w 216"/>
              <a:gd name="T67" fmla="*/ 236 h 256"/>
              <a:gd name="T68" fmla="*/ 120 w 216"/>
              <a:gd name="T69" fmla="*/ 72 h 256"/>
              <a:gd name="T70" fmla="*/ 165 w 216"/>
              <a:gd name="T71" fmla="*/ 8 h 256"/>
              <a:gd name="T72" fmla="*/ 190 w 216"/>
              <a:gd name="T73" fmla="*/ 10 h 256"/>
              <a:gd name="T74" fmla="*/ 208 w 216"/>
              <a:gd name="T75" fmla="*/ 129 h 256"/>
              <a:gd name="T76" fmla="*/ 80 w 216"/>
              <a:gd name="T77" fmla="*/ 144 h 256"/>
              <a:gd name="T78" fmla="*/ 24 w 216"/>
              <a:gd name="T79" fmla="*/ 140 h 256"/>
              <a:gd name="T80" fmla="*/ 24 w 216"/>
              <a:gd name="T81" fmla="*/ 148 h 256"/>
              <a:gd name="T82" fmla="*/ 72 w 216"/>
              <a:gd name="T83" fmla="*/ 164 h 256"/>
              <a:gd name="T84" fmla="*/ 20 w 216"/>
              <a:gd name="T85" fmla="*/ 168 h 256"/>
              <a:gd name="T86" fmla="*/ 76 w 216"/>
              <a:gd name="T87" fmla="*/ 172 h 256"/>
              <a:gd name="T88" fmla="*/ 80 w 216"/>
              <a:gd name="T89" fmla="*/ 144 h 256"/>
              <a:gd name="T90" fmla="*/ 20 w 216"/>
              <a:gd name="T91" fmla="*/ 224 h 256"/>
              <a:gd name="T92" fmla="*/ 76 w 216"/>
              <a:gd name="T93" fmla="*/ 228 h 256"/>
              <a:gd name="T94" fmla="*/ 80 w 216"/>
              <a:gd name="T95" fmla="*/ 200 h 256"/>
              <a:gd name="T96" fmla="*/ 24 w 216"/>
              <a:gd name="T97" fmla="*/ 196 h 256"/>
              <a:gd name="T98" fmla="*/ 24 w 216"/>
              <a:gd name="T99" fmla="*/ 204 h 256"/>
              <a:gd name="T100" fmla="*/ 72 w 216"/>
              <a:gd name="T101" fmla="*/ 22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6" h="256">
                <a:moveTo>
                  <a:pt x="215" y="126"/>
                </a:moveTo>
                <a:cubicBezTo>
                  <a:pt x="179" y="78"/>
                  <a:pt x="189" y="37"/>
                  <a:pt x="198" y="17"/>
                </a:cubicBezTo>
                <a:cubicBezTo>
                  <a:pt x="199" y="13"/>
                  <a:pt x="199" y="9"/>
                  <a:pt x="197" y="5"/>
                </a:cubicBezTo>
                <a:cubicBezTo>
                  <a:pt x="194" y="2"/>
                  <a:pt x="191" y="0"/>
                  <a:pt x="187" y="0"/>
                </a:cubicBezTo>
                <a:cubicBezTo>
                  <a:pt x="165" y="0"/>
                  <a:pt x="165" y="0"/>
                  <a:pt x="165" y="0"/>
                </a:cubicBezTo>
                <a:cubicBezTo>
                  <a:pt x="159" y="0"/>
                  <a:pt x="153" y="3"/>
                  <a:pt x="149" y="8"/>
                </a:cubicBezTo>
                <a:cubicBezTo>
                  <a:pt x="149" y="8"/>
                  <a:pt x="148" y="8"/>
                  <a:pt x="148" y="8"/>
                </a:cubicBezTo>
                <a:cubicBezTo>
                  <a:pt x="92" y="8"/>
                  <a:pt x="92" y="8"/>
                  <a:pt x="92" y="8"/>
                </a:cubicBezTo>
                <a:cubicBezTo>
                  <a:pt x="90" y="8"/>
                  <a:pt x="88" y="10"/>
                  <a:pt x="88" y="12"/>
                </a:cubicBezTo>
                <a:cubicBezTo>
                  <a:pt x="88" y="14"/>
                  <a:pt x="90" y="16"/>
                  <a:pt x="92" y="16"/>
                </a:cubicBezTo>
                <a:cubicBezTo>
                  <a:pt x="144" y="16"/>
                  <a:pt x="144" y="16"/>
                  <a:pt x="144" y="16"/>
                </a:cubicBezTo>
                <a:cubicBezTo>
                  <a:pt x="113" y="68"/>
                  <a:pt x="113" y="68"/>
                  <a:pt x="113" y="68"/>
                </a:cubicBezTo>
                <a:cubicBezTo>
                  <a:pt x="107" y="78"/>
                  <a:pt x="104" y="89"/>
                  <a:pt x="104" y="101"/>
                </a:cubicBezTo>
                <a:cubicBezTo>
                  <a:pt x="104" y="236"/>
                  <a:pt x="104" y="236"/>
                  <a:pt x="104" y="236"/>
                </a:cubicBezTo>
                <a:cubicBezTo>
                  <a:pt x="104" y="243"/>
                  <a:pt x="99" y="248"/>
                  <a:pt x="92" y="248"/>
                </a:cubicBezTo>
                <a:cubicBezTo>
                  <a:pt x="20" y="248"/>
                  <a:pt x="20" y="248"/>
                  <a:pt x="20" y="248"/>
                </a:cubicBezTo>
                <a:cubicBezTo>
                  <a:pt x="13" y="248"/>
                  <a:pt x="8" y="243"/>
                  <a:pt x="8" y="236"/>
                </a:cubicBezTo>
                <a:cubicBezTo>
                  <a:pt x="8" y="129"/>
                  <a:pt x="8" y="129"/>
                  <a:pt x="8" y="129"/>
                </a:cubicBezTo>
                <a:cubicBezTo>
                  <a:pt x="46" y="79"/>
                  <a:pt x="35" y="35"/>
                  <a:pt x="26" y="14"/>
                </a:cubicBezTo>
                <a:cubicBezTo>
                  <a:pt x="25" y="12"/>
                  <a:pt x="25" y="11"/>
                  <a:pt x="26" y="10"/>
                </a:cubicBezTo>
                <a:cubicBezTo>
                  <a:pt x="27" y="9"/>
                  <a:pt x="28" y="8"/>
                  <a:pt x="29" y="8"/>
                </a:cubicBezTo>
                <a:cubicBezTo>
                  <a:pt x="51" y="8"/>
                  <a:pt x="51" y="8"/>
                  <a:pt x="51" y="8"/>
                </a:cubicBezTo>
                <a:cubicBezTo>
                  <a:pt x="55" y="8"/>
                  <a:pt x="59" y="10"/>
                  <a:pt x="61" y="14"/>
                </a:cubicBezTo>
                <a:cubicBezTo>
                  <a:pt x="89" y="62"/>
                  <a:pt x="89" y="62"/>
                  <a:pt x="89" y="62"/>
                </a:cubicBezTo>
                <a:cubicBezTo>
                  <a:pt x="90" y="64"/>
                  <a:pt x="92" y="65"/>
                  <a:pt x="94" y="63"/>
                </a:cubicBezTo>
                <a:cubicBezTo>
                  <a:pt x="96" y="62"/>
                  <a:pt x="97" y="60"/>
                  <a:pt x="95" y="58"/>
                </a:cubicBezTo>
                <a:cubicBezTo>
                  <a:pt x="68" y="10"/>
                  <a:pt x="68" y="10"/>
                  <a:pt x="68" y="10"/>
                </a:cubicBezTo>
                <a:cubicBezTo>
                  <a:pt x="65" y="4"/>
                  <a:pt x="58" y="0"/>
                  <a:pt x="51" y="0"/>
                </a:cubicBezTo>
                <a:cubicBezTo>
                  <a:pt x="29" y="0"/>
                  <a:pt x="29" y="0"/>
                  <a:pt x="29" y="0"/>
                </a:cubicBezTo>
                <a:cubicBezTo>
                  <a:pt x="25" y="0"/>
                  <a:pt x="22" y="2"/>
                  <a:pt x="19" y="5"/>
                </a:cubicBezTo>
                <a:cubicBezTo>
                  <a:pt x="17" y="9"/>
                  <a:pt x="17" y="13"/>
                  <a:pt x="18" y="17"/>
                </a:cubicBezTo>
                <a:cubicBezTo>
                  <a:pt x="27" y="37"/>
                  <a:pt x="37" y="78"/>
                  <a:pt x="1" y="126"/>
                </a:cubicBezTo>
                <a:cubicBezTo>
                  <a:pt x="0" y="126"/>
                  <a:pt x="0" y="127"/>
                  <a:pt x="0" y="128"/>
                </a:cubicBezTo>
                <a:cubicBezTo>
                  <a:pt x="0" y="236"/>
                  <a:pt x="0" y="236"/>
                  <a:pt x="0" y="236"/>
                </a:cubicBezTo>
                <a:cubicBezTo>
                  <a:pt x="0" y="247"/>
                  <a:pt x="9" y="256"/>
                  <a:pt x="20" y="256"/>
                </a:cubicBezTo>
                <a:cubicBezTo>
                  <a:pt x="92" y="256"/>
                  <a:pt x="92" y="256"/>
                  <a:pt x="92" y="256"/>
                </a:cubicBezTo>
                <a:cubicBezTo>
                  <a:pt x="99" y="256"/>
                  <a:pt x="104" y="253"/>
                  <a:pt x="108" y="248"/>
                </a:cubicBezTo>
                <a:cubicBezTo>
                  <a:pt x="112" y="253"/>
                  <a:pt x="117" y="256"/>
                  <a:pt x="124" y="256"/>
                </a:cubicBezTo>
                <a:cubicBezTo>
                  <a:pt x="196" y="256"/>
                  <a:pt x="196" y="256"/>
                  <a:pt x="196" y="256"/>
                </a:cubicBezTo>
                <a:cubicBezTo>
                  <a:pt x="207" y="256"/>
                  <a:pt x="216" y="247"/>
                  <a:pt x="216" y="236"/>
                </a:cubicBezTo>
                <a:cubicBezTo>
                  <a:pt x="216" y="128"/>
                  <a:pt x="216" y="128"/>
                  <a:pt x="216" y="128"/>
                </a:cubicBezTo>
                <a:cubicBezTo>
                  <a:pt x="216" y="127"/>
                  <a:pt x="216" y="126"/>
                  <a:pt x="215" y="126"/>
                </a:cubicBezTo>
                <a:close/>
                <a:moveTo>
                  <a:pt x="208" y="220"/>
                </a:moveTo>
                <a:cubicBezTo>
                  <a:pt x="144" y="220"/>
                  <a:pt x="144" y="220"/>
                  <a:pt x="144" y="220"/>
                </a:cubicBezTo>
                <a:cubicBezTo>
                  <a:pt x="144" y="204"/>
                  <a:pt x="144" y="204"/>
                  <a:pt x="144" y="204"/>
                </a:cubicBezTo>
                <a:cubicBezTo>
                  <a:pt x="208" y="204"/>
                  <a:pt x="208" y="204"/>
                  <a:pt x="208" y="204"/>
                </a:cubicBezTo>
                <a:lnTo>
                  <a:pt x="208" y="220"/>
                </a:lnTo>
                <a:close/>
                <a:moveTo>
                  <a:pt x="208" y="164"/>
                </a:moveTo>
                <a:cubicBezTo>
                  <a:pt x="144" y="164"/>
                  <a:pt x="144" y="164"/>
                  <a:pt x="144" y="164"/>
                </a:cubicBezTo>
                <a:cubicBezTo>
                  <a:pt x="144" y="148"/>
                  <a:pt x="144" y="148"/>
                  <a:pt x="144" y="148"/>
                </a:cubicBezTo>
                <a:cubicBezTo>
                  <a:pt x="208" y="148"/>
                  <a:pt x="208" y="148"/>
                  <a:pt x="208" y="148"/>
                </a:cubicBezTo>
                <a:lnTo>
                  <a:pt x="208" y="164"/>
                </a:lnTo>
                <a:close/>
                <a:moveTo>
                  <a:pt x="208" y="140"/>
                </a:moveTo>
                <a:cubicBezTo>
                  <a:pt x="140" y="140"/>
                  <a:pt x="140" y="140"/>
                  <a:pt x="140" y="140"/>
                </a:cubicBezTo>
                <a:cubicBezTo>
                  <a:pt x="138" y="140"/>
                  <a:pt x="136" y="142"/>
                  <a:pt x="136" y="144"/>
                </a:cubicBezTo>
                <a:cubicBezTo>
                  <a:pt x="136" y="168"/>
                  <a:pt x="136" y="168"/>
                  <a:pt x="136" y="168"/>
                </a:cubicBezTo>
                <a:cubicBezTo>
                  <a:pt x="136" y="170"/>
                  <a:pt x="138" y="172"/>
                  <a:pt x="140" y="172"/>
                </a:cubicBezTo>
                <a:cubicBezTo>
                  <a:pt x="208" y="172"/>
                  <a:pt x="208" y="172"/>
                  <a:pt x="208" y="172"/>
                </a:cubicBezTo>
                <a:cubicBezTo>
                  <a:pt x="208" y="196"/>
                  <a:pt x="208" y="196"/>
                  <a:pt x="208" y="196"/>
                </a:cubicBezTo>
                <a:cubicBezTo>
                  <a:pt x="140" y="196"/>
                  <a:pt x="140" y="196"/>
                  <a:pt x="140" y="196"/>
                </a:cubicBezTo>
                <a:cubicBezTo>
                  <a:pt x="138" y="196"/>
                  <a:pt x="136" y="198"/>
                  <a:pt x="136" y="200"/>
                </a:cubicBezTo>
                <a:cubicBezTo>
                  <a:pt x="136" y="224"/>
                  <a:pt x="136" y="224"/>
                  <a:pt x="136" y="224"/>
                </a:cubicBezTo>
                <a:cubicBezTo>
                  <a:pt x="136" y="226"/>
                  <a:pt x="138" y="228"/>
                  <a:pt x="140" y="228"/>
                </a:cubicBezTo>
                <a:cubicBezTo>
                  <a:pt x="208" y="228"/>
                  <a:pt x="208" y="228"/>
                  <a:pt x="208" y="228"/>
                </a:cubicBezTo>
                <a:cubicBezTo>
                  <a:pt x="208" y="236"/>
                  <a:pt x="208" y="236"/>
                  <a:pt x="208" y="236"/>
                </a:cubicBezTo>
                <a:cubicBezTo>
                  <a:pt x="208" y="243"/>
                  <a:pt x="203" y="248"/>
                  <a:pt x="196" y="248"/>
                </a:cubicBezTo>
                <a:cubicBezTo>
                  <a:pt x="124" y="248"/>
                  <a:pt x="124" y="248"/>
                  <a:pt x="124" y="248"/>
                </a:cubicBezTo>
                <a:cubicBezTo>
                  <a:pt x="117" y="248"/>
                  <a:pt x="112" y="243"/>
                  <a:pt x="112" y="236"/>
                </a:cubicBezTo>
                <a:cubicBezTo>
                  <a:pt x="112" y="101"/>
                  <a:pt x="112" y="101"/>
                  <a:pt x="112" y="101"/>
                </a:cubicBezTo>
                <a:cubicBezTo>
                  <a:pt x="112" y="90"/>
                  <a:pt x="115" y="81"/>
                  <a:pt x="120" y="72"/>
                </a:cubicBezTo>
                <a:cubicBezTo>
                  <a:pt x="155" y="14"/>
                  <a:pt x="155" y="14"/>
                  <a:pt x="155" y="14"/>
                </a:cubicBezTo>
                <a:cubicBezTo>
                  <a:pt x="157" y="10"/>
                  <a:pt x="161" y="8"/>
                  <a:pt x="165" y="8"/>
                </a:cubicBezTo>
                <a:cubicBezTo>
                  <a:pt x="187" y="8"/>
                  <a:pt x="187" y="8"/>
                  <a:pt x="187" y="8"/>
                </a:cubicBezTo>
                <a:cubicBezTo>
                  <a:pt x="188" y="8"/>
                  <a:pt x="189" y="9"/>
                  <a:pt x="190" y="10"/>
                </a:cubicBezTo>
                <a:cubicBezTo>
                  <a:pt x="191" y="11"/>
                  <a:pt x="191" y="12"/>
                  <a:pt x="190" y="14"/>
                </a:cubicBezTo>
                <a:cubicBezTo>
                  <a:pt x="181" y="35"/>
                  <a:pt x="170" y="79"/>
                  <a:pt x="208" y="129"/>
                </a:cubicBezTo>
                <a:lnTo>
                  <a:pt x="208" y="140"/>
                </a:lnTo>
                <a:close/>
                <a:moveTo>
                  <a:pt x="80" y="144"/>
                </a:moveTo>
                <a:cubicBezTo>
                  <a:pt x="80" y="142"/>
                  <a:pt x="78" y="140"/>
                  <a:pt x="76" y="140"/>
                </a:cubicBezTo>
                <a:cubicBezTo>
                  <a:pt x="24" y="140"/>
                  <a:pt x="24" y="140"/>
                  <a:pt x="24" y="140"/>
                </a:cubicBezTo>
                <a:cubicBezTo>
                  <a:pt x="22" y="140"/>
                  <a:pt x="20" y="142"/>
                  <a:pt x="20" y="144"/>
                </a:cubicBezTo>
                <a:cubicBezTo>
                  <a:pt x="20" y="146"/>
                  <a:pt x="22" y="148"/>
                  <a:pt x="24" y="148"/>
                </a:cubicBezTo>
                <a:cubicBezTo>
                  <a:pt x="72" y="148"/>
                  <a:pt x="72" y="148"/>
                  <a:pt x="72" y="148"/>
                </a:cubicBezTo>
                <a:cubicBezTo>
                  <a:pt x="72" y="164"/>
                  <a:pt x="72" y="164"/>
                  <a:pt x="72" y="164"/>
                </a:cubicBezTo>
                <a:cubicBezTo>
                  <a:pt x="24" y="164"/>
                  <a:pt x="24" y="164"/>
                  <a:pt x="24" y="164"/>
                </a:cubicBezTo>
                <a:cubicBezTo>
                  <a:pt x="22" y="164"/>
                  <a:pt x="20" y="166"/>
                  <a:pt x="20" y="168"/>
                </a:cubicBezTo>
                <a:cubicBezTo>
                  <a:pt x="20" y="170"/>
                  <a:pt x="22" y="172"/>
                  <a:pt x="24" y="172"/>
                </a:cubicBezTo>
                <a:cubicBezTo>
                  <a:pt x="76" y="172"/>
                  <a:pt x="76" y="172"/>
                  <a:pt x="76" y="172"/>
                </a:cubicBezTo>
                <a:cubicBezTo>
                  <a:pt x="78" y="172"/>
                  <a:pt x="80" y="170"/>
                  <a:pt x="80" y="168"/>
                </a:cubicBezTo>
                <a:lnTo>
                  <a:pt x="80" y="144"/>
                </a:lnTo>
                <a:close/>
                <a:moveTo>
                  <a:pt x="24" y="220"/>
                </a:moveTo>
                <a:cubicBezTo>
                  <a:pt x="22" y="220"/>
                  <a:pt x="20" y="222"/>
                  <a:pt x="20" y="224"/>
                </a:cubicBezTo>
                <a:cubicBezTo>
                  <a:pt x="20" y="226"/>
                  <a:pt x="22" y="228"/>
                  <a:pt x="24" y="228"/>
                </a:cubicBezTo>
                <a:cubicBezTo>
                  <a:pt x="76" y="228"/>
                  <a:pt x="76" y="228"/>
                  <a:pt x="76" y="228"/>
                </a:cubicBezTo>
                <a:cubicBezTo>
                  <a:pt x="78" y="228"/>
                  <a:pt x="80" y="226"/>
                  <a:pt x="80" y="224"/>
                </a:cubicBezTo>
                <a:cubicBezTo>
                  <a:pt x="80" y="200"/>
                  <a:pt x="80" y="200"/>
                  <a:pt x="80" y="200"/>
                </a:cubicBezTo>
                <a:cubicBezTo>
                  <a:pt x="80" y="198"/>
                  <a:pt x="78" y="196"/>
                  <a:pt x="76" y="196"/>
                </a:cubicBezTo>
                <a:cubicBezTo>
                  <a:pt x="24" y="196"/>
                  <a:pt x="24" y="196"/>
                  <a:pt x="24" y="196"/>
                </a:cubicBezTo>
                <a:cubicBezTo>
                  <a:pt x="22" y="196"/>
                  <a:pt x="20" y="198"/>
                  <a:pt x="20" y="200"/>
                </a:cubicBezTo>
                <a:cubicBezTo>
                  <a:pt x="20" y="202"/>
                  <a:pt x="22" y="204"/>
                  <a:pt x="24" y="204"/>
                </a:cubicBezTo>
                <a:cubicBezTo>
                  <a:pt x="72" y="204"/>
                  <a:pt x="72" y="204"/>
                  <a:pt x="72" y="204"/>
                </a:cubicBezTo>
                <a:cubicBezTo>
                  <a:pt x="72" y="220"/>
                  <a:pt x="72" y="220"/>
                  <a:pt x="72" y="220"/>
                </a:cubicBezTo>
                <a:lnTo>
                  <a:pt x="24" y="22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22" name="Freeform 181">
            <a:extLst>
              <a:ext uri="{FF2B5EF4-FFF2-40B4-BE49-F238E27FC236}">
                <a16:creationId xmlns:a16="http://schemas.microsoft.com/office/drawing/2014/main" id="{DA35FC0B-9264-4EA0-99D7-E0269F317D10}"/>
              </a:ext>
            </a:extLst>
          </p:cNvPr>
          <p:cNvSpPr>
            <a:spLocks noChangeAspect="1" noEditPoints="1"/>
          </p:cNvSpPr>
          <p:nvPr/>
        </p:nvSpPr>
        <p:spPr bwMode="auto">
          <a:xfrm>
            <a:off x="2508380" y="3396457"/>
            <a:ext cx="400050" cy="400050"/>
          </a:xfrm>
          <a:custGeom>
            <a:avLst/>
            <a:gdLst>
              <a:gd name="T0" fmla="*/ 165 w 256"/>
              <a:gd name="T1" fmla="*/ 160 h 256"/>
              <a:gd name="T2" fmla="*/ 164 w 256"/>
              <a:gd name="T3" fmla="*/ 160 h 256"/>
              <a:gd name="T4" fmla="*/ 162 w 256"/>
              <a:gd name="T5" fmla="*/ 161 h 256"/>
              <a:gd name="T6" fmla="*/ 160 w 256"/>
              <a:gd name="T7" fmla="*/ 149 h 256"/>
              <a:gd name="T8" fmla="*/ 176 w 256"/>
              <a:gd name="T9" fmla="*/ 92 h 256"/>
              <a:gd name="T10" fmla="*/ 128 w 256"/>
              <a:gd name="T11" fmla="*/ 152 h 256"/>
              <a:gd name="T12" fmla="*/ 80 w 256"/>
              <a:gd name="T13" fmla="*/ 92 h 256"/>
              <a:gd name="T14" fmla="*/ 96 w 256"/>
              <a:gd name="T15" fmla="*/ 149 h 256"/>
              <a:gd name="T16" fmla="*/ 94 w 256"/>
              <a:gd name="T17" fmla="*/ 161 h 256"/>
              <a:gd name="T18" fmla="*/ 92 w 256"/>
              <a:gd name="T19" fmla="*/ 160 h 256"/>
              <a:gd name="T20" fmla="*/ 91 w 256"/>
              <a:gd name="T21" fmla="*/ 160 h 256"/>
              <a:gd name="T22" fmla="*/ 0 w 256"/>
              <a:gd name="T23" fmla="*/ 252 h 256"/>
              <a:gd name="T24" fmla="*/ 38 w 256"/>
              <a:gd name="T25" fmla="*/ 192 h 256"/>
              <a:gd name="T26" fmla="*/ 78 w 256"/>
              <a:gd name="T27" fmla="*/ 205 h 256"/>
              <a:gd name="T28" fmla="*/ 72 w 256"/>
              <a:gd name="T29" fmla="*/ 187 h 256"/>
              <a:gd name="T30" fmla="*/ 75 w 256"/>
              <a:gd name="T31" fmla="*/ 219 h 256"/>
              <a:gd name="T32" fmla="*/ 128 w 256"/>
              <a:gd name="T33" fmla="*/ 256 h 256"/>
              <a:gd name="T34" fmla="*/ 181 w 256"/>
              <a:gd name="T35" fmla="*/ 219 h 256"/>
              <a:gd name="T36" fmla="*/ 184 w 256"/>
              <a:gd name="T37" fmla="*/ 187 h 256"/>
              <a:gd name="T38" fmla="*/ 178 w 256"/>
              <a:gd name="T39" fmla="*/ 205 h 256"/>
              <a:gd name="T40" fmla="*/ 218 w 256"/>
              <a:gd name="T41" fmla="*/ 192 h 256"/>
              <a:gd name="T42" fmla="*/ 252 w 256"/>
              <a:gd name="T43" fmla="*/ 256 h 256"/>
              <a:gd name="T44" fmla="*/ 153 w 256"/>
              <a:gd name="T45" fmla="*/ 185 h 256"/>
              <a:gd name="T46" fmla="*/ 99 w 256"/>
              <a:gd name="T47" fmla="*/ 171 h 256"/>
              <a:gd name="T48" fmla="*/ 128 w 256"/>
              <a:gd name="T49" fmla="*/ 160 h 256"/>
              <a:gd name="T50" fmla="*/ 157 w 256"/>
              <a:gd name="T51" fmla="*/ 171 h 256"/>
              <a:gd name="T52" fmla="*/ 198 w 256"/>
              <a:gd name="T53" fmla="*/ 248 h 256"/>
              <a:gd name="T54" fmla="*/ 192 w 256"/>
              <a:gd name="T55" fmla="*/ 239 h 256"/>
              <a:gd name="T56" fmla="*/ 180 w 256"/>
              <a:gd name="T57" fmla="*/ 236 h 256"/>
              <a:gd name="T58" fmla="*/ 172 w 256"/>
              <a:gd name="T59" fmla="*/ 248 h 256"/>
              <a:gd name="T60" fmla="*/ 164 w 256"/>
              <a:gd name="T61" fmla="*/ 256 h 256"/>
              <a:gd name="T62" fmla="*/ 192 w 256"/>
              <a:gd name="T63" fmla="*/ 256 h 256"/>
              <a:gd name="T64" fmla="*/ 208 w 256"/>
              <a:gd name="T65" fmla="*/ 248 h 256"/>
              <a:gd name="T66" fmla="*/ 93 w 256"/>
              <a:gd name="T67" fmla="*/ 60 h 256"/>
              <a:gd name="T68" fmla="*/ 128 w 256"/>
              <a:gd name="T69" fmla="*/ 72 h 256"/>
              <a:gd name="T70" fmla="*/ 163 w 256"/>
              <a:gd name="T71" fmla="*/ 60 h 256"/>
              <a:gd name="T72" fmla="*/ 112 w 256"/>
              <a:gd name="T73" fmla="*/ 14 h 256"/>
              <a:gd name="T74" fmla="*/ 120 w 256"/>
              <a:gd name="T75" fmla="*/ 24 h 256"/>
              <a:gd name="T76" fmla="*/ 136 w 256"/>
              <a:gd name="T77" fmla="*/ 9 h 256"/>
              <a:gd name="T78" fmla="*/ 144 w 256"/>
              <a:gd name="T79" fmla="*/ 24 h 256"/>
              <a:gd name="T80" fmla="*/ 184 w 256"/>
              <a:gd name="T81" fmla="*/ 64 h 256"/>
              <a:gd name="T82" fmla="*/ 137 w 256"/>
              <a:gd name="T83" fmla="*/ 1 h 256"/>
              <a:gd name="T84" fmla="*/ 68 w 256"/>
              <a:gd name="T85" fmla="*/ 60 h 256"/>
              <a:gd name="T86" fmla="*/ 199 w 256"/>
              <a:gd name="T87" fmla="*/ 74 h 256"/>
              <a:gd name="T88" fmla="*/ 196 w 256"/>
              <a:gd name="T89" fmla="*/ 64 h 256"/>
              <a:gd name="T90" fmla="*/ 128 w 256"/>
              <a:gd name="T91" fmla="*/ 84 h 256"/>
              <a:gd name="T92" fmla="*/ 60 w 256"/>
              <a:gd name="T93" fmla="*/ 64 h 256"/>
              <a:gd name="T94" fmla="*/ 57 w 256"/>
              <a:gd name="T95" fmla="*/ 7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56">
                <a:moveTo>
                  <a:pt x="222" y="184"/>
                </a:moveTo>
                <a:cubicBezTo>
                  <a:pt x="166" y="160"/>
                  <a:pt x="166" y="160"/>
                  <a:pt x="166" y="160"/>
                </a:cubicBezTo>
                <a:cubicBezTo>
                  <a:pt x="166" y="160"/>
                  <a:pt x="165" y="160"/>
                  <a:pt x="165" y="160"/>
                </a:cubicBezTo>
                <a:cubicBezTo>
                  <a:pt x="165" y="160"/>
                  <a:pt x="165" y="160"/>
                  <a:pt x="165" y="160"/>
                </a:cubicBezTo>
                <a:cubicBezTo>
                  <a:pt x="165" y="160"/>
                  <a:pt x="165" y="160"/>
                  <a:pt x="165" y="160"/>
                </a:cubicBezTo>
                <a:cubicBezTo>
                  <a:pt x="164" y="160"/>
                  <a:pt x="164" y="160"/>
                  <a:pt x="164" y="160"/>
                </a:cubicBezTo>
                <a:cubicBezTo>
                  <a:pt x="164" y="160"/>
                  <a:pt x="163" y="160"/>
                  <a:pt x="163" y="160"/>
                </a:cubicBezTo>
                <a:cubicBezTo>
                  <a:pt x="163" y="160"/>
                  <a:pt x="163" y="160"/>
                  <a:pt x="162" y="160"/>
                </a:cubicBezTo>
                <a:cubicBezTo>
                  <a:pt x="162" y="160"/>
                  <a:pt x="162" y="161"/>
                  <a:pt x="162" y="161"/>
                </a:cubicBezTo>
                <a:cubicBezTo>
                  <a:pt x="162" y="161"/>
                  <a:pt x="162" y="161"/>
                  <a:pt x="162" y="161"/>
                </a:cubicBezTo>
                <a:cubicBezTo>
                  <a:pt x="159" y="154"/>
                  <a:pt x="160" y="149"/>
                  <a:pt x="160" y="149"/>
                </a:cubicBezTo>
                <a:cubicBezTo>
                  <a:pt x="160" y="149"/>
                  <a:pt x="160" y="149"/>
                  <a:pt x="160" y="149"/>
                </a:cubicBezTo>
                <a:cubicBezTo>
                  <a:pt x="168" y="142"/>
                  <a:pt x="174" y="133"/>
                  <a:pt x="177" y="122"/>
                </a:cubicBezTo>
                <a:cubicBezTo>
                  <a:pt x="179" y="113"/>
                  <a:pt x="180" y="97"/>
                  <a:pt x="180" y="96"/>
                </a:cubicBezTo>
                <a:cubicBezTo>
                  <a:pt x="180" y="94"/>
                  <a:pt x="178" y="92"/>
                  <a:pt x="176" y="92"/>
                </a:cubicBezTo>
                <a:cubicBezTo>
                  <a:pt x="174" y="92"/>
                  <a:pt x="172" y="94"/>
                  <a:pt x="172" y="96"/>
                </a:cubicBezTo>
                <a:cubicBezTo>
                  <a:pt x="172" y="96"/>
                  <a:pt x="171" y="111"/>
                  <a:pt x="169" y="120"/>
                </a:cubicBezTo>
                <a:cubicBezTo>
                  <a:pt x="165" y="139"/>
                  <a:pt x="148" y="152"/>
                  <a:pt x="128" y="152"/>
                </a:cubicBezTo>
                <a:cubicBezTo>
                  <a:pt x="108" y="152"/>
                  <a:pt x="91" y="139"/>
                  <a:pt x="87" y="120"/>
                </a:cubicBezTo>
                <a:cubicBezTo>
                  <a:pt x="85" y="111"/>
                  <a:pt x="84" y="96"/>
                  <a:pt x="84" y="96"/>
                </a:cubicBezTo>
                <a:cubicBezTo>
                  <a:pt x="84" y="94"/>
                  <a:pt x="82" y="92"/>
                  <a:pt x="80" y="92"/>
                </a:cubicBezTo>
                <a:cubicBezTo>
                  <a:pt x="78" y="92"/>
                  <a:pt x="76" y="94"/>
                  <a:pt x="76" y="96"/>
                </a:cubicBezTo>
                <a:cubicBezTo>
                  <a:pt x="76" y="97"/>
                  <a:pt x="77" y="113"/>
                  <a:pt x="79" y="122"/>
                </a:cubicBezTo>
                <a:cubicBezTo>
                  <a:pt x="82" y="133"/>
                  <a:pt x="88" y="142"/>
                  <a:pt x="96" y="149"/>
                </a:cubicBezTo>
                <a:cubicBezTo>
                  <a:pt x="96" y="149"/>
                  <a:pt x="96" y="149"/>
                  <a:pt x="96" y="149"/>
                </a:cubicBezTo>
                <a:cubicBezTo>
                  <a:pt x="96" y="149"/>
                  <a:pt x="97" y="154"/>
                  <a:pt x="94" y="161"/>
                </a:cubicBezTo>
                <a:cubicBezTo>
                  <a:pt x="94" y="161"/>
                  <a:pt x="94" y="161"/>
                  <a:pt x="94" y="161"/>
                </a:cubicBezTo>
                <a:cubicBezTo>
                  <a:pt x="94" y="161"/>
                  <a:pt x="94" y="160"/>
                  <a:pt x="94" y="160"/>
                </a:cubicBezTo>
                <a:cubicBezTo>
                  <a:pt x="93" y="160"/>
                  <a:pt x="93" y="160"/>
                  <a:pt x="93" y="160"/>
                </a:cubicBezTo>
                <a:cubicBezTo>
                  <a:pt x="93" y="160"/>
                  <a:pt x="92" y="160"/>
                  <a:pt x="92" y="160"/>
                </a:cubicBezTo>
                <a:cubicBezTo>
                  <a:pt x="92" y="160"/>
                  <a:pt x="92" y="160"/>
                  <a:pt x="91" y="160"/>
                </a:cubicBezTo>
                <a:cubicBezTo>
                  <a:pt x="91" y="160"/>
                  <a:pt x="91" y="160"/>
                  <a:pt x="91" y="160"/>
                </a:cubicBezTo>
                <a:cubicBezTo>
                  <a:pt x="91" y="160"/>
                  <a:pt x="91" y="160"/>
                  <a:pt x="91" y="160"/>
                </a:cubicBezTo>
                <a:cubicBezTo>
                  <a:pt x="91" y="160"/>
                  <a:pt x="90" y="160"/>
                  <a:pt x="90" y="160"/>
                </a:cubicBezTo>
                <a:cubicBezTo>
                  <a:pt x="34" y="184"/>
                  <a:pt x="34" y="184"/>
                  <a:pt x="34" y="184"/>
                </a:cubicBezTo>
                <a:cubicBezTo>
                  <a:pt x="0" y="201"/>
                  <a:pt x="0" y="250"/>
                  <a:pt x="0" y="252"/>
                </a:cubicBezTo>
                <a:cubicBezTo>
                  <a:pt x="0" y="254"/>
                  <a:pt x="2" y="256"/>
                  <a:pt x="4" y="256"/>
                </a:cubicBezTo>
                <a:cubicBezTo>
                  <a:pt x="6" y="256"/>
                  <a:pt x="8" y="254"/>
                  <a:pt x="8" y="252"/>
                </a:cubicBezTo>
                <a:cubicBezTo>
                  <a:pt x="8" y="252"/>
                  <a:pt x="8" y="206"/>
                  <a:pt x="38" y="192"/>
                </a:cubicBezTo>
                <a:cubicBezTo>
                  <a:pt x="90" y="169"/>
                  <a:pt x="90" y="169"/>
                  <a:pt x="90" y="169"/>
                </a:cubicBezTo>
                <a:cubicBezTo>
                  <a:pt x="95" y="187"/>
                  <a:pt x="95" y="187"/>
                  <a:pt x="95" y="187"/>
                </a:cubicBezTo>
                <a:cubicBezTo>
                  <a:pt x="78" y="205"/>
                  <a:pt x="78" y="205"/>
                  <a:pt x="78" y="205"/>
                </a:cubicBezTo>
                <a:cubicBezTo>
                  <a:pt x="80" y="189"/>
                  <a:pt x="80" y="189"/>
                  <a:pt x="80" y="189"/>
                </a:cubicBezTo>
                <a:cubicBezTo>
                  <a:pt x="80" y="186"/>
                  <a:pt x="79" y="184"/>
                  <a:pt x="77" y="184"/>
                </a:cubicBezTo>
                <a:cubicBezTo>
                  <a:pt x="74" y="184"/>
                  <a:pt x="72" y="185"/>
                  <a:pt x="72" y="187"/>
                </a:cubicBezTo>
                <a:cubicBezTo>
                  <a:pt x="68" y="215"/>
                  <a:pt x="68" y="215"/>
                  <a:pt x="68" y="215"/>
                </a:cubicBezTo>
                <a:cubicBezTo>
                  <a:pt x="68" y="217"/>
                  <a:pt x="69" y="219"/>
                  <a:pt x="70" y="220"/>
                </a:cubicBezTo>
                <a:cubicBezTo>
                  <a:pt x="72" y="220"/>
                  <a:pt x="74" y="220"/>
                  <a:pt x="75" y="219"/>
                </a:cubicBezTo>
                <a:cubicBezTo>
                  <a:pt x="101" y="193"/>
                  <a:pt x="101" y="193"/>
                  <a:pt x="101" y="193"/>
                </a:cubicBezTo>
                <a:cubicBezTo>
                  <a:pt x="107" y="197"/>
                  <a:pt x="124" y="212"/>
                  <a:pt x="124" y="252"/>
                </a:cubicBezTo>
                <a:cubicBezTo>
                  <a:pt x="124" y="254"/>
                  <a:pt x="126" y="256"/>
                  <a:pt x="128" y="256"/>
                </a:cubicBezTo>
                <a:cubicBezTo>
                  <a:pt x="130" y="256"/>
                  <a:pt x="132" y="254"/>
                  <a:pt x="132" y="252"/>
                </a:cubicBezTo>
                <a:cubicBezTo>
                  <a:pt x="132" y="212"/>
                  <a:pt x="149" y="197"/>
                  <a:pt x="155" y="193"/>
                </a:cubicBezTo>
                <a:cubicBezTo>
                  <a:pt x="181" y="219"/>
                  <a:pt x="181" y="219"/>
                  <a:pt x="181" y="219"/>
                </a:cubicBezTo>
                <a:cubicBezTo>
                  <a:pt x="182" y="220"/>
                  <a:pt x="184" y="220"/>
                  <a:pt x="186" y="220"/>
                </a:cubicBezTo>
                <a:cubicBezTo>
                  <a:pt x="187" y="219"/>
                  <a:pt x="188" y="217"/>
                  <a:pt x="188" y="215"/>
                </a:cubicBezTo>
                <a:cubicBezTo>
                  <a:pt x="184" y="187"/>
                  <a:pt x="184" y="187"/>
                  <a:pt x="184" y="187"/>
                </a:cubicBezTo>
                <a:cubicBezTo>
                  <a:pt x="184" y="185"/>
                  <a:pt x="182" y="184"/>
                  <a:pt x="179" y="184"/>
                </a:cubicBezTo>
                <a:cubicBezTo>
                  <a:pt x="177" y="184"/>
                  <a:pt x="176" y="186"/>
                  <a:pt x="176" y="189"/>
                </a:cubicBezTo>
                <a:cubicBezTo>
                  <a:pt x="178" y="205"/>
                  <a:pt x="178" y="205"/>
                  <a:pt x="178" y="205"/>
                </a:cubicBezTo>
                <a:cubicBezTo>
                  <a:pt x="161" y="187"/>
                  <a:pt x="161" y="187"/>
                  <a:pt x="161" y="187"/>
                </a:cubicBezTo>
                <a:cubicBezTo>
                  <a:pt x="166" y="169"/>
                  <a:pt x="166" y="169"/>
                  <a:pt x="166" y="169"/>
                </a:cubicBezTo>
                <a:cubicBezTo>
                  <a:pt x="218" y="192"/>
                  <a:pt x="218" y="192"/>
                  <a:pt x="218" y="192"/>
                </a:cubicBezTo>
                <a:cubicBezTo>
                  <a:pt x="248" y="206"/>
                  <a:pt x="248" y="252"/>
                  <a:pt x="248" y="252"/>
                </a:cubicBezTo>
                <a:cubicBezTo>
                  <a:pt x="248" y="254"/>
                  <a:pt x="250" y="256"/>
                  <a:pt x="252" y="256"/>
                </a:cubicBezTo>
                <a:cubicBezTo>
                  <a:pt x="252" y="256"/>
                  <a:pt x="252" y="256"/>
                  <a:pt x="252" y="256"/>
                </a:cubicBezTo>
                <a:cubicBezTo>
                  <a:pt x="254" y="256"/>
                  <a:pt x="256" y="254"/>
                  <a:pt x="256" y="252"/>
                </a:cubicBezTo>
                <a:cubicBezTo>
                  <a:pt x="256" y="250"/>
                  <a:pt x="256" y="201"/>
                  <a:pt x="222" y="184"/>
                </a:cubicBezTo>
                <a:close/>
                <a:moveTo>
                  <a:pt x="153" y="185"/>
                </a:moveTo>
                <a:cubicBezTo>
                  <a:pt x="148" y="188"/>
                  <a:pt x="135" y="197"/>
                  <a:pt x="128" y="221"/>
                </a:cubicBezTo>
                <a:cubicBezTo>
                  <a:pt x="121" y="197"/>
                  <a:pt x="108" y="188"/>
                  <a:pt x="103" y="185"/>
                </a:cubicBezTo>
                <a:cubicBezTo>
                  <a:pt x="99" y="171"/>
                  <a:pt x="99" y="171"/>
                  <a:pt x="99" y="171"/>
                </a:cubicBezTo>
                <a:cubicBezTo>
                  <a:pt x="99" y="171"/>
                  <a:pt x="99" y="170"/>
                  <a:pt x="100" y="170"/>
                </a:cubicBezTo>
                <a:cubicBezTo>
                  <a:pt x="103" y="163"/>
                  <a:pt x="104" y="158"/>
                  <a:pt x="104" y="154"/>
                </a:cubicBezTo>
                <a:cubicBezTo>
                  <a:pt x="111" y="158"/>
                  <a:pt x="119" y="160"/>
                  <a:pt x="128" y="160"/>
                </a:cubicBezTo>
                <a:cubicBezTo>
                  <a:pt x="137" y="160"/>
                  <a:pt x="145" y="158"/>
                  <a:pt x="152" y="154"/>
                </a:cubicBezTo>
                <a:cubicBezTo>
                  <a:pt x="152" y="158"/>
                  <a:pt x="153" y="163"/>
                  <a:pt x="156" y="170"/>
                </a:cubicBezTo>
                <a:cubicBezTo>
                  <a:pt x="157" y="170"/>
                  <a:pt x="157" y="171"/>
                  <a:pt x="157" y="171"/>
                </a:cubicBezTo>
                <a:lnTo>
                  <a:pt x="153" y="185"/>
                </a:lnTo>
                <a:close/>
                <a:moveTo>
                  <a:pt x="208" y="248"/>
                </a:moveTo>
                <a:cubicBezTo>
                  <a:pt x="198" y="248"/>
                  <a:pt x="198" y="248"/>
                  <a:pt x="198" y="248"/>
                </a:cubicBezTo>
                <a:cubicBezTo>
                  <a:pt x="200" y="241"/>
                  <a:pt x="200" y="241"/>
                  <a:pt x="200" y="241"/>
                </a:cubicBezTo>
                <a:cubicBezTo>
                  <a:pt x="200" y="239"/>
                  <a:pt x="199" y="237"/>
                  <a:pt x="197" y="236"/>
                </a:cubicBezTo>
                <a:cubicBezTo>
                  <a:pt x="195" y="236"/>
                  <a:pt x="193" y="237"/>
                  <a:pt x="192" y="239"/>
                </a:cubicBezTo>
                <a:cubicBezTo>
                  <a:pt x="189" y="248"/>
                  <a:pt x="189" y="248"/>
                  <a:pt x="189" y="248"/>
                </a:cubicBezTo>
                <a:cubicBezTo>
                  <a:pt x="180" y="248"/>
                  <a:pt x="180" y="248"/>
                  <a:pt x="180" y="248"/>
                </a:cubicBezTo>
                <a:cubicBezTo>
                  <a:pt x="180" y="236"/>
                  <a:pt x="180" y="236"/>
                  <a:pt x="180" y="236"/>
                </a:cubicBezTo>
                <a:cubicBezTo>
                  <a:pt x="180" y="234"/>
                  <a:pt x="178" y="232"/>
                  <a:pt x="176" y="232"/>
                </a:cubicBezTo>
                <a:cubicBezTo>
                  <a:pt x="174" y="232"/>
                  <a:pt x="172" y="234"/>
                  <a:pt x="172" y="236"/>
                </a:cubicBezTo>
                <a:cubicBezTo>
                  <a:pt x="172" y="248"/>
                  <a:pt x="172" y="248"/>
                  <a:pt x="172" y="248"/>
                </a:cubicBezTo>
                <a:cubicBezTo>
                  <a:pt x="164" y="248"/>
                  <a:pt x="164" y="248"/>
                  <a:pt x="164" y="248"/>
                </a:cubicBezTo>
                <a:cubicBezTo>
                  <a:pt x="162" y="248"/>
                  <a:pt x="160" y="250"/>
                  <a:pt x="160" y="252"/>
                </a:cubicBezTo>
                <a:cubicBezTo>
                  <a:pt x="160" y="254"/>
                  <a:pt x="162" y="256"/>
                  <a:pt x="164" y="256"/>
                </a:cubicBezTo>
                <a:cubicBezTo>
                  <a:pt x="192" y="256"/>
                  <a:pt x="192" y="256"/>
                  <a:pt x="192" y="256"/>
                </a:cubicBezTo>
                <a:cubicBezTo>
                  <a:pt x="192" y="256"/>
                  <a:pt x="192" y="256"/>
                  <a:pt x="192" y="256"/>
                </a:cubicBezTo>
                <a:cubicBezTo>
                  <a:pt x="192" y="256"/>
                  <a:pt x="192" y="256"/>
                  <a:pt x="192" y="256"/>
                </a:cubicBezTo>
                <a:cubicBezTo>
                  <a:pt x="208" y="256"/>
                  <a:pt x="208" y="256"/>
                  <a:pt x="208" y="256"/>
                </a:cubicBezTo>
                <a:cubicBezTo>
                  <a:pt x="210" y="256"/>
                  <a:pt x="212" y="254"/>
                  <a:pt x="212" y="252"/>
                </a:cubicBezTo>
                <a:cubicBezTo>
                  <a:pt x="212" y="250"/>
                  <a:pt x="210" y="248"/>
                  <a:pt x="208" y="248"/>
                </a:cubicBezTo>
                <a:close/>
                <a:moveTo>
                  <a:pt x="163" y="60"/>
                </a:moveTo>
                <a:cubicBezTo>
                  <a:pt x="153" y="62"/>
                  <a:pt x="141" y="64"/>
                  <a:pt x="128" y="64"/>
                </a:cubicBezTo>
                <a:cubicBezTo>
                  <a:pt x="115" y="64"/>
                  <a:pt x="103" y="62"/>
                  <a:pt x="93" y="60"/>
                </a:cubicBezTo>
                <a:cubicBezTo>
                  <a:pt x="91" y="60"/>
                  <a:pt x="88" y="61"/>
                  <a:pt x="88" y="63"/>
                </a:cubicBezTo>
                <a:cubicBezTo>
                  <a:pt x="88" y="65"/>
                  <a:pt x="89" y="68"/>
                  <a:pt x="91" y="68"/>
                </a:cubicBezTo>
                <a:cubicBezTo>
                  <a:pt x="102" y="70"/>
                  <a:pt x="115" y="72"/>
                  <a:pt x="128" y="72"/>
                </a:cubicBezTo>
                <a:cubicBezTo>
                  <a:pt x="141" y="72"/>
                  <a:pt x="154" y="70"/>
                  <a:pt x="165" y="68"/>
                </a:cubicBezTo>
                <a:cubicBezTo>
                  <a:pt x="167" y="68"/>
                  <a:pt x="168" y="65"/>
                  <a:pt x="168" y="63"/>
                </a:cubicBezTo>
                <a:cubicBezTo>
                  <a:pt x="168" y="61"/>
                  <a:pt x="165" y="60"/>
                  <a:pt x="163" y="60"/>
                </a:cubicBezTo>
                <a:close/>
                <a:moveTo>
                  <a:pt x="72" y="64"/>
                </a:moveTo>
                <a:cubicBezTo>
                  <a:pt x="74" y="64"/>
                  <a:pt x="76" y="62"/>
                  <a:pt x="76" y="60"/>
                </a:cubicBezTo>
                <a:cubicBezTo>
                  <a:pt x="76" y="39"/>
                  <a:pt x="91" y="21"/>
                  <a:pt x="112" y="14"/>
                </a:cubicBezTo>
                <a:cubicBezTo>
                  <a:pt x="112" y="24"/>
                  <a:pt x="112" y="24"/>
                  <a:pt x="112" y="24"/>
                </a:cubicBezTo>
                <a:cubicBezTo>
                  <a:pt x="112" y="26"/>
                  <a:pt x="114" y="28"/>
                  <a:pt x="116" y="28"/>
                </a:cubicBezTo>
                <a:cubicBezTo>
                  <a:pt x="118" y="28"/>
                  <a:pt x="120" y="26"/>
                  <a:pt x="120" y="24"/>
                </a:cubicBezTo>
                <a:cubicBezTo>
                  <a:pt x="120" y="10"/>
                  <a:pt x="120" y="10"/>
                  <a:pt x="120" y="10"/>
                </a:cubicBezTo>
                <a:cubicBezTo>
                  <a:pt x="120" y="10"/>
                  <a:pt x="120" y="9"/>
                  <a:pt x="120" y="9"/>
                </a:cubicBezTo>
                <a:cubicBezTo>
                  <a:pt x="125" y="8"/>
                  <a:pt x="131" y="8"/>
                  <a:pt x="136" y="9"/>
                </a:cubicBezTo>
                <a:cubicBezTo>
                  <a:pt x="136" y="24"/>
                  <a:pt x="136" y="24"/>
                  <a:pt x="136" y="24"/>
                </a:cubicBezTo>
                <a:cubicBezTo>
                  <a:pt x="136" y="26"/>
                  <a:pt x="138" y="28"/>
                  <a:pt x="140" y="28"/>
                </a:cubicBezTo>
                <a:cubicBezTo>
                  <a:pt x="142" y="28"/>
                  <a:pt x="144" y="26"/>
                  <a:pt x="144" y="24"/>
                </a:cubicBezTo>
                <a:cubicBezTo>
                  <a:pt x="144" y="14"/>
                  <a:pt x="144" y="14"/>
                  <a:pt x="144" y="14"/>
                </a:cubicBezTo>
                <a:cubicBezTo>
                  <a:pt x="165" y="21"/>
                  <a:pt x="180" y="39"/>
                  <a:pt x="180" y="60"/>
                </a:cubicBezTo>
                <a:cubicBezTo>
                  <a:pt x="180" y="62"/>
                  <a:pt x="182" y="64"/>
                  <a:pt x="184" y="64"/>
                </a:cubicBezTo>
                <a:cubicBezTo>
                  <a:pt x="186" y="64"/>
                  <a:pt x="188" y="62"/>
                  <a:pt x="188" y="60"/>
                </a:cubicBezTo>
                <a:cubicBezTo>
                  <a:pt x="188" y="35"/>
                  <a:pt x="169" y="12"/>
                  <a:pt x="144" y="6"/>
                </a:cubicBezTo>
                <a:cubicBezTo>
                  <a:pt x="143" y="3"/>
                  <a:pt x="140" y="1"/>
                  <a:pt x="137" y="1"/>
                </a:cubicBezTo>
                <a:cubicBezTo>
                  <a:pt x="131" y="0"/>
                  <a:pt x="125" y="0"/>
                  <a:pt x="119" y="1"/>
                </a:cubicBezTo>
                <a:cubicBezTo>
                  <a:pt x="116" y="1"/>
                  <a:pt x="113" y="3"/>
                  <a:pt x="112" y="6"/>
                </a:cubicBezTo>
                <a:cubicBezTo>
                  <a:pt x="87" y="12"/>
                  <a:pt x="68" y="35"/>
                  <a:pt x="68" y="60"/>
                </a:cubicBezTo>
                <a:cubicBezTo>
                  <a:pt x="68" y="62"/>
                  <a:pt x="70" y="64"/>
                  <a:pt x="72" y="64"/>
                </a:cubicBezTo>
                <a:close/>
                <a:moveTo>
                  <a:pt x="128" y="92"/>
                </a:moveTo>
                <a:cubicBezTo>
                  <a:pt x="156" y="92"/>
                  <a:pt x="190" y="89"/>
                  <a:pt x="199" y="74"/>
                </a:cubicBezTo>
                <a:cubicBezTo>
                  <a:pt x="200" y="73"/>
                  <a:pt x="200" y="73"/>
                  <a:pt x="200" y="72"/>
                </a:cubicBezTo>
                <a:cubicBezTo>
                  <a:pt x="200" y="68"/>
                  <a:pt x="200" y="68"/>
                  <a:pt x="200" y="68"/>
                </a:cubicBezTo>
                <a:cubicBezTo>
                  <a:pt x="200" y="66"/>
                  <a:pt x="198" y="64"/>
                  <a:pt x="196" y="64"/>
                </a:cubicBezTo>
                <a:cubicBezTo>
                  <a:pt x="194" y="64"/>
                  <a:pt x="192" y="66"/>
                  <a:pt x="192" y="68"/>
                </a:cubicBezTo>
                <a:cubicBezTo>
                  <a:pt x="192" y="71"/>
                  <a:pt x="192" y="71"/>
                  <a:pt x="192" y="71"/>
                </a:cubicBezTo>
                <a:cubicBezTo>
                  <a:pt x="186" y="79"/>
                  <a:pt x="161" y="84"/>
                  <a:pt x="128" y="84"/>
                </a:cubicBezTo>
                <a:cubicBezTo>
                  <a:pt x="95" y="84"/>
                  <a:pt x="70" y="79"/>
                  <a:pt x="64" y="71"/>
                </a:cubicBezTo>
                <a:cubicBezTo>
                  <a:pt x="64" y="68"/>
                  <a:pt x="64" y="68"/>
                  <a:pt x="64" y="68"/>
                </a:cubicBezTo>
                <a:cubicBezTo>
                  <a:pt x="64" y="66"/>
                  <a:pt x="62" y="64"/>
                  <a:pt x="60" y="64"/>
                </a:cubicBezTo>
                <a:cubicBezTo>
                  <a:pt x="58" y="64"/>
                  <a:pt x="56" y="66"/>
                  <a:pt x="56" y="68"/>
                </a:cubicBezTo>
                <a:cubicBezTo>
                  <a:pt x="56" y="72"/>
                  <a:pt x="56" y="72"/>
                  <a:pt x="56" y="72"/>
                </a:cubicBezTo>
                <a:cubicBezTo>
                  <a:pt x="56" y="73"/>
                  <a:pt x="56" y="73"/>
                  <a:pt x="57" y="74"/>
                </a:cubicBezTo>
                <a:cubicBezTo>
                  <a:pt x="66" y="89"/>
                  <a:pt x="100" y="92"/>
                  <a:pt x="128" y="9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2" name="Freeform 185">
            <a:extLst>
              <a:ext uri="{FF2B5EF4-FFF2-40B4-BE49-F238E27FC236}">
                <a16:creationId xmlns:a16="http://schemas.microsoft.com/office/drawing/2014/main" id="{2AACD112-623F-4B4F-94F1-9B4064BF1E47}"/>
              </a:ext>
            </a:extLst>
          </p:cNvPr>
          <p:cNvSpPr>
            <a:spLocks noChangeAspect="1" noEditPoints="1"/>
          </p:cNvSpPr>
          <p:nvPr/>
        </p:nvSpPr>
        <p:spPr bwMode="auto">
          <a:xfrm>
            <a:off x="3476026" y="3395663"/>
            <a:ext cx="400050" cy="401638"/>
          </a:xfrm>
          <a:custGeom>
            <a:avLst/>
            <a:gdLst>
              <a:gd name="T0" fmla="*/ 173 w 256"/>
              <a:gd name="T1" fmla="*/ 165 h 257"/>
              <a:gd name="T2" fmla="*/ 160 w 256"/>
              <a:gd name="T3" fmla="*/ 139 h 257"/>
              <a:gd name="T4" fmla="*/ 181 w 256"/>
              <a:gd name="T5" fmla="*/ 30 h 257"/>
              <a:gd name="T6" fmla="*/ 204 w 256"/>
              <a:gd name="T7" fmla="*/ 37 h 257"/>
              <a:gd name="T8" fmla="*/ 187 w 256"/>
              <a:gd name="T9" fmla="*/ 125 h 257"/>
              <a:gd name="T10" fmla="*/ 209 w 256"/>
              <a:gd name="T11" fmla="*/ 141 h 257"/>
              <a:gd name="T12" fmla="*/ 176 w 256"/>
              <a:gd name="T13" fmla="*/ 1 h 257"/>
              <a:gd name="T14" fmla="*/ 150 w 256"/>
              <a:gd name="T15" fmla="*/ 5 h 257"/>
              <a:gd name="T16" fmla="*/ 70 w 256"/>
              <a:gd name="T17" fmla="*/ 72 h 257"/>
              <a:gd name="T18" fmla="*/ 96 w 256"/>
              <a:gd name="T19" fmla="*/ 141 h 257"/>
              <a:gd name="T20" fmla="*/ 83 w 256"/>
              <a:gd name="T21" fmla="*/ 165 h 257"/>
              <a:gd name="T22" fmla="*/ 0 w 256"/>
              <a:gd name="T23" fmla="*/ 253 h 257"/>
              <a:gd name="T24" fmla="*/ 8 w 256"/>
              <a:gd name="T25" fmla="*/ 253 h 257"/>
              <a:gd name="T26" fmla="*/ 57 w 256"/>
              <a:gd name="T27" fmla="*/ 194 h 257"/>
              <a:gd name="T28" fmla="*/ 83 w 256"/>
              <a:gd name="T29" fmla="*/ 208 h 257"/>
              <a:gd name="T30" fmla="*/ 89 w 256"/>
              <a:gd name="T31" fmla="*/ 255 h 257"/>
              <a:gd name="T32" fmla="*/ 96 w 256"/>
              <a:gd name="T33" fmla="*/ 251 h 257"/>
              <a:gd name="T34" fmla="*/ 92 w 256"/>
              <a:gd name="T35" fmla="*/ 203 h 257"/>
              <a:gd name="T36" fmla="*/ 94 w 256"/>
              <a:gd name="T37" fmla="*/ 165 h 257"/>
              <a:gd name="T38" fmla="*/ 116 w 256"/>
              <a:gd name="T39" fmla="*/ 253 h 257"/>
              <a:gd name="T40" fmla="*/ 143 w 256"/>
              <a:gd name="T41" fmla="*/ 223 h 257"/>
              <a:gd name="T42" fmla="*/ 148 w 256"/>
              <a:gd name="T43" fmla="*/ 253 h 257"/>
              <a:gd name="T44" fmla="*/ 167 w 256"/>
              <a:gd name="T45" fmla="*/ 201 h 257"/>
              <a:gd name="T46" fmla="*/ 172 w 256"/>
              <a:gd name="T47" fmla="*/ 229 h 257"/>
              <a:gd name="T48" fmla="*/ 164 w 256"/>
              <a:gd name="T49" fmla="*/ 257 h 257"/>
              <a:gd name="T50" fmla="*/ 180 w 256"/>
              <a:gd name="T51" fmla="*/ 228 h 257"/>
              <a:gd name="T52" fmla="*/ 200 w 256"/>
              <a:gd name="T53" fmla="*/ 198 h 257"/>
              <a:gd name="T54" fmla="*/ 210 w 256"/>
              <a:gd name="T55" fmla="*/ 189 h 257"/>
              <a:gd name="T56" fmla="*/ 252 w 256"/>
              <a:gd name="T57" fmla="*/ 257 h 257"/>
              <a:gd name="T58" fmla="*/ 144 w 256"/>
              <a:gd name="T59" fmla="*/ 143 h 257"/>
              <a:gd name="T60" fmla="*/ 152 w 256"/>
              <a:gd name="T61" fmla="*/ 143 h 257"/>
              <a:gd name="T62" fmla="*/ 145 w 256"/>
              <a:gd name="T63" fmla="*/ 214 h 257"/>
              <a:gd name="T64" fmla="*/ 102 w 256"/>
              <a:gd name="T65" fmla="*/ 164 h 257"/>
              <a:gd name="T66" fmla="*/ 107 w 256"/>
              <a:gd name="T67" fmla="*/ 145 h 257"/>
              <a:gd name="T68" fmla="*/ 78 w 256"/>
              <a:gd name="T69" fmla="*/ 74 h 257"/>
              <a:gd name="T70" fmla="*/ 108 w 256"/>
              <a:gd name="T71" fmla="*/ 12 h 257"/>
              <a:gd name="T72" fmla="*/ 178 w 256"/>
              <a:gd name="T73" fmla="*/ 71 h 257"/>
              <a:gd name="T74" fmla="*/ 144 w 256"/>
              <a:gd name="T75" fmla="*/ 143 h 257"/>
              <a:gd name="T76" fmla="*/ 107 w 256"/>
              <a:gd name="T77" fmla="*/ 39 h 257"/>
              <a:gd name="T78" fmla="*/ 100 w 256"/>
              <a:gd name="T79" fmla="*/ 57 h 257"/>
              <a:gd name="T80" fmla="*/ 104 w 256"/>
              <a:gd name="T81" fmla="*/ 65 h 257"/>
              <a:gd name="T82" fmla="*/ 108 w 256"/>
              <a:gd name="T83" fmla="*/ 61 h 257"/>
              <a:gd name="T84" fmla="*/ 128 w 256"/>
              <a:gd name="T85" fmla="*/ 65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7">
                <a:moveTo>
                  <a:pt x="214" y="181"/>
                </a:moveTo>
                <a:cubicBezTo>
                  <a:pt x="203" y="177"/>
                  <a:pt x="175" y="166"/>
                  <a:pt x="174" y="165"/>
                </a:cubicBezTo>
                <a:cubicBezTo>
                  <a:pt x="173" y="165"/>
                  <a:pt x="173" y="165"/>
                  <a:pt x="173" y="165"/>
                </a:cubicBezTo>
                <a:cubicBezTo>
                  <a:pt x="163" y="154"/>
                  <a:pt x="163" y="154"/>
                  <a:pt x="163" y="154"/>
                </a:cubicBezTo>
                <a:cubicBezTo>
                  <a:pt x="162" y="153"/>
                  <a:pt x="161" y="153"/>
                  <a:pt x="160" y="153"/>
                </a:cubicBezTo>
                <a:cubicBezTo>
                  <a:pt x="160" y="139"/>
                  <a:pt x="160" y="139"/>
                  <a:pt x="160" y="139"/>
                </a:cubicBezTo>
                <a:cubicBezTo>
                  <a:pt x="180" y="124"/>
                  <a:pt x="183" y="97"/>
                  <a:pt x="186" y="75"/>
                </a:cubicBezTo>
                <a:cubicBezTo>
                  <a:pt x="186" y="72"/>
                  <a:pt x="186" y="72"/>
                  <a:pt x="186" y="72"/>
                </a:cubicBezTo>
                <a:cubicBezTo>
                  <a:pt x="188" y="59"/>
                  <a:pt x="188" y="43"/>
                  <a:pt x="181" y="30"/>
                </a:cubicBezTo>
                <a:cubicBezTo>
                  <a:pt x="177" y="22"/>
                  <a:pt x="172" y="16"/>
                  <a:pt x="165" y="12"/>
                </a:cubicBezTo>
                <a:cubicBezTo>
                  <a:pt x="168" y="10"/>
                  <a:pt x="172" y="9"/>
                  <a:pt x="176" y="9"/>
                </a:cubicBezTo>
                <a:cubicBezTo>
                  <a:pt x="191" y="9"/>
                  <a:pt x="204" y="22"/>
                  <a:pt x="204" y="37"/>
                </a:cubicBezTo>
                <a:cubicBezTo>
                  <a:pt x="204" y="134"/>
                  <a:pt x="204" y="134"/>
                  <a:pt x="204" y="134"/>
                </a:cubicBezTo>
                <a:cubicBezTo>
                  <a:pt x="200" y="134"/>
                  <a:pt x="194" y="134"/>
                  <a:pt x="192" y="128"/>
                </a:cubicBezTo>
                <a:cubicBezTo>
                  <a:pt x="191" y="126"/>
                  <a:pt x="189" y="125"/>
                  <a:pt x="187" y="125"/>
                </a:cubicBezTo>
                <a:cubicBezTo>
                  <a:pt x="185" y="126"/>
                  <a:pt x="184" y="128"/>
                  <a:pt x="184" y="130"/>
                </a:cubicBezTo>
                <a:cubicBezTo>
                  <a:pt x="187" y="139"/>
                  <a:pt x="195" y="142"/>
                  <a:pt x="202" y="142"/>
                </a:cubicBezTo>
                <a:cubicBezTo>
                  <a:pt x="205" y="142"/>
                  <a:pt x="207" y="141"/>
                  <a:pt x="209" y="141"/>
                </a:cubicBezTo>
                <a:cubicBezTo>
                  <a:pt x="211" y="140"/>
                  <a:pt x="212" y="139"/>
                  <a:pt x="212" y="137"/>
                </a:cubicBezTo>
                <a:cubicBezTo>
                  <a:pt x="212" y="37"/>
                  <a:pt x="212" y="37"/>
                  <a:pt x="212" y="37"/>
                </a:cubicBezTo>
                <a:cubicBezTo>
                  <a:pt x="212" y="17"/>
                  <a:pt x="196" y="1"/>
                  <a:pt x="176" y="1"/>
                </a:cubicBezTo>
                <a:cubicBezTo>
                  <a:pt x="170" y="1"/>
                  <a:pt x="163" y="3"/>
                  <a:pt x="158" y="6"/>
                </a:cubicBezTo>
                <a:cubicBezTo>
                  <a:pt x="157" y="6"/>
                  <a:pt x="157" y="7"/>
                  <a:pt x="157" y="7"/>
                </a:cubicBezTo>
                <a:cubicBezTo>
                  <a:pt x="155" y="6"/>
                  <a:pt x="152" y="5"/>
                  <a:pt x="150" y="5"/>
                </a:cubicBezTo>
                <a:cubicBezTo>
                  <a:pt x="136" y="0"/>
                  <a:pt x="120" y="0"/>
                  <a:pt x="106" y="5"/>
                </a:cubicBezTo>
                <a:cubicBezTo>
                  <a:pt x="92" y="9"/>
                  <a:pt x="81" y="18"/>
                  <a:pt x="75" y="30"/>
                </a:cubicBezTo>
                <a:cubicBezTo>
                  <a:pt x="68" y="43"/>
                  <a:pt x="69" y="59"/>
                  <a:pt x="70" y="72"/>
                </a:cubicBezTo>
                <a:cubicBezTo>
                  <a:pt x="70" y="75"/>
                  <a:pt x="70" y="75"/>
                  <a:pt x="70" y="75"/>
                </a:cubicBezTo>
                <a:cubicBezTo>
                  <a:pt x="73" y="97"/>
                  <a:pt x="76" y="124"/>
                  <a:pt x="97" y="139"/>
                </a:cubicBezTo>
                <a:cubicBezTo>
                  <a:pt x="96" y="140"/>
                  <a:pt x="96" y="140"/>
                  <a:pt x="96" y="141"/>
                </a:cubicBezTo>
                <a:cubicBezTo>
                  <a:pt x="96" y="153"/>
                  <a:pt x="96" y="153"/>
                  <a:pt x="96" y="153"/>
                </a:cubicBezTo>
                <a:cubicBezTo>
                  <a:pt x="95" y="153"/>
                  <a:pt x="94" y="153"/>
                  <a:pt x="93" y="154"/>
                </a:cubicBezTo>
                <a:cubicBezTo>
                  <a:pt x="83" y="165"/>
                  <a:pt x="83" y="165"/>
                  <a:pt x="83" y="165"/>
                </a:cubicBezTo>
                <a:cubicBezTo>
                  <a:pt x="83" y="165"/>
                  <a:pt x="83" y="165"/>
                  <a:pt x="83" y="165"/>
                </a:cubicBezTo>
                <a:cubicBezTo>
                  <a:pt x="81" y="166"/>
                  <a:pt x="53" y="177"/>
                  <a:pt x="42" y="181"/>
                </a:cubicBezTo>
                <a:cubicBezTo>
                  <a:pt x="5" y="198"/>
                  <a:pt x="0" y="250"/>
                  <a:pt x="0" y="253"/>
                </a:cubicBezTo>
                <a:cubicBezTo>
                  <a:pt x="0" y="255"/>
                  <a:pt x="2" y="257"/>
                  <a:pt x="4" y="257"/>
                </a:cubicBezTo>
                <a:cubicBezTo>
                  <a:pt x="4" y="257"/>
                  <a:pt x="4" y="257"/>
                  <a:pt x="4" y="257"/>
                </a:cubicBezTo>
                <a:cubicBezTo>
                  <a:pt x="6" y="257"/>
                  <a:pt x="8" y="255"/>
                  <a:pt x="8" y="253"/>
                </a:cubicBezTo>
                <a:cubicBezTo>
                  <a:pt x="8" y="253"/>
                  <a:pt x="12" y="204"/>
                  <a:pt x="46" y="189"/>
                </a:cubicBezTo>
                <a:cubicBezTo>
                  <a:pt x="51" y="186"/>
                  <a:pt x="63" y="182"/>
                  <a:pt x="72" y="178"/>
                </a:cubicBezTo>
                <a:cubicBezTo>
                  <a:pt x="57" y="194"/>
                  <a:pt x="57" y="194"/>
                  <a:pt x="57" y="194"/>
                </a:cubicBezTo>
                <a:cubicBezTo>
                  <a:pt x="56" y="195"/>
                  <a:pt x="56" y="197"/>
                  <a:pt x="56" y="198"/>
                </a:cubicBezTo>
                <a:cubicBezTo>
                  <a:pt x="57" y="199"/>
                  <a:pt x="58" y="200"/>
                  <a:pt x="59" y="201"/>
                </a:cubicBezTo>
                <a:cubicBezTo>
                  <a:pt x="83" y="208"/>
                  <a:pt x="83" y="208"/>
                  <a:pt x="83" y="208"/>
                </a:cubicBezTo>
                <a:cubicBezTo>
                  <a:pt x="76" y="228"/>
                  <a:pt x="76" y="228"/>
                  <a:pt x="76" y="228"/>
                </a:cubicBezTo>
                <a:cubicBezTo>
                  <a:pt x="76" y="229"/>
                  <a:pt x="76" y="230"/>
                  <a:pt x="77" y="231"/>
                </a:cubicBezTo>
                <a:cubicBezTo>
                  <a:pt x="89" y="255"/>
                  <a:pt x="89" y="255"/>
                  <a:pt x="89" y="255"/>
                </a:cubicBezTo>
                <a:cubicBezTo>
                  <a:pt x="89" y="256"/>
                  <a:pt x="91" y="257"/>
                  <a:pt x="92" y="257"/>
                </a:cubicBezTo>
                <a:cubicBezTo>
                  <a:pt x="93" y="257"/>
                  <a:pt x="93" y="257"/>
                  <a:pt x="94" y="257"/>
                </a:cubicBezTo>
                <a:cubicBezTo>
                  <a:pt x="96" y="256"/>
                  <a:pt x="97" y="253"/>
                  <a:pt x="96" y="251"/>
                </a:cubicBezTo>
                <a:cubicBezTo>
                  <a:pt x="84" y="229"/>
                  <a:pt x="84" y="229"/>
                  <a:pt x="84" y="229"/>
                </a:cubicBezTo>
                <a:cubicBezTo>
                  <a:pt x="92" y="206"/>
                  <a:pt x="92" y="206"/>
                  <a:pt x="92" y="206"/>
                </a:cubicBezTo>
                <a:cubicBezTo>
                  <a:pt x="92" y="205"/>
                  <a:pt x="92" y="204"/>
                  <a:pt x="92" y="203"/>
                </a:cubicBezTo>
                <a:cubicBezTo>
                  <a:pt x="91" y="202"/>
                  <a:pt x="90" y="201"/>
                  <a:pt x="89" y="201"/>
                </a:cubicBezTo>
                <a:cubicBezTo>
                  <a:pt x="67" y="195"/>
                  <a:pt x="67" y="195"/>
                  <a:pt x="67" y="195"/>
                </a:cubicBezTo>
                <a:cubicBezTo>
                  <a:pt x="94" y="165"/>
                  <a:pt x="94" y="165"/>
                  <a:pt x="94" y="165"/>
                </a:cubicBezTo>
                <a:cubicBezTo>
                  <a:pt x="104" y="207"/>
                  <a:pt x="108" y="253"/>
                  <a:pt x="108" y="253"/>
                </a:cubicBezTo>
                <a:cubicBezTo>
                  <a:pt x="108" y="256"/>
                  <a:pt x="110" y="257"/>
                  <a:pt x="112" y="257"/>
                </a:cubicBezTo>
                <a:cubicBezTo>
                  <a:pt x="115" y="257"/>
                  <a:pt x="116" y="255"/>
                  <a:pt x="116" y="253"/>
                </a:cubicBezTo>
                <a:cubicBezTo>
                  <a:pt x="116" y="252"/>
                  <a:pt x="115" y="240"/>
                  <a:pt x="113" y="223"/>
                </a:cubicBezTo>
                <a:cubicBezTo>
                  <a:pt x="117" y="224"/>
                  <a:pt x="122" y="225"/>
                  <a:pt x="128" y="225"/>
                </a:cubicBezTo>
                <a:cubicBezTo>
                  <a:pt x="134" y="225"/>
                  <a:pt x="139" y="224"/>
                  <a:pt x="143" y="223"/>
                </a:cubicBezTo>
                <a:cubicBezTo>
                  <a:pt x="141" y="240"/>
                  <a:pt x="140" y="252"/>
                  <a:pt x="140" y="253"/>
                </a:cubicBezTo>
                <a:cubicBezTo>
                  <a:pt x="140" y="255"/>
                  <a:pt x="142" y="257"/>
                  <a:pt x="144" y="257"/>
                </a:cubicBezTo>
                <a:cubicBezTo>
                  <a:pt x="146" y="257"/>
                  <a:pt x="148" y="256"/>
                  <a:pt x="148" y="253"/>
                </a:cubicBezTo>
                <a:cubicBezTo>
                  <a:pt x="148" y="253"/>
                  <a:pt x="152" y="207"/>
                  <a:pt x="162" y="165"/>
                </a:cubicBezTo>
                <a:cubicBezTo>
                  <a:pt x="189" y="195"/>
                  <a:pt x="189" y="195"/>
                  <a:pt x="189" y="195"/>
                </a:cubicBezTo>
                <a:cubicBezTo>
                  <a:pt x="167" y="201"/>
                  <a:pt x="167" y="201"/>
                  <a:pt x="167" y="201"/>
                </a:cubicBezTo>
                <a:cubicBezTo>
                  <a:pt x="166" y="201"/>
                  <a:pt x="165" y="202"/>
                  <a:pt x="165" y="203"/>
                </a:cubicBezTo>
                <a:cubicBezTo>
                  <a:pt x="164" y="204"/>
                  <a:pt x="164" y="205"/>
                  <a:pt x="164" y="206"/>
                </a:cubicBezTo>
                <a:cubicBezTo>
                  <a:pt x="172" y="229"/>
                  <a:pt x="172" y="229"/>
                  <a:pt x="172" y="229"/>
                </a:cubicBezTo>
                <a:cubicBezTo>
                  <a:pt x="161" y="251"/>
                  <a:pt x="161" y="251"/>
                  <a:pt x="161" y="251"/>
                </a:cubicBezTo>
                <a:cubicBezTo>
                  <a:pt x="160" y="253"/>
                  <a:pt x="160" y="256"/>
                  <a:pt x="162" y="257"/>
                </a:cubicBezTo>
                <a:cubicBezTo>
                  <a:pt x="163" y="257"/>
                  <a:pt x="163" y="257"/>
                  <a:pt x="164" y="257"/>
                </a:cubicBezTo>
                <a:cubicBezTo>
                  <a:pt x="166" y="257"/>
                  <a:pt x="167" y="256"/>
                  <a:pt x="168" y="255"/>
                </a:cubicBezTo>
                <a:cubicBezTo>
                  <a:pt x="180" y="231"/>
                  <a:pt x="180" y="231"/>
                  <a:pt x="180" y="231"/>
                </a:cubicBezTo>
                <a:cubicBezTo>
                  <a:pt x="180" y="230"/>
                  <a:pt x="180" y="229"/>
                  <a:pt x="180" y="228"/>
                </a:cubicBezTo>
                <a:cubicBezTo>
                  <a:pt x="173" y="208"/>
                  <a:pt x="173" y="208"/>
                  <a:pt x="173" y="208"/>
                </a:cubicBezTo>
                <a:cubicBezTo>
                  <a:pt x="197" y="201"/>
                  <a:pt x="197" y="201"/>
                  <a:pt x="197" y="201"/>
                </a:cubicBezTo>
                <a:cubicBezTo>
                  <a:pt x="199" y="200"/>
                  <a:pt x="200" y="199"/>
                  <a:pt x="200" y="198"/>
                </a:cubicBezTo>
                <a:cubicBezTo>
                  <a:pt x="200" y="197"/>
                  <a:pt x="200" y="195"/>
                  <a:pt x="199" y="194"/>
                </a:cubicBezTo>
                <a:cubicBezTo>
                  <a:pt x="184" y="178"/>
                  <a:pt x="184" y="178"/>
                  <a:pt x="184" y="178"/>
                </a:cubicBezTo>
                <a:cubicBezTo>
                  <a:pt x="194" y="182"/>
                  <a:pt x="205" y="186"/>
                  <a:pt x="210" y="189"/>
                </a:cubicBezTo>
                <a:cubicBezTo>
                  <a:pt x="244" y="203"/>
                  <a:pt x="248" y="253"/>
                  <a:pt x="248" y="253"/>
                </a:cubicBezTo>
                <a:cubicBezTo>
                  <a:pt x="248" y="255"/>
                  <a:pt x="250" y="257"/>
                  <a:pt x="252" y="257"/>
                </a:cubicBezTo>
                <a:cubicBezTo>
                  <a:pt x="252" y="257"/>
                  <a:pt x="252" y="257"/>
                  <a:pt x="252" y="257"/>
                </a:cubicBezTo>
                <a:cubicBezTo>
                  <a:pt x="255" y="257"/>
                  <a:pt x="256" y="255"/>
                  <a:pt x="256" y="253"/>
                </a:cubicBezTo>
                <a:cubicBezTo>
                  <a:pt x="256" y="250"/>
                  <a:pt x="251" y="198"/>
                  <a:pt x="214" y="181"/>
                </a:cubicBezTo>
                <a:close/>
                <a:moveTo>
                  <a:pt x="144" y="143"/>
                </a:moveTo>
                <a:cubicBezTo>
                  <a:pt x="145" y="144"/>
                  <a:pt x="147" y="145"/>
                  <a:pt x="148" y="145"/>
                </a:cubicBezTo>
                <a:cubicBezTo>
                  <a:pt x="149" y="145"/>
                  <a:pt x="149" y="145"/>
                  <a:pt x="150" y="145"/>
                </a:cubicBezTo>
                <a:cubicBezTo>
                  <a:pt x="151" y="144"/>
                  <a:pt x="151" y="144"/>
                  <a:pt x="152" y="143"/>
                </a:cubicBezTo>
                <a:cubicBezTo>
                  <a:pt x="152" y="161"/>
                  <a:pt x="152" y="161"/>
                  <a:pt x="152" y="161"/>
                </a:cubicBezTo>
                <a:cubicBezTo>
                  <a:pt x="152" y="162"/>
                  <a:pt x="153" y="164"/>
                  <a:pt x="154" y="164"/>
                </a:cubicBezTo>
                <a:cubicBezTo>
                  <a:pt x="150" y="181"/>
                  <a:pt x="147" y="199"/>
                  <a:pt x="145" y="214"/>
                </a:cubicBezTo>
                <a:cubicBezTo>
                  <a:pt x="141" y="215"/>
                  <a:pt x="135" y="217"/>
                  <a:pt x="128" y="217"/>
                </a:cubicBezTo>
                <a:cubicBezTo>
                  <a:pt x="122" y="217"/>
                  <a:pt x="115" y="215"/>
                  <a:pt x="112" y="214"/>
                </a:cubicBezTo>
                <a:cubicBezTo>
                  <a:pt x="109" y="199"/>
                  <a:pt x="106" y="181"/>
                  <a:pt x="102" y="164"/>
                </a:cubicBezTo>
                <a:cubicBezTo>
                  <a:pt x="103" y="164"/>
                  <a:pt x="104" y="162"/>
                  <a:pt x="104" y="161"/>
                </a:cubicBezTo>
                <a:cubicBezTo>
                  <a:pt x="104" y="143"/>
                  <a:pt x="104" y="143"/>
                  <a:pt x="104" y="143"/>
                </a:cubicBezTo>
                <a:cubicBezTo>
                  <a:pt x="105" y="144"/>
                  <a:pt x="106" y="144"/>
                  <a:pt x="107" y="145"/>
                </a:cubicBezTo>
                <a:cubicBezTo>
                  <a:pt x="109" y="146"/>
                  <a:pt x="111" y="145"/>
                  <a:pt x="112" y="143"/>
                </a:cubicBezTo>
                <a:cubicBezTo>
                  <a:pt x="113" y="141"/>
                  <a:pt x="112" y="138"/>
                  <a:pt x="110" y="137"/>
                </a:cubicBezTo>
                <a:cubicBezTo>
                  <a:pt x="85" y="127"/>
                  <a:pt x="81" y="97"/>
                  <a:pt x="78" y="74"/>
                </a:cubicBezTo>
                <a:cubicBezTo>
                  <a:pt x="78" y="71"/>
                  <a:pt x="78" y="71"/>
                  <a:pt x="78" y="71"/>
                </a:cubicBezTo>
                <a:cubicBezTo>
                  <a:pt x="77" y="59"/>
                  <a:pt x="76" y="45"/>
                  <a:pt x="82" y="33"/>
                </a:cubicBezTo>
                <a:cubicBezTo>
                  <a:pt x="87" y="24"/>
                  <a:pt x="96" y="16"/>
                  <a:pt x="108" y="12"/>
                </a:cubicBezTo>
                <a:cubicBezTo>
                  <a:pt x="121" y="8"/>
                  <a:pt x="135" y="8"/>
                  <a:pt x="148" y="12"/>
                </a:cubicBezTo>
                <a:cubicBezTo>
                  <a:pt x="160" y="16"/>
                  <a:pt x="169" y="24"/>
                  <a:pt x="174" y="33"/>
                </a:cubicBezTo>
                <a:cubicBezTo>
                  <a:pt x="180" y="45"/>
                  <a:pt x="180" y="59"/>
                  <a:pt x="178" y="71"/>
                </a:cubicBezTo>
                <a:cubicBezTo>
                  <a:pt x="178" y="74"/>
                  <a:pt x="178" y="74"/>
                  <a:pt x="178" y="74"/>
                </a:cubicBezTo>
                <a:cubicBezTo>
                  <a:pt x="175" y="97"/>
                  <a:pt x="171" y="127"/>
                  <a:pt x="147" y="137"/>
                </a:cubicBezTo>
                <a:cubicBezTo>
                  <a:pt x="144" y="138"/>
                  <a:pt x="144" y="141"/>
                  <a:pt x="144" y="143"/>
                </a:cubicBezTo>
                <a:close/>
                <a:moveTo>
                  <a:pt x="168" y="57"/>
                </a:moveTo>
                <a:cubicBezTo>
                  <a:pt x="129" y="57"/>
                  <a:pt x="129" y="57"/>
                  <a:pt x="129" y="57"/>
                </a:cubicBezTo>
                <a:cubicBezTo>
                  <a:pt x="107" y="39"/>
                  <a:pt x="107" y="39"/>
                  <a:pt x="107" y="39"/>
                </a:cubicBezTo>
                <a:cubicBezTo>
                  <a:pt x="105" y="38"/>
                  <a:pt x="104" y="38"/>
                  <a:pt x="102" y="38"/>
                </a:cubicBezTo>
                <a:cubicBezTo>
                  <a:pt x="101" y="39"/>
                  <a:pt x="100" y="40"/>
                  <a:pt x="100" y="42"/>
                </a:cubicBezTo>
                <a:cubicBezTo>
                  <a:pt x="100" y="57"/>
                  <a:pt x="100" y="57"/>
                  <a:pt x="100" y="57"/>
                </a:cubicBezTo>
                <a:cubicBezTo>
                  <a:pt x="88" y="57"/>
                  <a:pt x="88" y="57"/>
                  <a:pt x="88" y="57"/>
                </a:cubicBezTo>
                <a:cubicBezTo>
                  <a:pt x="88" y="65"/>
                  <a:pt x="88" y="65"/>
                  <a:pt x="88" y="65"/>
                </a:cubicBezTo>
                <a:cubicBezTo>
                  <a:pt x="104" y="65"/>
                  <a:pt x="104" y="65"/>
                  <a:pt x="104" y="65"/>
                </a:cubicBezTo>
                <a:cubicBezTo>
                  <a:pt x="104" y="65"/>
                  <a:pt x="104" y="65"/>
                  <a:pt x="104" y="65"/>
                </a:cubicBezTo>
                <a:cubicBezTo>
                  <a:pt x="105" y="65"/>
                  <a:pt x="106" y="65"/>
                  <a:pt x="107" y="64"/>
                </a:cubicBezTo>
                <a:cubicBezTo>
                  <a:pt x="108" y="63"/>
                  <a:pt x="108" y="62"/>
                  <a:pt x="108" y="61"/>
                </a:cubicBezTo>
                <a:cubicBezTo>
                  <a:pt x="108" y="50"/>
                  <a:pt x="108" y="50"/>
                  <a:pt x="108" y="50"/>
                </a:cubicBezTo>
                <a:cubicBezTo>
                  <a:pt x="126" y="64"/>
                  <a:pt x="126" y="64"/>
                  <a:pt x="126" y="64"/>
                </a:cubicBezTo>
                <a:cubicBezTo>
                  <a:pt x="126" y="65"/>
                  <a:pt x="127" y="65"/>
                  <a:pt x="128" y="65"/>
                </a:cubicBezTo>
                <a:cubicBezTo>
                  <a:pt x="168" y="65"/>
                  <a:pt x="168" y="65"/>
                  <a:pt x="168" y="65"/>
                </a:cubicBezTo>
                <a:lnTo>
                  <a:pt x="168" y="57"/>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54" name="Freeform 192">
            <a:extLst>
              <a:ext uri="{FF2B5EF4-FFF2-40B4-BE49-F238E27FC236}">
                <a16:creationId xmlns:a16="http://schemas.microsoft.com/office/drawing/2014/main" id="{F48C6CB4-29C1-46B0-8A48-721B67E6D445}"/>
              </a:ext>
            </a:extLst>
          </p:cNvPr>
          <p:cNvSpPr>
            <a:spLocks noChangeAspect="1" noEditPoints="1"/>
          </p:cNvSpPr>
          <p:nvPr/>
        </p:nvSpPr>
        <p:spPr bwMode="auto">
          <a:xfrm>
            <a:off x="4443672" y="3395663"/>
            <a:ext cx="400050" cy="401638"/>
          </a:xfrm>
          <a:custGeom>
            <a:avLst/>
            <a:gdLst>
              <a:gd name="T0" fmla="*/ 164 w 256"/>
              <a:gd name="T1" fmla="*/ 150 h 257"/>
              <a:gd name="T2" fmla="*/ 164 w 256"/>
              <a:gd name="T3" fmla="*/ 136 h 257"/>
              <a:gd name="T4" fmla="*/ 186 w 256"/>
              <a:gd name="T5" fmla="*/ 72 h 257"/>
              <a:gd name="T6" fmla="*/ 150 w 256"/>
              <a:gd name="T7" fmla="*/ 5 h 257"/>
              <a:gd name="T8" fmla="*/ 75 w 256"/>
              <a:gd name="T9" fmla="*/ 30 h 257"/>
              <a:gd name="T10" fmla="*/ 70 w 256"/>
              <a:gd name="T11" fmla="*/ 75 h 257"/>
              <a:gd name="T12" fmla="*/ 92 w 256"/>
              <a:gd name="T13" fmla="*/ 137 h 257"/>
              <a:gd name="T14" fmla="*/ 92 w 256"/>
              <a:gd name="T15" fmla="*/ 153 h 257"/>
              <a:gd name="T16" fmla="*/ 111 w 256"/>
              <a:gd name="T17" fmla="*/ 175 h 257"/>
              <a:gd name="T18" fmla="*/ 84 w 256"/>
              <a:gd name="T19" fmla="*/ 161 h 257"/>
              <a:gd name="T20" fmla="*/ 84 w 256"/>
              <a:gd name="T21" fmla="*/ 160 h 257"/>
              <a:gd name="T22" fmla="*/ 84 w 256"/>
              <a:gd name="T23" fmla="*/ 159 h 257"/>
              <a:gd name="T24" fmla="*/ 83 w 256"/>
              <a:gd name="T25" fmla="*/ 158 h 257"/>
              <a:gd name="T26" fmla="*/ 82 w 256"/>
              <a:gd name="T27" fmla="*/ 157 h 257"/>
              <a:gd name="T28" fmla="*/ 80 w 256"/>
              <a:gd name="T29" fmla="*/ 157 h 257"/>
              <a:gd name="T30" fmla="*/ 79 w 256"/>
              <a:gd name="T31" fmla="*/ 157 h 257"/>
              <a:gd name="T32" fmla="*/ 78 w 256"/>
              <a:gd name="T33" fmla="*/ 157 h 257"/>
              <a:gd name="T34" fmla="*/ 0 w 256"/>
              <a:gd name="T35" fmla="*/ 253 h 257"/>
              <a:gd name="T36" fmla="*/ 4 w 256"/>
              <a:gd name="T37" fmla="*/ 257 h 257"/>
              <a:gd name="T38" fmla="*/ 38 w 256"/>
              <a:gd name="T39" fmla="*/ 185 h 257"/>
              <a:gd name="T40" fmla="*/ 72 w 256"/>
              <a:gd name="T41" fmla="*/ 205 h 257"/>
              <a:gd name="T42" fmla="*/ 76 w 256"/>
              <a:gd name="T43" fmla="*/ 209 h 257"/>
              <a:gd name="T44" fmla="*/ 110 w 256"/>
              <a:gd name="T45" fmla="*/ 190 h 257"/>
              <a:gd name="T46" fmla="*/ 104 w 256"/>
              <a:gd name="T47" fmla="*/ 253 h 257"/>
              <a:gd name="T48" fmla="*/ 112 w 256"/>
              <a:gd name="T49" fmla="*/ 253 h 257"/>
              <a:gd name="T50" fmla="*/ 123 w 256"/>
              <a:gd name="T51" fmla="*/ 198 h 257"/>
              <a:gd name="T52" fmla="*/ 138 w 256"/>
              <a:gd name="T53" fmla="*/ 178 h 257"/>
              <a:gd name="T54" fmla="*/ 132 w 256"/>
              <a:gd name="T55" fmla="*/ 202 h 257"/>
              <a:gd name="T56" fmla="*/ 148 w 256"/>
              <a:gd name="T57" fmla="*/ 257 h 257"/>
              <a:gd name="T58" fmla="*/ 141 w 256"/>
              <a:gd name="T59" fmla="*/ 202 h 257"/>
              <a:gd name="T60" fmla="*/ 179 w 256"/>
              <a:gd name="T61" fmla="*/ 209 h 257"/>
              <a:gd name="T62" fmla="*/ 183 w 256"/>
              <a:gd name="T63" fmla="*/ 208 h 257"/>
              <a:gd name="T64" fmla="*/ 181 w 256"/>
              <a:gd name="T65" fmla="*/ 167 h 257"/>
              <a:gd name="T66" fmla="*/ 248 w 256"/>
              <a:gd name="T67" fmla="*/ 253 h 257"/>
              <a:gd name="T68" fmla="*/ 252 w 256"/>
              <a:gd name="T69" fmla="*/ 257 h 257"/>
              <a:gd name="T70" fmla="*/ 222 w 256"/>
              <a:gd name="T71" fmla="*/ 177 h 257"/>
              <a:gd name="T72" fmla="*/ 108 w 256"/>
              <a:gd name="T73" fmla="*/ 12 h 257"/>
              <a:gd name="T74" fmla="*/ 174 w 256"/>
              <a:gd name="T75" fmla="*/ 33 h 257"/>
              <a:gd name="T76" fmla="*/ 174 w 256"/>
              <a:gd name="T77" fmla="*/ 46 h 257"/>
              <a:gd name="T78" fmla="*/ 147 w 256"/>
              <a:gd name="T79" fmla="*/ 51 h 257"/>
              <a:gd name="T80" fmla="*/ 109 w 256"/>
              <a:gd name="T81" fmla="*/ 51 h 257"/>
              <a:gd name="T82" fmla="*/ 82 w 256"/>
              <a:gd name="T83" fmla="*/ 46 h 257"/>
              <a:gd name="T84" fmla="*/ 82 w 256"/>
              <a:gd name="T85" fmla="*/ 33 h 257"/>
              <a:gd name="T86" fmla="*/ 139 w 256"/>
              <a:gd name="T87" fmla="*/ 169 h 257"/>
              <a:gd name="T88" fmla="*/ 117 w 256"/>
              <a:gd name="T89" fmla="*/ 169 h 257"/>
              <a:gd name="T90" fmla="*/ 117 w 256"/>
              <a:gd name="T91" fmla="*/ 169 h 257"/>
              <a:gd name="T92" fmla="*/ 100 w 256"/>
              <a:gd name="T93" fmla="*/ 141 h 257"/>
              <a:gd name="T94" fmla="*/ 112 w 256"/>
              <a:gd name="T95" fmla="*/ 143 h 257"/>
              <a:gd name="T96" fmla="*/ 78 w 256"/>
              <a:gd name="T97" fmla="*/ 74 h 257"/>
              <a:gd name="T98" fmla="*/ 77 w 256"/>
              <a:gd name="T99" fmla="*/ 65 h 257"/>
              <a:gd name="T100" fmla="*/ 86 w 256"/>
              <a:gd name="T101" fmla="*/ 53 h 257"/>
              <a:gd name="T102" fmla="*/ 105 w 256"/>
              <a:gd name="T103" fmla="*/ 58 h 257"/>
              <a:gd name="T104" fmla="*/ 151 w 256"/>
              <a:gd name="T105" fmla="*/ 58 h 257"/>
              <a:gd name="T106" fmla="*/ 170 w 256"/>
              <a:gd name="T107" fmla="*/ 53 h 257"/>
              <a:gd name="T108" fmla="*/ 179 w 256"/>
              <a:gd name="T109" fmla="*/ 65 h 257"/>
              <a:gd name="T110" fmla="*/ 178 w 256"/>
              <a:gd name="T111" fmla="*/ 74 h 257"/>
              <a:gd name="T112" fmla="*/ 144 w 256"/>
              <a:gd name="T113" fmla="*/ 143 h 257"/>
              <a:gd name="T114" fmla="*/ 150 w 256"/>
              <a:gd name="T115" fmla="*/ 145 h 257"/>
              <a:gd name="T116" fmla="*/ 156 w 256"/>
              <a:gd name="T117" fmla="*/ 152 h 257"/>
              <a:gd name="T118" fmla="*/ 175 w 256"/>
              <a:gd name="T119" fmla="*/ 200 h 257"/>
              <a:gd name="T120" fmla="*/ 162 w 256"/>
              <a:gd name="T121" fmla="*/ 158 h 257"/>
              <a:gd name="T122" fmla="*/ 175 w 256"/>
              <a:gd name="T123" fmla="*/ 20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7">
                <a:moveTo>
                  <a:pt x="222" y="177"/>
                </a:moveTo>
                <a:cubicBezTo>
                  <a:pt x="164" y="150"/>
                  <a:pt x="164" y="150"/>
                  <a:pt x="164" y="150"/>
                </a:cubicBezTo>
                <a:cubicBezTo>
                  <a:pt x="164" y="137"/>
                  <a:pt x="164" y="137"/>
                  <a:pt x="164" y="137"/>
                </a:cubicBezTo>
                <a:cubicBezTo>
                  <a:pt x="164" y="136"/>
                  <a:pt x="164" y="136"/>
                  <a:pt x="164" y="136"/>
                </a:cubicBezTo>
                <a:cubicBezTo>
                  <a:pt x="180" y="120"/>
                  <a:pt x="183" y="96"/>
                  <a:pt x="186" y="75"/>
                </a:cubicBezTo>
                <a:cubicBezTo>
                  <a:pt x="186" y="72"/>
                  <a:pt x="186" y="72"/>
                  <a:pt x="186" y="72"/>
                </a:cubicBezTo>
                <a:cubicBezTo>
                  <a:pt x="188" y="59"/>
                  <a:pt x="188" y="43"/>
                  <a:pt x="181" y="30"/>
                </a:cubicBezTo>
                <a:cubicBezTo>
                  <a:pt x="175" y="18"/>
                  <a:pt x="164" y="9"/>
                  <a:pt x="150" y="5"/>
                </a:cubicBezTo>
                <a:cubicBezTo>
                  <a:pt x="136" y="0"/>
                  <a:pt x="120" y="0"/>
                  <a:pt x="106" y="5"/>
                </a:cubicBezTo>
                <a:cubicBezTo>
                  <a:pt x="92" y="9"/>
                  <a:pt x="81" y="18"/>
                  <a:pt x="75" y="30"/>
                </a:cubicBezTo>
                <a:cubicBezTo>
                  <a:pt x="68" y="43"/>
                  <a:pt x="68" y="59"/>
                  <a:pt x="70" y="72"/>
                </a:cubicBezTo>
                <a:cubicBezTo>
                  <a:pt x="70" y="75"/>
                  <a:pt x="70" y="75"/>
                  <a:pt x="70" y="75"/>
                </a:cubicBezTo>
                <a:cubicBezTo>
                  <a:pt x="73" y="96"/>
                  <a:pt x="76" y="120"/>
                  <a:pt x="92" y="136"/>
                </a:cubicBezTo>
                <a:cubicBezTo>
                  <a:pt x="92" y="136"/>
                  <a:pt x="92" y="136"/>
                  <a:pt x="92" y="137"/>
                </a:cubicBezTo>
                <a:cubicBezTo>
                  <a:pt x="92" y="153"/>
                  <a:pt x="92" y="153"/>
                  <a:pt x="92" y="153"/>
                </a:cubicBezTo>
                <a:cubicBezTo>
                  <a:pt x="92" y="153"/>
                  <a:pt x="92" y="153"/>
                  <a:pt x="92" y="153"/>
                </a:cubicBezTo>
                <a:cubicBezTo>
                  <a:pt x="92" y="154"/>
                  <a:pt x="92" y="154"/>
                  <a:pt x="92" y="154"/>
                </a:cubicBezTo>
                <a:cubicBezTo>
                  <a:pt x="92" y="155"/>
                  <a:pt x="96" y="169"/>
                  <a:pt x="111" y="175"/>
                </a:cubicBezTo>
                <a:cubicBezTo>
                  <a:pt x="107" y="181"/>
                  <a:pt x="99" y="193"/>
                  <a:pt x="81" y="200"/>
                </a:cubicBezTo>
                <a:cubicBezTo>
                  <a:pt x="84" y="161"/>
                  <a:pt x="84" y="161"/>
                  <a:pt x="84" y="161"/>
                </a:cubicBezTo>
                <a:cubicBezTo>
                  <a:pt x="84" y="161"/>
                  <a:pt x="84" y="161"/>
                  <a:pt x="84" y="161"/>
                </a:cubicBezTo>
                <a:cubicBezTo>
                  <a:pt x="84" y="161"/>
                  <a:pt x="84" y="161"/>
                  <a:pt x="84" y="160"/>
                </a:cubicBezTo>
                <a:cubicBezTo>
                  <a:pt x="84" y="160"/>
                  <a:pt x="84" y="160"/>
                  <a:pt x="84" y="160"/>
                </a:cubicBezTo>
                <a:cubicBezTo>
                  <a:pt x="84" y="159"/>
                  <a:pt x="84" y="159"/>
                  <a:pt x="84" y="159"/>
                </a:cubicBezTo>
                <a:cubicBezTo>
                  <a:pt x="84" y="159"/>
                  <a:pt x="83" y="159"/>
                  <a:pt x="83" y="159"/>
                </a:cubicBezTo>
                <a:cubicBezTo>
                  <a:pt x="83" y="159"/>
                  <a:pt x="83" y="158"/>
                  <a:pt x="83" y="158"/>
                </a:cubicBezTo>
                <a:cubicBezTo>
                  <a:pt x="83" y="158"/>
                  <a:pt x="82" y="158"/>
                  <a:pt x="82" y="158"/>
                </a:cubicBezTo>
                <a:cubicBezTo>
                  <a:pt x="82" y="158"/>
                  <a:pt x="82" y="158"/>
                  <a:pt x="82" y="157"/>
                </a:cubicBezTo>
                <a:cubicBezTo>
                  <a:pt x="81" y="157"/>
                  <a:pt x="81" y="157"/>
                  <a:pt x="81" y="157"/>
                </a:cubicBezTo>
                <a:cubicBezTo>
                  <a:pt x="81" y="157"/>
                  <a:pt x="81" y="157"/>
                  <a:pt x="80" y="157"/>
                </a:cubicBezTo>
                <a:cubicBezTo>
                  <a:pt x="80" y="157"/>
                  <a:pt x="80" y="157"/>
                  <a:pt x="80" y="157"/>
                </a:cubicBezTo>
                <a:cubicBezTo>
                  <a:pt x="80" y="157"/>
                  <a:pt x="80" y="157"/>
                  <a:pt x="79" y="157"/>
                </a:cubicBezTo>
                <a:cubicBezTo>
                  <a:pt x="79" y="157"/>
                  <a:pt x="79" y="157"/>
                  <a:pt x="79" y="157"/>
                </a:cubicBezTo>
                <a:cubicBezTo>
                  <a:pt x="79" y="157"/>
                  <a:pt x="78" y="157"/>
                  <a:pt x="78" y="157"/>
                </a:cubicBezTo>
                <a:cubicBezTo>
                  <a:pt x="34" y="177"/>
                  <a:pt x="34" y="177"/>
                  <a:pt x="34" y="177"/>
                </a:cubicBezTo>
                <a:cubicBezTo>
                  <a:pt x="0" y="194"/>
                  <a:pt x="0" y="251"/>
                  <a:pt x="0" y="253"/>
                </a:cubicBezTo>
                <a:cubicBezTo>
                  <a:pt x="0" y="255"/>
                  <a:pt x="2" y="257"/>
                  <a:pt x="4" y="257"/>
                </a:cubicBezTo>
                <a:cubicBezTo>
                  <a:pt x="4" y="257"/>
                  <a:pt x="4" y="257"/>
                  <a:pt x="4" y="257"/>
                </a:cubicBezTo>
                <a:cubicBezTo>
                  <a:pt x="6" y="257"/>
                  <a:pt x="8" y="255"/>
                  <a:pt x="8" y="253"/>
                </a:cubicBezTo>
                <a:cubicBezTo>
                  <a:pt x="8" y="252"/>
                  <a:pt x="8" y="199"/>
                  <a:pt x="38" y="185"/>
                </a:cubicBezTo>
                <a:cubicBezTo>
                  <a:pt x="75" y="167"/>
                  <a:pt x="75" y="167"/>
                  <a:pt x="75" y="167"/>
                </a:cubicBezTo>
                <a:cubicBezTo>
                  <a:pt x="72" y="205"/>
                  <a:pt x="72" y="205"/>
                  <a:pt x="72" y="205"/>
                </a:cubicBezTo>
                <a:cubicBezTo>
                  <a:pt x="72" y="206"/>
                  <a:pt x="72" y="207"/>
                  <a:pt x="73" y="208"/>
                </a:cubicBezTo>
                <a:cubicBezTo>
                  <a:pt x="74" y="209"/>
                  <a:pt x="75" y="209"/>
                  <a:pt x="76" y="209"/>
                </a:cubicBezTo>
                <a:cubicBezTo>
                  <a:pt x="76" y="209"/>
                  <a:pt x="77" y="209"/>
                  <a:pt x="77" y="209"/>
                </a:cubicBezTo>
                <a:cubicBezTo>
                  <a:pt x="93" y="205"/>
                  <a:pt x="103" y="197"/>
                  <a:pt x="110" y="190"/>
                </a:cubicBezTo>
                <a:cubicBezTo>
                  <a:pt x="111" y="194"/>
                  <a:pt x="112" y="198"/>
                  <a:pt x="115" y="202"/>
                </a:cubicBezTo>
                <a:cubicBezTo>
                  <a:pt x="113" y="210"/>
                  <a:pt x="104" y="239"/>
                  <a:pt x="104" y="253"/>
                </a:cubicBezTo>
                <a:cubicBezTo>
                  <a:pt x="104" y="255"/>
                  <a:pt x="106" y="257"/>
                  <a:pt x="108" y="257"/>
                </a:cubicBezTo>
                <a:cubicBezTo>
                  <a:pt x="110" y="257"/>
                  <a:pt x="112" y="255"/>
                  <a:pt x="112" y="253"/>
                </a:cubicBezTo>
                <a:cubicBezTo>
                  <a:pt x="112" y="238"/>
                  <a:pt x="124" y="203"/>
                  <a:pt x="124" y="202"/>
                </a:cubicBezTo>
                <a:cubicBezTo>
                  <a:pt x="124" y="201"/>
                  <a:pt x="124" y="199"/>
                  <a:pt x="123" y="198"/>
                </a:cubicBezTo>
                <a:cubicBezTo>
                  <a:pt x="116" y="191"/>
                  <a:pt x="117" y="182"/>
                  <a:pt x="118" y="178"/>
                </a:cubicBezTo>
                <a:cubicBezTo>
                  <a:pt x="123" y="179"/>
                  <a:pt x="130" y="180"/>
                  <a:pt x="138" y="178"/>
                </a:cubicBezTo>
                <a:cubicBezTo>
                  <a:pt x="139" y="182"/>
                  <a:pt x="140" y="191"/>
                  <a:pt x="133" y="198"/>
                </a:cubicBezTo>
                <a:cubicBezTo>
                  <a:pt x="132" y="199"/>
                  <a:pt x="132" y="201"/>
                  <a:pt x="132" y="202"/>
                </a:cubicBezTo>
                <a:cubicBezTo>
                  <a:pt x="132" y="203"/>
                  <a:pt x="144" y="238"/>
                  <a:pt x="144" y="253"/>
                </a:cubicBezTo>
                <a:cubicBezTo>
                  <a:pt x="144" y="255"/>
                  <a:pt x="146" y="257"/>
                  <a:pt x="148" y="257"/>
                </a:cubicBezTo>
                <a:cubicBezTo>
                  <a:pt x="150" y="257"/>
                  <a:pt x="152" y="255"/>
                  <a:pt x="152" y="253"/>
                </a:cubicBezTo>
                <a:cubicBezTo>
                  <a:pt x="152" y="239"/>
                  <a:pt x="143" y="210"/>
                  <a:pt x="141" y="202"/>
                </a:cubicBezTo>
                <a:cubicBezTo>
                  <a:pt x="144" y="198"/>
                  <a:pt x="145" y="194"/>
                  <a:pt x="146" y="190"/>
                </a:cubicBezTo>
                <a:cubicBezTo>
                  <a:pt x="153" y="197"/>
                  <a:pt x="163" y="205"/>
                  <a:pt x="179" y="209"/>
                </a:cubicBezTo>
                <a:cubicBezTo>
                  <a:pt x="179" y="209"/>
                  <a:pt x="180" y="209"/>
                  <a:pt x="180" y="209"/>
                </a:cubicBezTo>
                <a:cubicBezTo>
                  <a:pt x="181" y="209"/>
                  <a:pt x="182" y="209"/>
                  <a:pt x="183" y="208"/>
                </a:cubicBezTo>
                <a:cubicBezTo>
                  <a:pt x="184" y="207"/>
                  <a:pt x="184" y="206"/>
                  <a:pt x="184" y="205"/>
                </a:cubicBezTo>
                <a:cubicBezTo>
                  <a:pt x="181" y="167"/>
                  <a:pt x="181" y="167"/>
                  <a:pt x="181" y="167"/>
                </a:cubicBezTo>
                <a:cubicBezTo>
                  <a:pt x="218" y="185"/>
                  <a:pt x="218" y="185"/>
                  <a:pt x="218" y="185"/>
                </a:cubicBezTo>
                <a:cubicBezTo>
                  <a:pt x="248" y="199"/>
                  <a:pt x="248" y="252"/>
                  <a:pt x="248" y="253"/>
                </a:cubicBezTo>
                <a:cubicBezTo>
                  <a:pt x="248" y="255"/>
                  <a:pt x="250" y="257"/>
                  <a:pt x="252" y="257"/>
                </a:cubicBezTo>
                <a:cubicBezTo>
                  <a:pt x="252" y="257"/>
                  <a:pt x="252" y="257"/>
                  <a:pt x="252" y="257"/>
                </a:cubicBezTo>
                <a:cubicBezTo>
                  <a:pt x="254" y="257"/>
                  <a:pt x="256" y="255"/>
                  <a:pt x="256" y="253"/>
                </a:cubicBezTo>
                <a:cubicBezTo>
                  <a:pt x="256" y="251"/>
                  <a:pt x="256" y="194"/>
                  <a:pt x="222" y="177"/>
                </a:cubicBezTo>
                <a:close/>
                <a:moveTo>
                  <a:pt x="82" y="33"/>
                </a:moveTo>
                <a:cubicBezTo>
                  <a:pt x="87" y="24"/>
                  <a:pt x="96" y="16"/>
                  <a:pt x="108" y="12"/>
                </a:cubicBezTo>
                <a:cubicBezTo>
                  <a:pt x="121" y="8"/>
                  <a:pt x="135" y="8"/>
                  <a:pt x="148" y="12"/>
                </a:cubicBezTo>
                <a:cubicBezTo>
                  <a:pt x="160" y="16"/>
                  <a:pt x="169" y="24"/>
                  <a:pt x="174" y="33"/>
                </a:cubicBezTo>
                <a:cubicBezTo>
                  <a:pt x="177" y="39"/>
                  <a:pt x="178" y="44"/>
                  <a:pt x="179" y="50"/>
                </a:cubicBezTo>
                <a:cubicBezTo>
                  <a:pt x="177" y="49"/>
                  <a:pt x="176" y="47"/>
                  <a:pt x="174" y="46"/>
                </a:cubicBezTo>
                <a:cubicBezTo>
                  <a:pt x="169" y="44"/>
                  <a:pt x="164" y="43"/>
                  <a:pt x="159" y="45"/>
                </a:cubicBezTo>
                <a:cubicBezTo>
                  <a:pt x="154" y="47"/>
                  <a:pt x="150" y="49"/>
                  <a:pt x="147" y="51"/>
                </a:cubicBezTo>
                <a:cubicBezTo>
                  <a:pt x="142" y="54"/>
                  <a:pt x="137" y="57"/>
                  <a:pt x="128" y="57"/>
                </a:cubicBezTo>
                <a:cubicBezTo>
                  <a:pt x="119" y="57"/>
                  <a:pt x="114" y="54"/>
                  <a:pt x="109" y="51"/>
                </a:cubicBezTo>
                <a:cubicBezTo>
                  <a:pt x="106" y="49"/>
                  <a:pt x="102" y="47"/>
                  <a:pt x="97" y="45"/>
                </a:cubicBezTo>
                <a:cubicBezTo>
                  <a:pt x="92" y="43"/>
                  <a:pt x="87" y="44"/>
                  <a:pt x="82" y="46"/>
                </a:cubicBezTo>
                <a:cubicBezTo>
                  <a:pt x="80" y="47"/>
                  <a:pt x="79" y="49"/>
                  <a:pt x="77" y="50"/>
                </a:cubicBezTo>
                <a:cubicBezTo>
                  <a:pt x="78" y="44"/>
                  <a:pt x="79" y="39"/>
                  <a:pt x="82" y="33"/>
                </a:cubicBezTo>
                <a:close/>
                <a:moveTo>
                  <a:pt x="139" y="169"/>
                </a:moveTo>
                <a:cubicBezTo>
                  <a:pt x="139" y="169"/>
                  <a:pt x="139" y="169"/>
                  <a:pt x="139" y="169"/>
                </a:cubicBezTo>
                <a:cubicBezTo>
                  <a:pt x="139" y="169"/>
                  <a:pt x="139" y="169"/>
                  <a:pt x="139" y="169"/>
                </a:cubicBezTo>
                <a:cubicBezTo>
                  <a:pt x="128" y="173"/>
                  <a:pt x="117" y="169"/>
                  <a:pt x="117" y="169"/>
                </a:cubicBezTo>
                <a:cubicBezTo>
                  <a:pt x="117" y="169"/>
                  <a:pt x="117" y="169"/>
                  <a:pt x="117" y="169"/>
                </a:cubicBezTo>
                <a:cubicBezTo>
                  <a:pt x="117" y="169"/>
                  <a:pt x="117" y="169"/>
                  <a:pt x="117" y="169"/>
                </a:cubicBezTo>
                <a:cubicBezTo>
                  <a:pt x="105" y="166"/>
                  <a:pt x="101" y="155"/>
                  <a:pt x="100" y="152"/>
                </a:cubicBezTo>
                <a:cubicBezTo>
                  <a:pt x="100" y="141"/>
                  <a:pt x="100" y="141"/>
                  <a:pt x="100" y="141"/>
                </a:cubicBezTo>
                <a:cubicBezTo>
                  <a:pt x="102" y="143"/>
                  <a:pt x="104" y="144"/>
                  <a:pt x="106" y="145"/>
                </a:cubicBezTo>
                <a:cubicBezTo>
                  <a:pt x="108" y="146"/>
                  <a:pt x="111" y="145"/>
                  <a:pt x="112" y="143"/>
                </a:cubicBezTo>
                <a:cubicBezTo>
                  <a:pt x="113" y="141"/>
                  <a:pt x="112" y="138"/>
                  <a:pt x="110" y="137"/>
                </a:cubicBezTo>
                <a:cubicBezTo>
                  <a:pt x="85" y="127"/>
                  <a:pt x="81" y="97"/>
                  <a:pt x="78" y="74"/>
                </a:cubicBezTo>
                <a:cubicBezTo>
                  <a:pt x="78" y="71"/>
                  <a:pt x="78" y="71"/>
                  <a:pt x="78" y="71"/>
                </a:cubicBezTo>
                <a:cubicBezTo>
                  <a:pt x="78" y="69"/>
                  <a:pt x="78" y="67"/>
                  <a:pt x="77" y="65"/>
                </a:cubicBezTo>
                <a:cubicBezTo>
                  <a:pt x="79" y="64"/>
                  <a:pt x="80" y="63"/>
                  <a:pt x="80" y="62"/>
                </a:cubicBezTo>
                <a:cubicBezTo>
                  <a:pt x="80" y="62"/>
                  <a:pt x="82" y="56"/>
                  <a:pt x="86" y="53"/>
                </a:cubicBezTo>
                <a:cubicBezTo>
                  <a:pt x="89" y="52"/>
                  <a:pt x="91" y="52"/>
                  <a:pt x="95" y="53"/>
                </a:cubicBezTo>
                <a:cubicBezTo>
                  <a:pt x="99" y="54"/>
                  <a:pt x="102" y="56"/>
                  <a:pt x="105" y="58"/>
                </a:cubicBezTo>
                <a:cubicBezTo>
                  <a:pt x="111" y="61"/>
                  <a:pt x="117" y="65"/>
                  <a:pt x="128" y="65"/>
                </a:cubicBezTo>
                <a:cubicBezTo>
                  <a:pt x="139" y="65"/>
                  <a:pt x="145" y="61"/>
                  <a:pt x="151" y="58"/>
                </a:cubicBezTo>
                <a:cubicBezTo>
                  <a:pt x="154" y="56"/>
                  <a:pt x="157" y="54"/>
                  <a:pt x="161" y="53"/>
                </a:cubicBezTo>
                <a:cubicBezTo>
                  <a:pt x="165" y="52"/>
                  <a:pt x="167" y="52"/>
                  <a:pt x="170" y="53"/>
                </a:cubicBezTo>
                <a:cubicBezTo>
                  <a:pt x="174" y="56"/>
                  <a:pt x="176" y="62"/>
                  <a:pt x="176" y="62"/>
                </a:cubicBezTo>
                <a:cubicBezTo>
                  <a:pt x="176" y="63"/>
                  <a:pt x="177" y="64"/>
                  <a:pt x="179" y="65"/>
                </a:cubicBezTo>
                <a:cubicBezTo>
                  <a:pt x="178" y="67"/>
                  <a:pt x="178" y="69"/>
                  <a:pt x="178" y="71"/>
                </a:cubicBezTo>
                <a:cubicBezTo>
                  <a:pt x="178" y="74"/>
                  <a:pt x="178" y="74"/>
                  <a:pt x="178" y="74"/>
                </a:cubicBezTo>
                <a:cubicBezTo>
                  <a:pt x="175" y="97"/>
                  <a:pt x="171" y="127"/>
                  <a:pt x="146" y="137"/>
                </a:cubicBezTo>
                <a:cubicBezTo>
                  <a:pt x="144" y="138"/>
                  <a:pt x="143" y="141"/>
                  <a:pt x="144" y="143"/>
                </a:cubicBezTo>
                <a:cubicBezTo>
                  <a:pt x="145" y="144"/>
                  <a:pt x="146" y="145"/>
                  <a:pt x="148" y="145"/>
                </a:cubicBezTo>
                <a:cubicBezTo>
                  <a:pt x="149" y="145"/>
                  <a:pt x="149" y="145"/>
                  <a:pt x="150" y="145"/>
                </a:cubicBezTo>
                <a:cubicBezTo>
                  <a:pt x="152" y="144"/>
                  <a:pt x="154" y="143"/>
                  <a:pt x="156" y="141"/>
                </a:cubicBezTo>
                <a:cubicBezTo>
                  <a:pt x="156" y="152"/>
                  <a:pt x="156" y="152"/>
                  <a:pt x="156" y="152"/>
                </a:cubicBezTo>
                <a:cubicBezTo>
                  <a:pt x="155" y="155"/>
                  <a:pt x="151" y="166"/>
                  <a:pt x="139" y="169"/>
                </a:cubicBezTo>
                <a:close/>
                <a:moveTo>
                  <a:pt x="175" y="200"/>
                </a:moveTo>
                <a:cubicBezTo>
                  <a:pt x="157" y="193"/>
                  <a:pt x="149" y="181"/>
                  <a:pt x="145" y="175"/>
                </a:cubicBezTo>
                <a:cubicBezTo>
                  <a:pt x="155" y="171"/>
                  <a:pt x="160" y="163"/>
                  <a:pt x="162" y="158"/>
                </a:cubicBezTo>
                <a:cubicBezTo>
                  <a:pt x="172" y="163"/>
                  <a:pt x="172" y="163"/>
                  <a:pt x="172" y="163"/>
                </a:cubicBezTo>
                <a:lnTo>
                  <a:pt x="175" y="20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6" name="Freeform 196">
            <a:extLst>
              <a:ext uri="{FF2B5EF4-FFF2-40B4-BE49-F238E27FC236}">
                <a16:creationId xmlns:a16="http://schemas.microsoft.com/office/drawing/2014/main" id="{B3B445AD-C481-4E91-B7A1-BFC5A5C0E946}"/>
              </a:ext>
            </a:extLst>
          </p:cNvPr>
          <p:cNvSpPr>
            <a:spLocks noChangeAspect="1" noEditPoints="1"/>
          </p:cNvSpPr>
          <p:nvPr/>
        </p:nvSpPr>
        <p:spPr bwMode="auto">
          <a:xfrm>
            <a:off x="5411318" y="3395663"/>
            <a:ext cx="400050" cy="401638"/>
          </a:xfrm>
          <a:custGeom>
            <a:avLst/>
            <a:gdLst>
              <a:gd name="T0" fmla="*/ 165 w 256"/>
              <a:gd name="T1" fmla="*/ 153 h 257"/>
              <a:gd name="T2" fmla="*/ 164 w 256"/>
              <a:gd name="T3" fmla="*/ 153 h 257"/>
              <a:gd name="T4" fmla="*/ 186 w 256"/>
              <a:gd name="T5" fmla="*/ 75 h 257"/>
              <a:gd name="T6" fmla="*/ 150 w 256"/>
              <a:gd name="T7" fmla="*/ 5 h 257"/>
              <a:gd name="T8" fmla="*/ 70 w 256"/>
              <a:gd name="T9" fmla="*/ 72 h 257"/>
              <a:gd name="T10" fmla="*/ 92 w 256"/>
              <a:gd name="T11" fmla="*/ 137 h 257"/>
              <a:gd name="T12" fmla="*/ 91 w 256"/>
              <a:gd name="T13" fmla="*/ 153 h 257"/>
              <a:gd name="T14" fmla="*/ 34 w 256"/>
              <a:gd name="T15" fmla="*/ 177 h 257"/>
              <a:gd name="T16" fmla="*/ 4 w 256"/>
              <a:gd name="T17" fmla="*/ 257 h 257"/>
              <a:gd name="T18" fmla="*/ 90 w 256"/>
              <a:gd name="T19" fmla="*/ 162 h 257"/>
              <a:gd name="T20" fmla="*/ 80 w 256"/>
              <a:gd name="T21" fmla="*/ 182 h 257"/>
              <a:gd name="T22" fmla="*/ 68 w 256"/>
              <a:gd name="T23" fmla="*/ 208 h 257"/>
              <a:gd name="T24" fmla="*/ 100 w 256"/>
              <a:gd name="T25" fmla="*/ 186 h 257"/>
              <a:gd name="T26" fmla="*/ 132 w 256"/>
              <a:gd name="T27" fmla="*/ 253 h 257"/>
              <a:gd name="T28" fmla="*/ 186 w 256"/>
              <a:gd name="T29" fmla="*/ 213 h 257"/>
              <a:gd name="T30" fmla="*/ 179 w 256"/>
              <a:gd name="T31" fmla="*/ 177 h 257"/>
              <a:gd name="T32" fmla="*/ 161 w 256"/>
              <a:gd name="T33" fmla="*/ 180 h 257"/>
              <a:gd name="T34" fmla="*/ 248 w 256"/>
              <a:gd name="T35" fmla="*/ 253 h 257"/>
              <a:gd name="T36" fmla="*/ 256 w 256"/>
              <a:gd name="T37" fmla="*/ 253 h 257"/>
              <a:gd name="T38" fmla="*/ 78 w 256"/>
              <a:gd name="T39" fmla="*/ 71 h 257"/>
              <a:gd name="T40" fmla="*/ 148 w 256"/>
              <a:gd name="T41" fmla="*/ 12 h 257"/>
              <a:gd name="T42" fmla="*/ 178 w 256"/>
              <a:gd name="T43" fmla="*/ 74 h 257"/>
              <a:gd name="T44" fmla="*/ 160 w 256"/>
              <a:gd name="T45" fmla="*/ 73 h 257"/>
              <a:gd name="T46" fmla="*/ 128 w 256"/>
              <a:gd name="T47" fmla="*/ 73 h 257"/>
              <a:gd name="T48" fmla="*/ 96 w 256"/>
              <a:gd name="T49" fmla="*/ 73 h 257"/>
              <a:gd name="T50" fmla="*/ 78 w 256"/>
              <a:gd name="T51" fmla="*/ 74 h 257"/>
              <a:gd name="T52" fmla="*/ 160 w 256"/>
              <a:gd name="T53" fmla="*/ 93 h 257"/>
              <a:gd name="T54" fmla="*/ 140 w 256"/>
              <a:gd name="T55" fmla="*/ 85 h 257"/>
              <a:gd name="T56" fmla="*/ 164 w 256"/>
              <a:gd name="T57" fmla="*/ 85 h 257"/>
              <a:gd name="T58" fmla="*/ 112 w 256"/>
              <a:gd name="T59" fmla="*/ 93 h 257"/>
              <a:gd name="T60" fmla="*/ 92 w 256"/>
              <a:gd name="T61" fmla="*/ 85 h 257"/>
              <a:gd name="T62" fmla="*/ 116 w 256"/>
              <a:gd name="T63" fmla="*/ 85 h 257"/>
              <a:gd name="T64" fmla="*/ 148 w 256"/>
              <a:gd name="T65" fmla="*/ 145 h 257"/>
              <a:gd name="T66" fmla="*/ 156 w 256"/>
              <a:gd name="T67" fmla="*/ 157 h 257"/>
              <a:gd name="T68" fmla="*/ 128 w 256"/>
              <a:gd name="T69" fmla="*/ 221 h 257"/>
              <a:gd name="T70" fmla="*/ 100 w 256"/>
              <a:gd name="T71" fmla="*/ 157 h 257"/>
              <a:gd name="T72" fmla="*/ 112 w 256"/>
              <a:gd name="T73" fmla="*/ 143 h 257"/>
              <a:gd name="T74" fmla="*/ 84 w 256"/>
              <a:gd name="T75" fmla="*/ 88 h 257"/>
              <a:gd name="T76" fmla="*/ 112 w 256"/>
              <a:gd name="T77" fmla="*/ 101 h 257"/>
              <a:gd name="T78" fmla="*/ 128 w 256"/>
              <a:gd name="T79" fmla="*/ 81 h 257"/>
              <a:gd name="T80" fmla="*/ 144 w 256"/>
              <a:gd name="T81" fmla="*/ 101 h 257"/>
              <a:gd name="T82" fmla="*/ 172 w 256"/>
              <a:gd name="T83" fmla="*/ 88 h 257"/>
              <a:gd name="T84" fmla="*/ 143 w 256"/>
              <a:gd name="T85" fmla="*/ 48 h 257"/>
              <a:gd name="T86" fmla="*/ 168 w 256"/>
              <a:gd name="T87" fmla="*/ 53 h 257"/>
              <a:gd name="T88" fmla="*/ 145 w 256"/>
              <a:gd name="T89" fmla="*/ 33 h 257"/>
              <a:gd name="T90" fmla="*/ 88 w 256"/>
              <a:gd name="T91" fmla="*/ 53 h 257"/>
              <a:gd name="T92" fmla="*/ 143 w 256"/>
              <a:gd name="T93" fmla="*/ 48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57">
                <a:moveTo>
                  <a:pt x="222" y="177"/>
                </a:moveTo>
                <a:cubicBezTo>
                  <a:pt x="166" y="153"/>
                  <a:pt x="166" y="153"/>
                  <a:pt x="166" y="153"/>
                </a:cubicBezTo>
                <a:cubicBezTo>
                  <a:pt x="166" y="153"/>
                  <a:pt x="165" y="153"/>
                  <a:pt x="165" y="153"/>
                </a:cubicBezTo>
                <a:cubicBezTo>
                  <a:pt x="165" y="153"/>
                  <a:pt x="165" y="153"/>
                  <a:pt x="165" y="153"/>
                </a:cubicBezTo>
                <a:cubicBezTo>
                  <a:pt x="165" y="153"/>
                  <a:pt x="165" y="153"/>
                  <a:pt x="165" y="153"/>
                </a:cubicBezTo>
                <a:cubicBezTo>
                  <a:pt x="164" y="153"/>
                  <a:pt x="164" y="153"/>
                  <a:pt x="164" y="153"/>
                </a:cubicBezTo>
                <a:cubicBezTo>
                  <a:pt x="164" y="137"/>
                  <a:pt x="164" y="137"/>
                  <a:pt x="164" y="137"/>
                </a:cubicBezTo>
                <a:cubicBezTo>
                  <a:pt x="164" y="136"/>
                  <a:pt x="164" y="136"/>
                  <a:pt x="164" y="136"/>
                </a:cubicBezTo>
                <a:cubicBezTo>
                  <a:pt x="180" y="120"/>
                  <a:pt x="183" y="96"/>
                  <a:pt x="186" y="75"/>
                </a:cubicBezTo>
                <a:cubicBezTo>
                  <a:pt x="186" y="72"/>
                  <a:pt x="186" y="72"/>
                  <a:pt x="186" y="72"/>
                </a:cubicBezTo>
                <a:cubicBezTo>
                  <a:pt x="188" y="59"/>
                  <a:pt x="188" y="43"/>
                  <a:pt x="181" y="30"/>
                </a:cubicBezTo>
                <a:cubicBezTo>
                  <a:pt x="175" y="18"/>
                  <a:pt x="164" y="9"/>
                  <a:pt x="150" y="5"/>
                </a:cubicBezTo>
                <a:cubicBezTo>
                  <a:pt x="136" y="0"/>
                  <a:pt x="120" y="0"/>
                  <a:pt x="106" y="5"/>
                </a:cubicBezTo>
                <a:cubicBezTo>
                  <a:pt x="92" y="9"/>
                  <a:pt x="81" y="18"/>
                  <a:pt x="75" y="30"/>
                </a:cubicBezTo>
                <a:cubicBezTo>
                  <a:pt x="68" y="43"/>
                  <a:pt x="68" y="59"/>
                  <a:pt x="70" y="72"/>
                </a:cubicBezTo>
                <a:cubicBezTo>
                  <a:pt x="70" y="75"/>
                  <a:pt x="70" y="75"/>
                  <a:pt x="70" y="75"/>
                </a:cubicBezTo>
                <a:cubicBezTo>
                  <a:pt x="73" y="96"/>
                  <a:pt x="76" y="120"/>
                  <a:pt x="92" y="136"/>
                </a:cubicBezTo>
                <a:cubicBezTo>
                  <a:pt x="92" y="136"/>
                  <a:pt x="92" y="136"/>
                  <a:pt x="92" y="137"/>
                </a:cubicBezTo>
                <a:cubicBezTo>
                  <a:pt x="92" y="153"/>
                  <a:pt x="92" y="153"/>
                  <a:pt x="92" y="153"/>
                </a:cubicBezTo>
                <a:cubicBezTo>
                  <a:pt x="92" y="153"/>
                  <a:pt x="92" y="153"/>
                  <a:pt x="91" y="153"/>
                </a:cubicBezTo>
                <a:cubicBezTo>
                  <a:pt x="91" y="153"/>
                  <a:pt x="91" y="153"/>
                  <a:pt x="91" y="153"/>
                </a:cubicBezTo>
                <a:cubicBezTo>
                  <a:pt x="91" y="153"/>
                  <a:pt x="91" y="153"/>
                  <a:pt x="91" y="153"/>
                </a:cubicBezTo>
                <a:cubicBezTo>
                  <a:pt x="91" y="153"/>
                  <a:pt x="90" y="153"/>
                  <a:pt x="90" y="153"/>
                </a:cubicBezTo>
                <a:cubicBezTo>
                  <a:pt x="34" y="177"/>
                  <a:pt x="34" y="177"/>
                  <a:pt x="34" y="177"/>
                </a:cubicBezTo>
                <a:cubicBezTo>
                  <a:pt x="0" y="194"/>
                  <a:pt x="0" y="251"/>
                  <a:pt x="0" y="253"/>
                </a:cubicBezTo>
                <a:cubicBezTo>
                  <a:pt x="0" y="255"/>
                  <a:pt x="2" y="257"/>
                  <a:pt x="4" y="257"/>
                </a:cubicBezTo>
                <a:cubicBezTo>
                  <a:pt x="4" y="257"/>
                  <a:pt x="4" y="257"/>
                  <a:pt x="4" y="257"/>
                </a:cubicBezTo>
                <a:cubicBezTo>
                  <a:pt x="6" y="257"/>
                  <a:pt x="8" y="255"/>
                  <a:pt x="8" y="253"/>
                </a:cubicBezTo>
                <a:cubicBezTo>
                  <a:pt x="8" y="252"/>
                  <a:pt x="8" y="199"/>
                  <a:pt x="38" y="185"/>
                </a:cubicBezTo>
                <a:cubicBezTo>
                  <a:pt x="90" y="162"/>
                  <a:pt x="90" y="162"/>
                  <a:pt x="90" y="162"/>
                </a:cubicBezTo>
                <a:cubicBezTo>
                  <a:pt x="95" y="180"/>
                  <a:pt x="95" y="180"/>
                  <a:pt x="95" y="180"/>
                </a:cubicBezTo>
                <a:cubicBezTo>
                  <a:pt x="78" y="198"/>
                  <a:pt x="78" y="198"/>
                  <a:pt x="78" y="198"/>
                </a:cubicBezTo>
                <a:cubicBezTo>
                  <a:pt x="80" y="182"/>
                  <a:pt x="80" y="182"/>
                  <a:pt x="80" y="182"/>
                </a:cubicBezTo>
                <a:cubicBezTo>
                  <a:pt x="80" y="179"/>
                  <a:pt x="79" y="177"/>
                  <a:pt x="77" y="177"/>
                </a:cubicBezTo>
                <a:cubicBezTo>
                  <a:pt x="74" y="177"/>
                  <a:pt x="72" y="178"/>
                  <a:pt x="72" y="180"/>
                </a:cubicBezTo>
                <a:cubicBezTo>
                  <a:pt x="68" y="208"/>
                  <a:pt x="68" y="208"/>
                  <a:pt x="68" y="208"/>
                </a:cubicBezTo>
                <a:cubicBezTo>
                  <a:pt x="68" y="210"/>
                  <a:pt x="69" y="212"/>
                  <a:pt x="70" y="213"/>
                </a:cubicBezTo>
                <a:cubicBezTo>
                  <a:pt x="72" y="213"/>
                  <a:pt x="74" y="213"/>
                  <a:pt x="75" y="212"/>
                </a:cubicBezTo>
                <a:cubicBezTo>
                  <a:pt x="100" y="186"/>
                  <a:pt x="100" y="186"/>
                  <a:pt x="100" y="186"/>
                </a:cubicBezTo>
                <a:cubicBezTo>
                  <a:pt x="107" y="193"/>
                  <a:pt x="124" y="213"/>
                  <a:pt x="124" y="253"/>
                </a:cubicBezTo>
                <a:cubicBezTo>
                  <a:pt x="124" y="255"/>
                  <a:pt x="126" y="257"/>
                  <a:pt x="128" y="257"/>
                </a:cubicBezTo>
                <a:cubicBezTo>
                  <a:pt x="130" y="257"/>
                  <a:pt x="132" y="255"/>
                  <a:pt x="132" y="253"/>
                </a:cubicBezTo>
                <a:cubicBezTo>
                  <a:pt x="132" y="213"/>
                  <a:pt x="149" y="193"/>
                  <a:pt x="156" y="186"/>
                </a:cubicBezTo>
                <a:cubicBezTo>
                  <a:pt x="181" y="212"/>
                  <a:pt x="181" y="212"/>
                  <a:pt x="181" y="212"/>
                </a:cubicBezTo>
                <a:cubicBezTo>
                  <a:pt x="182" y="213"/>
                  <a:pt x="184" y="213"/>
                  <a:pt x="186" y="213"/>
                </a:cubicBezTo>
                <a:cubicBezTo>
                  <a:pt x="187" y="212"/>
                  <a:pt x="188" y="210"/>
                  <a:pt x="188" y="208"/>
                </a:cubicBezTo>
                <a:cubicBezTo>
                  <a:pt x="184" y="180"/>
                  <a:pt x="184" y="180"/>
                  <a:pt x="184" y="180"/>
                </a:cubicBezTo>
                <a:cubicBezTo>
                  <a:pt x="184" y="178"/>
                  <a:pt x="182" y="177"/>
                  <a:pt x="179" y="177"/>
                </a:cubicBezTo>
                <a:cubicBezTo>
                  <a:pt x="177" y="177"/>
                  <a:pt x="176" y="179"/>
                  <a:pt x="176" y="182"/>
                </a:cubicBezTo>
                <a:cubicBezTo>
                  <a:pt x="178" y="198"/>
                  <a:pt x="178" y="198"/>
                  <a:pt x="178" y="198"/>
                </a:cubicBezTo>
                <a:cubicBezTo>
                  <a:pt x="161" y="180"/>
                  <a:pt x="161" y="180"/>
                  <a:pt x="161" y="180"/>
                </a:cubicBezTo>
                <a:cubicBezTo>
                  <a:pt x="166" y="162"/>
                  <a:pt x="166" y="162"/>
                  <a:pt x="166" y="162"/>
                </a:cubicBezTo>
                <a:cubicBezTo>
                  <a:pt x="218" y="185"/>
                  <a:pt x="218" y="185"/>
                  <a:pt x="218" y="185"/>
                </a:cubicBezTo>
                <a:cubicBezTo>
                  <a:pt x="248" y="199"/>
                  <a:pt x="248" y="252"/>
                  <a:pt x="248" y="253"/>
                </a:cubicBezTo>
                <a:cubicBezTo>
                  <a:pt x="248" y="255"/>
                  <a:pt x="250" y="257"/>
                  <a:pt x="252" y="257"/>
                </a:cubicBezTo>
                <a:cubicBezTo>
                  <a:pt x="252" y="257"/>
                  <a:pt x="252" y="257"/>
                  <a:pt x="252" y="257"/>
                </a:cubicBezTo>
                <a:cubicBezTo>
                  <a:pt x="254" y="257"/>
                  <a:pt x="256" y="255"/>
                  <a:pt x="256" y="253"/>
                </a:cubicBezTo>
                <a:cubicBezTo>
                  <a:pt x="256" y="251"/>
                  <a:pt x="256" y="194"/>
                  <a:pt x="222" y="177"/>
                </a:cubicBezTo>
                <a:close/>
                <a:moveTo>
                  <a:pt x="78" y="74"/>
                </a:moveTo>
                <a:cubicBezTo>
                  <a:pt x="78" y="71"/>
                  <a:pt x="78" y="71"/>
                  <a:pt x="78" y="71"/>
                </a:cubicBezTo>
                <a:cubicBezTo>
                  <a:pt x="77" y="59"/>
                  <a:pt x="76" y="45"/>
                  <a:pt x="82" y="33"/>
                </a:cubicBezTo>
                <a:cubicBezTo>
                  <a:pt x="87" y="24"/>
                  <a:pt x="96" y="16"/>
                  <a:pt x="108" y="12"/>
                </a:cubicBezTo>
                <a:cubicBezTo>
                  <a:pt x="121" y="8"/>
                  <a:pt x="135" y="8"/>
                  <a:pt x="148" y="12"/>
                </a:cubicBezTo>
                <a:cubicBezTo>
                  <a:pt x="160" y="16"/>
                  <a:pt x="169" y="24"/>
                  <a:pt x="174" y="33"/>
                </a:cubicBezTo>
                <a:cubicBezTo>
                  <a:pt x="180" y="45"/>
                  <a:pt x="179" y="59"/>
                  <a:pt x="178" y="71"/>
                </a:cubicBezTo>
                <a:cubicBezTo>
                  <a:pt x="178" y="74"/>
                  <a:pt x="178" y="74"/>
                  <a:pt x="178" y="74"/>
                </a:cubicBezTo>
                <a:cubicBezTo>
                  <a:pt x="178" y="75"/>
                  <a:pt x="177" y="76"/>
                  <a:pt x="177" y="78"/>
                </a:cubicBezTo>
                <a:cubicBezTo>
                  <a:pt x="171" y="80"/>
                  <a:pt x="171" y="80"/>
                  <a:pt x="171" y="80"/>
                </a:cubicBezTo>
                <a:cubicBezTo>
                  <a:pt x="169" y="76"/>
                  <a:pt x="165" y="73"/>
                  <a:pt x="160" y="73"/>
                </a:cubicBezTo>
                <a:cubicBezTo>
                  <a:pt x="144" y="73"/>
                  <a:pt x="144" y="73"/>
                  <a:pt x="144" y="73"/>
                </a:cubicBezTo>
                <a:cubicBezTo>
                  <a:pt x="141" y="73"/>
                  <a:pt x="138" y="74"/>
                  <a:pt x="136" y="76"/>
                </a:cubicBezTo>
                <a:cubicBezTo>
                  <a:pt x="134" y="74"/>
                  <a:pt x="131" y="73"/>
                  <a:pt x="128" y="73"/>
                </a:cubicBezTo>
                <a:cubicBezTo>
                  <a:pt x="125" y="73"/>
                  <a:pt x="122" y="74"/>
                  <a:pt x="120" y="76"/>
                </a:cubicBezTo>
                <a:cubicBezTo>
                  <a:pt x="118" y="74"/>
                  <a:pt x="115" y="73"/>
                  <a:pt x="112" y="73"/>
                </a:cubicBezTo>
                <a:cubicBezTo>
                  <a:pt x="96" y="73"/>
                  <a:pt x="96" y="73"/>
                  <a:pt x="96" y="73"/>
                </a:cubicBezTo>
                <a:cubicBezTo>
                  <a:pt x="91" y="73"/>
                  <a:pt x="87" y="76"/>
                  <a:pt x="85" y="80"/>
                </a:cubicBezTo>
                <a:cubicBezTo>
                  <a:pt x="79" y="78"/>
                  <a:pt x="79" y="78"/>
                  <a:pt x="79" y="78"/>
                </a:cubicBezTo>
                <a:cubicBezTo>
                  <a:pt x="79" y="76"/>
                  <a:pt x="78" y="75"/>
                  <a:pt x="78" y="74"/>
                </a:cubicBezTo>
                <a:close/>
                <a:moveTo>
                  <a:pt x="164" y="85"/>
                </a:moveTo>
                <a:cubicBezTo>
                  <a:pt x="164" y="89"/>
                  <a:pt x="164" y="89"/>
                  <a:pt x="164" y="89"/>
                </a:cubicBezTo>
                <a:cubicBezTo>
                  <a:pt x="164" y="91"/>
                  <a:pt x="162" y="93"/>
                  <a:pt x="160" y="93"/>
                </a:cubicBezTo>
                <a:cubicBezTo>
                  <a:pt x="144" y="93"/>
                  <a:pt x="144" y="93"/>
                  <a:pt x="144" y="93"/>
                </a:cubicBezTo>
                <a:cubicBezTo>
                  <a:pt x="142" y="93"/>
                  <a:pt x="140" y="91"/>
                  <a:pt x="140" y="89"/>
                </a:cubicBezTo>
                <a:cubicBezTo>
                  <a:pt x="140" y="85"/>
                  <a:pt x="140" y="85"/>
                  <a:pt x="140" y="85"/>
                </a:cubicBezTo>
                <a:cubicBezTo>
                  <a:pt x="140" y="83"/>
                  <a:pt x="142" y="81"/>
                  <a:pt x="144" y="81"/>
                </a:cubicBezTo>
                <a:cubicBezTo>
                  <a:pt x="160" y="81"/>
                  <a:pt x="160" y="81"/>
                  <a:pt x="160" y="81"/>
                </a:cubicBezTo>
                <a:cubicBezTo>
                  <a:pt x="162" y="81"/>
                  <a:pt x="164" y="83"/>
                  <a:pt x="164" y="85"/>
                </a:cubicBezTo>
                <a:close/>
                <a:moveTo>
                  <a:pt x="116" y="85"/>
                </a:moveTo>
                <a:cubicBezTo>
                  <a:pt x="116" y="89"/>
                  <a:pt x="116" y="89"/>
                  <a:pt x="116" y="89"/>
                </a:cubicBezTo>
                <a:cubicBezTo>
                  <a:pt x="116" y="91"/>
                  <a:pt x="114" y="93"/>
                  <a:pt x="112" y="93"/>
                </a:cubicBezTo>
                <a:cubicBezTo>
                  <a:pt x="96" y="93"/>
                  <a:pt x="96" y="93"/>
                  <a:pt x="96" y="93"/>
                </a:cubicBezTo>
                <a:cubicBezTo>
                  <a:pt x="94" y="93"/>
                  <a:pt x="92" y="91"/>
                  <a:pt x="92" y="89"/>
                </a:cubicBezTo>
                <a:cubicBezTo>
                  <a:pt x="92" y="85"/>
                  <a:pt x="92" y="85"/>
                  <a:pt x="92" y="85"/>
                </a:cubicBezTo>
                <a:cubicBezTo>
                  <a:pt x="92" y="83"/>
                  <a:pt x="94" y="81"/>
                  <a:pt x="96" y="81"/>
                </a:cubicBezTo>
                <a:cubicBezTo>
                  <a:pt x="112" y="81"/>
                  <a:pt x="112" y="81"/>
                  <a:pt x="112" y="81"/>
                </a:cubicBezTo>
                <a:cubicBezTo>
                  <a:pt x="114" y="81"/>
                  <a:pt x="116" y="83"/>
                  <a:pt x="116" y="85"/>
                </a:cubicBezTo>
                <a:close/>
                <a:moveTo>
                  <a:pt x="146" y="137"/>
                </a:moveTo>
                <a:cubicBezTo>
                  <a:pt x="144" y="138"/>
                  <a:pt x="143" y="141"/>
                  <a:pt x="144" y="143"/>
                </a:cubicBezTo>
                <a:cubicBezTo>
                  <a:pt x="145" y="144"/>
                  <a:pt x="146" y="145"/>
                  <a:pt x="148" y="145"/>
                </a:cubicBezTo>
                <a:cubicBezTo>
                  <a:pt x="149" y="145"/>
                  <a:pt x="149" y="145"/>
                  <a:pt x="150" y="145"/>
                </a:cubicBezTo>
                <a:cubicBezTo>
                  <a:pt x="152" y="144"/>
                  <a:pt x="154" y="143"/>
                  <a:pt x="156" y="141"/>
                </a:cubicBezTo>
                <a:cubicBezTo>
                  <a:pt x="156" y="157"/>
                  <a:pt x="156" y="157"/>
                  <a:pt x="156" y="157"/>
                </a:cubicBezTo>
                <a:cubicBezTo>
                  <a:pt x="156" y="159"/>
                  <a:pt x="157" y="160"/>
                  <a:pt x="159" y="161"/>
                </a:cubicBezTo>
                <a:cubicBezTo>
                  <a:pt x="153" y="179"/>
                  <a:pt x="153" y="179"/>
                  <a:pt x="153" y="179"/>
                </a:cubicBezTo>
                <a:cubicBezTo>
                  <a:pt x="149" y="182"/>
                  <a:pt x="135" y="195"/>
                  <a:pt x="128" y="221"/>
                </a:cubicBezTo>
                <a:cubicBezTo>
                  <a:pt x="121" y="195"/>
                  <a:pt x="107" y="182"/>
                  <a:pt x="103" y="179"/>
                </a:cubicBezTo>
                <a:cubicBezTo>
                  <a:pt x="97" y="161"/>
                  <a:pt x="97" y="161"/>
                  <a:pt x="97" y="161"/>
                </a:cubicBezTo>
                <a:cubicBezTo>
                  <a:pt x="99" y="160"/>
                  <a:pt x="100" y="159"/>
                  <a:pt x="100" y="157"/>
                </a:cubicBezTo>
                <a:cubicBezTo>
                  <a:pt x="100" y="141"/>
                  <a:pt x="100" y="141"/>
                  <a:pt x="100" y="141"/>
                </a:cubicBezTo>
                <a:cubicBezTo>
                  <a:pt x="102" y="143"/>
                  <a:pt x="104" y="144"/>
                  <a:pt x="106" y="145"/>
                </a:cubicBezTo>
                <a:cubicBezTo>
                  <a:pt x="108" y="146"/>
                  <a:pt x="111" y="145"/>
                  <a:pt x="112" y="143"/>
                </a:cubicBezTo>
                <a:cubicBezTo>
                  <a:pt x="113" y="141"/>
                  <a:pt x="112" y="138"/>
                  <a:pt x="110" y="137"/>
                </a:cubicBezTo>
                <a:cubicBezTo>
                  <a:pt x="89" y="129"/>
                  <a:pt x="83" y="107"/>
                  <a:pt x="80" y="87"/>
                </a:cubicBezTo>
                <a:cubicBezTo>
                  <a:pt x="84" y="88"/>
                  <a:pt x="84" y="88"/>
                  <a:pt x="84" y="88"/>
                </a:cubicBezTo>
                <a:cubicBezTo>
                  <a:pt x="84" y="89"/>
                  <a:pt x="84" y="89"/>
                  <a:pt x="84" y="89"/>
                </a:cubicBezTo>
                <a:cubicBezTo>
                  <a:pt x="84" y="96"/>
                  <a:pt x="89" y="101"/>
                  <a:pt x="96" y="101"/>
                </a:cubicBezTo>
                <a:cubicBezTo>
                  <a:pt x="112" y="101"/>
                  <a:pt x="112" y="101"/>
                  <a:pt x="112" y="101"/>
                </a:cubicBezTo>
                <a:cubicBezTo>
                  <a:pt x="119" y="101"/>
                  <a:pt x="124" y="96"/>
                  <a:pt x="124" y="89"/>
                </a:cubicBezTo>
                <a:cubicBezTo>
                  <a:pt x="124" y="85"/>
                  <a:pt x="124" y="85"/>
                  <a:pt x="124" y="85"/>
                </a:cubicBezTo>
                <a:cubicBezTo>
                  <a:pt x="124" y="83"/>
                  <a:pt x="126" y="81"/>
                  <a:pt x="128" y="81"/>
                </a:cubicBezTo>
                <a:cubicBezTo>
                  <a:pt x="130" y="81"/>
                  <a:pt x="132" y="83"/>
                  <a:pt x="132" y="85"/>
                </a:cubicBezTo>
                <a:cubicBezTo>
                  <a:pt x="132" y="89"/>
                  <a:pt x="132" y="89"/>
                  <a:pt x="132" y="89"/>
                </a:cubicBezTo>
                <a:cubicBezTo>
                  <a:pt x="132" y="96"/>
                  <a:pt x="137" y="101"/>
                  <a:pt x="144" y="101"/>
                </a:cubicBezTo>
                <a:cubicBezTo>
                  <a:pt x="160" y="101"/>
                  <a:pt x="160" y="101"/>
                  <a:pt x="160" y="101"/>
                </a:cubicBezTo>
                <a:cubicBezTo>
                  <a:pt x="167" y="101"/>
                  <a:pt x="172" y="96"/>
                  <a:pt x="172" y="89"/>
                </a:cubicBezTo>
                <a:cubicBezTo>
                  <a:pt x="172" y="88"/>
                  <a:pt x="172" y="88"/>
                  <a:pt x="172" y="88"/>
                </a:cubicBezTo>
                <a:cubicBezTo>
                  <a:pt x="176" y="87"/>
                  <a:pt x="176" y="87"/>
                  <a:pt x="176" y="87"/>
                </a:cubicBezTo>
                <a:cubicBezTo>
                  <a:pt x="173" y="107"/>
                  <a:pt x="167" y="129"/>
                  <a:pt x="146" y="137"/>
                </a:cubicBezTo>
                <a:close/>
                <a:moveTo>
                  <a:pt x="143" y="48"/>
                </a:moveTo>
                <a:cubicBezTo>
                  <a:pt x="146" y="55"/>
                  <a:pt x="152" y="61"/>
                  <a:pt x="164" y="61"/>
                </a:cubicBezTo>
                <a:cubicBezTo>
                  <a:pt x="168" y="61"/>
                  <a:pt x="168" y="61"/>
                  <a:pt x="168" y="61"/>
                </a:cubicBezTo>
                <a:cubicBezTo>
                  <a:pt x="168" y="53"/>
                  <a:pt x="168" y="53"/>
                  <a:pt x="168" y="53"/>
                </a:cubicBezTo>
                <a:cubicBezTo>
                  <a:pt x="164" y="53"/>
                  <a:pt x="164" y="53"/>
                  <a:pt x="164" y="53"/>
                </a:cubicBezTo>
                <a:cubicBezTo>
                  <a:pt x="149" y="53"/>
                  <a:pt x="148" y="39"/>
                  <a:pt x="148" y="37"/>
                </a:cubicBezTo>
                <a:cubicBezTo>
                  <a:pt x="148" y="35"/>
                  <a:pt x="147" y="33"/>
                  <a:pt x="145" y="33"/>
                </a:cubicBezTo>
                <a:cubicBezTo>
                  <a:pt x="143" y="33"/>
                  <a:pt x="141" y="34"/>
                  <a:pt x="140" y="36"/>
                </a:cubicBezTo>
                <a:cubicBezTo>
                  <a:pt x="137" y="45"/>
                  <a:pt x="131" y="53"/>
                  <a:pt x="92" y="53"/>
                </a:cubicBezTo>
                <a:cubicBezTo>
                  <a:pt x="88" y="53"/>
                  <a:pt x="88" y="53"/>
                  <a:pt x="88" y="53"/>
                </a:cubicBezTo>
                <a:cubicBezTo>
                  <a:pt x="88" y="61"/>
                  <a:pt x="88" y="61"/>
                  <a:pt x="88" y="61"/>
                </a:cubicBezTo>
                <a:cubicBezTo>
                  <a:pt x="92" y="61"/>
                  <a:pt x="92" y="61"/>
                  <a:pt x="92" y="61"/>
                </a:cubicBezTo>
                <a:cubicBezTo>
                  <a:pt x="122" y="61"/>
                  <a:pt x="136" y="57"/>
                  <a:pt x="143" y="4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0" name="Freeform 200">
            <a:extLst>
              <a:ext uri="{FF2B5EF4-FFF2-40B4-BE49-F238E27FC236}">
                <a16:creationId xmlns:a16="http://schemas.microsoft.com/office/drawing/2014/main" id="{A29592DF-445B-4CD3-9A0A-BC3AB4B6CF4F}"/>
              </a:ext>
            </a:extLst>
          </p:cNvPr>
          <p:cNvSpPr>
            <a:spLocks noChangeAspect="1" noEditPoints="1"/>
          </p:cNvSpPr>
          <p:nvPr/>
        </p:nvSpPr>
        <p:spPr bwMode="auto">
          <a:xfrm>
            <a:off x="6378964" y="3396457"/>
            <a:ext cx="400050" cy="400050"/>
          </a:xfrm>
          <a:custGeom>
            <a:avLst/>
            <a:gdLst>
              <a:gd name="T0" fmla="*/ 216 w 256"/>
              <a:gd name="T1" fmla="*/ 194 h 256"/>
              <a:gd name="T2" fmla="*/ 200 w 256"/>
              <a:gd name="T3" fmla="*/ 128 h 256"/>
              <a:gd name="T4" fmla="*/ 128 w 256"/>
              <a:gd name="T5" fmla="*/ 0 h 256"/>
              <a:gd name="T6" fmla="*/ 60 w 256"/>
              <a:gd name="T7" fmla="*/ 76 h 256"/>
              <a:gd name="T8" fmla="*/ 40 w 256"/>
              <a:gd name="T9" fmla="*/ 110 h 256"/>
              <a:gd name="T10" fmla="*/ 86 w 256"/>
              <a:gd name="T11" fmla="*/ 152 h 256"/>
              <a:gd name="T12" fmla="*/ 184 w 256"/>
              <a:gd name="T13" fmla="*/ 118 h 256"/>
              <a:gd name="T14" fmla="*/ 176 w 256"/>
              <a:gd name="T15" fmla="*/ 84 h 256"/>
              <a:gd name="T16" fmla="*/ 130 w 256"/>
              <a:gd name="T17" fmla="*/ 172 h 256"/>
              <a:gd name="T18" fmla="*/ 108 w 256"/>
              <a:gd name="T19" fmla="*/ 152 h 256"/>
              <a:gd name="T20" fmla="*/ 120 w 256"/>
              <a:gd name="T21" fmla="*/ 160 h 256"/>
              <a:gd name="T22" fmla="*/ 152 w 256"/>
              <a:gd name="T23" fmla="*/ 148 h 256"/>
              <a:gd name="T24" fmla="*/ 120 w 256"/>
              <a:gd name="T25" fmla="*/ 136 h 256"/>
              <a:gd name="T26" fmla="*/ 108 w 256"/>
              <a:gd name="T27" fmla="*/ 144 h 256"/>
              <a:gd name="T28" fmla="*/ 84 w 256"/>
              <a:gd name="T29" fmla="*/ 118 h 256"/>
              <a:gd name="T30" fmla="*/ 76 w 256"/>
              <a:gd name="T31" fmla="*/ 84 h 256"/>
              <a:gd name="T32" fmla="*/ 81 w 256"/>
              <a:gd name="T33" fmla="*/ 143 h 256"/>
              <a:gd name="T34" fmla="*/ 68 w 256"/>
              <a:gd name="T35" fmla="*/ 68 h 256"/>
              <a:gd name="T36" fmla="*/ 192 w 256"/>
              <a:gd name="T37" fmla="*/ 68 h 256"/>
              <a:gd name="T38" fmla="*/ 201 w 256"/>
              <a:gd name="T39" fmla="*/ 187 h 256"/>
              <a:gd name="T40" fmla="*/ 178 w 256"/>
              <a:gd name="T41" fmla="*/ 176 h 256"/>
              <a:gd name="T42" fmla="*/ 176 w 256"/>
              <a:gd name="T43" fmla="*/ 176 h 256"/>
              <a:gd name="T44" fmla="*/ 175 w 256"/>
              <a:gd name="T45" fmla="*/ 176 h 256"/>
              <a:gd name="T46" fmla="*/ 174 w 256"/>
              <a:gd name="T47" fmla="*/ 176 h 256"/>
              <a:gd name="T48" fmla="*/ 128 w 256"/>
              <a:gd name="T49" fmla="*/ 196 h 256"/>
              <a:gd name="T50" fmla="*/ 86 w 256"/>
              <a:gd name="T51" fmla="*/ 177 h 256"/>
              <a:gd name="T52" fmla="*/ 86 w 256"/>
              <a:gd name="T53" fmla="*/ 176 h 256"/>
              <a:gd name="T54" fmla="*/ 84 w 256"/>
              <a:gd name="T55" fmla="*/ 176 h 256"/>
              <a:gd name="T56" fmla="*/ 83 w 256"/>
              <a:gd name="T57" fmla="*/ 176 h 256"/>
              <a:gd name="T58" fmla="*/ 34 w 256"/>
              <a:gd name="T59" fmla="*/ 197 h 256"/>
              <a:gd name="T60" fmla="*/ 0 w 256"/>
              <a:gd name="T61" fmla="*/ 256 h 256"/>
              <a:gd name="T62" fmla="*/ 8 w 256"/>
              <a:gd name="T63" fmla="*/ 251 h 256"/>
              <a:gd name="T64" fmla="*/ 75 w 256"/>
              <a:gd name="T65" fmla="*/ 188 h 256"/>
              <a:gd name="T66" fmla="*/ 53 w 256"/>
              <a:gd name="T67" fmla="*/ 234 h 256"/>
              <a:gd name="T68" fmla="*/ 57 w 256"/>
              <a:gd name="T69" fmla="*/ 236 h 256"/>
              <a:gd name="T70" fmla="*/ 100 w 256"/>
              <a:gd name="T71" fmla="*/ 223 h 256"/>
              <a:gd name="T72" fmla="*/ 64 w 256"/>
              <a:gd name="T73" fmla="*/ 226 h 256"/>
              <a:gd name="T74" fmla="*/ 128 w 256"/>
              <a:gd name="T75" fmla="*/ 204 h 256"/>
              <a:gd name="T76" fmla="*/ 193 w 256"/>
              <a:gd name="T77" fmla="*/ 227 h 256"/>
              <a:gd name="T78" fmla="*/ 156 w 256"/>
              <a:gd name="T79" fmla="*/ 223 h 256"/>
              <a:gd name="T80" fmla="*/ 199 w 256"/>
              <a:gd name="T81" fmla="*/ 236 h 256"/>
              <a:gd name="T82" fmla="*/ 203 w 256"/>
              <a:gd name="T83" fmla="*/ 234 h 256"/>
              <a:gd name="T84" fmla="*/ 184 w 256"/>
              <a:gd name="T85" fmla="*/ 188 h 256"/>
              <a:gd name="T86" fmla="*/ 248 w 256"/>
              <a:gd name="T87" fmla="*/ 251 h 256"/>
              <a:gd name="T88" fmla="*/ 256 w 256"/>
              <a:gd name="T89" fmla="*/ 256 h 256"/>
              <a:gd name="T90" fmla="*/ 222 w 256"/>
              <a:gd name="T91" fmla="*/ 197 h 256"/>
              <a:gd name="T92" fmla="*/ 48 w 256"/>
              <a:gd name="T93" fmla="*/ 110 h 256"/>
              <a:gd name="T94" fmla="*/ 60 w 256"/>
              <a:gd name="T95" fmla="*/ 84 h 256"/>
              <a:gd name="T96" fmla="*/ 120 w 256"/>
              <a:gd name="T97" fmla="*/ 144 h 256"/>
              <a:gd name="T98" fmla="*/ 144 w 256"/>
              <a:gd name="T99" fmla="*/ 148 h 256"/>
              <a:gd name="T100" fmla="*/ 120 w 256"/>
              <a:gd name="T101" fmla="*/ 152 h 256"/>
              <a:gd name="T102" fmla="*/ 120 w 256"/>
              <a:gd name="T103" fmla="*/ 144 h 256"/>
              <a:gd name="T104" fmla="*/ 184 w 256"/>
              <a:gd name="T105" fmla="*/ 76 h 256"/>
              <a:gd name="T106" fmla="*/ 160 w 256"/>
              <a:gd name="T107" fmla="*/ 68 h 256"/>
              <a:gd name="T108" fmla="*/ 157 w 256"/>
              <a:gd name="T109" fmla="*/ 44 h 256"/>
              <a:gd name="T110" fmla="*/ 134 w 256"/>
              <a:gd name="T111" fmla="*/ 68 h 256"/>
              <a:gd name="T112" fmla="*/ 76 w 256"/>
              <a:gd name="T113" fmla="*/ 76 h 256"/>
              <a:gd name="T114" fmla="*/ 139 w 256"/>
              <a:gd name="T115" fmla="*/ 75 h 256"/>
              <a:gd name="T116" fmla="*/ 152 w 256"/>
              <a:gd name="T117" fmla="*/ 7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222" y="197"/>
                </a:moveTo>
                <a:cubicBezTo>
                  <a:pt x="216" y="194"/>
                  <a:pt x="216" y="194"/>
                  <a:pt x="216" y="194"/>
                </a:cubicBezTo>
                <a:cubicBezTo>
                  <a:pt x="215" y="194"/>
                  <a:pt x="215" y="194"/>
                  <a:pt x="215" y="193"/>
                </a:cubicBezTo>
                <a:cubicBezTo>
                  <a:pt x="196" y="175"/>
                  <a:pt x="200" y="129"/>
                  <a:pt x="200" y="128"/>
                </a:cubicBezTo>
                <a:cubicBezTo>
                  <a:pt x="200" y="68"/>
                  <a:pt x="200" y="68"/>
                  <a:pt x="200" y="68"/>
                </a:cubicBezTo>
                <a:cubicBezTo>
                  <a:pt x="200" y="31"/>
                  <a:pt x="168" y="0"/>
                  <a:pt x="128" y="0"/>
                </a:cubicBezTo>
                <a:cubicBezTo>
                  <a:pt x="90" y="0"/>
                  <a:pt x="60" y="30"/>
                  <a:pt x="60" y="68"/>
                </a:cubicBezTo>
                <a:cubicBezTo>
                  <a:pt x="60" y="76"/>
                  <a:pt x="60" y="76"/>
                  <a:pt x="60" y="76"/>
                </a:cubicBezTo>
                <a:cubicBezTo>
                  <a:pt x="48" y="78"/>
                  <a:pt x="40" y="87"/>
                  <a:pt x="40" y="98"/>
                </a:cubicBezTo>
                <a:cubicBezTo>
                  <a:pt x="40" y="110"/>
                  <a:pt x="40" y="110"/>
                  <a:pt x="40" y="110"/>
                </a:cubicBezTo>
                <a:cubicBezTo>
                  <a:pt x="40" y="122"/>
                  <a:pt x="49" y="131"/>
                  <a:pt x="61" y="132"/>
                </a:cubicBezTo>
                <a:cubicBezTo>
                  <a:pt x="64" y="143"/>
                  <a:pt x="74" y="151"/>
                  <a:pt x="86" y="152"/>
                </a:cubicBezTo>
                <a:cubicBezTo>
                  <a:pt x="96" y="168"/>
                  <a:pt x="112" y="180"/>
                  <a:pt x="130" y="180"/>
                </a:cubicBezTo>
                <a:cubicBezTo>
                  <a:pt x="160" y="180"/>
                  <a:pt x="184" y="147"/>
                  <a:pt x="184" y="118"/>
                </a:cubicBezTo>
                <a:cubicBezTo>
                  <a:pt x="184" y="84"/>
                  <a:pt x="184" y="84"/>
                  <a:pt x="184" y="84"/>
                </a:cubicBezTo>
                <a:cubicBezTo>
                  <a:pt x="176" y="84"/>
                  <a:pt x="176" y="84"/>
                  <a:pt x="176" y="84"/>
                </a:cubicBezTo>
                <a:cubicBezTo>
                  <a:pt x="176" y="118"/>
                  <a:pt x="176" y="118"/>
                  <a:pt x="176" y="118"/>
                </a:cubicBezTo>
                <a:cubicBezTo>
                  <a:pt x="176" y="142"/>
                  <a:pt x="155" y="172"/>
                  <a:pt x="130" y="172"/>
                </a:cubicBezTo>
                <a:cubicBezTo>
                  <a:pt x="116" y="172"/>
                  <a:pt x="104" y="164"/>
                  <a:pt x="96" y="152"/>
                </a:cubicBezTo>
                <a:cubicBezTo>
                  <a:pt x="108" y="152"/>
                  <a:pt x="108" y="152"/>
                  <a:pt x="108" y="152"/>
                </a:cubicBezTo>
                <a:cubicBezTo>
                  <a:pt x="108" y="152"/>
                  <a:pt x="108" y="152"/>
                  <a:pt x="109" y="152"/>
                </a:cubicBezTo>
                <a:cubicBezTo>
                  <a:pt x="110" y="157"/>
                  <a:pt x="115" y="160"/>
                  <a:pt x="120" y="160"/>
                </a:cubicBezTo>
                <a:cubicBezTo>
                  <a:pt x="140" y="160"/>
                  <a:pt x="140" y="160"/>
                  <a:pt x="140" y="160"/>
                </a:cubicBezTo>
                <a:cubicBezTo>
                  <a:pt x="147" y="160"/>
                  <a:pt x="152" y="155"/>
                  <a:pt x="152" y="148"/>
                </a:cubicBezTo>
                <a:cubicBezTo>
                  <a:pt x="152" y="141"/>
                  <a:pt x="147" y="136"/>
                  <a:pt x="140" y="136"/>
                </a:cubicBezTo>
                <a:cubicBezTo>
                  <a:pt x="120" y="136"/>
                  <a:pt x="120" y="136"/>
                  <a:pt x="120" y="136"/>
                </a:cubicBezTo>
                <a:cubicBezTo>
                  <a:pt x="115" y="136"/>
                  <a:pt x="110" y="139"/>
                  <a:pt x="109" y="144"/>
                </a:cubicBezTo>
                <a:cubicBezTo>
                  <a:pt x="108" y="144"/>
                  <a:pt x="108" y="144"/>
                  <a:pt x="108" y="144"/>
                </a:cubicBezTo>
                <a:cubicBezTo>
                  <a:pt x="91" y="144"/>
                  <a:pt x="91" y="144"/>
                  <a:pt x="91" y="144"/>
                </a:cubicBezTo>
                <a:cubicBezTo>
                  <a:pt x="87" y="136"/>
                  <a:pt x="84" y="127"/>
                  <a:pt x="84" y="118"/>
                </a:cubicBezTo>
                <a:cubicBezTo>
                  <a:pt x="84" y="84"/>
                  <a:pt x="84" y="84"/>
                  <a:pt x="84" y="84"/>
                </a:cubicBezTo>
                <a:cubicBezTo>
                  <a:pt x="76" y="84"/>
                  <a:pt x="76" y="84"/>
                  <a:pt x="76" y="84"/>
                </a:cubicBezTo>
                <a:cubicBezTo>
                  <a:pt x="76" y="118"/>
                  <a:pt x="76" y="118"/>
                  <a:pt x="76" y="118"/>
                </a:cubicBezTo>
                <a:cubicBezTo>
                  <a:pt x="76" y="126"/>
                  <a:pt x="78" y="135"/>
                  <a:pt x="81" y="143"/>
                </a:cubicBezTo>
                <a:cubicBezTo>
                  <a:pt x="74" y="140"/>
                  <a:pt x="68" y="133"/>
                  <a:pt x="68" y="124"/>
                </a:cubicBezTo>
                <a:cubicBezTo>
                  <a:pt x="68" y="68"/>
                  <a:pt x="68" y="68"/>
                  <a:pt x="68" y="68"/>
                </a:cubicBezTo>
                <a:cubicBezTo>
                  <a:pt x="68" y="34"/>
                  <a:pt x="94" y="8"/>
                  <a:pt x="128" y="8"/>
                </a:cubicBezTo>
                <a:cubicBezTo>
                  <a:pt x="163" y="8"/>
                  <a:pt x="192" y="35"/>
                  <a:pt x="192" y="68"/>
                </a:cubicBezTo>
                <a:cubicBezTo>
                  <a:pt x="192" y="128"/>
                  <a:pt x="192" y="128"/>
                  <a:pt x="192" y="128"/>
                </a:cubicBezTo>
                <a:cubicBezTo>
                  <a:pt x="192" y="129"/>
                  <a:pt x="189" y="164"/>
                  <a:pt x="201" y="187"/>
                </a:cubicBezTo>
                <a:cubicBezTo>
                  <a:pt x="178" y="176"/>
                  <a:pt x="178" y="176"/>
                  <a:pt x="178" y="176"/>
                </a:cubicBezTo>
                <a:cubicBezTo>
                  <a:pt x="178" y="176"/>
                  <a:pt x="178" y="176"/>
                  <a:pt x="178" y="176"/>
                </a:cubicBezTo>
                <a:cubicBezTo>
                  <a:pt x="177" y="176"/>
                  <a:pt x="177" y="176"/>
                  <a:pt x="177" y="176"/>
                </a:cubicBezTo>
                <a:cubicBezTo>
                  <a:pt x="177" y="176"/>
                  <a:pt x="176" y="176"/>
                  <a:pt x="176" y="176"/>
                </a:cubicBezTo>
                <a:cubicBezTo>
                  <a:pt x="176" y="176"/>
                  <a:pt x="176" y="176"/>
                  <a:pt x="176" y="176"/>
                </a:cubicBezTo>
                <a:cubicBezTo>
                  <a:pt x="175" y="176"/>
                  <a:pt x="175" y="176"/>
                  <a:pt x="175" y="176"/>
                </a:cubicBezTo>
                <a:cubicBezTo>
                  <a:pt x="174" y="176"/>
                  <a:pt x="174" y="176"/>
                  <a:pt x="174" y="176"/>
                </a:cubicBezTo>
                <a:cubicBezTo>
                  <a:pt x="174" y="176"/>
                  <a:pt x="174" y="176"/>
                  <a:pt x="174" y="176"/>
                </a:cubicBezTo>
                <a:cubicBezTo>
                  <a:pt x="174" y="177"/>
                  <a:pt x="174" y="177"/>
                  <a:pt x="173" y="177"/>
                </a:cubicBezTo>
                <a:cubicBezTo>
                  <a:pt x="160" y="189"/>
                  <a:pt x="145" y="196"/>
                  <a:pt x="128" y="196"/>
                </a:cubicBezTo>
                <a:cubicBezTo>
                  <a:pt x="110" y="196"/>
                  <a:pt x="99" y="188"/>
                  <a:pt x="87" y="177"/>
                </a:cubicBezTo>
                <a:cubicBezTo>
                  <a:pt x="87" y="177"/>
                  <a:pt x="86" y="177"/>
                  <a:pt x="86" y="177"/>
                </a:cubicBezTo>
                <a:cubicBezTo>
                  <a:pt x="86" y="177"/>
                  <a:pt x="86" y="177"/>
                  <a:pt x="86" y="176"/>
                </a:cubicBezTo>
                <a:cubicBezTo>
                  <a:pt x="86" y="176"/>
                  <a:pt x="86" y="176"/>
                  <a:pt x="86" y="176"/>
                </a:cubicBezTo>
                <a:cubicBezTo>
                  <a:pt x="85" y="176"/>
                  <a:pt x="85" y="176"/>
                  <a:pt x="85" y="176"/>
                </a:cubicBezTo>
                <a:cubicBezTo>
                  <a:pt x="84" y="176"/>
                  <a:pt x="84" y="176"/>
                  <a:pt x="84" y="176"/>
                </a:cubicBezTo>
                <a:cubicBezTo>
                  <a:pt x="84" y="176"/>
                  <a:pt x="83" y="176"/>
                  <a:pt x="83" y="176"/>
                </a:cubicBezTo>
                <a:cubicBezTo>
                  <a:pt x="83" y="176"/>
                  <a:pt x="83" y="176"/>
                  <a:pt x="83" y="176"/>
                </a:cubicBezTo>
                <a:cubicBezTo>
                  <a:pt x="83" y="176"/>
                  <a:pt x="82" y="176"/>
                  <a:pt x="82" y="176"/>
                </a:cubicBezTo>
                <a:cubicBezTo>
                  <a:pt x="34" y="197"/>
                  <a:pt x="34" y="197"/>
                  <a:pt x="34" y="197"/>
                </a:cubicBezTo>
                <a:cubicBezTo>
                  <a:pt x="13" y="207"/>
                  <a:pt x="0" y="228"/>
                  <a:pt x="0" y="251"/>
                </a:cubicBezTo>
                <a:cubicBezTo>
                  <a:pt x="0" y="256"/>
                  <a:pt x="0" y="256"/>
                  <a:pt x="0" y="256"/>
                </a:cubicBezTo>
                <a:cubicBezTo>
                  <a:pt x="8" y="256"/>
                  <a:pt x="8" y="256"/>
                  <a:pt x="8" y="256"/>
                </a:cubicBezTo>
                <a:cubicBezTo>
                  <a:pt x="8" y="251"/>
                  <a:pt x="8" y="251"/>
                  <a:pt x="8" y="251"/>
                </a:cubicBezTo>
                <a:cubicBezTo>
                  <a:pt x="8" y="231"/>
                  <a:pt x="20" y="213"/>
                  <a:pt x="38" y="204"/>
                </a:cubicBezTo>
                <a:cubicBezTo>
                  <a:pt x="75" y="188"/>
                  <a:pt x="75" y="188"/>
                  <a:pt x="75" y="188"/>
                </a:cubicBezTo>
                <a:cubicBezTo>
                  <a:pt x="52" y="230"/>
                  <a:pt x="52" y="230"/>
                  <a:pt x="52" y="230"/>
                </a:cubicBezTo>
                <a:cubicBezTo>
                  <a:pt x="52" y="231"/>
                  <a:pt x="52" y="233"/>
                  <a:pt x="53" y="234"/>
                </a:cubicBezTo>
                <a:cubicBezTo>
                  <a:pt x="54" y="235"/>
                  <a:pt x="55" y="236"/>
                  <a:pt x="56" y="236"/>
                </a:cubicBezTo>
                <a:cubicBezTo>
                  <a:pt x="56" y="236"/>
                  <a:pt x="57" y="236"/>
                  <a:pt x="57" y="236"/>
                </a:cubicBezTo>
                <a:cubicBezTo>
                  <a:pt x="97" y="228"/>
                  <a:pt x="97" y="228"/>
                  <a:pt x="97" y="228"/>
                </a:cubicBezTo>
                <a:cubicBezTo>
                  <a:pt x="99" y="227"/>
                  <a:pt x="100" y="225"/>
                  <a:pt x="100" y="223"/>
                </a:cubicBezTo>
                <a:cubicBezTo>
                  <a:pt x="99" y="221"/>
                  <a:pt x="97" y="220"/>
                  <a:pt x="95" y="220"/>
                </a:cubicBezTo>
                <a:cubicBezTo>
                  <a:pt x="64" y="226"/>
                  <a:pt x="64" y="226"/>
                  <a:pt x="64" y="226"/>
                </a:cubicBezTo>
                <a:cubicBezTo>
                  <a:pt x="85" y="186"/>
                  <a:pt x="85" y="186"/>
                  <a:pt x="85" y="186"/>
                </a:cubicBezTo>
                <a:cubicBezTo>
                  <a:pt x="96" y="196"/>
                  <a:pt x="109" y="204"/>
                  <a:pt x="128" y="204"/>
                </a:cubicBezTo>
                <a:cubicBezTo>
                  <a:pt x="145" y="204"/>
                  <a:pt x="161" y="198"/>
                  <a:pt x="175" y="187"/>
                </a:cubicBezTo>
                <a:cubicBezTo>
                  <a:pt x="193" y="227"/>
                  <a:pt x="193" y="227"/>
                  <a:pt x="193" y="227"/>
                </a:cubicBezTo>
                <a:cubicBezTo>
                  <a:pt x="161" y="220"/>
                  <a:pt x="161" y="220"/>
                  <a:pt x="161" y="220"/>
                </a:cubicBezTo>
                <a:cubicBezTo>
                  <a:pt x="159" y="220"/>
                  <a:pt x="157" y="221"/>
                  <a:pt x="156" y="223"/>
                </a:cubicBezTo>
                <a:cubicBezTo>
                  <a:pt x="156" y="225"/>
                  <a:pt x="157" y="227"/>
                  <a:pt x="159" y="228"/>
                </a:cubicBezTo>
                <a:cubicBezTo>
                  <a:pt x="199" y="236"/>
                  <a:pt x="199" y="236"/>
                  <a:pt x="199" y="236"/>
                </a:cubicBezTo>
                <a:cubicBezTo>
                  <a:pt x="199" y="236"/>
                  <a:pt x="200" y="236"/>
                  <a:pt x="200" y="236"/>
                </a:cubicBezTo>
                <a:cubicBezTo>
                  <a:pt x="201" y="236"/>
                  <a:pt x="202" y="235"/>
                  <a:pt x="203" y="234"/>
                </a:cubicBezTo>
                <a:cubicBezTo>
                  <a:pt x="204" y="233"/>
                  <a:pt x="204" y="232"/>
                  <a:pt x="204" y="230"/>
                </a:cubicBezTo>
                <a:cubicBezTo>
                  <a:pt x="184" y="188"/>
                  <a:pt x="184" y="188"/>
                  <a:pt x="184" y="188"/>
                </a:cubicBezTo>
                <a:cubicBezTo>
                  <a:pt x="218" y="204"/>
                  <a:pt x="218" y="204"/>
                  <a:pt x="218" y="204"/>
                </a:cubicBezTo>
                <a:cubicBezTo>
                  <a:pt x="236" y="213"/>
                  <a:pt x="248" y="231"/>
                  <a:pt x="248" y="251"/>
                </a:cubicBezTo>
                <a:cubicBezTo>
                  <a:pt x="248" y="256"/>
                  <a:pt x="248" y="256"/>
                  <a:pt x="248" y="256"/>
                </a:cubicBezTo>
                <a:cubicBezTo>
                  <a:pt x="256" y="256"/>
                  <a:pt x="256" y="256"/>
                  <a:pt x="256" y="256"/>
                </a:cubicBezTo>
                <a:cubicBezTo>
                  <a:pt x="256" y="251"/>
                  <a:pt x="256" y="251"/>
                  <a:pt x="256" y="251"/>
                </a:cubicBezTo>
                <a:cubicBezTo>
                  <a:pt x="256" y="228"/>
                  <a:pt x="243" y="207"/>
                  <a:pt x="222" y="197"/>
                </a:cubicBezTo>
                <a:close/>
                <a:moveTo>
                  <a:pt x="60" y="124"/>
                </a:moveTo>
                <a:cubicBezTo>
                  <a:pt x="53" y="122"/>
                  <a:pt x="48" y="117"/>
                  <a:pt x="48" y="110"/>
                </a:cubicBezTo>
                <a:cubicBezTo>
                  <a:pt x="48" y="98"/>
                  <a:pt x="48" y="98"/>
                  <a:pt x="48" y="98"/>
                </a:cubicBezTo>
                <a:cubicBezTo>
                  <a:pt x="48" y="91"/>
                  <a:pt x="53" y="86"/>
                  <a:pt x="60" y="84"/>
                </a:cubicBezTo>
                <a:lnTo>
                  <a:pt x="60" y="124"/>
                </a:lnTo>
                <a:close/>
                <a:moveTo>
                  <a:pt x="120" y="144"/>
                </a:moveTo>
                <a:cubicBezTo>
                  <a:pt x="140" y="144"/>
                  <a:pt x="140" y="144"/>
                  <a:pt x="140" y="144"/>
                </a:cubicBezTo>
                <a:cubicBezTo>
                  <a:pt x="142" y="144"/>
                  <a:pt x="144" y="146"/>
                  <a:pt x="144" y="148"/>
                </a:cubicBezTo>
                <a:cubicBezTo>
                  <a:pt x="144" y="150"/>
                  <a:pt x="142" y="152"/>
                  <a:pt x="140" y="152"/>
                </a:cubicBezTo>
                <a:cubicBezTo>
                  <a:pt x="120" y="152"/>
                  <a:pt x="120" y="152"/>
                  <a:pt x="120" y="152"/>
                </a:cubicBezTo>
                <a:cubicBezTo>
                  <a:pt x="118" y="152"/>
                  <a:pt x="116" y="150"/>
                  <a:pt x="116" y="148"/>
                </a:cubicBezTo>
                <a:cubicBezTo>
                  <a:pt x="116" y="146"/>
                  <a:pt x="118" y="144"/>
                  <a:pt x="120" y="144"/>
                </a:cubicBezTo>
                <a:close/>
                <a:moveTo>
                  <a:pt x="156" y="76"/>
                </a:moveTo>
                <a:cubicBezTo>
                  <a:pt x="184" y="76"/>
                  <a:pt x="184" y="76"/>
                  <a:pt x="184" y="76"/>
                </a:cubicBezTo>
                <a:cubicBezTo>
                  <a:pt x="184" y="68"/>
                  <a:pt x="184" y="68"/>
                  <a:pt x="184" y="68"/>
                </a:cubicBezTo>
                <a:cubicBezTo>
                  <a:pt x="160" y="68"/>
                  <a:pt x="160" y="68"/>
                  <a:pt x="160" y="68"/>
                </a:cubicBezTo>
                <a:cubicBezTo>
                  <a:pt x="160" y="48"/>
                  <a:pt x="160" y="48"/>
                  <a:pt x="160" y="48"/>
                </a:cubicBezTo>
                <a:cubicBezTo>
                  <a:pt x="160" y="46"/>
                  <a:pt x="159" y="45"/>
                  <a:pt x="157" y="44"/>
                </a:cubicBezTo>
                <a:cubicBezTo>
                  <a:pt x="156" y="44"/>
                  <a:pt x="154" y="44"/>
                  <a:pt x="153" y="45"/>
                </a:cubicBezTo>
                <a:cubicBezTo>
                  <a:pt x="134" y="68"/>
                  <a:pt x="134" y="68"/>
                  <a:pt x="134" y="68"/>
                </a:cubicBezTo>
                <a:cubicBezTo>
                  <a:pt x="76" y="68"/>
                  <a:pt x="76" y="68"/>
                  <a:pt x="76" y="68"/>
                </a:cubicBezTo>
                <a:cubicBezTo>
                  <a:pt x="76" y="76"/>
                  <a:pt x="76" y="76"/>
                  <a:pt x="76" y="76"/>
                </a:cubicBezTo>
                <a:cubicBezTo>
                  <a:pt x="136" y="76"/>
                  <a:pt x="136" y="76"/>
                  <a:pt x="136" y="76"/>
                </a:cubicBezTo>
                <a:cubicBezTo>
                  <a:pt x="137" y="76"/>
                  <a:pt x="138" y="75"/>
                  <a:pt x="139" y="75"/>
                </a:cubicBezTo>
                <a:cubicBezTo>
                  <a:pt x="152" y="59"/>
                  <a:pt x="152" y="59"/>
                  <a:pt x="152" y="59"/>
                </a:cubicBezTo>
                <a:cubicBezTo>
                  <a:pt x="152" y="72"/>
                  <a:pt x="152" y="72"/>
                  <a:pt x="152" y="72"/>
                </a:cubicBezTo>
                <a:cubicBezTo>
                  <a:pt x="152" y="74"/>
                  <a:pt x="154" y="76"/>
                  <a:pt x="156" y="7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8" name="Freeform 204">
            <a:extLst>
              <a:ext uri="{FF2B5EF4-FFF2-40B4-BE49-F238E27FC236}">
                <a16:creationId xmlns:a16="http://schemas.microsoft.com/office/drawing/2014/main" id="{F4F2BD40-990C-4988-AE8F-C05F147DDFA9}"/>
              </a:ext>
            </a:extLst>
          </p:cNvPr>
          <p:cNvSpPr>
            <a:spLocks noChangeAspect="1" noEditPoints="1"/>
          </p:cNvSpPr>
          <p:nvPr/>
        </p:nvSpPr>
        <p:spPr bwMode="auto">
          <a:xfrm>
            <a:off x="7346610" y="3421857"/>
            <a:ext cx="400050" cy="349250"/>
          </a:xfrm>
          <a:custGeom>
            <a:avLst/>
            <a:gdLst>
              <a:gd name="T0" fmla="*/ 191 w 256"/>
              <a:gd name="T1" fmla="*/ 197 h 224"/>
              <a:gd name="T2" fmla="*/ 192 w 256"/>
              <a:gd name="T3" fmla="*/ 171 h 224"/>
              <a:gd name="T4" fmla="*/ 222 w 256"/>
              <a:gd name="T5" fmla="*/ 85 h 224"/>
              <a:gd name="T6" fmla="*/ 152 w 256"/>
              <a:gd name="T7" fmla="*/ 0 h 224"/>
              <a:gd name="T8" fmla="*/ 82 w 256"/>
              <a:gd name="T9" fmla="*/ 85 h 224"/>
              <a:gd name="T10" fmla="*/ 112 w 256"/>
              <a:gd name="T11" fmla="*/ 171 h 224"/>
              <a:gd name="T12" fmla="*/ 113 w 256"/>
              <a:gd name="T13" fmla="*/ 197 h 224"/>
              <a:gd name="T14" fmla="*/ 48 w 256"/>
              <a:gd name="T15" fmla="*/ 221 h 224"/>
              <a:gd name="T16" fmla="*/ 53 w 256"/>
              <a:gd name="T17" fmla="*/ 224 h 224"/>
              <a:gd name="T18" fmla="*/ 121 w 256"/>
              <a:gd name="T19" fmla="*/ 176 h 224"/>
              <a:gd name="T20" fmla="*/ 136 w 256"/>
              <a:gd name="T21" fmla="*/ 177 h 224"/>
              <a:gd name="T22" fmla="*/ 97 w 256"/>
              <a:gd name="T23" fmla="*/ 126 h 224"/>
              <a:gd name="T24" fmla="*/ 90 w 256"/>
              <a:gd name="T25" fmla="*/ 54 h 224"/>
              <a:gd name="T26" fmla="*/ 214 w 256"/>
              <a:gd name="T27" fmla="*/ 54 h 224"/>
              <a:gd name="T28" fmla="*/ 207 w 256"/>
              <a:gd name="T29" fmla="*/ 126 h 224"/>
              <a:gd name="T30" fmla="*/ 168 w 256"/>
              <a:gd name="T31" fmla="*/ 177 h 224"/>
              <a:gd name="T32" fmla="*/ 173 w 256"/>
              <a:gd name="T33" fmla="*/ 180 h 224"/>
              <a:gd name="T34" fmla="*/ 185 w 256"/>
              <a:gd name="T35" fmla="*/ 203 h 224"/>
              <a:gd name="T36" fmla="*/ 252 w 256"/>
              <a:gd name="T37" fmla="*/ 224 h 224"/>
              <a:gd name="T38" fmla="*/ 253 w 256"/>
              <a:gd name="T39" fmla="*/ 216 h 224"/>
              <a:gd name="T40" fmla="*/ 59 w 256"/>
              <a:gd name="T41" fmla="*/ 152 h 224"/>
              <a:gd name="T42" fmla="*/ 64 w 256"/>
              <a:gd name="T43" fmla="*/ 149 h 224"/>
              <a:gd name="T44" fmla="*/ 32 w 256"/>
              <a:gd name="T45" fmla="*/ 107 h 224"/>
              <a:gd name="T46" fmla="*/ 26 w 256"/>
              <a:gd name="T47" fmla="*/ 49 h 224"/>
              <a:gd name="T48" fmla="*/ 87 w 256"/>
              <a:gd name="T49" fmla="*/ 13 h 224"/>
              <a:gd name="T50" fmla="*/ 89 w 256"/>
              <a:gd name="T51" fmla="*/ 5 h 224"/>
              <a:gd name="T52" fmla="*/ 18 w 256"/>
              <a:gd name="T53" fmla="*/ 48 h 224"/>
              <a:gd name="T54" fmla="*/ 24 w 256"/>
              <a:gd name="T55" fmla="*/ 109 h 224"/>
              <a:gd name="T56" fmla="*/ 44 w 256"/>
              <a:gd name="T57" fmla="*/ 145 h 224"/>
              <a:gd name="T58" fmla="*/ 3 w 256"/>
              <a:gd name="T59" fmla="*/ 180 h 224"/>
              <a:gd name="T60" fmla="*/ 4 w 256"/>
              <a:gd name="T61" fmla="*/ 188 h 224"/>
              <a:gd name="T62" fmla="*/ 51 w 256"/>
              <a:gd name="T63" fmla="*/ 17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6" h="224">
                <a:moveTo>
                  <a:pt x="253" y="216"/>
                </a:moveTo>
                <a:cubicBezTo>
                  <a:pt x="232" y="212"/>
                  <a:pt x="197" y="204"/>
                  <a:pt x="191" y="197"/>
                </a:cubicBezTo>
                <a:cubicBezTo>
                  <a:pt x="189" y="195"/>
                  <a:pt x="190" y="184"/>
                  <a:pt x="192" y="173"/>
                </a:cubicBezTo>
                <a:cubicBezTo>
                  <a:pt x="192" y="172"/>
                  <a:pt x="192" y="171"/>
                  <a:pt x="192" y="171"/>
                </a:cubicBezTo>
                <a:cubicBezTo>
                  <a:pt x="209" y="156"/>
                  <a:pt x="215" y="129"/>
                  <a:pt x="215" y="128"/>
                </a:cubicBezTo>
                <a:cubicBezTo>
                  <a:pt x="218" y="116"/>
                  <a:pt x="221" y="97"/>
                  <a:pt x="222" y="85"/>
                </a:cubicBezTo>
                <a:cubicBezTo>
                  <a:pt x="224" y="70"/>
                  <a:pt x="223" y="62"/>
                  <a:pt x="222" y="53"/>
                </a:cubicBezTo>
                <a:cubicBezTo>
                  <a:pt x="218" y="22"/>
                  <a:pt x="188" y="0"/>
                  <a:pt x="152" y="0"/>
                </a:cubicBezTo>
                <a:cubicBezTo>
                  <a:pt x="116" y="0"/>
                  <a:pt x="86" y="22"/>
                  <a:pt x="82" y="53"/>
                </a:cubicBezTo>
                <a:cubicBezTo>
                  <a:pt x="81" y="62"/>
                  <a:pt x="80" y="70"/>
                  <a:pt x="82" y="85"/>
                </a:cubicBezTo>
                <a:cubicBezTo>
                  <a:pt x="83" y="97"/>
                  <a:pt x="86" y="116"/>
                  <a:pt x="89" y="128"/>
                </a:cubicBezTo>
                <a:cubicBezTo>
                  <a:pt x="89" y="129"/>
                  <a:pt x="95" y="156"/>
                  <a:pt x="112" y="171"/>
                </a:cubicBezTo>
                <a:cubicBezTo>
                  <a:pt x="112" y="171"/>
                  <a:pt x="112" y="172"/>
                  <a:pt x="112" y="173"/>
                </a:cubicBezTo>
                <a:cubicBezTo>
                  <a:pt x="114" y="184"/>
                  <a:pt x="115" y="195"/>
                  <a:pt x="113" y="197"/>
                </a:cubicBezTo>
                <a:cubicBezTo>
                  <a:pt x="107" y="204"/>
                  <a:pt x="72" y="212"/>
                  <a:pt x="51" y="216"/>
                </a:cubicBezTo>
                <a:cubicBezTo>
                  <a:pt x="49" y="216"/>
                  <a:pt x="48" y="219"/>
                  <a:pt x="48" y="221"/>
                </a:cubicBezTo>
                <a:cubicBezTo>
                  <a:pt x="48" y="223"/>
                  <a:pt x="50" y="224"/>
                  <a:pt x="52" y="224"/>
                </a:cubicBezTo>
                <a:cubicBezTo>
                  <a:pt x="52" y="224"/>
                  <a:pt x="52" y="224"/>
                  <a:pt x="53" y="224"/>
                </a:cubicBezTo>
                <a:cubicBezTo>
                  <a:pt x="58" y="223"/>
                  <a:pt x="108" y="213"/>
                  <a:pt x="119" y="203"/>
                </a:cubicBezTo>
                <a:cubicBezTo>
                  <a:pt x="124" y="198"/>
                  <a:pt x="122" y="185"/>
                  <a:pt x="121" y="176"/>
                </a:cubicBezTo>
                <a:cubicBezTo>
                  <a:pt x="124" y="178"/>
                  <a:pt x="128" y="179"/>
                  <a:pt x="131" y="180"/>
                </a:cubicBezTo>
                <a:cubicBezTo>
                  <a:pt x="134" y="180"/>
                  <a:pt x="136" y="179"/>
                  <a:pt x="136" y="177"/>
                </a:cubicBezTo>
                <a:cubicBezTo>
                  <a:pt x="136" y="174"/>
                  <a:pt x="135" y="172"/>
                  <a:pt x="133" y="172"/>
                </a:cubicBezTo>
                <a:cubicBezTo>
                  <a:pt x="106" y="168"/>
                  <a:pt x="97" y="126"/>
                  <a:pt x="97" y="126"/>
                </a:cubicBezTo>
                <a:cubicBezTo>
                  <a:pt x="94" y="114"/>
                  <a:pt x="91" y="95"/>
                  <a:pt x="90" y="84"/>
                </a:cubicBezTo>
                <a:cubicBezTo>
                  <a:pt x="88" y="70"/>
                  <a:pt x="89" y="63"/>
                  <a:pt x="90" y="54"/>
                </a:cubicBezTo>
                <a:cubicBezTo>
                  <a:pt x="93" y="27"/>
                  <a:pt x="120" y="8"/>
                  <a:pt x="152" y="8"/>
                </a:cubicBezTo>
                <a:cubicBezTo>
                  <a:pt x="184" y="8"/>
                  <a:pt x="211" y="27"/>
                  <a:pt x="214" y="54"/>
                </a:cubicBezTo>
                <a:cubicBezTo>
                  <a:pt x="215" y="63"/>
                  <a:pt x="216" y="70"/>
                  <a:pt x="214" y="84"/>
                </a:cubicBezTo>
                <a:cubicBezTo>
                  <a:pt x="213" y="95"/>
                  <a:pt x="210" y="114"/>
                  <a:pt x="207" y="126"/>
                </a:cubicBezTo>
                <a:cubicBezTo>
                  <a:pt x="207" y="126"/>
                  <a:pt x="198" y="168"/>
                  <a:pt x="171" y="172"/>
                </a:cubicBezTo>
                <a:cubicBezTo>
                  <a:pt x="169" y="172"/>
                  <a:pt x="168" y="174"/>
                  <a:pt x="168" y="177"/>
                </a:cubicBezTo>
                <a:cubicBezTo>
                  <a:pt x="168" y="179"/>
                  <a:pt x="170" y="180"/>
                  <a:pt x="172" y="180"/>
                </a:cubicBezTo>
                <a:cubicBezTo>
                  <a:pt x="172" y="180"/>
                  <a:pt x="172" y="180"/>
                  <a:pt x="173" y="180"/>
                </a:cubicBezTo>
                <a:cubicBezTo>
                  <a:pt x="176" y="179"/>
                  <a:pt x="180" y="178"/>
                  <a:pt x="183" y="176"/>
                </a:cubicBezTo>
                <a:cubicBezTo>
                  <a:pt x="182" y="185"/>
                  <a:pt x="180" y="198"/>
                  <a:pt x="185" y="203"/>
                </a:cubicBezTo>
                <a:cubicBezTo>
                  <a:pt x="196" y="213"/>
                  <a:pt x="246" y="223"/>
                  <a:pt x="251" y="224"/>
                </a:cubicBezTo>
                <a:cubicBezTo>
                  <a:pt x="252" y="224"/>
                  <a:pt x="252" y="224"/>
                  <a:pt x="252" y="224"/>
                </a:cubicBezTo>
                <a:cubicBezTo>
                  <a:pt x="254" y="224"/>
                  <a:pt x="256" y="223"/>
                  <a:pt x="256" y="221"/>
                </a:cubicBezTo>
                <a:cubicBezTo>
                  <a:pt x="256" y="219"/>
                  <a:pt x="255" y="216"/>
                  <a:pt x="253" y="216"/>
                </a:cubicBezTo>
                <a:close/>
                <a:moveTo>
                  <a:pt x="53" y="150"/>
                </a:moveTo>
                <a:cubicBezTo>
                  <a:pt x="55" y="151"/>
                  <a:pt x="57" y="152"/>
                  <a:pt x="59" y="152"/>
                </a:cubicBezTo>
                <a:cubicBezTo>
                  <a:pt x="60" y="152"/>
                  <a:pt x="60" y="152"/>
                  <a:pt x="60" y="152"/>
                </a:cubicBezTo>
                <a:cubicBezTo>
                  <a:pt x="62" y="152"/>
                  <a:pt x="64" y="151"/>
                  <a:pt x="64" y="149"/>
                </a:cubicBezTo>
                <a:cubicBezTo>
                  <a:pt x="64" y="146"/>
                  <a:pt x="63" y="144"/>
                  <a:pt x="61" y="144"/>
                </a:cubicBezTo>
                <a:cubicBezTo>
                  <a:pt x="40" y="141"/>
                  <a:pt x="32" y="107"/>
                  <a:pt x="32" y="107"/>
                </a:cubicBezTo>
                <a:cubicBezTo>
                  <a:pt x="30" y="98"/>
                  <a:pt x="27" y="82"/>
                  <a:pt x="26" y="73"/>
                </a:cubicBezTo>
                <a:cubicBezTo>
                  <a:pt x="25" y="62"/>
                  <a:pt x="25" y="56"/>
                  <a:pt x="26" y="49"/>
                </a:cubicBezTo>
                <a:cubicBezTo>
                  <a:pt x="29" y="27"/>
                  <a:pt x="50" y="12"/>
                  <a:pt x="76" y="12"/>
                </a:cubicBezTo>
                <a:cubicBezTo>
                  <a:pt x="80" y="12"/>
                  <a:pt x="84" y="12"/>
                  <a:pt x="87" y="13"/>
                </a:cubicBezTo>
                <a:cubicBezTo>
                  <a:pt x="89" y="13"/>
                  <a:pt x="92" y="12"/>
                  <a:pt x="92" y="10"/>
                </a:cubicBezTo>
                <a:cubicBezTo>
                  <a:pt x="92" y="8"/>
                  <a:pt x="91" y="6"/>
                  <a:pt x="89" y="5"/>
                </a:cubicBezTo>
                <a:cubicBezTo>
                  <a:pt x="85" y="4"/>
                  <a:pt x="80" y="4"/>
                  <a:pt x="76" y="4"/>
                </a:cubicBezTo>
                <a:cubicBezTo>
                  <a:pt x="46" y="4"/>
                  <a:pt x="22" y="22"/>
                  <a:pt x="18" y="48"/>
                </a:cubicBezTo>
                <a:cubicBezTo>
                  <a:pt x="17" y="56"/>
                  <a:pt x="17" y="62"/>
                  <a:pt x="18" y="74"/>
                </a:cubicBezTo>
                <a:cubicBezTo>
                  <a:pt x="19" y="84"/>
                  <a:pt x="22" y="99"/>
                  <a:pt x="24" y="109"/>
                </a:cubicBezTo>
                <a:cubicBezTo>
                  <a:pt x="24" y="110"/>
                  <a:pt x="30" y="132"/>
                  <a:pt x="44" y="145"/>
                </a:cubicBezTo>
                <a:cubicBezTo>
                  <a:pt x="44" y="145"/>
                  <a:pt x="44" y="145"/>
                  <a:pt x="44" y="145"/>
                </a:cubicBezTo>
                <a:cubicBezTo>
                  <a:pt x="46" y="154"/>
                  <a:pt x="46" y="163"/>
                  <a:pt x="45" y="165"/>
                </a:cubicBezTo>
                <a:cubicBezTo>
                  <a:pt x="41" y="169"/>
                  <a:pt x="20" y="177"/>
                  <a:pt x="3" y="180"/>
                </a:cubicBezTo>
                <a:cubicBezTo>
                  <a:pt x="1" y="181"/>
                  <a:pt x="0" y="183"/>
                  <a:pt x="0" y="185"/>
                </a:cubicBezTo>
                <a:cubicBezTo>
                  <a:pt x="0" y="187"/>
                  <a:pt x="2" y="188"/>
                  <a:pt x="4" y="188"/>
                </a:cubicBezTo>
                <a:cubicBezTo>
                  <a:pt x="4" y="188"/>
                  <a:pt x="5" y="188"/>
                  <a:pt x="5" y="188"/>
                </a:cubicBezTo>
                <a:cubicBezTo>
                  <a:pt x="17" y="186"/>
                  <a:pt x="44" y="178"/>
                  <a:pt x="51" y="171"/>
                </a:cubicBezTo>
                <a:cubicBezTo>
                  <a:pt x="54" y="167"/>
                  <a:pt x="54" y="158"/>
                  <a:pt x="53" y="15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86" name="Freeform 208">
            <a:extLst>
              <a:ext uri="{FF2B5EF4-FFF2-40B4-BE49-F238E27FC236}">
                <a16:creationId xmlns:a16="http://schemas.microsoft.com/office/drawing/2014/main" id="{1496D7CC-47FE-4FD0-971D-DEBEFC952830}"/>
              </a:ext>
            </a:extLst>
          </p:cNvPr>
          <p:cNvSpPr>
            <a:spLocks noChangeAspect="1" noEditPoints="1"/>
          </p:cNvSpPr>
          <p:nvPr/>
        </p:nvSpPr>
        <p:spPr bwMode="auto">
          <a:xfrm>
            <a:off x="8314256" y="3415507"/>
            <a:ext cx="400050" cy="361950"/>
          </a:xfrm>
          <a:custGeom>
            <a:avLst/>
            <a:gdLst>
              <a:gd name="T0" fmla="*/ 159 w 256"/>
              <a:gd name="T1" fmla="*/ 209 h 232"/>
              <a:gd name="T2" fmla="*/ 160 w 256"/>
              <a:gd name="T3" fmla="*/ 189 h 232"/>
              <a:gd name="T4" fmla="*/ 186 w 256"/>
              <a:gd name="T5" fmla="*/ 118 h 232"/>
              <a:gd name="T6" fmla="*/ 128 w 256"/>
              <a:gd name="T7" fmla="*/ 48 h 232"/>
              <a:gd name="T8" fmla="*/ 70 w 256"/>
              <a:gd name="T9" fmla="*/ 118 h 232"/>
              <a:gd name="T10" fmla="*/ 96 w 256"/>
              <a:gd name="T11" fmla="*/ 189 h 232"/>
              <a:gd name="T12" fmla="*/ 97 w 256"/>
              <a:gd name="T13" fmla="*/ 209 h 232"/>
              <a:gd name="T14" fmla="*/ 40 w 256"/>
              <a:gd name="T15" fmla="*/ 229 h 232"/>
              <a:gd name="T16" fmla="*/ 45 w 256"/>
              <a:gd name="T17" fmla="*/ 232 h 232"/>
              <a:gd name="T18" fmla="*/ 105 w 256"/>
              <a:gd name="T19" fmla="*/ 194 h 232"/>
              <a:gd name="T20" fmla="*/ 116 w 256"/>
              <a:gd name="T21" fmla="*/ 193 h 232"/>
              <a:gd name="T22" fmla="*/ 84 w 256"/>
              <a:gd name="T23" fmla="*/ 151 h 232"/>
              <a:gd name="T24" fmla="*/ 78 w 256"/>
              <a:gd name="T25" fmla="*/ 93 h 232"/>
              <a:gd name="T26" fmla="*/ 178 w 256"/>
              <a:gd name="T27" fmla="*/ 93 h 232"/>
              <a:gd name="T28" fmla="*/ 172 w 256"/>
              <a:gd name="T29" fmla="*/ 151 h 232"/>
              <a:gd name="T30" fmla="*/ 140 w 256"/>
              <a:gd name="T31" fmla="*/ 193 h 232"/>
              <a:gd name="T32" fmla="*/ 145 w 256"/>
              <a:gd name="T33" fmla="*/ 196 h 232"/>
              <a:gd name="T34" fmla="*/ 153 w 256"/>
              <a:gd name="T35" fmla="*/ 215 h 232"/>
              <a:gd name="T36" fmla="*/ 212 w 256"/>
              <a:gd name="T37" fmla="*/ 232 h 232"/>
              <a:gd name="T38" fmla="*/ 213 w 256"/>
              <a:gd name="T39" fmla="*/ 224 h 232"/>
              <a:gd name="T40" fmla="*/ 38 w 256"/>
              <a:gd name="T41" fmla="*/ 107 h 232"/>
              <a:gd name="T42" fmla="*/ 21 w 256"/>
              <a:gd name="T43" fmla="*/ 58 h 232"/>
              <a:gd name="T44" fmla="*/ 21 w 256"/>
              <a:gd name="T45" fmla="*/ 36 h 232"/>
              <a:gd name="T46" fmla="*/ 99 w 256"/>
              <a:gd name="T47" fmla="*/ 36 h 232"/>
              <a:gd name="T48" fmla="*/ 104 w 256"/>
              <a:gd name="T49" fmla="*/ 44 h 232"/>
              <a:gd name="T50" fmla="*/ 107 w 256"/>
              <a:gd name="T51" fmla="*/ 35 h 232"/>
              <a:gd name="T52" fmla="*/ 13 w 256"/>
              <a:gd name="T53" fmla="*/ 35 h 232"/>
              <a:gd name="T54" fmla="*/ 13 w 256"/>
              <a:gd name="T55" fmla="*/ 59 h 232"/>
              <a:gd name="T56" fmla="*/ 33 w 256"/>
              <a:gd name="T57" fmla="*/ 113 h 232"/>
              <a:gd name="T58" fmla="*/ 3 w 256"/>
              <a:gd name="T59" fmla="*/ 140 h 232"/>
              <a:gd name="T60" fmla="*/ 4 w 256"/>
              <a:gd name="T61" fmla="*/ 148 h 232"/>
              <a:gd name="T62" fmla="*/ 39 w 256"/>
              <a:gd name="T63" fmla="*/ 133 h 232"/>
              <a:gd name="T64" fmla="*/ 253 w 256"/>
              <a:gd name="T65" fmla="*/ 140 h 232"/>
              <a:gd name="T66" fmla="*/ 223 w 256"/>
              <a:gd name="T67" fmla="*/ 113 h 232"/>
              <a:gd name="T68" fmla="*/ 243 w 256"/>
              <a:gd name="T69" fmla="*/ 59 h 232"/>
              <a:gd name="T70" fmla="*/ 243 w 256"/>
              <a:gd name="T71" fmla="*/ 35 h 232"/>
              <a:gd name="T72" fmla="*/ 149 w 256"/>
              <a:gd name="T73" fmla="*/ 35 h 232"/>
              <a:gd name="T74" fmla="*/ 152 w 256"/>
              <a:gd name="T75" fmla="*/ 44 h 232"/>
              <a:gd name="T76" fmla="*/ 157 w 256"/>
              <a:gd name="T77" fmla="*/ 36 h 232"/>
              <a:gd name="T78" fmla="*/ 235 w 256"/>
              <a:gd name="T79" fmla="*/ 36 h 232"/>
              <a:gd name="T80" fmla="*/ 235 w 256"/>
              <a:gd name="T81" fmla="*/ 58 h 232"/>
              <a:gd name="T82" fmla="*/ 218 w 256"/>
              <a:gd name="T83" fmla="*/ 107 h 232"/>
              <a:gd name="T84" fmla="*/ 217 w 256"/>
              <a:gd name="T85" fmla="*/ 133 h 232"/>
              <a:gd name="T86" fmla="*/ 252 w 256"/>
              <a:gd name="T87" fmla="*/ 148 h 232"/>
              <a:gd name="T88" fmla="*/ 253 w 256"/>
              <a:gd name="T89" fmla="*/ 14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6" h="232">
                <a:moveTo>
                  <a:pt x="213" y="224"/>
                </a:moveTo>
                <a:cubicBezTo>
                  <a:pt x="193" y="221"/>
                  <a:pt x="164" y="214"/>
                  <a:pt x="159" y="209"/>
                </a:cubicBezTo>
                <a:cubicBezTo>
                  <a:pt x="158" y="207"/>
                  <a:pt x="158" y="198"/>
                  <a:pt x="160" y="189"/>
                </a:cubicBezTo>
                <a:cubicBezTo>
                  <a:pt x="160" y="189"/>
                  <a:pt x="160" y="189"/>
                  <a:pt x="160" y="189"/>
                </a:cubicBezTo>
                <a:cubicBezTo>
                  <a:pt x="174" y="176"/>
                  <a:pt x="180" y="154"/>
                  <a:pt x="180" y="153"/>
                </a:cubicBezTo>
                <a:cubicBezTo>
                  <a:pt x="182" y="143"/>
                  <a:pt x="185" y="128"/>
                  <a:pt x="186" y="118"/>
                </a:cubicBezTo>
                <a:cubicBezTo>
                  <a:pt x="187" y="106"/>
                  <a:pt x="187" y="100"/>
                  <a:pt x="186" y="92"/>
                </a:cubicBezTo>
                <a:cubicBezTo>
                  <a:pt x="182" y="66"/>
                  <a:pt x="158" y="48"/>
                  <a:pt x="128" y="48"/>
                </a:cubicBezTo>
                <a:cubicBezTo>
                  <a:pt x="98" y="48"/>
                  <a:pt x="74" y="66"/>
                  <a:pt x="70" y="92"/>
                </a:cubicBezTo>
                <a:cubicBezTo>
                  <a:pt x="69" y="100"/>
                  <a:pt x="69" y="106"/>
                  <a:pt x="70" y="118"/>
                </a:cubicBezTo>
                <a:cubicBezTo>
                  <a:pt x="71" y="128"/>
                  <a:pt x="74" y="143"/>
                  <a:pt x="76" y="153"/>
                </a:cubicBezTo>
                <a:cubicBezTo>
                  <a:pt x="76" y="154"/>
                  <a:pt x="82" y="176"/>
                  <a:pt x="96" y="189"/>
                </a:cubicBezTo>
                <a:cubicBezTo>
                  <a:pt x="96" y="189"/>
                  <a:pt x="96" y="189"/>
                  <a:pt x="96" y="189"/>
                </a:cubicBezTo>
                <a:cubicBezTo>
                  <a:pt x="98" y="198"/>
                  <a:pt x="98" y="207"/>
                  <a:pt x="97" y="209"/>
                </a:cubicBezTo>
                <a:cubicBezTo>
                  <a:pt x="92" y="214"/>
                  <a:pt x="63" y="221"/>
                  <a:pt x="43" y="224"/>
                </a:cubicBezTo>
                <a:cubicBezTo>
                  <a:pt x="41" y="224"/>
                  <a:pt x="40" y="226"/>
                  <a:pt x="40" y="229"/>
                </a:cubicBezTo>
                <a:cubicBezTo>
                  <a:pt x="40" y="231"/>
                  <a:pt x="42" y="232"/>
                  <a:pt x="44" y="232"/>
                </a:cubicBezTo>
                <a:cubicBezTo>
                  <a:pt x="44" y="232"/>
                  <a:pt x="44" y="232"/>
                  <a:pt x="45" y="232"/>
                </a:cubicBezTo>
                <a:cubicBezTo>
                  <a:pt x="53" y="231"/>
                  <a:pt x="94" y="223"/>
                  <a:pt x="103" y="215"/>
                </a:cubicBezTo>
                <a:cubicBezTo>
                  <a:pt x="106" y="211"/>
                  <a:pt x="106" y="202"/>
                  <a:pt x="105" y="194"/>
                </a:cubicBezTo>
                <a:cubicBezTo>
                  <a:pt x="107" y="195"/>
                  <a:pt x="109" y="196"/>
                  <a:pt x="111" y="196"/>
                </a:cubicBezTo>
                <a:cubicBezTo>
                  <a:pt x="114" y="196"/>
                  <a:pt x="116" y="195"/>
                  <a:pt x="116" y="193"/>
                </a:cubicBezTo>
                <a:cubicBezTo>
                  <a:pt x="116" y="190"/>
                  <a:pt x="115" y="188"/>
                  <a:pt x="113" y="188"/>
                </a:cubicBezTo>
                <a:cubicBezTo>
                  <a:pt x="92" y="185"/>
                  <a:pt x="84" y="151"/>
                  <a:pt x="84" y="151"/>
                </a:cubicBezTo>
                <a:cubicBezTo>
                  <a:pt x="82" y="142"/>
                  <a:pt x="79" y="126"/>
                  <a:pt x="78" y="117"/>
                </a:cubicBezTo>
                <a:cubicBezTo>
                  <a:pt x="77" y="106"/>
                  <a:pt x="77" y="100"/>
                  <a:pt x="78" y="93"/>
                </a:cubicBezTo>
                <a:cubicBezTo>
                  <a:pt x="81" y="71"/>
                  <a:pt x="102" y="56"/>
                  <a:pt x="128" y="56"/>
                </a:cubicBezTo>
                <a:cubicBezTo>
                  <a:pt x="154" y="56"/>
                  <a:pt x="175" y="71"/>
                  <a:pt x="178" y="93"/>
                </a:cubicBezTo>
                <a:cubicBezTo>
                  <a:pt x="179" y="100"/>
                  <a:pt x="179" y="106"/>
                  <a:pt x="178" y="117"/>
                </a:cubicBezTo>
                <a:cubicBezTo>
                  <a:pt x="177" y="126"/>
                  <a:pt x="174" y="142"/>
                  <a:pt x="172" y="151"/>
                </a:cubicBezTo>
                <a:cubicBezTo>
                  <a:pt x="172" y="151"/>
                  <a:pt x="164" y="185"/>
                  <a:pt x="143" y="188"/>
                </a:cubicBezTo>
                <a:cubicBezTo>
                  <a:pt x="141" y="188"/>
                  <a:pt x="140" y="190"/>
                  <a:pt x="140" y="193"/>
                </a:cubicBezTo>
                <a:cubicBezTo>
                  <a:pt x="140" y="195"/>
                  <a:pt x="142" y="196"/>
                  <a:pt x="144" y="196"/>
                </a:cubicBezTo>
                <a:cubicBezTo>
                  <a:pt x="144" y="196"/>
                  <a:pt x="144" y="196"/>
                  <a:pt x="145" y="196"/>
                </a:cubicBezTo>
                <a:cubicBezTo>
                  <a:pt x="147" y="196"/>
                  <a:pt x="149" y="195"/>
                  <a:pt x="151" y="194"/>
                </a:cubicBezTo>
                <a:cubicBezTo>
                  <a:pt x="150" y="202"/>
                  <a:pt x="150" y="211"/>
                  <a:pt x="153" y="215"/>
                </a:cubicBezTo>
                <a:cubicBezTo>
                  <a:pt x="162" y="223"/>
                  <a:pt x="203" y="231"/>
                  <a:pt x="211" y="232"/>
                </a:cubicBezTo>
                <a:cubicBezTo>
                  <a:pt x="212" y="232"/>
                  <a:pt x="212" y="232"/>
                  <a:pt x="212" y="232"/>
                </a:cubicBezTo>
                <a:cubicBezTo>
                  <a:pt x="214" y="232"/>
                  <a:pt x="216" y="231"/>
                  <a:pt x="216" y="229"/>
                </a:cubicBezTo>
                <a:cubicBezTo>
                  <a:pt x="216" y="226"/>
                  <a:pt x="215" y="224"/>
                  <a:pt x="213" y="224"/>
                </a:cubicBezTo>
                <a:close/>
                <a:moveTo>
                  <a:pt x="40" y="110"/>
                </a:moveTo>
                <a:cubicBezTo>
                  <a:pt x="40" y="109"/>
                  <a:pt x="39" y="108"/>
                  <a:pt x="38" y="107"/>
                </a:cubicBezTo>
                <a:cubicBezTo>
                  <a:pt x="32" y="104"/>
                  <a:pt x="26" y="91"/>
                  <a:pt x="24" y="82"/>
                </a:cubicBezTo>
                <a:cubicBezTo>
                  <a:pt x="23" y="76"/>
                  <a:pt x="22" y="65"/>
                  <a:pt x="21" y="58"/>
                </a:cubicBezTo>
                <a:cubicBezTo>
                  <a:pt x="21" y="55"/>
                  <a:pt x="21" y="55"/>
                  <a:pt x="21" y="55"/>
                </a:cubicBezTo>
                <a:cubicBezTo>
                  <a:pt x="20" y="46"/>
                  <a:pt x="20" y="42"/>
                  <a:pt x="21" y="36"/>
                </a:cubicBezTo>
                <a:cubicBezTo>
                  <a:pt x="23" y="20"/>
                  <a:pt x="40" y="8"/>
                  <a:pt x="60" y="8"/>
                </a:cubicBezTo>
                <a:cubicBezTo>
                  <a:pt x="80" y="8"/>
                  <a:pt x="97" y="20"/>
                  <a:pt x="99" y="36"/>
                </a:cubicBezTo>
                <a:cubicBezTo>
                  <a:pt x="100" y="38"/>
                  <a:pt x="100" y="39"/>
                  <a:pt x="100" y="40"/>
                </a:cubicBezTo>
                <a:cubicBezTo>
                  <a:pt x="100" y="43"/>
                  <a:pt x="102" y="44"/>
                  <a:pt x="104" y="44"/>
                </a:cubicBezTo>
                <a:cubicBezTo>
                  <a:pt x="106" y="44"/>
                  <a:pt x="108" y="42"/>
                  <a:pt x="108" y="40"/>
                </a:cubicBezTo>
                <a:cubicBezTo>
                  <a:pt x="108" y="38"/>
                  <a:pt x="108" y="37"/>
                  <a:pt x="107" y="35"/>
                </a:cubicBezTo>
                <a:cubicBezTo>
                  <a:pt x="105" y="15"/>
                  <a:pt x="84" y="0"/>
                  <a:pt x="60" y="0"/>
                </a:cubicBezTo>
                <a:cubicBezTo>
                  <a:pt x="36" y="0"/>
                  <a:pt x="15" y="15"/>
                  <a:pt x="13" y="35"/>
                </a:cubicBezTo>
                <a:cubicBezTo>
                  <a:pt x="12" y="41"/>
                  <a:pt x="11" y="47"/>
                  <a:pt x="13" y="56"/>
                </a:cubicBezTo>
                <a:cubicBezTo>
                  <a:pt x="13" y="59"/>
                  <a:pt x="13" y="59"/>
                  <a:pt x="13" y="59"/>
                </a:cubicBezTo>
                <a:cubicBezTo>
                  <a:pt x="14" y="66"/>
                  <a:pt x="15" y="77"/>
                  <a:pt x="17" y="84"/>
                </a:cubicBezTo>
                <a:cubicBezTo>
                  <a:pt x="18" y="92"/>
                  <a:pt x="24" y="107"/>
                  <a:pt x="33" y="113"/>
                </a:cubicBezTo>
                <a:cubicBezTo>
                  <a:pt x="34" y="120"/>
                  <a:pt x="34" y="126"/>
                  <a:pt x="33" y="128"/>
                </a:cubicBezTo>
                <a:cubicBezTo>
                  <a:pt x="29" y="133"/>
                  <a:pt x="13" y="138"/>
                  <a:pt x="3" y="140"/>
                </a:cubicBezTo>
                <a:cubicBezTo>
                  <a:pt x="1" y="141"/>
                  <a:pt x="0" y="143"/>
                  <a:pt x="0" y="145"/>
                </a:cubicBezTo>
                <a:cubicBezTo>
                  <a:pt x="1" y="147"/>
                  <a:pt x="2" y="148"/>
                  <a:pt x="4" y="148"/>
                </a:cubicBezTo>
                <a:cubicBezTo>
                  <a:pt x="4" y="148"/>
                  <a:pt x="5" y="148"/>
                  <a:pt x="5" y="148"/>
                </a:cubicBezTo>
                <a:cubicBezTo>
                  <a:pt x="8" y="147"/>
                  <a:pt x="32" y="141"/>
                  <a:pt x="39" y="133"/>
                </a:cubicBezTo>
                <a:cubicBezTo>
                  <a:pt x="44" y="128"/>
                  <a:pt x="41" y="115"/>
                  <a:pt x="40" y="110"/>
                </a:cubicBezTo>
                <a:close/>
                <a:moveTo>
                  <a:pt x="253" y="140"/>
                </a:moveTo>
                <a:cubicBezTo>
                  <a:pt x="243" y="138"/>
                  <a:pt x="227" y="133"/>
                  <a:pt x="223" y="128"/>
                </a:cubicBezTo>
                <a:cubicBezTo>
                  <a:pt x="222" y="126"/>
                  <a:pt x="222" y="120"/>
                  <a:pt x="223" y="113"/>
                </a:cubicBezTo>
                <a:cubicBezTo>
                  <a:pt x="232" y="107"/>
                  <a:pt x="238" y="92"/>
                  <a:pt x="239" y="84"/>
                </a:cubicBezTo>
                <a:cubicBezTo>
                  <a:pt x="241" y="77"/>
                  <a:pt x="242" y="66"/>
                  <a:pt x="243" y="59"/>
                </a:cubicBezTo>
                <a:cubicBezTo>
                  <a:pt x="243" y="56"/>
                  <a:pt x="243" y="56"/>
                  <a:pt x="243" y="56"/>
                </a:cubicBezTo>
                <a:cubicBezTo>
                  <a:pt x="245" y="47"/>
                  <a:pt x="244" y="41"/>
                  <a:pt x="243" y="35"/>
                </a:cubicBezTo>
                <a:cubicBezTo>
                  <a:pt x="241" y="15"/>
                  <a:pt x="220" y="0"/>
                  <a:pt x="196" y="0"/>
                </a:cubicBezTo>
                <a:cubicBezTo>
                  <a:pt x="172" y="0"/>
                  <a:pt x="151" y="15"/>
                  <a:pt x="149" y="35"/>
                </a:cubicBezTo>
                <a:cubicBezTo>
                  <a:pt x="148" y="37"/>
                  <a:pt x="148" y="38"/>
                  <a:pt x="148" y="40"/>
                </a:cubicBezTo>
                <a:cubicBezTo>
                  <a:pt x="148" y="42"/>
                  <a:pt x="150" y="44"/>
                  <a:pt x="152" y="44"/>
                </a:cubicBezTo>
                <a:cubicBezTo>
                  <a:pt x="154" y="44"/>
                  <a:pt x="156" y="43"/>
                  <a:pt x="156" y="40"/>
                </a:cubicBezTo>
                <a:cubicBezTo>
                  <a:pt x="156" y="39"/>
                  <a:pt x="156" y="38"/>
                  <a:pt x="157" y="36"/>
                </a:cubicBezTo>
                <a:cubicBezTo>
                  <a:pt x="159" y="20"/>
                  <a:pt x="176" y="8"/>
                  <a:pt x="196" y="8"/>
                </a:cubicBezTo>
                <a:cubicBezTo>
                  <a:pt x="216" y="8"/>
                  <a:pt x="233" y="20"/>
                  <a:pt x="235" y="36"/>
                </a:cubicBezTo>
                <a:cubicBezTo>
                  <a:pt x="236" y="42"/>
                  <a:pt x="236" y="46"/>
                  <a:pt x="235" y="55"/>
                </a:cubicBezTo>
                <a:cubicBezTo>
                  <a:pt x="235" y="58"/>
                  <a:pt x="235" y="58"/>
                  <a:pt x="235" y="58"/>
                </a:cubicBezTo>
                <a:cubicBezTo>
                  <a:pt x="234" y="65"/>
                  <a:pt x="233" y="76"/>
                  <a:pt x="232" y="82"/>
                </a:cubicBezTo>
                <a:cubicBezTo>
                  <a:pt x="230" y="91"/>
                  <a:pt x="224" y="104"/>
                  <a:pt x="218" y="107"/>
                </a:cubicBezTo>
                <a:cubicBezTo>
                  <a:pt x="217" y="108"/>
                  <a:pt x="216" y="109"/>
                  <a:pt x="216" y="110"/>
                </a:cubicBezTo>
                <a:cubicBezTo>
                  <a:pt x="215" y="115"/>
                  <a:pt x="212" y="128"/>
                  <a:pt x="217" y="133"/>
                </a:cubicBezTo>
                <a:cubicBezTo>
                  <a:pt x="224" y="141"/>
                  <a:pt x="248" y="147"/>
                  <a:pt x="251" y="148"/>
                </a:cubicBezTo>
                <a:cubicBezTo>
                  <a:pt x="251" y="148"/>
                  <a:pt x="252" y="148"/>
                  <a:pt x="252" y="148"/>
                </a:cubicBezTo>
                <a:cubicBezTo>
                  <a:pt x="254" y="148"/>
                  <a:pt x="255" y="147"/>
                  <a:pt x="256" y="145"/>
                </a:cubicBezTo>
                <a:cubicBezTo>
                  <a:pt x="256" y="143"/>
                  <a:pt x="255" y="141"/>
                  <a:pt x="253" y="14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8" name="Freeform 212">
            <a:extLst>
              <a:ext uri="{FF2B5EF4-FFF2-40B4-BE49-F238E27FC236}">
                <a16:creationId xmlns:a16="http://schemas.microsoft.com/office/drawing/2014/main" id="{A2E5DF16-2BA0-43E7-928A-FA55E82FEAD5}"/>
              </a:ext>
            </a:extLst>
          </p:cNvPr>
          <p:cNvSpPr>
            <a:spLocks noChangeAspect="1" noEditPoints="1"/>
          </p:cNvSpPr>
          <p:nvPr/>
        </p:nvSpPr>
        <p:spPr bwMode="auto">
          <a:xfrm>
            <a:off x="9281902" y="3421063"/>
            <a:ext cx="400050" cy="350838"/>
          </a:xfrm>
          <a:custGeom>
            <a:avLst/>
            <a:gdLst>
              <a:gd name="T0" fmla="*/ 68 w 256"/>
              <a:gd name="T1" fmla="*/ 121 h 225"/>
              <a:gd name="T2" fmla="*/ 50 w 256"/>
              <a:gd name="T3" fmla="*/ 109 h 225"/>
              <a:gd name="T4" fmla="*/ 0 w 256"/>
              <a:gd name="T5" fmla="*/ 153 h 225"/>
              <a:gd name="T6" fmla="*/ 8 w 256"/>
              <a:gd name="T7" fmla="*/ 161 h 225"/>
              <a:gd name="T8" fmla="*/ 39 w 256"/>
              <a:gd name="T9" fmla="*/ 75 h 225"/>
              <a:gd name="T10" fmla="*/ 59 w 256"/>
              <a:gd name="T11" fmla="*/ 99 h 225"/>
              <a:gd name="T12" fmla="*/ 47 w 256"/>
              <a:gd name="T13" fmla="*/ 72 h 225"/>
              <a:gd name="T14" fmla="*/ 68 w 256"/>
              <a:gd name="T15" fmla="*/ 45 h 225"/>
              <a:gd name="T16" fmla="*/ 57 w 256"/>
              <a:gd name="T17" fmla="*/ 39 h 225"/>
              <a:gd name="T18" fmla="*/ 39 w 256"/>
              <a:gd name="T19" fmla="*/ 75 h 225"/>
              <a:gd name="T20" fmla="*/ 208 w 256"/>
              <a:gd name="T21" fmla="*/ 55 h 225"/>
              <a:gd name="T22" fmla="*/ 198 w 256"/>
              <a:gd name="T23" fmla="*/ 94 h 225"/>
              <a:gd name="T24" fmla="*/ 202 w 256"/>
              <a:gd name="T25" fmla="*/ 100 h 225"/>
              <a:gd name="T26" fmla="*/ 215 w 256"/>
              <a:gd name="T27" fmla="*/ 52 h 225"/>
              <a:gd name="T28" fmla="*/ 184 w 256"/>
              <a:gd name="T29" fmla="*/ 41 h 225"/>
              <a:gd name="T30" fmla="*/ 238 w 256"/>
              <a:gd name="T31" fmla="*/ 121 h 225"/>
              <a:gd name="T32" fmla="*/ 188 w 256"/>
              <a:gd name="T33" fmla="*/ 113 h 225"/>
              <a:gd name="T34" fmla="*/ 208 w 256"/>
              <a:gd name="T35" fmla="*/ 117 h 225"/>
              <a:gd name="T36" fmla="*/ 248 w 256"/>
              <a:gd name="T37" fmla="*/ 161 h 225"/>
              <a:gd name="T38" fmla="*/ 256 w 256"/>
              <a:gd name="T39" fmla="*/ 153 h 225"/>
              <a:gd name="T40" fmla="*/ 156 w 256"/>
              <a:gd name="T41" fmla="*/ 113 h 225"/>
              <a:gd name="T42" fmla="*/ 172 w 256"/>
              <a:gd name="T43" fmla="*/ 25 h 225"/>
              <a:gd name="T44" fmla="*/ 84 w 256"/>
              <a:gd name="T45" fmla="*/ 25 h 225"/>
              <a:gd name="T46" fmla="*/ 100 w 256"/>
              <a:gd name="T47" fmla="*/ 113 h 225"/>
              <a:gd name="T48" fmla="*/ 16 w 256"/>
              <a:gd name="T49" fmla="*/ 221 h 225"/>
              <a:gd name="T50" fmla="*/ 54 w 256"/>
              <a:gd name="T51" fmla="*/ 149 h 225"/>
              <a:gd name="T52" fmla="*/ 81 w 256"/>
              <a:gd name="T53" fmla="*/ 164 h 225"/>
              <a:gd name="T54" fmla="*/ 112 w 256"/>
              <a:gd name="T55" fmla="*/ 152 h 225"/>
              <a:gd name="T56" fmla="*/ 112 w 256"/>
              <a:gd name="T57" fmla="*/ 225 h 225"/>
              <a:gd name="T58" fmla="*/ 123 w 256"/>
              <a:gd name="T59" fmla="*/ 158 h 225"/>
              <a:gd name="T60" fmla="*/ 133 w 256"/>
              <a:gd name="T61" fmla="*/ 140 h 225"/>
              <a:gd name="T62" fmla="*/ 140 w 256"/>
              <a:gd name="T63" fmla="*/ 221 h 225"/>
              <a:gd name="T64" fmla="*/ 140 w 256"/>
              <a:gd name="T65" fmla="*/ 162 h 225"/>
              <a:gd name="T66" fmla="*/ 172 w 256"/>
              <a:gd name="T67" fmla="*/ 165 h 225"/>
              <a:gd name="T68" fmla="*/ 173 w 256"/>
              <a:gd name="T69" fmla="*/ 135 h 225"/>
              <a:gd name="T70" fmla="*/ 236 w 256"/>
              <a:gd name="T71" fmla="*/ 225 h 225"/>
              <a:gd name="T72" fmla="*/ 89 w 256"/>
              <a:gd name="T73" fmla="*/ 155 h 225"/>
              <a:gd name="T74" fmla="*/ 115 w 256"/>
              <a:gd name="T75" fmla="*/ 138 h 225"/>
              <a:gd name="T76" fmla="*/ 108 w 256"/>
              <a:gd name="T77" fmla="*/ 113 h 225"/>
              <a:gd name="T78" fmla="*/ 116 w 256"/>
              <a:gd name="T79" fmla="*/ 111 h 225"/>
              <a:gd name="T80" fmla="*/ 92 w 256"/>
              <a:gd name="T81" fmla="*/ 28 h 225"/>
              <a:gd name="T82" fmla="*/ 164 w 256"/>
              <a:gd name="T83" fmla="*/ 28 h 225"/>
              <a:gd name="T84" fmla="*/ 140 w 256"/>
              <a:gd name="T85" fmla="*/ 111 h 225"/>
              <a:gd name="T86" fmla="*/ 148 w 256"/>
              <a:gd name="T87" fmla="*/ 112 h 225"/>
              <a:gd name="T88" fmla="*/ 141 w 256"/>
              <a:gd name="T89" fmla="*/ 138 h 225"/>
              <a:gd name="T90" fmla="*/ 167 w 256"/>
              <a:gd name="T91" fmla="*/ 155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6" h="225">
                <a:moveTo>
                  <a:pt x="22" y="129"/>
                </a:moveTo>
                <a:cubicBezTo>
                  <a:pt x="48" y="117"/>
                  <a:pt x="48" y="117"/>
                  <a:pt x="48" y="117"/>
                </a:cubicBezTo>
                <a:cubicBezTo>
                  <a:pt x="51" y="119"/>
                  <a:pt x="58" y="121"/>
                  <a:pt x="68" y="121"/>
                </a:cubicBezTo>
                <a:cubicBezTo>
                  <a:pt x="70" y="121"/>
                  <a:pt x="72" y="119"/>
                  <a:pt x="72" y="117"/>
                </a:cubicBezTo>
                <a:cubicBezTo>
                  <a:pt x="72" y="115"/>
                  <a:pt x="70" y="113"/>
                  <a:pt x="68" y="113"/>
                </a:cubicBezTo>
                <a:cubicBezTo>
                  <a:pt x="57" y="113"/>
                  <a:pt x="50" y="109"/>
                  <a:pt x="50" y="109"/>
                </a:cubicBezTo>
                <a:cubicBezTo>
                  <a:pt x="49" y="109"/>
                  <a:pt x="48" y="109"/>
                  <a:pt x="46" y="109"/>
                </a:cubicBezTo>
                <a:cubicBezTo>
                  <a:pt x="18" y="121"/>
                  <a:pt x="18" y="121"/>
                  <a:pt x="18" y="121"/>
                </a:cubicBezTo>
                <a:cubicBezTo>
                  <a:pt x="1" y="130"/>
                  <a:pt x="0" y="152"/>
                  <a:pt x="0" y="153"/>
                </a:cubicBezTo>
                <a:cubicBezTo>
                  <a:pt x="0" y="161"/>
                  <a:pt x="0" y="161"/>
                  <a:pt x="0" y="161"/>
                </a:cubicBezTo>
                <a:cubicBezTo>
                  <a:pt x="0" y="163"/>
                  <a:pt x="2" y="165"/>
                  <a:pt x="4" y="165"/>
                </a:cubicBezTo>
                <a:cubicBezTo>
                  <a:pt x="6" y="165"/>
                  <a:pt x="8" y="163"/>
                  <a:pt x="8" y="161"/>
                </a:cubicBezTo>
                <a:cubicBezTo>
                  <a:pt x="8" y="153"/>
                  <a:pt x="8" y="153"/>
                  <a:pt x="8" y="153"/>
                </a:cubicBezTo>
                <a:cubicBezTo>
                  <a:pt x="8" y="153"/>
                  <a:pt x="9" y="135"/>
                  <a:pt x="22" y="129"/>
                </a:cubicBezTo>
                <a:close/>
                <a:moveTo>
                  <a:pt x="39" y="75"/>
                </a:moveTo>
                <a:cubicBezTo>
                  <a:pt x="40" y="85"/>
                  <a:pt x="41" y="92"/>
                  <a:pt x="54" y="100"/>
                </a:cubicBezTo>
                <a:cubicBezTo>
                  <a:pt x="54" y="101"/>
                  <a:pt x="55" y="101"/>
                  <a:pt x="56" y="101"/>
                </a:cubicBezTo>
                <a:cubicBezTo>
                  <a:pt x="57" y="101"/>
                  <a:pt x="59" y="100"/>
                  <a:pt x="59" y="99"/>
                </a:cubicBezTo>
                <a:cubicBezTo>
                  <a:pt x="61" y="97"/>
                  <a:pt x="60" y="95"/>
                  <a:pt x="58" y="94"/>
                </a:cubicBezTo>
                <a:cubicBezTo>
                  <a:pt x="49" y="87"/>
                  <a:pt x="48" y="84"/>
                  <a:pt x="47" y="74"/>
                </a:cubicBezTo>
                <a:cubicBezTo>
                  <a:pt x="47" y="72"/>
                  <a:pt x="47" y="72"/>
                  <a:pt x="47" y="72"/>
                </a:cubicBezTo>
                <a:cubicBezTo>
                  <a:pt x="46" y="66"/>
                  <a:pt x="46" y="60"/>
                  <a:pt x="48" y="55"/>
                </a:cubicBezTo>
                <a:cubicBezTo>
                  <a:pt x="50" y="51"/>
                  <a:pt x="54" y="48"/>
                  <a:pt x="60" y="46"/>
                </a:cubicBezTo>
                <a:cubicBezTo>
                  <a:pt x="62" y="45"/>
                  <a:pt x="65" y="45"/>
                  <a:pt x="68" y="45"/>
                </a:cubicBezTo>
                <a:cubicBezTo>
                  <a:pt x="70" y="45"/>
                  <a:pt x="72" y="43"/>
                  <a:pt x="72" y="41"/>
                </a:cubicBezTo>
                <a:cubicBezTo>
                  <a:pt x="72" y="39"/>
                  <a:pt x="70" y="37"/>
                  <a:pt x="68" y="37"/>
                </a:cubicBezTo>
                <a:cubicBezTo>
                  <a:pt x="64" y="37"/>
                  <a:pt x="60" y="38"/>
                  <a:pt x="57" y="39"/>
                </a:cubicBezTo>
                <a:cubicBezTo>
                  <a:pt x="50" y="41"/>
                  <a:pt x="44" y="46"/>
                  <a:pt x="41" y="52"/>
                </a:cubicBezTo>
                <a:cubicBezTo>
                  <a:pt x="38" y="58"/>
                  <a:pt x="38" y="66"/>
                  <a:pt x="39" y="73"/>
                </a:cubicBezTo>
                <a:lnTo>
                  <a:pt x="39" y="75"/>
                </a:lnTo>
                <a:close/>
                <a:moveTo>
                  <a:pt x="188" y="45"/>
                </a:moveTo>
                <a:cubicBezTo>
                  <a:pt x="191" y="45"/>
                  <a:pt x="194" y="45"/>
                  <a:pt x="196" y="46"/>
                </a:cubicBezTo>
                <a:cubicBezTo>
                  <a:pt x="202" y="48"/>
                  <a:pt x="206" y="51"/>
                  <a:pt x="208" y="55"/>
                </a:cubicBezTo>
                <a:cubicBezTo>
                  <a:pt x="210" y="60"/>
                  <a:pt x="210" y="66"/>
                  <a:pt x="209" y="72"/>
                </a:cubicBezTo>
                <a:cubicBezTo>
                  <a:pt x="209" y="74"/>
                  <a:pt x="209" y="74"/>
                  <a:pt x="209" y="74"/>
                </a:cubicBezTo>
                <a:cubicBezTo>
                  <a:pt x="208" y="84"/>
                  <a:pt x="207" y="87"/>
                  <a:pt x="198" y="94"/>
                </a:cubicBezTo>
                <a:cubicBezTo>
                  <a:pt x="196" y="95"/>
                  <a:pt x="195" y="97"/>
                  <a:pt x="197" y="99"/>
                </a:cubicBezTo>
                <a:cubicBezTo>
                  <a:pt x="197" y="100"/>
                  <a:pt x="199" y="101"/>
                  <a:pt x="200" y="101"/>
                </a:cubicBezTo>
                <a:cubicBezTo>
                  <a:pt x="201" y="101"/>
                  <a:pt x="202" y="101"/>
                  <a:pt x="202" y="100"/>
                </a:cubicBezTo>
                <a:cubicBezTo>
                  <a:pt x="215" y="92"/>
                  <a:pt x="216" y="85"/>
                  <a:pt x="217" y="75"/>
                </a:cubicBezTo>
                <a:cubicBezTo>
                  <a:pt x="217" y="73"/>
                  <a:pt x="217" y="73"/>
                  <a:pt x="217" y="73"/>
                </a:cubicBezTo>
                <a:cubicBezTo>
                  <a:pt x="218" y="66"/>
                  <a:pt x="218" y="58"/>
                  <a:pt x="215" y="52"/>
                </a:cubicBezTo>
                <a:cubicBezTo>
                  <a:pt x="212" y="46"/>
                  <a:pt x="206" y="41"/>
                  <a:pt x="199" y="39"/>
                </a:cubicBezTo>
                <a:cubicBezTo>
                  <a:pt x="196" y="38"/>
                  <a:pt x="192" y="37"/>
                  <a:pt x="188" y="37"/>
                </a:cubicBezTo>
                <a:cubicBezTo>
                  <a:pt x="186" y="37"/>
                  <a:pt x="184" y="39"/>
                  <a:pt x="184" y="41"/>
                </a:cubicBezTo>
                <a:cubicBezTo>
                  <a:pt x="184" y="43"/>
                  <a:pt x="186" y="45"/>
                  <a:pt x="188" y="45"/>
                </a:cubicBezTo>
                <a:close/>
                <a:moveTo>
                  <a:pt x="256" y="153"/>
                </a:moveTo>
                <a:cubicBezTo>
                  <a:pt x="256" y="152"/>
                  <a:pt x="255" y="130"/>
                  <a:pt x="238" y="121"/>
                </a:cubicBezTo>
                <a:cubicBezTo>
                  <a:pt x="210" y="109"/>
                  <a:pt x="210" y="109"/>
                  <a:pt x="210" y="109"/>
                </a:cubicBezTo>
                <a:cubicBezTo>
                  <a:pt x="208" y="109"/>
                  <a:pt x="207" y="109"/>
                  <a:pt x="206" y="109"/>
                </a:cubicBezTo>
                <a:cubicBezTo>
                  <a:pt x="206" y="109"/>
                  <a:pt x="199" y="113"/>
                  <a:pt x="188" y="113"/>
                </a:cubicBezTo>
                <a:cubicBezTo>
                  <a:pt x="186" y="113"/>
                  <a:pt x="184" y="115"/>
                  <a:pt x="184" y="117"/>
                </a:cubicBezTo>
                <a:cubicBezTo>
                  <a:pt x="184" y="119"/>
                  <a:pt x="186" y="121"/>
                  <a:pt x="188" y="121"/>
                </a:cubicBezTo>
                <a:cubicBezTo>
                  <a:pt x="198" y="121"/>
                  <a:pt x="205" y="119"/>
                  <a:pt x="208" y="117"/>
                </a:cubicBezTo>
                <a:cubicBezTo>
                  <a:pt x="234" y="129"/>
                  <a:pt x="234" y="129"/>
                  <a:pt x="234" y="129"/>
                </a:cubicBezTo>
                <a:cubicBezTo>
                  <a:pt x="247" y="135"/>
                  <a:pt x="248" y="153"/>
                  <a:pt x="248" y="153"/>
                </a:cubicBezTo>
                <a:cubicBezTo>
                  <a:pt x="248" y="161"/>
                  <a:pt x="248" y="161"/>
                  <a:pt x="248" y="161"/>
                </a:cubicBezTo>
                <a:cubicBezTo>
                  <a:pt x="248" y="163"/>
                  <a:pt x="250" y="165"/>
                  <a:pt x="252" y="165"/>
                </a:cubicBezTo>
                <a:cubicBezTo>
                  <a:pt x="254" y="165"/>
                  <a:pt x="256" y="163"/>
                  <a:pt x="256" y="161"/>
                </a:cubicBezTo>
                <a:lnTo>
                  <a:pt x="256" y="153"/>
                </a:lnTo>
                <a:close/>
                <a:moveTo>
                  <a:pt x="206" y="141"/>
                </a:moveTo>
                <a:cubicBezTo>
                  <a:pt x="155" y="118"/>
                  <a:pt x="155" y="118"/>
                  <a:pt x="155" y="118"/>
                </a:cubicBezTo>
                <a:cubicBezTo>
                  <a:pt x="156" y="117"/>
                  <a:pt x="156" y="115"/>
                  <a:pt x="156" y="113"/>
                </a:cubicBezTo>
                <a:cubicBezTo>
                  <a:pt x="156" y="107"/>
                  <a:pt x="156" y="107"/>
                  <a:pt x="156" y="107"/>
                </a:cubicBezTo>
                <a:cubicBezTo>
                  <a:pt x="171" y="95"/>
                  <a:pt x="173" y="76"/>
                  <a:pt x="175" y="59"/>
                </a:cubicBezTo>
                <a:cubicBezTo>
                  <a:pt x="177" y="48"/>
                  <a:pt x="177" y="36"/>
                  <a:pt x="172" y="25"/>
                </a:cubicBezTo>
                <a:cubicBezTo>
                  <a:pt x="167" y="15"/>
                  <a:pt x="158" y="8"/>
                  <a:pt x="146" y="4"/>
                </a:cubicBezTo>
                <a:cubicBezTo>
                  <a:pt x="135" y="0"/>
                  <a:pt x="121" y="0"/>
                  <a:pt x="110" y="4"/>
                </a:cubicBezTo>
                <a:cubicBezTo>
                  <a:pt x="98" y="8"/>
                  <a:pt x="89" y="15"/>
                  <a:pt x="84" y="25"/>
                </a:cubicBezTo>
                <a:cubicBezTo>
                  <a:pt x="79" y="36"/>
                  <a:pt x="79" y="48"/>
                  <a:pt x="81" y="59"/>
                </a:cubicBezTo>
                <a:cubicBezTo>
                  <a:pt x="83" y="76"/>
                  <a:pt x="85" y="95"/>
                  <a:pt x="100" y="107"/>
                </a:cubicBezTo>
                <a:cubicBezTo>
                  <a:pt x="100" y="113"/>
                  <a:pt x="100" y="113"/>
                  <a:pt x="100" y="113"/>
                </a:cubicBezTo>
                <a:cubicBezTo>
                  <a:pt x="100" y="115"/>
                  <a:pt x="100" y="117"/>
                  <a:pt x="101" y="118"/>
                </a:cubicBezTo>
                <a:cubicBezTo>
                  <a:pt x="50" y="141"/>
                  <a:pt x="50" y="141"/>
                  <a:pt x="50" y="141"/>
                </a:cubicBezTo>
                <a:cubicBezTo>
                  <a:pt x="16" y="158"/>
                  <a:pt x="16" y="218"/>
                  <a:pt x="16" y="221"/>
                </a:cubicBezTo>
                <a:cubicBezTo>
                  <a:pt x="16" y="223"/>
                  <a:pt x="18" y="225"/>
                  <a:pt x="20" y="225"/>
                </a:cubicBezTo>
                <a:cubicBezTo>
                  <a:pt x="22" y="225"/>
                  <a:pt x="24" y="223"/>
                  <a:pt x="24" y="221"/>
                </a:cubicBezTo>
                <a:cubicBezTo>
                  <a:pt x="24" y="220"/>
                  <a:pt x="24" y="163"/>
                  <a:pt x="54" y="149"/>
                </a:cubicBezTo>
                <a:cubicBezTo>
                  <a:pt x="83" y="135"/>
                  <a:pt x="83" y="135"/>
                  <a:pt x="83" y="135"/>
                </a:cubicBezTo>
                <a:cubicBezTo>
                  <a:pt x="80" y="161"/>
                  <a:pt x="80" y="161"/>
                  <a:pt x="80" y="161"/>
                </a:cubicBezTo>
                <a:cubicBezTo>
                  <a:pt x="80" y="162"/>
                  <a:pt x="80" y="163"/>
                  <a:pt x="81" y="164"/>
                </a:cubicBezTo>
                <a:cubicBezTo>
                  <a:pt x="82" y="165"/>
                  <a:pt x="83" y="165"/>
                  <a:pt x="84" y="165"/>
                </a:cubicBezTo>
                <a:cubicBezTo>
                  <a:pt x="84" y="165"/>
                  <a:pt x="85" y="165"/>
                  <a:pt x="85" y="165"/>
                </a:cubicBezTo>
                <a:cubicBezTo>
                  <a:pt x="97" y="162"/>
                  <a:pt x="106" y="157"/>
                  <a:pt x="112" y="152"/>
                </a:cubicBezTo>
                <a:cubicBezTo>
                  <a:pt x="112" y="155"/>
                  <a:pt x="113" y="159"/>
                  <a:pt x="116" y="162"/>
                </a:cubicBezTo>
                <a:cubicBezTo>
                  <a:pt x="114" y="171"/>
                  <a:pt x="108" y="209"/>
                  <a:pt x="108" y="221"/>
                </a:cubicBezTo>
                <a:cubicBezTo>
                  <a:pt x="108" y="223"/>
                  <a:pt x="110" y="225"/>
                  <a:pt x="112" y="225"/>
                </a:cubicBezTo>
                <a:cubicBezTo>
                  <a:pt x="114" y="225"/>
                  <a:pt x="116" y="223"/>
                  <a:pt x="116" y="221"/>
                </a:cubicBezTo>
                <a:cubicBezTo>
                  <a:pt x="116" y="209"/>
                  <a:pt x="124" y="162"/>
                  <a:pt x="124" y="162"/>
                </a:cubicBezTo>
                <a:cubicBezTo>
                  <a:pt x="124" y="160"/>
                  <a:pt x="124" y="159"/>
                  <a:pt x="123" y="158"/>
                </a:cubicBezTo>
                <a:cubicBezTo>
                  <a:pt x="117" y="152"/>
                  <a:pt x="121" y="144"/>
                  <a:pt x="123" y="140"/>
                </a:cubicBezTo>
                <a:cubicBezTo>
                  <a:pt x="124" y="141"/>
                  <a:pt x="126" y="141"/>
                  <a:pt x="128" y="141"/>
                </a:cubicBezTo>
                <a:cubicBezTo>
                  <a:pt x="130" y="141"/>
                  <a:pt x="132" y="141"/>
                  <a:pt x="133" y="140"/>
                </a:cubicBezTo>
                <a:cubicBezTo>
                  <a:pt x="135" y="144"/>
                  <a:pt x="139" y="152"/>
                  <a:pt x="133" y="158"/>
                </a:cubicBezTo>
                <a:cubicBezTo>
                  <a:pt x="132" y="159"/>
                  <a:pt x="132" y="160"/>
                  <a:pt x="132" y="162"/>
                </a:cubicBezTo>
                <a:cubicBezTo>
                  <a:pt x="132" y="162"/>
                  <a:pt x="140" y="209"/>
                  <a:pt x="140" y="221"/>
                </a:cubicBezTo>
                <a:cubicBezTo>
                  <a:pt x="140" y="223"/>
                  <a:pt x="142" y="225"/>
                  <a:pt x="144" y="225"/>
                </a:cubicBezTo>
                <a:cubicBezTo>
                  <a:pt x="146" y="225"/>
                  <a:pt x="148" y="223"/>
                  <a:pt x="148" y="221"/>
                </a:cubicBezTo>
                <a:cubicBezTo>
                  <a:pt x="148" y="209"/>
                  <a:pt x="142" y="171"/>
                  <a:pt x="140" y="162"/>
                </a:cubicBezTo>
                <a:cubicBezTo>
                  <a:pt x="143" y="159"/>
                  <a:pt x="144" y="155"/>
                  <a:pt x="144" y="152"/>
                </a:cubicBezTo>
                <a:cubicBezTo>
                  <a:pt x="150" y="157"/>
                  <a:pt x="159" y="162"/>
                  <a:pt x="171" y="165"/>
                </a:cubicBezTo>
                <a:cubicBezTo>
                  <a:pt x="171" y="165"/>
                  <a:pt x="172" y="165"/>
                  <a:pt x="172" y="165"/>
                </a:cubicBezTo>
                <a:cubicBezTo>
                  <a:pt x="173" y="165"/>
                  <a:pt x="174" y="165"/>
                  <a:pt x="175" y="164"/>
                </a:cubicBezTo>
                <a:cubicBezTo>
                  <a:pt x="176" y="163"/>
                  <a:pt x="176" y="162"/>
                  <a:pt x="176" y="161"/>
                </a:cubicBezTo>
                <a:cubicBezTo>
                  <a:pt x="173" y="135"/>
                  <a:pt x="173" y="135"/>
                  <a:pt x="173" y="135"/>
                </a:cubicBezTo>
                <a:cubicBezTo>
                  <a:pt x="202" y="149"/>
                  <a:pt x="202" y="149"/>
                  <a:pt x="202" y="149"/>
                </a:cubicBezTo>
                <a:cubicBezTo>
                  <a:pt x="232" y="163"/>
                  <a:pt x="232" y="220"/>
                  <a:pt x="232" y="221"/>
                </a:cubicBezTo>
                <a:cubicBezTo>
                  <a:pt x="232" y="223"/>
                  <a:pt x="234" y="225"/>
                  <a:pt x="236" y="225"/>
                </a:cubicBezTo>
                <a:cubicBezTo>
                  <a:pt x="238" y="225"/>
                  <a:pt x="240" y="223"/>
                  <a:pt x="240" y="221"/>
                </a:cubicBezTo>
                <a:cubicBezTo>
                  <a:pt x="240" y="218"/>
                  <a:pt x="240" y="158"/>
                  <a:pt x="206" y="141"/>
                </a:cubicBezTo>
                <a:close/>
                <a:moveTo>
                  <a:pt x="89" y="155"/>
                </a:moveTo>
                <a:cubicBezTo>
                  <a:pt x="92" y="131"/>
                  <a:pt x="92" y="131"/>
                  <a:pt x="92" y="131"/>
                </a:cubicBezTo>
                <a:cubicBezTo>
                  <a:pt x="103" y="126"/>
                  <a:pt x="103" y="126"/>
                  <a:pt x="103" y="126"/>
                </a:cubicBezTo>
                <a:cubicBezTo>
                  <a:pt x="106" y="131"/>
                  <a:pt x="110" y="135"/>
                  <a:pt x="115" y="138"/>
                </a:cubicBezTo>
                <a:cubicBezTo>
                  <a:pt x="111" y="142"/>
                  <a:pt x="103" y="150"/>
                  <a:pt x="89" y="155"/>
                </a:cubicBezTo>
                <a:close/>
                <a:moveTo>
                  <a:pt x="128" y="133"/>
                </a:moveTo>
                <a:cubicBezTo>
                  <a:pt x="117" y="133"/>
                  <a:pt x="108" y="124"/>
                  <a:pt x="108" y="113"/>
                </a:cubicBezTo>
                <a:cubicBezTo>
                  <a:pt x="108" y="111"/>
                  <a:pt x="108" y="111"/>
                  <a:pt x="108" y="111"/>
                </a:cubicBezTo>
                <a:cubicBezTo>
                  <a:pt x="109" y="112"/>
                  <a:pt x="110" y="112"/>
                  <a:pt x="110" y="113"/>
                </a:cubicBezTo>
                <a:cubicBezTo>
                  <a:pt x="112" y="114"/>
                  <a:pt x="115" y="113"/>
                  <a:pt x="116" y="111"/>
                </a:cubicBezTo>
                <a:cubicBezTo>
                  <a:pt x="117" y="109"/>
                  <a:pt x="116" y="106"/>
                  <a:pt x="114" y="105"/>
                </a:cubicBezTo>
                <a:cubicBezTo>
                  <a:pt x="93" y="97"/>
                  <a:pt x="91" y="78"/>
                  <a:pt x="88" y="58"/>
                </a:cubicBezTo>
                <a:cubicBezTo>
                  <a:pt x="87" y="49"/>
                  <a:pt x="87" y="37"/>
                  <a:pt x="92" y="28"/>
                </a:cubicBezTo>
                <a:cubicBezTo>
                  <a:pt x="96" y="21"/>
                  <a:pt x="103" y="15"/>
                  <a:pt x="112" y="12"/>
                </a:cubicBezTo>
                <a:cubicBezTo>
                  <a:pt x="122" y="8"/>
                  <a:pt x="134" y="8"/>
                  <a:pt x="144" y="12"/>
                </a:cubicBezTo>
                <a:cubicBezTo>
                  <a:pt x="153" y="15"/>
                  <a:pt x="160" y="21"/>
                  <a:pt x="164" y="28"/>
                </a:cubicBezTo>
                <a:cubicBezTo>
                  <a:pt x="169" y="37"/>
                  <a:pt x="169" y="49"/>
                  <a:pt x="168" y="58"/>
                </a:cubicBezTo>
                <a:cubicBezTo>
                  <a:pt x="165" y="78"/>
                  <a:pt x="163" y="97"/>
                  <a:pt x="142" y="105"/>
                </a:cubicBezTo>
                <a:cubicBezTo>
                  <a:pt x="140" y="106"/>
                  <a:pt x="139" y="109"/>
                  <a:pt x="140" y="111"/>
                </a:cubicBezTo>
                <a:cubicBezTo>
                  <a:pt x="141" y="112"/>
                  <a:pt x="142" y="113"/>
                  <a:pt x="144" y="113"/>
                </a:cubicBezTo>
                <a:cubicBezTo>
                  <a:pt x="145" y="113"/>
                  <a:pt x="145" y="113"/>
                  <a:pt x="146" y="113"/>
                </a:cubicBezTo>
                <a:cubicBezTo>
                  <a:pt x="146" y="112"/>
                  <a:pt x="147" y="112"/>
                  <a:pt x="148" y="112"/>
                </a:cubicBezTo>
                <a:cubicBezTo>
                  <a:pt x="148" y="113"/>
                  <a:pt x="148" y="113"/>
                  <a:pt x="148" y="113"/>
                </a:cubicBezTo>
                <a:cubicBezTo>
                  <a:pt x="148" y="124"/>
                  <a:pt x="139" y="133"/>
                  <a:pt x="128" y="133"/>
                </a:cubicBezTo>
                <a:close/>
                <a:moveTo>
                  <a:pt x="141" y="138"/>
                </a:moveTo>
                <a:cubicBezTo>
                  <a:pt x="146" y="135"/>
                  <a:pt x="150" y="131"/>
                  <a:pt x="153" y="126"/>
                </a:cubicBezTo>
                <a:cubicBezTo>
                  <a:pt x="164" y="131"/>
                  <a:pt x="164" y="131"/>
                  <a:pt x="164" y="131"/>
                </a:cubicBezTo>
                <a:cubicBezTo>
                  <a:pt x="167" y="155"/>
                  <a:pt x="167" y="155"/>
                  <a:pt x="167" y="155"/>
                </a:cubicBezTo>
                <a:cubicBezTo>
                  <a:pt x="153" y="150"/>
                  <a:pt x="145" y="142"/>
                  <a:pt x="141" y="13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61" name="Freeform 216">
            <a:extLst>
              <a:ext uri="{FF2B5EF4-FFF2-40B4-BE49-F238E27FC236}">
                <a16:creationId xmlns:a16="http://schemas.microsoft.com/office/drawing/2014/main" id="{4214F717-F902-4974-AEF1-DD199BD18950}"/>
              </a:ext>
            </a:extLst>
          </p:cNvPr>
          <p:cNvSpPr>
            <a:spLocks noChangeAspect="1" noEditPoints="1"/>
          </p:cNvSpPr>
          <p:nvPr/>
        </p:nvSpPr>
        <p:spPr bwMode="auto">
          <a:xfrm>
            <a:off x="572294" y="4352131"/>
            <a:ext cx="401638" cy="401638"/>
          </a:xfrm>
          <a:custGeom>
            <a:avLst/>
            <a:gdLst>
              <a:gd name="T0" fmla="*/ 144 w 257"/>
              <a:gd name="T1" fmla="*/ 224 h 257"/>
              <a:gd name="T2" fmla="*/ 157 w 257"/>
              <a:gd name="T3" fmla="*/ 178 h 257"/>
              <a:gd name="T4" fmla="*/ 105 w 257"/>
              <a:gd name="T5" fmla="*/ 197 h 257"/>
              <a:gd name="T6" fmla="*/ 122 w 257"/>
              <a:gd name="T7" fmla="*/ 217 h 257"/>
              <a:gd name="T8" fmla="*/ 124 w 257"/>
              <a:gd name="T9" fmla="*/ 173 h 257"/>
              <a:gd name="T10" fmla="*/ 151 w 257"/>
              <a:gd name="T11" fmla="*/ 200 h 257"/>
              <a:gd name="T12" fmla="*/ 150 w 257"/>
              <a:gd name="T13" fmla="*/ 228 h 257"/>
              <a:gd name="T14" fmla="*/ 90 w 257"/>
              <a:gd name="T15" fmla="*/ 236 h 257"/>
              <a:gd name="T16" fmla="*/ 84 w 257"/>
              <a:gd name="T17" fmla="*/ 256 h 257"/>
              <a:gd name="T18" fmla="*/ 112 w 257"/>
              <a:gd name="T19" fmla="*/ 236 h 257"/>
              <a:gd name="T20" fmla="*/ 175 w 257"/>
              <a:gd name="T21" fmla="*/ 250 h 257"/>
              <a:gd name="T22" fmla="*/ 182 w 257"/>
              <a:gd name="T23" fmla="*/ 247 h 257"/>
              <a:gd name="T24" fmla="*/ 216 w 257"/>
              <a:gd name="T25" fmla="*/ 224 h 257"/>
              <a:gd name="T26" fmla="*/ 229 w 257"/>
              <a:gd name="T27" fmla="*/ 178 h 257"/>
              <a:gd name="T28" fmla="*/ 177 w 257"/>
              <a:gd name="T29" fmla="*/ 197 h 257"/>
              <a:gd name="T30" fmla="*/ 194 w 257"/>
              <a:gd name="T31" fmla="*/ 217 h 257"/>
              <a:gd name="T32" fmla="*/ 196 w 257"/>
              <a:gd name="T33" fmla="*/ 173 h 257"/>
              <a:gd name="T34" fmla="*/ 223 w 257"/>
              <a:gd name="T35" fmla="*/ 200 h 257"/>
              <a:gd name="T36" fmla="*/ 222 w 257"/>
              <a:gd name="T37" fmla="*/ 228 h 257"/>
              <a:gd name="T38" fmla="*/ 182 w 257"/>
              <a:gd name="T39" fmla="*/ 236 h 257"/>
              <a:gd name="T40" fmla="*/ 247 w 257"/>
              <a:gd name="T41" fmla="*/ 250 h 257"/>
              <a:gd name="T42" fmla="*/ 255 w 257"/>
              <a:gd name="T43" fmla="*/ 250 h 257"/>
              <a:gd name="T44" fmla="*/ 84 w 257"/>
              <a:gd name="T45" fmla="*/ 4 h 257"/>
              <a:gd name="T46" fmla="*/ 108 w 257"/>
              <a:gd name="T47" fmla="*/ 140 h 257"/>
              <a:gd name="T48" fmla="*/ 256 w 257"/>
              <a:gd name="T49" fmla="*/ 144 h 257"/>
              <a:gd name="T50" fmla="*/ 48 w 257"/>
              <a:gd name="T51" fmla="*/ 196 h 257"/>
              <a:gd name="T52" fmla="*/ 56 w 257"/>
              <a:gd name="T53" fmla="*/ 196 h 257"/>
              <a:gd name="T54" fmla="*/ 42 w 257"/>
              <a:gd name="T55" fmla="*/ 60 h 257"/>
              <a:gd name="T56" fmla="*/ 36 w 257"/>
              <a:gd name="T57" fmla="*/ 36 h 257"/>
              <a:gd name="T58" fmla="*/ 67 w 257"/>
              <a:gd name="T59" fmla="*/ 24 h 257"/>
              <a:gd name="T60" fmla="*/ 59 w 257"/>
              <a:gd name="T61" fmla="*/ 58 h 257"/>
              <a:gd name="T62" fmla="*/ 74 w 257"/>
              <a:gd name="T63" fmla="*/ 20 h 257"/>
              <a:gd name="T64" fmla="*/ 28 w 257"/>
              <a:gd name="T65" fmla="*/ 37 h 257"/>
              <a:gd name="T66" fmla="*/ 217 w 257"/>
              <a:gd name="T67" fmla="*/ 56 h 257"/>
              <a:gd name="T68" fmla="*/ 168 w 257"/>
              <a:gd name="T69" fmla="*/ 65 h 257"/>
              <a:gd name="T70" fmla="*/ 84 w 257"/>
              <a:gd name="T71" fmla="*/ 96 h 257"/>
              <a:gd name="T72" fmla="*/ 88 w 257"/>
              <a:gd name="T73" fmla="*/ 220 h 257"/>
              <a:gd name="T74" fmla="*/ 162 w 257"/>
              <a:gd name="T75" fmla="*/ 67 h 257"/>
              <a:gd name="T76" fmla="*/ 70 w 257"/>
              <a:gd name="T77" fmla="*/ 68 h 257"/>
              <a:gd name="T78" fmla="*/ 10 w 257"/>
              <a:gd name="T79" fmla="*/ 76 h 257"/>
              <a:gd name="T80" fmla="*/ 16 w 257"/>
              <a:gd name="T81" fmla="*/ 180 h 257"/>
              <a:gd name="T82" fmla="*/ 24 w 257"/>
              <a:gd name="T83" fmla="*/ 168 h 257"/>
              <a:gd name="T84" fmla="*/ 16 w 257"/>
              <a:gd name="T85" fmla="*/ 172 h 257"/>
              <a:gd name="T86" fmla="*/ 32 w 257"/>
              <a:gd name="T87" fmla="*/ 76 h 257"/>
              <a:gd name="T88" fmla="*/ 36 w 257"/>
              <a:gd name="T89" fmla="*/ 140 h 257"/>
              <a:gd name="T90" fmla="*/ 55 w 257"/>
              <a:gd name="T91" fmla="*/ 155 h 257"/>
              <a:gd name="T92" fmla="*/ 64 w 257"/>
              <a:gd name="T93" fmla="*/ 96 h 257"/>
              <a:gd name="T94" fmla="*/ 154 w 257"/>
              <a:gd name="T95" fmla="*/ 68 h 257"/>
              <a:gd name="T96" fmla="*/ 44 w 257"/>
              <a:gd name="T97" fmla="*/ 138 h 257"/>
              <a:gd name="T98" fmla="*/ 46 w 257"/>
              <a:gd name="T99" fmla="*/ 80 h 257"/>
              <a:gd name="T100" fmla="*/ 56 w 257"/>
              <a:gd name="T101" fmla="*/ 9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7" h="257">
                <a:moveTo>
                  <a:pt x="151" y="200"/>
                </a:moveTo>
                <a:cubicBezTo>
                  <a:pt x="150" y="208"/>
                  <a:pt x="150" y="211"/>
                  <a:pt x="142" y="217"/>
                </a:cubicBezTo>
                <a:cubicBezTo>
                  <a:pt x="140" y="218"/>
                  <a:pt x="139" y="220"/>
                  <a:pt x="141" y="222"/>
                </a:cubicBezTo>
                <a:cubicBezTo>
                  <a:pt x="141" y="223"/>
                  <a:pt x="143" y="224"/>
                  <a:pt x="144" y="224"/>
                </a:cubicBezTo>
                <a:cubicBezTo>
                  <a:pt x="145" y="224"/>
                  <a:pt x="146" y="224"/>
                  <a:pt x="146" y="223"/>
                </a:cubicBezTo>
                <a:cubicBezTo>
                  <a:pt x="158" y="216"/>
                  <a:pt x="158" y="210"/>
                  <a:pt x="159" y="201"/>
                </a:cubicBezTo>
                <a:cubicBezTo>
                  <a:pt x="159" y="200"/>
                  <a:pt x="159" y="199"/>
                  <a:pt x="159" y="197"/>
                </a:cubicBezTo>
                <a:cubicBezTo>
                  <a:pt x="160" y="191"/>
                  <a:pt x="160" y="184"/>
                  <a:pt x="157" y="178"/>
                </a:cubicBezTo>
                <a:cubicBezTo>
                  <a:pt x="154" y="172"/>
                  <a:pt x="149" y="168"/>
                  <a:pt x="142" y="166"/>
                </a:cubicBezTo>
                <a:cubicBezTo>
                  <a:pt x="136" y="163"/>
                  <a:pt x="128" y="163"/>
                  <a:pt x="122" y="166"/>
                </a:cubicBezTo>
                <a:cubicBezTo>
                  <a:pt x="115" y="168"/>
                  <a:pt x="110" y="172"/>
                  <a:pt x="107" y="178"/>
                </a:cubicBezTo>
                <a:cubicBezTo>
                  <a:pt x="104" y="184"/>
                  <a:pt x="104" y="191"/>
                  <a:pt x="105" y="197"/>
                </a:cubicBezTo>
                <a:cubicBezTo>
                  <a:pt x="105" y="199"/>
                  <a:pt x="105" y="200"/>
                  <a:pt x="105" y="201"/>
                </a:cubicBezTo>
                <a:cubicBezTo>
                  <a:pt x="106" y="210"/>
                  <a:pt x="106" y="216"/>
                  <a:pt x="118" y="223"/>
                </a:cubicBezTo>
                <a:cubicBezTo>
                  <a:pt x="120" y="225"/>
                  <a:pt x="122" y="224"/>
                  <a:pt x="123" y="222"/>
                </a:cubicBezTo>
                <a:cubicBezTo>
                  <a:pt x="125" y="220"/>
                  <a:pt x="124" y="218"/>
                  <a:pt x="122" y="217"/>
                </a:cubicBezTo>
                <a:cubicBezTo>
                  <a:pt x="114" y="211"/>
                  <a:pt x="114" y="208"/>
                  <a:pt x="113" y="200"/>
                </a:cubicBezTo>
                <a:cubicBezTo>
                  <a:pt x="113" y="199"/>
                  <a:pt x="113" y="198"/>
                  <a:pt x="113" y="197"/>
                </a:cubicBezTo>
                <a:cubicBezTo>
                  <a:pt x="112" y="192"/>
                  <a:pt x="112" y="186"/>
                  <a:pt x="114" y="181"/>
                </a:cubicBezTo>
                <a:cubicBezTo>
                  <a:pt x="116" y="178"/>
                  <a:pt x="120" y="175"/>
                  <a:pt x="124" y="173"/>
                </a:cubicBezTo>
                <a:cubicBezTo>
                  <a:pt x="129" y="172"/>
                  <a:pt x="135" y="172"/>
                  <a:pt x="140" y="173"/>
                </a:cubicBezTo>
                <a:cubicBezTo>
                  <a:pt x="144" y="175"/>
                  <a:pt x="148" y="178"/>
                  <a:pt x="150" y="181"/>
                </a:cubicBezTo>
                <a:cubicBezTo>
                  <a:pt x="152" y="186"/>
                  <a:pt x="152" y="192"/>
                  <a:pt x="151" y="197"/>
                </a:cubicBezTo>
                <a:cubicBezTo>
                  <a:pt x="151" y="198"/>
                  <a:pt x="151" y="199"/>
                  <a:pt x="151" y="200"/>
                </a:cubicBezTo>
                <a:close/>
                <a:moveTo>
                  <a:pt x="182" y="247"/>
                </a:moveTo>
                <a:cubicBezTo>
                  <a:pt x="181" y="243"/>
                  <a:pt x="179" y="239"/>
                  <a:pt x="173" y="236"/>
                </a:cubicBezTo>
                <a:cubicBezTo>
                  <a:pt x="153" y="228"/>
                  <a:pt x="153" y="228"/>
                  <a:pt x="153" y="228"/>
                </a:cubicBezTo>
                <a:cubicBezTo>
                  <a:pt x="152" y="228"/>
                  <a:pt x="151" y="228"/>
                  <a:pt x="150" y="228"/>
                </a:cubicBezTo>
                <a:cubicBezTo>
                  <a:pt x="150" y="228"/>
                  <a:pt x="143" y="232"/>
                  <a:pt x="132" y="232"/>
                </a:cubicBezTo>
                <a:cubicBezTo>
                  <a:pt x="121" y="232"/>
                  <a:pt x="114" y="228"/>
                  <a:pt x="114" y="228"/>
                </a:cubicBezTo>
                <a:cubicBezTo>
                  <a:pt x="113" y="228"/>
                  <a:pt x="112" y="228"/>
                  <a:pt x="111" y="228"/>
                </a:cubicBezTo>
                <a:cubicBezTo>
                  <a:pt x="90" y="236"/>
                  <a:pt x="90" y="236"/>
                  <a:pt x="90" y="236"/>
                </a:cubicBezTo>
                <a:cubicBezTo>
                  <a:pt x="85" y="239"/>
                  <a:pt x="83" y="243"/>
                  <a:pt x="82" y="247"/>
                </a:cubicBezTo>
                <a:cubicBezTo>
                  <a:pt x="82" y="248"/>
                  <a:pt x="81" y="249"/>
                  <a:pt x="81" y="250"/>
                </a:cubicBezTo>
                <a:cubicBezTo>
                  <a:pt x="79" y="252"/>
                  <a:pt x="80" y="254"/>
                  <a:pt x="82" y="255"/>
                </a:cubicBezTo>
                <a:cubicBezTo>
                  <a:pt x="83" y="256"/>
                  <a:pt x="83" y="256"/>
                  <a:pt x="84" y="256"/>
                </a:cubicBezTo>
                <a:cubicBezTo>
                  <a:pt x="85" y="256"/>
                  <a:pt x="87" y="255"/>
                  <a:pt x="87" y="254"/>
                </a:cubicBezTo>
                <a:cubicBezTo>
                  <a:pt x="88" y="253"/>
                  <a:pt x="89" y="251"/>
                  <a:pt x="89" y="250"/>
                </a:cubicBezTo>
                <a:cubicBezTo>
                  <a:pt x="91" y="247"/>
                  <a:pt x="92" y="245"/>
                  <a:pt x="93" y="244"/>
                </a:cubicBezTo>
                <a:cubicBezTo>
                  <a:pt x="112" y="236"/>
                  <a:pt x="112" y="236"/>
                  <a:pt x="112" y="236"/>
                </a:cubicBezTo>
                <a:cubicBezTo>
                  <a:pt x="115" y="238"/>
                  <a:pt x="122" y="240"/>
                  <a:pt x="132" y="240"/>
                </a:cubicBezTo>
                <a:cubicBezTo>
                  <a:pt x="142" y="240"/>
                  <a:pt x="149" y="238"/>
                  <a:pt x="152" y="236"/>
                </a:cubicBezTo>
                <a:cubicBezTo>
                  <a:pt x="170" y="244"/>
                  <a:pt x="170" y="244"/>
                  <a:pt x="170" y="244"/>
                </a:cubicBezTo>
                <a:cubicBezTo>
                  <a:pt x="172" y="245"/>
                  <a:pt x="173" y="247"/>
                  <a:pt x="175" y="250"/>
                </a:cubicBezTo>
                <a:cubicBezTo>
                  <a:pt x="175" y="251"/>
                  <a:pt x="176" y="253"/>
                  <a:pt x="177" y="254"/>
                </a:cubicBezTo>
                <a:cubicBezTo>
                  <a:pt x="178" y="256"/>
                  <a:pt x="180" y="257"/>
                  <a:pt x="182" y="255"/>
                </a:cubicBezTo>
                <a:cubicBezTo>
                  <a:pt x="184" y="254"/>
                  <a:pt x="185" y="252"/>
                  <a:pt x="183" y="250"/>
                </a:cubicBezTo>
                <a:cubicBezTo>
                  <a:pt x="183" y="249"/>
                  <a:pt x="182" y="248"/>
                  <a:pt x="182" y="247"/>
                </a:cubicBezTo>
                <a:close/>
                <a:moveTo>
                  <a:pt x="223" y="200"/>
                </a:moveTo>
                <a:cubicBezTo>
                  <a:pt x="222" y="208"/>
                  <a:pt x="222" y="211"/>
                  <a:pt x="214" y="217"/>
                </a:cubicBezTo>
                <a:cubicBezTo>
                  <a:pt x="212" y="218"/>
                  <a:pt x="211" y="220"/>
                  <a:pt x="213" y="222"/>
                </a:cubicBezTo>
                <a:cubicBezTo>
                  <a:pt x="213" y="223"/>
                  <a:pt x="215" y="224"/>
                  <a:pt x="216" y="224"/>
                </a:cubicBezTo>
                <a:cubicBezTo>
                  <a:pt x="217" y="224"/>
                  <a:pt x="218" y="224"/>
                  <a:pt x="218" y="223"/>
                </a:cubicBezTo>
                <a:cubicBezTo>
                  <a:pt x="230" y="216"/>
                  <a:pt x="230" y="210"/>
                  <a:pt x="231" y="201"/>
                </a:cubicBezTo>
                <a:cubicBezTo>
                  <a:pt x="231" y="200"/>
                  <a:pt x="231" y="199"/>
                  <a:pt x="231" y="197"/>
                </a:cubicBezTo>
                <a:cubicBezTo>
                  <a:pt x="232" y="191"/>
                  <a:pt x="232" y="184"/>
                  <a:pt x="229" y="178"/>
                </a:cubicBezTo>
                <a:cubicBezTo>
                  <a:pt x="226" y="172"/>
                  <a:pt x="221" y="168"/>
                  <a:pt x="214" y="166"/>
                </a:cubicBezTo>
                <a:cubicBezTo>
                  <a:pt x="208" y="163"/>
                  <a:pt x="200" y="163"/>
                  <a:pt x="194" y="166"/>
                </a:cubicBezTo>
                <a:cubicBezTo>
                  <a:pt x="187" y="168"/>
                  <a:pt x="182" y="172"/>
                  <a:pt x="179" y="178"/>
                </a:cubicBezTo>
                <a:cubicBezTo>
                  <a:pt x="176" y="184"/>
                  <a:pt x="176" y="191"/>
                  <a:pt x="177" y="197"/>
                </a:cubicBezTo>
                <a:cubicBezTo>
                  <a:pt x="177" y="199"/>
                  <a:pt x="177" y="200"/>
                  <a:pt x="177" y="201"/>
                </a:cubicBezTo>
                <a:cubicBezTo>
                  <a:pt x="178" y="210"/>
                  <a:pt x="178" y="216"/>
                  <a:pt x="190" y="223"/>
                </a:cubicBezTo>
                <a:cubicBezTo>
                  <a:pt x="192" y="225"/>
                  <a:pt x="194" y="224"/>
                  <a:pt x="195" y="222"/>
                </a:cubicBezTo>
                <a:cubicBezTo>
                  <a:pt x="197" y="220"/>
                  <a:pt x="196" y="218"/>
                  <a:pt x="194" y="217"/>
                </a:cubicBezTo>
                <a:cubicBezTo>
                  <a:pt x="186" y="211"/>
                  <a:pt x="186" y="208"/>
                  <a:pt x="185" y="200"/>
                </a:cubicBezTo>
                <a:cubicBezTo>
                  <a:pt x="185" y="199"/>
                  <a:pt x="185" y="198"/>
                  <a:pt x="185" y="197"/>
                </a:cubicBezTo>
                <a:cubicBezTo>
                  <a:pt x="184" y="192"/>
                  <a:pt x="184" y="186"/>
                  <a:pt x="186" y="181"/>
                </a:cubicBezTo>
                <a:cubicBezTo>
                  <a:pt x="188" y="178"/>
                  <a:pt x="192" y="175"/>
                  <a:pt x="196" y="173"/>
                </a:cubicBezTo>
                <a:cubicBezTo>
                  <a:pt x="201" y="172"/>
                  <a:pt x="207" y="172"/>
                  <a:pt x="212" y="173"/>
                </a:cubicBezTo>
                <a:cubicBezTo>
                  <a:pt x="216" y="175"/>
                  <a:pt x="220" y="178"/>
                  <a:pt x="222" y="181"/>
                </a:cubicBezTo>
                <a:cubicBezTo>
                  <a:pt x="224" y="186"/>
                  <a:pt x="224" y="192"/>
                  <a:pt x="223" y="197"/>
                </a:cubicBezTo>
                <a:cubicBezTo>
                  <a:pt x="223" y="198"/>
                  <a:pt x="223" y="199"/>
                  <a:pt x="223" y="200"/>
                </a:cubicBezTo>
                <a:close/>
                <a:moveTo>
                  <a:pt x="254" y="247"/>
                </a:moveTo>
                <a:cubicBezTo>
                  <a:pt x="253" y="243"/>
                  <a:pt x="251" y="239"/>
                  <a:pt x="245" y="236"/>
                </a:cubicBezTo>
                <a:cubicBezTo>
                  <a:pt x="225" y="228"/>
                  <a:pt x="225" y="228"/>
                  <a:pt x="225" y="228"/>
                </a:cubicBezTo>
                <a:cubicBezTo>
                  <a:pt x="224" y="228"/>
                  <a:pt x="223" y="228"/>
                  <a:pt x="222" y="228"/>
                </a:cubicBezTo>
                <a:cubicBezTo>
                  <a:pt x="222" y="228"/>
                  <a:pt x="215" y="232"/>
                  <a:pt x="204" y="232"/>
                </a:cubicBezTo>
                <a:cubicBezTo>
                  <a:pt x="193" y="232"/>
                  <a:pt x="186" y="228"/>
                  <a:pt x="186" y="228"/>
                </a:cubicBezTo>
                <a:cubicBezTo>
                  <a:pt x="184" y="227"/>
                  <a:pt x="181" y="228"/>
                  <a:pt x="180" y="230"/>
                </a:cubicBezTo>
                <a:cubicBezTo>
                  <a:pt x="179" y="232"/>
                  <a:pt x="180" y="235"/>
                  <a:pt x="182" y="236"/>
                </a:cubicBezTo>
                <a:cubicBezTo>
                  <a:pt x="183" y="236"/>
                  <a:pt x="191" y="240"/>
                  <a:pt x="204" y="240"/>
                </a:cubicBezTo>
                <a:cubicBezTo>
                  <a:pt x="214" y="240"/>
                  <a:pt x="221" y="238"/>
                  <a:pt x="224" y="236"/>
                </a:cubicBezTo>
                <a:cubicBezTo>
                  <a:pt x="242" y="244"/>
                  <a:pt x="242" y="244"/>
                  <a:pt x="242" y="244"/>
                </a:cubicBezTo>
                <a:cubicBezTo>
                  <a:pt x="244" y="245"/>
                  <a:pt x="245" y="247"/>
                  <a:pt x="247" y="250"/>
                </a:cubicBezTo>
                <a:cubicBezTo>
                  <a:pt x="247" y="251"/>
                  <a:pt x="248" y="253"/>
                  <a:pt x="249" y="254"/>
                </a:cubicBezTo>
                <a:cubicBezTo>
                  <a:pt x="249" y="255"/>
                  <a:pt x="251" y="256"/>
                  <a:pt x="252" y="256"/>
                </a:cubicBezTo>
                <a:cubicBezTo>
                  <a:pt x="253" y="256"/>
                  <a:pt x="253" y="256"/>
                  <a:pt x="254" y="255"/>
                </a:cubicBezTo>
                <a:cubicBezTo>
                  <a:pt x="256" y="254"/>
                  <a:pt x="257" y="252"/>
                  <a:pt x="255" y="250"/>
                </a:cubicBezTo>
                <a:cubicBezTo>
                  <a:pt x="255" y="249"/>
                  <a:pt x="254" y="248"/>
                  <a:pt x="254" y="247"/>
                </a:cubicBezTo>
                <a:close/>
                <a:moveTo>
                  <a:pt x="252" y="0"/>
                </a:moveTo>
                <a:cubicBezTo>
                  <a:pt x="88" y="0"/>
                  <a:pt x="88" y="0"/>
                  <a:pt x="88" y="0"/>
                </a:cubicBezTo>
                <a:cubicBezTo>
                  <a:pt x="86" y="0"/>
                  <a:pt x="84" y="2"/>
                  <a:pt x="84" y="4"/>
                </a:cubicBezTo>
                <a:cubicBezTo>
                  <a:pt x="84" y="6"/>
                  <a:pt x="86" y="8"/>
                  <a:pt x="88" y="8"/>
                </a:cubicBezTo>
                <a:cubicBezTo>
                  <a:pt x="248" y="8"/>
                  <a:pt x="248" y="8"/>
                  <a:pt x="248" y="8"/>
                </a:cubicBezTo>
                <a:cubicBezTo>
                  <a:pt x="248" y="140"/>
                  <a:pt x="248" y="140"/>
                  <a:pt x="248" y="140"/>
                </a:cubicBezTo>
                <a:cubicBezTo>
                  <a:pt x="108" y="140"/>
                  <a:pt x="108" y="140"/>
                  <a:pt x="108" y="140"/>
                </a:cubicBezTo>
                <a:cubicBezTo>
                  <a:pt x="106" y="140"/>
                  <a:pt x="104" y="142"/>
                  <a:pt x="104" y="144"/>
                </a:cubicBezTo>
                <a:cubicBezTo>
                  <a:pt x="104" y="146"/>
                  <a:pt x="106" y="148"/>
                  <a:pt x="108" y="148"/>
                </a:cubicBezTo>
                <a:cubicBezTo>
                  <a:pt x="252" y="148"/>
                  <a:pt x="252" y="148"/>
                  <a:pt x="252" y="148"/>
                </a:cubicBezTo>
                <a:cubicBezTo>
                  <a:pt x="254" y="148"/>
                  <a:pt x="256" y="146"/>
                  <a:pt x="256" y="144"/>
                </a:cubicBezTo>
                <a:cubicBezTo>
                  <a:pt x="256" y="4"/>
                  <a:pt x="256" y="4"/>
                  <a:pt x="256" y="4"/>
                </a:cubicBezTo>
                <a:cubicBezTo>
                  <a:pt x="256" y="2"/>
                  <a:pt x="254" y="0"/>
                  <a:pt x="252" y="0"/>
                </a:cubicBezTo>
                <a:close/>
                <a:moveTo>
                  <a:pt x="52" y="192"/>
                </a:moveTo>
                <a:cubicBezTo>
                  <a:pt x="50" y="192"/>
                  <a:pt x="48" y="194"/>
                  <a:pt x="48" y="196"/>
                </a:cubicBezTo>
                <a:cubicBezTo>
                  <a:pt x="48" y="220"/>
                  <a:pt x="48" y="220"/>
                  <a:pt x="48" y="220"/>
                </a:cubicBezTo>
                <a:cubicBezTo>
                  <a:pt x="48" y="222"/>
                  <a:pt x="50" y="224"/>
                  <a:pt x="52" y="224"/>
                </a:cubicBezTo>
                <a:cubicBezTo>
                  <a:pt x="54" y="224"/>
                  <a:pt x="56" y="222"/>
                  <a:pt x="56" y="220"/>
                </a:cubicBezTo>
                <a:cubicBezTo>
                  <a:pt x="56" y="196"/>
                  <a:pt x="56" y="196"/>
                  <a:pt x="56" y="196"/>
                </a:cubicBezTo>
                <a:cubicBezTo>
                  <a:pt x="56" y="194"/>
                  <a:pt x="54" y="192"/>
                  <a:pt x="52" y="192"/>
                </a:cubicBezTo>
                <a:close/>
                <a:moveTo>
                  <a:pt x="29" y="40"/>
                </a:moveTo>
                <a:cubicBezTo>
                  <a:pt x="29" y="48"/>
                  <a:pt x="30" y="53"/>
                  <a:pt x="40" y="59"/>
                </a:cubicBezTo>
                <a:cubicBezTo>
                  <a:pt x="40" y="60"/>
                  <a:pt x="41" y="60"/>
                  <a:pt x="42" y="60"/>
                </a:cubicBezTo>
                <a:cubicBezTo>
                  <a:pt x="43" y="60"/>
                  <a:pt x="44" y="59"/>
                  <a:pt x="45" y="58"/>
                </a:cubicBezTo>
                <a:cubicBezTo>
                  <a:pt x="46" y="56"/>
                  <a:pt x="46" y="54"/>
                  <a:pt x="44" y="53"/>
                </a:cubicBezTo>
                <a:cubicBezTo>
                  <a:pt x="37" y="48"/>
                  <a:pt x="37" y="46"/>
                  <a:pt x="37" y="39"/>
                </a:cubicBezTo>
                <a:cubicBezTo>
                  <a:pt x="36" y="38"/>
                  <a:pt x="36" y="37"/>
                  <a:pt x="36" y="36"/>
                </a:cubicBezTo>
                <a:cubicBezTo>
                  <a:pt x="36" y="32"/>
                  <a:pt x="35" y="27"/>
                  <a:pt x="37" y="24"/>
                </a:cubicBezTo>
                <a:cubicBezTo>
                  <a:pt x="39" y="21"/>
                  <a:pt x="42" y="18"/>
                  <a:pt x="46" y="17"/>
                </a:cubicBezTo>
                <a:cubicBezTo>
                  <a:pt x="50" y="16"/>
                  <a:pt x="54" y="16"/>
                  <a:pt x="58" y="17"/>
                </a:cubicBezTo>
                <a:cubicBezTo>
                  <a:pt x="62" y="18"/>
                  <a:pt x="65" y="21"/>
                  <a:pt x="67" y="24"/>
                </a:cubicBezTo>
                <a:cubicBezTo>
                  <a:pt x="69" y="27"/>
                  <a:pt x="68" y="32"/>
                  <a:pt x="68" y="36"/>
                </a:cubicBezTo>
                <a:cubicBezTo>
                  <a:pt x="68" y="37"/>
                  <a:pt x="68" y="38"/>
                  <a:pt x="67" y="39"/>
                </a:cubicBezTo>
                <a:cubicBezTo>
                  <a:pt x="67" y="46"/>
                  <a:pt x="67" y="48"/>
                  <a:pt x="60" y="53"/>
                </a:cubicBezTo>
                <a:cubicBezTo>
                  <a:pt x="58" y="54"/>
                  <a:pt x="58" y="56"/>
                  <a:pt x="59" y="58"/>
                </a:cubicBezTo>
                <a:cubicBezTo>
                  <a:pt x="60" y="60"/>
                  <a:pt x="63" y="61"/>
                  <a:pt x="64" y="59"/>
                </a:cubicBezTo>
                <a:cubicBezTo>
                  <a:pt x="74" y="53"/>
                  <a:pt x="75" y="48"/>
                  <a:pt x="75" y="40"/>
                </a:cubicBezTo>
                <a:cubicBezTo>
                  <a:pt x="76" y="39"/>
                  <a:pt x="76" y="38"/>
                  <a:pt x="76" y="37"/>
                </a:cubicBezTo>
                <a:cubicBezTo>
                  <a:pt x="76" y="32"/>
                  <a:pt x="77" y="25"/>
                  <a:pt x="74" y="20"/>
                </a:cubicBezTo>
                <a:cubicBezTo>
                  <a:pt x="71" y="15"/>
                  <a:pt x="67" y="11"/>
                  <a:pt x="61" y="9"/>
                </a:cubicBezTo>
                <a:cubicBezTo>
                  <a:pt x="55" y="8"/>
                  <a:pt x="49" y="8"/>
                  <a:pt x="43" y="9"/>
                </a:cubicBezTo>
                <a:cubicBezTo>
                  <a:pt x="37" y="11"/>
                  <a:pt x="33" y="15"/>
                  <a:pt x="30" y="20"/>
                </a:cubicBezTo>
                <a:cubicBezTo>
                  <a:pt x="27" y="25"/>
                  <a:pt x="28" y="32"/>
                  <a:pt x="28" y="37"/>
                </a:cubicBezTo>
                <a:cubicBezTo>
                  <a:pt x="28" y="38"/>
                  <a:pt x="28" y="39"/>
                  <a:pt x="29" y="40"/>
                </a:cubicBezTo>
                <a:close/>
                <a:moveTo>
                  <a:pt x="172" y="68"/>
                </a:moveTo>
                <a:cubicBezTo>
                  <a:pt x="172" y="68"/>
                  <a:pt x="173" y="68"/>
                  <a:pt x="173" y="68"/>
                </a:cubicBezTo>
                <a:cubicBezTo>
                  <a:pt x="217" y="56"/>
                  <a:pt x="217" y="56"/>
                  <a:pt x="217" y="56"/>
                </a:cubicBezTo>
                <a:cubicBezTo>
                  <a:pt x="219" y="55"/>
                  <a:pt x="220" y="53"/>
                  <a:pt x="220" y="51"/>
                </a:cubicBezTo>
                <a:cubicBezTo>
                  <a:pt x="219" y="49"/>
                  <a:pt x="217" y="48"/>
                  <a:pt x="215" y="48"/>
                </a:cubicBezTo>
                <a:cubicBezTo>
                  <a:pt x="171" y="60"/>
                  <a:pt x="171" y="60"/>
                  <a:pt x="171" y="60"/>
                </a:cubicBezTo>
                <a:cubicBezTo>
                  <a:pt x="169" y="61"/>
                  <a:pt x="168" y="63"/>
                  <a:pt x="168" y="65"/>
                </a:cubicBezTo>
                <a:cubicBezTo>
                  <a:pt x="169" y="67"/>
                  <a:pt x="170" y="68"/>
                  <a:pt x="172" y="68"/>
                </a:cubicBezTo>
                <a:close/>
                <a:moveTo>
                  <a:pt x="151" y="74"/>
                </a:moveTo>
                <a:cubicBezTo>
                  <a:pt x="87" y="92"/>
                  <a:pt x="87" y="92"/>
                  <a:pt x="87" y="92"/>
                </a:cubicBezTo>
                <a:cubicBezTo>
                  <a:pt x="85" y="93"/>
                  <a:pt x="84" y="94"/>
                  <a:pt x="84" y="96"/>
                </a:cubicBezTo>
                <a:cubicBezTo>
                  <a:pt x="80" y="144"/>
                  <a:pt x="80" y="144"/>
                  <a:pt x="80" y="144"/>
                </a:cubicBezTo>
                <a:cubicBezTo>
                  <a:pt x="80" y="220"/>
                  <a:pt x="80" y="220"/>
                  <a:pt x="80" y="220"/>
                </a:cubicBezTo>
                <a:cubicBezTo>
                  <a:pt x="80" y="222"/>
                  <a:pt x="82" y="224"/>
                  <a:pt x="84" y="224"/>
                </a:cubicBezTo>
                <a:cubicBezTo>
                  <a:pt x="86" y="224"/>
                  <a:pt x="88" y="222"/>
                  <a:pt x="88" y="220"/>
                </a:cubicBezTo>
                <a:cubicBezTo>
                  <a:pt x="88" y="144"/>
                  <a:pt x="88" y="144"/>
                  <a:pt x="88" y="144"/>
                </a:cubicBezTo>
                <a:cubicBezTo>
                  <a:pt x="92" y="99"/>
                  <a:pt x="92" y="99"/>
                  <a:pt x="92" y="99"/>
                </a:cubicBezTo>
                <a:cubicBezTo>
                  <a:pt x="154" y="82"/>
                  <a:pt x="154" y="82"/>
                  <a:pt x="154" y="82"/>
                </a:cubicBezTo>
                <a:cubicBezTo>
                  <a:pt x="160" y="80"/>
                  <a:pt x="164" y="74"/>
                  <a:pt x="162" y="67"/>
                </a:cubicBezTo>
                <a:cubicBezTo>
                  <a:pt x="162" y="66"/>
                  <a:pt x="162" y="66"/>
                  <a:pt x="162" y="66"/>
                </a:cubicBezTo>
                <a:cubicBezTo>
                  <a:pt x="160" y="60"/>
                  <a:pt x="154" y="56"/>
                  <a:pt x="148" y="57"/>
                </a:cubicBezTo>
                <a:cubicBezTo>
                  <a:pt x="71" y="68"/>
                  <a:pt x="71" y="68"/>
                  <a:pt x="71" y="68"/>
                </a:cubicBezTo>
                <a:cubicBezTo>
                  <a:pt x="71" y="68"/>
                  <a:pt x="71" y="68"/>
                  <a:pt x="70" y="68"/>
                </a:cubicBezTo>
                <a:cubicBezTo>
                  <a:pt x="70" y="68"/>
                  <a:pt x="63" y="72"/>
                  <a:pt x="52" y="72"/>
                </a:cubicBezTo>
                <a:cubicBezTo>
                  <a:pt x="41" y="72"/>
                  <a:pt x="34" y="68"/>
                  <a:pt x="34" y="68"/>
                </a:cubicBezTo>
                <a:cubicBezTo>
                  <a:pt x="33" y="68"/>
                  <a:pt x="32" y="68"/>
                  <a:pt x="31" y="68"/>
                </a:cubicBezTo>
                <a:cubicBezTo>
                  <a:pt x="10" y="76"/>
                  <a:pt x="10" y="76"/>
                  <a:pt x="10" y="76"/>
                </a:cubicBezTo>
                <a:cubicBezTo>
                  <a:pt x="4" y="79"/>
                  <a:pt x="0" y="82"/>
                  <a:pt x="0" y="96"/>
                </a:cubicBezTo>
                <a:cubicBezTo>
                  <a:pt x="0" y="164"/>
                  <a:pt x="0" y="164"/>
                  <a:pt x="0" y="164"/>
                </a:cubicBezTo>
                <a:cubicBezTo>
                  <a:pt x="0" y="173"/>
                  <a:pt x="7" y="180"/>
                  <a:pt x="16" y="180"/>
                </a:cubicBezTo>
                <a:cubicBezTo>
                  <a:pt x="16" y="180"/>
                  <a:pt x="16" y="180"/>
                  <a:pt x="16" y="180"/>
                </a:cubicBezTo>
                <a:cubicBezTo>
                  <a:pt x="16" y="220"/>
                  <a:pt x="16" y="220"/>
                  <a:pt x="16" y="220"/>
                </a:cubicBezTo>
                <a:cubicBezTo>
                  <a:pt x="16" y="222"/>
                  <a:pt x="18" y="224"/>
                  <a:pt x="20" y="224"/>
                </a:cubicBezTo>
                <a:cubicBezTo>
                  <a:pt x="22" y="224"/>
                  <a:pt x="24" y="222"/>
                  <a:pt x="24" y="220"/>
                </a:cubicBezTo>
                <a:cubicBezTo>
                  <a:pt x="24" y="168"/>
                  <a:pt x="24" y="168"/>
                  <a:pt x="24" y="168"/>
                </a:cubicBezTo>
                <a:cubicBezTo>
                  <a:pt x="24" y="166"/>
                  <a:pt x="22" y="164"/>
                  <a:pt x="20" y="164"/>
                </a:cubicBezTo>
                <a:cubicBezTo>
                  <a:pt x="18" y="164"/>
                  <a:pt x="16" y="166"/>
                  <a:pt x="16" y="168"/>
                </a:cubicBezTo>
                <a:cubicBezTo>
                  <a:pt x="16" y="172"/>
                  <a:pt x="16" y="172"/>
                  <a:pt x="16" y="172"/>
                </a:cubicBezTo>
                <a:cubicBezTo>
                  <a:pt x="16" y="172"/>
                  <a:pt x="16" y="172"/>
                  <a:pt x="16" y="172"/>
                </a:cubicBezTo>
                <a:cubicBezTo>
                  <a:pt x="12" y="172"/>
                  <a:pt x="8" y="168"/>
                  <a:pt x="8" y="164"/>
                </a:cubicBezTo>
                <a:cubicBezTo>
                  <a:pt x="8" y="96"/>
                  <a:pt x="8" y="96"/>
                  <a:pt x="8" y="96"/>
                </a:cubicBezTo>
                <a:cubicBezTo>
                  <a:pt x="8" y="86"/>
                  <a:pt x="10" y="86"/>
                  <a:pt x="13" y="84"/>
                </a:cubicBezTo>
                <a:cubicBezTo>
                  <a:pt x="32" y="76"/>
                  <a:pt x="32" y="76"/>
                  <a:pt x="32" y="76"/>
                </a:cubicBezTo>
                <a:cubicBezTo>
                  <a:pt x="33" y="77"/>
                  <a:pt x="36" y="78"/>
                  <a:pt x="38" y="78"/>
                </a:cubicBezTo>
                <a:cubicBezTo>
                  <a:pt x="37" y="84"/>
                  <a:pt x="38" y="92"/>
                  <a:pt x="40" y="96"/>
                </a:cubicBezTo>
                <a:cubicBezTo>
                  <a:pt x="39" y="100"/>
                  <a:pt x="36" y="110"/>
                  <a:pt x="36" y="116"/>
                </a:cubicBezTo>
                <a:cubicBezTo>
                  <a:pt x="36" y="140"/>
                  <a:pt x="36" y="140"/>
                  <a:pt x="36" y="140"/>
                </a:cubicBezTo>
                <a:cubicBezTo>
                  <a:pt x="36" y="141"/>
                  <a:pt x="36" y="142"/>
                  <a:pt x="37" y="143"/>
                </a:cubicBezTo>
                <a:cubicBezTo>
                  <a:pt x="49" y="155"/>
                  <a:pt x="49" y="155"/>
                  <a:pt x="49" y="155"/>
                </a:cubicBezTo>
                <a:cubicBezTo>
                  <a:pt x="50" y="156"/>
                  <a:pt x="51" y="156"/>
                  <a:pt x="52" y="156"/>
                </a:cubicBezTo>
                <a:cubicBezTo>
                  <a:pt x="53" y="156"/>
                  <a:pt x="54" y="156"/>
                  <a:pt x="55" y="155"/>
                </a:cubicBezTo>
                <a:cubicBezTo>
                  <a:pt x="67" y="143"/>
                  <a:pt x="67" y="143"/>
                  <a:pt x="67" y="143"/>
                </a:cubicBezTo>
                <a:cubicBezTo>
                  <a:pt x="68" y="142"/>
                  <a:pt x="68" y="141"/>
                  <a:pt x="68" y="140"/>
                </a:cubicBezTo>
                <a:cubicBezTo>
                  <a:pt x="68" y="116"/>
                  <a:pt x="68" y="116"/>
                  <a:pt x="68" y="116"/>
                </a:cubicBezTo>
                <a:cubicBezTo>
                  <a:pt x="68" y="110"/>
                  <a:pt x="65" y="100"/>
                  <a:pt x="64" y="96"/>
                </a:cubicBezTo>
                <a:cubicBezTo>
                  <a:pt x="66" y="92"/>
                  <a:pt x="67" y="84"/>
                  <a:pt x="66" y="78"/>
                </a:cubicBezTo>
                <a:cubicBezTo>
                  <a:pt x="69" y="77"/>
                  <a:pt x="72" y="76"/>
                  <a:pt x="73" y="76"/>
                </a:cubicBezTo>
                <a:cubicBezTo>
                  <a:pt x="149" y="65"/>
                  <a:pt x="149" y="65"/>
                  <a:pt x="149" y="65"/>
                </a:cubicBezTo>
                <a:cubicBezTo>
                  <a:pt x="151" y="65"/>
                  <a:pt x="153" y="66"/>
                  <a:pt x="154" y="68"/>
                </a:cubicBezTo>
                <a:cubicBezTo>
                  <a:pt x="154" y="69"/>
                  <a:pt x="154" y="69"/>
                  <a:pt x="154" y="69"/>
                </a:cubicBezTo>
                <a:cubicBezTo>
                  <a:pt x="155" y="72"/>
                  <a:pt x="154" y="74"/>
                  <a:pt x="151" y="74"/>
                </a:cubicBezTo>
                <a:close/>
                <a:moveTo>
                  <a:pt x="52" y="146"/>
                </a:moveTo>
                <a:cubicBezTo>
                  <a:pt x="44" y="138"/>
                  <a:pt x="44" y="138"/>
                  <a:pt x="44" y="138"/>
                </a:cubicBezTo>
                <a:cubicBezTo>
                  <a:pt x="44" y="116"/>
                  <a:pt x="44" y="116"/>
                  <a:pt x="44" y="116"/>
                </a:cubicBezTo>
                <a:cubicBezTo>
                  <a:pt x="44" y="111"/>
                  <a:pt x="47" y="101"/>
                  <a:pt x="48" y="97"/>
                </a:cubicBezTo>
                <a:cubicBezTo>
                  <a:pt x="48" y="96"/>
                  <a:pt x="48" y="95"/>
                  <a:pt x="48" y="94"/>
                </a:cubicBezTo>
                <a:cubicBezTo>
                  <a:pt x="46" y="91"/>
                  <a:pt x="45" y="83"/>
                  <a:pt x="46" y="80"/>
                </a:cubicBezTo>
                <a:cubicBezTo>
                  <a:pt x="48" y="80"/>
                  <a:pt x="50" y="80"/>
                  <a:pt x="52" y="80"/>
                </a:cubicBezTo>
                <a:cubicBezTo>
                  <a:pt x="54" y="80"/>
                  <a:pt x="56" y="80"/>
                  <a:pt x="58" y="80"/>
                </a:cubicBezTo>
                <a:cubicBezTo>
                  <a:pt x="59" y="83"/>
                  <a:pt x="58" y="91"/>
                  <a:pt x="56" y="94"/>
                </a:cubicBezTo>
                <a:cubicBezTo>
                  <a:pt x="56" y="95"/>
                  <a:pt x="56" y="96"/>
                  <a:pt x="56" y="97"/>
                </a:cubicBezTo>
                <a:cubicBezTo>
                  <a:pt x="57" y="101"/>
                  <a:pt x="60" y="111"/>
                  <a:pt x="60" y="116"/>
                </a:cubicBezTo>
                <a:cubicBezTo>
                  <a:pt x="60" y="138"/>
                  <a:pt x="60" y="138"/>
                  <a:pt x="60" y="138"/>
                </a:cubicBezTo>
                <a:lnTo>
                  <a:pt x="52" y="14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65" name="Freeform 220">
            <a:extLst>
              <a:ext uri="{FF2B5EF4-FFF2-40B4-BE49-F238E27FC236}">
                <a16:creationId xmlns:a16="http://schemas.microsoft.com/office/drawing/2014/main" id="{5F88C322-06C5-493A-8A6F-D75E4489CA3A}"/>
              </a:ext>
            </a:extLst>
          </p:cNvPr>
          <p:cNvSpPr>
            <a:spLocks noChangeAspect="1" noEditPoints="1"/>
          </p:cNvSpPr>
          <p:nvPr/>
        </p:nvSpPr>
        <p:spPr bwMode="auto">
          <a:xfrm>
            <a:off x="1541528" y="4352925"/>
            <a:ext cx="398462" cy="400050"/>
          </a:xfrm>
          <a:custGeom>
            <a:avLst/>
            <a:gdLst>
              <a:gd name="T0" fmla="*/ 222 w 256"/>
              <a:gd name="T1" fmla="*/ 158 h 256"/>
              <a:gd name="T2" fmla="*/ 196 w 256"/>
              <a:gd name="T3" fmla="*/ 151 h 256"/>
              <a:gd name="T4" fmla="*/ 168 w 256"/>
              <a:gd name="T5" fmla="*/ 122 h 256"/>
              <a:gd name="T6" fmla="*/ 148 w 256"/>
              <a:gd name="T7" fmla="*/ 171 h 256"/>
              <a:gd name="T8" fmla="*/ 158 w 256"/>
              <a:gd name="T9" fmla="*/ 233 h 256"/>
              <a:gd name="T10" fmla="*/ 176 w 256"/>
              <a:gd name="T11" fmla="*/ 256 h 256"/>
              <a:gd name="T12" fmla="*/ 179 w 256"/>
              <a:gd name="T13" fmla="*/ 246 h 256"/>
              <a:gd name="T14" fmla="*/ 156 w 256"/>
              <a:gd name="T15" fmla="*/ 198 h 256"/>
              <a:gd name="T16" fmla="*/ 168 w 256"/>
              <a:gd name="T17" fmla="*/ 176 h 256"/>
              <a:gd name="T18" fmla="*/ 176 w 256"/>
              <a:gd name="T19" fmla="*/ 196 h 256"/>
              <a:gd name="T20" fmla="*/ 188 w 256"/>
              <a:gd name="T21" fmla="*/ 122 h 256"/>
              <a:gd name="T22" fmla="*/ 196 w 256"/>
              <a:gd name="T23" fmla="*/ 172 h 256"/>
              <a:gd name="T24" fmla="*/ 208 w 256"/>
              <a:gd name="T25" fmla="*/ 164 h 256"/>
              <a:gd name="T26" fmla="*/ 216 w 256"/>
              <a:gd name="T27" fmla="*/ 176 h 256"/>
              <a:gd name="T28" fmla="*/ 228 w 256"/>
              <a:gd name="T29" fmla="*/ 171 h 256"/>
              <a:gd name="T30" fmla="*/ 236 w 256"/>
              <a:gd name="T31" fmla="*/ 184 h 256"/>
              <a:gd name="T32" fmla="*/ 248 w 256"/>
              <a:gd name="T33" fmla="*/ 179 h 256"/>
              <a:gd name="T34" fmla="*/ 238 w 256"/>
              <a:gd name="T35" fmla="*/ 239 h 256"/>
              <a:gd name="T36" fmla="*/ 232 w 256"/>
              <a:gd name="T37" fmla="*/ 252 h 256"/>
              <a:gd name="T38" fmla="*/ 240 w 256"/>
              <a:gd name="T39" fmla="*/ 250 h 256"/>
              <a:gd name="T40" fmla="*/ 256 w 256"/>
              <a:gd name="T41" fmla="*/ 198 h 256"/>
              <a:gd name="T42" fmla="*/ 204 w 256"/>
              <a:gd name="T43" fmla="*/ 104 h 256"/>
              <a:gd name="T44" fmla="*/ 204 w 256"/>
              <a:gd name="T45" fmla="*/ 24 h 256"/>
              <a:gd name="T46" fmla="*/ 24 w 256"/>
              <a:gd name="T47" fmla="*/ 140 h 256"/>
              <a:gd name="T48" fmla="*/ 152 w 256"/>
              <a:gd name="T49" fmla="*/ 140 h 256"/>
              <a:gd name="T50" fmla="*/ 32 w 256"/>
              <a:gd name="T51" fmla="*/ 32 h 256"/>
              <a:gd name="T52" fmla="*/ 204 w 256"/>
              <a:gd name="T53" fmla="*/ 104 h 256"/>
              <a:gd name="T54" fmla="*/ 0 w 256"/>
              <a:gd name="T55" fmla="*/ 20 h 256"/>
              <a:gd name="T56" fmla="*/ 128 w 256"/>
              <a:gd name="T57" fmla="*/ 168 h 256"/>
              <a:gd name="T58" fmla="*/ 20 w 256"/>
              <a:gd name="T59" fmla="*/ 160 h 256"/>
              <a:gd name="T60" fmla="*/ 20 w 256"/>
              <a:gd name="T61" fmla="*/ 8 h 256"/>
              <a:gd name="T62" fmla="*/ 248 w 256"/>
              <a:gd name="T63" fmla="*/ 144 h 256"/>
              <a:gd name="T64" fmla="*/ 256 w 256"/>
              <a:gd name="T65" fmla="*/ 20 h 256"/>
              <a:gd name="T66" fmla="*/ 140 w 256"/>
              <a:gd name="T67" fmla="*/ 64 h 256"/>
              <a:gd name="T68" fmla="*/ 172 w 256"/>
              <a:gd name="T69" fmla="*/ 92 h 256"/>
              <a:gd name="T70" fmla="*/ 164 w 256"/>
              <a:gd name="T71" fmla="*/ 64 h 256"/>
              <a:gd name="T72" fmla="*/ 148 w 256"/>
              <a:gd name="T73" fmla="*/ 92 h 256"/>
              <a:gd name="T74" fmla="*/ 100 w 256"/>
              <a:gd name="T75" fmla="*/ 60 h 256"/>
              <a:gd name="T76" fmla="*/ 100 w 256"/>
              <a:gd name="T77" fmla="*/ 108 h 256"/>
              <a:gd name="T78" fmla="*/ 128 w 256"/>
              <a:gd name="T79" fmla="*/ 80 h 256"/>
              <a:gd name="T80" fmla="*/ 120 w 256"/>
              <a:gd name="T81" fmla="*/ 80 h 256"/>
              <a:gd name="T82" fmla="*/ 104 w 256"/>
              <a:gd name="T83" fmla="*/ 100 h 256"/>
              <a:gd name="T84" fmla="*/ 120 w 256"/>
              <a:gd name="T85" fmla="*/ 80 h 256"/>
              <a:gd name="T86" fmla="*/ 80 w 256"/>
              <a:gd name="T87" fmla="*/ 60 h 256"/>
              <a:gd name="T88" fmla="*/ 56 w 256"/>
              <a:gd name="T89" fmla="*/ 104 h 256"/>
              <a:gd name="T90" fmla="*/ 84 w 256"/>
              <a:gd name="T91" fmla="*/ 104 h 256"/>
              <a:gd name="T92" fmla="*/ 64 w 256"/>
              <a:gd name="T93" fmla="*/ 88 h 256"/>
              <a:gd name="T94" fmla="*/ 72 w 256"/>
              <a:gd name="T95" fmla="*/ 80 h 256"/>
              <a:gd name="T96" fmla="*/ 80 w 256"/>
              <a:gd name="T97" fmla="*/ 68 h 256"/>
              <a:gd name="T98" fmla="*/ 228 w 256"/>
              <a:gd name="T99" fmla="*/ 72 h 256"/>
              <a:gd name="T100" fmla="*/ 228 w 256"/>
              <a:gd name="T101" fmla="*/ 1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6" h="256">
                <a:moveTo>
                  <a:pt x="242" y="166"/>
                </a:moveTo>
                <a:cubicBezTo>
                  <a:pt x="240" y="166"/>
                  <a:pt x="237" y="166"/>
                  <a:pt x="235" y="167"/>
                </a:cubicBezTo>
                <a:cubicBezTo>
                  <a:pt x="233" y="162"/>
                  <a:pt x="228" y="158"/>
                  <a:pt x="222" y="158"/>
                </a:cubicBezTo>
                <a:cubicBezTo>
                  <a:pt x="220" y="158"/>
                  <a:pt x="217" y="158"/>
                  <a:pt x="215" y="160"/>
                </a:cubicBezTo>
                <a:cubicBezTo>
                  <a:pt x="213" y="154"/>
                  <a:pt x="208" y="150"/>
                  <a:pt x="202" y="150"/>
                </a:cubicBezTo>
                <a:cubicBezTo>
                  <a:pt x="200" y="150"/>
                  <a:pt x="198" y="151"/>
                  <a:pt x="196" y="151"/>
                </a:cubicBezTo>
                <a:cubicBezTo>
                  <a:pt x="196" y="122"/>
                  <a:pt x="196" y="122"/>
                  <a:pt x="196" y="122"/>
                </a:cubicBezTo>
                <a:cubicBezTo>
                  <a:pt x="196" y="114"/>
                  <a:pt x="190" y="108"/>
                  <a:pt x="182" y="108"/>
                </a:cubicBezTo>
                <a:cubicBezTo>
                  <a:pt x="174" y="108"/>
                  <a:pt x="168" y="114"/>
                  <a:pt x="168" y="122"/>
                </a:cubicBezTo>
                <a:cubicBezTo>
                  <a:pt x="168" y="162"/>
                  <a:pt x="168" y="162"/>
                  <a:pt x="168" y="162"/>
                </a:cubicBezTo>
                <a:cubicBezTo>
                  <a:pt x="165" y="160"/>
                  <a:pt x="161" y="158"/>
                  <a:pt x="158" y="158"/>
                </a:cubicBezTo>
                <a:cubicBezTo>
                  <a:pt x="148" y="158"/>
                  <a:pt x="148" y="168"/>
                  <a:pt x="148" y="171"/>
                </a:cubicBezTo>
                <a:cubicBezTo>
                  <a:pt x="148" y="198"/>
                  <a:pt x="148" y="198"/>
                  <a:pt x="148" y="198"/>
                </a:cubicBezTo>
                <a:cubicBezTo>
                  <a:pt x="148" y="209"/>
                  <a:pt x="151" y="220"/>
                  <a:pt x="156" y="230"/>
                </a:cubicBezTo>
                <a:cubicBezTo>
                  <a:pt x="156" y="231"/>
                  <a:pt x="157" y="232"/>
                  <a:pt x="158" y="233"/>
                </a:cubicBezTo>
                <a:cubicBezTo>
                  <a:pt x="172" y="250"/>
                  <a:pt x="172" y="250"/>
                  <a:pt x="172" y="250"/>
                </a:cubicBezTo>
                <a:cubicBezTo>
                  <a:pt x="172" y="252"/>
                  <a:pt x="172" y="252"/>
                  <a:pt x="172" y="252"/>
                </a:cubicBezTo>
                <a:cubicBezTo>
                  <a:pt x="172" y="254"/>
                  <a:pt x="174" y="256"/>
                  <a:pt x="176" y="256"/>
                </a:cubicBezTo>
                <a:cubicBezTo>
                  <a:pt x="178" y="256"/>
                  <a:pt x="180" y="254"/>
                  <a:pt x="180" y="252"/>
                </a:cubicBezTo>
                <a:cubicBezTo>
                  <a:pt x="180" y="248"/>
                  <a:pt x="180" y="248"/>
                  <a:pt x="180" y="248"/>
                </a:cubicBezTo>
                <a:cubicBezTo>
                  <a:pt x="180" y="247"/>
                  <a:pt x="180" y="246"/>
                  <a:pt x="179" y="246"/>
                </a:cubicBezTo>
                <a:cubicBezTo>
                  <a:pt x="164" y="228"/>
                  <a:pt x="164" y="228"/>
                  <a:pt x="164" y="228"/>
                </a:cubicBezTo>
                <a:cubicBezTo>
                  <a:pt x="164" y="227"/>
                  <a:pt x="163" y="226"/>
                  <a:pt x="163" y="226"/>
                </a:cubicBezTo>
                <a:cubicBezTo>
                  <a:pt x="158" y="218"/>
                  <a:pt x="156" y="208"/>
                  <a:pt x="156" y="198"/>
                </a:cubicBezTo>
                <a:cubicBezTo>
                  <a:pt x="156" y="171"/>
                  <a:pt x="156" y="171"/>
                  <a:pt x="156" y="171"/>
                </a:cubicBezTo>
                <a:cubicBezTo>
                  <a:pt x="156" y="166"/>
                  <a:pt x="157" y="166"/>
                  <a:pt x="158" y="166"/>
                </a:cubicBezTo>
                <a:cubicBezTo>
                  <a:pt x="161" y="166"/>
                  <a:pt x="168" y="173"/>
                  <a:pt x="168" y="176"/>
                </a:cubicBezTo>
                <a:cubicBezTo>
                  <a:pt x="168" y="196"/>
                  <a:pt x="168" y="196"/>
                  <a:pt x="168" y="196"/>
                </a:cubicBezTo>
                <a:cubicBezTo>
                  <a:pt x="168" y="198"/>
                  <a:pt x="170" y="200"/>
                  <a:pt x="172" y="200"/>
                </a:cubicBezTo>
                <a:cubicBezTo>
                  <a:pt x="174" y="200"/>
                  <a:pt x="176" y="198"/>
                  <a:pt x="176" y="196"/>
                </a:cubicBezTo>
                <a:cubicBezTo>
                  <a:pt x="176" y="122"/>
                  <a:pt x="176" y="122"/>
                  <a:pt x="176" y="122"/>
                </a:cubicBezTo>
                <a:cubicBezTo>
                  <a:pt x="176" y="119"/>
                  <a:pt x="179" y="116"/>
                  <a:pt x="182" y="116"/>
                </a:cubicBezTo>
                <a:cubicBezTo>
                  <a:pt x="185" y="116"/>
                  <a:pt x="188" y="119"/>
                  <a:pt x="188" y="122"/>
                </a:cubicBezTo>
                <a:cubicBezTo>
                  <a:pt x="188" y="172"/>
                  <a:pt x="188" y="172"/>
                  <a:pt x="188" y="172"/>
                </a:cubicBezTo>
                <a:cubicBezTo>
                  <a:pt x="188" y="174"/>
                  <a:pt x="190" y="176"/>
                  <a:pt x="192" y="176"/>
                </a:cubicBezTo>
                <a:cubicBezTo>
                  <a:pt x="194" y="176"/>
                  <a:pt x="196" y="174"/>
                  <a:pt x="196" y="172"/>
                </a:cubicBezTo>
                <a:cubicBezTo>
                  <a:pt x="196" y="164"/>
                  <a:pt x="196" y="164"/>
                  <a:pt x="196" y="164"/>
                </a:cubicBezTo>
                <a:cubicBezTo>
                  <a:pt x="196" y="161"/>
                  <a:pt x="199" y="158"/>
                  <a:pt x="202" y="158"/>
                </a:cubicBezTo>
                <a:cubicBezTo>
                  <a:pt x="205" y="158"/>
                  <a:pt x="208" y="161"/>
                  <a:pt x="208" y="164"/>
                </a:cubicBezTo>
                <a:cubicBezTo>
                  <a:pt x="208" y="176"/>
                  <a:pt x="208" y="176"/>
                  <a:pt x="208" y="176"/>
                </a:cubicBezTo>
                <a:cubicBezTo>
                  <a:pt x="208" y="178"/>
                  <a:pt x="210" y="180"/>
                  <a:pt x="212" y="180"/>
                </a:cubicBezTo>
                <a:cubicBezTo>
                  <a:pt x="214" y="180"/>
                  <a:pt x="216" y="178"/>
                  <a:pt x="216" y="176"/>
                </a:cubicBezTo>
                <a:cubicBezTo>
                  <a:pt x="216" y="171"/>
                  <a:pt x="216" y="171"/>
                  <a:pt x="216" y="171"/>
                </a:cubicBezTo>
                <a:cubicBezTo>
                  <a:pt x="216" y="168"/>
                  <a:pt x="219" y="166"/>
                  <a:pt x="222" y="166"/>
                </a:cubicBezTo>
                <a:cubicBezTo>
                  <a:pt x="225" y="166"/>
                  <a:pt x="228" y="168"/>
                  <a:pt x="228" y="171"/>
                </a:cubicBezTo>
                <a:cubicBezTo>
                  <a:pt x="228" y="184"/>
                  <a:pt x="228" y="184"/>
                  <a:pt x="228" y="184"/>
                </a:cubicBezTo>
                <a:cubicBezTo>
                  <a:pt x="228" y="186"/>
                  <a:pt x="230" y="188"/>
                  <a:pt x="232" y="188"/>
                </a:cubicBezTo>
                <a:cubicBezTo>
                  <a:pt x="234" y="188"/>
                  <a:pt x="236" y="186"/>
                  <a:pt x="236" y="184"/>
                </a:cubicBezTo>
                <a:cubicBezTo>
                  <a:pt x="236" y="179"/>
                  <a:pt x="236" y="179"/>
                  <a:pt x="236" y="179"/>
                </a:cubicBezTo>
                <a:cubicBezTo>
                  <a:pt x="236" y="176"/>
                  <a:pt x="239" y="174"/>
                  <a:pt x="242" y="174"/>
                </a:cubicBezTo>
                <a:cubicBezTo>
                  <a:pt x="245" y="174"/>
                  <a:pt x="248" y="176"/>
                  <a:pt x="248" y="179"/>
                </a:cubicBezTo>
                <a:cubicBezTo>
                  <a:pt x="248" y="198"/>
                  <a:pt x="248" y="198"/>
                  <a:pt x="248" y="198"/>
                </a:cubicBezTo>
                <a:cubicBezTo>
                  <a:pt x="248" y="210"/>
                  <a:pt x="245" y="223"/>
                  <a:pt x="240" y="236"/>
                </a:cubicBezTo>
                <a:cubicBezTo>
                  <a:pt x="239" y="237"/>
                  <a:pt x="239" y="238"/>
                  <a:pt x="238" y="239"/>
                </a:cubicBezTo>
                <a:cubicBezTo>
                  <a:pt x="233" y="246"/>
                  <a:pt x="233" y="246"/>
                  <a:pt x="233" y="246"/>
                </a:cubicBezTo>
                <a:cubicBezTo>
                  <a:pt x="232" y="246"/>
                  <a:pt x="232" y="247"/>
                  <a:pt x="232" y="248"/>
                </a:cubicBezTo>
                <a:cubicBezTo>
                  <a:pt x="232" y="252"/>
                  <a:pt x="232" y="252"/>
                  <a:pt x="232" y="252"/>
                </a:cubicBezTo>
                <a:cubicBezTo>
                  <a:pt x="232" y="254"/>
                  <a:pt x="234" y="256"/>
                  <a:pt x="236" y="256"/>
                </a:cubicBezTo>
                <a:cubicBezTo>
                  <a:pt x="238" y="256"/>
                  <a:pt x="240" y="254"/>
                  <a:pt x="240" y="252"/>
                </a:cubicBezTo>
                <a:cubicBezTo>
                  <a:pt x="240" y="250"/>
                  <a:pt x="240" y="250"/>
                  <a:pt x="240" y="250"/>
                </a:cubicBezTo>
                <a:cubicBezTo>
                  <a:pt x="245" y="244"/>
                  <a:pt x="245" y="244"/>
                  <a:pt x="245" y="244"/>
                </a:cubicBezTo>
                <a:cubicBezTo>
                  <a:pt x="246" y="242"/>
                  <a:pt x="247" y="241"/>
                  <a:pt x="247" y="239"/>
                </a:cubicBezTo>
                <a:cubicBezTo>
                  <a:pt x="253" y="225"/>
                  <a:pt x="256" y="212"/>
                  <a:pt x="256" y="198"/>
                </a:cubicBezTo>
                <a:cubicBezTo>
                  <a:pt x="256" y="179"/>
                  <a:pt x="256" y="179"/>
                  <a:pt x="256" y="179"/>
                </a:cubicBezTo>
                <a:cubicBezTo>
                  <a:pt x="256" y="172"/>
                  <a:pt x="250" y="166"/>
                  <a:pt x="242" y="166"/>
                </a:cubicBezTo>
                <a:close/>
                <a:moveTo>
                  <a:pt x="204" y="104"/>
                </a:moveTo>
                <a:cubicBezTo>
                  <a:pt x="206" y="104"/>
                  <a:pt x="208" y="102"/>
                  <a:pt x="208" y="100"/>
                </a:cubicBezTo>
                <a:cubicBezTo>
                  <a:pt x="208" y="28"/>
                  <a:pt x="208" y="28"/>
                  <a:pt x="208" y="28"/>
                </a:cubicBezTo>
                <a:cubicBezTo>
                  <a:pt x="208" y="26"/>
                  <a:pt x="206" y="24"/>
                  <a:pt x="204" y="24"/>
                </a:cubicBezTo>
                <a:cubicBezTo>
                  <a:pt x="28" y="24"/>
                  <a:pt x="28" y="24"/>
                  <a:pt x="28" y="24"/>
                </a:cubicBezTo>
                <a:cubicBezTo>
                  <a:pt x="26" y="24"/>
                  <a:pt x="24" y="26"/>
                  <a:pt x="24" y="28"/>
                </a:cubicBezTo>
                <a:cubicBezTo>
                  <a:pt x="24" y="140"/>
                  <a:pt x="24" y="140"/>
                  <a:pt x="24" y="140"/>
                </a:cubicBezTo>
                <a:cubicBezTo>
                  <a:pt x="24" y="142"/>
                  <a:pt x="26" y="144"/>
                  <a:pt x="28" y="144"/>
                </a:cubicBezTo>
                <a:cubicBezTo>
                  <a:pt x="148" y="144"/>
                  <a:pt x="148" y="144"/>
                  <a:pt x="148" y="144"/>
                </a:cubicBezTo>
                <a:cubicBezTo>
                  <a:pt x="150" y="144"/>
                  <a:pt x="152" y="142"/>
                  <a:pt x="152" y="140"/>
                </a:cubicBezTo>
                <a:cubicBezTo>
                  <a:pt x="152" y="138"/>
                  <a:pt x="150" y="136"/>
                  <a:pt x="148" y="136"/>
                </a:cubicBezTo>
                <a:cubicBezTo>
                  <a:pt x="32" y="136"/>
                  <a:pt x="32" y="136"/>
                  <a:pt x="32" y="136"/>
                </a:cubicBezTo>
                <a:cubicBezTo>
                  <a:pt x="32" y="32"/>
                  <a:pt x="32" y="32"/>
                  <a:pt x="32" y="32"/>
                </a:cubicBezTo>
                <a:cubicBezTo>
                  <a:pt x="200" y="32"/>
                  <a:pt x="200" y="32"/>
                  <a:pt x="200" y="32"/>
                </a:cubicBezTo>
                <a:cubicBezTo>
                  <a:pt x="200" y="100"/>
                  <a:pt x="200" y="100"/>
                  <a:pt x="200" y="100"/>
                </a:cubicBezTo>
                <a:cubicBezTo>
                  <a:pt x="200" y="102"/>
                  <a:pt x="202" y="104"/>
                  <a:pt x="204" y="104"/>
                </a:cubicBezTo>
                <a:close/>
                <a:moveTo>
                  <a:pt x="236" y="0"/>
                </a:moveTo>
                <a:cubicBezTo>
                  <a:pt x="20" y="0"/>
                  <a:pt x="20" y="0"/>
                  <a:pt x="20" y="0"/>
                </a:cubicBezTo>
                <a:cubicBezTo>
                  <a:pt x="9" y="0"/>
                  <a:pt x="0" y="9"/>
                  <a:pt x="0" y="20"/>
                </a:cubicBezTo>
                <a:cubicBezTo>
                  <a:pt x="0" y="148"/>
                  <a:pt x="0" y="148"/>
                  <a:pt x="0" y="148"/>
                </a:cubicBezTo>
                <a:cubicBezTo>
                  <a:pt x="0" y="159"/>
                  <a:pt x="9" y="168"/>
                  <a:pt x="20" y="168"/>
                </a:cubicBezTo>
                <a:cubicBezTo>
                  <a:pt x="128" y="168"/>
                  <a:pt x="128" y="168"/>
                  <a:pt x="128" y="168"/>
                </a:cubicBezTo>
                <a:cubicBezTo>
                  <a:pt x="130" y="168"/>
                  <a:pt x="132" y="166"/>
                  <a:pt x="132" y="164"/>
                </a:cubicBezTo>
                <a:cubicBezTo>
                  <a:pt x="132" y="162"/>
                  <a:pt x="130" y="160"/>
                  <a:pt x="128" y="160"/>
                </a:cubicBezTo>
                <a:cubicBezTo>
                  <a:pt x="20" y="160"/>
                  <a:pt x="20" y="160"/>
                  <a:pt x="20" y="160"/>
                </a:cubicBezTo>
                <a:cubicBezTo>
                  <a:pt x="13" y="160"/>
                  <a:pt x="8" y="155"/>
                  <a:pt x="8" y="148"/>
                </a:cubicBezTo>
                <a:cubicBezTo>
                  <a:pt x="8" y="20"/>
                  <a:pt x="8" y="20"/>
                  <a:pt x="8" y="20"/>
                </a:cubicBezTo>
                <a:cubicBezTo>
                  <a:pt x="8" y="13"/>
                  <a:pt x="13" y="8"/>
                  <a:pt x="20" y="8"/>
                </a:cubicBezTo>
                <a:cubicBezTo>
                  <a:pt x="236" y="8"/>
                  <a:pt x="236" y="8"/>
                  <a:pt x="236" y="8"/>
                </a:cubicBezTo>
                <a:cubicBezTo>
                  <a:pt x="243" y="8"/>
                  <a:pt x="248" y="13"/>
                  <a:pt x="248" y="20"/>
                </a:cubicBezTo>
                <a:cubicBezTo>
                  <a:pt x="248" y="144"/>
                  <a:pt x="248" y="144"/>
                  <a:pt x="248" y="144"/>
                </a:cubicBezTo>
                <a:cubicBezTo>
                  <a:pt x="248" y="146"/>
                  <a:pt x="250" y="148"/>
                  <a:pt x="252" y="148"/>
                </a:cubicBezTo>
                <a:cubicBezTo>
                  <a:pt x="254" y="148"/>
                  <a:pt x="256" y="146"/>
                  <a:pt x="256" y="144"/>
                </a:cubicBezTo>
                <a:cubicBezTo>
                  <a:pt x="256" y="20"/>
                  <a:pt x="256" y="20"/>
                  <a:pt x="256" y="20"/>
                </a:cubicBezTo>
                <a:cubicBezTo>
                  <a:pt x="256" y="9"/>
                  <a:pt x="247" y="0"/>
                  <a:pt x="236" y="0"/>
                </a:cubicBezTo>
                <a:close/>
                <a:moveTo>
                  <a:pt x="144" y="60"/>
                </a:moveTo>
                <a:cubicBezTo>
                  <a:pt x="142" y="60"/>
                  <a:pt x="140" y="62"/>
                  <a:pt x="140" y="64"/>
                </a:cubicBezTo>
                <a:cubicBezTo>
                  <a:pt x="140" y="92"/>
                  <a:pt x="140" y="92"/>
                  <a:pt x="140" y="92"/>
                </a:cubicBezTo>
                <a:cubicBezTo>
                  <a:pt x="140" y="101"/>
                  <a:pt x="147" y="108"/>
                  <a:pt x="156" y="108"/>
                </a:cubicBezTo>
                <a:cubicBezTo>
                  <a:pt x="165" y="108"/>
                  <a:pt x="172" y="101"/>
                  <a:pt x="172" y="92"/>
                </a:cubicBezTo>
                <a:cubicBezTo>
                  <a:pt x="172" y="64"/>
                  <a:pt x="172" y="64"/>
                  <a:pt x="172" y="64"/>
                </a:cubicBezTo>
                <a:cubicBezTo>
                  <a:pt x="172" y="62"/>
                  <a:pt x="170" y="60"/>
                  <a:pt x="168" y="60"/>
                </a:cubicBezTo>
                <a:cubicBezTo>
                  <a:pt x="166" y="60"/>
                  <a:pt x="164" y="62"/>
                  <a:pt x="164" y="64"/>
                </a:cubicBezTo>
                <a:cubicBezTo>
                  <a:pt x="164" y="92"/>
                  <a:pt x="164" y="92"/>
                  <a:pt x="164" y="92"/>
                </a:cubicBezTo>
                <a:cubicBezTo>
                  <a:pt x="164" y="96"/>
                  <a:pt x="160" y="100"/>
                  <a:pt x="156" y="100"/>
                </a:cubicBezTo>
                <a:cubicBezTo>
                  <a:pt x="152" y="100"/>
                  <a:pt x="148" y="96"/>
                  <a:pt x="148" y="92"/>
                </a:cubicBezTo>
                <a:cubicBezTo>
                  <a:pt x="148" y="64"/>
                  <a:pt x="148" y="64"/>
                  <a:pt x="148" y="64"/>
                </a:cubicBezTo>
                <a:cubicBezTo>
                  <a:pt x="148" y="62"/>
                  <a:pt x="146" y="60"/>
                  <a:pt x="144" y="60"/>
                </a:cubicBezTo>
                <a:close/>
                <a:moveTo>
                  <a:pt x="100" y="60"/>
                </a:moveTo>
                <a:cubicBezTo>
                  <a:pt x="98" y="60"/>
                  <a:pt x="96" y="62"/>
                  <a:pt x="96" y="64"/>
                </a:cubicBezTo>
                <a:cubicBezTo>
                  <a:pt x="96" y="104"/>
                  <a:pt x="96" y="104"/>
                  <a:pt x="96" y="104"/>
                </a:cubicBezTo>
                <a:cubicBezTo>
                  <a:pt x="96" y="106"/>
                  <a:pt x="98" y="108"/>
                  <a:pt x="100" y="108"/>
                </a:cubicBezTo>
                <a:cubicBezTo>
                  <a:pt x="108" y="108"/>
                  <a:pt x="108" y="108"/>
                  <a:pt x="108" y="108"/>
                </a:cubicBezTo>
                <a:cubicBezTo>
                  <a:pt x="119" y="108"/>
                  <a:pt x="128" y="99"/>
                  <a:pt x="128" y="88"/>
                </a:cubicBezTo>
                <a:cubicBezTo>
                  <a:pt x="128" y="80"/>
                  <a:pt x="128" y="80"/>
                  <a:pt x="128" y="80"/>
                </a:cubicBezTo>
                <a:cubicBezTo>
                  <a:pt x="128" y="69"/>
                  <a:pt x="119" y="60"/>
                  <a:pt x="108" y="60"/>
                </a:cubicBezTo>
                <a:lnTo>
                  <a:pt x="100" y="60"/>
                </a:lnTo>
                <a:close/>
                <a:moveTo>
                  <a:pt x="120" y="80"/>
                </a:moveTo>
                <a:cubicBezTo>
                  <a:pt x="120" y="88"/>
                  <a:pt x="120" y="88"/>
                  <a:pt x="120" y="88"/>
                </a:cubicBezTo>
                <a:cubicBezTo>
                  <a:pt x="120" y="95"/>
                  <a:pt x="115" y="100"/>
                  <a:pt x="108" y="100"/>
                </a:cubicBezTo>
                <a:cubicBezTo>
                  <a:pt x="104" y="100"/>
                  <a:pt x="104" y="100"/>
                  <a:pt x="104" y="100"/>
                </a:cubicBezTo>
                <a:cubicBezTo>
                  <a:pt x="104" y="68"/>
                  <a:pt x="104" y="68"/>
                  <a:pt x="104" y="68"/>
                </a:cubicBezTo>
                <a:cubicBezTo>
                  <a:pt x="108" y="68"/>
                  <a:pt x="108" y="68"/>
                  <a:pt x="108" y="68"/>
                </a:cubicBezTo>
                <a:cubicBezTo>
                  <a:pt x="115" y="68"/>
                  <a:pt x="120" y="73"/>
                  <a:pt x="120" y="80"/>
                </a:cubicBezTo>
                <a:close/>
                <a:moveTo>
                  <a:pt x="80" y="68"/>
                </a:moveTo>
                <a:cubicBezTo>
                  <a:pt x="82" y="68"/>
                  <a:pt x="84" y="66"/>
                  <a:pt x="84" y="64"/>
                </a:cubicBezTo>
                <a:cubicBezTo>
                  <a:pt x="84" y="62"/>
                  <a:pt x="82" y="60"/>
                  <a:pt x="80" y="60"/>
                </a:cubicBezTo>
                <a:cubicBezTo>
                  <a:pt x="60" y="60"/>
                  <a:pt x="60" y="60"/>
                  <a:pt x="60" y="60"/>
                </a:cubicBezTo>
                <a:cubicBezTo>
                  <a:pt x="58" y="60"/>
                  <a:pt x="56" y="62"/>
                  <a:pt x="56" y="64"/>
                </a:cubicBezTo>
                <a:cubicBezTo>
                  <a:pt x="56" y="104"/>
                  <a:pt x="56" y="104"/>
                  <a:pt x="56" y="104"/>
                </a:cubicBezTo>
                <a:cubicBezTo>
                  <a:pt x="56" y="106"/>
                  <a:pt x="58" y="108"/>
                  <a:pt x="60" y="108"/>
                </a:cubicBezTo>
                <a:cubicBezTo>
                  <a:pt x="80" y="108"/>
                  <a:pt x="80" y="108"/>
                  <a:pt x="80" y="108"/>
                </a:cubicBezTo>
                <a:cubicBezTo>
                  <a:pt x="82" y="108"/>
                  <a:pt x="84" y="106"/>
                  <a:pt x="84" y="104"/>
                </a:cubicBezTo>
                <a:cubicBezTo>
                  <a:pt x="84" y="102"/>
                  <a:pt x="82" y="100"/>
                  <a:pt x="80" y="100"/>
                </a:cubicBezTo>
                <a:cubicBezTo>
                  <a:pt x="64" y="100"/>
                  <a:pt x="64" y="100"/>
                  <a:pt x="64" y="100"/>
                </a:cubicBezTo>
                <a:cubicBezTo>
                  <a:pt x="64" y="88"/>
                  <a:pt x="64" y="88"/>
                  <a:pt x="64" y="88"/>
                </a:cubicBezTo>
                <a:cubicBezTo>
                  <a:pt x="72" y="88"/>
                  <a:pt x="72" y="88"/>
                  <a:pt x="72" y="88"/>
                </a:cubicBezTo>
                <a:cubicBezTo>
                  <a:pt x="74" y="88"/>
                  <a:pt x="76" y="86"/>
                  <a:pt x="76" y="84"/>
                </a:cubicBezTo>
                <a:cubicBezTo>
                  <a:pt x="76" y="82"/>
                  <a:pt x="74" y="80"/>
                  <a:pt x="72" y="80"/>
                </a:cubicBezTo>
                <a:cubicBezTo>
                  <a:pt x="64" y="80"/>
                  <a:pt x="64" y="80"/>
                  <a:pt x="64" y="80"/>
                </a:cubicBezTo>
                <a:cubicBezTo>
                  <a:pt x="64" y="68"/>
                  <a:pt x="64" y="68"/>
                  <a:pt x="64" y="68"/>
                </a:cubicBezTo>
                <a:lnTo>
                  <a:pt x="80" y="68"/>
                </a:lnTo>
                <a:close/>
                <a:moveTo>
                  <a:pt x="232" y="100"/>
                </a:moveTo>
                <a:cubicBezTo>
                  <a:pt x="232" y="76"/>
                  <a:pt x="232" y="76"/>
                  <a:pt x="232" y="76"/>
                </a:cubicBezTo>
                <a:cubicBezTo>
                  <a:pt x="232" y="74"/>
                  <a:pt x="230" y="72"/>
                  <a:pt x="228" y="72"/>
                </a:cubicBezTo>
                <a:cubicBezTo>
                  <a:pt x="226" y="72"/>
                  <a:pt x="224" y="74"/>
                  <a:pt x="224" y="76"/>
                </a:cubicBezTo>
                <a:cubicBezTo>
                  <a:pt x="224" y="100"/>
                  <a:pt x="224" y="100"/>
                  <a:pt x="224" y="100"/>
                </a:cubicBezTo>
                <a:cubicBezTo>
                  <a:pt x="224" y="102"/>
                  <a:pt x="226" y="104"/>
                  <a:pt x="228" y="104"/>
                </a:cubicBezTo>
                <a:cubicBezTo>
                  <a:pt x="230" y="104"/>
                  <a:pt x="232" y="102"/>
                  <a:pt x="232" y="10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68" name="Freeform 224">
            <a:extLst>
              <a:ext uri="{FF2B5EF4-FFF2-40B4-BE49-F238E27FC236}">
                <a16:creationId xmlns:a16="http://schemas.microsoft.com/office/drawing/2014/main" id="{265CA4B6-C389-4329-85F1-54BD5ABBDBE5}"/>
              </a:ext>
            </a:extLst>
          </p:cNvPr>
          <p:cNvSpPr>
            <a:spLocks noChangeAspect="1" noEditPoints="1"/>
          </p:cNvSpPr>
          <p:nvPr/>
        </p:nvSpPr>
        <p:spPr bwMode="auto">
          <a:xfrm>
            <a:off x="2508380" y="4341813"/>
            <a:ext cx="400050" cy="422275"/>
          </a:xfrm>
          <a:custGeom>
            <a:avLst/>
            <a:gdLst>
              <a:gd name="T0" fmla="*/ 160 w 256"/>
              <a:gd name="T1" fmla="*/ 248 h 270"/>
              <a:gd name="T2" fmla="*/ 152 w 256"/>
              <a:gd name="T3" fmla="*/ 238 h 270"/>
              <a:gd name="T4" fmla="*/ 158 w 256"/>
              <a:gd name="T5" fmla="*/ 261 h 270"/>
              <a:gd name="T6" fmla="*/ 96 w 256"/>
              <a:gd name="T7" fmla="*/ 262 h 270"/>
              <a:gd name="T8" fmla="*/ 104 w 256"/>
              <a:gd name="T9" fmla="*/ 248 h 270"/>
              <a:gd name="T10" fmla="*/ 96 w 256"/>
              <a:gd name="T11" fmla="*/ 238 h 270"/>
              <a:gd name="T12" fmla="*/ 93 w 256"/>
              <a:gd name="T13" fmla="*/ 254 h 270"/>
              <a:gd name="T14" fmla="*/ 80 w 256"/>
              <a:gd name="T15" fmla="*/ 267 h 270"/>
              <a:gd name="T16" fmla="*/ 172 w 256"/>
              <a:gd name="T17" fmla="*/ 270 h 270"/>
              <a:gd name="T18" fmla="*/ 174 w 256"/>
              <a:gd name="T19" fmla="*/ 263 h 270"/>
              <a:gd name="T20" fmla="*/ 256 w 256"/>
              <a:gd name="T21" fmla="*/ 54 h 270"/>
              <a:gd name="T22" fmla="*/ 236 w 256"/>
              <a:gd name="T23" fmla="*/ 38 h 270"/>
              <a:gd name="T24" fmla="*/ 233 w 256"/>
              <a:gd name="T25" fmla="*/ 22 h 270"/>
              <a:gd name="T26" fmla="*/ 23 w 256"/>
              <a:gd name="T27" fmla="*/ 22 h 270"/>
              <a:gd name="T28" fmla="*/ 20 w 256"/>
              <a:gd name="T29" fmla="*/ 38 h 270"/>
              <a:gd name="T30" fmla="*/ 0 w 256"/>
              <a:gd name="T31" fmla="*/ 54 h 270"/>
              <a:gd name="T32" fmla="*/ 16 w 256"/>
              <a:gd name="T33" fmla="*/ 230 h 270"/>
              <a:gd name="T34" fmla="*/ 256 w 256"/>
              <a:gd name="T35" fmla="*/ 214 h 270"/>
              <a:gd name="T36" fmla="*/ 56 w 256"/>
              <a:gd name="T37" fmla="*/ 24 h 270"/>
              <a:gd name="T38" fmla="*/ 80 w 256"/>
              <a:gd name="T39" fmla="*/ 64 h 270"/>
              <a:gd name="T40" fmla="*/ 65 w 256"/>
              <a:gd name="T41" fmla="*/ 55 h 270"/>
              <a:gd name="T42" fmla="*/ 56 w 256"/>
              <a:gd name="T43" fmla="*/ 24 h 270"/>
              <a:gd name="T44" fmla="*/ 48 w 256"/>
              <a:gd name="T45" fmla="*/ 25 h 270"/>
              <a:gd name="T46" fmla="*/ 50 w 256"/>
              <a:gd name="T47" fmla="*/ 78 h 270"/>
              <a:gd name="T48" fmla="*/ 68 w 256"/>
              <a:gd name="T49" fmla="*/ 64 h 270"/>
              <a:gd name="T50" fmla="*/ 84 w 256"/>
              <a:gd name="T51" fmla="*/ 78 h 270"/>
              <a:gd name="T52" fmla="*/ 88 w 256"/>
              <a:gd name="T53" fmla="*/ 74 h 270"/>
              <a:gd name="T54" fmla="*/ 124 w 256"/>
              <a:gd name="T55" fmla="*/ 52 h 270"/>
              <a:gd name="T56" fmla="*/ 228 w 256"/>
              <a:gd name="T57" fmla="*/ 29 h 270"/>
              <a:gd name="T58" fmla="*/ 132 w 256"/>
              <a:gd name="T59" fmla="*/ 178 h 270"/>
              <a:gd name="T60" fmla="*/ 128 w 256"/>
              <a:gd name="T61" fmla="*/ 70 h 270"/>
              <a:gd name="T62" fmla="*/ 124 w 256"/>
              <a:gd name="T63" fmla="*/ 178 h 270"/>
              <a:gd name="T64" fmla="*/ 28 w 256"/>
              <a:gd name="T65" fmla="*/ 161 h 270"/>
              <a:gd name="T66" fmla="*/ 240 w 256"/>
              <a:gd name="T67" fmla="*/ 222 h 270"/>
              <a:gd name="T68" fmla="*/ 8 w 256"/>
              <a:gd name="T69" fmla="*/ 214 h 270"/>
              <a:gd name="T70" fmla="*/ 16 w 256"/>
              <a:gd name="T71" fmla="*/ 46 h 270"/>
              <a:gd name="T72" fmla="*/ 20 w 256"/>
              <a:gd name="T73" fmla="*/ 166 h 270"/>
              <a:gd name="T74" fmla="*/ 25 w 256"/>
              <a:gd name="T75" fmla="*/ 170 h 270"/>
              <a:gd name="T76" fmla="*/ 36 w 256"/>
              <a:gd name="T77" fmla="*/ 186 h 270"/>
              <a:gd name="T78" fmla="*/ 28 w 256"/>
              <a:gd name="T79" fmla="*/ 178 h 270"/>
              <a:gd name="T80" fmla="*/ 32 w 256"/>
              <a:gd name="T81" fmla="*/ 194 h 270"/>
              <a:gd name="T82" fmla="*/ 228 w 256"/>
              <a:gd name="T83" fmla="*/ 190 h 270"/>
              <a:gd name="T84" fmla="*/ 220 w 256"/>
              <a:gd name="T85" fmla="*/ 178 h 270"/>
              <a:gd name="T86" fmla="*/ 136 w 256"/>
              <a:gd name="T87" fmla="*/ 186 h 270"/>
              <a:gd name="T88" fmla="*/ 234 w 256"/>
              <a:gd name="T89" fmla="*/ 169 h 270"/>
              <a:gd name="T90" fmla="*/ 236 w 256"/>
              <a:gd name="T91" fmla="*/ 46 h 270"/>
              <a:gd name="T92" fmla="*/ 248 w 256"/>
              <a:gd name="T93" fmla="*/ 54 h 270"/>
              <a:gd name="T94" fmla="*/ 240 w 256"/>
              <a:gd name="T95" fmla="*/ 22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70">
                <a:moveTo>
                  <a:pt x="163" y="254"/>
                </a:moveTo>
                <a:cubicBezTo>
                  <a:pt x="161" y="253"/>
                  <a:pt x="160" y="251"/>
                  <a:pt x="160" y="248"/>
                </a:cubicBezTo>
                <a:cubicBezTo>
                  <a:pt x="160" y="238"/>
                  <a:pt x="160" y="238"/>
                  <a:pt x="160" y="238"/>
                </a:cubicBezTo>
                <a:cubicBezTo>
                  <a:pt x="152" y="238"/>
                  <a:pt x="152" y="238"/>
                  <a:pt x="152" y="238"/>
                </a:cubicBezTo>
                <a:cubicBezTo>
                  <a:pt x="152" y="248"/>
                  <a:pt x="152" y="248"/>
                  <a:pt x="152" y="248"/>
                </a:cubicBezTo>
                <a:cubicBezTo>
                  <a:pt x="152" y="253"/>
                  <a:pt x="154" y="258"/>
                  <a:pt x="158" y="261"/>
                </a:cubicBezTo>
                <a:cubicBezTo>
                  <a:pt x="160" y="262"/>
                  <a:pt x="160" y="262"/>
                  <a:pt x="160" y="262"/>
                </a:cubicBezTo>
                <a:cubicBezTo>
                  <a:pt x="96" y="262"/>
                  <a:pt x="96" y="262"/>
                  <a:pt x="96" y="262"/>
                </a:cubicBezTo>
                <a:cubicBezTo>
                  <a:pt x="98" y="261"/>
                  <a:pt x="98" y="261"/>
                  <a:pt x="98" y="261"/>
                </a:cubicBezTo>
                <a:cubicBezTo>
                  <a:pt x="102" y="258"/>
                  <a:pt x="104" y="253"/>
                  <a:pt x="104" y="248"/>
                </a:cubicBezTo>
                <a:cubicBezTo>
                  <a:pt x="104" y="238"/>
                  <a:pt x="104" y="238"/>
                  <a:pt x="104" y="238"/>
                </a:cubicBezTo>
                <a:cubicBezTo>
                  <a:pt x="96" y="238"/>
                  <a:pt x="96" y="238"/>
                  <a:pt x="96" y="238"/>
                </a:cubicBezTo>
                <a:cubicBezTo>
                  <a:pt x="96" y="248"/>
                  <a:pt x="96" y="248"/>
                  <a:pt x="96" y="248"/>
                </a:cubicBezTo>
                <a:cubicBezTo>
                  <a:pt x="96" y="251"/>
                  <a:pt x="95" y="253"/>
                  <a:pt x="93" y="254"/>
                </a:cubicBezTo>
                <a:cubicBezTo>
                  <a:pt x="82" y="263"/>
                  <a:pt x="82" y="263"/>
                  <a:pt x="82" y="263"/>
                </a:cubicBezTo>
                <a:cubicBezTo>
                  <a:pt x="80" y="264"/>
                  <a:pt x="80" y="266"/>
                  <a:pt x="80" y="267"/>
                </a:cubicBezTo>
                <a:cubicBezTo>
                  <a:pt x="81" y="269"/>
                  <a:pt x="82" y="270"/>
                  <a:pt x="84" y="270"/>
                </a:cubicBezTo>
                <a:cubicBezTo>
                  <a:pt x="172" y="270"/>
                  <a:pt x="172" y="270"/>
                  <a:pt x="172" y="270"/>
                </a:cubicBezTo>
                <a:cubicBezTo>
                  <a:pt x="174" y="270"/>
                  <a:pt x="175" y="269"/>
                  <a:pt x="176" y="267"/>
                </a:cubicBezTo>
                <a:cubicBezTo>
                  <a:pt x="176" y="266"/>
                  <a:pt x="176" y="264"/>
                  <a:pt x="174" y="263"/>
                </a:cubicBezTo>
                <a:lnTo>
                  <a:pt x="163" y="254"/>
                </a:lnTo>
                <a:close/>
                <a:moveTo>
                  <a:pt x="256" y="54"/>
                </a:moveTo>
                <a:cubicBezTo>
                  <a:pt x="256" y="45"/>
                  <a:pt x="249" y="38"/>
                  <a:pt x="240" y="38"/>
                </a:cubicBezTo>
                <a:cubicBezTo>
                  <a:pt x="236" y="38"/>
                  <a:pt x="236" y="38"/>
                  <a:pt x="236" y="38"/>
                </a:cubicBezTo>
                <a:cubicBezTo>
                  <a:pt x="236" y="26"/>
                  <a:pt x="236" y="26"/>
                  <a:pt x="236" y="26"/>
                </a:cubicBezTo>
                <a:cubicBezTo>
                  <a:pt x="236" y="24"/>
                  <a:pt x="235" y="23"/>
                  <a:pt x="233" y="22"/>
                </a:cubicBezTo>
                <a:cubicBezTo>
                  <a:pt x="230" y="21"/>
                  <a:pt x="156" y="0"/>
                  <a:pt x="128" y="42"/>
                </a:cubicBezTo>
                <a:cubicBezTo>
                  <a:pt x="100" y="0"/>
                  <a:pt x="26" y="21"/>
                  <a:pt x="23" y="22"/>
                </a:cubicBezTo>
                <a:cubicBezTo>
                  <a:pt x="21" y="23"/>
                  <a:pt x="20" y="24"/>
                  <a:pt x="20" y="26"/>
                </a:cubicBezTo>
                <a:cubicBezTo>
                  <a:pt x="20" y="38"/>
                  <a:pt x="20" y="38"/>
                  <a:pt x="20" y="38"/>
                </a:cubicBezTo>
                <a:cubicBezTo>
                  <a:pt x="16" y="38"/>
                  <a:pt x="16" y="38"/>
                  <a:pt x="16" y="38"/>
                </a:cubicBezTo>
                <a:cubicBezTo>
                  <a:pt x="7" y="38"/>
                  <a:pt x="0" y="45"/>
                  <a:pt x="0" y="54"/>
                </a:cubicBezTo>
                <a:cubicBezTo>
                  <a:pt x="0" y="214"/>
                  <a:pt x="0" y="214"/>
                  <a:pt x="0" y="214"/>
                </a:cubicBezTo>
                <a:cubicBezTo>
                  <a:pt x="0" y="223"/>
                  <a:pt x="7" y="230"/>
                  <a:pt x="16" y="230"/>
                </a:cubicBezTo>
                <a:cubicBezTo>
                  <a:pt x="240" y="230"/>
                  <a:pt x="240" y="230"/>
                  <a:pt x="240" y="230"/>
                </a:cubicBezTo>
                <a:cubicBezTo>
                  <a:pt x="249" y="230"/>
                  <a:pt x="256" y="223"/>
                  <a:pt x="256" y="214"/>
                </a:cubicBezTo>
                <a:lnTo>
                  <a:pt x="256" y="54"/>
                </a:lnTo>
                <a:close/>
                <a:moveTo>
                  <a:pt x="56" y="24"/>
                </a:moveTo>
                <a:cubicBezTo>
                  <a:pt x="64" y="24"/>
                  <a:pt x="72" y="24"/>
                  <a:pt x="80" y="25"/>
                </a:cubicBezTo>
                <a:cubicBezTo>
                  <a:pt x="80" y="64"/>
                  <a:pt x="80" y="64"/>
                  <a:pt x="80" y="64"/>
                </a:cubicBezTo>
                <a:cubicBezTo>
                  <a:pt x="71" y="55"/>
                  <a:pt x="71" y="55"/>
                  <a:pt x="71" y="55"/>
                </a:cubicBezTo>
                <a:cubicBezTo>
                  <a:pt x="69" y="54"/>
                  <a:pt x="67" y="54"/>
                  <a:pt x="65" y="55"/>
                </a:cubicBezTo>
                <a:cubicBezTo>
                  <a:pt x="56" y="64"/>
                  <a:pt x="56" y="64"/>
                  <a:pt x="56" y="64"/>
                </a:cubicBezTo>
                <a:lnTo>
                  <a:pt x="56" y="24"/>
                </a:lnTo>
                <a:close/>
                <a:moveTo>
                  <a:pt x="28" y="29"/>
                </a:moveTo>
                <a:cubicBezTo>
                  <a:pt x="32" y="28"/>
                  <a:pt x="39" y="26"/>
                  <a:pt x="48" y="25"/>
                </a:cubicBezTo>
                <a:cubicBezTo>
                  <a:pt x="48" y="74"/>
                  <a:pt x="48" y="74"/>
                  <a:pt x="48" y="74"/>
                </a:cubicBezTo>
                <a:cubicBezTo>
                  <a:pt x="48" y="76"/>
                  <a:pt x="49" y="77"/>
                  <a:pt x="50" y="78"/>
                </a:cubicBezTo>
                <a:cubicBezTo>
                  <a:pt x="52" y="78"/>
                  <a:pt x="54" y="78"/>
                  <a:pt x="55" y="77"/>
                </a:cubicBezTo>
                <a:cubicBezTo>
                  <a:pt x="68" y="64"/>
                  <a:pt x="68" y="64"/>
                  <a:pt x="68" y="64"/>
                </a:cubicBezTo>
                <a:cubicBezTo>
                  <a:pt x="81" y="77"/>
                  <a:pt x="81" y="77"/>
                  <a:pt x="81" y="77"/>
                </a:cubicBezTo>
                <a:cubicBezTo>
                  <a:pt x="82" y="78"/>
                  <a:pt x="83" y="78"/>
                  <a:pt x="84" y="78"/>
                </a:cubicBezTo>
                <a:cubicBezTo>
                  <a:pt x="85" y="78"/>
                  <a:pt x="85" y="78"/>
                  <a:pt x="86" y="78"/>
                </a:cubicBezTo>
                <a:cubicBezTo>
                  <a:pt x="87" y="77"/>
                  <a:pt x="88" y="76"/>
                  <a:pt x="88" y="74"/>
                </a:cubicBezTo>
                <a:cubicBezTo>
                  <a:pt x="88" y="26"/>
                  <a:pt x="88" y="26"/>
                  <a:pt x="88" y="26"/>
                </a:cubicBezTo>
                <a:cubicBezTo>
                  <a:pt x="103" y="29"/>
                  <a:pt x="117" y="37"/>
                  <a:pt x="124" y="52"/>
                </a:cubicBezTo>
                <a:cubicBezTo>
                  <a:pt x="126" y="55"/>
                  <a:pt x="130" y="55"/>
                  <a:pt x="132" y="52"/>
                </a:cubicBezTo>
                <a:cubicBezTo>
                  <a:pt x="151" y="12"/>
                  <a:pt x="214" y="25"/>
                  <a:pt x="228" y="29"/>
                </a:cubicBezTo>
                <a:cubicBezTo>
                  <a:pt x="228" y="161"/>
                  <a:pt x="228" y="161"/>
                  <a:pt x="228" y="161"/>
                </a:cubicBezTo>
                <a:cubicBezTo>
                  <a:pt x="211" y="157"/>
                  <a:pt x="160" y="147"/>
                  <a:pt x="132" y="178"/>
                </a:cubicBezTo>
                <a:cubicBezTo>
                  <a:pt x="132" y="74"/>
                  <a:pt x="132" y="74"/>
                  <a:pt x="132" y="74"/>
                </a:cubicBezTo>
                <a:cubicBezTo>
                  <a:pt x="132" y="72"/>
                  <a:pt x="130" y="70"/>
                  <a:pt x="128" y="70"/>
                </a:cubicBezTo>
                <a:cubicBezTo>
                  <a:pt x="126" y="70"/>
                  <a:pt x="124" y="72"/>
                  <a:pt x="124" y="74"/>
                </a:cubicBezTo>
                <a:cubicBezTo>
                  <a:pt x="124" y="178"/>
                  <a:pt x="124" y="178"/>
                  <a:pt x="124" y="178"/>
                </a:cubicBezTo>
                <a:cubicBezTo>
                  <a:pt x="108" y="161"/>
                  <a:pt x="86" y="156"/>
                  <a:pt x="66" y="156"/>
                </a:cubicBezTo>
                <a:cubicBezTo>
                  <a:pt x="50" y="156"/>
                  <a:pt x="35" y="159"/>
                  <a:pt x="28" y="161"/>
                </a:cubicBezTo>
                <a:lnTo>
                  <a:pt x="28" y="29"/>
                </a:lnTo>
                <a:close/>
                <a:moveTo>
                  <a:pt x="240" y="222"/>
                </a:moveTo>
                <a:cubicBezTo>
                  <a:pt x="16" y="222"/>
                  <a:pt x="16" y="222"/>
                  <a:pt x="16" y="222"/>
                </a:cubicBezTo>
                <a:cubicBezTo>
                  <a:pt x="12" y="222"/>
                  <a:pt x="8" y="218"/>
                  <a:pt x="8" y="214"/>
                </a:cubicBezTo>
                <a:cubicBezTo>
                  <a:pt x="8" y="54"/>
                  <a:pt x="8" y="54"/>
                  <a:pt x="8" y="54"/>
                </a:cubicBezTo>
                <a:cubicBezTo>
                  <a:pt x="8" y="50"/>
                  <a:pt x="12" y="46"/>
                  <a:pt x="16" y="46"/>
                </a:cubicBezTo>
                <a:cubicBezTo>
                  <a:pt x="20" y="46"/>
                  <a:pt x="20" y="46"/>
                  <a:pt x="20" y="46"/>
                </a:cubicBezTo>
                <a:cubicBezTo>
                  <a:pt x="20" y="166"/>
                  <a:pt x="20" y="166"/>
                  <a:pt x="20" y="166"/>
                </a:cubicBezTo>
                <a:cubicBezTo>
                  <a:pt x="20" y="167"/>
                  <a:pt x="21" y="168"/>
                  <a:pt x="22" y="169"/>
                </a:cubicBezTo>
                <a:cubicBezTo>
                  <a:pt x="23" y="170"/>
                  <a:pt x="24" y="170"/>
                  <a:pt x="25" y="170"/>
                </a:cubicBezTo>
                <a:cubicBezTo>
                  <a:pt x="26" y="170"/>
                  <a:pt x="92" y="150"/>
                  <a:pt x="120" y="186"/>
                </a:cubicBezTo>
                <a:cubicBezTo>
                  <a:pt x="36" y="186"/>
                  <a:pt x="36" y="186"/>
                  <a:pt x="36" y="186"/>
                </a:cubicBezTo>
                <a:cubicBezTo>
                  <a:pt x="36" y="178"/>
                  <a:pt x="36" y="178"/>
                  <a:pt x="36" y="178"/>
                </a:cubicBezTo>
                <a:cubicBezTo>
                  <a:pt x="28" y="178"/>
                  <a:pt x="28" y="178"/>
                  <a:pt x="28" y="178"/>
                </a:cubicBezTo>
                <a:cubicBezTo>
                  <a:pt x="28" y="190"/>
                  <a:pt x="28" y="190"/>
                  <a:pt x="28" y="190"/>
                </a:cubicBezTo>
                <a:cubicBezTo>
                  <a:pt x="28" y="192"/>
                  <a:pt x="30" y="194"/>
                  <a:pt x="32" y="194"/>
                </a:cubicBezTo>
                <a:cubicBezTo>
                  <a:pt x="224" y="194"/>
                  <a:pt x="224" y="194"/>
                  <a:pt x="224" y="194"/>
                </a:cubicBezTo>
                <a:cubicBezTo>
                  <a:pt x="226" y="194"/>
                  <a:pt x="228" y="192"/>
                  <a:pt x="228" y="190"/>
                </a:cubicBezTo>
                <a:cubicBezTo>
                  <a:pt x="228" y="178"/>
                  <a:pt x="228" y="178"/>
                  <a:pt x="228" y="178"/>
                </a:cubicBezTo>
                <a:cubicBezTo>
                  <a:pt x="220" y="178"/>
                  <a:pt x="220" y="178"/>
                  <a:pt x="220" y="178"/>
                </a:cubicBezTo>
                <a:cubicBezTo>
                  <a:pt x="220" y="186"/>
                  <a:pt x="220" y="186"/>
                  <a:pt x="220" y="186"/>
                </a:cubicBezTo>
                <a:cubicBezTo>
                  <a:pt x="136" y="186"/>
                  <a:pt x="136" y="186"/>
                  <a:pt x="136" y="186"/>
                </a:cubicBezTo>
                <a:cubicBezTo>
                  <a:pt x="164" y="150"/>
                  <a:pt x="230" y="170"/>
                  <a:pt x="231" y="170"/>
                </a:cubicBezTo>
                <a:cubicBezTo>
                  <a:pt x="232" y="170"/>
                  <a:pt x="233" y="170"/>
                  <a:pt x="234" y="169"/>
                </a:cubicBezTo>
                <a:cubicBezTo>
                  <a:pt x="235" y="168"/>
                  <a:pt x="236" y="167"/>
                  <a:pt x="236" y="166"/>
                </a:cubicBezTo>
                <a:cubicBezTo>
                  <a:pt x="236" y="46"/>
                  <a:pt x="236" y="46"/>
                  <a:pt x="236" y="46"/>
                </a:cubicBezTo>
                <a:cubicBezTo>
                  <a:pt x="240" y="46"/>
                  <a:pt x="240" y="46"/>
                  <a:pt x="240" y="46"/>
                </a:cubicBezTo>
                <a:cubicBezTo>
                  <a:pt x="244" y="46"/>
                  <a:pt x="248" y="50"/>
                  <a:pt x="248" y="54"/>
                </a:cubicBezTo>
                <a:cubicBezTo>
                  <a:pt x="248" y="214"/>
                  <a:pt x="248" y="214"/>
                  <a:pt x="248" y="214"/>
                </a:cubicBezTo>
                <a:cubicBezTo>
                  <a:pt x="248" y="218"/>
                  <a:pt x="244" y="222"/>
                  <a:pt x="240" y="22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72" name="Freeform 228">
            <a:extLst>
              <a:ext uri="{FF2B5EF4-FFF2-40B4-BE49-F238E27FC236}">
                <a16:creationId xmlns:a16="http://schemas.microsoft.com/office/drawing/2014/main" id="{E3A7FC93-8862-4C9E-8743-B36DF410FD22}"/>
              </a:ext>
            </a:extLst>
          </p:cNvPr>
          <p:cNvSpPr>
            <a:spLocks noChangeAspect="1" noEditPoints="1"/>
          </p:cNvSpPr>
          <p:nvPr/>
        </p:nvSpPr>
        <p:spPr bwMode="auto">
          <a:xfrm>
            <a:off x="3476026" y="4352925"/>
            <a:ext cx="400050" cy="400050"/>
          </a:xfrm>
          <a:custGeom>
            <a:avLst/>
            <a:gdLst>
              <a:gd name="T0" fmla="*/ 0 w 256"/>
              <a:gd name="T1" fmla="*/ 12 h 256"/>
              <a:gd name="T2" fmla="*/ 36 w 256"/>
              <a:gd name="T3" fmla="*/ 216 h 256"/>
              <a:gd name="T4" fmla="*/ 8 w 256"/>
              <a:gd name="T5" fmla="*/ 204 h 256"/>
              <a:gd name="T6" fmla="*/ 244 w 256"/>
              <a:gd name="T7" fmla="*/ 8 h 256"/>
              <a:gd name="T8" fmla="*/ 244 w 256"/>
              <a:gd name="T9" fmla="*/ 208 h 256"/>
              <a:gd name="T10" fmla="*/ 244 w 256"/>
              <a:gd name="T11" fmla="*/ 216 h 256"/>
              <a:gd name="T12" fmla="*/ 244 w 256"/>
              <a:gd name="T13" fmla="*/ 0 h 256"/>
              <a:gd name="T14" fmla="*/ 228 w 256"/>
              <a:gd name="T15" fmla="*/ 44 h 256"/>
              <a:gd name="T16" fmla="*/ 48 w 256"/>
              <a:gd name="T17" fmla="*/ 24 h 256"/>
              <a:gd name="T18" fmla="*/ 24 w 256"/>
              <a:gd name="T19" fmla="*/ 48 h 256"/>
              <a:gd name="T20" fmla="*/ 44 w 256"/>
              <a:gd name="T21" fmla="*/ 188 h 256"/>
              <a:gd name="T22" fmla="*/ 56 w 256"/>
              <a:gd name="T23" fmla="*/ 184 h 256"/>
              <a:gd name="T24" fmla="*/ 32 w 256"/>
              <a:gd name="T25" fmla="*/ 52 h 256"/>
              <a:gd name="T26" fmla="*/ 224 w 256"/>
              <a:gd name="T27" fmla="*/ 52 h 256"/>
              <a:gd name="T28" fmla="*/ 200 w 256"/>
              <a:gd name="T29" fmla="*/ 184 h 256"/>
              <a:gd name="T30" fmla="*/ 212 w 256"/>
              <a:gd name="T31" fmla="*/ 188 h 256"/>
              <a:gd name="T32" fmla="*/ 72 w 256"/>
              <a:gd name="T33" fmla="*/ 92 h 256"/>
              <a:gd name="T34" fmla="*/ 184 w 256"/>
              <a:gd name="T35" fmla="*/ 92 h 256"/>
              <a:gd name="T36" fmla="*/ 72 w 256"/>
              <a:gd name="T37" fmla="*/ 92 h 256"/>
              <a:gd name="T38" fmla="*/ 156 w 256"/>
              <a:gd name="T39" fmla="*/ 60 h 256"/>
              <a:gd name="T40" fmla="*/ 100 w 256"/>
              <a:gd name="T41" fmla="*/ 68 h 256"/>
              <a:gd name="T42" fmla="*/ 176 w 256"/>
              <a:gd name="T43" fmla="*/ 158 h 256"/>
              <a:gd name="T44" fmla="*/ 172 w 256"/>
              <a:gd name="T45" fmla="*/ 148 h 256"/>
              <a:gd name="T46" fmla="*/ 143 w 256"/>
              <a:gd name="T47" fmla="*/ 124 h 256"/>
              <a:gd name="T48" fmla="*/ 113 w 256"/>
              <a:gd name="T49" fmla="*/ 124 h 256"/>
              <a:gd name="T50" fmla="*/ 84 w 256"/>
              <a:gd name="T51" fmla="*/ 148 h 256"/>
              <a:gd name="T52" fmla="*/ 80 w 256"/>
              <a:gd name="T53" fmla="*/ 158 h 256"/>
              <a:gd name="T54" fmla="*/ 48 w 256"/>
              <a:gd name="T55" fmla="*/ 221 h 256"/>
              <a:gd name="T56" fmla="*/ 88 w 256"/>
              <a:gd name="T57" fmla="*/ 254 h 256"/>
              <a:gd name="T58" fmla="*/ 95 w 256"/>
              <a:gd name="T59" fmla="*/ 254 h 256"/>
              <a:gd name="T60" fmla="*/ 138 w 256"/>
              <a:gd name="T61" fmla="*/ 223 h 256"/>
              <a:gd name="T62" fmla="*/ 164 w 256"/>
              <a:gd name="T63" fmla="*/ 256 h 256"/>
              <a:gd name="T64" fmla="*/ 205 w 256"/>
              <a:gd name="T65" fmla="*/ 224 h 256"/>
              <a:gd name="T66" fmla="*/ 179 w 256"/>
              <a:gd name="T67" fmla="*/ 182 h 256"/>
              <a:gd name="T68" fmla="*/ 81 w 256"/>
              <a:gd name="T69" fmla="*/ 220 h 256"/>
              <a:gd name="T70" fmla="*/ 84 w 256"/>
              <a:gd name="T71" fmla="*/ 195 h 256"/>
              <a:gd name="T72" fmla="*/ 105 w 256"/>
              <a:gd name="T73" fmla="*/ 216 h 256"/>
              <a:gd name="T74" fmla="*/ 137 w 256"/>
              <a:gd name="T75" fmla="*/ 214 h 256"/>
              <a:gd name="T76" fmla="*/ 119 w 256"/>
              <a:gd name="T77" fmla="*/ 214 h 256"/>
              <a:gd name="T78" fmla="*/ 92 w 256"/>
              <a:gd name="T79" fmla="*/ 196 h 256"/>
              <a:gd name="T80" fmla="*/ 86 w 256"/>
              <a:gd name="T81" fmla="*/ 180 h 256"/>
              <a:gd name="T82" fmla="*/ 92 w 256"/>
              <a:gd name="T83" fmla="*/ 149 h 256"/>
              <a:gd name="T84" fmla="*/ 105 w 256"/>
              <a:gd name="T85" fmla="*/ 136 h 256"/>
              <a:gd name="T86" fmla="*/ 136 w 256"/>
              <a:gd name="T87" fmla="*/ 130 h 256"/>
              <a:gd name="T88" fmla="*/ 152 w 256"/>
              <a:gd name="T89" fmla="*/ 136 h 256"/>
              <a:gd name="T90" fmla="*/ 170 w 256"/>
              <a:gd name="T91" fmla="*/ 163 h 256"/>
              <a:gd name="T92" fmla="*/ 170 w 256"/>
              <a:gd name="T93" fmla="*/ 181 h 256"/>
              <a:gd name="T94" fmla="*/ 152 w 256"/>
              <a:gd name="T95" fmla="*/ 208 h 256"/>
              <a:gd name="T96" fmla="*/ 175 w 256"/>
              <a:gd name="T97" fmla="*/ 220 h 256"/>
              <a:gd name="T98" fmla="*/ 144 w 256"/>
              <a:gd name="T99" fmla="*/ 219 h 256"/>
              <a:gd name="T100" fmla="*/ 172 w 256"/>
              <a:gd name="T101" fmla="*/ 196 h 256"/>
              <a:gd name="T102" fmla="*/ 197 w 256"/>
              <a:gd name="T103" fmla="*/ 217 h 256"/>
              <a:gd name="T104" fmla="*/ 100 w 256"/>
              <a:gd name="T105" fmla="*/ 172 h 256"/>
              <a:gd name="T106" fmla="*/ 128 w 256"/>
              <a:gd name="T107" fmla="*/ 144 h 256"/>
              <a:gd name="T108" fmla="*/ 128 w 256"/>
              <a:gd name="T109" fmla="*/ 1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6" h="256">
                <a:moveTo>
                  <a:pt x="244" y="0"/>
                </a:moveTo>
                <a:cubicBezTo>
                  <a:pt x="12" y="0"/>
                  <a:pt x="12" y="0"/>
                  <a:pt x="12" y="0"/>
                </a:cubicBezTo>
                <a:cubicBezTo>
                  <a:pt x="5" y="0"/>
                  <a:pt x="0" y="5"/>
                  <a:pt x="0" y="12"/>
                </a:cubicBezTo>
                <a:cubicBezTo>
                  <a:pt x="0" y="204"/>
                  <a:pt x="0" y="204"/>
                  <a:pt x="0" y="204"/>
                </a:cubicBezTo>
                <a:cubicBezTo>
                  <a:pt x="0" y="211"/>
                  <a:pt x="5" y="216"/>
                  <a:pt x="12" y="216"/>
                </a:cubicBezTo>
                <a:cubicBezTo>
                  <a:pt x="36" y="216"/>
                  <a:pt x="36" y="216"/>
                  <a:pt x="36" y="216"/>
                </a:cubicBezTo>
                <a:cubicBezTo>
                  <a:pt x="36" y="208"/>
                  <a:pt x="36" y="208"/>
                  <a:pt x="36" y="208"/>
                </a:cubicBezTo>
                <a:cubicBezTo>
                  <a:pt x="12" y="208"/>
                  <a:pt x="12" y="208"/>
                  <a:pt x="12" y="208"/>
                </a:cubicBezTo>
                <a:cubicBezTo>
                  <a:pt x="10" y="208"/>
                  <a:pt x="8" y="206"/>
                  <a:pt x="8" y="204"/>
                </a:cubicBezTo>
                <a:cubicBezTo>
                  <a:pt x="8" y="12"/>
                  <a:pt x="8" y="12"/>
                  <a:pt x="8" y="12"/>
                </a:cubicBezTo>
                <a:cubicBezTo>
                  <a:pt x="8" y="10"/>
                  <a:pt x="10" y="8"/>
                  <a:pt x="12" y="8"/>
                </a:cubicBezTo>
                <a:cubicBezTo>
                  <a:pt x="244" y="8"/>
                  <a:pt x="244" y="8"/>
                  <a:pt x="244" y="8"/>
                </a:cubicBezTo>
                <a:cubicBezTo>
                  <a:pt x="246" y="8"/>
                  <a:pt x="248" y="10"/>
                  <a:pt x="248" y="12"/>
                </a:cubicBezTo>
                <a:cubicBezTo>
                  <a:pt x="248" y="204"/>
                  <a:pt x="248" y="204"/>
                  <a:pt x="248" y="204"/>
                </a:cubicBezTo>
                <a:cubicBezTo>
                  <a:pt x="248" y="206"/>
                  <a:pt x="246" y="208"/>
                  <a:pt x="244" y="208"/>
                </a:cubicBezTo>
                <a:cubicBezTo>
                  <a:pt x="220" y="208"/>
                  <a:pt x="220" y="208"/>
                  <a:pt x="220" y="208"/>
                </a:cubicBezTo>
                <a:cubicBezTo>
                  <a:pt x="220" y="216"/>
                  <a:pt x="220" y="216"/>
                  <a:pt x="220" y="216"/>
                </a:cubicBezTo>
                <a:cubicBezTo>
                  <a:pt x="244" y="216"/>
                  <a:pt x="244" y="216"/>
                  <a:pt x="244" y="216"/>
                </a:cubicBezTo>
                <a:cubicBezTo>
                  <a:pt x="251" y="216"/>
                  <a:pt x="256" y="211"/>
                  <a:pt x="256" y="204"/>
                </a:cubicBezTo>
                <a:cubicBezTo>
                  <a:pt x="256" y="12"/>
                  <a:pt x="256" y="12"/>
                  <a:pt x="256" y="12"/>
                </a:cubicBezTo>
                <a:cubicBezTo>
                  <a:pt x="256" y="5"/>
                  <a:pt x="251" y="0"/>
                  <a:pt x="244" y="0"/>
                </a:cubicBezTo>
                <a:close/>
                <a:moveTo>
                  <a:pt x="232" y="168"/>
                </a:moveTo>
                <a:cubicBezTo>
                  <a:pt x="232" y="48"/>
                  <a:pt x="232" y="48"/>
                  <a:pt x="232" y="48"/>
                </a:cubicBezTo>
                <a:cubicBezTo>
                  <a:pt x="232" y="46"/>
                  <a:pt x="230" y="44"/>
                  <a:pt x="228" y="44"/>
                </a:cubicBezTo>
                <a:cubicBezTo>
                  <a:pt x="219" y="44"/>
                  <a:pt x="212" y="37"/>
                  <a:pt x="212" y="28"/>
                </a:cubicBezTo>
                <a:cubicBezTo>
                  <a:pt x="212" y="26"/>
                  <a:pt x="210" y="24"/>
                  <a:pt x="208" y="24"/>
                </a:cubicBezTo>
                <a:cubicBezTo>
                  <a:pt x="48" y="24"/>
                  <a:pt x="48" y="24"/>
                  <a:pt x="48" y="24"/>
                </a:cubicBezTo>
                <a:cubicBezTo>
                  <a:pt x="46" y="24"/>
                  <a:pt x="44" y="26"/>
                  <a:pt x="44" y="28"/>
                </a:cubicBezTo>
                <a:cubicBezTo>
                  <a:pt x="44" y="37"/>
                  <a:pt x="37" y="44"/>
                  <a:pt x="28" y="44"/>
                </a:cubicBezTo>
                <a:cubicBezTo>
                  <a:pt x="26" y="44"/>
                  <a:pt x="24" y="46"/>
                  <a:pt x="24" y="48"/>
                </a:cubicBezTo>
                <a:cubicBezTo>
                  <a:pt x="24" y="168"/>
                  <a:pt x="24" y="168"/>
                  <a:pt x="24" y="168"/>
                </a:cubicBezTo>
                <a:cubicBezTo>
                  <a:pt x="24" y="170"/>
                  <a:pt x="26" y="172"/>
                  <a:pt x="28" y="172"/>
                </a:cubicBezTo>
                <a:cubicBezTo>
                  <a:pt x="37" y="172"/>
                  <a:pt x="44" y="179"/>
                  <a:pt x="44" y="188"/>
                </a:cubicBezTo>
                <a:cubicBezTo>
                  <a:pt x="44" y="190"/>
                  <a:pt x="46" y="192"/>
                  <a:pt x="48" y="192"/>
                </a:cubicBezTo>
                <a:cubicBezTo>
                  <a:pt x="56" y="192"/>
                  <a:pt x="56" y="192"/>
                  <a:pt x="56" y="192"/>
                </a:cubicBezTo>
                <a:cubicBezTo>
                  <a:pt x="56" y="184"/>
                  <a:pt x="56" y="184"/>
                  <a:pt x="56" y="184"/>
                </a:cubicBezTo>
                <a:cubicBezTo>
                  <a:pt x="52" y="184"/>
                  <a:pt x="52" y="184"/>
                  <a:pt x="52" y="184"/>
                </a:cubicBezTo>
                <a:cubicBezTo>
                  <a:pt x="50" y="174"/>
                  <a:pt x="42" y="166"/>
                  <a:pt x="32" y="164"/>
                </a:cubicBezTo>
                <a:cubicBezTo>
                  <a:pt x="32" y="52"/>
                  <a:pt x="32" y="52"/>
                  <a:pt x="32" y="52"/>
                </a:cubicBezTo>
                <a:cubicBezTo>
                  <a:pt x="42" y="50"/>
                  <a:pt x="50" y="42"/>
                  <a:pt x="52" y="32"/>
                </a:cubicBezTo>
                <a:cubicBezTo>
                  <a:pt x="204" y="32"/>
                  <a:pt x="204" y="32"/>
                  <a:pt x="204" y="32"/>
                </a:cubicBezTo>
                <a:cubicBezTo>
                  <a:pt x="206" y="42"/>
                  <a:pt x="214" y="50"/>
                  <a:pt x="224" y="52"/>
                </a:cubicBezTo>
                <a:cubicBezTo>
                  <a:pt x="224" y="164"/>
                  <a:pt x="224" y="164"/>
                  <a:pt x="224" y="164"/>
                </a:cubicBezTo>
                <a:cubicBezTo>
                  <a:pt x="214" y="166"/>
                  <a:pt x="206" y="174"/>
                  <a:pt x="204" y="184"/>
                </a:cubicBezTo>
                <a:cubicBezTo>
                  <a:pt x="200" y="184"/>
                  <a:pt x="200" y="184"/>
                  <a:pt x="200" y="184"/>
                </a:cubicBezTo>
                <a:cubicBezTo>
                  <a:pt x="200" y="192"/>
                  <a:pt x="200" y="192"/>
                  <a:pt x="200" y="192"/>
                </a:cubicBezTo>
                <a:cubicBezTo>
                  <a:pt x="208" y="192"/>
                  <a:pt x="208" y="192"/>
                  <a:pt x="208" y="192"/>
                </a:cubicBezTo>
                <a:cubicBezTo>
                  <a:pt x="210" y="192"/>
                  <a:pt x="212" y="190"/>
                  <a:pt x="212" y="188"/>
                </a:cubicBezTo>
                <a:cubicBezTo>
                  <a:pt x="212" y="179"/>
                  <a:pt x="219" y="172"/>
                  <a:pt x="228" y="172"/>
                </a:cubicBezTo>
                <a:cubicBezTo>
                  <a:pt x="230" y="172"/>
                  <a:pt x="232" y="170"/>
                  <a:pt x="232" y="168"/>
                </a:cubicBezTo>
                <a:close/>
                <a:moveTo>
                  <a:pt x="72" y="92"/>
                </a:moveTo>
                <a:cubicBezTo>
                  <a:pt x="72" y="94"/>
                  <a:pt x="74" y="96"/>
                  <a:pt x="76" y="96"/>
                </a:cubicBezTo>
                <a:cubicBezTo>
                  <a:pt x="180" y="96"/>
                  <a:pt x="180" y="96"/>
                  <a:pt x="180" y="96"/>
                </a:cubicBezTo>
                <a:cubicBezTo>
                  <a:pt x="182" y="96"/>
                  <a:pt x="184" y="94"/>
                  <a:pt x="184" y="92"/>
                </a:cubicBezTo>
                <a:cubicBezTo>
                  <a:pt x="184" y="90"/>
                  <a:pt x="182" y="88"/>
                  <a:pt x="180" y="88"/>
                </a:cubicBezTo>
                <a:cubicBezTo>
                  <a:pt x="76" y="88"/>
                  <a:pt x="76" y="88"/>
                  <a:pt x="76" y="88"/>
                </a:cubicBezTo>
                <a:cubicBezTo>
                  <a:pt x="74" y="88"/>
                  <a:pt x="72" y="90"/>
                  <a:pt x="72" y="92"/>
                </a:cubicBezTo>
                <a:close/>
                <a:moveTo>
                  <a:pt x="156" y="68"/>
                </a:moveTo>
                <a:cubicBezTo>
                  <a:pt x="158" y="68"/>
                  <a:pt x="160" y="66"/>
                  <a:pt x="160" y="64"/>
                </a:cubicBezTo>
                <a:cubicBezTo>
                  <a:pt x="160" y="62"/>
                  <a:pt x="158" y="60"/>
                  <a:pt x="156" y="60"/>
                </a:cubicBezTo>
                <a:cubicBezTo>
                  <a:pt x="100" y="60"/>
                  <a:pt x="100" y="60"/>
                  <a:pt x="100" y="60"/>
                </a:cubicBezTo>
                <a:cubicBezTo>
                  <a:pt x="98" y="60"/>
                  <a:pt x="96" y="62"/>
                  <a:pt x="96" y="64"/>
                </a:cubicBezTo>
                <a:cubicBezTo>
                  <a:pt x="96" y="66"/>
                  <a:pt x="98" y="68"/>
                  <a:pt x="100" y="68"/>
                </a:cubicBezTo>
                <a:lnTo>
                  <a:pt x="156" y="68"/>
                </a:lnTo>
                <a:close/>
                <a:moveTo>
                  <a:pt x="179" y="182"/>
                </a:moveTo>
                <a:cubicBezTo>
                  <a:pt x="184" y="174"/>
                  <a:pt x="183" y="164"/>
                  <a:pt x="176" y="158"/>
                </a:cubicBezTo>
                <a:cubicBezTo>
                  <a:pt x="176" y="157"/>
                  <a:pt x="176" y="157"/>
                  <a:pt x="176" y="157"/>
                </a:cubicBezTo>
                <a:cubicBezTo>
                  <a:pt x="173" y="155"/>
                  <a:pt x="172" y="152"/>
                  <a:pt x="172" y="149"/>
                </a:cubicBezTo>
                <a:cubicBezTo>
                  <a:pt x="172" y="148"/>
                  <a:pt x="172" y="148"/>
                  <a:pt x="172" y="148"/>
                </a:cubicBezTo>
                <a:cubicBezTo>
                  <a:pt x="172" y="137"/>
                  <a:pt x="163" y="128"/>
                  <a:pt x="152" y="128"/>
                </a:cubicBezTo>
                <a:cubicBezTo>
                  <a:pt x="151" y="128"/>
                  <a:pt x="151" y="128"/>
                  <a:pt x="151" y="128"/>
                </a:cubicBezTo>
                <a:cubicBezTo>
                  <a:pt x="148" y="128"/>
                  <a:pt x="145" y="127"/>
                  <a:pt x="143" y="124"/>
                </a:cubicBezTo>
                <a:cubicBezTo>
                  <a:pt x="142" y="124"/>
                  <a:pt x="142" y="124"/>
                  <a:pt x="142" y="124"/>
                </a:cubicBezTo>
                <a:cubicBezTo>
                  <a:pt x="134" y="116"/>
                  <a:pt x="122" y="116"/>
                  <a:pt x="114" y="124"/>
                </a:cubicBezTo>
                <a:cubicBezTo>
                  <a:pt x="113" y="124"/>
                  <a:pt x="113" y="124"/>
                  <a:pt x="113" y="124"/>
                </a:cubicBezTo>
                <a:cubicBezTo>
                  <a:pt x="111" y="127"/>
                  <a:pt x="108" y="128"/>
                  <a:pt x="105" y="128"/>
                </a:cubicBezTo>
                <a:cubicBezTo>
                  <a:pt x="104" y="128"/>
                  <a:pt x="104" y="128"/>
                  <a:pt x="104" y="128"/>
                </a:cubicBezTo>
                <a:cubicBezTo>
                  <a:pt x="93" y="128"/>
                  <a:pt x="84" y="137"/>
                  <a:pt x="84" y="148"/>
                </a:cubicBezTo>
                <a:cubicBezTo>
                  <a:pt x="84" y="149"/>
                  <a:pt x="84" y="149"/>
                  <a:pt x="84" y="149"/>
                </a:cubicBezTo>
                <a:cubicBezTo>
                  <a:pt x="84" y="152"/>
                  <a:pt x="83" y="155"/>
                  <a:pt x="80" y="157"/>
                </a:cubicBezTo>
                <a:cubicBezTo>
                  <a:pt x="80" y="158"/>
                  <a:pt x="80" y="158"/>
                  <a:pt x="80" y="158"/>
                </a:cubicBezTo>
                <a:cubicBezTo>
                  <a:pt x="73" y="164"/>
                  <a:pt x="72" y="174"/>
                  <a:pt x="77" y="182"/>
                </a:cubicBezTo>
                <a:cubicBezTo>
                  <a:pt x="49" y="218"/>
                  <a:pt x="49" y="218"/>
                  <a:pt x="49" y="218"/>
                </a:cubicBezTo>
                <a:cubicBezTo>
                  <a:pt x="48" y="219"/>
                  <a:pt x="48" y="220"/>
                  <a:pt x="48" y="221"/>
                </a:cubicBezTo>
                <a:cubicBezTo>
                  <a:pt x="49" y="223"/>
                  <a:pt x="50" y="224"/>
                  <a:pt x="51" y="224"/>
                </a:cubicBezTo>
                <a:cubicBezTo>
                  <a:pt x="77" y="228"/>
                  <a:pt x="77" y="228"/>
                  <a:pt x="77" y="228"/>
                </a:cubicBezTo>
                <a:cubicBezTo>
                  <a:pt x="88" y="254"/>
                  <a:pt x="88" y="254"/>
                  <a:pt x="88" y="254"/>
                </a:cubicBezTo>
                <a:cubicBezTo>
                  <a:pt x="89" y="255"/>
                  <a:pt x="90" y="256"/>
                  <a:pt x="92" y="256"/>
                </a:cubicBezTo>
                <a:cubicBezTo>
                  <a:pt x="92" y="256"/>
                  <a:pt x="92" y="256"/>
                  <a:pt x="92" y="256"/>
                </a:cubicBezTo>
                <a:cubicBezTo>
                  <a:pt x="93" y="256"/>
                  <a:pt x="94" y="255"/>
                  <a:pt x="95" y="254"/>
                </a:cubicBezTo>
                <a:cubicBezTo>
                  <a:pt x="118" y="223"/>
                  <a:pt x="118" y="223"/>
                  <a:pt x="118" y="223"/>
                </a:cubicBezTo>
                <a:cubicBezTo>
                  <a:pt x="121" y="225"/>
                  <a:pt x="125" y="226"/>
                  <a:pt x="128" y="226"/>
                </a:cubicBezTo>
                <a:cubicBezTo>
                  <a:pt x="131" y="226"/>
                  <a:pt x="135" y="225"/>
                  <a:pt x="138" y="223"/>
                </a:cubicBezTo>
                <a:cubicBezTo>
                  <a:pt x="161" y="254"/>
                  <a:pt x="161" y="254"/>
                  <a:pt x="161" y="254"/>
                </a:cubicBezTo>
                <a:cubicBezTo>
                  <a:pt x="162" y="255"/>
                  <a:pt x="163" y="256"/>
                  <a:pt x="164" y="256"/>
                </a:cubicBezTo>
                <a:cubicBezTo>
                  <a:pt x="164" y="256"/>
                  <a:pt x="164" y="256"/>
                  <a:pt x="164" y="256"/>
                </a:cubicBezTo>
                <a:cubicBezTo>
                  <a:pt x="166" y="256"/>
                  <a:pt x="167" y="255"/>
                  <a:pt x="168" y="254"/>
                </a:cubicBezTo>
                <a:cubicBezTo>
                  <a:pt x="179" y="228"/>
                  <a:pt x="179" y="228"/>
                  <a:pt x="179" y="228"/>
                </a:cubicBezTo>
                <a:cubicBezTo>
                  <a:pt x="205" y="224"/>
                  <a:pt x="205" y="224"/>
                  <a:pt x="205" y="224"/>
                </a:cubicBezTo>
                <a:cubicBezTo>
                  <a:pt x="206" y="224"/>
                  <a:pt x="207" y="223"/>
                  <a:pt x="208" y="221"/>
                </a:cubicBezTo>
                <a:cubicBezTo>
                  <a:pt x="208" y="220"/>
                  <a:pt x="208" y="219"/>
                  <a:pt x="207" y="218"/>
                </a:cubicBezTo>
                <a:lnTo>
                  <a:pt x="179" y="182"/>
                </a:lnTo>
                <a:close/>
                <a:moveTo>
                  <a:pt x="93" y="244"/>
                </a:moveTo>
                <a:cubicBezTo>
                  <a:pt x="84" y="222"/>
                  <a:pt x="84" y="222"/>
                  <a:pt x="84" y="222"/>
                </a:cubicBezTo>
                <a:cubicBezTo>
                  <a:pt x="83" y="221"/>
                  <a:pt x="82" y="220"/>
                  <a:pt x="81" y="220"/>
                </a:cubicBezTo>
                <a:cubicBezTo>
                  <a:pt x="59" y="217"/>
                  <a:pt x="59" y="217"/>
                  <a:pt x="59" y="217"/>
                </a:cubicBezTo>
                <a:cubicBezTo>
                  <a:pt x="82" y="188"/>
                  <a:pt x="82" y="188"/>
                  <a:pt x="82" y="188"/>
                </a:cubicBezTo>
                <a:cubicBezTo>
                  <a:pt x="83" y="190"/>
                  <a:pt x="84" y="193"/>
                  <a:pt x="84" y="195"/>
                </a:cubicBezTo>
                <a:cubicBezTo>
                  <a:pt x="84" y="196"/>
                  <a:pt x="84" y="196"/>
                  <a:pt x="84" y="196"/>
                </a:cubicBezTo>
                <a:cubicBezTo>
                  <a:pt x="84" y="207"/>
                  <a:pt x="93" y="216"/>
                  <a:pt x="104" y="216"/>
                </a:cubicBezTo>
                <a:cubicBezTo>
                  <a:pt x="105" y="216"/>
                  <a:pt x="105" y="216"/>
                  <a:pt x="105" y="216"/>
                </a:cubicBezTo>
                <a:cubicBezTo>
                  <a:pt x="107" y="216"/>
                  <a:pt x="110" y="217"/>
                  <a:pt x="112" y="219"/>
                </a:cubicBezTo>
                <a:lnTo>
                  <a:pt x="93" y="244"/>
                </a:lnTo>
                <a:close/>
                <a:moveTo>
                  <a:pt x="137" y="214"/>
                </a:moveTo>
                <a:cubicBezTo>
                  <a:pt x="136" y="214"/>
                  <a:pt x="136" y="214"/>
                  <a:pt x="136" y="214"/>
                </a:cubicBezTo>
                <a:cubicBezTo>
                  <a:pt x="132" y="219"/>
                  <a:pt x="124" y="219"/>
                  <a:pt x="120" y="214"/>
                </a:cubicBezTo>
                <a:cubicBezTo>
                  <a:pt x="119" y="214"/>
                  <a:pt x="119" y="214"/>
                  <a:pt x="119" y="214"/>
                </a:cubicBezTo>
                <a:cubicBezTo>
                  <a:pt x="115" y="210"/>
                  <a:pt x="110" y="208"/>
                  <a:pt x="105" y="208"/>
                </a:cubicBezTo>
                <a:cubicBezTo>
                  <a:pt x="104" y="208"/>
                  <a:pt x="104" y="208"/>
                  <a:pt x="104" y="208"/>
                </a:cubicBezTo>
                <a:cubicBezTo>
                  <a:pt x="97" y="208"/>
                  <a:pt x="92" y="203"/>
                  <a:pt x="92" y="196"/>
                </a:cubicBezTo>
                <a:cubicBezTo>
                  <a:pt x="92" y="195"/>
                  <a:pt x="92" y="195"/>
                  <a:pt x="92" y="195"/>
                </a:cubicBezTo>
                <a:cubicBezTo>
                  <a:pt x="92" y="190"/>
                  <a:pt x="90" y="185"/>
                  <a:pt x="86" y="181"/>
                </a:cubicBezTo>
                <a:cubicBezTo>
                  <a:pt x="86" y="180"/>
                  <a:pt x="86" y="180"/>
                  <a:pt x="86" y="180"/>
                </a:cubicBezTo>
                <a:cubicBezTo>
                  <a:pt x="81" y="176"/>
                  <a:pt x="81" y="168"/>
                  <a:pt x="86" y="164"/>
                </a:cubicBezTo>
                <a:cubicBezTo>
                  <a:pt x="86" y="163"/>
                  <a:pt x="86" y="163"/>
                  <a:pt x="86" y="163"/>
                </a:cubicBezTo>
                <a:cubicBezTo>
                  <a:pt x="90" y="159"/>
                  <a:pt x="92" y="154"/>
                  <a:pt x="92" y="149"/>
                </a:cubicBezTo>
                <a:cubicBezTo>
                  <a:pt x="92" y="148"/>
                  <a:pt x="92" y="148"/>
                  <a:pt x="92" y="148"/>
                </a:cubicBezTo>
                <a:cubicBezTo>
                  <a:pt x="92" y="141"/>
                  <a:pt x="97" y="136"/>
                  <a:pt x="104" y="136"/>
                </a:cubicBezTo>
                <a:cubicBezTo>
                  <a:pt x="105" y="136"/>
                  <a:pt x="105" y="136"/>
                  <a:pt x="105" y="136"/>
                </a:cubicBezTo>
                <a:cubicBezTo>
                  <a:pt x="110" y="136"/>
                  <a:pt x="115" y="134"/>
                  <a:pt x="119" y="130"/>
                </a:cubicBezTo>
                <a:cubicBezTo>
                  <a:pt x="120" y="130"/>
                  <a:pt x="120" y="130"/>
                  <a:pt x="120" y="130"/>
                </a:cubicBezTo>
                <a:cubicBezTo>
                  <a:pt x="124" y="125"/>
                  <a:pt x="132" y="125"/>
                  <a:pt x="136" y="130"/>
                </a:cubicBezTo>
                <a:cubicBezTo>
                  <a:pt x="137" y="130"/>
                  <a:pt x="137" y="130"/>
                  <a:pt x="137" y="130"/>
                </a:cubicBezTo>
                <a:cubicBezTo>
                  <a:pt x="141" y="134"/>
                  <a:pt x="146" y="136"/>
                  <a:pt x="151" y="136"/>
                </a:cubicBezTo>
                <a:cubicBezTo>
                  <a:pt x="152" y="136"/>
                  <a:pt x="152" y="136"/>
                  <a:pt x="152" y="136"/>
                </a:cubicBezTo>
                <a:cubicBezTo>
                  <a:pt x="159" y="136"/>
                  <a:pt x="164" y="141"/>
                  <a:pt x="164" y="148"/>
                </a:cubicBezTo>
                <a:cubicBezTo>
                  <a:pt x="164" y="149"/>
                  <a:pt x="164" y="149"/>
                  <a:pt x="164" y="149"/>
                </a:cubicBezTo>
                <a:cubicBezTo>
                  <a:pt x="164" y="154"/>
                  <a:pt x="166" y="159"/>
                  <a:pt x="170" y="163"/>
                </a:cubicBezTo>
                <a:cubicBezTo>
                  <a:pt x="170" y="164"/>
                  <a:pt x="170" y="164"/>
                  <a:pt x="170" y="164"/>
                </a:cubicBezTo>
                <a:cubicBezTo>
                  <a:pt x="175" y="168"/>
                  <a:pt x="175" y="176"/>
                  <a:pt x="170" y="180"/>
                </a:cubicBezTo>
                <a:cubicBezTo>
                  <a:pt x="170" y="181"/>
                  <a:pt x="170" y="181"/>
                  <a:pt x="170" y="181"/>
                </a:cubicBezTo>
                <a:cubicBezTo>
                  <a:pt x="166" y="185"/>
                  <a:pt x="164" y="190"/>
                  <a:pt x="164" y="195"/>
                </a:cubicBezTo>
                <a:cubicBezTo>
                  <a:pt x="164" y="196"/>
                  <a:pt x="164" y="196"/>
                  <a:pt x="164" y="196"/>
                </a:cubicBezTo>
                <a:cubicBezTo>
                  <a:pt x="164" y="203"/>
                  <a:pt x="159" y="208"/>
                  <a:pt x="152" y="208"/>
                </a:cubicBezTo>
                <a:cubicBezTo>
                  <a:pt x="151" y="208"/>
                  <a:pt x="151" y="208"/>
                  <a:pt x="151" y="208"/>
                </a:cubicBezTo>
                <a:cubicBezTo>
                  <a:pt x="146" y="208"/>
                  <a:pt x="141" y="210"/>
                  <a:pt x="137" y="214"/>
                </a:cubicBezTo>
                <a:close/>
                <a:moveTo>
                  <a:pt x="175" y="220"/>
                </a:moveTo>
                <a:cubicBezTo>
                  <a:pt x="174" y="220"/>
                  <a:pt x="173" y="221"/>
                  <a:pt x="172" y="222"/>
                </a:cubicBezTo>
                <a:cubicBezTo>
                  <a:pt x="163" y="244"/>
                  <a:pt x="163" y="244"/>
                  <a:pt x="163" y="244"/>
                </a:cubicBezTo>
                <a:cubicBezTo>
                  <a:pt x="144" y="219"/>
                  <a:pt x="144" y="219"/>
                  <a:pt x="144" y="219"/>
                </a:cubicBezTo>
                <a:cubicBezTo>
                  <a:pt x="146" y="217"/>
                  <a:pt x="149" y="216"/>
                  <a:pt x="151" y="216"/>
                </a:cubicBezTo>
                <a:cubicBezTo>
                  <a:pt x="152" y="216"/>
                  <a:pt x="152" y="216"/>
                  <a:pt x="152" y="216"/>
                </a:cubicBezTo>
                <a:cubicBezTo>
                  <a:pt x="163" y="216"/>
                  <a:pt x="172" y="207"/>
                  <a:pt x="172" y="196"/>
                </a:cubicBezTo>
                <a:cubicBezTo>
                  <a:pt x="172" y="195"/>
                  <a:pt x="172" y="195"/>
                  <a:pt x="172" y="195"/>
                </a:cubicBezTo>
                <a:cubicBezTo>
                  <a:pt x="172" y="193"/>
                  <a:pt x="173" y="190"/>
                  <a:pt x="174" y="188"/>
                </a:cubicBezTo>
                <a:cubicBezTo>
                  <a:pt x="197" y="217"/>
                  <a:pt x="197" y="217"/>
                  <a:pt x="197" y="217"/>
                </a:cubicBezTo>
                <a:lnTo>
                  <a:pt x="175" y="220"/>
                </a:lnTo>
                <a:close/>
                <a:moveTo>
                  <a:pt x="128" y="144"/>
                </a:moveTo>
                <a:cubicBezTo>
                  <a:pt x="113" y="144"/>
                  <a:pt x="100" y="157"/>
                  <a:pt x="100" y="172"/>
                </a:cubicBezTo>
                <a:cubicBezTo>
                  <a:pt x="100" y="187"/>
                  <a:pt x="113" y="200"/>
                  <a:pt x="128" y="200"/>
                </a:cubicBezTo>
                <a:cubicBezTo>
                  <a:pt x="143" y="200"/>
                  <a:pt x="156" y="187"/>
                  <a:pt x="156" y="172"/>
                </a:cubicBezTo>
                <a:cubicBezTo>
                  <a:pt x="156" y="157"/>
                  <a:pt x="143" y="144"/>
                  <a:pt x="128" y="144"/>
                </a:cubicBezTo>
                <a:close/>
                <a:moveTo>
                  <a:pt x="128" y="192"/>
                </a:moveTo>
                <a:cubicBezTo>
                  <a:pt x="117" y="192"/>
                  <a:pt x="108" y="183"/>
                  <a:pt x="108" y="172"/>
                </a:cubicBezTo>
                <a:cubicBezTo>
                  <a:pt x="108" y="161"/>
                  <a:pt x="117" y="152"/>
                  <a:pt x="128" y="152"/>
                </a:cubicBezTo>
                <a:cubicBezTo>
                  <a:pt x="139" y="152"/>
                  <a:pt x="148" y="161"/>
                  <a:pt x="148" y="172"/>
                </a:cubicBezTo>
                <a:cubicBezTo>
                  <a:pt x="148" y="183"/>
                  <a:pt x="139" y="192"/>
                  <a:pt x="128" y="19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76" name="Freeform 232">
            <a:extLst>
              <a:ext uri="{FF2B5EF4-FFF2-40B4-BE49-F238E27FC236}">
                <a16:creationId xmlns:a16="http://schemas.microsoft.com/office/drawing/2014/main" id="{96BAAF08-7A94-4FCE-8229-4DC4BFFF1706}"/>
              </a:ext>
            </a:extLst>
          </p:cNvPr>
          <p:cNvSpPr>
            <a:spLocks noChangeAspect="1" noEditPoints="1"/>
          </p:cNvSpPr>
          <p:nvPr/>
        </p:nvSpPr>
        <p:spPr bwMode="auto">
          <a:xfrm>
            <a:off x="4443672" y="4352925"/>
            <a:ext cx="400050" cy="400050"/>
          </a:xfrm>
          <a:custGeom>
            <a:avLst/>
            <a:gdLst>
              <a:gd name="T0" fmla="*/ 156 w 256"/>
              <a:gd name="T1" fmla="*/ 224 h 256"/>
              <a:gd name="T2" fmla="*/ 152 w 256"/>
              <a:gd name="T3" fmla="*/ 228 h 256"/>
              <a:gd name="T4" fmla="*/ 104 w 256"/>
              <a:gd name="T5" fmla="*/ 232 h 256"/>
              <a:gd name="T6" fmla="*/ 100 w 256"/>
              <a:gd name="T7" fmla="*/ 224 h 256"/>
              <a:gd name="T8" fmla="*/ 0 w 256"/>
              <a:gd name="T9" fmla="*/ 228 h 256"/>
              <a:gd name="T10" fmla="*/ 228 w 256"/>
              <a:gd name="T11" fmla="*/ 256 h 256"/>
              <a:gd name="T12" fmla="*/ 252 w 256"/>
              <a:gd name="T13" fmla="*/ 224 h 256"/>
              <a:gd name="T14" fmla="*/ 28 w 256"/>
              <a:gd name="T15" fmla="*/ 248 h 256"/>
              <a:gd name="T16" fmla="*/ 96 w 256"/>
              <a:gd name="T17" fmla="*/ 232 h 256"/>
              <a:gd name="T18" fmla="*/ 100 w 256"/>
              <a:gd name="T19" fmla="*/ 240 h 256"/>
              <a:gd name="T20" fmla="*/ 159 w 256"/>
              <a:gd name="T21" fmla="*/ 239 h 256"/>
              <a:gd name="T22" fmla="*/ 160 w 256"/>
              <a:gd name="T23" fmla="*/ 232 h 256"/>
              <a:gd name="T24" fmla="*/ 228 w 256"/>
              <a:gd name="T25" fmla="*/ 248 h 256"/>
              <a:gd name="T26" fmla="*/ 220 w 256"/>
              <a:gd name="T27" fmla="*/ 88 h 256"/>
              <a:gd name="T28" fmla="*/ 232 w 256"/>
              <a:gd name="T29" fmla="*/ 216 h 256"/>
              <a:gd name="T30" fmla="*/ 240 w 256"/>
              <a:gd name="T31" fmla="*/ 100 h 256"/>
              <a:gd name="T32" fmla="*/ 212 w 256"/>
              <a:gd name="T33" fmla="*/ 80 h 256"/>
              <a:gd name="T34" fmla="*/ 24 w 256"/>
              <a:gd name="T35" fmla="*/ 100 h 256"/>
              <a:gd name="T36" fmla="*/ 44 w 256"/>
              <a:gd name="T37" fmla="*/ 88 h 256"/>
              <a:gd name="T38" fmla="*/ 36 w 256"/>
              <a:gd name="T39" fmla="*/ 80 h 256"/>
              <a:gd name="T40" fmla="*/ 16 w 256"/>
              <a:gd name="T41" fmla="*/ 216 h 256"/>
              <a:gd name="T42" fmla="*/ 24 w 256"/>
              <a:gd name="T43" fmla="*/ 100 h 256"/>
              <a:gd name="T44" fmla="*/ 56 w 256"/>
              <a:gd name="T45" fmla="*/ 40 h 256"/>
              <a:gd name="T46" fmla="*/ 57 w 256"/>
              <a:gd name="T47" fmla="*/ 163 h 256"/>
              <a:gd name="T48" fmla="*/ 88 w 256"/>
              <a:gd name="T49" fmla="*/ 192 h 256"/>
              <a:gd name="T50" fmla="*/ 171 w 256"/>
              <a:gd name="T51" fmla="*/ 191 h 256"/>
              <a:gd name="T52" fmla="*/ 200 w 256"/>
              <a:gd name="T53" fmla="*/ 160 h 256"/>
              <a:gd name="T54" fmla="*/ 208 w 256"/>
              <a:gd name="T55" fmla="*/ 40 h 256"/>
              <a:gd name="T56" fmla="*/ 212 w 256"/>
              <a:gd name="T57" fmla="*/ 4 h 256"/>
              <a:gd name="T58" fmla="*/ 140 w 256"/>
              <a:gd name="T59" fmla="*/ 0 h 256"/>
              <a:gd name="T60" fmla="*/ 136 w 256"/>
              <a:gd name="T61" fmla="*/ 36 h 256"/>
              <a:gd name="T62" fmla="*/ 148 w 256"/>
              <a:gd name="T63" fmla="*/ 40 h 256"/>
              <a:gd name="T64" fmla="*/ 142 w 256"/>
              <a:gd name="T65" fmla="*/ 140 h 256"/>
              <a:gd name="T66" fmla="*/ 108 w 256"/>
              <a:gd name="T67" fmla="*/ 134 h 256"/>
              <a:gd name="T68" fmla="*/ 116 w 256"/>
              <a:gd name="T69" fmla="*/ 40 h 256"/>
              <a:gd name="T70" fmla="*/ 120 w 256"/>
              <a:gd name="T71" fmla="*/ 4 h 256"/>
              <a:gd name="T72" fmla="*/ 48 w 256"/>
              <a:gd name="T73" fmla="*/ 0 h 256"/>
              <a:gd name="T74" fmla="*/ 44 w 256"/>
              <a:gd name="T75" fmla="*/ 36 h 256"/>
              <a:gd name="T76" fmla="*/ 52 w 256"/>
              <a:gd name="T77" fmla="*/ 8 h 256"/>
              <a:gd name="T78" fmla="*/ 112 w 256"/>
              <a:gd name="T79" fmla="*/ 32 h 256"/>
              <a:gd name="T80" fmla="*/ 100 w 256"/>
              <a:gd name="T81" fmla="*/ 36 h 256"/>
              <a:gd name="T82" fmla="*/ 101 w 256"/>
              <a:gd name="T83" fmla="*/ 139 h 256"/>
              <a:gd name="T84" fmla="*/ 112 w 256"/>
              <a:gd name="T85" fmla="*/ 148 h 256"/>
              <a:gd name="T86" fmla="*/ 147 w 256"/>
              <a:gd name="T87" fmla="*/ 147 h 256"/>
              <a:gd name="T88" fmla="*/ 156 w 256"/>
              <a:gd name="T89" fmla="*/ 136 h 256"/>
              <a:gd name="T90" fmla="*/ 152 w 256"/>
              <a:gd name="T91" fmla="*/ 32 h 256"/>
              <a:gd name="T92" fmla="*/ 144 w 256"/>
              <a:gd name="T93" fmla="*/ 8 h 256"/>
              <a:gd name="T94" fmla="*/ 204 w 256"/>
              <a:gd name="T95" fmla="*/ 32 h 256"/>
              <a:gd name="T96" fmla="*/ 192 w 256"/>
              <a:gd name="T97" fmla="*/ 36 h 256"/>
              <a:gd name="T98" fmla="*/ 166 w 256"/>
              <a:gd name="T99" fmla="*/ 184 h 256"/>
              <a:gd name="T100" fmla="*/ 64 w 256"/>
              <a:gd name="T101" fmla="*/ 158 h 256"/>
              <a:gd name="T102" fmla="*/ 60 w 256"/>
              <a:gd name="T103" fmla="*/ 32 h 256"/>
              <a:gd name="T104" fmla="*/ 52 w 256"/>
              <a:gd name="T105" fmla="*/ 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252" y="224"/>
                </a:moveTo>
                <a:cubicBezTo>
                  <a:pt x="156" y="224"/>
                  <a:pt x="156" y="224"/>
                  <a:pt x="156" y="224"/>
                </a:cubicBezTo>
                <a:cubicBezTo>
                  <a:pt x="155" y="224"/>
                  <a:pt x="154" y="224"/>
                  <a:pt x="153" y="225"/>
                </a:cubicBezTo>
                <a:cubicBezTo>
                  <a:pt x="152" y="226"/>
                  <a:pt x="152" y="227"/>
                  <a:pt x="152" y="228"/>
                </a:cubicBezTo>
                <a:cubicBezTo>
                  <a:pt x="152" y="232"/>
                  <a:pt x="152" y="232"/>
                  <a:pt x="152" y="232"/>
                </a:cubicBezTo>
                <a:cubicBezTo>
                  <a:pt x="104" y="232"/>
                  <a:pt x="104" y="232"/>
                  <a:pt x="104" y="232"/>
                </a:cubicBezTo>
                <a:cubicBezTo>
                  <a:pt x="104" y="228"/>
                  <a:pt x="104" y="228"/>
                  <a:pt x="104" y="228"/>
                </a:cubicBezTo>
                <a:cubicBezTo>
                  <a:pt x="104" y="226"/>
                  <a:pt x="102" y="224"/>
                  <a:pt x="100" y="224"/>
                </a:cubicBezTo>
                <a:cubicBezTo>
                  <a:pt x="4" y="224"/>
                  <a:pt x="4" y="224"/>
                  <a:pt x="4" y="224"/>
                </a:cubicBezTo>
                <a:cubicBezTo>
                  <a:pt x="2" y="224"/>
                  <a:pt x="0" y="226"/>
                  <a:pt x="0" y="228"/>
                </a:cubicBezTo>
                <a:cubicBezTo>
                  <a:pt x="0" y="243"/>
                  <a:pt x="13" y="256"/>
                  <a:pt x="28" y="256"/>
                </a:cubicBezTo>
                <a:cubicBezTo>
                  <a:pt x="228" y="256"/>
                  <a:pt x="228" y="256"/>
                  <a:pt x="228" y="256"/>
                </a:cubicBezTo>
                <a:cubicBezTo>
                  <a:pt x="243" y="256"/>
                  <a:pt x="256" y="243"/>
                  <a:pt x="256" y="228"/>
                </a:cubicBezTo>
                <a:cubicBezTo>
                  <a:pt x="256" y="226"/>
                  <a:pt x="254" y="224"/>
                  <a:pt x="252" y="224"/>
                </a:cubicBezTo>
                <a:close/>
                <a:moveTo>
                  <a:pt x="228" y="248"/>
                </a:moveTo>
                <a:cubicBezTo>
                  <a:pt x="28" y="248"/>
                  <a:pt x="28" y="248"/>
                  <a:pt x="28" y="248"/>
                </a:cubicBezTo>
                <a:cubicBezTo>
                  <a:pt x="18" y="248"/>
                  <a:pt x="10" y="241"/>
                  <a:pt x="8" y="232"/>
                </a:cubicBezTo>
                <a:cubicBezTo>
                  <a:pt x="96" y="232"/>
                  <a:pt x="96" y="232"/>
                  <a:pt x="96" y="232"/>
                </a:cubicBezTo>
                <a:cubicBezTo>
                  <a:pt x="96" y="236"/>
                  <a:pt x="96" y="236"/>
                  <a:pt x="96" y="236"/>
                </a:cubicBezTo>
                <a:cubicBezTo>
                  <a:pt x="96" y="238"/>
                  <a:pt x="98" y="240"/>
                  <a:pt x="100" y="240"/>
                </a:cubicBezTo>
                <a:cubicBezTo>
                  <a:pt x="156" y="240"/>
                  <a:pt x="156" y="240"/>
                  <a:pt x="156" y="240"/>
                </a:cubicBezTo>
                <a:cubicBezTo>
                  <a:pt x="157" y="240"/>
                  <a:pt x="158" y="240"/>
                  <a:pt x="159" y="239"/>
                </a:cubicBezTo>
                <a:cubicBezTo>
                  <a:pt x="160" y="238"/>
                  <a:pt x="160" y="237"/>
                  <a:pt x="160" y="236"/>
                </a:cubicBezTo>
                <a:cubicBezTo>
                  <a:pt x="160" y="232"/>
                  <a:pt x="160" y="232"/>
                  <a:pt x="160" y="232"/>
                </a:cubicBezTo>
                <a:cubicBezTo>
                  <a:pt x="248" y="232"/>
                  <a:pt x="248" y="232"/>
                  <a:pt x="248" y="232"/>
                </a:cubicBezTo>
                <a:cubicBezTo>
                  <a:pt x="246" y="241"/>
                  <a:pt x="238" y="248"/>
                  <a:pt x="228" y="248"/>
                </a:cubicBezTo>
                <a:close/>
                <a:moveTo>
                  <a:pt x="212" y="88"/>
                </a:moveTo>
                <a:cubicBezTo>
                  <a:pt x="220" y="88"/>
                  <a:pt x="220" y="88"/>
                  <a:pt x="220" y="88"/>
                </a:cubicBezTo>
                <a:cubicBezTo>
                  <a:pt x="227" y="88"/>
                  <a:pt x="232" y="93"/>
                  <a:pt x="232" y="100"/>
                </a:cubicBezTo>
                <a:cubicBezTo>
                  <a:pt x="232" y="216"/>
                  <a:pt x="232" y="216"/>
                  <a:pt x="232" y="216"/>
                </a:cubicBezTo>
                <a:cubicBezTo>
                  <a:pt x="240" y="216"/>
                  <a:pt x="240" y="216"/>
                  <a:pt x="240" y="216"/>
                </a:cubicBezTo>
                <a:cubicBezTo>
                  <a:pt x="240" y="100"/>
                  <a:pt x="240" y="100"/>
                  <a:pt x="240" y="100"/>
                </a:cubicBezTo>
                <a:cubicBezTo>
                  <a:pt x="240" y="89"/>
                  <a:pt x="231" y="80"/>
                  <a:pt x="220" y="80"/>
                </a:cubicBezTo>
                <a:cubicBezTo>
                  <a:pt x="212" y="80"/>
                  <a:pt x="212" y="80"/>
                  <a:pt x="212" y="80"/>
                </a:cubicBezTo>
                <a:lnTo>
                  <a:pt x="212" y="88"/>
                </a:lnTo>
                <a:close/>
                <a:moveTo>
                  <a:pt x="24" y="100"/>
                </a:moveTo>
                <a:cubicBezTo>
                  <a:pt x="24" y="93"/>
                  <a:pt x="29" y="88"/>
                  <a:pt x="36" y="88"/>
                </a:cubicBezTo>
                <a:cubicBezTo>
                  <a:pt x="44" y="88"/>
                  <a:pt x="44" y="88"/>
                  <a:pt x="44" y="88"/>
                </a:cubicBezTo>
                <a:cubicBezTo>
                  <a:pt x="44" y="80"/>
                  <a:pt x="44" y="80"/>
                  <a:pt x="44" y="80"/>
                </a:cubicBezTo>
                <a:cubicBezTo>
                  <a:pt x="36" y="80"/>
                  <a:pt x="36" y="80"/>
                  <a:pt x="36" y="80"/>
                </a:cubicBezTo>
                <a:cubicBezTo>
                  <a:pt x="25" y="80"/>
                  <a:pt x="16" y="89"/>
                  <a:pt x="16" y="100"/>
                </a:cubicBezTo>
                <a:cubicBezTo>
                  <a:pt x="16" y="216"/>
                  <a:pt x="16" y="216"/>
                  <a:pt x="16" y="216"/>
                </a:cubicBezTo>
                <a:cubicBezTo>
                  <a:pt x="24" y="216"/>
                  <a:pt x="24" y="216"/>
                  <a:pt x="24" y="216"/>
                </a:cubicBezTo>
                <a:lnTo>
                  <a:pt x="24" y="100"/>
                </a:lnTo>
                <a:close/>
                <a:moveTo>
                  <a:pt x="48" y="40"/>
                </a:moveTo>
                <a:cubicBezTo>
                  <a:pt x="56" y="40"/>
                  <a:pt x="56" y="40"/>
                  <a:pt x="56" y="40"/>
                </a:cubicBezTo>
                <a:cubicBezTo>
                  <a:pt x="56" y="160"/>
                  <a:pt x="56" y="160"/>
                  <a:pt x="56" y="160"/>
                </a:cubicBezTo>
                <a:cubicBezTo>
                  <a:pt x="56" y="161"/>
                  <a:pt x="56" y="162"/>
                  <a:pt x="57" y="163"/>
                </a:cubicBezTo>
                <a:cubicBezTo>
                  <a:pt x="85" y="191"/>
                  <a:pt x="85" y="191"/>
                  <a:pt x="85" y="191"/>
                </a:cubicBezTo>
                <a:cubicBezTo>
                  <a:pt x="86" y="192"/>
                  <a:pt x="87" y="192"/>
                  <a:pt x="88" y="192"/>
                </a:cubicBezTo>
                <a:cubicBezTo>
                  <a:pt x="168" y="192"/>
                  <a:pt x="168" y="192"/>
                  <a:pt x="168" y="192"/>
                </a:cubicBezTo>
                <a:cubicBezTo>
                  <a:pt x="169" y="192"/>
                  <a:pt x="170" y="192"/>
                  <a:pt x="171" y="191"/>
                </a:cubicBezTo>
                <a:cubicBezTo>
                  <a:pt x="199" y="163"/>
                  <a:pt x="199" y="163"/>
                  <a:pt x="199" y="163"/>
                </a:cubicBezTo>
                <a:cubicBezTo>
                  <a:pt x="200" y="162"/>
                  <a:pt x="200" y="161"/>
                  <a:pt x="200" y="160"/>
                </a:cubicBezTo>
                <a:cubicBezTo>
                  <a:pt x="200" y="40"/>
                  <a:pt x="200" y="40"/>
                  <a:pt x="200" y="40"/>
                </a:cubicBezTo>
                <a:cubicBezTo>
                  <a:pt x="208" y="40"/>
                  <a:pt x="208" y="40"/>
                  <a:pt x="208" y="40"/>
                </a:cubicBezTo>
                <a:cubicBezTo>
                  <a:pt x="210" y="40"/>
                  <a:pt x="212" y="38"/>
                  <a:pt x="212" y="36"/>
                </a:cubicBezTo>
                <a:cubicBezTo>
                  <a:pt x="212" y="4"/>
                  <a:pt x="212" y="4"/>
                  <a:pt x="212" y="4"/>
                </a:cubicBezTo>
                <a:cubicBezTo>
                  <a:pt x="212" y="2"/>
                  <a:pt x="210" y="0"/>
                  <a:pt x="208" y="0"/>
                </a:cubicBezTo>
                <a:cubicBezTo>
                  <a:pt x="140" y="0"/>
                  <a:pt x="140" y="0"/>
                  <a:pt x="140" y="0"/>
                </a:cubicBezTo>
                <a:cubicBezTo>
                  <a:pt x="138" y="0"/>
                  <a:pt x="136" y="2"/>
                  <a:pt x="136" y="4"/>
                </a:cubicBezTo>
                <a:cubicBezTo>
                  <a:pt x="136" y="36"/>
                  <a:pt x="136" y="36"/>
                  <a:pt x="136" y="36"/>
                </a:cubicBezTo>
                <a:cubicBezTo>
                  <a:pt x="136" y="38"/>
                  <a:pt x="138" y="40"/>
                  <a:pt x="140" y="40"/>
                </a:cubicBezTo>
                <a:cubicBezTo>
                  <a:pt x="148" y="40"/>
                  <a:pt x="148" y="40"/>
                  <a:pt x="148" y="40"/>
                </a:cubicBezTo>
                <a:cubicBezTo>
                  <a:pt x="148" y="134"/>
                  <a:pt x="148" y="134"/>
                  <a:pt x="148" y="134"/>
                </a:cubicBezTo>
                <a:cubicBezTo>
                  <a:pt x="142" y="140"/>
                  <a:pt x="142" y="140"/>
                  <a:pt x="142" y="140"/>
                </a:cubicBezTo>
                <a:cubicBezTo>
                  <a:pt x="114" y="140"/>
                  <a:pt x="114" y="140"/>
                  <a:pt x="114" y="140"/>
                </a:cubicBezTo>
                <a:cubicBezTo>
                  <a:pt x="108" y="134"/>
                  <a:pt x="108" y="134"/>
                  <a:pt x="108" y="134"/>
                </a:cubicBezTo>
                <a:cubicBezTo>
                  <a:pt x="108" y="40"/>
                  <a:pt x="108" y="40"/>
                  <a:pt x="108" y="40"/>
                </a:cubicBezTo>
                <a:cubicBezTo>
                  <a:pt x="116" y="40"/>
                  <a:pt x="116" y="40"/>
                  <a:pt x="116" y="40"/>
                </a:cubicBezTo>
                <a:cubicBezTo>
                  <a:pt x="118" y="40"/>
                  <a:pt x="120" y="38"/>
                  <a:pt x="120" y="36"/>
                </a:cubicBezTo>
                <a:cubicBezTo>
                  <a:pt x="120" y="4"/>
                  <a:pt x="120" y="4"/>
                  <a:pt x="120" y="4"/>
                </a:cubicBezTo>
                <a:cubicBezTo>
                  <a:pt x="120" y="2"/>
                  <a:pt x="118" y="0"/>
                  <a:pt x="116" y="0"/>
                </a:cubicBezTo>
                <a:cubicBezTo>
                  <a:pt x="48" y="0"/>
                  <a:pt x="48" y="0"/>
                  <a:pt x="48" y="0"/>
                </a:cubicBezTo>
                <a:cubicBezTo>
                  <a:pt x="46" y="0"/>
                  <a:pt x="44" y="2"/>
                  <a:pt x="44" y="4"/>
                </a:cubicBezTo>
                <a:cubicBezTo>
                  <a:pt x="44" y="36"/>
                  <a:pt x="44" y="36"/>
                  <a:pt x="44" y="36"/>
                </a:cubicBezTo>
                <a:cubicBezTo>
                  <a:pt x="44" y="38"/>
                  <a:pt x="46" y="40"/>
                  <a:pt x="48" y="40"/>
                </a:cubicBezTo>
                <a:close/>
                <a:moveTo>
                  <a:pt x="52" y="8"/>
                </a:moveTo>
                <a:cubicBezTo>
                  <a:pt x="112" y="8"/>
                  <a:pt x="112" y="8"/>
                  <a:pt x="112" y="8"/>
                </a:cubicBezTo>
                <a:cubicBezTo>
                  <a:pt x="112" y="32"/>
                  <a:pt x="112" y="32"/>
                  <a:pt x="112" y="32"/>
                </a:cubicBezTo>
                <a:cubicBezTo>
                  <a:pt x="104" y="32"/>
                  <a:pt x="104" y="32"/>
                  <a:pt x="104" y="32"/>
                </a:cubicBezTo>
                <a:cubicBezTo>
                  <a:pt x="102" y="32"/>
                  <a:pt x="100" y="34"/>
                  <a:pt x="100" y="36"/>
                </a:cubicBezTo>
                <a:cubicBezTo>
                  <a:pt x="100" y="136"/>
                  <a:pt x="100" y="136"/>
                  <a:pt x="100" y="136"/>
                </a:cubicBezTo>
                <a:cubicBezTo>
                  <a:pt x="100" y="137"/>
                  <a:pt x="100" y="138"/>
                  <a:pt x="101" y="139"/>
                </a:cubicBezTo>
                <a:cubicBezTo>
                  <a:pt x="109" y="147"/>
                  <a:pt x="109" y="147"/>
                  <a:pt x="109" y="147"/>
                </a:cubicBezTo>
                <a:cubicBezTo>
                  <a:pt x="110" y="148"/>
                  <a:pt x="111" y="148"/>
                  <a:pt x="112" y="148"/>
                </a:cubicBezTo>
                <a:cubicBezTo>
                  <a:pt x="144" y="148"/>
                  <a:pt x="144" y="148"/>
                  <a:pt x="144" y="148"/>
                </a:cubicBezTo>
                <a:cubicBezTo>
                  <a:pt x="145" y="148"/>
                  <a:pt x="146" y="148"/>
                  <a:pt x="147" y="147"/>
                </a:cubicBezTo>
                <a:cubicBezTo>
                  <a:pt x="155" y="139"/>
                  <a:pt x="155" y="139"/>
                  <a:pt x="155" y="139"/>
                </a:cubicBezTo>
                <a:cubicBezTo>
                  <a:pt x="156" y="138"/>
                  <a:pt x="156" y="137"/>
                  <a:pt x="156" y="136"/>
                </a:cubicBezTo>
                <a:cubicBezTo>
                  <a:pt x="156" y="36"/>
                  <a:pt x="156" y="36"/>
                  <a:pt x="156" y="36"/>
                </a:cubicBezTo>
                <a:cubicBezTo>
                  <a:pt x="156" y="34"/>
                  <a:pt x="154" y="32"/>
                  <a:pt x="152" y="32"/>
                </a:cubicBezTo>
                <a:cubicBezTo>
                  <a:pt x="144" y="32"/>
                  <a:pt x="144" y="32"/>
                  <a:pt x="144" y="32"/>
                </a:cubicBezTo>
                <a:cubicBezTo>
                  <a:pt x="144" y="8"/>
                  <a:pt x="144" y="8"/>
                  <a:pt x="144" y="8"/>
                </a:cubicBezTo>
                <a:cubicBezTo>
                  <a:pt x="204" y="8"/>
                  <a:pt x="204" y="8"/>
                  <a:pt x="204" y="8"/>
                </a:cubicBezTo>
                <a:cubicBezTo>
                  <a:pt x="204" y="32"/>
                  <a:pt x="204" y="32"/>
                  <a:pt x="204" y="32"/>
                </a:cubicBezTo>
                <a:cubicBezTo>
                  <a:pt x="196" y="32"/>
                  <a:pt x="196" y="32"/>
                  <a:pt x="196" y="32"/>
                </a:cubicBezTo>
                <a:cubicBezTo>
                  <a:pt x="194" y="32"/>
                  <a:pt x="192" y="34"/>
                  <a:pt x="192" y="36"/>
                </a:cubicBezTo>
                <a:cubicBezTo>
                  <a:pt x="192" y="158"/>
                  <a:pt x="192" y="158"/>
                  <a:pt x="192" y="158"/>
                </a:cubicBezTo>
                <a:cubicBezTo>
                  <a:pt x="166" y="184"/>
                  <a:pt x="166" y="184"/>
                  <a:pt x="166" y="184"/>
                </a:cubicBezTo>
                <a:cubicBezTo>
                  <a:pt x="90" y="184"/>
                  <a:pt x="90" y="184"/>
                  <a:pt x="90" y="184"/>
                </a:cubicBezTo>
                <a:cubicBezTo>
                  <a:pt x="64" y="158"/>
                  <a:pt x="64" y="158"/>
                  <a:pt x="64" y="158"/>
                </a:cubicBezTo>
                <a:cubicBezTo>
                  <a:pt x="64" y="36"/>
                  <a:pt x="64" y="36"/>
                  <a:pt x="64" y="36"/>
                </a:cubicBezTo>
                <a:cubicBezTo>
                  <a:pt x="64" y="34"/>
                  <a:pt x="62" y="32"/>
                  <a:pt x="60" y="32"/>
                </a:cubicBezTo>
                <a:cubicBezTo>
                  <a:pt x="52" y="32"/>
                  <a:pt x="52" y="32"/>
                  <a:pt x="52" y="32"/>
                </a:cubicBezTo>
                <a:lnTo>
                  <a:pt x="52" y="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79" name="Freeform 236">
            <a:extLst>
              <a:ext uri="{FF2B5EF4-FFF2-40B4-BE49-F238E27FC236}">
                <a16:creationId xmlns:a16="http://schemas.microsoft.com/office/drawing/2014/main" id="{6E51EB37-1F98-4289-B8CF-B6DB2F6EBB49}"/>
              </a:ext>
            </a:extLst>
          </p:cNvPr>
          <p:cNvSpPr>
            <a:spLocks noChangeAspect="1" noEditPoints="1"/>
          </p:cNvSpPr>
          <p:nvPr/>
        </p:nvSpPr>
        <p:spPr bwMode="auto">
          <a:xfrm>
            <a:off x="5411318" y="4352925"/>
            <a:ext cx="400050" cy="400050"/>
          </a:xfrm>
          <a:custGeom>
            <a:avLst/>
            <a:gdLst>
              <a:gd name="T0" fmla="*/ 86 w 256"/>
              <a:gd name="T1" fmla="*/ 119 h 256"/>
              <a:gd name="T2" fmla="*/ 87 w 256"/>
              <a:gd name="T3" fmla="*/ 203 h 256"/>
              <a:gd name="T4" fmla="*/ 102 w 256"/>
              <a:gd name="T5" fmla="*/ 217 h 256"/>
              <a:gd name="T6" fmla="*/ 156 w 256"/>
              <a:gd name="T7" fmla="*/ 216 h 256"/>
              <a:gd name="T8" fmla="*/ 170 w 256"/>
              <a:gd name="T9" fmla="*/ 200 h 256"/>
              <a:gd name="T10" fmla="*/ 166 w 256"/>
              <a:gd name="T11" fmla="*/ 115 h 256"/>
              <a:gd name="T12" fmla="*/ 162 w 256"/>
              <a:gd name="T13" fmla="*/ 199 h 256"/>
              <a:gd name="T14" fmla="*/ 104 w 256"/>
              <a:gd name="T15" fmla="*/ 209 h 256"/>
              <a:gd name="T16" fmla="*/ 94 w 256"/>
              <a:gd name="T17" fmla="*/ 119 h 256"/>
              <a:gd name="T18" fmla="*/ 205 w 256"/>
              <a:gd name="T19" fmla="*/ 196 h 256"/>
              <a:gd name="T20" fmla="*/ 201 w 256"/>
              <a:gd name="T21" fmla="*/ 216 h 256"/>
              <a:gd name="T22" fmla="*/ 83 w 256"/>
              <a:gd name="T23" fmla="*/ 248 h 256"/>
              <a:gd name="T24" fmla="*/ 55 w 256"/>
              <a:gd name="T25" fmla="*/ 106 h 256"/>
              <a:gd name="T26" fmla="*/ 47 w 256"/>
              <a:gd name="T27" fmla="*/ 106 h 256"/>
              <a:gd name="T28" fmla="*/ 48 w 256"/>
              <a:gd name="T29" fmla="*/ 220 h 256"/>
              <a:gd name="T30" fmla="*/ 81 w 256"/>
              <a:gd name="T31" fmla="*/ 256 h 256"/>
              <a:gd name="T32" fmla="*/ 178 w 256"/>
              <a:gd name="T33" fmla="*/ 254 h 256"/>
              <a:gd name="T34" fmla="*/ 209 w 256"/>
              <a:gd name="T35" fmla="*/ 217 h 256"/>
              <a:gd name="T36" fmla="*/ 205 w 256"/>
              <a:gd name="T37" fmla="*/ 196 h 256"/>
              <a:gd name="T38" fmla="*/ 133 w 256"/>
              <a:gd name="T39" fmla="*/ 1 h 256"/>
              <a:gd name="T40" fmla="*/ 6 w 256"/>
              <a:gd name="T41" fmla="*/ 42 h 256"/>
              <a:gd name="T42" fmla="*/ 0 w 256"/>
              <a:gd name="T43" fmla="*/ 60 h 256"/>
              <a:gd name="T44" fmla="*/ 124 w 256"/>
              <a:gd name="T45" fmla="*/ 101 h 256"/>
              <a:gd name="T46" fmla="*/ 133 w 256"/>
              <a:gd name="T47" fmla="*/ 101 h 256"/>
              <a:gd name="T48" fmla="*/ 222 w 256"/>
              <a:gd name="T49" fmla="*/ 88 h 256"/>
              <a:gd name="T50" fmla="*/ 210 w 256"/>
              <a:gd name="T51" fmla="*/ 115 h 256"/>
              <a:gd name="T52" fmla="*/ 214 w 256"/>
              <a:gd name="T53" fmla="*/ 127 h 256"/>
              <a:gd name="T54" fmla="*/ 204 w 256"/>
              <a:gd name="T55" fmla="*/ 175 h 256"/>
              <a:gd name="T56" fmla="*/ 221 w 256"/>
              <a:gd name="T57" fmla="*/ 179 h 256"/>
              <a:gd name="T58" fmla="*/ 226 w 256"/>
              <a:gd name="T59" fmla="*/ 176 h 256"/>
              <a:gd name="T60" fmla="*/ 230 w 256"/>
              <a:gd name="T61" fmla="*/ 179 h 256"/>
              <a:gd name="T62" fmla="*/ 249 w 256"/>
              <a:gd name="T63" fmla="*/ 175 h 256"/>
              <a:gd name="T64" fmla="*/ 239 w 256"/>
              <a:gd name="T65" fmla="*/ 127 h 256"/>
              <a:gd name="T66" fmla="*/ 243 w 256"/>
              <a:gd name="T67" fmla="*/ 115 h 256"/>
              <a:gd name="T68" fmla="*/ 230 w 256"/>
              <a:gd name="T69" fmla="*/ 88 h 256"/>
              <a:gd name="T70" fmla="*/ 129 w 256"/>
              <a:gd name="T71" fmla="*/ 38 h 256"/>
              <a:gd name="T72" fmla="*/ 127 w 256"/>
              <a:gd name="T73" fmla="*/ 46 h 256"/>
              <a:gd name="T74" fmla="*/ 130 w 256"/>
              <a:gd name="T75" fmla="*/ 93 h 256"/>
              <a:gd name="T76" fmla="*/ 8 w 256"/>
              <a:gd name="T77" fmla="*/ 60 h 256"/>
              <a:gd name="T78" fmla="*/ 125 w 256"/>
              <a:gd name="T79" fmla="*/ 9 h 256"/>
              <a:gd name="T80" fmla="*/ 248 w 256"/>
              <a:gd name="T81" fmla="*/ 49 h 256"/>
              <a:gd name="T82" fmla="*/ 247 w 256"/>
              <a:gd name="T83" fmla="*/ 61 h 256"/>
              <a:gd name="T84" fmla="*/ 249 w 256"/>
              <a:gd name="T85" fmla="*/ 69 h 256"/>
              <a:gd name="T86" fmla="*/ 256 w 256"/>
              <a:gd name="T87" fmla="*/ 63 h 256"/>
              <a:gd name="T88" fmla="*/ 250 w 256"/>
              <a:gd name="T89" fmla="*/ 42 h 256"/>
              <a:gd name="T90" fmla="*/ 242 w 256"/>
              <a:gd name="T91" fmla="*/ 171 h 256"/>
              <a:gd name="T92" fmla="*/ 235 w 256"/>
              <a:gd name="T93" fmla="*/ 167 h 256"/>
              <a:gd name="T94" fmla="*/ 228 w 256"/>
              <a:gd name="T95" fmla="*/ 163 h 256"/>
              <a:gd name="T96" fmla="*/ 211 w 256"/>
              <a:gd name="T97" fmla="*/ 171 h 256"/>
              <a:gd name="T98" fmla="*/ 221 w 256"/>
              <a:gd name="T99" fmla="*/ 131 h 256"/>
              <a:gd name="T100" fmla="*/ 232 w 256"/>
              <a:gd name="T101" fmla="*/ 131 h 256"/>
              <a:gd name="T102" fmla="*/ 226 w 256"/>
              <a:gd name="T103" fmla="*/ 106 h 256"/>
              <a:gd name="T104" fmla="*/ 226 w 256"/>
              <a:gd name="T105" fmla="*/ 124 h 256"/>
              <a:gd name="T106" fmla="*/ 226 w 256"/>
              <a:gd name="T107" fmla="*/ 10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90" y="115"/>
                </a:moveTo>
                <a:cubicBezTo>
                  <a:pt x="87" y="115"/>
                  <a:pt x="86" y="117"/>
                  <a:pt x="86" y="119"/>
                </a:cubicBezTo>
                <a:cubicBezTo>
                  <a:pt x="86" y="200"/>
                  <a:pt x="86" y="200"/>
                  <a:pt x="86" y="200"/>
                </a:cubicBezTo>
                <a:cubicBezTo>
                  <a:pt x="86" y="201"/>
                  <a:pt x="86" y="202"/>
                  <a:pt x="87" y="203"/>
                </a:cubicBezTo>
                <a:cubicBezTo>
                  <a:pt x="100" y="216"/>
                  <a:pt x="100" y="216"/>
                  <a:pt x="100" y="216"/>
                </a:cubicBezTo>
                <a:cubicBezTo>
                  <a:pt x="100" y="217"/>
                  <a:pt x="101" y="217"/>
                  <a:pt x="102" y="217"/>
                </a:cubicBezTo>
                <a:cubicBezTo>
                  <a:pt x="154" y="217"/>
                  <a:pt x="154" y="217"/>
                  <a:pt x="154" y="217"/>
                </a:cubicBezTo>
                <a:cubicBezTo>
                  <a:pt x="155" y="217"/>
                  <a:pt x="156" y="217"/>
                  <a:pt x="156" y="216"/>
                </a:cubicBezTo>
                <a:cubicBezTo>
                  <a:pt x="169" y="203"/>
                  <a:pt x="169" y="203"/>
                  <a:pt x="169" y="203"/>
                </a:cubicBezTo>
                <a:cubicBezTo>
                  <a:pt x="170" y="202"/>
                  <a:pt x="170" y="201"/>
                  <a:pt x="170" y="200"/>
                </a:cubicBezTo>
                <a:cubicBezTo>
                  <a:pt x="170" y="119"/>
                  <a:pt x="170" y="119"/>
                  <a:pt x="170" y="119"/>
                </a:cubicBezTo>
                <a:cubicBezTo>
                  <a:pt x="170" y="117"/>
                  <a:pt x="169" y="115"/>
                  <a:pt x="166" y="115"/>
                </a:cubicBezTo>
                <a:cubicBezTo>
                  <a:pt x="164" y="115"/>
                  <a:pt x="162" y="117"/>
                  <a:pt x="162" y="119"/>
                </a:cubicBezTo>
                <a:cubicBezTo>
                  <a:pt x="162" y="199"/>
                  <a:pt x="162" y="199"/>
                  <a:pt x="162" y="199"/>
                </a:cubicBezTo>
                <a:cubicBezTo>
                  <a:pt x="152" y="209"/>
                  <a:pt x="152" y="209"/>
                  <a:pt x="152" y="209"/>
                </a:cubicBezTo>
                <a:cubicBezTo>
                  <a:pt x="104" y="209"/>
                  <a:pt x="104" y="209"/>
                  <a:pt x="104" y="209"/>
                </a:cubicBezTo>
                <a:cubicBezTo>
                  <a:pt x="94" y="199"/>
                  <a:pt x="94" y="199"/>
                  <a:pt x="94" y="199"/>
                </a:cubicBezTo>
                <a:cubicBezTo>
                  <a:pt x="94" y="119"/>
                  <a:pt x="94" y="119"/>
                  <a:pt x="94" y="119"/>
                </a:cubicBezTo>
                <a:cubicBezTo>
                  <a:pt x="94" y="117"/>
                  <a:pt x="92" y="115"/>
                  <a:pt x="90" y="115"/>
                </a:cubicBezTo>
                <a:close/>
                <a:moveTo>
                  <a:pt x="205" y="196"/>
                </a:moveTo>
                <a:cubicBezTo>
                  <a:pt x="203" y="196"/>
                  <a:pt x="201" y="198"/>
                  <a:pt x="201" y="200"/>
                </a:cubicBezTo>
                <a:cubicBezTo>
                  <a:pt x="201" y="216"/>
                  <a:pt x="201" y="216"/>
                  <a:pt x="201" y="216"/>
                </a:cubicBezTo>
                <a:cubicBezTo>
                  <a:pt x="173" y="248"/>
                  <a:pt x="173" y="248"/>
                  <a:pt x="173" y="248"/>
                </a:cubicBezTo>
                <a:cubicBezTo>
                  <a:pt x="83" y="248"/>
                  <a:pt x="83" y="248"/>
                  <a:pt x="83" y="248"/>
                </a:cubicBezTo>
                <a:cubicBezTo>
                  <a:pt x="55" y="216"/>
                  <a:pt x="55" y="216"/>
                  <a:pt x="55" y="216"/>
                </a:cubicBezTo>
                <a:cubicBezTo>
                  <a:pt x="55" y="106"/>
                  <a:pt x="55" y="106"/>
                  <a:pt x="55" y="106"/>
                </a:cubicBezTo>
                <a:cubicBezTo>
                  <a:pt x="55" y="104"/>
                  <a:pt x="53" y="102"/>
                  <a:pt x="51" y="102"/>
                </a:cubicBezTo>
                <a:cubicBezTo>
                  <a:pt x="49" y="102"/>
                  <a:pt x="47" y="104"/>
                  <a:pt x="47" y="106"/>
                </a:cubicBezTo>
                <a:cubicBezTo>
                  <a:pt x="47" y="217"/>
                  <a:pt x="47" y="217"/>
                  <a:pt x="47" y="217"/>
                </a:cubicBezTo>
                <a:cubicBezTo>
                  <a:pt x="47" y="218"/>
                  <a:pt x="47" y="219"/>
                  <a:pt x="48" y="220"/>
                </a:cubicBezTo>
                <a:cubicBezTo>
                  <a:pt x="78" y="254"/>
                  <a:pt x="78" y="254"/>
                  <a:pt x="78" y="254"/>
                </a:cubicBezTo>
                <a:cubicBezTo>
                  <a:pt x="79" y="255"/>
                  <a:pt x="80" y="256"/>
                  <a:pt x="81" y="256"/>
                </a:cubicBezTo>
                <a:cubicBezTo>
                  <a:pt x="175" y="256"/>
                  <a:pt x="175" y="256"/>
                  <a:pt x="175" y="256"/>
                </a:cubicBezTo>
                <a:cubicBezTo>
                  <a:pt x="176" y="256"/>
                  <a:pt x="177" y="255"/>
                  <a:pt x="178" y="254"/>
                </a:cubicBezTo>
                <a:cubicBezTo>
                  <a:pt x="208" y="220"/>
                  <a:pt x="208" y="220"/>
                  <a:pt x="208" y="220"/>
                </a:cubicBezTo>
                <a:cubicBezTo>
                  <a:pt x="209" y="219"/>
                  <a:pt x="209" y="218"/>
                  <a:pt x="209" y="217"/>
                </a:cubicBezTo>
                <a:cubicBezTo>
                  <a:pt x="209" y="200"/>
                  <a:pt x="209" y="200"/>
                  <a:pt x="209" y="200"/>
                </a:cubicBezTo>
                <a:cubicBezTo>
                  <a:pt x="209" y="198"/>
                  <a:pt x="207" y="196"/>
                  <a:pt x="205" y="196"/>
                </a:cubicBezTo>
                <a:close/>
                <a:moveTo>
                  <a:pt x="250" y="42"/>
                </a:moveTo>
                <a:cubicBezTo>
                  <a:pt x="133" y="1"/>
                  <a:pt x="133" y="1"/>
                  <a:pt x="133" y="1"/>
                </a:cubicBezTo>
                <a:cubicBezTo>
                  <a:pt x="130" y="0"/>
                  <a:pt x="126" y="0"/>
                  <a:pt x="123" y="1"/>
                </a:cubicBezTo>
                <a:cubicBezTo>
                  <a:pt x="6" y="42"/>
                  <a:pt x="6" y="42"/>
                  <a:pt x="6" y="42"/>
                </a:cubicBezTo>
                <a:cubicBezTo>
                  <a:pt x="2" y="43"/>
                  <a:pt x="0" y="46"/>
                  <a:pt x="0" y="49"/>
                </a:cubicBezTo>
                <a:cubicBezTo>
                  <a:pt x="0" y="60"/>
                  <a:pt x="0" y="60"/>
                  <a:pt x="0" y="60"/>
                </a:cubicBezTo>
                <a:cubicBezTo>
                  <a:pt x="0" y="64"/>
                  <a:pt x="2" y="67"/>
                  <a:pt x="6" y="68"/>
                </a:cubicBezTo>
                <a:cubicBezTo>
                  <a:pt x="124" y="101"/>
                  <a:pt x="124" y="101"/>
                  <a:pt x="124" y="101"/>
                </a:cubicBezTo>
                <a:cubicBezTo>
                  <a:pt x="125" y="101"/>
                  <a:pt x="126" y="101"/>
                  <a:pt x="128" y="101"/>
                </a:cubicBezTo>
                <a:cubicBezTo>
                  <a:pt x="130" y="101"/>
                  <a:pt x="131" y="101"/>
                  <a:pt x="133" y="101"/>
                </a:cubicBezTo>
                <a:cubicBezTo>
                  <a:pt x="218" y="76"/>
                  <a:pt x="218" y="76"/>
                  <a:pt x="218" y="76"/>
                </a:cubicBezTo>
                <a:cubicBezTo>
                  <a:pt x="221" y="79"/>
                  <a:pt x="222" y="83"/>
                  <a:pt x="222" y="88"/>
                </a:cubicBezTo>
                <a:cubicBezTo>
                  <a:pt x="222" y="99"/>
                  <a:pt x="222" y="99"/>
                  <a:pt x="222" y="99"/>
                </a:cubicBezTo>
                <a:cubicBezTo>
                  <a:pt x="215" y="100"/>
                  <a:pt x="210" y="107"/>
                  <a:pt x="210" y="115"/>
                </a:cubicBezTo>
                <a:cubicBezTo>
                  <a:pt x="210" y="119"/>
                  <a:pt x="211" y="124"/>
                  <a:pt x="215" y="127"/>
                </a:cubicBezTo>
                <a:cubicBezTo>
                  <a:pt x="214" y="127"/>
                  <a:pt x="214" y="127"/>
                  <a:pt x="214" y="127"/>
                </a:cubicBezTo>
                <a:cubicBezTo>
                  <a:pt x="203" y="168"/>
                  <a:pt x="203" y="168"/>
                  <a:pt x="203" y="168"/>
                </a:cubicBezTo>
                <a:cubicBezTo>
                  <a:pt x="202" y="171"/>
                  <a:pt x="202" y="173"/>
                  <a:pt x="204" y="175"/>
                </a:cubicBezTo>
                <a:cubicBezTo>
                  <a:pt x="206" y="177"/>
                  <a:pt x="208" y="179"/>
                  <a:pt x="211" y="179"/>
                </a:cubicBezTo>
                <a:cubicBezTo>
                  <a:pt x="221" y="179"/>
                  <a:pt x="221" y="179"/>
                  <a:pt x="221" y="179"/>
                </a:cubicBezTo>
                <a:cubicBezTo>
                  <a:pt x="222" y="179"/>
                  <a:pt x="223" y="178"/>
                  <a:pt x="224" y="178"/>
                </a:cubicBezTo>
                <a:cubicBezTo>
                  <a:pt x="226" y="176"/>
                  <a:pt x="226" y="176"/>
                  <a:pt x="226" y="176"/>
                </a:cubicBezTo>
                <a:cubicBezTo>
                  <a:pt x="226" y="176"/>
                  <a:pt x="226" y="177"/>
                  <a:pt x="227" y="177"/>
                </a:cubicBezTo>
                <a:cubicBezTo>
                  <a:pt x="227" y="178"/>
                  <a:pt x="229" y="179"/>
                  <a:pt x="230" y="179"/>
                </a:cubicBezTo>
                <a:cubicBezTo>
                  <a:pt x="242" y="179"/>
                  <a:pt x="242" y="179"/>
                  <a:pt x="242" y="179"/>
                </a:cubicBezTo>
                <a:cubicBezTo>
                  <a:pt x="245" y="179"/>
                  <a:pt x="247" y="177"/>
                  <a:pt x="249" y="175"/>
                </a:cubicBezTo>
                <a:cubicBezTo>
                  <a:pt x="250" y="173"/>
                  <a:pt x="251" y="171"/>
                  <a:pt x="250" y="168"/>
                </a:cubicBezTo>
                <a:cubicBezTo>
                  <a:pt x="239" y="127"/>
                  <a:pt x="239" y="127"/>
                  <a:pt x="239" y="127"/>
                </a:cubicBezTo>
                <a:cubicBezTo>
                  <a:pt x="238" y="127"/>
                  <a:pt x="238" y="127"/>
                  <a:pt x="238" y="127"/>
                </a:cubicBezTo>
                <a:cubicBezTo>
                  <a:pt x="241" y="124"/>
                  <a:pt x="243" y="119"/>
                  <a:pt x="243" y="115"/>
                </a:cubicBezTo>
                <a:cubicBezTo>
                  <a:pt x="243" y="107"/>
                  <a:pt x="238" y="100"/>
                  <a:pt x="230" y="99"/>
                </a:cubicBezTo>
                <a:cubicBezTo>
                  <a:pt x="230" y="88"/>
                  <a:pt x="230" y="88"/>
                  <a:pt x="230" y="88"/>
                </a:cubicBezTo>
                <a:cubicBezTo>
                  <a:pt x="230" y="77"/>
                  <a:pt x="223" y="67"/>
                  <a:pt x="212" y="64"/>
                </a:cubicBezTo>
                <a:cubicBezTo>
                  <a:pt x="129" y="38"/>
                  <a:pt x="129" y="38"/>
                  <a:pt x="129" y="38"/>
                </a:cubicBezTo>
                <a:cubicBezTo>
                  <a:pt x="127" y="38"/>
                  <a:pt x="125" y="39"/>
                  <a:pt x="124" y="41"/>
                </a:cubicBezTo>
                <a:cubicBezTo>
                  <a:pt x="124" y="43"/>
                  <a:pt x="125" y="45"/>
                  <a:pt x="127" y="46"/>
                </a:cubicBezTo>
                <a:cubicBezTo>
                  <a:pt x="208" y="71"/>
                  <a:pt x="208" y="71"/>
                  <a:pt x="208" y="71"/>
                </a:cubicBezTo>
                <a:cubicBezTo>
                  <a:pt x="130" y="93"/>
                  <a:pt x="130" y="93"/>
                  <a:pt x="130" y="93"/>
                </a:cubicBezTo>
                <a:cubicBezTo>
                  <a:pt x="129" y="93"/>
                  <a:pt x="127" y="93"/>
                  <a:pt x="126" y="93"/>
                </a:cubicBezTo>
                <a:cubicBezTo>
                  <a:pt x="8" y="60"/>
                  <a:pt x="8" y="60"/>
                  <a:pt x="8" y="60"/>
                </a:cubicBezTo>
                <a:cubicBezTo>
                  <a:pt x="8" y="49"/>
                  <a:pt x="8" y="49"/>
                  <a:pt x="8" y="49"/>
                </a:cubicBezTo>
                <a:cubicBezTo>
                  <a:pt x="125" y="9"/>
                  <a:pt x="125" y="9"/>
                  <a:pt x="125" y="9"/>
                </a:cubicBezTo>
                <a:cubicBezTo>
                  <a:pt x="127" y="8"/>
                  <a:pt x="129" y="8"/>
                  <a:pt x="131" y="9"/>
                </a:cubicBezTo>
                <a:cubicBezTo>
                  <a:pt x="248" y="49"/>
                  <a:pt x="248" y="49"/>
                  <a:pt x="248" y="49"/>
                </a:cubicBezTo>
                <a:cubicBezTo>
                  <a:pt x="248" y="60"/>
                  <a:pt x="248" y="60"/>
                  <a:pt x="248" y="60"/>
                </a:cubicBezTo>
                <a:cubicBezTo>
                  <a:pt x="247" y="61"/>
                  <a:pt x="247" y="61"/>
                  <a:pt x="247" y="61"/>
                </a:cubicBezTo>
                <a:cubicBezTo>
                  <a:pt x="245" y="61"/>
                  <a:pt x="243" y="64"/>
                  <a:pt x="244" y="66"/>
                </a:cubicBezTo>
                <a:cubicBezTo>
                  <a:pt x="244" y="68"/>
                  <a:pt x="247" y="69"/>
                  <a:pt x="249" y="69"/>
                </a:cubicBezTo>
                <a:cubicBezTo>
                  <a:pt x="253" y="67"/>
                  <a:pt x="253" y="67"/>
                  <a:pt x="253" y="67"/>
                </a:cubicBezTo>
                <a:cubicBezTo>
                  <a:pt x="255" y="67"/>
                  <a:pt x="256" y="65"/>
                  <a:pt x="256" y="63"/>
                </a:cubicBezTo>
                <a:cubicBezTo>
                  <a:pt x="256" y="49"/>
                  <a:pt x="256" y="49"/>
                  <a:pt x="256" y="49"/>
                </a:cubicBezTo>
                <a:cubicBezTo>
                  <a:pt x="256" y="46"/>
                  <a:pt x="254" y="43"/>
                  <a:pt x="250" y="42"/>
                </a:cubicBezTo>
                <a:close/>
                <a:moveTo>
                  <a:pt x="242" y="170"/>
                </a:moveTo>
                <a:cubicBezTo>
                  <a:pt x="242" y="171"/>
                  <a:pt x="242" y="171"/>
                  <a:pt x="242" y="171"/>
                </a:cubicBezTo>
                <a:cubicBezTo>
                  <a:pt x="234" y="171"/>
                  <a:pt x="234" y="171"/>
                  <a:pt x="234" y="171"/>
                </a:cubicBezTo>
                <a:cubicBezTo>
                  <a:pt x="235" y="167"/>
                  <a:pt x="235" y="167"/>
                  <a:pt x="235" y="167"/>
                </a:cubicBezTo>
                <a:cubicBezTo>
                  <a:pt x="235" y="165"/>
                  <a:pt x="234" y="163"/>
                  <a:pt x="232" y="163"/>
                </a:cubicBezTo>
                <a:cubicBezTo>
                  <a:pt x="231" y="162"/>
                  <a:pt x="229" y="162"/>
                  <a:pt x="228" y="163"/>
                </a:cubicBezTo>
                <a:cubicBezTo>
                  <a:pt x="220" y="171"/>
                  <a:pt x="220" y="171"/>
                  <a:pt x="220" y="171"/>
                </a:cubicBezTo>
                <a:cubicBezTo>
                  <a:pt x="211" y="171"/>
                  <a:pt x="211" y="171"/>
                  <a:pt x="211" y="171"/>
                </a:cubicBezTo>
                <a:cubicBezTo>
                  <a:pt x="210" y="170"/>
                  <a:pt x="210" y="170"/>
                  <a:pt x="210" y="170"/>
                </a:cubicBezTo>
                <a:cubicBezTo>
                  <a:pt x="221" y="131"/>
                  <a:pt x="221" y="131"/>
                  <a:pt x="221" y="131"/>
                </a:cubicBezTo>
                <a:cubicBezTo>
                  <a:pt x="223" y="131"/>
                  <a:pt x="225" y="132"/>
                  <a:pt x="226" y="132"/>
                </a:cubicBezTo>
                <a:cubicBezTo>
                  <a:pt x="228" y="132"/>
                  <a:pt x="230" y="131"/>
                  <a:pt x="232" y="131"/>
                </a:cubicBezTo>
                <a:lnTo>
                  <a:pt x="242" y="170"/>
                </a:lnTo>
                <a:close/>
                <a:moveTo>
                  <a:pt x="226" y="106"/>
                </a:moveTo>
                <a:cubicBezTo>
                  <a:pt x="231" y="106"/>
                  <a:pt x="235" y="110"/>
                  <a:pt x="235" y="115"/>
                </a:cubicBezTo>
                <a:cubicBezTo>
                  <a:pt x="235" y="120"/>
                  <a:pt x="231" y="124"/>
                  <a:pt x="226" y="124"/>
                </a:cubicBezTo>
                <a:cubicBezTo>
                  <a:pt x="221" y="124"/>
                  <a:pt x="218" y="120"/>
                  <a:pt x="218" y="115"/>
                </a:cubicBezTo>
                <a:cubicBezTo>
                  <a:pt x="218" y="110"/>
                  <a:pt x="221" y="106"/>
                  <a:pt x="226" y="10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83" name="Freeform 243">
            <a:extLst>
              <a:ext uri="{FF2B5EF4-FFF2-40B4-BE49-F238E27FC236}">
                <a16:creationId xmlns:a16="http://schemas.microsoft.com/office/drawing/2014/main" id="{ACAC23F2-B87B-43A5-9647-A85194DF19BD}"/>
              </a:ext>
            </a:extLst>
          </p:cNvPr>
          <p:cNvSpPr>
            <a:spLocks noChangeAspect="1" noEditPoints="1"/>
          </p:cNvSpPr>
          <p:nvPr/>
        </p:nvSpPr>
        <p:spPr bwMode="auto">
          <a:xfrm>
            <a:off x="6378964" y="4352925"/>
            <a:ext cx="400050" cy="400050"/>
          </a:xfrm>
          <a:custGeom>
            <a:avLst/>
            <a:gdLst>
              <a:gd name="T0" fmla="*/ 192 w 256"/>
              <a:gd name="T1" fmla="*/ 20 h 256"/>
              <a:gd name="T2" fmla="*/ 3 w 256"/>
              <a:gd name="T3" fmla="*/ 40 h 256"/>
              <a:gd name="T4" fmla="*/ 72 w 256"/>
              <a:gd name="T5" fmla="*/ 71 h 256"/>
              <a:gd name="T6" fmla="*/ 60 w 256"/>
              <a:gd name="T7" fmla="*/ 228 h 256"/>
              <a:gd name="T8" fmla="*/ 220 w 256"/>
              <a:gd name="T9" fmla="*/ 164 h 256"/>
              <a:gd name="T10" fmla="*/ 66 w 256"/>
              <a:gd name="T11" fmla="*/ 222 h 256"/>
              <a:gd name="T12" fmla="*/ 188 w 256"/>
              <a:gd name="T13" fmla="*/ 90 h 256"/>
              <a:gd name="T14" fmla="*/ 193 w 256"/>
              <a:gd name="T15" fmla="*/ 69 h 256"/>
              <a:gd name="T16" fmla="*/ 128 w 256"/>
              <a:gd name="T17" fmla="*/ 36 h 256"/>
              <a:gd name="T18" fmla="*/ 212 w 256"/>
              <a:gd name="T19" fmla="*/ 35 h 256"/>
              <a:gd name="T20" fmla="*/ 204 w 256"/>
              <a:gd name="T21" fmla="*/ 103 h 256"/>
              <a:gd name="T22" fmla="*/ 211 w 256"/>
              <a:gd name="T23" fmla="*/ 152 h 256"/>
              <a:gd name="T24" fmla="*/ 219 w 256"/>
              <a:gd name="T25" fmla="*/ 152 h 256"/>
              <a:gd name="T26" fmla="*/ 228 w 256"/>
              <a:gd name="T27" fmla="*/ 103 h 256"/>
              <a:gd name="T28" fmla="*/ 220 w 256"/>
              <a:gd name="T29" fmla="*/ 61 h 256"/>
              <a:gd name="T30" fmla="*/ 253 w 256"/>
              <a:gd name="T31" fmla="*/ 40 h 256"/>
              <a:gd name="T32" fmla="*/ 176 w 256"/>
              <a:gd name="T33" fmla="*/ 77 h 256"/>
              <a:gd name="T34" fmla="*/ 224 w 256"/>
              <a:gd name="T35" fmla="*/ 144 h 256"/>
              <a:gd name="T36" fmla="*/ 210 w 256"/>
              <a:gd name="T37" fmla="*/ 144 h 256"/>
              <a:gd name="T38" fmla="*/ 221 w 256"/>
              <a:gd name="T39" fmla="*/ 107 h 256"/>
              <a:gd name="T40" fmla="*/ 208 w 256"/>
              <a:gd name="T41" fmla="*/ 92 h 256"/>
              <a:gd name="T42" fmla="*/ 220 w 256"/>
              <a:gd name="T43" fmla="*/ 38 h 256"/>
              <a:gd name="T44" fmla="*/ 118 w 256"/>
              <a:gd name="T45" fmla="*/ 180 h 256"/>
              <a:gd name="T46" fmla="*/ 84 w 256"/>
              <a:gd name="T47" fmla="*/ 157 h 256"/>
              <a:gd name="T48" fmla="*/ 63 w 256"/>
              <a:gd name="T49" fmla="*/ 136 h 256"/>
              <a:gd name="T50" fmla="*/ 102 w 256"/>
              <a:gd name="T51" fmla="*/ 114 h 256"/>
              <a:gd name="T52" fmla="*/ 110 w 256"/>
              <a:gd name="T53" fmla="*/ 96 h 256"/>
              <a:gd name="T54" fmla="*/ 98 w 256"/>
              <a:gd name="T55" fmla="*/ 97 h 256"/>
              <a:gd name="T56" fmla="*/ 76 w 256"/>
              <a:gd name="T57" fmla="*/ 113 h 256"/>
              <a:gd name="T58" fmla="*/ 54 w 256"/>
              <a:gd name="T59" fmla="*/ 134 h 256"/>
              <a:gd name="T60" fmla="*/ 79 w 256"/>
              <a:gd name="T61" fmla="*/ 162 h 256"/>
              <a:gd name="T62" fmla="*/ 104 w 256"/>
              <a:gd name="T63" fmla="*/ 194 h 256"/>
              <a:gd name="T64" fmla="*/ 97 w 256"/>
              <a:gd name="T65" fmla="*/ 222 h 256"/>
              <a:gd name="T66" fmla="*/ 58 w 256"/>
              <a:gd name="T67" fmla="*/ 165 h 256"/>
              <a:gd name="T68" fmla="*/ 55 w 256"/>
              <a:gd name="T69" fmla="*/ 181 h 256"/>
              <a:gd name="T70" fmla="*/ 104 w 256"/>
              <a:gd name="T71" fmla="*/ 233 h 256"/>
              <a:gd name="T72" fmla="*/ 104 w 256"/>
              <a:gd name="T73" fmla="*/ 204 h 256"/>
              <a:gd name="T74" fmla="*/ 131 w 256"/>
              <a:gd name="T75" fmla="*/ 129 h 256"/>
              <a:gd name="T76" fmla="*/ 143 w 256"/>
              <a:gd name="T77" fmla="*/ 176 h 256"/>
              <a:gd name="T78" fmla="*/ 171 w 256"/>
              <a:gd name="T79" fmla="*/ 220 h 256"/>
              <a:gd name="T80" fmla="*/ 184 w 256"/>
              <a:gd name="T81" fmla="*/ 206 h 256"/>
              <a:gd name="T82" fmla="*/ 191 w 256"/>
              <a:gd name="T83" fmla="*/ 166 h 256"/>
              <a:gd name="T84" fmla="*/ 174 w 256"/>
              <a:gd name="T85" fmla="*/ 209 h 256"/>
              <a:gd name="T86" fmla="*/ 132 w 256"/>
              <a:gd name="T87" fmla="*/ 144 h 256"/>
              <a:gd name="T88" fmla="*/ 160 w 256"/>
              <a:gd name="T89" fmla="*/ 136 h 256"/>
              <a:gd name="T90" fmla="*/ 167 w 256"/>
              <a:gd name="T91" fmla="*/ 125 h 256"/>
              <a:gd name="T92" fmla="*/ 147 w 256"/>
              <a:gd name="T93" fmla="*/ 104 h 256"/>
              <a:gd name="T94" fmla="*/ 170 w 256"/>
              <a:gd name="T95" fmla="*/ 94 h 256"/>
              <a:gd name="T96" fmla="*/ 140 w 256"/>
              <a:gd name="T97" fmla="*/ 101 h 256"/>
              <a:gd name="T98" fmla="*/ 153 w 256"/>
              <a:gd name="T99" fmla="*/ 126 h 256"/>
              <a:gd name="T100" fmla="*/ 140 w 256"/>
              <a:gd name="T101" fmla="*/ 12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6" h="256">
                <a:moveTo>
                  <a:pt x="253" y="40"/>
                </a:moveTo>
                <a:cubicBezTo>
                  <a:pt x="220" y="29"/>
                  <a:pt x="220" y="29"/>
                  <a:pt x="220" y="29"/>
                </a:cubicBezTo>
                <a:cubicBezTo>
                  <a:pt x="218" y="24"/>
                  <a:pt x="214" y="20"/>
                  <a:pt x="208" y="20"/>
                </a:cubicBezTo>
                <a:cubicBezTo>
                  <a:pt x="192" y="20"/>
                  <a:pt x="192" y="20"/>
                  <a:pt x="192" y="20"/>
                </a:cubicBezTo>
                <a:cubicBezTo>
                  <a:pt x="192" y="20"/>
                  <a:pt x="191" y="20"/>
                  <a:pt x="191" y="20"/>
                </a:cubicBezTo>
                <a:cubicBezTo>
                  <a:pt x="129" y="0"/>
                  <a:pt x="129" y="0"/>
                  <a:pt x="129" y="0"/>
                </a:cubicBezTo>
                <a:cubicBezTo>
                  <a:pt x="128" y="0"/>
                  <a:pt x="128" y="0"/>
                  <a:pt x="127" y="0"/>
                </a:cubicBezTo>
                <a:cubicBezTo>
                  <a:pt x="3" y="40"/>
                  <a:pt x="3" y="40"/>
                  <a:pt x="3" y="40"/>
                </a:cubicBezTo>
                <a:cubicBezTo>
                  <a:pt x="1" y="41"/>
                  <a:pt x="0" y="42"/>
                  <a:pt x="0" y="44"/>
                </a:cubicBezTo>
                <a:cubicBezTo>
                  <a:pt x="0" y="48"/>
                  <a:pt x="0" y="48"/>
                  <a:pt x="0" y="48"/>
                </a:cubicBezTo>
                <a:cubicBezTo>
                  <a:pt x="0" y="50"/>
                  <a:pt x="1" y="51"/>
                  <a:pt x="3" y="52"/>
                </a:cubicBezTo>
                <a:cubicBezTo>
                  <a:pt x="72" y="71"/>
                  <a:pt x="72" y="71"/>
                  <a:pt x="72" y="71"/>
                </a:cubicBezTo>
                <a:cubicBezTo>
                  <a:pt x="72" y="82"/>
                  <a:pt x="72" y="82"/>
                  <a:pt x="72" y="82"/>
                </a:cubicBezTo>
                <a:cubicBezTo>
                  <a:pt x="68" y="85"/>
                  <a:pt x="64" y="88"/>
                  <a:pt x="60" y="92"/>
                </a:cubicBezTo>
                <a:cubicBezTo>
                  <a:pt x="42" y="110"/>
                  <a:pt x="32" y="134"/>
                  <a:pt x="32" y="160"/>
                </a:cubicBezTo>
                <a:cubicBezTo>
                  <a:pt x="32" y="186"/>
                  <a:pt x="42" y="210"/>
                  <a:pt x="60" y="228"/>
                </a:cubicBezTo>
                <a:cubicBezTo>
                  <a:pt x="78" y="246"/>
                  <a:pt x="102" y="256"/>
                  <a:pt x="128" y="256"/>
                </a:cubicBezTo>
                <a:cubicBezTo>
                  <a:pt x="154" y="256"/>
                  <a:pt x="178" y="246"/>
                  <a:pt x="196" y="228"/>
                </a:cubicBezTo>
                <a:cubicBezTo>
                  <a:pt x="212" y="212"/>
                  <a:pt x="222" y="191"/>
                  <a:pt x="224" y="168"/>
                </a:cubicBezTo>
                <a:cubicBezTo>
                  <a:pt x="224" y="166"/>
                  <a:pt x="222" y="164"/>
                  <a:pt x="220" y="164"/>
                </a:cubicBezTo>
                <a:cubicBezTo>
                  <a:pt x="218" y="164"/>
                  <a:pt x="216" y="165"/>
                  <a:pt x="216" y="168"/>
                </a:cubicBezTo>
                <a:cubicBezTo>
                  <a:pt x="214" y="188"/>
                  <a:pt x="205" y="208"/>
                  <a:pt x="190" y="222"/>
                </a:cubicBezTo>
                <a:cubicBezTo>
                  <a:pt x="174" y="239"/>
                  <a:pt x="152" y="248"/>
                  <a:pt x="128" y="248"/>
                </a:cubicBezTo>
                <a:cubicBezTo>
                  <a:pt x="104" y="248"/>
                  <a:pt x="82" y="239"/>
                  <a:pt x="66" y="222"/>
                </a:cubicBezTo>
                <a:cubicBezTo>
                  <a:pt x="49" y="206"/>
                  <a:pt x="40" y="184"/>
                  <a:pt x="40" y="160"/>
                </a:cubicBezTo>
                <a:cubicBezTo>
                  <a:pt x="40" y="136"/>
                  <a:pt x="49" y="114"/>
                  <a:pt x="66" y="98"/>
                </a:cubicBezTo>
                <a:cubicBezTo>
                  <a:pt x="97" y="66"/>
                  <a:pt x="148" y="63"/>
                  <a:pt x="183" y="91"/>
                </a:cubicBezTo>
                <a:cubicBezTo>
                  <a:pt x="185" y="92"/>
                  <a:pt x="187" y="92"/>
                  <a:pt x="188" y="90"/>
                </a:cubicBezTo>
                <a:cubicBezTo>
                  <a:pt x="190" y="89"/>
                  <a:pt x="189" y="86"/>
                  <a:pt x="188" y="85"/>
                </a:cubicBezTo>
                <a:cubicBezTo>
                  <a:pt x="187" y="84"/>
                  <a:pt x="185" y="83"/>
                  <a:pt x="184" y="82"/>
                </a:cubicBezTo>
                <a:cubicBezTo>
                  <a:pt x="184" y="71"/>
                  <a:pt x="184" y="71"/>
                  <a:pt x="184" y="71"/>
                </a:cubicBezTo>
                <a:cubicBezTo>
                  <a:pt x="193" y="69"/>
                  <a:pt x="193" y="69"/>
                  <a:pt x="193" y="69"/>
                </a:cubicBezTo>
                <a:cubicBezTo>
                  <a:pt x="195" y="68"/>
                  <a:pt x="196" y="66"/>
                  <a:pt x="196" y="64"/>
                </a:cubicBezTo>
                <a:cubicBezTo>
                  <a:pt x="195" y="61"/>
                  <a:pt x="193" y="60"/>
                  <a:pt x="191" y="61"/>
                </a:cubicBezTo>
                <a:cubicBezTo>
                  <a:pt x="183" y="63"/>
                  <a:pt x="183" y="63"/>
                  <a:pt x="183" y="63"/>
                </a:cubicBezTo>
                <a:cubicBezTo>
                  <a:pt x="179" y="46"/>
                  <a:pt x="153" y="36"/>
                  <a:pt x="128" y="36"/>
                </a:cubicBezTo>
                <a:cubicBezTo>
                  <a:pt x="103" y="36"/>
                  <a:pt x="77" y="46"/>
                  <a:pt x="73" y="63"/>
                </a:cubicBezTo>
                <a:cubicBezTo>
                  <a:pt x="11" y="46"/>
                  <a:pt x="11" y="46"/>
                  <a:pt x="11" y="46"/>
                </a:cubicBezTo>
                <a:cubicBezTo>
                  <a:pt x="128" y="8"/>
                  <a:pt x="128" y="8"/>
                  <a:pt x="128" y="8"/>
                </a:cubicBezTo>
                <a:cubicBezTo>
                  <a:pt x="212" y="35"/>
                  <a:pt x="212" y="35"/>
                  <a:pt x="212" y="35"/>
                </a:cubicBezTo>
                <a:cubicBezTo>
                  <a:pt x="212" y="77"/>
                  <a:pt x="212" y="77"/>
                  <a:pt x="212" y="77"/>
                </a:cubicBezTo>
                <a:cubicBezTo>
                  <a:pt x="205" y="78"/>
                  <a:pt x="200" y="85"/>
                  <a:pt x="200" y="92"/>
                </a:cubicBezTo>
                <a:cubicBezTo>
                  <a:pt x="200" y="96"/>
                  <a:pt x="202" y="100"/>
                  <a:pt x="204" y="103"/>
                </a:cubicBezTo>
                <a:cubicBezTo>
                  <a:pt x="204" y="103"/>
                  <a:pt x="204" y="103"/>
                  <a:pt x="204" y="103"/>
                </a:cubicBezTo>
                <a:cubicBezTo>
                  <a:pt x="194" y="142"/>
                  <a:pt x="194" y="142"/>
                  <a:pt x="194" y="142"/>
                </a:cubicBezTo>
                <a:cubicBezTo>
                  <a:pt x="193" y="144"/>
                  <a:pt x="193" y="147"/>
                  <a:pt x="195" y="149"/>
                </a:cubicBezTo>
                <a:cubicBezTo>
                  <a:pt x="196" y="151"/>
                  <a:pt x="199" y="152"/>
                  <a:pt x="201" y="152"/>
                </a:cubicBezTo>
                <a:cubicBezTo>
                  <a:pt x="211" y="152"/>
                  <a:pt x="211" y="152"/>
                  <a:pt x="211" y="152"/>
                </a:cubicBezTo>
                <a:cubicBezTo>
                  <a:pt x="212" y="152"/>
                  <a:pt x="213" y="152"/>
                  <a:pt x="214" y="151"/>
                </a:cubicBezTo>
                <a:cubicBezTo>
                  <a:pt x="215" y="150"/>
                  <a:pt x="215" y="150"/>
                  <a:pt x="215" y="150"/>
                </a:cubicBezTo>
                <a:cubicBezTo>
                  <a:pt x="216" y="150"/>
                  <a:pt x="216" y="150"/>
                  <a:pt x="216" y="151"/>
                </a:cubicBezTo>
                <a:cubicBezTo>
                  <a:pt x="217" y="152"/>
                  <a:pt x="218" y="152"/>
                  <a:pt x="219" y="152"/>
                </a:cubicBezTo>
                <a:cubicBezTo>
                  <a:pt x="231" y="152"/>
                  <a:pt x="231" y="152"/>
                  <a:pt x="231" y="152"/>
                </a:cubicBezTo>
                <a:cubicBezTo>
                  <a:pt x="233" y="152"/>
                  <a:pt x="236" y="151"/>
                  <a:pt x="237" y="149"/>
                </a:cubicBezTo>
                <a:cubicBezTo>
                  <a:pt x="239" y="147"/>
                  <a:pt x="239" y="144"/>
                  <a:pt x="238" y="142"/>
                </a:cubicBezTo>
                <a:cubicBezTo>
                  <a:pt x="228" y="103"/>
                  <a:pt x="228" y="103"/>
                  <a:pt x="228" y="103"/>
                </a:cubicBezTo>
                <a:cubicBezTo>
                  <a:pt x="228" y="103"/>
                  <a:pt x="228" y="103"/>
                  <a:pt x="228" y="103"/>
                </a:cubicBezTo>
                <a:cubicBezTo>
                  <a:pt x="230" y="100"/>
                  <a:pt x="232" y="96"/>
                  <a:pt x="232" y="92"/>
                </a:cubicBezTo>
                <a:cubicBezTo>
                  <a:pt x="232" y="85"/>
                  <a:pt x="227" y="78"/>
                  <a:pt x="220" y="77"/>
                </a:cubicBezTo>
                <a:cubicBezTo>
                  <a:pt x="220" y="61"/>
                  <a:pt x="220" y="61"/>
                  <a:pt x="220" y="61"/>
                </a:cubicBezTo>
                <a:cubicBezTo>
                  <a:pt x="253" y="52"/>
                  <a:pt x="253" y="52"/>
                  <a:pt x="253" y="52"/>
                </a:cubicBezTo>
                <a:cubicBezTo>
                  <a:pt x="255" y="51"/>
                  <a:pt x="256" y="50"/>
                  <a:pt x="256" y="48"/>
                </a:cubicBezTo>
                <a:cubicBezTo>
                  <a:pt x="256" y="44"/>
                  <a:pt x="256" y="44"/>
                  <a:pt x="256" y="44"/>
                </a:cubicBezTo>
                <a:cubicBezTo>
                  <a:pt x="256" y="42"/>
                  <a:pt x="255" y="41"/>
                  <a:pt x="253" y="40"/>
                </a:cubicBezTo>
                <a:close/>
                <a:moveTo>
                  <a:pt x="80" y="68"/>
                </a:moveTo>
                <a:cubicBezTo>
                  <a:pt x="80" y="55"/>
                  <a:pt x="103" y="44"/>
                  <a:pt x="128" y="44"/>
                </a:cubicBezTo>
                <a:cubicBezTo>
                  <a:pt x="153" y="44"/>
                  <a:pt x="176" y="55"/>
                  <a:pt x="176" y="68"/>
                </a:cubicBezTo>
                <a:cubicBezTo>
                  <a:pt x="176" y="77"/>
                  <a:pt x="176" y="77"/>
                  <a:pt x="176" y="77"/>
                </a:cubicBezTo>
                <a:cubicBezTo>
                  <a:pt x="146" y="60"/>
                  <a:pt x="109" y="60"/>
                  <a:pt x="80" y="77"/>
                </a:cubicBezTo>
                <a:lnTo>
                  <a:pt x="80" y="68"/>
                </a:lnTo>
                <a:close/>
                <a:moveTo>
                  <a:pt x="231" y="144"/>
                </a:moveTo>
                <a:cubicBezTo>
                  <a:pt x="224" y="144"/>
                  <a:pt x="224" y="144"/>
                  <a:pt x="224" y="144"/>
                </a:cubicBezTo>
                <a:cubicBezTo>
                  <a:pt x="224" y="140"/>
                  <a:pt x="224" y="140"/>
                  <a:pt x="224" y="140"/>
                </a:cubicBezTo>
                <a:cubicBezTo>
                  <a:pt x="224" y="139"/>
                  <a:pt x="223" y="137"/>
                  <a:pt x="222" y="136"/>
                </a:cubicBezTo>
                <a:cubicBezTo>
                  <a:pt x="220" y="136"/>
                  <a:pt x="219" y="136"/>
                  <a:pt x="217" y="137"/>
                </a:cubicBezTo>
                <a:cubicBezTo>
                  <a:pt x="210" y="144"/>
                  <a:pt x="210" y="144"/>
                  <a:pt x="210" y="144"/>
                </a:cubicBezTo>
                <a:cubicBezTo>
                  <a:pt x="201" y="144"/>
                  <a:pt x="201" y="144"/>
                  <a:pt x="201" y="144"/>
                </a:cubicBezTo>
                <a:cubicBezTo>
                  <a:pt x="211" y="107"/>
                  <a:pt x="211" y="107"/>
                  <a:pt x="211" y="107"/>
                </a:cubicBezTo>
                <a:cubicBezTo>
                  <a:pt x="213" y="108"/>
                  <a:pt x="214" y="108"/>
                  <a:pt x="216" y="108"/>
                </a:cubicBezTo>
                <a:cubicBezTo>
                  <a:pt x="218" y="108"/>
                  <a:pt x="219" y="108"/>
                  <a:pt x="221" y="107"/>
                </a:cubicBezTo>
                <a:lnTo>
                  <a:pt x="231" y="144"/>
                </a:lnTo>
                <a:close/>
                <a:moveTo>
                  <a:pt x="224" y="92"/>
                </a:moveTo>
                <a:cubicBezTo>
                  <a:pt x="224" y="96"/>
                  <a:pt x="220" y="100"/>
                  <a:pt x="216" y="100"/>
                </a:cubicBezTo>
                <a:cubicBezTo>
                  <a:pt x="212" y="100"/>
                  <a:pt x="208" y="96"/>
                  <a:pt x="208" y="92"/>
                </a:cubicBezTo>
                <a:cubicBezTo>
                  <a:pt x="208" y="88"/>
                  <a:pt x="212" y="84"/>
                  <a:pt x="216" y="84"/>
                </a:cubicBezTo>
                <a:cubicBezTo>
                  <a:pt x="220" y="84"/>
                  <a:pt x="224" y="88"/>
                  <a:pt x="224" y="92"/>
                </a:cubicBezTo>
                <a:close/>
                <a:moveTo>
                  <a:pt x="220" y="53"/>
                </a:moveTo>
                <a:cubicBezTo>
                  <a:pt x="220" y="38"/>
                  <a:pt x="220" y="38"/>
                  <a:pt x="220" y="38"/>
                </a:cubicBezTo>
                <a:cubicBezTo>
                  <a:pt x="245" y="46"/>
                  <a:pt x="245" y="46"/>
                  <a:pt x="245" y="46"/>
                </a:cubicBezTo>
                <a:lnTo>
                  <a:pt x="220" y="53"/>
                </a:lnTo>
                <a:close/>
                <a:moveTo>
                  <a:pt x="112" y="197"/>
                </a:moveTo>
                <a:cubicBezTo>
                  <a:pt x="118" y="180"/>
                  <a:pt x="118" y="180"/>
                  <a:pt x="118" y="180"/>
                </a:cubicBezTo>
                <a:cubicBezTo>
                  <a:pt x="118" y="178"/>
                  <a:pt x="118" y="175"/>
                  <a:pt x="117" y="173"/>
                </a:cubicBezTo>
                <a:cubicBezTo>
                  <a:pt x="116" y="171"/>
                  <a:pt x="114" y="170"/>
                  <a:pt x="112" y="169"/>
                </a:cubicBezTo>
                <a:cubicBezTo>
                  <a:pt x="94" y="167"/>
                  <a:pt x="94" y="167"/>
                  <a:pt x="94" y="167"/>
                </a:cubicBezTo>
                <a:cubicBezTo>
                  <a:pt x="84" y="157"/>
                  <a:pt x="84" y="157"/>
                  <a:pt x="84" y="157"/>
                </a:cubicBezTo>
                <a:cubicBezTo>
                  <a:pt x="83" y="156"/>
                  <a:pt x="82" y="155"/>
                  <a:pt x="81" y="155"/>
                </a:cubicBezTo>
                <a:cubicBezTo>
                  <a:pt x="68" y="152"/>
                  <a:pt x="68" y="152"/>
                  <a:pt x="68" y="152"/>
                </a:cubicBezTo>
                <a:cubicBezTo>
                  <a:pt x="59" y="140"/>
                  <a:pt x="59" y="140"/>
                  <a:pt x="59" y="140"/>
                </a:cubicBezTo>
                <a:cubicBezTo>
                  <a:pt x="63" y="136"/>
                  <a:pt x="63" y="136"/>
                  <a:pt x="63" y="136"/>
                </a:cubicBezTo>
                <a:cubicBezTo>
                  <a:pt x="71" y="136"/>
                  <a:pt x="71" y="136"/>
                  <a:pt x="71" y="136"/>
                </a:cubicBezTo>
                <a:cubicBezTo>
                  <a:pt x="74" y="136"/>
                  <a:pt x="77" y="134"/>
                  <a:pt x="78" y="131"/>
                </a:cubicBezTo>
                <a:cubicBezTo>
                  <a:pt x="84" y="116"/>
                  <a:pt x="84" y="116"/>
                  <a:pt x="84" y="116"/>
                </a:cubicBezTo>
                <a:cubicBezTo>
                  <a:pt x="102" y="114"/>
                  <a:pt x="102" y="114"/>
                  <a:pt x="102" y="114"/>
                </a:cubicBezTo>
                <a:cubicBezTo>
                  <a:pt x="105" y="113"/>
                  <a:pt x="107" y="112"/>
                  <a:pt x="108" y="109"/>
                </a:cubicBezTo>
                <a:cubicBezTo>
                  <a:pt x="109" y="107"/>
                  <a:pt x="109" y="104"/>
                  <a:pt x="108" y="102"/>
                </a:cubicBezTo>
                <a:cubicBezTo>
                  <a:pt x="105" y="99"/>
                  <a:pt x="105" y="99"/>
                  <a:pt x="105" y="99"/>
                </a:cubicBezTo>
                <a:cubicBezTo>
                  <a:pt x="110" y="96"/>
                  <a:pt x="110" y="96"/>
                  <a:pt x="110" y="96"/>
                </a:cubicBezTo>
                <a:cubicBezTo>
                  <a:pt x="112" y="95"/>
                  <a:pt x="112" y="92"/>
                  <a:pt x="111" y="90"/>
                </a:cubicBezTo>
                <a:cubicBezTo>
                  <a:pt x="110" y="88"/>
                  <a:pt x="107" y="88"/>
                  <a:pt x="105" y="89"/>
                </a:cubicBezTo>
                <a:cubicBezTo>
                  <a:pt x="101" y="92"/>
                  <a:pt x="101" y="92"/>
                  <a:pt x="101" y="92"/>
                </a:cubicBezTo>
                <a:cubicBezTo>
                  <a:pt x="99" y="93"/>
                  <a:pt x="98" y="95"/>
                  <a:pt x="98" y="97"/>
                </a:cubicBezTo>
                <a:cubicBezTo>
                  <a:pt x="97" y="99"/>
                  <a:pt x="98" y="101"/>
                  <a:pt x="99" y="103"/>
                </a:cubicBezTo>
                <a:cubicBezTo>
                  <a:pt x="101" y="106"/>
                  <a:pt x="101" y="106"/>
                  <a:pt x="101" y="106"/>
                </a:cubicBezTo>
                <a:cubicBezTo>
                  <a:pt x="82" y="109"/>
                  <a:pt x="82" y="109"/>
                  <a:pt x="82" y="109"/>
                </a:cubicBezTo>
                <a:cubicBezTo>
                  <a:pt x="80" y="109"/>
                  <a:pt x="77" y="111"/>
                  <a:pt x="76" y="113"/>
                </a:cubicBezTo>
                <a:cubicBezTo>
                  <a:pt x="71" y="128"/>
                  <a:pt x="71" y="128"/>
                  <a:pt x="71" y="128"/>
                </a:cubicBezTo>
                <a:cubicBezTo>
                  <a:pt x="63" y="128"/>
                  <a:pt x="63" y="128"/>
                  <a:pt x="63" y="128"/>
                </a:cubicBezTo>
                <a:cubicBezTo>
                  <a:pt x="61" y="128"/>
                  <a:pt x="59" y="129"/>
                  <a:pt x="58" y="130"/>
                </a:cubicBezTo>
                <a:cubicBezTo>
                  <a:pt x="54" y="134"/>
                  <a:pt x="54" y="134"/>
                  <a:pt x="54" y="134"/>
                </a:cubicBezTo>
                <a:cubicBezTo>
                  <a:pt x="51" y="137"/>
                  <a:pt x="50" y="142"/>
                  <a:pt x="53" y="145"/>
                </a:cubicBezTo>
                <a:cubicBezTo>
                  <a:pt x="61" y="156"/>
                  <a:pt x="61" y="156"/>
                  <a:pt x="61" y="156"/>
                </a:cubicBezTo>
                <a:cubicBezTo>
                  <a:pt x="63" y="158"/>
                  <a:pt x="64" y="159"/>
                  <a:pt x="66" y="159"/>
                </a:cubicBezTo>
                <a:cubicBezTo>
                  <a:pt x="79" y="162"/>
                  <a:pt x="79" y="162"/>
                  <a:pt x="79" y="162"/>
                </a:cubicBezTo>
                <a:cubicBezTo>
                  <a:pt x="89" y="172"/>
                  <a:pt x="89" y="172"/>
                  <a:pt x="89" y="172"/>
                </a:cubicBezTo>
                <a:cubicBezTo>
                  <a:pt x="90" y="173"/>
                  <a:pt x="91" y="174"/>
                  <a:pt x="93" y="174"/>
                </a:cubicBezTo>
                <a:cubicBezTo>
                  <a:pt x="110" y="177"/>
                  <a:pt x="110" y="177"/>
                  <a:pt x="110" y="177"/>
                </a:cubicBezTo>
                <a:cubicBezTo>
                  <a:pt x="104" y="194"/>
                  <a:pt x="104" y="194"/>
                  <a:pt x="104" y="194"/>
                </a:cubicBezTo>
                <a:cubicBezTo>
                  <a:pt x="100" y="196"/>
                  <a:pt x="100" y="196"/>
                  <a:pt x="100" y="196"/>
                </a:cubicBezTo>
                <a:cubicBezTo>
                  <a:pt x="98" y="198"/>
                  <a:pt x="96" y="200"/>
                  <a:pt x="96" y="203"/>
                </a:cubicBezTo>
                <a:cubicBezTo>
                  <a:pt x="96" y="213"/>
                  <a:pt x="96" y="213"/>
                  <a:pt x="96" y="213"/>
                </a:cubicBezTo>
                <a:cubicBezTo>
                  <a:pt x="96" y="214"/>
                  <a:pt x="96" y="218"/>
                  <a:pt x="97" y="222"/>
                </a:cubicBezTo>
                <a:cubicBezTo>
                  <a:pt x="92" y="220"/>
                  <a:pt x="86" y="216"/>
                  <a:pt x="85" y="211"/>
                </a:cubicBezTo>
                <a:cubicBezTo>
                  <a:pt x="81" y="200"/>
                  <a:pt x="77" y="196"/>
                  <a:pt x="76" y="195"/>
                </a:cubicBezTo>
                <a:cubicBezTo>
                  <a:pt x="61" y="176"/>
                  <a:pt x="61" y="176"/>
                  <a:pt x="61" y="176"/>
                </a:cubicBezTo>
                <a:cubicBezTo>
                  <a:pt x="58" y="165"/>
                  <a:pt x="58" y="165"/>
                  <a:pt x="58" y="165"/>
                </a:cubicBezTo>
                <a:cubicBezTo>
                  <a:pt x="57" y="163"/>
                  <a:pt x="55" y="162"/>
                  <a:pt x="53" y="163"/>
                </a:cubicBezTo>
                <a:cubicBezTo>
                  <a:pt x="51" y="163"/>
                  <a:pt x="50" y="166"/>
                  <a:pt x="50" y="168"/>
                </a:cubicBezTo>
                <a:cubicBezTo>
                  <a:pt x="54" y="179"/>
                  <a:pt x="54" y="179"/>
                  <a:pt x="54" y="179"/>
                </a:cubicBezTo>
                <a:cubicBezTo>
                  <a:pt x="54" y="180"/>
                  <a:pt x="55" y="180"/>
                  <a:pt x="55" y="181"/>
                </a:cubicBezTo>
                <a:cubicBezTo>
                  <a:pt x="70" y="200"/>
                  <a:pt x="70" y="200"/>
                  <a:pt x="70" y="200"/>
                </a:cubicBezTo>
                <a:cubicBezTo>
                  <a:pt x="70" y="200"/>
                  <a:pt x="74" y="204"/>
                  <a:pt x="77" y="214"/>
                </a:cubicBezTo>
                <a:cubicBezTo>
                  <a:pt x="81" y="225"/>
                  <a:pt x="98" y="233"/>
                  <a:pt x="103" y="233"/>
                </a:cubicBezTo>
                <a:cubicBezTo>
                  <a:pt x="103" y="233"/>
                  <a:pt x="103" y="233"/>
                  <a:pt x="104" y="233"/>
                </a:cubicBezTo>
                <a:cubicBezTo>
                  <a:pt x="107" y="233"/>
                  <a:pt x="108" y="231"/>
                  <a:pt x="108" y="230"/>
                </a:cubicBezTo>
                <a:cubicBezTo>
                  <a:pt x="108" y="229"/>
                  <a:pt x="109" y="227"/>
                  <a:pt x="107" y="225"/>
                </a:cubicBezTo>
                <a:cubicBezTo>
                  <a:pt x="105" y="223"/>
                  <a:pt x="104" y="217"/>
                  <a:pt x="104" y="213"/>
                </a:cubicBezTo>
                <a:cubicBezTo>
                  <a:pt x="104" y="204"/>
                  <a:pt x="104" y="204"/>
                  <a:pt x="104" y="204"/>
                </a:cubicBezTo>
                <a:cubicBezTo>
                  <a:pt x="108" y="201"/>
                  <a:pt x="108" y="201"/>
                  <a:pt x="108" y="201"/>
                </a:cubicBezTo>
                <a:cubicBezTo>
                  <a:pt x="110" y="201"/>
                  <a:pt x="111" y="199"/>
                  <a:pt x="112" y="197"/>
                </a:cubicBezTo>
                <a:close/>
                <a:moveTo>
                  <a:pt x="140" y="125"/>
                </a:moveTo>
                <a:cubicBezTo>
                  <a:pt x="137" y="124"/>
                  <a:pt x="133" y="126"/>
                  <a:pt x="131" y="129"/>
                </a:cubicBezTo>
                <a:cubicBezTo>
                  <a:pt x="125" y="141"/>
                  <a:pt x="125" y="141"/>
                  <a:pt x="125" y="141"/>
                </a:cubicBezTo>
                <a:cubicBezTo>
                  <a:pt x="124" y="143"/>
                  <a:pt x="124" y="145"/>
                  <a:pt x="125" y="147"/>
                </a:cubicBezTo>
                <a:cubicBezTo>
                  <a:pt x="135" y="171"/>
                  <a:pt x="135" y="171"/>
                  <a:pt x="135" y="171"/>
                </a:cubicBezTo>
                <a:cubicBezTo>
                  <a:pt x="137" y="174"/>
                  <a:pt x="139" y="176"/>
                  <a:pt x="143" y="176"/>
                </a:cubicBezTo>
                <a:cubicBezTo>
                  <a:pt x="148" y="176"/>
                  <a:pt x="148" y="176"/>
                  <a:pt x="148" y="176"/>
                </a:cubicBezTo>
                <a:cubicBezTo>
                  <a:pt x="151" y="176"/>
                  <a:pt x="154" y="178"/>
                  <a:pt x="155" y="181"/>
                </a:cubicBezTo>
                <a:cubicBezTo>
                  <a:pt x="168" y="217"/>
                  <a:pt x="168" y="217"/>
                  <a:pt x="168" y="217"/>
                </a:cubicBezTo>
                <a:cubicBezTo>
                  <a:pt x="169" y="219"/>
                  <a:pt x="170" y="220"/>
                  <a:pt x="171" y="220"/>
                </a:cubicBezTo>
                <a:cubicBezTo>
                  <a:pt x="171" y="220"/>
                  <a:pt x="172" y="220"/>
                  <a:pt x="172" y="220"/>
                </a:cubicBezTo>
                <a:cubicBezTo>
                  <a:pt x="173" y="220"/>
                  <a:pt x="174" y="220"/>
                  <a:pt x="175" y="219"/>
                </a:cubicBezTo>
                <a:cubicBezTo>
                  <a:pt x="182" y="212"/>
                  <a:pt x="182" y="212"/>
                  <a:pt x="182" y="212"/>
                </a:cubicBezTo>
                <a:cubicBezTo>
                  <a:pt x="183" y="210"/>
                  <a:pt x="184" y="209"/>
                  <a:pt x="184" y="206"/>
                </a:cubicBezTo>
                <a:cubicBezTo>
                  <a:pt x="184" y="192"/>
                  <a:pt x="184" y="192"/>
                  <a:pt x="184" y="192"/>
                </a:cubicBezTo>
                <a:cubicBezTo>
                  <a:pt x="198" y="170"/>
                  <a:pt x="198" y="170"/>
                  <a:pt x="198" y="170"/>
                </a:cubicBezTo>
                <a:cubicBezTo>
                  <a:pt x="199" y="168"/>
                  <a:pt x="198" y="166"/>
                  <a:pt x="196" y="165"/>
                </a:cubicBezTo>
                <a:cubicBezTo>
                  <a:pt x="194" y="163"/>
                  <a:pt x="192" y="164"/>
                  <a:pt x="191" y="166"/>
                </a:cubicBezTo>
                <a:cubicBezTo>
                  <a:pt x="177" y="189"/>
                  <a:pt x="177" y="189"/>
                  <a:pt x="177" y="189"/>
                </a:cubicBezTo>
                <a:cubicBezTo>
                  <a:pt x="176" y="189"/>
                  <a:pt x="176" y="190"/>
                  <a:pt x="176" y="191"/>
                </a:cubicBezTo>
                <a:cubicBezTo>
                  <a:pt x="176" y="206"/>
                  <a:pt x="176" y="206"/>
                  <a:pt x="176" y="206"/>
                </a:cubicBezTo>
                <a:cubicBezTo>
                  <a:pt x="174" y="209"/>
                  <a:pt x="174" y="209"/>
                  <a:pt x="174" y="209"/>
                </a:cubicBezTo>
                <a:cubicBezTo>
                  <a:pt x="163" y="178"/>
                  <a:pt x="163" y="178"/>
                  <a:pt x="163" y="178"/>
                </a:cubicBezTo>
                <a:cubicBezTo>
                  <a:pt x="160" y="172"/>
                  <a:pt x="154" y="168"/>
                  <a:pt x="148" y="168"/>
                </a:cubicBezTo>
                <a:cubicBezTo>
                  <a:pt x="143" y="168"/>
                  <a:pt x="143" y="168"/>
                  <a:pt x="143" y="168"/>
                </a:cubicBezTo>
                <a:cubicBezTo>
                  <a:pt x="132" y="144"/>
                  <a:pt x="132" y="144"/>
                  <a:pt x="132" y="144"/>
                </a:cubicBezTo>
                <a:cubicBezTo>
                  <a:pt x="138" y="133"/>
                  <a:pt x="138" y="133"/>
                  <a:pt x="138" y="133"/>
                </a:cubicBezTo>
                <a:cubicBezTo>
                  <a:pt x="146" y="136"/>
                  <a:pt x="146" y="136"/>
                  <a:pt x="146" y="136"/>
                </a:cubicBezTo>
                <a:cubicBezTo>
                  <a:pt x="147" y="136"/>
                  <a:pt x="148" y="136"/>
                  <a:pt x="149" y="136"/>
                </a:cubicBezTo>
                <a:cubicBezTo>
                  <a:pt x="160" y="136"/>
                  <a:pt x="160" y="136"/>
                  <a:pt x="160" y="136"/>
                </a:cubicBezTo>
                <a:cubicBezTo>
                  <a:pt x="163" y="136"/>
                  <a:pt x="166" y="134"/>
                  <a:pt x="167" y="132"/>
                </a:cubicBezTo>
                <a:cubicBezTo>
                  <a:pt x="168" y="131"/>
                  <a:pt x="168" y="130"/>
                  <a:pt x="168" y="129"/>
                </a:cubicBezTo>
                <a:cubicBezTo>
                  <a:pt x="168" y="128"/>
                  <a:pt x="168" y="128"/>
                  <a:pt x="168" y="128"/>
                </a:cubicBezTo>
                <a:cubicBezTo>
                  <a:pt x="168" y="127"/>
                  <a:pt x="168" y="126"/>
                  <a:pt x="167" y="125"/>
                </a:cubicBezTo>
                <a:cubicBezTo>
                  <a:pt x="166" y="124"/>
                  <a:pt x="165" y="123"/>
                  <a:pt x="164" y="122"/>
                </a:cubicBezTo>
                <a:cubicBezTo>
                  <a:pt x="159" y="120"/>
                  <a:pt x="159" y="120"/>
                  <a:pt x="159" y="120"/>
                </a:cubicBezTo>
                <a:cubicBezTo>
                  <a:pt x="155" y="116"/>
                  <a:pt x="149" y="114"/>
                  <a:pt x="143" y="114"/>
                </a:cubicBezTo>
                <a:cubicBezTo>
                  <a:pt x="147" y="104"/>
                  <a:pt x="147" y="104"/>
                  <a:pt x="147" y="104"/>
                </a:cubicBezTo>
                <a:cubicBezTo>
                  <a:pt x="158" y="104"/>
                  <a:pt x="158" y="104"/>
                  <a:pt x="158" y="104"/>
                </a:cubicBezTo>
                <a:cubicBezTo>
                  <a:pt x="159" y="104"/>
                  <a:pt x="160" y="104"/>
                  <a:pt x="161" y="103"/>
                </a:cubicBezTo>
                <a:cubicBezTo>
                  <a:pt x="168" y="100"/>
                  <a:pt x="168" y="100"/>
                  <a:pt x="168" y="100"/>
                </a:cubicBezTo>
                <a:cubicBezTo>
                  <a:pt x="170" y="99"/>
                  <a:pt x="171" y="96"/>
                  <a:pt x="170" y="94"/>
                </a:cubicBezTo>
                <a:cubicBezTo>
                  <a:pt x="169" y="92"/>
                  <a:pt x="167" y="92"/>
                  <a:pt x="165" y="93"/>
                </a:cubicBezTo>
                <a:cubicBezTo>
                  <a:pt x="158" y="96"/>
                  <a:pt x="158" y="96"/>
                  <a:pt x="158" y="96"/>
                </a:cubicBezTo>
                <a:cubicBezTo>
                  <a:pt x="147" y="96"/>
                  <a:pt x="147" y="96"/>
                  <a:pt x="147" y="96"/>
                </a:cubicBezTo>
                <a:cubicBezTo>
                  <a:pt x="144" y="96"/>
                  <a:pt x="141" y="98"/>
                  <a:pt x="140" y="101"/>
                </a:cubicBezTo>
                <a:cubicBezTo>
                  <a:pt x="136" y="111"/>
                  <a:pt x="136" y="111"/>
                  <a:pt x="136" y="111"/>
                </a:cubicBezTo>
                <a:cubicBezTo>
                  <a:pt x="135" y="114"/>
                  <a:pt x="135" y="117"/>
                  <a:pt x="137" y="119"/>
                </a:cubicBezTo>
                <a:cubicBezTo>
                  <a:pt x="138" y="121"/>
                  <a:pt x="141" y="122"/>
                  <a:pt x="143" y="122"/>
                </a:cubicBezTo>
                <a:cubicBezTo>
                  <a:pt x="147" y="122"/>
                  <a:pt x="151" y="123"/>
                  <a:pt x="153" y="126"/>
                </a:cubicBezTo>
                <a:cubicBezTo>
                  <a:pt x="154" y="126"/>
                  <a:pt x="154" y="126"/>
                  <a:pt x="155" y="127"/>
                </a:cubicBezTo>
                <a:cubicBezTo>
                  <a:pt x="157" y="128"/>
                  <a:pt x="157" y="128"/>
                  <a:pt x="157" y="128"/>
                </a:cubicBezTo>
                <a:cubicBezTo>
                  <a:pt x="149" y="128"/>
                  <a:pt x="149" y="128"/>
                  <a:pt x="149" y="128"/>
                </a:cubicBezTo>
                <a:lnTo>
                  <a:pt x="140" y="125"/>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87" name="Freeform 253">
            <a:extLst>
              <a:ext uri="{FF2B5EF4-FFF2-40B4-BE49-F238E27FC236}">
                <a16:creationId xmlns:a16="http://schemas.microsoft.com/office/drawing/2014/main" id="{65E81CA6-B5B6-4F19-B45A-F74599D47649}"/>
              </a:ext>
            </a:extLst>
          </p:cNvPr>
          <p:cNvSpPr>
            <a:spLocks noChangeAspect="1" noEditPoints="1"/>
          </p:cNvSpPr>
          <p:nvPr/>
        </p:nvSpPr>
        <p:spPr bwMode="auto">
          <a:xfrm>
            <a:off x="7328354" y="4344988"/>
            <a:ext cx="436563" cy="415925"/>
          </a:xfrm>
          <a:custGeom>
            <a:avLst/>
            <a:gdLst>
              <a:gd name="T0" fmla="*/ 253 w 279"/>
              <a:gd name="T1" fmla="*/ 85 h 266"/>
              <a:gd name="T2" fmla="*/ 226 w 279"/>
              <a:gd name="T3" fmla="*/ 223 h 266"/>
              <a:gd name="T4" fmla="*/ 56 w 279"/>
              <a:gd name="T5" fmla="*/ 223 h 266"/>
              <a:gd name="T6" fmla="*/ 188 w 279"/>
              <a:gd name="T7" fmla="*/ 28 h 266"/>
              <a:gd name="T8" fmla="*/ 191 w 279"/>
              <a:gd name="T9" fmla="*/ 20 h 266"/>
              <a:gd name="T10" fmla="*/ 50 w 279"/>
              <a:gd name="T11" fmla="*/ 229 h 266"/>
              <a:gd name="T12" fmla="*/ 231 w 279"/>
              <a:gd name="T13" fmla="*/ 229 h 266"/>
              <a:gd name="T14" fmla="*/ 164 w 279"/>
              <a:gd name="T15" fmla="*/ 55 h 266"/>
              <a:gd name="T16" fmla="*/ 77 w 279"/>
              <a:gd name="T17" fmla="*/ 74 h 266"/>
              <a:gd name="T18" fmla="*/ 141 w 279"/>
              <a:gd name="T19" fmla="*/ 228 h 266"/>
              <a:gd name="T20" fmla="*/ 229 w 279"/>
              <a:gd name="T21" fmla="*/ 118 h 266"/>
              <a:gd name="T22" fmla="*/ 221 w 279"/>
              <a:gd name="T23" fmla="*/ 120 h 266"/>
              <a:gd name="T24" fmla="*/ 83 w 279"/>
              <a:gd name="T25" fmla="*/ 196 h 266"/>
              <a:gd name="T26" fmla="*/ 159 w 279"/>
              <a:gd name="T27" fmla="*/ 58 h 266"/>
              <a:gd name="T28" fmla="*/ 147 w 279"/>
              <a:gd name="T29" fmla="*/ 94 h 266"/>
              <a:gd name="T30" fmla="*/ 148 w 279"/>
              <a:gd name="T31" fmla="*/ 87 h 266"/>
              <a:gd name="T32" fmla="*/ 104 w 279"/>
              <a:gd name="T33" fmla="*/ 175 h 266"/>
              <a:gd name="T34" fmla="*/ 178 w 279"/>
              <a:gd name="T35" fmla="*/ 175 h 266"/>
              <a:gd name="T36" fmla="*/ 188 w 279"/>
              <a:gd name="T37" fmla="*/ 127 h 266"/>
              <a:gd name="T38" fmla="*/ 172 w 279"/>
              <a:gd name="T39" fmla="*/ 169 h 266"/>
              <a:gd name="T40" fmla="*/ 110 w 279"/>
              <a:gd name="T41" fmla="*/ 107 h 266"/>
              <a:gd name="T42" fmla="*/ 162 w 279"/>
              <a:gd name="T43" fmla="*/ 111 h 266"/>
              <a:gd name="T44" fmla="*/ 132 w 279"/>
              <a:gd name="T45" fmla="*/ 130 h 266"/>
              <a:gd name="T46" fmla="*/ 132 w 279"/>
              <a:gd name="T47" fmla="*/ 146 h 266"/>
              <a:gd name="T48" fmla="*/ 149 w 279"/>
              <a:gd name="T49" fmla="*/ 146 h 266"/>
              <a:gd name="T50" fmla="*/ 153 w 279"/>
              <a:gd name="T51" fmla="*/ 138 h 266"/>
              <a:gd name="T52" fmla="*/ 168 w 279"/>
              <a:gd name="T53" fmla="*/ 117 h 266"/>
              <a:gd name="T54" fmla="*/ 266 w 279"/>
              <a:gd name="T55" fmla="*/ 58 h 266"/>
              <a:gd name="T56" fmla="*/ 221 w 279"/>
              <a:gd name="T57" fmla="*/ 13 h 266"/>
              <a:gd name="T58" fmla="*/ 162 w 279"/>
              <a:gd name="T59" fmla="*/ 111 h 266"/>
              <a:gd name="T60" fmla="*/ 216 w 279"/>
              <a:gd name="T61" fmla="*/ 63 h 266"/>
              <a:gd name="T62" fmla="*/ 202 w 279"/>
              <a:gd name="T63" fmla="*/ 111 h 266"/>
              <a:gd name="T64" fmla="*/ 168 w 279"/>
              <a:gd name="T65" fmla="*/ 77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9" h="266">
                <a:moveTo>
                  <a:pt x="259" y="88"/>
                </a:moveTo>
                <a:cubicBezTo>
                  <a:pt x="258" y="85"/>
                  <a:pt x="255" y="85"/>
                  <a:pt x="253" y="85"/>
                </a:cubicBezTo>
                <a:cubicBezTo>
                  <a:pt x="251" y="86"/>
                  <a:pt x="250" y="89"/>
                  <a:pt x="251" y="91"/>
                </a:cubicBezTo>
                <a:cubicBezTo>
                  <a:pt x="271" y="136"/>
                  <a:pt x="261" y="188"/>
                  <a:pt x="226" y="223"/>
                </a:cubicBezTo>
                <a:cubicBezTo>
                  <a:pt x="203" y="246"/>
                  <a:pt x="173" y="258"/>
                  <a:pt x="141" y="258"/>
                </a:cubicBezTo>
                <a:cubicBezTo>
                  <a:pt x="109" y="258"/>
                  <a:pt x="79" y="246"/>
                  <a:pt x="56" y="223"/>
                </a:cubicBezTo>
                <a:cubicBezTo>
                  <a:pt x="9" y="176"/>
                  <a:pt x="9" y="100"/>
                  <a:pt x="56" y="53"/>
                </a:cubicBezTo>
                <a:cubicBezTo>
                  <a:pt x="91" y="18"/>
                  <a:pt x="143" y="8"/>
                  <a:pt x="188" y="28"/>
                </a:cubicBezTo>
                <a:cubicBezTo>
                  <a:pt x="190" y="29"/>
                  <a:pt x="193" y="28"/>
                  <a:pt x="194" y="26"/>
                </a:cubicBezTo>
                <a:cubicBezTo>
                  <a:pt x="194" y="24"/>
                  <a:pt x="193" y="21"/>
                  <a:pt x="191" y="20"/>
                </a:cubicBezTo>
                <a:cubicBezTo>
                  <a:pt x="143" y="0"/>
                  <a:pt x="88" y="10"/>
                  <a:pt x="50" y="47"/>
                </a:cubicBezTo>
                <a:cubicBezTo>
                  <a:pt x="0" y="97"/>
                  <a:pt x="0" y="179"/>
                  <a:pt x="50" y="229"/>
                </a:cubicBezTo>
                <a:cubicBezTo>
                  <a:pt x="75" y="253"/>
                  <a:pt x="107" y="266"/>
                  <a:pt x="141" y="266"/>
                </a:cubicBezTo>
                <a:cubicBezTo>
                  <a:pt x="175" y="266"/>
                  <a:pt x="207" y="253"/>
                  <a:pt x="231" y="229"/>
                </a:cubicBezTo>
                <a:cubicBezTo>
                  <a:pt x="269" y="191"/>
                  <a:pt x="279" y="136"/>
                  <a:pt x="259" y="88"/>
                </a:cubicBezTo>
                <a:close/>
                <a:moveTo>
                  <a:pt x="164" y="55"/>
                </a:moveTo>
                <a:cubicBezTo>
                  <a:pt x="164" y="53"/>
                  <a:pt x="163" y="51"/>
                  <a:pt x="161" y="50"/>
                </a:cubicBezTo>
                <a:cubicBezTo>
                  <a:pt x="130" y="43"/>
                  <a:pt x="99" y="52"/>
                  <a:pt x="77" y="74"/>
                </a:cubicBezTo>
                <a:cubicBezTo>
                  <a:pt x="42" y="109"/>
                  <a:pt x="42" y="167"/>
                  <a:pt x="77" y="202"/>
                </a:cubicBezTo>
                <a:cubicBezTo>
                  <a:pt x="95" y="219"/>
                  <a:pt x="118" y="228"/>
                  <a:pt x="141" y="228"/>
                </a:cubicBezTo>
                <a:cubicBezTo>
                  <a:pt x="164" y="228"/>
                  <a:pt x="187" y="219"/>
                  <a:pt x="205" y="202"/>
                </a:cubicBezTo>
                <a:cubicBezTo>
                  <a:pt x="226" y="180"/>
                  <a:pt x="236" y="149"/>
                  <a:pt x="229" y="118"/>
                </a:cubicBezTo>
                <a:cubicBezTo>
                  <a:pt x="228" y="116"/>
                  <a:pt x="226" y="115"/>
                  <a:pt x="224" y="115"/>
                </a:cubicBezTo>
                <a:cubicBezTo>
                  <a:pt x="222" y="116"/>
                  <a:pt x="220" y="118"/>
                  <a:pt x="221" y="120"/>
                </a:cubicBezTo>
                <a:cubicBezTo>
                  <a:pt x="227" y="148"/>
                  <a:pt x="219" y="176"/>
                  <a:pt x="199" y="196"/>
                </a:cubicBezTo>
                <a:cubicBezTo>
                  <a:pt x="167" y="228"/>
                  <a:pt x="115" y="228"/>
                  <a:pt x="83" y="196"/>
                </a:cubicBezTo>
                <a:cubicBezTo>
                  <a:pt x="51" y="164"/>
                  <a:pt x="51" y="112"/>
                  <a:pt x="83" y="80"/>
                </a:cubicBezTo>
                <a:cubicBezTo>
                  <a:pt x="103" y="60"/>
                  <a:pt x="131" y="52"/>
                  <a:pt x="159" y="58"/>
                </a:cubicBezTo>
                <a:cubicBezTo>
                  <a:pt x="161" y="58"/>
                  <a:pt x="163" y="57"/>
                  <a:pt x="164" y="55"/>
                </a:cubicBezTo>
                <a:close/>
                <a:moveTo>
                  <a:pt x="147" y="94"/>
                </a:moveTo>
                <a:cubicBezTo>
                  <a:pt x="149" y="95"/>
                  <a:pt x="151" y="93"/>
                  <a:pt x="152" y="91"/>
                </a:cubicBezTo>
                <a:cubicBezTo>
                  <a:pt x="152" y="89"/>
                  <a:pt x="150" y="87"/>
                  <a:pt x="148" y="87"/>
                </a:cubicBezTo>
                <a:cubicBezTo>
                  <a:pt x="132" y="84"/>
                  <a:pt x="116" y="90"/>
                  <a:pt x="104" y="101"/>
                </a:cubicBezTo>
                <a:cubicBezTo>
                  <a:pt x="84" y="122"/>
                  <a:pt x="84" y="154"/>
                  <a:pt x="104" y="175"/>
                </a:cubicBezTo>
                <a:cubicBezTo>
                  <a:pt x="114" y="185"/>
                  <a:pt x="128" y="190"/>
                  <a:pt x="141" y="190"/>
                </a:cubicBezTo>
                <a:cubicBezTo>
                  <a:pt x="154" y="190"/>
                  <a:pt x="168" y="185"/>
                  <a:pt x="178" y="175"/>
                </a:cubicBezTo>
                <a:cubicBezTo>
                  <a:pt x="189" y="163"/>
                  <a:pt x="195" y="147"/>
                  <a:pt x="192" y="131"/>
                </a:cubicBezTo>
                <a:cubicBezTo>
                  <a:pt x="192" y="128"/>
                  <a:pt x="190" y="127"/>
                  <a:pt x="188" y="127"/>
                </a:cubicBezTo>
                <a:cubicBezTo>
                  <a:pt x="186" y="128"/>
                  <a:pt x="184" y="130"/>
                  <a:pt x="184" y="132"/>
                </a:cubicBezTo>
                <a:cubicBezTo>
                  <a:pt x="186" y="146"/>
                  <a:pt x="182" y="159"/>
                  <a:pt x="172" y="169"/>
                </a:cubicBezTo>
                <a:cubicBezTo>
                  <a:pt x="155" y="186"/>
                  <a:pt x="127" y="186"/>
                  <a:pt x="110" y="169"/>
                </a:cubicBezTo>
                <a:cubicBezTo>
                  <a:pt x="93" y="152"/>
                  <a:pt x="93" y="124"/>
                  <a:pt x="110" y="107"/>
                </a:cubicBezTo>
                <a:cubicBezTo>
                  <a:pt x="120" y="97"/>
                  <a:pt x="133" y="92"/>
                  <a:pt x="147" y="94"/>
                </a:cubicBezTo>
                <a:close/>
                <a:moveTo>
                  <a:pt x="162" y="111"/>
                </a:moveTo>
                <a:cubicBezTo>
                  <a:pt x="146" y="127"/>
                  <a:pt x="146" y="127"/>
                  <a:pt x="146" y="127"/>
                </a:cubicBezTo>
                <a:cubicBezTo>
                  <a:pt x="142" y="125"/>
                  <a:pt x="136" y="126"/>
                  <a:pt x="132" y="130"/>
                </a:cubicBezTo>
                <a:cubicBezTo>
                  <a:pt x="130" y="132"/>
                  <a:pt x="129" y="135"/>
                  <a:pt x="129" y="138"/>
                </a:cubicBezTo>
                <a:cubicBezTo>
                  <a:pt x="129" y="141"/>
                  <a:pt x="130" y="144"/>
                  <a:pt x="132" y="146"/>
                </a:cubicBezTo>
                <a:cubicBezTo>
                  <a:pt x="135" y="149"/>
                  <a:pt x="138" y="150"/>
                  <a:pt x="141" y="150"/>
                </a:cubicBezTo>
                <a:cubicBezTo>
                  <a:pt x="144" y="150"/>
                  <a:pt x="147" y="149"/>
                  <a:pt x="149" y="146"/>
                </a:cubicBezTo>
                <a:cubicBezTo>
                  <a:pt x="149" y="146"/>
                  <a:pt x="149" y="146"/>
                  <a:pt x="149" y="146"/>
                </a:cubicBezTo>
                <a:cubicBezTo>
                  <a:pt x="152" y="144"/>
                  <a:pt x="153" y="141"/>
                  <a:pt x="153" y="138"/>
                </a:cubicBezTo>
                <a:cubicBezTo>
                  <a:pt x="153" y="136"/>
                  <a:pt x="152" y="134"/>
                  <a:pt x="152" y="133"/>
                </a:cubicBezTo>
                <a:cubicBezTo>
                  <a:pt x="168" y="117"/>
                  <a:pt x="168" y="117"/>
                  <a:pt x="168" y="117"/>
                </a:cubicBezTo>
                <a:cubicBezTo>
                  <a:pt x="205" y="120"/>
                  <a:pt x="205" y="120"/>
                  <a:pt x="205" y="120"/>
                </a:cubicBezTo>
                <a:cubicBezTo>
                  <a:pt x="266" y="58"/>
                  <a:pt x="266" y="58"/>
                  <a:pt x="266" y="58"/>
                </a:cubicBezTo>
                <a:cubicBezTo>
                  <a:pt x="224" y="55"/>
                  <a:pt x="224" y="55"/>
                  <a:pt x="224" y="55"/>
                </a:cubicBezTo>
                <a:cubicBezTo>
                  <a:pt x="221" y="13"/>
                  <a:pt x="221" y="13"/>
                  <a:pt x="221" y="13"/>
                </a:cubicBezTo>
                <a:cubicBezTo>
                  <a:pt x="159" y="74"/>
                  <a:pt x="159" y="74"/>
                  <a:pt x="159" y="74"/>
                </a:cubicBezTo>
                <a:lnTo>
                  <a:pt x="162" y="111"/>
                </a:lnTo>
                <a:close/>
                <a:moveTo>
                  <a:pt x="214" y="31"/>
                </a:moveTo>
                <a:cubicBezTo>
                  <a:pt x="216" y="63"/>
                  <a:pt x="216" y="63"/>
                  <a:pt x="216" y="63"/>
                </a:cubicBezTo>
                <a:cubicBezTo>
                  <a:pt x="248" y="65"/>
                  <a:pt x="248" y="65"/>
                  <a:pt x="248" y="65"/>
                </a:cubicBezTo>
                <a:cubicBezTo>
                  <a:pt x="202" y="111"/>
                  <a:pt x="202" y="111"/>
                  <a:pt x="202" y="111"/>
                </a:cubicBezTo>
                <a:cubicBezTo>
                  <a:pt x="170" y="109"/>
                  <a:pt x="170" y="109"/>
                  <a:pt x="170" y="109"/>
                </a:cubicBezTo>
                <a:cubicBezTo>
                  <a:pt x="168" y="77"/>
                  <a:pt x="168" y="77"/>
                  <a:pt x="168" y="77"/>
                </a:cubicBezTo>
                <a:lnTo>
                  <a:pt x="214" y="3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96" name="Freeform 257">
            <a:extLst>
              <a:ext uri="{FF2B5EF4-FFF2-40B4-BE49-F238E27FC236}">
                <a16:creationId xmlns:a16="http://schemas.microsoft.com/office/drawing/2014/main" id="{C15AF13E-0CDE-4565-9F31-413F93EA0D60}"/>
              </a:ext>
            </a:extLst>
          </p:cNvPr>
          <p:cNvSpPr>
            <a:spLocks noChangeAspect="1" noEditPoints="1"/>
          </p:cNvSpPr>
          <p:nvPr/>
        </p:nvSpPr>
        <p:spPr bwMode="auto">
          <a:xfrm>
            <a:off x="8303937" y="4352925"/>
            <a:ext cx="420688" cy="400050"/>
          </a:xfrm>
          <a:custGeom>
            <a:avLst/>
            <a:gdLst>
              <a:gd name="T0" fmla="*/ 225 w 269"/>
              <a:gd name="T1" fmla="*/ 165 h 256"/>
              <a:gd name="T2" fmla="*/ 220 w 269"/>
              <a:gd name="T3" fmla="*/ 170 h 256"/>
              <a:gd name="T4" fmla="*/ 250 w 269"/>
              <a:gd name="T5" fmla="*/ 240 h 256"/>
              <a:gd name="T6" fmla="*/ 181 w 269"/>
              <a:gd name="T7" fmla="*/ 209 h 256"/>
              <a:gd name="T8" fmla="*/ 175 w 269"/>
              <a:gd name="T9" fmla="*/ 215 h 256"/>
              <a:gd name="T10" fmla="*/ 230 w 269"/>
              <a:gd name="T11" fmla="*/ 256 h 256"/>
              <a:gd name="T12" fmla="*/ 255 w 269"/>
              <a:gd name="T13" fmla="*/ 195 h 256"/>
              <a:gd name="T14" fmla="*/ 116 w 269"/>
              <a:gd name="T15" fmla="*/ 0 h 256"/>
              <a:gd name="T16" fmla="*/ 41 w 269"/>
              <a:gd name="T17" fmla="*/ 181 h 256"/>
              <a:gd name="T18" fmla="*/ 191 w 269"/>
              <a:gd name="T19" fmla="*/ 181 h 256"/>
              <a:gd name="T20" fmla="*/ 116 w 269"/>
              <a:gd name="T21" fmla="*/ 204 h 256"/>
              <a:gd name="T22" fmla="*/ 47 w 269"/>
              <a:gd name="T23" fmla="*/ 37 h 256"/>
              <a:gd name="T24" fmla="*/ 185 w 269"/>
              <a:gd name="T25" fmla="*/ 37 h 256"/>
              <a:gd name="T26" fmla="*/ 116 w 269"/>
              <a:gd name="T27" fmla="*/ 204 h 256"/>
              <a:gd name="T28" fmla="*/ 103 w 269"/>
              <a:gd name="T29" fmla="*/ 99 h 256"/>
              <a:gd name="T30" fmla="*/ 55 w 269"/>
              <a:gd name="T31" fmla="*/ 148 h 256"/>
              <a:gd name="T32" fmla="*/ 59 w 269"/>
              <a:gd name="T33" fmla="*/ 169 h 256"/>
              <a:gd name="T34" fmla="*/ 80 w 269"/>
              <a:gd name="T35" fmla="*/ 166 h 256"/>
              <a:gd name="T36" fmla="*/ 91 w 269"/>
              <a:gd name="T37" fmla="*/ 155 h 256"/>
              <a:gd name="T38" fmla="*/ 100 w 269"/>
              <a:gd name="T39" fmla="*/ 140 h 256"/>
              <a:gd name="T40" fmla="*/ 109 w 269"/>
              <a:gd name="T41" fmla="*/ 139 h 256"/>
              <a:gd name="T42" fmla="*/ 139 w 269"/>
              <a:gd name="T43" fmla="*/ 121 h 256"/>
              <a:gd name="T44" fmla="*/ 167 w 269"/>
              <a:gd name="T45" fmla="*/ 52 h 256"/>
              <a:gd name="T46" fmla="*/ 104 w 269"/>
              <a:gd name="T47" fmla="*/ 132 h 256"/>
              <a:gd name="T48" fmla="*/ 94 w 269"/>
              <a:gd name="T49" fmla="*/ 134 h 256"/>
              <a:gd name="T50" fmla="*/ 79 w 269"/>
              <a:gd name="T51" fmla="*/ 147 h 256"/>
              <a:gd name="T52" fmla="*/ 73 w 269"/>
              <a:gd name="T53" fmla="*/ 161 h 256"/>
              <a:gd name="T54" fmla="*/ 63 w 269"/>
              <a:gd name="T55" fmla="*/ 150 h 256"/>
              <a:gd name="T56" fmla="*/ 110 w 269"/>
              <a:gd name="T57" fmla="*/ 109 h 256"/>
              <a:gd name="T58" fmla="*/ 104 w 269"/>
              <a:gd name="T59" fmla="*/ 132 h 256"/>
              <a:gd name="T60" fmla="*/ 129 w 269"/>
              <a:gd name="T61" fmla="*/ 111 h 256"/>
              <a:gd name="T62" fmla="*/ 116 w 269"/>
              <a:gd name="T63" fmla="*/ 103 h 256"/>
              <a:gd name="T64" fmla="*/ 139 w 269"/>
              <a:gd name="T65" fmla="*/ 49 h 256"/>
              <a:gd name="T66" fmla="*/ 161 w 269"/>
              <a:gd name="T67" fmla="*/ 103 h 256"/>
              <a:gd name="T68" fmla="*/ 133 w 269"/>
              <a:gd name="T69" fmla="*/ 64 h 256"/>
              <a:gd name="T70" fmla="*/ 133 w 269"/>
              <a:gd name="T71" fmla="*/ 86 h 256"/>
              <a:gd name="T72" fmla="*/ 156 w 269"/>
              <a:gd name="T73" fmla="*/ 86 h 256"/>
              <a:gd name="T74" fmla="*/ 156 w 269"/>
              <a:gd name="T75" fmla="*/ 64 h 256"/>
              <a:gd name="T76" fmla="*/ 150 w 269"/>
              <a:gd name="T77" fmla="*/ 81 h 256"/>
              <a:gd name="T78" fmla="*/ 136 w 269"/>
              <a:gd name="T79" fmla="*/ 75 h 256"/>
              <a:gd name="T80" fmla="*/ 144 w 269"/>
              <a:gd name="T81" fmla="*/ 67 h 256"/>
              <a:gd name="T82" fmla="*/ 152 w 269"/>
              <a:gd name="T83" fmla="*/ 7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9" h="256">
                <a:moveTo>
                  <a:pt x="255" y="195"/>
                </a:moveTo>
                <a:cubicBezTo>
                  <a:pt x="225" y="165"/>
                  <a:pt x="225" y="165"/>
                  <a:pt x="225" y="165"/>
                </a:cubicBezTo>
                <a:cubicBezTo>
                  <a:pt x="224" y="163"/>
                  <a:pt x="221" y="163"/>
                  <a:pt x="220" y="165"/>
                </a:cubicBezTo>
                <a:cubicBezTo>
                  <a:pt x="218" y="166"/>
                  <a:pt x="218" y="169"/>
                  <a:pt x="220" y="170"/>
                </a:cubicBezTo>
                <a:cubicBezTo>
                  <a:pt x="250" y="200"/>
                  <a:pt x="250" y="200"/>
                  <a:pt x="250" y="200"/>
                </a:cubicBezTo>
                <a:cubicBezTo>
                  <a:pt x="261" y="211"/>
                  <a:pt x="261" y="229"/>
                  <a:pt x="250" y="240"/>
                </a:cubicBezTo>
                <a:cubicBezTo>
                  <a:pt x="239" y="251"/>
                  <a:pt x="221" y="251"/>
                  <a:pt x="210" y="240"/>
                </a:cubicBezTo>
                <a:cubicBezTo>
                  <a:pt x="181" y="209"/>
                  <a:pt x="181" y="209"/>
                  <a:pt x="181" y="209"/>
                </a:cubicBezTo>
                <a:cubicBezTo>
                  <a:pt x="179" y="208"/>
                  <a:pt x="177" y="208"/>
                  <a:pt x="175" y="209"/>
                </a:cubicBezTo>
                <a:cubicBezTo>
                  <a:pt x="174" y="211"/>
                  <a:pt x="174" y="213"/>
                  <a:pt x="175" y="215"/>
                </a:cubicBezTo>
                <a:cubicBezTo>
                  <a:pt x="205" y="245"/>
                  <a:pt x="205" y="245"/>
                  <a:pt x="205" y="245"/>
                </a:cubicBezTo>
                <a:cubicBezTo>
                  <a:pt x="212" y="252"/>
                  <a:pt x="221" y="256"/>
                  <a:pt x="230" y="256"/>
                </a:cubicBezTo>
                <a:cubicBezTo>
                  <a:pt x="239" y="256"/>
                  <a:pt x="248" y="252"/>
                  <a:pt x="255" y="245"/>
                </a:cubicBezTo>
                <a:cubicBezTo>
                  <a:pt x="269" y="231"/>
                  <a:pt x="269" y="209"/>
                  <a:pt x="255" y="195"/>
                </a:cubicBezTo>
                <a:close/>
                <a:moveTo>
                  <a:pt x="191" y="31"/>
                </a:moveTo>
                <a:cubicBezTo>
                  <a:pt x="171" y="11"/>
                  <a:pt x="144" y="0"/>
                  <a:pt x="116" y="0"/>
                </a:cubicBezTo>
                <a:cubicBezTo>
                  <a:pt x="88" y="0"/>
                  <a:pt x="61" y="11"/>
                  <a:pt x="41" y="31"/>
                </a:cubicBezTo>
                <a:cubicBezTo>
                  <a:pt x="0" y="72"/>
                  <a:pt x="0" y="140"/>
                  <a:pt x="41" y="181"/>
                </a:cubicBezTo>
                <a:cubicBezTo>
                  <a:pt x="61" y="201"/>
                  <a:pt x="88" y="212"/>
                  <a:pt x="116" y="212"/>
                </a:cubicBezTo>
                <a:cubicBezTo>
                  <a:pt x="144" y="212"/>
                  <a:pt x="171" y="201"/>
                  <a:pt x="191" y="181"/>
                </a:cubicBezTo>
                <a:cubicBezTo>
                  <a:pt x="232" y="140"/>
                  <a:pt x="232" y="72"/>
                  <a:pt x="191" y="31"/>
                </a:cubicBezTo>
                <a:close/>
                <a:moveTo>
                  <a:pt x="116" y="204"/>
                </a:moveTo>
                <a:cubicBezTo>
                  <a:pt x="90" y="204"/>
                  <a:pt x="65" y="194"/>
                  <a:pt x="47" y="175"/>
                </a:cubicBezTo>
                <a:cubicBezTo>
                  <a:pt x="8" y="137"/>
                  <a:pt x="8" y="75"/>
                  <a:pt x="47" y="37"/>
                </a:cubicBezTo>
                <a:cubicBezTo>
                  <a:pt x="65" y="18"/>
                  <a:pt x="90" y="8"/>
                  <a:pt x="116" y="8"/>
                </a:cubicBezTo>
                <a:cubicBezTo>
                  <a:pt x="142" y="8"/>
                  <a:pt x="167" y="18"/>
                  <a:pt x="185" y="37"/>
                </a:cubicBezTo>
                <a:cubicBezTo>
                  <a:pt x="224" y="75"/>
                  <a:pt x="224" y="137"/>
                  <a:pt x="185" y="175"/>
                </a:cubicBezTo>
                <a:cubicBezTo>
                  <a:pt x="167" y="194"/>
                  <a:pt x="142" y="204"/>
                  <a:pt x="116" y="204"/>
                </a:cubicBezTo>
                <a:close/>
                <a:moveTo>
                  <a:pt x="110" y="52"/>
                </a:moveTo>
                <a:cubicBezTo>
                  <a:pt x="98" y="65"/>
                  <a:pt x="95" y="84"/>
                  <a:pt x="103" y="99"/>
                </a:cubicBezTo>
                <a:cubicBezTo>
                  <a:pt x="57" y="146"/>
                  <a:pt x="57" y="146"/>
                  <a:pt x="57" y="146"/>
                </a:cubicBezTo>
                <a:cubicBezTo>
                  <a:pt x="56" y="146"/>
                  <a:pt x="55" y="147"/>
                  <a:pt x="55" y="148"/>
                </a:cubicBezTo>
                <a:cubicBezTo>
                  <a:pt x="55" y="165"/>
                  <a:pt x="55" y="165"/>
                  <a:pt x="55" y="165"/>
                </a:cubicBezTo>
                <a:cubicBezTo>
                  <a:pt x="55" y="168"/>
                  <a:pt x="57" y="169"/>
                  <a:pt x="59" y="169"/>
                </a:cubicBezTo>
                <a:cubicBezTo>
                  <a:pt x="76" y="169"/>
                  <a:pt x="76" y="169"/>
                  <a:pt x="76" y="169"/>
                </a:cubicBezTo>
                <a:cubicBezTo>
                  <a:pt x="78" y="169"/>
                  <a:pt x="80" y="168"/>
                  <a:pt x="80" y="166"/>
                </a:cubicBezTo>
                <a:cubicBezTo>
                  <a:pt x="83" y="155"/>
                  <a:pt x="83" y="155"/>
                  <a:pt x="83" y="155"/>
                </a:cubicBezTo>
                <a:cubicBezTo>
                  <a:pt x="91" y="155"/>
                  <a:pt x="91" y="155"/>
                  <a:pt x="91" y="155"/>
                </a:cubicBezTo>
                <a:cubicBezTo>
                  <a:pt x="92" y="155"/>
                  <a:pt x="93" y="154"/>
                  <a:pt x="94" y="153"/>
                </a:cubicBezTo>
                <a:cubicBezTo>
                  <a:pt x="100" y="140"/>
                  <a:pt x="100" y="140"/>
                  <a:pt x="100" y="140"/>
                </a:cubicBezTo>
                <a:cubicBezTo>
                  <a:pt x="106" y="140"/>
                  <a:pt x="106" y="140"/>
                  <a:pt x="106" y="140"/>
                </a:cubicBezTo>
                <a:cubicBezTo>
                  <a:pt x="107" y="140"/>
                  <a:pt x="108" y="140"/>
                  <a:pt x="109" y="139"/>
                </a:cubicBezTo>
                <a:cubicBezTo>
                  <a:pt x="128" y="119"/>
                  <a:pt x="128" y="119"/>
                  <a:pt x="128" y="119"/>
                </a:cubicBezTo>
                <a:cubicBezTo>
                  <a:pt x="132" y="120"/>
                  <a:pt x="135" y="121"/>
                  <a:pt x="139" y="121"/>
                </a:cubicBezTo>
                <a:cubicBezTo>
                  <a:pt x="149" y="121"/>
                  <a:pt x="159" y="117"/>
                  <a:pt x="167" y="109"/>
                </a:cubicBezTo>
                <a:cubicBezTo>
                  <a:pt x="183" y="93"/>
                  <a:pt x="183" y="68"/>
                  <a:pt x="167" y="52"/>
                </a:cubicBezTo>
                <a:cubicBezTo>
                  <a:pt x="151" y="37"/>
                  <a:pt x="126" y="37"/>
                  <a:pt x="110" y="52"/>
                </a:cubicBezTo>
                <a:close/>
                <a:moveTo>
                  <a:pt x="104" y="132"/>
                </a:moveTo>
                <a:cubicBezTo>
                  <a:pt x="98" y="132"/>
                  <a:pt x="98" y="132"/>
                  <a:pt x="98" y="132"/>
                </a:cubicBezTo>
                <a:cubicBezTo>
                  <a:pt x="96" y="132"/>
                  <a:pt x="95" y="133"/>
                  <a:pt x="94" y="134"/>
                </a:cubicBezTo>
                <a:cubicBezTo>
                  <a:pt x="88" y="147"/>
                  <a:pt x="88" y="147"/>
                  <a:pt x="88" y="147"/>
                </a:cubicBezTo>
                <a:cubicBezTo>
                  <a:pt x="79" y="147"/>
                  <a:pt x="79" y="147"/>
                  <a:pt x="79" y="147"/>
                </a:cubicBezTo>
                <a:cubicBezTo>
                  <a:pt x="77" y="147"/>
                  <a:pt x="76" y="149"/>
                  <a:pt x="75" y="150"/>
                </a:cubicBezTo>
                <a:cubicBezTo>
                  <a:pt x="73" y="161"/>
                  <a:pt x="73" y="161"/>
                  <a:pt x="73" y="161"/>
                </a:cubicBezTo>
                <a:cubicBezTo>
                  <a:pt x="63" y="161"/>
                  <a:pt x="63" y="161"/>
                  <a:pt x="63" y="161"/>
                </a:cubicBezTo>
                <a:cubicBezTo>
                  <a:pt x="63" y="150"/>
                  <a:pt x="63" y="150"/>
                  <a:pt x="63" y="150"/>
                </a:cubicBezTo>
                <a:cubicBezTo>
                  <a:pt x="108" y="106"/>
                  <a:pt x="108" y="106"/>
                  <a:pt x="108" y="106"/>
                </a:cubicBezTo>
                <a:cubicBezTo>
                  <a:pt x="108" y="107"/>
                  <a:pt x="109" y="108"/>
                  <a:pt x="110" y="109"/>
                </a:cubicBezTo>
                <a:cubicBezTo>
                  <a:pt x="113" y="112"/>
                  <a:pt x="117" y="114"/>
                  <a:pt x="120" y="116"/>
                </a:cubicBezTo>
                <a:lnTo>
                  <a:pt x="104" y="132"/>
                </a:lnTo>
                <a:close/>
                <a:moveTo>
                  <a:pt x="161" y="103"/>
                </a:moveTo>
                <a:cubicBezTo>
                  <a:pt x="153" y="112"/>
                  <a:pt x="140" y="114"/>
                  <a:pt x="129" y="111"/>
                </a:cubicBezTo>
                <a:cubicBezTo>
                  <a:pt x="129" y="111"/>
                  <a:pt x="128" y="111"/>
                  <a:pt x="128" y="111"/>
                </a:cubicBezTo>
                <a:cubicBezTo>
                  <a:pt x="123" y="109"/>
                  <a:pt x="119" y="107"/>
                  <a:pt x="116" y="103"/>
                </a:cubicBezTo>
                <a:cubicBezTo>
                  <a:pt x="104" y="91"/>
                  <a:pt x="104" y="70"/>
                  <a:pt x="116" y="58"/>
                </a:cubicBezTo>
                <a:cubicBezTo>
                  <a:pt x="122" y="52"/>
                  <a:pt x="130" y="49"/>
                  <a:pt x="139" y="49"/>
                </a:cubicBezTo>
                <a:cubicBezTo>
                  <a:pt x="147" y="49"/>
                  <a:pt x="155" y="52"/>
                  <a:pt x="161" y="58"/>
                </a:cubicBezTo>
                <a:cubicBezTo>
                  <a:pt x="174" y="70"/>
                  <a:pt x="174" y="91"/>
                  <a:pt x="161" y="103"/>
                </a:cubicBezTo>
                <a:close/>
                <a:moveTo>
                  <a:pt x="144" y="59"/>
                </a:moveTo>
                <a:cubicBezTo>
                  <a:pt x="140" y="59"/>
                  <a:pt x="136" y="61"/>
                  <a:pt x="133" y="64"/>
                </a:cubicBezTo>
                <a:cubicBezTo>
                  <a:pt x="130" y="67"/>
                  <a:pt x="128" y="71"/>
                  <a:pt x="128" y="75"/>
                </a:cubicBezTo>
                <a:cubicBezTo>
                  <a:pt x="128" y="79"/>
                  <a:pt x="130" y="83"/>
                  <a:pt x="133" y="86"/>
                </a:cubicBezTo>
                <a:cubicBezTo>
                  <a:pt x="136" y="89"/>
                  <a:pt x="140" y="91"/>
                  <a:pt x="144" y="91"/>
                </a:cubicBezTo>
                <a:cubicBezTo>
                  <a:pt x="149" y="91"/>
                  <a:pt x="153" y="89"/>
                  <a:pt x="156" y="86"/>
                </a:cubicBezTo>
                <a:cubicBezTo>
                  <a:pt x="159" y="83"/>
                  <a:pt x="160" y="79"/>
                  <a:pt x="160" y="75"/>
                </a:cubicBezTo>
                <a:cubicBezTo>
                  <a:pt x="160" y="71"/>
                  <a:pt x="159" y="67"/>
                  <a:pt x="156" y="64"/>
                </a:cubicBezTo>
                <a:cubicBezTo>
                  <a:pt x="153" y="61"/>
                  <a:pt x="149" y="59"/>
                  <a:pt x="144" y="59"/>
                </a:cubicBezTo>
                <a:close/>
                <a:moveTo>
                  <a:pt x="150" y="81"/>
                </a:moveTo>
                <a:cubicBezTo>
                  <a:pt x="147" y="84"/>
                  <a:pt x="142" y="84"/>
                  <a:pt x="139" y="81"/>
                </a:cubicBezTo>
                <a:cubicBezTo>
                  <a:pt x="137" y="79"/>
                  <a:pt x="136" y="77"/>
                  <a:pt x="136" y="75"/>
                </a:cubicBezTo>
                <a:cubicBezTo>
                  <a:pt x="136" y="73"/>
                  <a:pt x="137" y="71"/>
                  <a:pt x="139" y="69"/>
                </a:cubicBezTo>
                <a:cubicBezTo>
                  <a:pt x="140" y="68"/>
                  <a:pt x="142" y="67"/>
                  <a:pt x="144" y="67"/>
                </a:cubicBezTo>
                <a:cubicBezTo>
                  <a:pt x="146" y="67"/>
                  <a:pt x="148" y="68"/>
                  <a:pt x="150" y="69"/>
                </a:cubicBezTo>
                <a:cubicBezTo>
                  <a:pt x="151" y="71"/>
                  <a:pt x="152" y="73"/>
                  <a:pt x="152" y="75"/>
                </a:cubicBezTo>
                <a:cubicBezTo>
                  <a:pt x="152" y="77"/>
                  <a:pt x="151" y="79"/>
                  <a:pt x="150" y="8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88" name="Freeform 261">
            <a:extLst>
              <a:ext uri="{FF2B5EF4-FFF2-40B4-BE49-F238E27FC236}">
                <a16:creationId xmlns:a16="http://schemas.microsoft.com/office/drawing/2014/main" id="{876D30A8-030F-4776-9625-D22FE478E110}"/>
              </a:ext>
            </a:extLst>
          </p:cNvPr>
          <p:cNvSpPr>
            <a:spLocks noChangeAspect="1" noEditPoints="1"/>
          </p:cNvSpPr>
          <p:nvPr/>
        </p:nvSpPr>
        <p:spPr bwMode="auto">
          <a:xfrm>
            <a:off x="9281902" y="4352925"/>
            <a:ext cx="400050" cy="400050"/>
          </a:xfrm>
          <a:custGeom>
            <a:avLst/>
            <a:gdLst>
              <a:gd name="T0" fmla="*/ 0 w 256"/>
              <a:gd name="T1" fmla="*/ 20 h 256"/>
              <a:gd name="T2" fmla="*/ 40 w 256"/>
              <a:gd name="T3" fmla="*/ 212 h 256"/>
              <a:gd name="T4" fmla="*/ 8 w 256"/>
              <a:gd name="T5" fmla="*/ 192 h 256"/>
              <a:gd name="T6" fmla="*/ 248 w 256"/>
              <a:gd name="T7" fmla="*/ 192 h 256"/>
              <a:gd name="T8" fmla="*/ 216 w 256"/>
              <a:gd name="T9" fmla="*/ 212 h 256"/>
              <a:gd name="T10" fmla="*/ 256 w 256"/>
              <a:gd name="T11" fmla="*/ 20 h 256"/>
              <a:gd name="T12" fmla="*/ 8 w 256"/>
              <a:gd name="T13" fmla="*/ 48 h 256"/>
              <a:gd name="T14" fmla="*/ 236 w 256"/>
              <a:gd name="T15" fmla="*/ 8 h 256"/>
              <a:gd name="T16" fmla="*/ 32 w 256"/>
              <a:gd name="T17" fmla="*/ 20 h 256"/>
              <a:gd name="T18" fmla="*/ 40 w 256"/>
              <a:gd name="T19" fmla="*/ 28 h 256"/>
              <a:gd name="T20" fmla="*/ 52 w 256"/>
              <a:gd name="T21" fmla="*/ 28 h 256"/>
              <a:gd name="T22" fmla="*/ 60 w 256"/>
              <a:gd name="T23" fmla="*/ 20 h 256"/>
              <a:gd name="T24" fmla="*/ 88 w 256"/>
              <a:gd name="T25" fmla="*/ 36 h 256"/>
              <a:gd name="T26" fmla="*/ 128 w 256"/>
              <a:gd name="T27" fmla="*/ 108 h 256"/>
              <a:gd name="T28" fmla="*/ 184 w 256"/>
              <a:gd name="T29" fmla="*/ 164 h 256"/>
              <a:gd name="T30" fmla="*/ 80 w 256"/>
              <a:gd name="T31" fmla="*/ 164 h 256"/>
              <a:gd name="T32" fmla="*/ 128 w 256"/>
              <a:gd name="T33" fmla="*/ 212 h 256"/>
              <a:gd name="T34" fmla="*/ 210 w 256"/>
              <a:gd name="T35" fmla="*/ 143 h 256"/>
              <a:gd name="T36" fmla="*/ 198 w 256"/>
              <a:gd name="T37" fmla="*/ 125 h 256"/>
              <a:gd name="T38" fmla="*/ 201 w 256"/>
              <a:gd name="T39" fmla="*/ 107 h 256"/>
              <a:gd name="T40" fmla="*/ 169 w 256"/>
              <a:gd name="T41" fmla="*/ 94 h 256"/>
              <a:gd name="T42" fmla="*/ 149 w 256"/>
              <a:gd name="T43" fmla="*/ 86 h 256"/>
              <a:gd name="T44" fmla="*/ 117 w 256"/>
              <a:gd name="T45" fmla="*/ 72 h 256"/>
              <a:gd name="T46" fmla="*/ 106 w 256"/>
              <a:gd name="T47" fmla="*/ 87 h 256"/>
              <a:gd name="T48" fmla="*/ 85 w 256"/>
              <a:gd name="T49" fmla="*/ 91 h 256"/>
              <a:gd name="T50" fmla="*/ 52 w 256"/>
              <a:gd name="T51" fmla="*/ 114 h 256"/>
              <a:gd name="T52" fmla="*/ 58 w 256"/>
              <a:gd name="T53" fmla="*/ 125 h 256"/>
              <a:gd name="T54" fmla="*/ 46 w 256"/>
              <a:gd name="T55" fmla="*/ 143 h 256"/>
              <a:gd name="T56" fmla="*/ 46 w 256"/>
              <a:gd name="T57" fmla="*/ 185 h 256"/>
              <a:gd name="T58" fmla="*/ 58 w 256"/>
              <a:gd name="T59" fmla="*/ 203 h 256"/>
              <a:gd name="T60" fmla="*/ 52 w 256"/>
              <a:gd name="T61" fmla="*/ 214 h 256"/>
              <a:gd name="T62" fmla="*/ 85 w 256"/>
              <a:gd name="T63" fmla="*/ 237 h 256"/>
              <a:gd name="T64" fmla="*/ 106 w 256"/>
              <a:gd name="T65" fmla="*/ 241 h 256"/>
              <a:gd name="T66" fmla="*/ 117 w 256"/>
              <a:gd name="T67" fmla="*/ 256 h 256"/>
              <a:gd name="T68" fmla="*/ 149 w 256"/>
              <a:gd name="T69" fmla="*/ 242 h 256"/>
              <a:gd name="T70" fmla="*/ 169 w 256"/>
              <a:gd name="T71" fmla="*/ 234 h 256"/>
              <a:gd name="T72" fmla="*/ 201 w 256"/>
              <a:gd name="T73" fmla="*/ 221 h 256"/>
              <a:gd name="T74" fmla="*/ 198 w 256"/>
              <a:gd name="T75" fmla="*/ 203 h 256"/>
              <a:gd name="T76" fmla="*/ 210 w 256"/>
              <a:gd name="T77" fmla="*/ 185 h 256"/>
              <a:gd name="T78" fmla="*/ 210 w 256"/>
              <a:gd name="T79" fmla="*/ 177 h 256"/>
              <a:gd name="T80" fmla="*/ 191 w 256"/>
              <a:gd name="T81" fmla="*/ 200 h 256"/>
              <a:gd name="T82" fmla="*/ 195 w 256"/>
              <a:gd name="T83" fmla="*/ 215 h 256"/>
              <a:gd name="T84" fmla="*/ 174 w 256"/>
              <a:gd name="T85" fmla="*/ 229 h 256"/>
              <a:gd name="T86" fmla="*/ 141 w 256"/>
              <a:gd name="T87" fmla="*/ 242 h 256"/>
              <a:gd name="T88" fmla="*/ 117 w 256"/>
              <a:gd name="T89" fmla="*/ 248 h 256"/>
              <a:gd name="T90" fmla="*/ 109 w 256"/>
              <a:gd name="T91" fmla="*/ 233 h 256"/>
              <a:gd name="T92" fmla="*/ 82 w 256"/>
              <a:gd name="T93" fmla="*/ 229 h 256"/>
              <a:gd name="T94" fmla="*/ 61 w 256"/>
              <a:gd name="T95" fmla="*/ 215 h 256"/>
              <a:gd name="T96" fmla="*/ 63 w 256"/>
              <a:gd name="T97" fmla="*/ 210 h 256"/>
              <a:gd name="T98" fmla="*/ 50 w 256"/>
              <a:gd name="T99" fmla="*/ 177 h 256"/>
              <a:gd name="T100" fmla="*/ 44 w 256"/>
              <a:gd name="T101" fmla="*/ 153 h 256"/>
              <a:gd name="T102" fmla="*/ 59 w 256"/>
              <a:gd name="T103" fmla="*/ 145 h 256"/>
              <a:gd name="T104" fmla="*/ 61 w 256"/>
              <a:gd name="T105" fmla="*/ 115 h 256"/>
              <a:gd name="T106" fmla="*/ 77 w 256"/>
              <a:gd name="T107" fmla="*/ 97 h 256"/>
              <a:gd name="T108" fmla="*/ 92 w 256"/>
              <a:gd name="T109" fmla="*/ 101 h 256"/>
              <a:gd name="T110" fmla="*/ 115 w 256"/>
              <a:gd name="T111" fmla="*/ 82 h 256"/>
              <a:gd name="T112" fmla="*/ 141 w 256"/>
              <a:gd name="T113" fmla="*/ 82 h 256"/>
              <a:gd name="T114" fmla="*/ 164 w 256"/>
              <a:gd name="T115" fmla="*/ 101 h 256"/>
              <a:gd name="T116" fmla="*/ 179 w 256"/>
              <a:gd name="T117" fmla="*/ 97 h 256"/>
              <a:gd name="T118" fmla="*/ 193 w 256"/>
              <a:gd name="T119" fmla="*/ 118 h 256"/>
              <a:gd name="T120" fmla="*/ 206 w 256"/>
              <a:gd name="T121" fmla="*/ 151 h 256"/>
              <a:gd name="T122" fmla="*/ 212 w 256"/>
              <a:gd name="T123" fmla="*/ 17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236" y="0"/>
                </a:moveTo>
                <a:cubicBezTo>
                  <a:pt x="20" y="0"/>
                  <a:pt x="20" y="0"/>
                  <a:pt x="20" y="0"/>
                </a:cubicBezTo>
                <a:cubicBezTo>
                  <a:pt x="9" y="0"/>
                  <a:pt x="0" y="9"/>
                  <a:pt x="0" y="20"/>
                </a:cubicBezTo>
                <a:cubicBezTo>
                  <a:pt x="0" y="192"/>
                  <a:pt x="0" y="192"/>
                  <a:pt x="0" y="192"/>
                </a:cubicBezTo>
                <a:cubicBezTo>
                  <a:pt x="0" y="203"/>
                  <a:pt x="9" y="212"/>
                  <a:pt x="20" y="212"/>
                </a:cubicBezTo>
                <a:cubicBezTo>
                  <a:pt x="40" y="212"/>
                  <a:pt x="40" y="212"/>
                  <a:pt x="40" y="212"/>
                </a:cubicBezTo>
                <a:cubicBezTo>
                  <a:pt x="40" y="204"/>
                  <a:pt x="40" y="204"/>
                  <a:pt x="40" y="204"/>
                </a:cubicBezTo>
                <a:cubicBezTo>
                  <a:pt x="20" y="204"/>
                  <a:pt x="20" y="204"/>
                  <a:pt x="20" y="204"/>
                </a:cubicBezTo>
                <a:cubicBezTo>
                  <a:pt x="13" y="204"/>
                  <a:pt x="8" y="199"/>
                  <a:pt x="8" y="192"/>
                </a:cubicBezTo>
                <a:cubicBezTo>
                  <a:pt x="8" y="56"/>
                  <a:pt x="8" y="56"/>
                  <a:pt x="8" y="56"/>
                </a:cubicBezTo>
                <a:cubicBezTo>
                  <a:pt x="248" y="56"/>
                  <a:pt x="248" y="56"/>
                  <a:pt x="248" y="56"/>
                </a:cubicBezTo>
                <a:cubicBezTo>
                  <a:pt x="248" y="192"/>
                  <a:pt x="248" y="192"/>
                  <a:pt x="248" y="192"/>
                </a:cubicBezTo>
                <a:cubicBezTo>
                  <a:pt x="248" y="199"/>
                  <a:pt x="243" y="204"/>
                  <a:pt x="236" y="204"/>
                </a:cubicBezTo>
                <a:cubicBezTo>
                  <a:pt x="216" y="204"/>
                  <a:pt x="216" y="204"/>
                  <a:pt x="216" y="204"/>
                </a:cubicBezTo>
                <a:cubicBezTo>
                  <a:pt x="216" y="212"/>
                  <a:pt x="216" y="212"/>
                  <a:pt x="216" y="212"/>
                </a:cubicBezTo>
                <a:cubicBezTo>
                  <a:pt x="236" y="212"/>
                  <a:pt x="236" y="212"/>
                  <a:pt x="236" y="212"/>
                </a:cubicBezTo>
                <a:cubicBezTo>
                  <a:pt x="247" y="212"/>
                  <a:pt x="256" y="203"/>
                  <a:pt x="256" y="192"/>
                </a:cubicBezTo>
                <a:cubicBezTo>
                  <a:pt x="256" y="20"/>
                  <a:pt x="256" y="20"/>
                  <a:pt x="256" y="20"/>
                </a:cubicBezTo>
                <a:cubicBezTo>
                  <a:pt x="256" y="9"/>
                  <a:pt x="247" y="0"/>
                  <a:pt x="236" y="0"/>
                </a:cubicBez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128" y="108"/>
                </a:moveTo>
                <a:cubicBezTo>
                  <a:pt x="97" y="108"/>
                  <a:pt x="72" y="133"/>
                  <a:pt x="72" y="164"/>
                </a:cubicBezTo>
                <a:cubicBezTo>
                  <a:pt x="72" y="195"/>
                  <a:pt x="97" y="220"/>
                  <a:pt x="128" y="220"/>
                </a:cubicBezTo>
                <a:cubicBezTo>
                  <a:pt x="159" y="220"/>
                  <a:pt x="184" y="195"/>
                  <a:pt x="184" y="164"/>
                </a:cubicBezTo>
                <a:cubicBezTo>
                  <a:pt x="184" y="133"/>
                  <a:pt x="159" y="108"/>
                  <a:pt x="128" y="108"/>
                </a:cubicBezTo>
                <a:close/>
                <a:moveTo>
                  <a:pt x="128" y="212"/>
                </a:moveTo>
                <a:cubicBezTo>
                  <a:pt x="102" y="212"/>
                  <a:pt x="80" y="190"/>
                  <a:pt x="80" y="164"/>
                </a:cubicBezTo>
                <a:cubicBezTo>
                  <a:pt x="80" y="138"/>
                  <a:pt x="102" y="116"/>
                  <a:pt x="128" y="116"/>
                </a:cubicBezTo>
                <a:cubicBezTo>
                  <a:pt x="154" y="116"/>
                  <a:pt x="176" y="138"/>
                  <a:pt x="176" y="164"/>
                </a:cubicBezTo>
                <a:cubicBezTo>
                  <a:pt x="176" y="190"/>
                  <a:pt x="154" y="212"/>
                  <a:pt x="128" y="212"/>
                </a:cubicBezTo>
                <a:close/>
                <a:moveTo>
                  <a:pt x="220" y="175"/>
                </a:moveTo>
                <a:cubicBezTo>
                  <a:pt x="220" y="153"/>
                  <a:pt x="220" y="153"/>
                  <a:pt x="220" y="153"/>
                </a:cubicBezTo>
                <a:cubicBezTo>
                  <a:pt x="220" y="147"/>
                  <a:pt x="216" y="143"/>
                  <a:pt x="210" y="143"/>
                </a:cubicBezTo>
                <a:cubicBezTo>
                  <a:pt x="206" y="143"/>
                  <a:pt x="206" y="143"/>
                  <a:pt x="206" y="143"/>
                </a:cubicBezTo>
                <a:cubicBezTo>
                  <a:pt x="206" y="143"/>
                  <a:pt x="205" y="143"/>
                  <a:pt x="205" y="142"/>
                </a:cubicBezTo>
                <a:cubicBezTo>
                  <a:pt x="198" y="125"/>
                  <a:pt x="198" y="125"/>
                  <a:pt x="198" y="125"/>
                </a:cubicBezTo>
                <a:cubicBezTo>
                  <a:pt x="198" y="125"/>
                  <a:pt x="198" y="124"/>
                  <a:pt x="198" y="123"/>
                </a:cubicBezTo>
                <a:cubicBezTo>
                  <a:pt x="201" y="121"/>
                  <a:pt x="201" y="121"/>
                  <a:pt x="201" y="121"/>
                </a:cubicBezTo>
                <a:cubicBezTo>
                  <a:pt x="205" y="117"/>
                  <a:pt x="205" y="111"/>
                  <a:pt x="201" y="107"/>
                </a:cubicBezTo>
                <a:cubicBezTo>
                  <a:pt x="185" y="91"/>
                  <a:pt x="185" y="91"/>
                  <a:pt x="185" y="91"/>
                </a:cubicBezTo>
                <a:cubicBezTo>
                  <a:pt x="181" y="87"/>
                  <a:pt x="175" y="87"/>
                  <a:pt x="171" y="91"/>
                </a:cubicBezTo>
                <a:cubicBezTo>
                  <a:pt x="169" y="94"/>
                  <a:pt x="169" y="94"/>
                  <a:pt x="169" y="94"/>
                </a:cubicBezTo>
                <a:cubicBezTo>
                  <a:pt x="168" y="94"/>
                  <a:pt x="167" y="94"/>
                  <a:pt x="167" y="94"/>
                </a:cubicBezTo>
                <a:cubicBezTo>
                  <a:pt x="150" y="87"/>
                  <a:pt x="150" y="87"/>
                  <a:pt x="150" y="87"/>
                </a:cubicBezTo>
                <a:cubicBezTo>
                  <a:pt x="149" y="87"/>
                  <a:pt x="149" y="86"/>
                  <a:pt x="149" y="86"/>
                </a:cubicBezTo>
                <a:cubicBezTo>
                  <a:pt x="149" y="82"/>
                  <a:pt x="149" y="82"/>
                  <a:pt x="149" y="82"/>
                </a:cubicBezTo>
                <a:cubicBezTo>
                  <a:pt x="149" y="76"/>
                  <a:pt x="145" y="72"/>
                  <a:pt x="139" y="72"/>
                </a:cubicBezTo>
                <a:cubicBezTo>
                  <a:pt x="117" y="72"/>
                  <a:pt x="117" y="72"/>
                  <a:pt x="117" y="72"/>
                </a:cubicBezTo>
                <a:cubicBezTo>
                  <a:pt x="111" y="72"/>
                  <a:pt x="107" y="76"/>
                  <a:pt x="107" y="82"/>
                </a:cubicBezTo>
                <a:cubicBezTo>
                  <a:pt x="107" y="86"/>
                  <a:pt x="107" y="86"/>
                  <a:pt x="107" y="86"/>
                </a:cubicBezTo>
                <a:cubicBezTo>
                  <a:pt x="107" y="86"/>
                  <a:pt x="107" y="87"/>
                  <a:pt x="106" y="87"/>
                </a:cubicBezTo>
                <a:cubicBezTo>
                  <a:pt x="89" y="94"/>
                  <a:pt x="89" y="94"/>
                  <a:pt x="89" y="94"/>
                </a:cubicBezTo>
                <a:cubicBezTo>
                  <a:pt x="89" y="94"/>
                  <a:pt x="88" y="94"/>
                  <a:pt x="87" y="94"/>
                </a:cubicBezTo>
                <a:cubicBezTo>
                  <a:pt x="85" y="91"/>
                  <a:pt x="85" y="91"/>
                  <a:pt x="85" y="91"/>
                </a:cubicBezTo>
                <a:cubicBezTo>
                  <a:pt x="81" y="87"/>
                  <a:pt x="75" y="87"/>
                  <a:pt x="71" y="91"/>
                </a:cubicBezTo>
                <a:cubicBezTo>
                  <a:pt x="55" y="107"/>
                  <a:pt x="55" y="107"/>
                  <a:pt x="55" y="107"/>
                </a:cubicBezTo>
                <a:cubicBezTo>
                  <a:pt x="53" y="109"/>
                  <a:pt x="52" y="111"/>
                  <a:pt x="52" y="114"/>
                </a:cubicBezTo>
                <a:cubicBezTo>
                  <a:pt x="52" y="116"/>
                  <a:pt x="53" y="119"/>
                  <a:pt x="55" y="121"/>
                </a:cubicBezTo>
                <a:cubicBezTo>
                  <a:pt x="58" y="123"/>
                  <a:pt x="58" y="123"/>
                  <a:pt x="58" y="123"/>
                </a:cubicBezTo>
                <a:cubicBezTo>
                  <a:pt x="58" y="124"/>
                  <a:pt x="58" y="125"/>
                  <a:pt x="58" y="125"/>
                </a:cubicBezTo>
                <a:cubicBezTo>
                  <a:pt x="51" y="142"/>
                  <a:pt x="51" y="142"/>
                  <a:pt x="51" y="142"/>
                </a:cubicBezTo>
                <a:cubicBezTo>
                  <a:pt x="51" y="143"/>
                  <a:pt x="50" y="143"/>
                  <a:pt x="50" y="143"/>
                </a:cubicBezTo>
                <a:cubicBezTo>
                  <a:pt x="46" y="143"/>
                  <a:pt x="46" y="143"/>
                  <a:pt x="46" y="143"/>
                </a:cubicBezTo>
                <a:cubicBezTo>
                  <a:pt x="40" y="143"/>
                  <a:pt x="36" y="147"/>
                  <a:pt x="36" y="153"/>
                </a:cubicBezTo>
                <a:cubicBezTo>
                  <a:pt x="36" y="175"/>
                  <a:pt x="36" y="175"/>
                  <a:pt x="36" y="175"/>
                </a:cubicBezTo>
                <a:cubicBezTo>
                  <a:pt x="36" y="181"/>
                  <a:pt x="40" y="185"/>
                  <a:pt x="46" y="185"/>
                </a:cubicBezTo>
                <a:cubicBezTo>
                  <a:pt x="50" y="185"/>
                  <a:pt x="50" y="185"/>
                  <a:pt x="50" y="185"/>
                </a:cubicBezTo>
                <a:cubicBezTo>
                  <a:pt x="50" y="185"/>
                  <a:pt x="51" y="185"/>
                  <a:pt x="51" y="186"/>
                </a:cubicBezTo>
                <a:cubicBezTo>
                  <a:pt x="58" y="203"/>
                  <a:pt x="58" y="203"/>
                  <a:pt x="58" y="203"/>
                </a:cubicBezTo>
                <a:cubicBezTo>
                  <a:pt x="58" y="203"/>
                  <a:pt x="58" y="204"/>
                  <a:pt x="58" y="205"/>
                </a:cubicBezTo>
                <a:cubicBezTo>
                  <a:pt x="55" y="207"/>
                  <a:pt x="55" y="207"/>
                  <a:pt x="55" y="207"/>
                </a:cubicBezTo>
                <a:cubicBezTo>
                  <a:pt x="53" y="209"/>
                  <a:pt x="52" y="212"/>
                  <a:pt x="52" y="214"/>
                </a:cubicBezTo>
                <a:cubicBezTo>
                  <a:pt x="52" y="217"/>
                  <a:pt x="53" y="219"/>
                  <a:pt x="55" y="221"/>
                </a:cubicBezTo>
                <a:cubicBezTo>
                  <a:pt x="71" y="237"/>
                  <a:pt x="71" y="237"/>
                  <a:pt x="71" y="237"/>
                </a:cubicBezTo>
                <a:cubicBezTo>
                  <a:pt x="75" y="241"/>
                  <a:pt x="81" y="241"/>
                  <a:pt x="85" y="237"/>
                </a:cubicBezTo>
                <a:cubicBezTo>
                  <a:pt x="87" y="234"/>
                  <a:pt x="87" y="234"/>
                  <a:pt x="87" y="234"/>
                </a:cubicBezTo>
                <a:cubicBezTo>
                  <a:pt x="88" y="234"/>
                  <a:pt x="89" y="234"/>
                  <a:pt x="89" y="234"/>
                </a:cubicBezTo>
                <a:cubicBezTo>
                  <a:pt x="106" y="241"/>
                  <a:pt x="106" y="241"/>
                  <a:pt x="106" y="241"/>
                </a:cubicBezTo>
                <a:cubicBezTo>
                  <a:pt x="107" y="241"/>
                  <a:pt x="107" y="242"/>
                  <a:pt x="107" y="242"/>
                </a:cubicBezTo>
                <a:cubicBezTo>
                  <a:pt x="107" y="246"/>
                  <a:pt x="107" y="246"/>
                  <a:pt x="107" y="246"/>
                </a:cubicBezTo>
                <a:cubicBezTo>
                  <a:pt x="107" y="252"/>
                  <a:pt x="111" y="256"/>
                  <a:pt x="117" y="256"/>
                </a:cubicBezTo>
                <a:cubicBezTo>
                  <a:pt x="139" y="256"/>
                  <a:pt x="139" y="256"/>
                  <a:pt x="139" y="256"/>
                </a:cubicBezTo>
                <a:cubicBezTo>
                  <a:pt x="145" y="256"/>
                  <a:pt x="149" y="252"/>
                  <a:pt x="149" y="246"/>
                </a:cubicBezTo>
                <a:cubicBezTo>
                  <a:pt x="149" y="242"/>
                  <a:pt x="149" y="242"/>
                  <a:pt x="149" y="242"/>
                </a:cubicBezTo>
                <a:cubicBezTo>
                  <a:pt x="149" y="242"/>
                  <a:pt x="149" y="241"/>
                  <a:pt x="150" y="241"/>
                </a:cubicBezTo>
                <a:cubicBezTo>
                  <a:pt x="167" y="234"/>
                  <a:pt x="167" y="234"/>
                  <a:pt x="167" y="234"/>
                </a:cubicBezTo>
                <a:cubicBezTo>
                  <a:pt x="167" y="234"/>
                  <a:pt x="168" y="234"/>
                  <a:pt x="169" y="234"/>
                </a:cubicBezTo>
                <a:cubicBezTo>
                  <a:pt x="171" y="237"/>
                  <a:pt x="171" y="237"/>
                  <a:pt x="171" y="237"/>
                </a:cubicBezTo>
                <a:cubicBezTo>
                  <a:pt x="175" y="241"/>
                  <a:pt x="181" y="241"/>
                  <a:pt x="185" y="237"/>
                </a:cubicBezTo>
                <a:cubicBezTo>
                  <a:pt x="201" y="221"/>
                  <a:pt x="201" y="221"/>
                  <a:pt x="201" y="221"/>
                </a:cubicBezTo>
                <a:cubicBezTo>
                  <a:pt x="205" y="217"/>
                  <a:pt x="205" y="211"/>
                  <a:pt x="201" y="207"/>
                </a:cubicBezTo>
                <a:cubicBezTo>
                  <a:pt x="198" y="205"/>
                  <a:pt x="198" y="205"/>
                  <a:pt x="198" y="205"/>
                </a:cubicBezTo>
                <a:cubicBezTo>
                  <a:pt x="198" y="204"/>
                  <a:pt x="198" y="203"/>
                  <a:pt x="198" y="203"/>
                </a:cubicBezTo>
                <a:cubicBezTo>
                  <a:pt x="205" y="186"/>
                  <a:pt x="205" y="186"/>
                  <a:pt x="205" y="186"/>
                </a:cubicBezTo>
                <a:cubicBezTo>
                  <a:pt x="205" y="185"/>
                  <a:pt x="206" y="185"/>
                  <a:pt x="206" y="185"/>
                </a:cubicBezTo>
                <a:cubicBezTo>
                  <a:pt x="210" y="185"/>
                  <a:pt x="210" y="185"/>
                  <a:pt x="210" y="185"/>
                </a:cubicBezTo>
                <a:cubicBezTo>
                  <a:pt x="216" y="185"/>
                  <a:pt x="220" y="181"/>
                  <a:pt x="220" y="175"/>
                </a:cubicBezTo>
                <a:close/>
                <a:moveTo>
                  <a:pt x="212" y="175"/>
                </a:moveTo>
                <a:cubicBezTo>
                  <a:pt x="212" y="176"/>
                  <a:pt x="211" y="177"/>
                  <a:pt x="210" y="177"/>
                </a:cubicBezTo>
                <a:cubicBezTo>
                  <a:pt x="206" y="177"/>
                  <a:pt x="206" y="177"/>
                  <a:pt x="206" y="177"/>
                </a:cubicBezTo>
                <a:cubicBezTo>
                  <a:pt x="202" y="177"/>
                  <a:pt x="199" y="179"/>
                  <a:pt x="197" y="183"/>
                </a:cubicBezTo>
                <a:cubicBezTo>
                  <a:pt x="191" y="200"/>
                  <a:pt x="191" y="200"/>
                  <a:pt x="191" y="200"/>
                </a:cubicBezTo>
                <a:cubicBezTo>
                  <a:pt x="189" y="203"/>
                  <a:pt x="190" y="207"/>
                  <a:pt x="193" y="210"/>
                </a:cubicBezTo>
                <a:cubicBezTo>
                  <a:pt x="195" y="213"/>
                  <a:pt x="195" y="213"/>
                  <a:pt x="195" y="213"/>
                </a:cubicBezTo>
                <a:cubicBezTo>
                  <a:pt x="196" y="214"/>
                  <a:pt x="196" y="215"/>
                  <a:pt x="195" y="215"/>
                </a:cubicBezTo>
                <a:cubicBezTo>
                  <a:pt x="179" y="231"/>
                  <a:pt x="179" y="231"/>
                  <a:pt x="179" y="231"/>
                </a:cubicBezTo>
                <a:cubicBezTo>
                  <a:pt x="179" y="232"/>
                  <a:pt x="178" y="232"/>
                  <a:pt x="177" y="231"/>
                </a:cubicBezTo>
                <a:cubicBezTo>
                  <a:pt x="174" y="229"/>
                  <a:pt x="174" y="229"/>
                  <a:pt x="174" y="229"/>
                </a:cubicBezTo>
                <a:cubicBezTo>
                  <a:pt x="171" y="226"/>
                  <a:pt x="167" y="225"/>
                  <a:pt x="164" y="227"/>
                </a:cubicBezTo>
                <a:cubicBezTo>
                  <a:pt x="147" y="233"/>
                  <a:pt x="147" y="233"/>
                  <a:pt x="147" y="233"/>
                </a:cubicBezTo>
                <a:cubicBezTo>
                  <a:pt x="143" y="235"/>
                  <a:pt x="141" y="238"/>
                  <a:pt x="141" y="242"/>
                </a:cubicBezTo>
                <a:cubicBezTo>
                  <a:pt x="141" y="246"/>
                  <a:pt x="141" y="246"/>
                  <a:pt x="141" y="246"/>
                </a:cubicBezTo>
                <a:cubicBezTo>
                  <a:pt x="141" y="247"/>
                  <a:pt x="140" y="248"/>
                  <a:pt x="139" y="248"/>
                </a:cubicBezTo>
                <a:cubicBezTo>
                  <a:pt x="117" y="248"/>
                  <a:pt x="117" y="248"/>
                  <a:pt x="117" y="248"/>
                </a:cubicBezTo>
                <a:cubicBezTo>
                  <a:pt x="116" y="248"/>
                  <a:pt x="115" y="247"/>
                  <a:pt x="115" y="246"/>
                </a:cubicBezTo>
                <a:cubicBezTo>
                  <a:pt x="115" y="242"/>
                  <a:pt x="115" y="242"/>
                  <a:pt x="115" y="242"/>
                </a:cubicBezTo>
                <a:cubicBezTo>
                  <a:pt x="115" y="238"/>
                  <a:pt x="113" y="235"/>
                  <a:pt x="109" y="233"/>
                </a:cubicBezTo>
                <a:cubicBezTo>
                  <a:pt x="92" y="227"/>
                  <a:pt x="92" y="227"/>
                  <a:pt x="92" y="227"/>
                </a:cubicBezTo>
                <a:cubicBezTo>
                  <a:pt x="91" y="226"/>
                  <a:pt x="90" y="226"/>
                  <a:pt x="89" y="226"/>
                </a:cubicBezTo>
                <a:cubicBezTo>
                  <a:pt x="86" y="226"/>
                  <a:pt x="84" y="227"/>
                  <a:pt x="82" y="229"/>
                </a:cubicBezTo>
                <a:cubicBezTo>
                  <a:pt x="79" y="231"/>
                  <a:pt x="79" y="231"/>
                  <a:pt x="79" y="231"/>
                </a:cubicBezTo>
                <a:cubicBezTo>
                  <a:pt x="78" y="232"/>
                  <a:pt x="77" y="232"/>
                  <a:pt x="77" y="231"/>
                </a:cubicBezTo>
                <a:cubicBezTo>
                  <a:pt x="61" y="215"/>
                  <a:pt x="61" y="215"/>
                  <a:pt x="61" y="215"/>
                </a:cubicBezTo>
                <a:cubicBezTo>
                  <a:pt x="60" y="215"/>
                  <a:pt x="60" y="214"/>
                  <a:pt x="60" y="214"/>
                </a:cubicBezTo>
                <a:cubicBezTo>
                  <a:pt x="60" y="214"/>
                  <a:pt x="60" y="213"/>
                  <a:pt x="61" y="213"/>
                </a:cubicBezTo>
                <a:cubicBezTo>
                  <a:pt x="63" y="210"/>
                  <a:pt x="63" y="210"/>
                  <a:pt x="63" y="210"/>
                </a:cubicBezTo>
                <a:cubicBezTo>
                  <a:pt x="66" y="207"/>
                  <a:pt x="67" y="203"/>
                  <a:pt x="65" y="200"/>
                </a:cubicBezTo>
                <a:cubicBezTo>
                  <a:pt x="59" y="183"/>
                  <a:pt x="59" y="183"/>
                  <a:pt x="59" y="183"/>
                </a:cubicBezTo>
                <a:cubicBezTo>
                  <a:pt x="57" y="179"/>
                  <a:pt x="54" y="177"/>
                  <a:pt x="50" y="177"/>
                </a:cubicBezTo>
                <a:cubicBezTo>
                  <a:pt x="46" y="177"/>
                  <a:pt x="46" y="177"/>
                  <a:pt x="46" y="177"/>
                </a:cubicBezTo>
                <a:cubicBezTo>
                  <a:pt x="45" y="177"/>
                  <a:pt x="44" y="176"/>
                  <a:pt x="44" y="175"/>
                </a:cubicBezTo>
                <a:cubicBezTo>
                  <a:pt x="44" y="153"/>
                  <a:pt x="44" y="153"/>
                  <a:pt x="44" y="153"/>
                </a:cubicBezTo>
                <a:cubicBezTo>
                  <a:pt x="44" y="152"/>
                  <a:pt x="45" y="151"/>
                  <a:pt x="46" y="151"/>
                </a:cubicBezTo>
                <a:cubicBezTo>
                  <a:pt x="50" y="151"/>
                  <a:pt x="50" y="151"/>
                  <a:pt x="50" y="151"/>
                </a:cubicBezTo>
                <a:cubicBezTo>
                  <a:pt x="54" y="151"/>
                  <a:pt x="57" y="149"/>
                  <a:pt x="59" y="145"/>
                </a:cubicBezTo>
                <a:cubicBezTo>
                  <a:pt x="65" y="128"/>
                  <a:pt x="65" y="128"/>
                  <a:pt x="65" y="128"/>
                </a:cubicBezTo>
                <a:cubicBezTo>
                  <a:pt x="67" y="125"/>
                  <a:pt x="66" y="121"/>
                  <a:pt x="63" y="118"/>
                </a:cubicBezTo>
                <a:cubicBezTo>
                  <a:pt x="61" y="115"/>
                  <a:pt x="61" y="115"/>
                  <a:pt x="61" y="115"/>
                </a:cubicBezTo>
                <a:cubicBezTo>
                  <a:pt x="60" y="115"/>
                  <a:pt x="60" y="114"/>
                  <a:pt x="60" y="114"/>
                </a:cubicBezTo>
                <a:cubicBezTo>
                  <a:pt x="60" y="114"/>
                  <a:pt x="60" y="113"/>
                  <a:pt x="61" y="113"/>
                </a:cubicBezTo>
                <a:cubicBezTo>
                  <a:pt x="77" y="97"/>
                  <a:pt x="77" y="97"/>
                  <a:pt x="77" y="97"/>
                </a:cubicBezTo>
                <a:cubicBezTo>
                  <a:pt x="77" y="96"/>
                  <a:pt x="78" y="96"/>
                  <a:pt x="79" y="97"/>
                </a:cubicBezTo>
                <a:cubicBezTo>
                  <a:pt x="82" y="99"/>
                  <a:pt x="82" y="99"/>
                  <a:pt x="82" y="99"/>
                </a:cubicBezTo>
                <a:cubicBezTo>
                  <a:pt x="85" y="102"/>
                  <a:pt x="89" y="103"/>
                  <a:pt x="92" y="101"/>
                </a:cubicBezTo>
                <a:cubicBezTo>
                  <a:pt x="109" y="95"/>
                  <a:pt x="109" y="95"/>
                  <a:pt x="109" y="95"/>
                </a:cubicBezTo>
                <a:cubicBezTo>
                  <a:pt x="113" y="93"/>
                  <a:pt x="115" y="90"/>
                  <a:pt x="115" y="86"/>
                </a:cubicBezTo>
                <a:cubicBezTo>
                  <a:pt x="115" y="82"/>
                  <a:pt x="115" y="82"/>
                  <a:pt x="115" y="82"/>
                </a:cubicBezTo>
                <a:cubicBezTo>
                  <a:pt x="115" y="81"/>
                  <a:pt x="116" y="80"/>
                  <a:pt x="117" y="80"/>
                </a:cubicBezTo>
                <a:cubicBezTo>
                  <a:pt x="139" y="80"/>
                  <a:pt x="139" y="80"/>
                  <a:pt x="139" y="80"/>
                </a:cubicBezTo>
                <a:cubicBezTo>
                  <a:pt x="140" y="80"/>
                  <a:pt x="141" y="81"/>
                  <a:pt x="141" y="82"/>
                </a:cubicBezTo>
                <a:cubicBezTo>
                  <a:pt x="141" y="86"/>
                  <a:pt x="141" y="86"/>
                  <a:pt x="141" y="86"/>
                </a:cubicBezTo>
                <a:cubicBezTo>
                  <a:pt x="141" y="90"/>
                  <a:pt x="143" y="93"/>
                  <a:pt x="147" y="95"/>
                </a:cubicBezTo>
                <a:cubicBezTo>
                  <a:pt x="164" y="101"/>
                  <a:pt x="164" y="101"/>
                  <a:pt x="164" y="101"/>
                </a:cubicBezTo>
                <a:cubicBezTo>
                  <a:pt x="167" y="103"/>
                  <a:pt x="171" y="102"/>
                  <a:pt x="174" y="99"/>
                </a:cubicBezTo>
                <a:cubicBezTo>
                  <a:pt x="177" y="97"/>
                  <a:pt x="177" y="97"/>
                  <a:pt x="177" y="97"/>
                </a:cubicBezTo>
                <a:cubicBezTo>
                  <a:pt x="178" y="96"/>
                  <a:pt x="179" y="96"/>
                  <a:pt x="179" y="97"/>
                </a:cubicBezTo>
                <a:cubicBezTo>
                  <a:pt x="195" y="113"/>
                  <a:pt x="195" y="113"/>
                  <a:pt x="195" y="113"/>
                </a:cubicBezTo>
                <a:cubicBezTo>
                  <a:pt x="196" y="113"/>
                  <a:pt x="196" y="114"/>
                  <a:pt x="195" y="115"/>
                </a:cubicBezTo>
                <a:cubicBezTo>
                  <a:pt x="193" y="118"/>
                  <a:pt x="193" y="118"/>
                  <a:pt x="193" y="118"/>
                </a:cubicBezTo>
                <a:cubicBezTo>
                  <a:pt x="190" y="121"/>
                  <a:pt x="189" y="125"/>
                  <a:pt x="191" y="128"/>
                </a:cubicBezTo>
                <a:cubicBezTo>
                  <a:pt x="197" y="145"/>
                  <a:pt x="197" y="145"/>
                  <a:pt x="197" y="145"/>
                </a:cubicBezTo>
                <a:cubicBezTo>
                  <a:pt x="199" y="149"/>
                  <a:pt x="202" y="151"/>
                  <a:pt x="206" y="151"/>
                </a:cubicBezTo>
                <a:cubicBezTo>
                  <a:pt x="210" y="151"/>
                  <a:pt x="210" y="151"/>
                  <a:pt x="210" y="151"/>
                </a:cubicBezTo>
                <a:cubicBezTo>
                  <a:pt x="211" y="151"/>
                  <a:pt x="212" y="152"/>
                  <a:pt x="212" y="153"/>
                </a:cubicBezTo>
                <a:lnTo>
                  <a:pt x="212" y="175"/>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12" name="Freeform 265">
            <a:extLst>
              <a:ext uri="{FF2B5EF4-FFF2-40B4-BE49-F238E27FC236}">
                <a16:creationId xmlns:a16="http://schemas.microsoft.com/office/drawing/2014/main" id="{EA6FABB1-4A86-4CE6-BF9A-0AE6161BB4DA}"/>
              </a:ext>
            </a:extLst>
          </p:cNvPr>
          <p:cNvSpPr>
            <a:spLocks noChangeAspect="1" noEditPoints="1"/>
          </p:cNvSpPr>
          <p:nvPr/>
        </p:nvSpPr>
        <p:spPr bwMode="auto">
          <a:xfrm>
            <a:off x="10249548" y="4352925"/>
            <a:ext cx="400050" cy="400050"/>
          </a:xfrm>
          <a:custGeom>
            <a:avLst/>
            <a:gdLst>
              <a:gd name="T0" fmla="*/ 20 w 256"/>
              <a:gd name="T1" fmla="*/ 0 h 256"/>
              <a:gd name="T2" fmla="*/ 0 w 256"/>
              <a:gd name="T3" fmla="*/ 192 h 256"/>
              <a:gd name="T4" fmla="*/ 52 w 256"/>
              <a:gd name="T5" fmla="*/ 212 h 256"/>
              <a:gd name="T6" fmla="*/ 20 w 256"/>
              <a:gd name="T7" fmla="*/ 204 h 256"/>
              <a:gd name="T8" fmla="*/ 8 w 256"/>
              <a:gd name="T9" fmla="*/ 56 h 256"/>
              <a:gd name="T10" fmla="*/ 248 w 256"/>
              <a:gd name="T11" fmla="*/ 192 h 256"/>
              <a:gd name="T12" fmla="*/ 204 w 256"/>
              <a:gd name="T13" fmla="*/ 204 h 256"/>
              <a:gd name="T14" fmla="*/ 236 w 256"/>
              <a:gd name="T15" fmla="*/ 212 h 256"/>
              <a:gd name="T16" fmla="*/ 256 w 256"/>
              <a:gd name="T17" fmla="*/ 20 h 256"/>
              <a:gd name="T18" fmla="*/ 248 w 256"/>
              <a:gd name="T19" fmla="*/ 48 h 256"/>
              <a:gd name="T20" fmla="*/ 8 w 256"/>
              <a:gd name="T21" fmla="*/ 20 h 256"/>
              <a:gd name="T22" fmla="*/ 236 w 256"/>
              <a:gd name="T23" fmla="*/ 8 h 256"/>
              <a:gd name="T24" fmla="*/ 248 w 256"/>
              <a:gd name="T25" fmla="*/ 48 h 256"/>
              <a:gd name="T26" fmla="*/ 24 w 256"/>
              <a:gd name="T27" fmla="*/ 28 h 256"/>
              <a:gd name="T28" fmla="*/ 40 w 256"/>
              <a:gd name="T29" fmla="*/ 28 h 256"/>
              <a:gd name="T30" fmla="*/ 60 w 256"/>
              <a:gd name="T31" fmla="*/ 20 h 256"/>
              <a:gd name="T32" fmla="*/ 60 w 256"/>
              <a:gd name="T33" fmla="*/ 36 h 256"/>
              <a:gd name="T34" fmla="*/ 60 w 256"/>
              <a:gd name="T35" fmla="*/ 20 h 256"/>
              <a:gd name="T36" fmla="*/ 80 w 256"/>
              <a:gd name="T37" fmla="*/ 28 h 256"/>
              <a:gd name="T38" fmla="*/ 96 w 256"/>
              <a:gd name="T39" fmla="*/ 28 h 256"/>
              <a:gd name="T40" fmla="*/ 188 w 256"/>
              <a:gd name="T41" fmla="*/ 136 h 256"/>
              <a:gd name="T42" fmla="*/ 172 w 256"/>
              <a:gd name="T43" fmla="*/ 116 h 256"/>
              <a:gd name="T44" fmla="*/ 84 w 256"/>
              <a:gd name="T45" fmla="*/ 116 h 256"/>
              <a:gd name="T46" fmla="*/ 68 w 256"/>
              <a:gd name="T47" fmla="*/ 136 h 256"/>
              <a:gd name="T48" fmla="*/ 64 w 256"/>
              <a:gd name="T49" fmla="*/ 236 h 256"/>
              <a:gd name="T50" fmla="*/ 172 w 256"/>
              <a:gd name="T51" fmla="*/ 256 h 256"/>
              <a:gd name="T52" fmla="*/ 192 w 256"/>
              <a:gd name="T53" fmla="*/ 140 h 256"/>
              <a:gd name="T54" fmla="*/ 92 w 256"/>
              <a:gd name="T55" fmla="*/ 116 h 256"/>
              <a:gd name="T56" fmla="*/ 164 w 256"/>
              <a:gd name="T57" fmla="*/ 116 h 256"/>
              <a:gd name="T58" fmla="*/ 92 w 256"/>
              <a:gd name="T59" fmla="*/ 136 h 256"/>
              <a:gd name="T60" fmla="*/ 184 w 256"/>
              <a:gd name="T61" fmla="*/ 236 h 256"/>
              <a:gd name="T62" fmla="*/ 84 w 256"/>
              <a:gd name="T63" fmla="*/ 248 h 256"/>
              <a:gd name="T64" fmla="*/ 72 w 256"/>
              <a:gd name="T65" fmla="*/ 144 h 256"/>
              <a:gd name="T66" fmla="*/ 184 w 256"/>
              <a:gd name="T67" fmla="*/ 236 h 256"/>
              <a:gd name="T68" fmla="*/ 116 w 256"/>
              <a:gd name="T69" fmla="*/ 216 h 256"/>
              <a:gd name="T70" fmla="*/ 140 w 256"/>
              <a:gd name="T71" fmla="*/ 216 h 256"/>
              <a:gd name="T72" fmla="*/ 148 w 256"/>
              <a:gd name="T73" fmla="*/ 184 h 256"/>
              <a:gd name="T74" fmla="*/ 108 w 256"/>
              <a:gd name="T75" fmla="*/ 184 h 256"/>
              <a:gd name="T76" fmla="*/ 128 w 256"/>
              <a:gd name="T77" fmla="*/ 172 h 256"/>
              <a:gd name="T78" fmla="*/ 134 w 256"/>
              <a:gd name="T79" fmla="*/ 194 h 256"/>
              <a:gd name="T80" fmla="*/ 132 w 256"/>
              <a:gd name="T81" fmla="*/ 216 h 256"/>
              <a:gd name="T82" fmla="*/ 124 w 256"/>
              <a:gd name="T83" fmla="*/ 216 h 256"/>
              <a:gd name="T84" fmla="*/ 122 w 256"/>
              <a:gd name="T85" fmla="*/ 194 h 256"/>
              <a:gd name="T86" fmla="*/ 128 w 256"/>
              <a:gd name="T87" fmla="*/ 17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56">
                <a:moveTo>
                  <a:pt x="236" y="0"/>
                </a:moveTo>
                <a:cubicBezTo>
                  <a:pt x="20" y="0"/>
                  <a:pt x="20" y="0"/>
                  <a:pt x="20" y="0"/>
                </a:cubicBezTo>
                <a:cubicBezTo>
                  <a:pt x="9" y="0"/>
                  <a:pt x="0" y="9"/>
                  <a:pt x="0" y="20"/>
                </a:cubicBezTo>
                <a:cubicBezTo>
                  <a:pt x="0" y="192"/>
                  <a:pt x="0" y="192"/>
                  <a:pt x="0" y="192"/>
                </a:cubicBezTo>
                <a:cubicBezTo>
                  <a:pt x="0" y="203"/>
                  <a:pt x="9" y="212"/>
                  <a:pt x="20" y="212"/>
                </a:cubicBezTo>
                <a:cubicBezTo>
                  <a:pt x="52" y="212"/>
                  <a:pt x="52" y="212"/>
                  <a:pt x="52" y="212"/>
                </a:cubicBezTo>
                <a:cubicBezTo>
                  <a:pt x="52" y="204"/>
                  <a:pt x="52" y="204"/>
                  <a:pt x="52" y="204"/>
                </a:cubicBezTo>
                <a:cubicBezTo>
                  <a:pt x="20" y="204"/>
                  <a:pt x="20" y="204"/>
                  <a:pt x="20" y="204"/>
                </a:cubicBezTo>
                <a:cubicBezTo>
                  <a:pt x="13" y="204"/>
                  <a:pt x="8" y="199"/>
                  <a:pt x="8" y="192"/>
                </a:cubicBezTo>
                <a:cubicBezTo>
                  <a:pt x="8" y="56"/>
                  <a:pt x="8" y="56"/>
                  <a:pt x="8" y="56"/>
                </a:cubicBezTo>
                <a:cubicBezTo>
                  <a:pt x="248" y="56"/>
                  <a:pt x="248" y="56"/>
                  <a:pt x="248" y="56"/>
                </a:cubicBezTo>
                <a:cubicBezTo>
                  <a:pt x="248" y="192"/>
                  <a:pt x="248" y="192"/>
                  <a:pt x="248" y="192"/>
                </a:cubicBezTo>
                <a:cubicBezTo>
                  <a:pt x="248" y="199"/>
                  <a:pt x="243" y="204"/>
                  <a:pt x="236" y="204"/>
                </a:cubicBezTo>
                <a:cubicBezTo>
                  <a:pt x="204" y="204"/>
                  <a:pt x="204" y="204"/>
                  <a:pt x="204" y="204"/>
                </a:cubicBezTo>
                <a:cubicBezTo>
                  <a:pt x="204" y="212"/>
                  <a:pt x="204" y="212"/>
                  <a:pt x="204" y="212"/>
                </a:cubicBezTo>
                <a:cubicBezTo>
                  <a:pt x="236" y="212"/>
                  <a:pt x="236" y="212"/>
                  <a:pt x="236" y="212"/>
                </a:cubicBezTo>
                <a:cubicBezTo>
                  <a:pt x="247" y="212"/>
                  <a:pt x="256" y="203"/>
                  <a:pt x="256" y="192"/>
                </a:cubicBezTo>
                <a:cubicBezTo>
                  <a:pt x="256" y="20"/>
                  <a:pt x="256" y="20"/>
                  <a:pt x="256" y="20"/>
                </a:cubicBezTo>
                <a:cubicBezTo>
                  <a:pt x="256" y="9"/>
                  <a:pt x="247" y="0"/>
                  <a:pt x="236" y="0"/>
                </a:cubicBez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188" y="136"/>
                </a:moveTo>
                <a:cubicBezTo>
                  <a:pt x="172" y="136"/>
                  <a:pt x="172" y="136"/>
                  <a:pt x="172" y="136"/>
                </a:cubicBezTo>
                <a:cubicBezTo>
                  <a:pt x="172" y="116"/>
                  <a:pt x="172" y="116"/>
                  <a:pt x="172" y="116"/>
                </a:cubicBezTo>
                <a:cubicBezTo>
                  <a:pt x="172" y="92"/>
                  <a:pt x="152" y="72"/>
                  <a:pt x="128" y="72"/>
                </a:cubicBezTo>
                <a:cubicBezTo>
                  <a:pt x="104" y="72"/>
                  <a:pt x="84" y="92"/>
                  <a:pt x="84" y="116"/>
                </a:cubicBezTo>
                <a:cubicBezTo>
                  <a:pt x="84" y="136"/>
                  <a:pt x="84" y="136"/>
                  <a:pt x="84" y="136"/>
                </a:cubicBezTo>
                <a:cubicBezTo>
                  <a:pt x="68" y="136"/>
                  <a:pt x="68" y="136"/>
                  <a:pt x="68" y="136"/>
                </a:cubicBezTo>
                <a:cubicBezTo>
                  <a:pt x="66" y="136"/>
                  <a:pt x="64" y="138"/>
                  <a:pt x="64" y="140"/>
                </a:cubicBezTo>
                <a:cubicBezTo>
                  <a:pt x="64" y="236"/>
                  <a:pt x="64" y="236"/>
                  <a:pt x="64" y="236"/>
                </a:cubicBezTo>
                <a:cubicBezTo>
                  <a:pt x="64" y="247"/>
                  <a:pt x="73" y="256"/>
                  <a:pt x="84" y="256"/>
                </a:cubicBezTo>
                <a:cubicBezTo>
                  <a:pt x="172" y="256"/>
                  <a:pt x="172" y="256"/>
                  <a:pt x="172" y="256"/>
                </a:cubicBezTo>
                <a:cubicBezTo>
                  <a:pt x="183" y="256"/>
                  <a:pt x="192" y="247"/>
                  <a:pt x="192" y="236"/>
                </a:cubicBezTo>
                <a:cubicBezTo>
                  <a:pt x="192" y="140"/>
                  <a:pt x="192" y="140"/>
                  <a:pt x="192" y="140"/>
                </a:cubicBezTo>
                <a:cubicBezTo>
                  <a:pt x="192" y="138"/>
                  <a:pt x="190" y="136"/>
                  <a:pt x="188" y="136"/>
                </a:cubicBezTo>
                <a:close/>
                <a:moveTo>
                  <a:pt x="92" y="116"/>
                </a:moveTo>
                <a:cubicBezTo>
                  <a:pt x="92" y="96"/>
                  <a:pt x="108" y="80"/>
                  <a:pt x="128" y="80"/>
                </a:cubicBezTo>
                <a:cubicBezTo>
                  <a:pt x="148" y="80"/>
                  <a:pt x="164" y="96"/>
                  <a:pt x="164" y="116"/>
                </a:cubicBezTo>
                <a:cubicBezTo>
                  <a:pt x="164" y="136"/>
                  <a:pt x="164" y="136"/>
                  <a:pt x="164" y="136"/>
                </a:cubicBezTo>
                <a:cubicBezTo>
                  <a:pt x="92" y="136"/>
                  <a:pt x="92" y="136"/>
                  <a:pt x="92" y="136"/>
                </a:cubicBezTo>
                <a:lnTo>
                  <a:pt x="92" y="116"/>
                </a:lnTo>
                <a:close/>
                <a:moveTo>
                  <a:pt x="184" y="236"/>
                </a:moveTo>
                <a:cubicBezTo>
                  <a:pt x="184" y="243"/>
                  <a:pt x="179" y="248"/>
                  <a:pt x="172" y="248"/>
                </a:cubicBezTo>
                <a:cubicBezTo>
                  <a:pt x="84" y="248"/>
                  <a:pt x="84" y="248"/>
                  <a:pt x="84" y="248"/>
                </a:cubicBezTo>
                <a:cubicBezTo>
                  <a:pt x="77" y="248"/>
                  <a:pt x="72" y="243"/>
                  <a:pt x="72" y="236"/>
                </a:cubicBezTo>
                <a:cubicBezTo>
                  <a:pt x="72" y="144"/>
                  <a:pt x="72" y="144"/>
                  <a:pt x="72" y="144"/>
                </a:cubicBezTo>
                <a:cubicBezTo>
                  <a:pt x="184" y="144"/>
                  <a:pt x="184" y="144"/>
                  <a:pt x="184" y="144"/>
                </a:cubicBezTo>
                <a:lnTo>
                  <a:pt x="184" y="236"/>
                </a:lnTo>
                <a:close/>
                <a:moveTo>
                  <a:pt x="116" y="200"/>
                </a:moveTo>
                <a:cubicBezTo>
                  <a:pt x="116" y="216"/>
                  <a:pt x="116" y="216"/>
                  <a:pt x="116" y="216"/>
                </a:cubicBezTo>
                <a:cubicBezTo>
                  <a:pt x="116" y="223"/>
                  <a:pt x="121" y="228"/>
                  <a:pt x="128" y="228"/>
                </a:cubicBezTo>
                <a:cubicBezTo>
                  <a:pt x="135" y="228"/>
                  <a:pt x="140" y="223"/>
                  <a:pt x="140" y="216"/>
                </a:cubicBezTo>
                <a:cubicBezTo>
                  <a:pt x="140" y="200"/>
                  <a:pt x="140" y="200"/>
                  <a:pt x="140" y="200"/>
                </a:cubicBezTo>
                <a:cubicBezTo>
                  <a:pt x="145" y="196"/>
                  <a:pt x="148" y="190"/>
                  <a:pt x="148" y="184"/>
                </a:cubicBezTo>
                <a:cubicBezTo>
                  <a:pt x="148" y="173"/>
                  <a:pt x="139" y="164"/>
                  <a:pt x="128" y="164"/>
                </a:cubicBezTo>
                <a:cubicBezTo>
                  <a:pt x="117" y="164"/>
                  <a:pt x="108" y="173"/>
                  <a:pt x="108" y="184"/>
                </a:cubicBezTo>
                <a:cubicBezTo>
                  <a:pt x="108" y="190"/>
                  <a:pt x="111" y="196"/>
                  <a:pt x="116" y="200"/>
                </a:cubicBezTo>
                <a:close/>
                <a:moveTo>
                  <a:pt x="128" y="172"/>
                </a:moveTo>
                <a:cubicBezTo>
                  <a:pt x="135" y="172"/>
                  <a:pt x="140" y="177"/>
                  <a:pt x="140" y="184"/>
                </a:cubicBezTo>
                <a:cubicBezTo>
                  <a:pt x="140" y="188"/>
                  <a:pt x="138" y="192"/>
                  <a:pt x="134" y="194"/>
                </a:cubicBezTo>
                <a:cubicBezTo>
                  <a:pt x="133" y="195"/>
                  <a:pt x="132" y="196"/>
                  <a:pt x="132" y="198"/>
                </a:cubicBezTo>
                <a:cubicBezTo>
                  <a:pt x="132" y="216"/>
                  <a:pt x="132" y="216"/>
                  <a:pt x="132" y="216"/>
                </a:cubicBezTo>
                <a:cubicBezTo>
                  <a:pt x="132" y="218"/>
                  <a:pt x="130" y="220"/>
                  <a:pt x="128" y="220"/>
                </a:cubicBezTo>
                <a:cubicBezTo>
                  <a:pt x="126" y="220"/>
                  <a:pt x="124" y="218"/>
                  <a:pt x="124" y="216"/>
                </a:cubicBezTo>
                <a:cubicBezTo>
                  <a:pt x="124" y="198"/>
                  <a:pt x="124" y="198"/>
                  <a:pt x="124" y="198"/>
                </a:cubicBezTo>
                <a:cubicBezTo>
                  <a:pt x="124" y="196"/>
                  <a:pt x="123" y="195"/>
                  <a:pt x="122" y="194"/>
                </a:cubicBezTo>
                <a:cubicBezTo>
                  <a:pt x="118" y="192"/>
                  <a:pt x="116" y="188"/>
                  <a:pt x="116" y="184"/>
                </a:cubicBezTo>
                <a:cubicBezTo>
                  <a:pt x="116" y="177"/>
                  <a:pt x="121" y="172"/>
                  <a:pt x="128" y="17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18" name="Freeform 272">
            <a:extLst>
              <a:ext uri="{FF2B5EF4-FFF2-40B4-BE49-F238E27FC236}">
                <a16:creationId xmlns:a16="http://schemas.microsoft.com/office/drawing/2014/main" id="{98E8E672-12DB-420D-AFE6-AF69B78F6A19}"/>
              </a:ext>
            </a:extLst>
          </p:cNvPr>
          <p:cNvSpPr>
            <a:spLocks noChangeAspect="1" noEditPoints="1"/>
          </p:cNvSpPr>
          <p:nvPr/>
        </p:nvSpPr>
        <p:spPr bwMode="auto">
          <a:xfrm>
            <a:off x="11215607" y="4352925"/>
            <a:ext cx="403225" cy="400050"/>
          </a:xfrm>
          <a:custGeom>
            <a:avLst/>
            <a:gdLst>
              <a:gd name="T0" fmla="*/ 32 w 258"/>
              <a:gd name="T1" fmla="*/ 20 h 256"/>
              <a:gd name="T2" fmla="*/ 24 w 258"/>
              <a:gd name="T3" fmla="*/ 28 h 256"/>
              <a:gd name="T4" fmla="*/ 32 w 258"/>
              <a:gd name="T5" fmla="*/ 36 h 256"/>
              <a:gd name="T6" fmla="*/ 40 w 258"/>
              <a:gd name="T7" fmla="*/ 28 h 256"/>
              <a:gd name="T8" fmla="*/ 32 w 258"/>
              <a:gd name="T9" fmla="*/ 20 h 256"/>
              <a:gd name="T10" fmla="*/ 60 w 258"/>
              <a:gd name="T11" fmla="*/ 20 h 256"/>
              <a:gd name="T12" fmla="*/ 52 w 258"/>
              <a:gd name="T13" fmla="*/ 28 h 256"/>
              <a:gd name="T14" fmla="*/ 60 w 258"/>
              <a:gd name="T15" fmla="*/ 36 h 256"/>
              <a:gd name="T16" fmla="*/ 68 w 258"/>
              <a:gd name="T17" fmla="*/ 28 h 256"/>
              <a:gd name="T18" fmla="*/ 60 w 258"/>
              <a:gd name="T19" fmla="*/ 20 h 256"/>
              <a:gd name="T20" fmla="*/ 88 w 258"/>
              <a:gd name="T21" fmla="*/ 20 h 256"/>
              <a:gd name="T22" fmla="*/ 80 w 258"/>
              <a:gd name="T23" fmla="*/ 28 h 256"/>
              <a:gd name="T24" fmla="*/ 88 w 258"/>
              <a:gd name="T25" fmla="*/ 36 h 256"/>
              <a:gd name="T26" fmla="*/ 96 w 258"/>
              <a:gd name="T27" fmla="*/ 28 h 256"/>
              <a:gd name="T28" fmla="*/ 88 w 258"/>
              <a:gd name="T29" fmla="*/ 20 h 256"/>
              <a:gd name="T30" fmla="*/ 236 w 258"/>
              <a:gd name="T31" fmla="*/ 0 h 256"/>
              <a:gd name="T32" fmla="*/ 20 w 258"/>
              <a:gd name="T33" fmla="*/ 0 h 256"/>
              <a:gd name="T34" fmla="*/ 0 w 258"/>
              <a:gd name="T35" fmla="*/ 20 h 256"/>
              <a:gd name="T36" fmla="*/ 0 w 258"/>
              <a:gd name="T37" fmla="*/ 192 h 256"/>
              <a:gd name="T38" fmla="*/ 20 w 258"/>
              <a:gd name="T39" fmla="*/ 212 h 256"/>
              <a:gd name="T40" fmla="*/ 116 w 258"/>
              <a:gd name="T41" fmla="*/ 212 h 256"/>
              <a:gd name="T42" fmla="*/ 116 w 258"/>
              <a:gd name="T43" fmla="*/ 204 h 256"/>
              <a:gd name="T44" fmla="*/ 20 w 258"/>
              <a:gd name="T45" fmla="*/ 204 h 256"/>
              <a:gd name="T46" fmla="*/ 8 w 258"/>
              <a:gd name="T47" fmla="*/ 192 h 256"/>
              <a:gd name="T48" fmla="*/ 8 w 258"/>
              <a:gd name="T49" fmla="*/ 56 h 256"/>
              <a:gd name="T50" fmla="*/ 248 w 258"/>
              <a:gd name="T51" fmla="*/ 56 h 256"/>
              <a:gd name="T52" fmla="*/ 248 w 258"/>
              <a:gd name="T53" fmla="*/ 192 h 256"/>
              <a:gd name="T54" fmla="*/ 244 w 258"/>
              <a:gd name="T55" fmla="*/ 200 h 256"/>
              <a:gd name="T56" fmla="*/ 242 w 258"/>
              <a:gd name="T57" fmla="*/ 203 h 256"/>
              <a:gd name="T58" fmla="*/ 247 w 258"/>
              <a:gd name="T59" fmla="*/ 209 h 256"/>
              <a:gd name="T60" fmla="*/ 250 w 258"/>
              <a:gd name="T61" fmla="*/ 206 h 256"/>
              <a:gd name="T62" fmla="*/ 256 w 258"/>
              <a:gd name="T63" fmla="*/ 192 h 256"/>
              <a:gd name="T64" fmla="*/ 256 w 258"/>
              <a:gd name="T65" fmla="*/ 20 h 256"/>
              <a:gd name="T66" fmla="*/ 236 w 258"/>
              <a:gd name="T67" fmla="*/ 0 h 256"/>
              <a:gd name="T68" fmla="*/ 248 w 258"/>
              <a:gd name="T69" fmla="*/ 48 h 256"/>
              <a:gd name="T70" fmla="*/ 8 w 258"/>
              <a:gd name="T71" fmla="*/ 48 h 256"/>
              <a:gd name="T72" fmla="*/ 8 w 258"/>
              <a:gd name="T73" fmla="*/ 20 h 256"/>
              <a:gd name="T74" fmla="*/ 20 w 258"/>
              <a:gd name="T75" fmla="*/ 8 h 256"/>
              <a:gd name="T76" fmla="*/ 236 w 258"/>
              <a:gd name="T77" fmla="*/ 8 h 256"/>
              <a:gd name="T78" fmla="*/ 248 w 258"/>
              <a:gd name="T79" fmla="*/ 20 h 256"/>
              <a:gd name="T80" fmla="*/ 248 w 258"/>
              <a:gd name="T81" fmla="*/ 48 h 256"/>
              <a:gd name="T82" fmla="*/ 228 w 258"/>
              <a:gd name="T83" fmla="*/ 199 h 256"/>
              <a:gd name="T84" fmla="*/ 232 w 258"/>
              <a:gd name="T85" fmla="*/ 178 h 256"/>
              <a:gd name="T86" fmla="*/ 178 w 258"/>
              <a:gd name="T87" fmla="*/ 124 h 256"/>
              <a:gd name="T88" fmla="*/ 124 w 258"/>
              <a:gd name="T89" fmla="*/ 178 h 256"/>
              <a:gd name="T90" fmla="*/ 178 w 258"/>
              <a:gd name="T91" fmla="*/ 232 h 256"/>
              <a:gd name="T92" fmla="*/ 199 w 258"/>
              <a:gd name="T93" fmla="*/ 228 h 256"/>
              <a:gd name="T94" fmla="*/ 222 w 258"/>
              <a:gd name="T95" fmla="*/ 250 h 256"/>
              <a:gd name="T96" fmla="*/ 236 w 258"/>
              <a:gd name="T97" fmla="*/ 256 h 256"/>
              <a:gd name="T98" fmla="*/ 250 w 258"/>
              <a:gd name="T99" fmla="*/ 250 h 256"/>
              <a:gd name="T100" fmla="*/ 250 w 258"/>
              <a:gd name="T101" fmla="*/ 222 h 256"/>
              <a:gd name="T102" fmla="*/ 228 w 258"/>
              <a:gd name="T103" fmla="*/ 199 h 256"/>
              <a:gd name="T104" fmla="*/ 178 w 258"/>
              <a:gd name="T105" fmla="*/ 224 h 256"/>
              <a:gd name="T106" fmla="*/ 132 w 258"/>
              <a:gd name="T107" fmla="*/ 178 h 256"/>
              <a:gd name="T108" fmla="*/ 178 w 258"/>
              <a:gd name="T109" fmla="*/ 132 h 256"/>
              <a:gd name="T110" fmla="*/ 224 w 258"/>
              <a:gd name="T111" fmla="*/ 178 h 256"/>
              <a:gd name="T112" fmla="*/ 178 w 258"/>
              <a:gd name="T113" fmla="*/ 224 h 256"/>
              <a:gd name="T114" fmla="*/ 244 w 258"/>
              <a:gd name="T115" fmla="*/ 244 h 256"/>
              <a:gd name="T116" fmla="*/ 228 w 258"/>
              <a:gd name="T117" fmla="*/ 244 h 256"/>
              <a:gd name="T118" fmla="*/ 207 w 258"/>
              <a:gd name="T119" fmla="*/ 224 h 256"/>
              <a:gd name="T120" fmla="*/ 224 w 258"/>
              <a:gd name="T121" fmla="*/ 207 h 256"/>
              <a:gd name="T122" fmla="*/ 244 w 258"/>
              <a:gd name="T123" fmla="*/ 228 h 256"/>
              <a:gd name="T124" fmla="*/ 244 w 258"/>
              <a:gd name="T125" fmla="*/ 24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8" h="256">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236" y="0"/>
                </a:moveTo>
                <a:cubicBezTo>
                  <a:pt x="20" y="0"/>
                  <a:pt x="20" y="0"/>
                  <a:pt x="20" y="0"/>
                </a:cubicBezTo>
                <a:cubicBezTo>
                  <a:pt x="9" y="0"/>
                  <a:pt x="0" y="9"/>
                  <a:pt x="0" y="20"/>
                </a:cubicBezTo>
                <a:cubicBezTo>
                  <a:pt x="0" y="192"/>
                  <a:pt x="0" y="192"/>
                  <a:pt x="0" y="192"/>
                </a:cubicBezTo>
                <a:cubicBezTo>
                  <a:pt x="0" y="203"/>
                  <a:pt x="9" y="212"/>
                  <a:pt x="20" y="212"/>
                </a:cubicBezTo>
                <a:cubicBezTo>
                  <a:pt x="116" y="212"/>
                  <a:pt x="116" y="212"/>
                  <a:pt x="116" y="212"/>
                </a:cubicBezTo>
                <a:cubicBezTo>
                  <a:pt x="116" y="204"/>
                  <a:pt x="116" y="204"/>
                  <a:pt x="116" y="204"/>
                </a:cubicBezTo>
                <a:cubicBezTo>
                  <a:pt x="20" y="204"/>
                  <a:pt x="20" y="204"/>
                  <a:pt x="20" y="204"/>
                </a:cubicBezTo>
                <a:cubicBezTo>
                  <a:pt x="13" y="204"/>
                  <a:pt x="8" y="199"/>
                  <a:pt x="8" y="192"/>
                </a:cubicBezTo>
                <a:cubicBezTo>
                  <a:pt x="8" y="56"/>
                  <a:pt x="8" y="56"/>
                  <a:pt x="8" y="56"/>
                </a:cubicBezTo>
                <a:cubicBezTo>
                  <a:pt x="248" y="56"/>
                  <a:pt x="248" y="56"/>
                  <a:pt x="248" y="56"/>
                </a:cubicBezTo>
                <a:cubicBezTo>
                  <a:pt x="248" y="192"/>
                  <a:pt x="248" y="192"/>
                  <a:pt x="248" y="192"/>
                </a:cubicBezTo>
                <a:cubicBezTo>
                  <a:pt x="248" y="195"/>
                  <a:pt x="247" y="198"/>
                  <a:pt x="244" y="200"/>
                </a:cubicBezTo>
                <a:cubicBezTo>
                  <a:pt x="242" y="203"/>
                  <a:pt x="242" y="203"/>
                  <a:pt x="242" y="203"/>
                </a:cubicBezTo>
                <a:cubicBezTo>
                  <a:pt x="247" y="209"/>
                  <a:pt x="247" y="209"/>
                  <a:pt x="247" y="209"/>
                </a:cubicBezTo>
                <a:cubicBezTo>
                  <a:pt x="250" y="206"/>
                  <a:pt x="250" y="206"/>
                  <a:pt x="250" y="206"/>
                </a:cubicBezTo>
                <a:cubicBezTo>
                  <a:pt x="254" y="202"/>
                  <a:pt x="256" y="197"/>
                  <a:pt x="256" y="192"/>
                </a:cubicBezTo>
                <a:cubicBezTo>
                  <a:pt x="256" y="20"/>
                  <a:pt x="256" y="20"/>
                  <a:pt x="256" y="20"/>
                </a:cubicBezTo>
                <a:cubicBezTo>
                  <a:pt x="256" y="9"/>
                  <a:pt x="247" y="0"/>
                  <a:pt x="236" y="0"/>
                </a:cubicBez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228" y="199"/>
                </a:moveTo>
                <a:cubicBezTo>
                  <a:pt x="230" y="193"/>
                  <a:pt x="232" y="186"/>
                  <a:pt x="232" y="178"/>
                </a:cubicBezTo>
                <a:cubicBezTo>
                  <a:pt x="232" y="148"/>
                  <a:pt x="208" y="124"/>
                  <a:pt x="178" y="124"/>
                </a:cubicBezTo>
                <a:cubicBezTo>
                  <a:pt x="148" y="124"/>
                  <a:pt x="124" y="148"/>
                  <a:pt x="124" y="178"/>
                </a:cubicBezTo>
                <a:cubicBezTo>
                  <a:pt x="124" y="208"/>
                  <a:pt x="148" y="232"/>
                  <a:pt x="178" y="232"/>
                </a:cubicBezTo>
                <a:cubicBezTo>
                  <a:pt x="186" y="232"/>
                  <a:pt x="193" y="230"/>
                  <a:pt x="199" y="228"/>
                </a:cubicBezTo>
                <a:cubicBezTo>
                  <a:pt x="222" y="250"/>
                  <a:pt x="222" y="250"/>
                  <a:pt x="222" y="250"/>
                </a:cubicBezTo>
                <a:cubicBezTo>
                  <a:pt x="226" y="254"/>
                  <a:pt x="231" y="256"/>
                  <a:pt x="236" y="256"/>
                </a:cubicBezTo>
                <a:cubicBezTo>
                  <a:pt x="241" y="256"/>
                  <a:pt x="246" y="254"/>
                  <a:pt x="250" y="250"/>
                </a:cubicBezTo>
                <a:cubicBezTo>
                  <a:pt x="258" y="242"/>
                  <a:pt x="258" y="230"/>
                  <a:pt x="250" y="222"/>
                </a:cubicBezTo>
                <a:lnTo>
                  <a:pt x="228" y="199"/>
                </a:lnTo>
                <a:close/>
                <a:moveTo>
                  <a:pt x="178" y="224"/>
                </a:moveTo>
                <a:cubicBezTo>
                  <a:pt x="153" y="224"/>
                  <a:pt x="132" y="203"/>
                  <a:pt x="132" y="178"/>
                </a:cubicBezTo>
                <a:cubicBezTo>
                  <a:pt x="132" y="153"/>
                  <a:pt x="153" y="132"/>
                  <a:pt x="178" y="132"/>
                </a:cubicBezTo>
                <a:cubicBezTo>
                  <a:pt x="203" y="132"/>
                  <a:pt x="224" y="153"/>
                  <a:pt x="224" y="178"/>
                </a:cubicBezTo>
                <a:cubicBezTo>
                  <a:pt x="224" y="203"/>
                  <a:pt x="203" y="224"/>
                  <a:pt x="178" y="224"/>
                </a:cubicBezTo>
                <a:close/>
                <a:moveTo>
                  <a:pt x="244" y="244"/>
                </a:moveTo>
                <a:cubicBezTo>
                  <a:pt x="240" y="249"/>
                  <a:pt x="232" y="249"/>
                  <a:pt x="228" y="244"/>
                </a:cubicBezTo>
                <a:cubicBezTo>
                  <a:pt x="207" y="224"/>
                  <a:pt x="207" y="224"/>
                  <a:pt x="207" y="224"/>
                </a:cubicBezTo>
                <a:cubicBezTo>
                  <a:pt x="214" y="219"/>
                  <a:pt x="219" y="214"/>
                  <a:pt x="224" y="207"/>
                </a:cubicBezTo>
                <a:cubicBezTo>
                  <a:pt x="244" y="228"/>
                  <a:pt x="244" y="228"/>
                  <a:pt x="244" y="228"/>
                </a:cubicBezTo>
                <a:cubicBezTo>
                  <a:pt x="249" y="232"/>
                  <a:pt x="249" y="240"/>
                  <a:pt x="244" y="24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91" name="Freeform 279">
            <a:extLst>
              <a:ext uri="{FF2B5EF4-FFF2-40B4-BE49-F238E27FC236}">
                <a16:creationId xmlns:a16="http://schemas.microsoft.com/office/drawing/2014/main" id="{876D416C-22D3-49BE-A2A3-1244B0258F2A}"/>
              </a:ext>
            </a:extLst>
          </p:cNvPr>
          <p:cNvSpPr>
            <a:spLocks noChangeAspect="1" noEditPoints="1"/>
          </p:cNvSpPr>
          <p:nvPr/>
        </p:nvSpPr>
        <p:spPr bwMode="auto">
          <a:xfrm>
            <a:off x="572294" y="5300664"/>
            <a:ext cx="401638" cy="400050"/>
          </a:xfrm>
          <a:custGeom>
            <a:avLst/>
            <a:gdLst>
              <a:gd name="T0" fmla="*/ 24 w 257"/>
              <a:gd name="T1" fmla="*/ 28 h 256"/>
              <a:gd name="T2" fmla="*/ 40 w 257"/>
              <a:gd name="T3" fmla="*/ 28 h 256"/>
              <a:gd name="T4" fmla="*/ 88 w 257"/>
              <a:gd name="T5" fmla="*/ 20 h 256"/>
              <a:gd name="T6" fmla="*/ 88 w 257"/>
              <a:gd name="T7" fmla="*/ 36 h 256"/>
              <a:gd name="T8" fmla="*/ 88 w 257"/>
              <a:gd name="T9" fmla="*/ 20 h 256"/>
              <a:gd name="T10" fmla="*/ 52 w 257"/>
              <a:gd name="T11" fmla="*/ 28 h 256"/>
              <a:gd name="T12" fmla="*/ 68 w 257"/>
              <a:gd name="T13" fmla="*/ 28 h 256"/>
              <a:gd name="T14" fmla="*/ 8 w 257"/>
              <a:gd name="T15" fmla="*/ 208 h 256"/>
              <a:gd name="T16" fmla="*/ 248 w 257"/>
              <a:gd name="T17" fmla="*/ 56 h 256"/>
              <a:gd name="T18" fmla="*/ 256 w 257"/>
              <a:gd name="T19" fmla="*/ 196 h 256"/>
              <a:gd name="T20" fmla="*/ 236 w 257"/>
              <a:gd name="T21" fmla="*/ 0 h 256"/>
              <a:gd name="T22" fmla="*/ 0 w 257"/>
              <a:gd name="T23" fmla="*/ 20 h 256"/>
              <a:gd name="T24" fmla="*/ 20 w 257"/>
              <a:gd name="T25" fmla="*/ 228 h 256"/>
              <a:gd name="T26" fmla="*/ 140 w 257"/>
              <a:gd name="T27" fmla="*/ 220 h 256"/>
              <a:gd name="T28" fmla="*/ 8 w 257"/>
              <a:gd name="T29" fmla="*/ 208 h 256"/>
              <a:gd name="T30" fmla="*/ 20 w 257"/>
              <a:gd name="T31" fmla="*/ 8 h 256"/>
              <a:gd name="T32" fmla="*/ 248 w 257"/>
              <a:gd name="T33" fmla="*/ 20 h 256"/>
              <a:gd name="T34" fmla="*/ 8 w 257"/>
              <a:gd name="T35" fmla="*/ 48 h 256"/>
              <a:gd name="T36" fmla="*/ 236 w 257"/>
              <a:gd name="T37" fmla="*/ 104 h 256"/>
              <a:gd name="T38" fmla="*/ 232 w 257"/>
              <a:gd name="T39" fmla="*/ 68 h 256"/>
              <a:gd name="T40" fmla="*/ 20 w 257"/>
              <a:gd name="T41" fmla="*/ 72 h 256"/>
              <a:gd name="T42" fmla="*/ 24 w 257"/>
              <a:gd name="T43" fmla="*/ 108 h 256"/>
              <a:gd name="T44" fmla="*/ 236 w 257"/>
              <a:gd name="T45" fmla="*/ 104 h 256"/>
              <a:gd name="T46" fmla="*/ 28 w 257"/>
              <a:gd name="T47" fmla="*/ 100 h 256"/>
              <a:gd name="T48" fmla="*/ 228 w 257"/>
              <a:gd name="T49" fmla="*/ 76 h 256"/>
              <a:gd name="T50" fmla="*/ 24 w 257"/>
              <a:gd name="T51" fmla="*/ 128 h 256"/>
              <a:gd name="T52" fmla="*/ 20 w 257"/>
              <a:gd name="T53" fmla="*/ 204 h 256"/>
              <a:gd name="T54" fmla="*/ 56 w 257"/>
              <a:gd name="T55" fmla="*/ 208 h 256"/>
              <a:gd name="T56" fmla="*/ 60 w 257"/>
              <a:gd name="T57" fmla="*/ 132 h 256"/>
              <a:gd name="T58" fmla="*/ 24 w 257"/>
              <a:gd name="T59" fmla="*/ 128 h 256"/>
              <a:gd name="T60" fmla="*/ 28 w 257"/>
              <a:gd name="T61" fmla="*/ 200 h 256"/>
              <a:gd name="T62" fmla="*/ 52 w 257"/>
              <a:gd name="T63" fmla="*/ 136 h 256"/>
              <a:gd name="T64" fmla="*/ 255 w 257"/>
              <a:gd name="T65" fmla="*/ 217 h 256"/>
              <a:gd name="T66" fmla="*/ 138 w 257"/>
              <a:gd name="T67" fmla="*/ 129 h 256"/>
              <a:gd name="T68" fmla="*/ 80 w 257"/>
              <a:gd name="T69" fmla="*/ 128 h 256"/>
              <a:gd name="T70" fmla="*/ 76 w 257"/>
              <a:gd name="T71" fmla="*/ 134 h 256"/>
              <a:gd name="T72" fmla="*/ 101 w 257"/>
              <a:gd name="T73" fmla="*/ 182 h 256"/>
              <a:gd name="T74" fmla="*/ 102 w 257"/>
              <a:gd name="T75" fmla="*/ 183 h 256"/>
              <a:gd name="T76" fmla="*/ 102 w 257"/>
              <a:gd name="T77" fmla="*/ 183 h 256"/>
              <a:gd name="T78" fmla="*/ 207 w 257"/>
              <a:gd name="T79" fmla="*/ 251 h 256"/>
              <a:gd name="T80" fmla="*/ 231 w 257"/>
              <a:gd name="T81" fmla="*/ 255 h 256"/>
              <a:gd name="T82" fmla="*/ 255 w 257"/>
              <a:gd name="T83" fmla="*/ 217 h 256"/>
              <a:gd name="T84" fmla="*/ 121 w 257"/>
              <a:gd name="T85" fmla="*/ 162 h 256"/>
              <a:gd name="T86" fmla="*/ 184 w 257"/>
              <a:gd name="T87" fmla="*/ 227 h 256"/>
              <a:gd name="T88" fmla="*/ 244 w 257"/>
              <a:gd name="T89" fmla="*/ 237 h 256"/>
              <a:gd name="T90" fmla="*/ 211 w 257"/>
              <a:gd name="T91" fmla="*/ 244 h 256"/>
              <a:gd name="T92" fmla="*/ 201 w 257"/>
              <a:gd name="T93" fmla="*/ 238 h 256"/>
              <a:gd name="T94" fmla="*/ 219 w 257"/>
              <a:gd name="T95" fmla="*/ 202 h 256"/>
              <a:gd name="T96" fmla="*/ 194 w 257"/>
              <a:gd name="T97" fmla="*/ 233 h 256"/>
              <a:gd name="T98" fmla="*/ 202 w 257"/>
              <a:gd name="T99" fmla="*/ 214 h 256"/>
              <a:gd name="T100" fmla="*/ 206 w 257"/>
              <a:gd name="T101" fmla="*/ 208 h 256"/>
              <a:gd name="T102" fmla="*/ 209 w 257"/>
              <a:gd name="T103" fmla="*/ 195 h 256"/>
              <a:gd name="T104" fmla="*/ 199 w 257"/>
              <a:gd name="T105" fmla="*/ 203 h 256"/>
              <a:gd name="T106" fmla="*/ 131 w 257"/>
              <a:gd name="T107" fmla="*/ 146 h 256"/>
              <a:gd name="T108" fmla="*/ 125 w 257"/>
              <a:gd name="T109" fmla="*/ 142 h 256"/>
              <a:gd name="T110" fmla="*/ 91 w 257"/>
              <a:gd name="T111" fmla="*/ 146 h 256"/>
              <a:gd name="T112" fmla="*/ 135 w 257"/>
              <a:gd name="T113" fmla="*/ 136 h 256"/>
              <a:gd name="T114" fmla="*/ 247 w 257"/>
              <a:gd name="T115" fmla="*/ 21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7" h="256">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 y="208"/>
                </a:moveTo>
                <a:cubicBezTo>
                  <a:pt x="8" y="56"/>
                  <a:pt x="8" y="56"/>
                  <a:pt x="8" y="56"/>
                </a:cubicBezTo>
                <a:cubicBezTo>
                  <a:pt x="248" y="56"/>
                  <a:pt x="248" y="56"/>
                  <a:pt x="248" y="56"/>
                </a:cubicBezTo>
                <a:cubicBezTo>
                  <a:pt x="248" y="196"/>
                  <a:pt x="248" y="196"/>
                  <a:pt x="248" y="196"/>
                </a:cubicBezTo>
                <a:cubicBezTo>
                  <a:pt x="256" y="196"/>
                  <a:pt x="256" y="196"/>
                  <a:pt x="256" y="196"/>
                </a:cubicBezTo>
                <a:cubicBezTo>
                  <a:pt x="256" y="20"/>
                  <a:pt x="256" y="20"/>
                  <a:pt x="256" y="20"/>
                </a:cubicBezTo>
                <a:cubicBezTo>
                  <a:pt x="256" y="9"/>
                  <a:pt x="247" y="0"/>
                  <a:pt x="236" y="0"/>
                </a:cubicBezTo>
                <a:cubicBezTo>
                  <a:pt x="20" y="0"/>
                  <a:pt x="20" y="0"/>
                  <a:pt x="20" y="0"/>
                </a:cubicBezTo>
                <a:cubicBezTo>
                  <a:pt x="9" y="0"/>
                  <a:pt x="0" y="9"/>
                  <a:pt x="0" y="20"/>
                </a:cubicBezTo>
                <a:cubicBezTo>
                  <a:pt x="0" y="208"/>
                  <a:pt x="0" y="208"/>
                  <a:pt x="0" y="208"/>
                </a:cubicBezTo>
                <a:cubicBezTo>
                  <a:pt x="0" y="219"/>
                  <a:pt x="9" y="228"/>
                  <a:pt x="20" y="228"/>
                </a:cubicBezTo>
                <a:cubicBezTo>
                  <a:pt x="140" y="228"/>
                  <a:pt x="140" y="228"/>
                  <a:pt x="140" y="228"/>
                </a:cubicBezTo>
                <a:cubicBezTo>
                  <a:pt x="140" y="220"/>
                  <a:pt x="140" y="220"/>
                  <a:pt x="140" y="220"/>
                </a:cubicBezTo>
                <a:cubicBezTo>
                  <a:pt x="20" y="220"/>
                  <a:pt x="20" y="220"/>
                  <a:pt x="20" y="220"/>
                </a:cubicBezTo>
                <a:cubicBezTo>
                  <a:pt x="13" y="220"/>
                  <a:pt x="8" y="215"/>
                  <a:pt x="8" y="208"/>
                </a:cubicBezTo>
                <a:close/>
                <a:moveTo>
                  <a:pt x="8" y="20"/>
                </a:moveTo>
                <a:cubicBezTo>
                  <a:pt x="8" y="13"/>
                  <a:pt x="13" y="8"/>
                  <a:pt x="20" y="8"/>
                </a:cubicBezTo>
                <a:cubicBezTo>
                  <a:pt x="236" y="8"/>
                  <a:pt x="236" y="8"/>
                  <a:pt x="236" y="8"/>
                </a:cubicBezTo>
                <a:cubicBezTo>
                  <a:pt x="243" y="8"/>
                  <a:pt x="248" y="13"/>
                  <a:pt x="248" y="20"/>
                </a:cubicBezTo>
                <a:cubicBezTo>
                  <a:pt x="248" y="48"/>
                  <a:pt x="248" y="48"/>
                  <a:pt x="248" y="48"/>
                </a:cubicBezTo>
                <a:cubicBezTo>
                  <a:pt x="8" y="48"/>
                  <a:pt x="8" y="48"/>
                  <a:pt x="8" y="48"/>
                </a:cubicBezTo>
                <a:lnTo>
                  <a:pt x="8" y="20"/>
                </a:lnTo>
                <a:close/>
                <a:moveTo>
                  <a:pt x="236" y="104"/>
                </a:moveTo>
                <a:cubicBezTo>
                  <a:pt x="236" y="72"/>
                  <a:pt x="236" y="72"/>
                  <a:pt x="236" y="72"/>
                </a:cubicBezTo>
                <a:cubicBezTo>
                  <a:pt x="236" y="70"/>
                  <a:pt x="234" y="68"/>
                  <a:pt x="232" y="68"/>
                </a:cubicBezTo>
                <a:cubicBezTo>
                  <a:pt x="24" y="68"/>
                  <a:pt x="24" y="68"/>
                  <a:pt x="24" y="68"/>
                </a:cubicBezTo>
                <a:cubicBezTo>
                  <a:pt x="22" y="68"/>
                  <a:pt x="20" y="70"/>
                  <a:pt x="20" y="72"/>
                </a:cubicBezTo>
                <a:cubicBezTo>
                  <a:pt x="20" y="104"/>
                  <a:pt x="20" y="104"/>
                  <a:pt x="20" y="104"/>
                </a:cubicBezTo>
                <a:cubicBezTo>
                  <a:pt x="20" y="106"/>
                  <a:pt x="22" y="108"/>
                  <a:pt x="24" y="108"/>
                </a:cubicBezTo>
                <a:cubicBezTo>
                  <a:pt x="232" y="108"/>
                  <a:pt x="232" y="108"/>
                  <a:pt x="232" y="108"/>
                </a:cubicBezTo>
                <a:cubicBezTo>
                  <a:pt x="234" y="108"/>
                  <a:pt x="236" y="106"/>
                  <a:pt x="236" y="104"/>
                </a:cubicBezTo>
                <a:close/>
                <a:moveTo>
                  <a:pt x="228" y="100"/>
                </a:moveTo>
                <a:cubicBezTo>
                  <a:pt x="28" y="100"/>
                  <a:pt x="28" y="100"/>
                  <a:pt x="28" y="100"/>
                </a:cubicBezTo>
                <a:cubicBezTo>
                  <a:pt x="28" y="76"/>
                  <a:pt x="28" y="76"/>
                  <a:pt x="28" y="76"/>
                </a:cubicBezTo>
                <a:cubicBezTo>
                  <a:pt x="228" y="76"/>
                  <a:pt x="228" y="76"/>
                  <a:pt x="228" y="76"/>
                </a:cubicBezTo>
                <a:lnTo>
                  <a:pt x="228" y="100"/>
                </a:lnTo>
                <a:close/>
                <a:moveTo>
                  <a:pt x="24" y="128"/>
                </a:moveTo>
                <a:cubicBezTo>
                  <a:pt x="22" y="128"/>
                  <a:pt x="20" y="130"/>
                  <a:pt x="20" y="132"/>
                </a:cubicBezTo>
                <a:cubicBezTo>
                  <a:pt x="20" y="204"/>
                  <a:pt x="20" y="204"/>
                  <a:pt x="20" y="204"/>
                </a:cubicBezTo>
                <a:cubicBezTo>
                  <a:pt x="20" y="206"/>
                  <a:pt x="22" y="208"/>
                  <a:pt x="24" y="208"/>
                </a:cubicBezTo>
                <a:cubicBezTo>
                  <a:pt x="56" y="208"/>
                  <a:pt x="56" y="208"/>
                  <a:pt x="56" y="208"/>
                </a:cubicBezTo>
                <a:cubicBezTo>
                  <a:pt x="58" y="208"/>
                  <a:pt x="60" y="206"/>
                  <a:pt x="60" y="204"/>
                </a:cubicBezTo>
                <a:cubicBezTo>
                  <a:pt x="60" y="132"/>
                  <a:pt x="60" y="132"/>
                  <a:pt x="60" y="132"/>
                </a:cubicBezTo>
                <a:cubicBezTo>
                  <a:pt x="60" y="130"/>
                  <a:pt x="58" y="128"/>
                  <a:pt x="56" y="128"/>
                </a:cubicBezTo>
                <a:lnTo>
                  <a:pt x="24" y="128"/>
                </a:lnTo>
                <a:close/>
                <a:moveTo>
                  <a:pt x="52" y="200"/>
                </a:moveTo>
                <a:cubicBezTo>
                  <a:pt x="28" y="200"/>
                  <a:pt x="28" y="200"/>
                  <a:pt x="28" y="200"/>
                </a:cubicBezTo>
                <a:cubicBezTo>
                  <a:pt x="28" y="136"/>
                  <a:pt x="28" y="136"/>
                  <a:pt x="28" y="136"/>
                </a:cubicBezTo>
                <a:cubicBezTo>
                  <a:pt x="52" y="136"/>
                  <a:pt x="52" y="136"/>
                  <a:pt x="52" y="136"/>
                </a:cubicBezTo>
                <a:lnTo>
                  <a:pt x="52" y="200"/>
                </a:lnTo>
                <a:close/>
                <a:moveTo>
                  <a:pt x="255" y="217"/>
                </a:moveTo>
                <a:cubicBezTo>
                  <a:pt x="254" y="209"/>
                  <a:pt x="249" y="202"/>
                  <a:pt x="241" y="197"/>
                </a:cubicBezTo>
                <a:cubicBezTo>
                  <a:pt x="138" y="129"/>
                  <a:pt x="138" y="129"/>
                  <a:pt x="138" y="129"/>
                </a:cubicBezTo>
                <a:cubicBezTo>
                  <a:pt x="138" y="128"/>
                  <a:pt x="137" y="128"/>
                  <a:pt x="136" y="128"/>
                </a:cubicBezTo>
                <a:cubicBezTo>
                  <a:pt x="80" y="128"/>
                  <a:pt x="80" y="128"/>
                  <a:pt x="80" y="128"/>
                </a:cubicBezTo>
                <a:cubicBezTo>
                  <a:pt x="79" y="128"/>
                  <a:pt x="77" y="129"/>
                  <a:pt x="77" y="130"/>
                </a:cubicBezTo>
                <a:cubicBezTo>
                  <a:pt x="76" y="131"/>
                  <a:pt x="76" y="133"/>
                  <a:pt x="76" y="134"/>
                </a:cubicBezTo>
                <a:cubicBezTo>
                  <a:pt x="100" y="182"/>
                  <a:pt x="100" y="182"/>
                  <a:pt x="100" y="182"/>
                </a:cubicBezTo>
                <a:cubicBezTo>
                  <a:pt x="100" y="182"/>
                  <a:pt x="101" y="182"/>
                  <a:pt x="101" y="182"/>
                </a:cubicBezTo>
                <a:cubicBezTo>
                  <a:pt x="101" y="182"/>
                  <a:pt x="101" y="182"/>
                  <a:pt x="101" y="182"/>
                </a:cubicBezTo>
                <a:cubicBezTo>
                  <a:pt x="101" y="183"/>
                  <a:pt x="101" y="183"/>
                  <a:pt x="102" y="183"/>
                </a:cubicBezTo>
                <a:cubicBezTo>
                  <a:pt x="102" y="183"/>
                  <a:pt x="102" y="183"/>
                  <a:pt x="102" y="183"/>
                </a:cubicBezTo>
                <a:cubicBezTo>
                  <a:pt x="102" y="183"/>
                  <a:pt x="102" y="183"/>
                  <a:pt x="102" y="183"/>
                </a:cubicBezTo>
                <a:cubicBezTo>
                  <a:pt x="102" y="183"/>
                  <a:pt x="102" y="183"/>
                  <a:pt x="102" y="183"/>
                </a:cubicBezTo>
                <a:cubicBezTo>
                  <a:pt x="207" y="251"/>
                  <a:pt x="207" y="251"/>
                  <a:pt x="207" y="251"/>
                </a:cubicBezTo>
                <a:cubicBezTo>
                  <a:pt x="212" y="254"/>
                  <a:pt x="218" y="256"/>
                  <a:pt x="224" y="256"/>
                </a:cubicBezTo>
                <a:cubicBezTo>
                  <a:pt x="226" y="256"/>
                  <a:pt x="228" y="256"/>
                  <a:pt x="231" y="255"/>
                </a:cubicBezTo>
                <a:cubicBezTo>
                  <a:pt x="239" y="254"/>
                  <a:pt x="246" y="249"/>
                  <a:pt x="251" y="241"/>
                </a:cubicBezTo>
                <a:cubicBezTo>
                  <a:pt x="255" y="234"/>
                  <a:pt x="257" y="226"/>
                  <a:pt x="255" y="217"/>
                </a:cubicBezTo>
                <a:close/>
                <a:moveTo>
                  <a:pt x="110" y="179"/>
                </a:moveTo>
                <a:cubicBezTo>
                  <a:pt x="121" y="162"/>
                  <a:pt x="121" y="162"/>
                  <a:pt x="121" y="162"/>
                </a:cubicBezTo>
                <a:cubicBezTo>
                  <a:pt x="195" y="210"/>
                  <a:pt x="195" y="210"/>
                  <a:pt x="195" y="210"/>
                </a:cubicBezTo>
                <a:cubicBezTo>
                  <a:pt x="184" y="227"/>
                  <a:pt x="184" y="227"/>
                  <a:pt x="184" y="227"/>
                </a:cubicBezTo>
                <a:lnTo>
                  <a:pt x="110" y="179"/>
                </a:lnTo>
                <a:close/>
                <a:moveTo>
                  <a:pt x="244" y="237"/>
                </a:moveTo>
                <a:cubicBezTo>
                  <a:pt x="241" y="242"/>
                  <a:pt x="235" y="246"/>
                  <a:pt x="229" y="247"/>
                </a:cubicBezTo>
                <a:cubicBezTo>
                  <a:pt x="223" y="249"/>
                  <a:pt x="216" y="248"/>
                  <a:pt x="211" y="244"/>
                </a:cubicBezTo>
                <a:cubicBezTo>
                  <a:pt x="211" y="244"/>
                  <a:pt x="211" y="244"/>
                  <a:pt x="211" y="244"/>
                </a:cubicBezTo>
                <a:cubicBezTo>
                  <a:pt x="201" y="238"/>
                  <a:pt x="201" y="238"/>
                  <a:pt x="201" y="238"/>
                </a:cubicBezTo>
                <a:cubicBezTo>
                  <a:pt x="220" y="207"/>
                  <a:pt x="220" y="207"/>
                  <a:pt x="220" y="207"/>
                </a:cubicBezTo>
                <a:cubicBezTo>
                  <a:pt x="222" y="206"/>
                  <a:pt x="221" y="203"/>
                  <a:pt x="219" y="202"/>
                </a:cubicBezTo>
                <a:cubicBezTo>
                  <a:pt x="217" y="201"/>
                  <a:pt x="215" y="201"/>
                  <a:pt x="214" y="203"/>
                </a:cubicBezTo>
                <a:cubicBezTo>
                  <a:pt x="194" y="233"/>
                  <a:pt x="194" y="233"/>
                  <a:pt x="194" y="233"/>
                </a:cubicBezTo>
                <a:cubicBezTo>
                  <a:pt x="191" y="231"/>
                  <a:pt x="191" y="231"/>
                  <a:pt x="191" y="231"/>
                </a:cubicBezTo>
                <a:cubicBezTo>
                  <a:pt x="202" y="214"/>
                  <a:pt x="202" y="214"/>
                  <a:pt x="202" y="214"/>
                </a:cubicBezTo>
                <a:cubicBezTo>
                  <a:pt x="206" y="208"/>
                  <a:pt x="206" y="208"/>
                  <a:pt x="206" y="208"/>
                </a:cubicBezTo>
                <a:cubicBezTo>
                  <a:pt x="206" y="208"/>
                  <a:pt x="206" y="208"/>
                  <a:pt x="206" y="208"/>
                </a:cubicBezTo>
                <a:cubicBezTo>
                  <a:pt x="210" y="201"/>
                  <a:pt x="210" y="201"/>
                  <a:pt x="210" y="201"/>
                </a:cubicBezTo>
                <a:cubicBezTo>
                  <a:pt x="212" y="199"/>
                  <a:pt x="211" y="197"/>
                  <a:pt x="209" y="195"/>
                </a:cubicBezTo>
                <a:cubicBezTo>
                  <a:pt x="207" y="194"/>
                  <a:pt x="205" y="195"/>
                  <a:pt x="204" y="197"/>
                </a:cubicBezTo>
                <a:cubicBezTo>
                  <a:pt x="199" y="203"/>
                  <a:pt x="199" y="203"/>
                  <a:pt x="199" y="203"/>
                </a:cubicBezTo>
                <a:cubicBezTo>
                  <a:pt x="125" y="155"/>
                  <a:pt x="125" y="155"/>
                  <a:pt x="125" y="155"/>
                </a:cubicBezTo>
                <a:cubicBezTo>
                  <a:pt x="131" y="146"/>
                  <a:pt x="131" y="146"/>
                  <a:pt x="131" y="146"/>
                </a:cubicBezTo>
                <a:cubicBezTo>
                  <a:pt x="133" y="144"/>
                  <a:pt x="132" y="142"/>
                  <a:pt x="130" y="141"/>
                </a:cubicBezTo>
                <a:cubicBezTo>
                  <a:pt x="128" y="139"/>
                  <a:pt x="126" y="140"/>
                  <a:pt x="125" y="142"/>
                </a:cubicBezTo>
                <a:cubicBezTo>
                  <a:pt x="104" y="172"/>
                  <a:pt x="104" y="172"/>
                  <a:pt x="104" y="172"/>
                </a:cubicBezTo>
                <a:cubicBezTo>
                  <a:pt x="91" y="146"/>
                  <a:pt x="91" y="146"/>
                  <a:pt x="91" y="146"/>
                </a:cubicBezTo>
                <a:cubicBezTo>
                  <a:pt x="98" y="136"/>
                  <a:pt x="98" y="136"/>
                  <a:pt x="98" y="136"/>
                </a:cubicBezTo>
                <a:cubicBezTo>
                  <a:pt x="135" y="136"/>
                  <a:pt x="135" y="136"/>
                  <a:pt x="135" y="136"/>
                </a:cubicBezTo>
                <a:cubicBezTo>
                  <a:pt x="237" y="204"/>
                  <a:pt x="237" y="204"/>
                  <a:pt x="237" y="204"/>
                </a:cubicBezTo>
                <a:cubicBezTo>
                  <a:pt x="242" y="207"/>
                  <a:pt x="246" y="213"/>
                  <a:pt x="247" y="219"/>
                </a:cubicBezTo>
                <a:cubicBezTo>
                  <a:pt x="249" y="225"/>
                  <a:pt x="248" y="232"/>
                  <a:pt x="244" y="23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94" name="Freeform 286">
            <a:extLst>
              <a:ext uri="{FF2B5EF4-FFF2-40B4-BE49-F238E27FC236}">
                <a16:creationId xmlns:a16="http://schemas.microsoft.com/office/drawing/2014/main" id="{3E5A08BD-B8C2-4191-BFFB-F81BB7BDA99C}"/>
              </a:ext>
            </a:extLst>
          </p:cNvPr>
          <p:cNvSpPr>
            <a:spLocks noChangeAspect="1" noEditPoints="1"/>
          </p:cNvSpPr>
          <p:nvPr/>
        </p:nvSpPr>
        <p:spPr bwMode="auto">
          <a:xfrm>
            <a:off x="1541528" y="5316539"/>
            <a:ext cx="398462" cy="368300"/>
          </a:xfrm>
          <a:custGeom>
            <a:avLst/>
            <a:gdLst>
              <a:gd name="T0" fmla="*/ 40 w 256"/>
              <a:gd name="T1" fmla="*/ 28 h 236"/>
              <a:gd name="T2" fmla="*/ 60 w 256"/>
              <a:gd name="T3" fmla="*/ 36 h 236"/>
              <a:gd name="T4" fmla="*/ 80 w 256"/>
              <a:gd name="T5" fmla="*/ 28 h 236"/>
              <a:gd name="T6" fmla="*/ 28 w 256"/>
              <a:gd name="T7" fmla="*/ 108 h 236"/>
              <a:gd name="T8" fmla="*/ 228 w 256"/>
              <a:gd name="T9" fmla="*/ 68 h 236"/>
              <a:gd name="T10" fmla="*/ 28 w 256"/>
              <a:gd name="T11" fmla="*/ 108 h 236"/>
              <a:gd name="T12" fmla="*/ 32 w 256"/>
              <a:gd name="T13" fmla="*/ 100 h 236"/>
              <a:gd name="T14" fmla="*/ 64 w 256"/>
              <a:gd name="T15" fmla="*/ 212 h 236"/>
              <a:gd name="T16" fmla="*/ 24 w 256"/>
              <a:gd name="T17" fmla="*/ 132 h 236"/>
              <a:gd name="T18" fmla="*/ 56 w 256"/>
              <a:gd name="T19" fmla="*/ 136 h 236"/>
              <a:gd name="T20" fmla="*/ 236 w 256"/>
              <a:gd name="T21" fmla="*/ 0 h 236"/>
              <a:gd name="T22" fmla="*/ 20 w 256"/>
              <a:gd name="T23" fmla="*/ 236 h 236"/>
              <a:gd name="T24" fmla="*/ 236 w 256"/>
              <a:gd name="T25" fmla="*/ 0 h 236"/>
              <a:gd name="T26" fmla="*/ 8 w 256"/>
              <a:gd name="T27" fmla="*/ 216 h 236"/>
              <a:gd name="T28" fmla="*/ 248 w 256"/>
              <a:gd name="T29" fmla="*/ 48 h 236"/>
              <a:gd name="T30" fmla="*/ 236 w 256"/>
              <a:gd name="T31" fmla="*/ 8 h 236"/>
              <a:gd name="T32" fmla="*/ 115 w 256"/>
              <a:gd name="T33" fmla="*/ 161 h 236"/>
              <a:gd name="T34" fmla="*/ 100 w 256"/>
              <a:gd name="T35" fmla="*/ 171 h 236"/>
              <a:gd name="T36" fmla="*/ 100 w 256"/>
              <a:gd name="T37" fmla="*/ 174 h 236"/>
              <a:gd name="T38" fmla="*/ 109 w 256"/>
              <a:gd name="T39" fmla="*/ 183 h 236"/>
              <a:gd name="T40" fmla="*/ 114 w 256"/>
              <a:gd name="T41" fmla="*/ 176 h 236"/>
              <a:gd name="T42" fmla="*/ 196 w 256"/>
              <a:gd name="T43" fmla="*/ 184 h 236"/>
              <a:gd name="T44" fmla="*/ 208 w 256"/>
              <a:gd name="T45" fmla="*/ 170 h 236"/>
              <a:gd name="T46" fmla="*/ 193 w 256"/>
              <a:gd name="T47" fmla="*/ 167 h 236"/>
              <a:gd name="T48" fmla="*/ 204 w 256"/>
              <a:gd name="T49" fmla="*/ 128 h 236"/>
              <a:gd name="T50" fmla="*/ 204 w 256"/>
              <a:gd name="T51" fmla="*/ 136 h 236"/>
              <a:gd name="T52" fmla="*/ 224 w 256"/>
              <a:gd name="T53" fmla="*/ 152 h 236"/>
              <a:gd name="T54" fmla="*/ 232 w 256"/>
              <a:gd name="T55" fmla="*/ 152 h 236"/>
              <a:gd name="T56" fmla="*/ 224 w 256"/>
              <a:gd name="T57" fmla="*/ 192 h 236"/>
              <a:gd name="T58" fmla="*/ 228 w 256"/>
              <a:gd name="T59" fmla="*/ 176 h 236"/>
              <a:gd name="T60" fmla="*/ 80 w 256"/>
              <a:gd name="T61" fmla="*/ 148 h 236"/>
              <a:gd name="T62" fmla="*/ 76 w 256"/>
              <a:gd name="T63" fmla="*/ 192 h 236"/>
              <a:gd name="T64" fmla="*/ 80 w 256"/>
              <a:gd name="T65" fmla="*/ 176 h 236"/>
              <a:gd name="T66" fmla="*/ 220 w 256"/>
              <a:gd name="T67" fmla="*/ 128 h 236"/>
              <a:gd name="T68" fmla="*/ 224 w 256"/>
              <a:gd name="T69" fmla="*/ 140 h 236"/>
              <a:gd name="T70" fmla="*/ 228 w 256"/>
              <a:gd name="T71" fmla="*/ 128 h 236"/>
              <a:gd name="T72" fmla="*/ 164 w 256"/>
              <a:gd name="T73" fmla="*/ 128 h 236"/>
              <a:gd name="T74" fmla="*/ 144 w 256"/>
              <a:gd name="T75" fmla="*/ 136 h 236"/>
              <a:gd name="T76" fmla="*/ 128 w 256"/>
              <a:gd name="T77" fmla="*/ 132 h 236"/>
              <a:gd name="T78" fmla="*/ 104 w 256"/>
              <a:gd name="T79" fmla="*/ 128 h 236"/>
              <a:gd name="T80" fmla="*/ 120 w 256"/>
              <a:gd name="T81" fmla="*/ 132 h 236"/>
              <a:gd name="T82" fmla="*/ 76 w 256"/>
              <a:gd name="T83" fmla="*/ 132 h 236"/>
              <a:gd name="T84" fmla="*/ 84 w 256"/>
              <a:gd name="T85" fmla="*/ 136 h 236"/>
              <a:gd name="T86" fmla="*/ 204 w 256"/>
              <a:gd name="T87" fmla="*/ 208 h 236"/>
              <a:gd name="T88" fmla="*/ 204 w 256"/>
              <a:gd name="T89" fmla="*/ 216 h 236"/>
              <a:gd name="T90" fmla="*/ 224 w 256"/>
              <a:gd name="T91" fmla="*/ 204 h 236"/>
              <a:gd name="T92" fmla="*/ 220 w 256"/>
              <a:gd name="T93" fmla="*/ 216 h 236"/>
              <a:gd name="T94" fmla="*/ 228 w 256"/>
              <a:gd name="T95" fmla="*/ 200 h 236"/>
              <a:gd name="T96" fmla="*/ 164 w 256"/>
              <a:gd name="T97" fmla="*/ 216 h 236"/>
              <a:gd name="T98" fmla="*/ 144 w 256"/>
              <a:gd name="T99" fmla="*/ 208 h 236"/>
              <a:gd name="T100" fmla="*/ 144 w 256"/>
              <a:gd name="T101" fmla="*/ 216 h 236"/>
              <a:gd name="T102" fmla="*/ 104 w 256"/>
              <a:gd name="T103" fmla="*/ 208 h 236"/>
              <a:gd name="T104" fmla="*/ 120 w 256"/>
              <a:gd name="T105" fmla="*/ 212 h 236"/>
              <a:gd name="T106" fmla="*/ 84 w 256"/>
              <a:gd name="T107" fmla="*/ 204 h 236"/>
              <a:gd name="T108" fmla="*/ 80 w 256"/>
              <a:gd name="T109" fmla="*/ 21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6" h="236">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28" y="108"/>
                </a:moveTo>
                <a:cubicBezTo>
                  <a:pt x="228" y="108"/>
                  <a:pt x="228" y="108"/>
                  <a:pt x="228" y="108"/>
                </a:cubicBezTo>
                <a:cubicBezTo>
                  <a:pt x="230" y="108"/>
                  <a:pt x="232" y="106"/>
                  <a:pt x="232" y="104"/>
                </a:cubicBezTo>
                <a:cubicBezTo>
                  <a:pt x="232" y="72"/>
                  <a:pt x="232" y="72"/>
                  <a:pt x="232" y="72"/>
                </a:cubicBezTo>
                <a:cubicBezTo>
                  <a:pt x="232" y="70"/>
                  <a:pt x="230" y="68"/>
                  <a:pt x="228" y="68"/>
                </a:cubicBezTo>
                <a:cubicBezTo>
                  <a:pt x="28" y="68"/>
                  <a:pt x="28" y="68"/>
                  <a:pt x="28" y="68"/>
                </a:cubicBezTo>
                <a:cubicBezTo>
                  <a:pt x="26" y="68"/>
                  <a:pt x="24" y="70"/>
                  <a:pt x="24" y="72"/>
                </a:cubicBezTo>
                <a:cubicBezTo>
                  <a:pt x="24" y="104"/>
                  <a:pt x="24" y="104"/>
                  <a:pt x="24" y="104"/>
                </a:cubicBezTo>
                <a:cubicBezTo>
                  <a:pt x="24" y="106"/>
                  <a:pt x="26" y="108"/>
                  <a:pt x="28" y="108"/>
                </a:cubicBezTo>
                <a:close/>
                <a:moveTo>
                  <a:pt x="32" y="76"/>
                </a:moveTo>
                <a:cubicBezTo>
                  <a:pt x="224" y="76"/>
                  <a:pt x="224" y="76"/>
                  <a:pt x="224" y="76"/>
                </a:cubicBezTo>
                <a:cubicBezTo>
                  <a:pt x="224" y="100"/>
                  <a:pt x="224" y="100"/>
                  <a:pt x="224" y="100"/>
                </a:cubicBezTo>
                <a:cubicBezTo>
                  <a:pt x="32" y="100"/>
                  <a:pt x="32" y="100"/>
                  <a:pt x="32" y="100"/>
                </a:cubicBezTo>
                <a:lnTo>
                  <a:pt x="32" y="76"/>
                </a:lnTo>
                <a:close/>
                <a:moveTo>
                  <a:pt x="28" y="216"/>
                </a:moveTo>
                <a:cubicBezTo>
                  <a:pt x="60" y="216"/>
                  <a:pt x="60" y="216"/>
                  <a:pt x="60" y="216"/>
                </a:cubicBezTo>
                <a:cubicBezTo>
                  <a:pt x="62" y="216"/>
                  <a:pt x="64" y="214"/>
                  <a:pt x="64" y="212"/>
                </a:cubicBezTo>
                <a:cubicBezTo>
                  <a:pt x="64" y="132"/>
                  <a:pt x="64" y="132"/>
                  <a:pt x="64" y="132"/>
                </a:cubicBezTo>
                <a:cubicBezTo>
                  <a:pt x="64" y="130"/>
                  <a:pt x="62" y="128"/>
                  <a:pt x="60" y="128"/>
                </a:cubicBezTo>
                <a:cubicBezTo>
                  <a:pt x="28" y="128"/>
                  <a:pt x="28" y="128"/>
                  <a:pt x="28" y="128"/>
                </a:cubicBezTo>
                <a:cubicBezTo>
                  <a:pt x="26" y="128"/>
                  <a:pt x="24" y="130"/>
                  <a:pt x="24" y="132"/>
                </a:cubicBezTo>
                <a:cubicBezTo>
                  <a:pt x="24" y="212"/>
                  <a:pt x="24" y="212"/>
                  <a:pt x="24" y="212"/>
                </a:cubicBezTo>
                <a:cubicBezTo>
                  <a:pt x="24" y="214"/>
                  <a:pt x="26" y="216"/>
                  <a:pt x="28" y="216"/>
                </a:cubicBezTo>
                <a:close/>
                <a:moveTo>
                  <a:pt x="32" y="136"/>
                </a:moveTo>
                <a:cubicBezTo>
                  <a:pt x="56" y="136"/>
                  <a:pt x="56" y="136"/>
                  <a:pt x="56" y="136"/>
                </a:cubicBezTo>
                <a:cubicBezTo>
                  <a:pt x="56" y="208"/>
                  <a:pt x="56" y="208"/>
                  <a:pt x="56" y="208"/>
                </a:cubicBezTo>
                <a:cubicBezTo>
                  <a:pt x="32" y="208"/>
                  <a:pt x="32" y="208"/>
                  <a:pt x="32" y="208"/>
                </a:cubicBezTo>
                <a:lnTo>
                  <a:pt x="32" y="136"/>
                </a:lnTo>
                <a:close/>
                <a:moveTo>
                  <a:pt x="236" y="0"/>
                </a:moveTo>
                <a:cubicBezTo>
                  <a:pt x="20" y="0"/>
                  <a:pt x="20" y="0"/>
                  <a:pt x="20" y="0"/>
                </a:cubicBezTo>
                <a:cubicBezTo>
                  <a:pt x="9" y="0"/>
                  <a:pt x="0" y="9"/>
                  <a:pt x="0" y="20"/>
                </a:cubicBezTo>
                <a:cubicBezTo>
                  <a:pt x="0" y="216"/>
                  <a:pt x="0" y="216"/>
                  <a:pt x="0" y="216"/>
                </a:cubicBezTo>
                <a:cubicBezTo>
                  <a:pt x="0" y="227"/>
                  <a:pt x="9" y="236"/>
                  <a:pt x="20" y="236"/>
                </a:cubicBezTo>
                <a:cubicBezTo>
                  <a:pt x="236" y="236"/>
                  <a:pt x="236" y="236"/>
                  <a:pt x="236" y="236"/>
                </a:cubicBezTo>
                <a:cubicBezTo>
                  <a:pt x="247" y="236"/>
                  <a:pt x="256" y="227"/>
                  <a:pt x="256" y="216"/>
                </a:cubicBezTo>
                <a:cubicBezTo>
                  <a:pt x="256" y="20"/>
                  <a:pt x="256" y="20"/>
                  <a:pt x="256" y="20"/>
                </a:cubicBezTo>
                <a:cubicBezTo>
                  <a:pt x="256" y="9"/>
                  <a:pt x="247" y="0"/>
                  <a:pt x="236" y="0"/>
                </a:cubicBezTo>
                <a:close/>
                <a:moveTo>
                  <a:pt x="248" y="216"/>
                </a:moveTo>
                <a:cubicBezTo>
                  <a:pt x="248" y="223"/>
                  <a:pt x="243" y="228"/>
                  <a:pt x="236" y="228"/>
                </a:cubicBezTo>
                <a:cubicBezTo>
                  <a:pt x="20" y="228"/>
                  <a:pt x="20" y="228"/>
                  <a:pt x="20" y="228"/>
                </a:cubicBezTo>
                <a:cubicBezTo>
                  <a:pt x="13" y="228"/>
                  <a:pt x="8" y="223"/>
                  <a:pt x="8" y="216"/>
                </a:cubicBezTo>
                <a:cubicBezTo>
                  <a:pt x="8" y="56"/>
                  <a:pt x="8" y="56"/>
                  <a:pt x="8" y="56"/>
                </a:cubicBezTo>
                <a:cubicBezTo>
                  <a:pt x="248" y="56"/>
                  <a:pt x="248" y="56"/>
                  <a:pt x="248" y="56"/>
                </a:cubicBezTo>
                <a:lnTo>
                  <a:pt x="248" y="216"/>
                </a:ln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115" y="167"/>
                </a:moveTo>
                <a:cubicBezTo>
                  <a:pt x="116" y="165"/>
                  <a:pt x="116" y="163"/>
                  <a:pt x="115" y="161"/>
                </a:cubicBezTo>
                <a:cubicBezTo>
                  <a:pt x="113" y="160"/>
                  <a:pt x="111" y="160"/>
                  <a:pt x="109" y="161"/>
                </a:cubicBezTo>
                <a:cubicBezTo>
                  <a:pt x="101" y="169"/>
                  <a:pt x="101" y="169"/>
                  <a:pt x="101" y="169"/>
                </a:cubicBezTo>
                <a:cubicBezTo>
                  <a:pt x="101" y="170"/>
                  <a:pt x="101" y="170"/>
                  <a:pt x="100" y="170"/>
                </a:cubicBezTo>
                <a:cubicBezTo>
                  <a:pt x="100" y="170"/>
                  <a:pt x="100" y="171"/>
                  <a:pt x="100" y="171"/>
                </a:cubicBezTo>
                <a:cubicBezTo>
                  <a:pt x="100" y="171"/>
                  <a:pt x="100" y="171"/>
                  <a:pt x="100" y="172"/>
                </a:cubicBezTo>
                <a:cubicBezTo>
                  <a:pt x="100" y="172"/>
                  <a:pt x="100" y="172"/>
                  <a:pt x="100" y="172"/>
                </a:cubicBezTo>
                <a:cubicBezTo>
                  <a:pt x="100" y="173"/>
                  <a:pt x="100" y="173"/>
                  <a:pt x="100" y="173"/>
                </a:cubicBezTo>
                <a:cubicBezTo>
                  <a:pt x="100" y="173"/>
                  <a:pt x="100" y="173"/>
                  <a:pt x="100" y="174"/>
                </a:cubicBezTo>
                <a:cubicBezTo>
                  <a:pt x="100" y="174"/>
                  <a:pt x="100" y="174"/>
                  <a:pt x="100" y="174"/>
                </a:cubicBezTo>
                <a:cubicBezTo>
                  <a:pt x="100" y="174"/>
                  <a:pt x="101" y="174"/>
                  <a:pt x="101" y="175"/>
                </a:cubicBezTo>
                <a:cubicBezTo>
                  <a:pt x="101" y="175"/>
                  <a:pt x="101" y="175"/>
                  <a:pt x="101" y="175"/>
                </a:cubicBezTo>
                <a:cubicBezTo>
                  <a:pt x="109" y="183"/>
                  <a:pt x="109" y="183"/>
                  <a:pt x="109" y="183"/>
                </a:cubicBezTo>
                <a:cubicBezTo>
                  <a:pt x="110" y="184"/>
                  <a:pt x="111" y="184"/>
                  <a:pt x="112" y="184"/>
                </a:cubicBezTo>
                <a:cubicBezTo>
                  <a:pt x="113" y="184"/>
                  <a:pt x="114" y="184"/>
                  <a:pt x="115" y="183"/>
                </a:cubicBezTo>
                <a:cubicBezTo>
                  <a:pt x="116" y="181"/>
                  <a:pt x="116" y="179"/>
                  <a:pt x="115" y="177"/>
                </a:cubicBezTo>
                <a:cubicBezTo>
                  <a:pt x="114" y="176"/>
                  <a:pt x="114" y="176"/>
                  <a:pt x="114" y="176"/>
                </a:cubicBezTo>
                <a:cubicBezTo>
                  <a:pt x="194" y="176"/>
                  <a:pt x="194" y="176"/>
                  <a:pt x="194" y="176"/>
                </a:cubicBezTo>
                <a:cubicBezTo>
                  <a:pt x="193" y="177"/>
                  <a:pt x="193" y="177"/>
                  <a:pt x="193" y="177"/>
                </a:cubicBezTo>
                <a:cubicBezTo>
                  <a:pt x="192" y="179"/>
                  <a:pt x="192" y="181"/>
                  <a:pt x="193" y="183"/>
                </a:cubicBezTo>
                <a:cubicBezTo>
                  <a:pt x="194" y="184"/>
                  <a:pt x="195" y="184"/>
                  <a:pt x="196" y="184"/>
                </a:cubicBezTo>
                <a:cubicBezTo>
                  <a:pt x="197" y="184"/>
                  <a:pt x="198" y="184"/>
                  <a:pt x="199" y="183"/>
                </a:cubicBezTo>
                <a:cubicBezTo>
                  <a:pt x="207" y="175"/>
                  <a:pt x="207" y="175"/>
                  <a:pt x="207" y="175"/>
                </a:cubicBezTo>
                <a:cubicBezTo>
                  <a:pt x="207" y="174"/>
                  <a:pt x="207" y="174"/>
                  <a:pt x="208" y="174"/>
                </a:cubicBezTo>
                <a:cubicBezTo>
                  <a:pt x="208" y="173"/>
                  <a:pt x="208" y="171"/>
                  <a:pt x="208" y="170"/>
                </a:cubicBezTo>
                <a:cubicBezTo>
                  <a:pt x="207" y="170"/>
                  <a:pt x="207" y="170"/>
                  <a:pt x="207" y="169"/>
                </a:cubicBezTo>
                <a:cubicBezTo>
                  <a:pt x="199" y="161"/>
                  <a:pt x="199" y="161"/>
                  <a:pt x="199" y="161"/>
                </a:cubicBezTo>
                <a:cubicBezTo>
                  <a:pt x="197" y="160"/>
                  <a:pt x="195" y="160"/>
                  <a:pt x="193" y="161"/>
                </a:cubicBezTo>
                <a:cubicBezTo>
                  <a:pt x="192" y="163"/>
                  <a:pt x="192" y="165"/>
                  <a:pt x="193" y="167"/>
                </a:cubicBezTo>
                <a:cubicBezTo>
                  <a:pt x="194" y="168"/>
                  <a:pt x="194" y="168"/>
                  <a:pt x="194" y="168"/>
                </a:cubicBezTo>
                <a:cubicBezTo>
                  <a:pt x="114" y="168"/>
                  <a:pt x="114" y="168"/>
                  <a:pt x="114" y="168"/>
                </a:cubicBezTo>
                <a:lnTo>
                  <a:pt x="115" y="167"/>
                </a:lnTo>
                <a:close/>
                <a:moveTo>
                  <a:pt x="204" y="128"/>
                </a:moveTo>
                <a:cubicBezTo>
                  <a:pt x="192" y="128"/>
                  <a:pt x="192" y="128"/>
                  <a:pt x="192" y="128"/>
                </a:cubicBezTo>
                <a:cubicBezTo>
                  <a:pt x="190" y="128"/>
                  <a:pt x="188" y="130"/>
                  <a:pt x="188" y="132"/>
                </a:cubicBezTo>
                <a:cubicBezTo>
                  <a:pt x="188" y="134"/>
                  <a:pt x="190" y="136"/>
                  <a:pt x="192" y="136"/>
                </a:cubicBezTo>
                <a:cubicBezTo>
                  <a:pt x="204" y="136"/>
                  <a:pt x="204" y="136"/>
                  <a:pt x="204" y="136"/>
                </a:cubicBezTo>
                <a:cubicBezTo>
                  <a:pt x="206" y="136"/>
                  <a:pt x="208" y="134"/>
                  <a:pt x="208" y="132"/>
                </a:cubicBezTo>
                <a:cubicBezTo>
                  <a:pt x="208" y="130"/>
                  <a:pt x="206" y="128"/>
                  <a:pt x="204" y="128"/>
                </a:cubicBezTo>
                <a:close/>
                <a:moveTo>
                  <a:pt x="228" y="148"/>
                </a:moveTo>
                <a:cubicBezTo>
                  <a:pt x="226" y="148"/>
                  <a:pt x="224" y="150"/>
                  <a:pt x="224" y="152"/>
                </a:cubicBezTo>
                <a:cubicBezTo>
                  <a:pt x="224" y="164"/>
                  <a:pt x="224" y="164"/>
                  <a:pt x="224" y="164"/>
                </a:cubicBezTo>
                <a:cubicBezTo>
                  <a:pt x="224" y="166"/>
                  <a:pt x="226" y="168"/>
                  <a:pt x="228" y="168"/>
                </a:cubicBezTo>
                <a:cubicBezTo>
                  <a:pt x="230" y="168"/>
                  <a:pt x="232" y="166"/>
                  <a:pt x="232" y="164"/>
                </a:cubicBezTo>
                <a:cubicBezTo>
                  <a:pt x="232" y="152"/>
                  <a:pt x="232" y="152"/>
                  <a:pt x="232" y="152"/>
                </a:cubicBezTo>
                <a:cubicBezTo>
                  <a:pt x="232" y="150"/>
                  <a:pt x="230" y="148"/>
                  <a:pt x="228" y="148"/>
                </a:cubicBezTo>
                <a:close/>
                <a:moveTo>
                  <a:pt x="228" y="176"/>
                </a:moveTo>
                <a:cubicBezTo>
                  <a:pt x="226" y="176"/>
                  <a:pt x="224" y="178"/>
                  <a:pt x="224" y="180"/>
                </a:cubicBezTo>
                <a:cubicBezTo>
                  <a:pt x="224" y="192"/>
                  <a:pt x="224" y="192"/>
                  <a:pt x="224" y="192"/>
                </a:cubicBezTo>
                <a:cubicBezTo>
                  <a:pt x="224" y="194"/>
                  <a:pt x="226" y="196"/>
                  <a:pt x="228" y="196"/>
                </a:cubicBezTo>
                <a:cubicBezTo>
                  <a:pt x="230" y="196"/>
                  <a:pt x="232" y="194"/>
                  <a:pt x="232" y="192"/>
                </a:cubicBezTo>
                <a:cubicBezTo>
                  <a:pt x="232" y="180"/>
                  <a:pt x="232" y="180"/>
                  <a:pt x="232" y="180"/>
                </a:cubicBezTo>
                <a:cubicBezTo>
                  <a:pt x="232" y="178"/>
                  <a:pt x="230" y="176"/>
                  <a:pt x="228" y="176"/>
                </a:cubicBezTo>
                <a:close/>
                <a:moveTo>
                  <a:pt x="80" y="168"/>
                </a:moveTo>
                <a:cubicBezTo>
                  <a:pt x="82" y="168"/>
                  <a:pt x="84" y="166"/>
                  <a:pt x="84" y="164"/>
                </a:cubicBezTo>
                <a:cubicBezTo>
                  <a:pt x="84" y="152"/>
                  <a:pt x="84" y="152"/>
                  <a:pt x="84" y="152"/>
                </a:cubicBezTo>
                <a:cubicBezTo>
                  <a:pt x="84" y="150"/>
                  <a:pt x="82" y="148"/>
                  <a:pt x="80" y="148"/>
                </a:cubicBezTo>
                <a:cubicBezTo>
                  <a:pt x="78" y="148"/>
                  <a:pt x="76" y="150"/>
                  <a:pt x="76" y="152"/>
                </a:cubicBezTo>
                <a:cubicBezTo>
                  <a:pt x="76" y="164"/>
                  <a:pt x="76" y="164"/>
                  <a:pt x="76" y="164"/>
                </a:cubicBezTo>
                <a:cubicBezTo>
                  <a:pt x="76" y="166"/>
                  <a:pt x="78" y="168"/>
                  <a:pt x="80" y="168"/>
                </a:cubicBezTo>
                <a:close/>
                <a:moveTo>
                  <a:pt x="76" y="192"/>
                </a:moveTo>
                <a:cubicBezTo>
                  <a:pt x="76" y="194"/>
                  <a:pt x="78" y="196"/>
                  <a:pt x="80" y="196"/>
                </a:cubicBezTo>
                <a:cubicBezTo>
                  <a:pt x="82" y="196"/>
                  <a:pt x="84" y="194"/>
                  <a:pt x="84" y="192"/>
                </a:cubicBezTo>
                <a:cubicBezTo>
                  <a:pt x="84" y="180"/>
                  <a:pt x="84" y="180"/>
                  <a:pt x="84" y="180"/>
                </a:cubicBezTo>
                <a:cubicBezTo>
                  <a:pt x="84" y="178"/>
                  <a:pt x="82" y="176"/>
                  <a:pt x="80" y="176"/>
                </a:cubicBezTo>
                <a:cubicBezTo>
                  <a:pt x="78" y="176"/>
                  <a:pt x="76" y="178"/>
                  <a:pt x="76" y="180"/>
                </a:cubicBezTo>
                <a:lnTo>
                  <a:pt x="76" y="192"/>
                </a:lnTo>
                <a:close/>
                <a:moveTo>
                  <a:pt x="228" y="128"/>
                </a:moveTo>
                <a:cubicBezTo>
                  <a:pt x="220" y="128"/>
                  <a:pt x="220" y="128"/>
                  <a:pt x="220" y="128"/>
                </a:cubicBezTo>
                <a:cubicBezTo>
                  <a:pt x="218" y="128"/>
                  <a:pt x="216" y="130"/>
                  <a:pt x="216" y="132"/>
                </a:cubicBezTo>
                <a:cubicBezTo>
                  <a:pt x="216" y="134"/>
                  <a:pt x="218" y="136"/>
                  <a:pt x="220" y="136"/>
                </a:cubicBezTo>
                <a:cubicBezTo>
                  <a:pt x="224" y="136"/>
                  <a:pt x="224" y="136"/>
                  <a:pt x="224" y="136"/>
                </a:cubicBezTo>
                <a:cubicBezTo>
                  <a:pt x="224" y="140"/>
                  <a:pt x="224" y="140"/>
                  <a:pt x="224" y="140"/>
                </a:cubicBezTo>
                <a:cubicBezTo>
                  <a:pt x="224" y="142"/>
                  <a:pt x="226" y="144"/>
                  <a:pt x="228" y="144"/>
                </a:cubicBezTo>
                <a:cubicBezTo>
                  <a:pt x="230" y="144"/>
                  <a:pt x="232" y="142"/>
                  <a:pt x="232" y="140"/>
                </a:cubicBezTo>
                <a:cubicBezTo>
                  <a:pt x="232" y="132"/>
                  <a:pt x="232" y="132"/>
                  <a:pt x="232" y="132"/>
                </a:cubicBezTo>
                <a:cubicBezTo>
                  <a:pt x="232" y="130"/>
                  <a:pt x="230" y="128"/>
                  <a:pt x="228" y="128"/>
                </a:cubicBezTo>
                <a:close/>
                <a:moveTo>
                  <a:pt x="176" y="136"/>
                </a:moveTo>
                <a:cubicBezTo>
                  <a:pt x="178" y="136"/>
                  <a:pt x="180" y="134"/>
                  <a:pt x="180" y="132"/>
                </a:cubicBezTo>
                <a:cubicBezTo>
                  <a:pt x="180" y="130"/>
                  <a:pt x="178" y="128"/>
                  <a:pt x="176" y="128"/>
                </a:cubicBezTo>
                <a:cubicBezTo>
                  <a:pt x="164" y="128"/>
                  <a:pt x="164" y="128"/>
                  <a:pt x="164" y="128"/>
                </a:cubicBezTo>
                <a:cubicBezTo>
                  <a:pt x="162" y="128"/>
                  <a:pt x="160" y="130"/>
                  <a:pt x="160" y="132"/>
                </a:cubicBezTo>
                <a:cubicBezTo>
                  <a:pt x="160" y="134"/>
                  <a:pt x="162" y="136"/>
                  <a:pt x="164" y="136"/>
                </a:cubicBezTo>
                <a:lnTo>
                  <a:pt x="176" y="136"/>
                </a:lnTo>
                <a:close/>
                <a:moveTo>
                  <a:pt x="144" y="136"/>
                </a:moveTo>
                <a:cubicBezTo>
                  <a:pt x="146" y="136"/>
                  <a:pt x="148" y="134"/>
                  <a:pt x="148" y="132"/>
                </a:cubicBezTo>
                <a:cubicBezTo>
                  <a:pt x="148" y="130"/>
                  <a:pt x="146" y="128"/>
                  <a:pt x="144" y="128"/>
                </a:cubicBezTo>
                <a:cubicBezTo>
                  <a:pt x="132" y="128"/>
                  <a:pt x="132" y="128"/>
                  <a:pt x="132" y="128"/>
                </a:cubicBezTo>
                <a:cubicBezTo>
                  <a:pt x="130" y="128"/>
                  <a:pt x="128" y="130"/>
                  <a:pt x="128" y="132"/>
                </a:cubicBezTo>
                <a:cubicBezTo>
                  <a:pt x="128" y="134"/>
                  <a:pt x="130" y="136"/>
                  <a:pt x="132" y="136"/>
                </a:cubicBezTo>
                <a:lnTo>
                  <a:pt x="144" y="136"/>
                </a:lnTo>
                <a:close/>
                <a:moveTo>
                  <a:pt x="116" y="128"/>
                </a:moveTo>
                <a:cubicBezTo>
                  <a:pt x="104" y="128"/>
                  <a:pt x="104" y="128"/>
                  <a:pt x="104" y="128"/>
                </a:cubicBezTo>
                <a:cubicBezTo>
                  <a:pt x="102" y="128"/>
                  <a:pt x="100" y="130"/>
                  <a:pt x="100" y="132"/>
                </a:cubicBezTo>
                <a:cubicBezTo>
                  <a:pt x="100" y="134"/>
                  <a:pt x="102" y="136"/>
                  <a:pt x="104" y="136"/>
                </a:cubicBezTo>
                <a:cubicBezTo>
                  <a:pt x="116" y="136"/>
                  <a:pt x="116" y="136"/>
                  <a:pt x="116" y="136"/>
                </a:cubicBezTo>
                <a:cubicBezTo>
                  <a:pt x="118" y="136"/>
                  <a:pt x="120" y="134"/>
                  <a:pt x="120" y="132"/>
                </a:cubicBezTo>
                <a:cubicBezTo>
                  <a:pt x="120" y="130"/>
                  <a:pt x="118" y="128"/>
                  <a:pt x="116" y="128"/>
                </a:cubicBezTo>
                <a:close/>
                <a:moveTo>
                  <a:pt x="88" y="128"/>
                </a:moveTo>
                <a:cubicBezTo>
                  <a:pt x="80" y="128"/>
                  <a:pt x="80" y="128"/>
                  <a:pt x="80" y="128"/>
                </a:cubicBezTo>
                <a:cubicBezTo>
                  <a:pt x="78" y="128"/>
                  <a:pt x="76" y="130"/>
                  <a:pt x="76" y="132"/>
                </a:cubicBezTo>
                <a:cubicBezTo>
                  <a:pt x="76" y="140"/>
                  <a:pt x="76" y="140"/>
                  <a:pt x="76" y="140"/>
                </a:cubicBezTo>
                <a:cubicBezTo>
                  <a:pt x="76" y="142"/>
                  <a:pt x="78" y="144"/>
                  <a:pt x="80" y="144"/>
                </a:cubicBezTo>
                <a:cubicBezTo>
                  <a:pt x="82" y="144"/>
                  <a:pt x="84" y="142"/>
                  <a:pt x="84" y="140"/>
                </a:cubicBezTo>
                <a:cubicBezTo>
                  <a:pt x="84" y="136"/>
                  <a:pt x="84" y="136"/>
                  <a:pt x="84" y="136"/>
                </a:cubicBezTo>
                <a:cubicBezTo>
                  <a:pt x="88" y="136"/>
                  <a:pt x="88" y="136"/>
                  <a:pt x="88" y="136"/>
                </a:cubicBezTo>
                <a:cubicBezTo>
                  <a:pt x="90" y="136"/>
                  <a:pt x="92" y="134"/>
                  <a:pt x="92" y="132"/>
                </a:cubicBezTo>
                <a:cubicBezTo>
                  <a:pt x="92" y="130"/>
                  <a:pt x="90" y="128"/>
                  <a:pt x="88" y="128"/>
                </a:cubicBezTo>
                <a:close/>
                <a:moveTo>
                  <a:pt x="204" y="208"/>
                </a:moveTo>
                <a:cubicBezTo>
                  <a:pt x="192" y="208"/>
                  <a:pt x="192" y="208"/>
                  <a:pt x="192" y="208"/>
                </a:cubicBezTo>
                <a:cubicBezTo>
                  <a:pt x="190" y="208"/>
                  <a:pt x="188" y="210"/>
                  <a:pt x="188" y="212"/>
                </a:cubicBezTo>
                <a:cubicBezTo>
                  <a:pt x="188" y="214"/>
                  <a:pt x="190" y="216"/>
                  <a:pt x="192" y="216"/>
                </a:cubicBezTo>
                <a:cubicBezTo>
                  <a:pt x="204" y="216"/>
                  <a:pt x="204" y="216"/>
                  <a:pt x="204" y="216"/>
                </a:cubicBezTo>
                <a:cubicBezTo>
                  <a:pt x="206" y="216"/>
                  <a:pt x="208" y="214"/>
                  <a:pt x="208" y="212"/>
                </a:cubicBezTo>
                <a:cubicBezTo>
                  <a:pt x="208" y="210"/>
                  <a:pt x="206" y="208"/>
                  <a:pt x="204" y="208"/>
                </a:cubicBezTo>
                <a:close/>
                <a:moveTo>
                  <a:pt x="228" y="200"/>
                </a:moveTo>
                <a:cubicBezTo>
                  <a:pt x="226" y="200"/>
                  <a:pt x="224" y="202"/>
                  <a:pt x="224" y="204"/>
                </a:cubicBezTo>
                <a:cubicBezTo>
                  <a:pt x="224" y="208"/>
                  <a:pt x="224" y="208"/>
                  <a:pt x="224" y="208"/>
                </a:cubicBezTo>
                <a:cubicBezTo>
                  <a:pt x="220" y="208"/>
                  <a:pt x="220" y="208"/>
                  <a:pt x="220" y="208"/>
                </a:cubicBezTo>
                <a:cubicBezTo>
                  <a:pt x="218" y="208"/>
                  <a:pt x="216" y="210"/>
                  <a:pt x="216" y="212"/>
                </a:cubicBezTo>
                <a:cubicBezTo>
                  <a:pt x="216" y="214"/>
                  <a:pt x="218" y="216"/>
                  <a:pt x="220" y="216"/>
                </a:cubicBezTo>
                <a:cubicBezTo>
                  <a:pt x="228" y="216"/>
                  <a:pt x="228" y="216"/>
                  <a:pt x="228" y="216"/>
                </a:cubicBezTo>
                <a:cubicBezTo>
                  <a:pt x="230" y="216"/>
                  <a:pt x="232" y="214"/>
                  <a:pt x="232" y="212"/>
                </a:cubicBezTo>
                <a:cubicBezTo>
                  <a:pt x="232" y="204"/>
                  <a:pt x="232" y="204"/>
                  <a:pt x="232" y="204"/>
                </a:cubicBezTo>
                <a:cubicBezTo>
                  <a:pt x="232" y="202"/>
                  <a:pt x="230" y="200"/>
                  <a:pt x="228" y="200"/>
                </a:cubicBezTo>
                <a:close/>
                <a:moveTo>
                  <a:pt x="176" y="208"/>
                </a:moveTo>
                <a:cubicBezTo>
                  <a:pt x="164" y="208"/>
                  <a:pt x="164" y="208"/>
                  <a:pt x="164" y="208"/>
                </a:cubicBezTo>
                <a:cubicBezTo>
                  <a:pt x="162" y="208"/>
                  <a:pt x="160" y="210"/>
                  <a:pt x="160" y="212"/>
                </a:cubicBezTo>
                <a:cubicBezTo>
                  <a:pt x="160" y="214"/>
                  <a:pt x="162" y="216"/>
                  <a:pt x="164" y="216"/>
                </a:cubicBezTo>
                <a:cubicBezTo>
                  <a:pt x="176" y="216"/>
                  <a:pt x="176" y="216"/>
                  <a:pt x="176" y="216"/>
                </a:cubicBezTo>
                <a:cubicBezTo>
                  <a:pt x="178" y="216"/>
                  <a:pt x="180" y="214"/>
                  <a:pt x="180" y="212"/>
                </a:cubicBezTo>
                <a:cubicBezTo>
                  <a:pt x="180" y="210"/>
                  <a:pt x="178" y="208"/>
                  <a:pt x="176" y="208"/>
                </a:cubicBezTo>
                <a:close/>
                <a:moveTo>
                  <a:pt x="144" y="208"/>
                </a:moveTo>
                <a:cubicBezTo>
                  <a:pt x="132" y="208"/>
                  <a:pt x="132" y="208"/>
                  <a:pt x="132" y="208"/>
                </a:cubicBezTo>
                <a:cubicBezTo>
                  <a:pt x="130" y="208"/>
                  <a:pt x="128" y="210"/>
                  <a:pt x="128" y="212"/>
                </a:cubicBezTo>
                <a:cubicBezTo>
                  <a:pt x="128" y="214"/>
                  <a:pt x="130" y="216"/>
                  <a:pt x="132" y="216"/>
                </a:cubicBezTo>
                <a:cubicBezTo>
                  <a:pt x="144" y="216"/>
                  <a:pt x="144" y="216"/>
                  <a:pt x="144" y="216"/>
                </a:cubicBezTo>
                <a:cubicBezTo>
                  <a:pt x="146" y="216"/>
                  <a:pt x="148" y="214"/>
                  <a:pt x="148" y="212"/>
                </a:cubicBezTo>
                <a:cubicBezTo>
                  <a:pt x="148" y="210"/>
                  <a:pt x="146" y="208"/>
                  <a:pt x="144" y="208"/>
                </a:cubicBezTo>
                <a:close/>
                <a:moveTo>
                  <a:pt x="116" y="208"/>
                </a:moveTo>
                <a:cubicBezTo>
                  <a:pt x="104" y="208"/>
                  <a:pt x="104" y="208"/>
                  <a:pt x="104" y="208"/>
                </a:cubicBezTo>
                <a:cubicBezTo>
                  <a:pt x="102" y="208"/>
                  <a:pt x="100" y="210"/>
                  <a:pt x="100" y="212"/>
                </a:cubicBezTo>
                <a:cubicBezTo>
                  <a:pt x="100" y="214"/>
                  <a:pt x="102" y="216"/>
                  <a:pt x="104" y="216"/>
                </a:cubicBezTo>
                <a:cubicBezTo>
                  <a:pt x="116" y="216"/>
                  <a:pt x="116" y="216"/>
                  <a:pt x="116" y="216"/>
                </a:cubicBezTo>
                <a:cubicBezTo>
                  <a:pt x="118" y="216"/>
                  <a:pt x="120" y="214"/>
                  <a:pt x="120" y="212"/>
                </a:cubicBezTo>
                <a:cubicBezTo>
                  <a:pt x="120" y="210"/>
                  <a:pt x="118" y="208"/>
                  <a:pt x="116" y="208"/>
                </a:cubicBezTo>
                <a:close/>
                <a:moveTo>
                  <a:pt x="88" y="208"/>
                </a:moveTo>
                <a:cubicBezTo>
                  <a:pt x="84" y="208"/>
                  <a:pt x="84" y="208"/>
                  <a:pt x="84" y="208"/>
                </a:cubicBezTo>
                <a:cubicBezTo>
                  <a:pt x="84" y="204"/>
                  <a:pt x="84" y="204"/>
                  <a:pt x="84" y="204"/>
                </a:cubicBezTo>
                <a:cubicBezTo>
                  <a:pt x="84" y="202"/>
                  <a:pt x="82" y="200"/>
                  <a:pt x="80" y="200"/>
                </a:cubicBezTo>
                <a:cubicBezTo>
                  <a:pt x="78" y="200"/>
                  <a:pt x="76" y="202"/>
                  <a:pt x="76" y="204"/>
                </a:cubicBezTo>
                <a:cubicBezTo>
                  <a:pt x="76" y="212"/>
                  <a:pt x="76" y="212"/>
                  <a:pt x="76" y="212"/>
                </a:cubicBezTo>
                <a:cubicBezTo>
                  <a:pt x="76" y="214"/>
                  <a:pt x="78" y="216"/>
                  <a:pt x="80" y="216"/>
                </a:cubicBezTo>
                <a:cubicBezTo>
                  <a:pt x="88" y="216"/>
                  <a:pt x="88" y="216"/>
                  <a:pt x="88" y="216"/>
                </a:cubicBezTo>
                <a:cubicBezTo>
                  <a:pt x="90" y="216"/>
                  <a:pt x="92" y="214"/>
                  <a:pt x="92" y="212"/>
                </a:cubicBezTo>
                <a:cubicBezTo>
                  <a:pt x="92" y="210"/>
                  <a:pt x="90" y="208"/>
                  <a:pt x="88" y="20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98" name="Freeform 290">
            <a:extLst>
              <a:ext uri="{FF2B5EF4-FFF2-40B4-BE49-F238E27FC236}">
                <a16:creationId xmlns:a16="http://schemas.microsoft.com/office/drawing/2014/main" id="{1240B09E-0251-41D8-B116-BD39350364A8}"/>
              </a:ext>
            </a:extLst>
          </p:cNvPr>
          <p:cNvSpPr>
            <a:spLocks noChangeAspect="1" noEditPoints="1"/>
          </p:cNvSpPr>
          <p:nvPr/>
        </p:nvSpPr>
        <p:spPr bwMode="auto">
          <a:xfrm>
            <a:off x="2508380" y="5300664"/>
            <a:ext cx="400050" cy="400050"/>
          </a:xfrm>
          <a:custGeom>
            <a:avLst/>
            <a:gdLst>
              <a:gd name="T0" fmla="*/ 228 w 256"/>
              <a:gd name="T1" fmla="*/ 104 h 256"/>
              <a:gd name="T2" fmla="*/ 232 w 256"/>
              <a:gd name="T3" fmla="*/ 76 h 256"/>
              <a:gd name="T4" fmla="*/ 84 w 256"/>
              <a:gd name="T5" fmla="*/ 72 h 256"/>
              <a:gd name="T6" fmla="*/ 80 w 256"/>
              <a:gd name="T7" fmla="*/ 100 h 256"/>
              <a:gd name="T8" fmla="*/ 88 w 256"/>
              <a:gd name="T9" fmla="*/ 80 h 256"/>
              <a:gd name="T10" fmla="*/ 224 w 256"/>
              <a:gd name="T11" fmla="*/ 96 h 256"/>
              <a:gd name="T12" fmla="*/ 88 w 256"/>
              <a:gd name="T13" fmla="*/ 80 h 256"/>
              <a:gd name="T14" fmla="*/ 224 w 256"/>
              <a:gd name="T15" fmla="*/ 128 h 256"/>
              <a:gd name="T16" fmla="*/ 232 w 256"/>
              <a:gd name="T17" fmla="*/ 176 h 256"/>
              <a:gd name="T18" fmla="*/ 228 w 256"/>
              <a:gd name="T19" fmla="*/ 120 h 256"/>
              <a:gd name="T20" fmla="*/ 80 w 256"/>
              <a:gd name="T21" fmla="*/ 124 h 256"/>
              <a:gd name="T22" fmla="*/ 84 w 256"/>
              <a:gd name="T23" fmla="*/ 184 h 256"/>
              <a:gd name="T24" fmla="*/ 144 w 256"/>
              <a:gd name="T25" fmla="*/ 176 h 256"/>
              <a:gd name="T26" fmla="*/ 88 w 256"/>
              <a:gd name="T27" fmla="*/ 128 h 256"/>
              <a:gd name="T28" fmla="*/ 28 w 256"/>
              <a:gd name="T29" fmla="*/ 72 h 256"/>
              <a:gd name="T30" fmla="*/ 28 w 256"/>
              <a:gd name="T31" fmla="*/ 80 h 256"/>
              <a:gd name="T32" fmla="*/ 64 w 256"/>
              <a:gd name="T33" fmla="*/ 76 h 256"/>
              <a:gd name="T34" fmla="*/ 60 w 256"/>
              <a:gd name="T35" fmla="*/ 120 h 256"/>
              <a:gd name="T36" fmla="*/ 24 w 256"/>
              <a:gd name="T37" fmla="*/ 124 h 256"/>
              <a:gd name="T38" fmla="*/ 60 w 256"/>
              <a:gd name="T39" fmla="*/ 128 h 256"/>
              <a:gd name="T40" fmla="*/ 60 w 256"/>
              <a:gd name="T41" fmla="*/ 120 h 256"/>
              <a:gd name="T42" fmla="*/ 229 w 256"/>
              <a:gd name="T43" fmla="*/ 196 h 256"/>
              <a:gd name="T44" fmla="*/ 230 w 256"/>
              <a:gd name="T45" fmla="*/ 189 h 256"/>
              <a:gd name="T46" fmla="*/ 154 w 256"/>
              <a:gd name="T47" fmla="*/ 140 h 256"/>
              <a:gd name="T48" fmla="*/ 152 w 256"/>
              <a:gd name="T49" fmla="*/ 232 h 256"/>
              <a:gd name="T50" fmla="*/ 159 w 256"/>
              <a:gd name="T51" fmla="*/ 235 h 256"/>
              <a:gd name="T52" fmla="*/ 201 w 256"/>
              <a:gd name="T53" fmla="*/ 254 h 256"/>
              <a:gd name="T54" fmla="*/ 206 w 256"/>
              <a:gd name="T55" fmla="*/ 255 h 256"/>
              <a:gd name="T56" fmla="*/ 227 w 256"/>
              <a:gd name="T57" fmla="*/ 238 h 256"/>
              <a:gd name="T58" fmla="*/ 205 w 256"/>
              <a:gd name="T59" fmla="*/ 247 h 256"/>
              <a:gd name="T60" fmla="*/ 181 w 256"/>
              <a:gd name="T61" fmla="*/ 208 h 256"/>
              <a:gd name="T62" fmla="*/ 177 w 256"/>
              <a:gd name="T63" fmla="*/ 209 h 256"/>
              <a:gd name="T64" fmla="*/ 160 w 256"/>
              <a:gd name="T65" fmla="*/ 151 h 256"/>
              <a:gd name="T66" fmla="*/ 199 w 256"/>
              <a:gd name="T67" fmla="*/ 196 h 256"/>
              <a:gd name="T68" fmla="*/ 197 w 256"/>
              <a:gd name="T69" fmla="*/ 202 h 256"/>
              <a:gd name="T70" fmla="*/ 205 w 256"/>
              <a:gd name="T71" fmla="*/ 247 h 256"/>
              <a:gd name="T72" fmla="*/ 80 w 256"/>
              <a:gd name="T73" fmla="*/ 28 h 256"/>
              <a:gd name="T74" fmla="*/ 96 w 256"/>
              <a:gd name="T75" fmla="*/ 28 h 256"/>
              <a:gd name="T76" fmla="*/ 32 w 256"/>
              <a:gd name="T77" fmla="*/ 20 h 256"/>
              <a:gd name="T78" fmla="*/ 32 w 256"/>
              <a:gd name="T79" fmla="*/ 36 h 256"/>
              <a:gd name="T80" fmla="*/ 32 w 256"/>
              <a:gd name="T81" fmla="*/ 20 h 256"/>
              <a:gd name="T82" fmla="*/ 20 w 256"/>
              <a:gd name="T83" fmla="*/ 0 h 256"/>
              <a:gd name="T84" fmla="*/ 0 w 256"/>
              <a:gd name="T85" fmla="*/ 196 h 256"/>
              <a:gd name="T86" fmla="*/ 144 w 256"/>
              <a:gd name="T87" fmla="*/ 216 h 256"/>
              <a:gd name="T88" fmla="*/ 20 w 256"/>
              <a:gd name="T89" fmla="*/ 208 h 256"/>
              <a:gd name="T90" fmla="*/ 8 w 256"/>
              <a:gd name="T91" fmla="*/ 56 h 256"/>
              <a:gd name="T92" fmla="*/ 248 w 256"/>
              <a:gd name="T93" fmla="*/ 196 h 256"/>
              <a:gd name="T94" fmla="*/ 224 w 256"/>
              <a:gd name="T95" fmla="*/ 208 h 256"/>
              <a:gd name="T96" fmla="*/ 236 w 256"/>
              <a:gd name="T97" fmla="*/ 216 h 256"/>
              <a:gd name="T98" fmla="*/ 256 w 256"/>
              <a:gd name="T99" fmla="*/ 20 h 256"/>
              <a:gd name="T100" fmla="*/ 248 w 256"/>
              <a:gd name="T101" fmla="*/ 48 h 256"/>
              <a:gd name="T102" fmla="*/ 8 w 256"/>
              <a:gd name="T103" fmla="*/ 20 h 256"/>
              <a:gd name="T104" fmla="*/ 236 w 256"/>
              <a:gd name="T105" fmla="*/ 8 h 256"/>
              <a:gd name="T106" fmla="*/ 248 w 256"/>
              <a:gd name="T107" fmla="*/ 48 h 256"/>
              <a:gd name="T108" fmla="*/ 52 w 256"/>
              <a:gd name="T109" fmla="*/ 28 h 256"/>
              <a:gd name="T110" fmla="*/ 68 w 256"/>
              <a:gd name="T111" fmla="*/ 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56">
                <a:moveTo>
                  <a:pt x="84" y="104"/>
                </a:moveTo>
                <a:cubicBezTo>
                  <a:pt x="228" y="104"/>
                  <a:pt x="228" y="104"/>
                  <a:pt x="228" y="104"/>
                </a:cubicBezTo>
                <a:cubicBezTo>
                  <a:pt x="230" y="104"/>
                  <a:pt x="232" y="102"/>
                  <a:pt x="232" y="100"/>
                </a:cubicBezTo>
                <a:cubicBezTo>
                  <a:pt x="232" y="76"/>
                  <a:pt x="232" y="76"/>
                  <a:pt x="232" y="76"/>
                </a:cubicBezTo>
                <a:cubicBezTo>
                  <a:pt x="232" y="74"/>
                  <a:pt x="230" y="72"/>
                  <a:pt x="228" y="72"/>
                </a:cubicBezTo>
                <a:cubicBezTo>
                  <a:pt x="84" y="72"/>
                  <a:pt x="84" y="72"/>
                  <a:pt x="84" y="72"/>
                </a:cubicBezTo>
                <a:cubicBezTo>
                  <a:pt x="82" y="72"/>
                  <a:pt x="80" y="74"/>
                  <a:pt x="80" y="76"/>
                </a:cubicBezTo>
                <a:cubicBezTo>
                  <a:pt x="80" y="100"/>
                  <a:pt x="80" y="100"/>
                  <a:pt x="80" y="100"/>
                </a:cubicBezTo>
                <a:cubicBezTo>
                  <a:pt x="80" y="102"/>
                  <a:pt x="82" y="104"/>
                  <a:pt x="84" y="104"/>
                </a:cubicBezTo>
                <a:close/>
                <a:moveTo>
                  <a:pt x="88" y="80"/>
                </a:moveTo>
                <a:cubicBezTo>
                  <a:pt x="224" y="80"/>
                  <a:pt x="224" y="80"/>
                  <a:pt x="224" y="80"/>
                </a:cubicBezTo>
                <a:cubicBezTo>
                  <a:pt x="224" y="96"/>
                  <a:pt x="224" y="96"/>
                  <a:pt x="224" y="96"/>
                </a:cubicBezTo>
                <a:cubicBezTo>
                  <a:pt x="88" y="96"/>
                  <a:pt x="88" y="96"/>
                  <a:pt x="88" y="96"/>
                </a:cubicBezTo>
                <a:lnTo>
                  <a:pt x="88" y="80"/>
                </a:lnTo>
                <a:close/>
                <a:moveTo>
                  <a:pt x="88" y="128"/>
                </a:moveTo>
                <a:cubicBezTo>
                  <a:pt x="224" y="128"/>
                  <a:pt x="224" y="128"/>
                  <a:pt x="224" y="128"/>
                </a:cubicBezTo>
                <a:cubicBezTo>
                  <a:pt x="224" y="176"/>
                  <a:pt x="224" y="176"/>
                  <a:pt x="224" y="176"/>
                </a:cubicBezTo>
                <a:cubicBezTo>
                  <a:pt x="232" y="176"/>
                  <a:pt x="232" y="176"/>
                  <a:pt x="232" y="176"/>
                </a:cubicBezTo>
                <a:cubicBezTo>
                  <a:pt x="232" y="124"/>
                  <a:pt x="232" y="124"/>
                  <a:pt x="232" y="124"/>
                </a:cubicBezTo>
                <a:cubicBezTo>
                  <a:pt x="232" y="122"/>
                  <a:pt x="230" y="120"/>
                  <a:pt x="228" y="120"/>
                </a:cubicBezTo>
                <a:cubicBezTo>
                  <a:pt x="84" y="120"/>
                  <a:pt x="84" y="120"/>
                  <a:pt x="84" y="120"/>
                </a:cubicBezTo>
                <a:cubicBezTo>
                  <a:pt x="82" y="120"/>
                  <a:pt x="80" y="122"/>
                  <a:pt x="80" y="124"/>
                </a:cubicBezTo>
                <a:cubicBezTo>
                  <a:pt x="80" y="180"/>
                  <a:pt x="80" y="180"/>
                  <a:pt x="80" y="180"/>
                </a:cubicBezTo>
                <a:cubicBezTo>
                  <a:pt x="80" y="182"/>
                  <a:pt x="82" y="184"/>
                  <a:pt x="84" y="184"/>
                </a:cubicBezTo>
                <a:cubicBezTo>
                  <a:pt x="144" y="184"/>
                  <a:pt x="144" y="184"/>
                  <a:pt x="144" y="184"/>
                </a:cubicBezTo>
                <a:cubicBezTo>
                  <a:pt x="144" y="176"/>
                  <a:pt x="144" y="176"/>
                  <a:pt x="144" y="176"/>
                </a:cubicBezTo>
                <a:cubicBezTo>
                  <a:pt x="88" y="176"/>
                  <a:pt x="88" y="176"/>
                  <a:pt x="88" y="176"/>
                </a:cubicBezTo>
                <a:lnTo>
                  <a:pt x="88" y="128"/>
                </a:lnTo>
                <a:close/>
                <a:moveTo>
                  <a:pt x="60" y="72"/>
                </a:moveTo>
                <a:cubicBezTo>
                  <a:pt x="28" y="72"/>
                  <a:pt x="28" y="72"/>
                  <a:pt x="28" y="72"/>
                </a:cubicBezTo>
                <a:cubicBezTo>
                  <a:pt x="26" y="72"/>
                  <a:pt x="24" y="74"/>
                  <a:pt x="24" y="76"/>
                </a:cubicBezTo>
                <a:cubicBezTo>
                  <a:pt x="24" y="78"/>
                  <a:pt x="26" y="80"/>
                  <a:pt x="28" y="80"/>
                </a:cubicBezTo>
                <a:cubicBezTo>
                  <a:pt x="60" y="80"/>
                  <a:pt x="60" y="80"/>
                  <a:pt x="60" y="80"/>
                </a:cubicBezTo>
                <a:cubicBezTo>
                  <a:pt x="62" y="80"/>
                  <a:pt x="64" y="78"/>
                  <a:pt x="64" y="76"/>
                </a:cubicBezTo>
                <a:cubicBezTo>
                  <a:pt x="64" y="74"/>
                  <a:pt x="62" y="72"/>
                  <a:pt x="60" y="72"/>
                </a:cubicBezTo>
                <a:close/>
                <a:moveTo>
                  <a:pt x="60" y="120"/>
                </a:moveTo>
                <a:cubicBezTo>
                  <a:pt x="28" y="120"/>
                  <a:pt x="28" y="120"/>
                  <a:pt x="28" y="120"/>
                </a:cubicBezTo>
                <a:cubicBezTo>
                  <a:pt x="26" y="120"/>
                  <a:pt x="24" y="122"/>
                  <a:pt x="24" y="124"/>
                </a:cubicBezTo>
                <a:cubicBezTo>
                  <a:pt x="24" y="126"/>
                  <a:pt x="26" y="128"/>
                  <a:pt x="28" y="128"/>
                </a:cubicBezTo>
                <a:cubicBezTo>
                  <a:pt x="60" y="128"/>
                  <a:pt x="60" y="128"/>
                  <a:pt x="60" y="128"/>
                </a:cubicBezTo>
                <a:cubicBezTo>
                  <a:pt x="62" y="128"/>
                  <a:pt x="64" y="126"/>
                  <a:pt x="64" y="124"/>
                </a:cubicBezTo>
                <a:cubicBezTo>
                  <a:pt x="64" y="122"/>
                  <a:pt x="62" y="120"/>
                  <a:pt x="60" y="120"/>
                </a:cubicBezTo>
                <a:close/>
                <a:moveTo>
                  <a:pt x="206" y="202"/>
                </a:moveTo>
                <a:cubicBezTo>
                  <a:pt x="229" y="196"/>
                  <a:pt x="229" y="196"/>
                  <a:pt x="229" y="196"/>
                </a:cubicBezTo>
                <a:cubicBezTo>
                  <a:pt x="231" y="195"/>
                  <a:pt x="232" y="194"/>
                  <a:pt x="232" y="193"/>
                </a:cubicBezTo>
                <a:cubicBezTo>
                  <a:pt x="232" y="191"/>
                  <a:pt x="232" y="190"/>
                  <a:pt x="230" y="189"/>
                </a:cubicBezTo>
                <a:cubicBezTo>
                  <a:pt x="158" y="141"/>
                  <a:pt x="158" y="141"/>
                  <a:pt x="158" y="141"/>
                </a:cubicBezTo>
                <a:cubicBezTo>
                  <a:pt x="157" y="140"/>
                  <a:pt x="155" y="140"/>
                  <a:pt x="154" y="140"/>
                </a:cubicBezTo>
                <a:cubicBezTo>
                  <a:pt x="153" y="141"/>
                  <a:pt x="152" y="143"/>
                  <a:pt x="152" y="144"/>
                </a:cubicBezTo>
                <a:cubicBezTo>
                  <a:pt x="152" y="232"/>
                  <a:pt x="152" y="232"/>
                  <a:pt x="152" y="232"/>
                </a:cubicBezTo>
                <a:cubicBezTo>
                  <a:pt x="152" y="234"/>
                  <a:pt x="153" y="235"/>
                  <a:pt x="154" y="236"/>
                </a:cubicBezTo>
                <a:cubicBezTo>
                  <a:pt x="156" y="236"/>
                  <a:pt x="157" y="236"/>
                  <a:pt x="159" y="235"/>
                </a:cubicBezTo>
                <a:cubicBezTo>
                  <a:pt x="179" y="218"/>
                  <a:pt x="179" y="218"/>
                  <a:pt x="179" y="218"/>
                </a:cubicBezTo>
                <a:cubicBezTo>
                  <a:pt x="201" y="254"/>
                  <a:pt x="201" y="254"/>
                  <a:pt x="201" y="254"/>
                </a:cubicBezTo>
                <a:cubicBezTo>
                  <a:pt x="201" y="255"/>
                  <a:pt x="203" y="256"/>
                  <a:pt x="204" y="256"/>
                </a:cubicBezTo>
                <a:cubicBezTo>
                  <a:pt x="205" y="256"/>
                  <a:pt x="205" y="256"/>
                  <a:pt x="206" y="255"/>
                </a:cubicBezTo>
                <a:cubicBezTo>
                  <a:pt x="226" y="243"/>
                  <a:pt x="226" y="243"/>
                  <a:pt x="226" y="243"/>
                </a:cubicBezTo>
                <a:cubicBezTo>
                  <a:pt x="228" y="242"/>
                  <a:pt x="229" y="240"/>
                  <a:pt x="227" y="238"/>
                </a:cubicBezTo>
                <a:lnTo>
                  <a:pt x="206" y="202"/>
                </a:lnTo>
                <a:close/>
                <a:moveTo>
                  <a:pt x="205" y="247"/>
                </a:moveTo>
                <a:cubicBezTo>
                  <a:pt x="183" y="210"/>
                  <a:pt x="183" y="210"/>
                  <a:pt x="183" y="210"/>
                </a:cubicBezTo>
                <a:cubicBezTo>
                  <a:pt x="183" y="209"/>
                  <a:pt x="182" y="208"/>
                  <a:pt x="181" y="208"/>
                </a:cubicBezTo>
                <a:cubicBezTo>
                  <a:pt x="180" y="208"/>
                  <a:pt x="180" y="208"/>
                  <a:pt x="180" y="208"/>
                </a:cubicBezTo>
                <a:cubicBezTo>
                  <a:pt x="179" y="208"/>
                  <a:pt x="178" y="208"/>
                  <a:pt x="177" y="209"/>
                </a:cubicBezTo>
                <a:cubicBezTo>
                  <a:pt x="160" y="223"/>
                  <a:pt x="160" y="223"/>
                  <a:pt x="160" y="223"/>
                </a:cubicBezTo>
                <a:cubicBezTo>
                  <a:pt x="160" y="151"/>
                  <a:pt x="160" y="151"/>
                  <a:pt x="160" y="151"/>
                </a:cubicBezTo>
                <a:cubicBezTo>
                  <a:pt x="219" y="191"/>
                  <a:pt x="219" y="191"/>
                  <a:pt x="219" y="191"/>
                </a:cubicBezTo>
                <a:cubicBezTo>
                  <a:pt x="199" y="196"/>
                  <a:pt x="199" y="196"/>
                  <a:pt x="199" y="196"/>
                </a:cubicBezTo>
                <a:cubicBezTo>
                  <a:pt x="198" y="196"/>
                  <a:pt x="197" y="197"/>
                  <a:pt x="196" y="199"/>
                </a:cubicBezTo>
                <a:cubicBezTo>
                  <a:pt x="196" y="200"/>
                  <a:pt x="196" y="201"/>
                  <a:pt x="197" y="202"/>
                </a:cubicBezTo>
                <a:cubicBezTo>
                  <a:pt x="219" y="239"/>
                  <a:pt x="219" y="239"/>
                  <a:pt x="219" y="239"/>
                </a:cubicBezTo>
                <a:lnTo>
                  <a:pt x="205" y="247"/>
                </a:ln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236" y="0"/>
                </a:moveTo>
                <a:cubicBezTo>
                  <a:pt x="20" y="0"/>
                  <a:pt x="20" y="0"/>
                  <a:pt x="20" y="0"/>
                </a:cubicBezTo>
                <a:cubicBezTo>
                  <a:pt x="9" y="0"/>
                  <a:pt x="0" y="9"/>
                  <a:pt x="0" y="20"/>
                </a:cubicBezTo>
                <a:cubicBezTo>
                  <a:pt x="0" y="196"/>
                  <a:pt x="0" y="196"/>
                  <a:pt x="0" y="196"/>
                </a:cubicBezTo>
                <a:cubicBezTo>
                  <a:pt x="0" y="207"/>
                  <a:pt x="9" y="216"/>
                  <a:pt x="20" y="216"/>
                </a:cubicBezTo>
                <a:cubicBezTo>
                  <a:pt x="144" y="216"/>
                  <a:pt x="144" y="216"/>
                  <a:pt x="144" y="216"/>
                </a:cubicBezTo>
                <a:cubicBezTo>
                  <a:pt x="144" y="208"/>
                  <a:pt x="144" y="208"/>
                  <a:pt x="144" y="208"/>
                </a:cubicBezTo>
                <a:cubicBezTo>
                  <a:pt x="20" y="208"/>
                  <a:pt x="20" y="208"/>
                  <a:pt x="20" y="208"/>
                </a:cubicBezTo>
                <a:cubicBezTo>
                  <a:pt x="13" y="208"/>
                  <a:pt x="8" y="203"/>
                  <a:pt x="8" y="196"/>
                </a:cubicBezTo>
                <a:cubicBezTo>
                  <a:pt x="8" y="56"/>
                  <a:pt x="8" y="56"/>
                  <a:pt x="8" y="56"/>
                </a:cubicBezTo>
                <a:cubicBezTo>
                  <a:pt x="248" y="56"/>
                  <a:pt x="248" y="56"/>
                  <a:pt x="248" y="56"/>
                </a:cubicBezTo>
                <a:cubicBezTo>
                  <a:pt x="248" y="196"/>
                  <a:pt x="248" y="196"/>
                  <a:pt x="248" y="196"/>
                </a:cubicBezTo>
                <a:cubicBezTo>
                  <a:pt x="248" y="203"/>
                  <a:pt x="243" y="208"/>
                  <a:pt x="236" y="208"/>
                </a:cubicBezTo>
                <a:cubicBezTo>
                  <a:pt x="224" y="208"/>
                  <a:pt x="224" y="208"/>
                  <a:pt x="224" y="208"/>
                </a:cubicBezTo>
                <a:cubicBezTo>
                  <a:pt x="224" y="216"/>
                  <a:pt x="224" y="216"/>
                  <a:pt x="224" y="216"/>
                </a:cubicBezTo>
                <a:cubicBezTo>
                  <a:pt x="236" y="216"/>
                  <a:pt x="236" y="216"/>
                  <a:pt x="236" y="216"/>
                </a:cubicBezTo>
                <a:cubicBezTo>
                  <a:pt x="247" y="216"/>
                  <a:pt x="256" y="207"/>
                  <a:pt x="256" y="196"/>
                </a:cubicBezTo>
                <a:cubicBezTo>
                  <a:pt x="256" y="20"/>
                  <a:pt x="256" y="20"/>
                  <a:pt x="256" y="20"/>
                </a:cubicBezTo>
                <a:cubicBezTo>
                  <a:pt x="256" y="9"/>
                  <a:pt x="247" y="0"/>
                  <a:pt x="236" y="0"/>
                </a:cubicBez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01" name="Freeform 294">
            <a:extLst>
              <a:ext uri="{FF2B5EF4-FFF2-40B4-BE49-F238E27FC236}">
                <a16:creationId xmlns:a16="http://schemas.microsoft.com/office/drawing/2014/main" id="{765E8BA1-0AA9-46ED-94F1-791A02466145}"/>
              </a:ext>
            </a:extLst>
          </p:cNvPr>
          <p:cNvSpPr>
            <a:spLocks noChangeAspect="1" noEditPoints="1"/>
          </p:cNvSpPr>
          <p:nvPr/>
        </p:nvSpPr>
        <p:spPr bwMode="auto">
          <a:xfrm>
            <a:off x="3476026" y="5335589"/>
            <a:ext cx="400050" cy="330200"/>
          </a:xfrm>
          <a:custGeom>
            <a:avLst/>
            <a:gdLst>
              <a:gd name="T0" fmla="*/ 88 w 256"/>
              <a:gd name="T1" fmla="*/ 36 h 212"/>
              <a:gd name="T2" fmla="*/ 236 w 256"/>
              <a:gd name="T3" fmla="*/ 0 h 212"/>
              <a:gd name="T4" fmla="*/ 0 w 256"/>
              <a:gd name="T5" fmla="*/ 192 h 212"/>
              <a:gd name="T6" fmla="*/ 256 w 256"/>
              <a:gd name="T7" fmla="*/ 192 h 212"/>
              <a:gd name="T8" fmla="*/ 248 w 256"/>
              <a:gd name="T9" fmla="*/ 192 h 212"/>
              <a:gd name="T10" fmla="*/ 8 w 256"/>
              <a:gd name="T11" fmla="*/ 192 h 212"/>
              <a:gd name="T12" fmla="*/ 248 w 256"/>
              <a:gd name="T13" fmla="*/ 192 h 212"/>
              <a:gd name="T14" fmla="*/ 8 w 256"/>
              <a:gd name="T15" fmla="*/ 20 h 212"/>
              <a:gd name="T16" fmla="*/ 248 w 256"/>
              <a:gd name="T17" fmla="*/ 20 h 212"/>
              <a:gd name="T18" fmla="*/ 24 w 256"/>
              <a:gd name="T19" fmla="*/ 28 h 212"/>
              <a:gd name="T20" fmla="*/ 32 w 256"/>
              <a:gd name="T21" fmla="*/ 20 h 212"/>
              <a:gd name="T22" fmla="*/ 60 w 256"/>
              <a:gd name="T23" fmla="*/ 36 h 212"/>
              <a:gd name="T24" fmla="*/ 48 w 256"/>
              <a:gd name="T25" fmla="*/ 120 h 212"/>
              <a:gd name="T26" fmla="*/ 76 w 256"/>
              <a:gd name="T27" fmla="*/ 104 h 212"/>
              <a:gd name="T28" fmla="*/ 124 w 256"/>
              <a:gd name="T29" fmla="*/ 140 h 212"/>
              <a:gd name="T30" fmla="*/ 108 w 256"/>
              <a:gd name="T31" fmla="*/ 168 h 212"/>
              <a:gd name="T32" fmla="*/ 148 w 256"/>
              <a:gd name="T33" fmla="*/ 168 h 212"/>
              <a:gd name="T34" fmla="*/ 180 w 256"/>
              <a:gd name="T35" fmla="*/ 164 h 212"/>
              <a:gd name="T36" fmla="*/ 200 w 256"/>
              <a:gd name="T37" fmla="*/ 140 h 212"/>
              <a:gd name="T38" fmla="*/ 148 w 256"/>
              <a:gd name="T39" fmla="*/ 156 h 212"/>
              <a:gd name="T40" fmla="*/ 132 w 256"/>
              <a:gd name="T41" fmla="*/ 140 h 212"/>
              <a:gd name="T42" fmla="*/ 180 w 256"/>
              <a:gd name="T43" fmla="*/ 104 h 212"/>
              <a:gd name="T44" fmla="*/ 208 w 256"/>
              <a:gd name="T45" fmla="*/ 120 h 212"/>
              <a:gd name="T46" fmla="*/ 208 w 256"/>
              <a:gd name="T47" fmla="*/ 80 h 212"/>
              <a:gd name="T48" fmla="*/ 180 w 256"/>
              <a:gd name="T49" fmla="*/ 96 h 212"/>
              <a:gd name="T50" fmla="*/ 125 w 256"/>
              <a:gd name="T51" fmla="*/ 79 h 212"/>
              <a:gd name="T52" fmla="*/ 76 w 256"/>
              <a:gd name="T53" fmla="*/ 92 h 212"/>
              <a:gd name="T54" fmla="*/ 36 w 256"/>
              <a:gd name="T55" fmla="*/ 92 h 212"/>
              <a:gd name="T56" fmla="*/ 200 w 256"/>
              <a:gd name="T57" fmla="*/ 148 h 212"/>
              <a:gd name="T58" fmla="*/ 188 w 256"/>
              <a:gd name="T59" fmla="*/ 160 h 212"/>
              <a:gd name="T60" fmla="*/ 192 w 256"/>
              <a:gd name="T61" fmla="*/ 88 h 212"/>
              <a:gd name="T62" fmla="*/ 212 w 256"/>
              <a:gd name="T63" fmla="*/ 108 h 212"/>
              <a:gd name="T64" fmla="*/ 188 w 256"/>
              <a:gd name="T65" fmla="*/ 108 h 212"/>
              <a:gd name="T66" fmla="*/ 140 w 256"/>
              <a:gd name="T67" fmla="*/ 152 h 212"/>
              <a:gd name="T68" fmla="*/ 120 w 256"/>
              <a:gd name="T69" fmla="*/ 172 h 212"/>
              <a:gd name="T70" fmla="*/ 120 w 256"/>
              <a:gd name="T71" fmla="*/ 148 h 212"/>
              <a:gd name="T72" fmla="*/ 128 w 256"/>
              <a:gd name="T73" fmla="*/ 88 h 212"/>
              <a:gd name="T74" fmla="*/ 140 w 256"/>
              <a:gd name="T75" fmla="*/ 100 h 212"/>
              <a:gd name="T76" fmla="*/ 127 w 256"/>
              <a:gd name="T77" fmla="*/ 112 h 212"/>
              <a:gd name="T78" fmla="*/ 116 w 256"/>
              <a:gd name="T79" fmla="*/ 100 h 212"/>
              <a:gd name="T80" fmla="*/ 64 w 256"/>
              <a:gd name="T81" fmla="*/ 88 h 212"/>
              <a:gd name="T82" fmla="*/ 64 w 256"/>
              <a:gd name="T83" fmla="*/ 112 h 212"/>
              <a:gd name="T84" fmla="*/ 44 w 256"/>
              <a:gd name="T85" fmla="*/ 92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12">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236" y="0"/>
                </a:moveTo>
                <a:cubicBezTo>
                  <a:pt x="20" y="0"/>
                  <a:pt x="20" y="0"/>
                  <a:pt x="20" y="0"/>
                </a:cubicBezTo>
                <a:cubicBezTo>
                  <a:pt x="9" y="0"/>
                  <a:pt x="0" y="9"/>
                  <a:pt x="0" y="20"/>
                </a:cubicBezTo>
                <a:cubicBezTo>
                  <a:pt x="0" y="192"/>
                  <a:pt x="0" y="192"/>
                  <a:pt x="0" y="192"/>
                </a:cubicBezTo>
                <a:cubicBezTo>
                  <a:pt x="0" y="203"/>
                  <a:pt x="9" y="212"/>
                  <a:pt x="20" y="212"/>
                </a:cubicBezTo>
                <a:cubicBezTo>
                  <a:pt x="236" y="212"/>
                  <a:pt x="236" y="212"/>
                  <a:pt x="236" y="212"/>
                </a:cubicBezTo>
                <a:cubicBezTo>
                  <a:pt x="247" y="212"/>
                  <a:pt x="256" y="203"/>
                  <a:pt x="256" y="192"/>
                </a:cubicBezTo>
                <a:cubicBezTo>
                  <a:pt x="256" y="20"/>
                  <a:pt x="256" y="20"/>
                  <a:pt x="256" y="20"/>
                </a:cubicBezTo>
                <a:cubicBezTo>
                  <a:pt x="256" y="9"/>
                  <a:pt x="247" y="0"/>
                  <a:pt x="236" y="0"/>
                </a:cubicBezTo>
                <a:close/>
                <a:moveTo>
                  <a:pt x="248" y="192"/>
                </a:moveTo>
                <a:cubicBezTo>
                  <a:pt x="248" y="199"/>
                  <a:pt x="243" y="204"/>
                  <a:pt x="236" y="204"/>
                </a:cubicBezTo>
                <a:cubicBezTo>
                  <a:pt x="20" y="204"/>
                  <a:pt x="20" y="204"/>
                  <a:pt x="20" y="204"/>
                </a:cubicBezTo>
                <a:cubicBezTo>
                  <a:pt x="13" y="204"/>
                  <a:pt x="8" y="199"/>
                  <a:pt x="8" y="192"/>
                </a:cubicBezTo>
                <a:cubicBezTo>
                  <a:pt x="8" y="56"/>
                  <a:pt x="8" y="56"/>
                  <a:pt x="8" y="56"/>
                </a:cubicBezTo>
                <a:cubicBezTo>
                  <a:pt x="248" y="56"/>
                  <a:pt x="248" y="56"/>
                  <a:pt x="248" y="56"/>
                </a:cubicBezTo>
                <a:lnTo>
                  <a:pt x="248" y="192"/>
                </a:ln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48" y="120"/>
                </a:moveTo>
                <a:cubicBezTo>
                  <a:pt x="64" y="120"/>
                  <a:pt x="64" y="120"/>
                  <a:pt x="64" y="120"/>
                </a:cubicBezTo>
                <a:cubicBezTo>
                  <a:pt x="70" y="120"/>
                  <a:pt x="76" y="115"/>
                  <a:pt x="76" y="108"/>
                </a:cubicBezTo>
                <a:cubicBezTo>
                  <a:pt x="76" y="104"/>
                  <a:pt x="76" y="104"/>
                  <a:pt x="76" y="104"/>
                </a:cubicBezTo>
                <a:cubicBezTo>
                  <a:pt x="108" y="104"/>
                  <a:pt x="108" y="104"/>
                  <a:pt x="108" y="104"/>
                </a:cubicBezTo>
                <a:cubicBezTo>
                  <a:pt x="124" y="120"/>
                  <a:pt x="124" y="120"/>
                  <a:pt x="124" y="120"/>
                </a:cubicBezTo>
                <a:cubicBezTo>
                  <a:pt x="124" y="140"/>
                  <a:pt x="124" y="140"/>
                  <a:pt x="124" y="140"/>
                </a:cubicBezTo>
                <a:cubicBezTo>
                  <a:pt x="120" y="140"/>
                  <a:pt x="120" y="140"/>
                  <a:pt x="120" y="140"/>
                </a:cubicBezTo>
                <a:cubicBezTo>
                  <a:pt x="113" y="140"/>
                  <a:pt x="108" y="145"/>
                  <a:pt x="108" y="152"/>
                </a:cubicBezTo>
                <a:cubicBezTo>
                  <a:pt x="108" y="168"/>
                  <a:pt x="108" y="168"/>
                  <a:pt x="108" y="168"/>
                </a:cubicBezTo>
                <a:cubicBezTo>
                  <a:pt x="108" y="175"/>
                  <a:pt x="113" y="180"/>
                  <a:pt x="120" y="180"/>
                </a:cubicBezTo>
                <a:cubicBezTo>
                  <a:pt x="136" y="180"/>
                  <a:pt x="136" y="180"/>
                  <a:pt x="136" y="180"/>
                </a:cubicBezTo>
                <a:cubicBezTo>
                  <a:pt x="142" y="180"/>
                  <a:pt x="148" y="175"/>
                  <a:pt x="148" y="168"/>
                </a:cubicBezTo>
                <a:cubicBezTo>
                  <a:pt x="148" y="164"/>
                  <a:pt x="148" y="164"/>
                  <a:pt x="148" y="164"/>
                </a:cubicBezTo>
                <a:cubicBezTo>
                  <a:pt x="180" y="164"/>
                  <a:pt x="180" y="164"/>
                  <a:pt x="180" y="164"/>
                </a:cubicBezTo>
                <a:cubicBezTo>
                  <a:pt x="180" y="164"/>
                  <a:pt x="180" y="164"/>
                  <a:pt x="180" y="164"/>
                </a:cubicBezTo>
                <a:cubicBezTo>
                  <a:pt x="182" y="173"/>
                  <a:pt x="190" y="180"/>
                  <a:pt x="200" y="180"/>
                </a:cubicBezTo>
                <a:cubicBezTo>
                  <a:pt x="211" y="180"/>
                  <a:pt x="220" y="171"/>
                  <a:pt x="220" y="160"/>
                </a:cubicBezTo>
                <a:cubicBezTo>
                  <a:pt x="220" y="149"/>
                  <a:pt x="211" y="140"/>
                  <a:pt x="200" y="140"/>
                </a:cubicBezTo>
                <a:cubicBezTo>
                  <a:pt x="190" y="140"/>
                  <a:pt x="182" y="147"/>
                  <a:pt x="180" y="156"/>
                </a:cubicBezTo>
                <a:cubicBezTo>
                  <a:pt x="180" y="156"/>
                  <a:pt x="180" y="156"/>
                  <a:pt x="180" y="156"/>
                </a:cubicBezTo>
                <a:cubicBezTo>
                  <a:pt x="148" y="156"/>
                  <a:pt x="148" y="156"/>
                  <a:pt x="148" y="156"/>
                </a:cubicBezTo>
                <a:cubicBezTo>
                  <a:pt x="148" y="152"/>
                  <a:pt x="148" y="152"/>
                  <a:pt x="148" y="152"/>
                </a:cubicBezTo>
                <a:cubicBezTo>
                  <a:pt x="148" y="145"/>
                  <a:pt x="142" y="140"/>
                  <a:pt x="136" y="140"/>
                </a:cubicBezTo>
                <a:cubicBezTo>
                  <a:pt x="132" y="140"/>
                  <a:pt x="132" y="140"/>
                  <a:pt x="132" y="140"/>
                </a:cubicBezTo>
                <a:cubicBezTo>
                  <a:pt x="132" y="120"/>
                  <a:pt x="132" y="120"/>
                  <a:pt x="132" y="120"/>
                </a:cubicBezTo>
                <a:cubicBezTo>
                  <a:pt x="147" y="104"/>
                  <a:pt x="147" y="104"/>
                  <a:pt x="147" y="104"/>
                </a:cubicBezTo>
                <a:cubicBezTo>
                  <a:pt x="180" y="104"/>
                  <a:pt x="180" y="104"/>
                  <a:pt x="180" y="104"/>
                </a:cubicBezTo>
                <a:cubicBezTo>
                  <a:pt x="180" y="108"/>
                  <a:pt x="180" y="108"/>
                  <a:pt x="180" y="108"/>
                </a:cubicBezTo>
                <a:cubicBezTo>
                  <a:pt x="180" y="115"/>
                  <a:pt x="185" y="120"/>
                  <a:pt x="192" y="120"/>
                </a:cubicBezTo>
                <a:cubicBezTo>
                  <a:pt x="208" y="120"/>
                  <a:pt x="208" y="120"/>
                  <a:pt x="208" y="120"/>
                </a:cubicBezTo>
                <a:cubicBezTo>
                  <a:pt x="214" y="120"/>
                  <a:pt x="220" y="115"/>
                  <a:pt x="220" y="108"/>
                </a:cubicBezTo>
                <a:cubicBezTo>
                  <a:pt x="220" y="92"/>
                  <a:pt x="220" y="92"/>
                  <a:pt x="220" y="92"/>
                </a:cubicBezTo>
                <a:cubicBezTo>
                  <a:pt x="220" y="85"/>
                  <a:pt x="214" y="80"/>
                  <a:pt x="208" y="80"/>
                </a:cubicBezTo>
                <a:cubicBezTo>
                  <a:pt x="192" y="80"/>
                  <a:pt x="192" y="80"/>
                  <a:pt x="192" y="80"/>
                </a:cubicBezTo>
                <a:cubicBezTo>
                  <a:pt x="185" y="80"/>
                  <a:pt x="180" y="85"/>
                  <a:pt x="180" y="92"/>
                </a:cubicBezTo>
                <a:cubicBezTo>
                  <a:pt x="180" y="96"/>
                  <a:pt x="180" y="96"/>
                  <a:pt x="180" y="96"/>
                </a:cubicBezTo>
                <a:cubicBezTo>
                  <a:pt x="147" y="96"/>
                  <a:pt x="147" y="96"/>
                  <a:pt x="147" y="96"/>
                </a:cubicBezTo>
                <a:cubicBezTo>
                  <a:pt x="131" y="79"/>
                  <a:pt x="131" y="79"/>
                  <a:pt x="131" y="79"/>
                </a:cubicBezTo>
                <a:cubicBezTo>
                  <a:pt x="129" y="78"/>
                  <a:pt x="126" y="78"/>
                  <a:pt x="125" y="79"/>
                </a:cubicBezTo>
                <a:cubicBezTo>
                  <a:pt x="108" y="96"/>
                  <a:pt x="108" y="96"/>
                  <a:pt x="108" y="96"/>
                </a:cubicBezTo>
                <a:cubicBezTo>
                  <a:pt x="76" y="96"/>
                  <a:pt x="76" y="96"/>
                  <a:pt x="76" y="96"/>
                </a:cubicBezTo>
                <a:cubicBezTo>
                  <a:pt x="76" y="92"/>
                  <a:pt x="76" y="92"/>
                  <a:pt x="76" y="92"/>
                </a:cubicBezTo>
                <a:cubicBezTo>
                  <a:pt x="76" y="85"/>
                  <a:pt x="70" y="80"/>
                  <a:pt x="64" y="80"/>
                </a:cubicBezTo>
                <a:cubicBezTo>
                  <a:pt x="48" y="80"/>
                  <a:pt x="48" y="80"/>
                  <a:pt x="48" y="80"/>
                </a:cubicBezTo>
                <a:cubicBezTo>
                  <a:pt x="41" y="80"/>
                  <a:pt x="36" y="85"/>
                  <a:pt x="36" y="92"/>
                </a:cubicBezTo>
                <a:cubicBezTo>
                  <a:pt x="36" y="108"/>
                  <a:pt x="36" y="108"/>
                  <a:pt x="36" y="108"/>
                </a:cubicBezTo>
                <a:cubicBezTo>
                  <a:pt x="36" y="115"/>
                  <a:pt x="41" y="120"/>
                  <a:pt x="48" y="120"/>
                </a:cubicBezTo>
                <a:close/>
                <a:moveTo>
                  <a:pt x="200" y="148"/>
                </a:moveTo>
                <a:cubicBezTo>
                  <a:pt x="206" y="148"/>
                  <a:pt x="212" y="153"/>
                  <a:pt x="212" y="160"/>
                </a:cubicBezTo>
                <a:cubicBezTo>
                  <a:pt x="212" y="167"/>
                  <a:pt x="206" y="172"/>
                  <a:pt x="200" y="172"/>
                </a:cubicBezTo>
                <a:cubicBezTo>
                  <a:pt x="193" y="172"/>
                  <a:pt x="188" y="167"/>
                  <a:pt x="188" y="160"/>
                </a:cubicBezTo>
                <a:cubicBezTo>
                  <a:pt x="188" y="153"/>
                  <a:pt x="193" y="148"/>
                  <a:pt x="200" y="148"/>
                </a:cubicBezTo>
                <a:close/>
                <a:moveTo>
                  <a:pt x="188" y="92"/>
                </a:moveTo>
                <a:cubicBezTo>
                  <a:pt x="188" y="90"/>
                  <a:pt x="189" y="88"/>
                  <a:pt x="192" y="88"/>
                </a:cubicBezTo>
                <a:cubicBezTo>
                  <a:pt x="208" y="88"/>
                  <a:pt x="208" y="88"/>
                  <a:pt x="208" y="88"/>
                </a:cubicBezTo>
                <a:cubicBezTo>
                  <a:pt x="210" y="88"/>
                  <a:pt x="212" y="90"/>
                  <a:pt x="212" y="92"/>
                </a:cubicBezTo>
                <a:cubicBezTo>
                  <a:pt x="212" y="108"/>
                  <a:pt x="212" y="108"/>
                  <a:pt x="212" y="108"/>
                </a:cubicBezTo>
                <a:cubicBezTo>
                  <a:pt x="212" y="110"/>
                  <a:pt x="210" y="112"/>
                  <a:pt x="208" y="112"/>
                </a:cubicBezTo>
                <a:cubicBezTo>
                  <a:pt x="192" y="112"/>
                  <a:pt x="192" y="112"/>
                  <a:pt x="192" y="112"/>
                </a:cubicBezTo>
                <a:cubicBezTo>
                  <a:pt x="189" y="112"/>
                  <a:pt x="188" y="110"/>
                  <a:pt x="188" y="108"/>
                </a:cubicBezTo>
                <a:lnTo>
                  <a:pt x="188" y="92"/>
                </a:lnTo>
                <a:close/>
                <a:moveTo>
                  <a:pt x="136" y="148"/>
                </a:moveTo>
                <a:cubicBezTo>
                  <a:pt x="138" y="148"/>
                  <a:pt x="140" y="150"/>
                  <a:pt x="140" y="152"/>
                </a:cubicBezTo>
                <a:cubicBezTo>
                  <a:pt x="140" y="168"/>
                  <a:pt x="140" y="168"/>
                  <a:pt x="140" y="168"/>
                </a:cubicBezTo>
                <a:cubicBezTo>
                  <a:pt x="140" y="170"/>
                  <a:pt x="138" y="172"/>
                  <a:pt x="136" y="172"/>
                </a:cubicBezTo>
                <a:cubicBezTo>
                  <a:pt x="120" y="172"/>
                  <a:pt x="120" y="172"/>
                  <a:pt x="120" y="172"/>
                </a:cubicBezTo>
                <a:cubicBezTo>
                  <a:pt x="117" y="172"/>
                  <a:pt x="116" y="170"/>
                  <a:pt x="116" y="168"/>
                </a:cubicBezTo>
                <a:cubicBezTo>
                  <a:pt x="116" y="152"/>
                  <a:pt x="116" y="152"/>
                  <a:pt x="116" y="152"/>
                </a:cubicBezTo>
                <a:cubicBezTo>
                  <a:pt x="116" y="150"/>
                  <a:pt x="117" y="148"/>
                  <a:pt x="120" y="148"/>
                </a:cubicBezTo>
                <a:lnTo>
                  <a:pt x="136" y="148"/>
                </a:lnTo>
                <a:close/>
                <a:moveTo>
                  <a:pt x="116" y="100"/>
                </a:moveTo>
                <a:cubicBezTo>
                  <a:pt x="128" y="88"/>
                  <a:pt x="128" y="88"/>
                  <a:pt x="128" y="88"/>
                </a:cubicBezTo>
                <a:cubicBezTo>
                  <a:pt x="140" y="100"/>
                  <a:pt x="140" y="100"/>
                  <a:pt x="140" y="100"/>
                </a:cubicBezTo>
                <a:cubicBezTo>
                  <a:pt x="140" y="100"/>
                  <a:pt x="140" y="100"/>
                  <a:pt x="140" y="100"/>
                </a:cubicBezTo>
                <a:cubicBezTo>
                  <a:pt x="140" y="100"/>
                  <a:pt x="140" y="100"/>
                  <a:pt x="140" y="100"/>
                </a:cubicBezTo>
                <a:cubicBezTo>
                  <a:pt x="128" y="112"/>
                  <a:pt x="128" y="112"/>
                  <a:pt x="128" y="112"/>
                </a:cubicBezTo>
                <a:cubicBezTo>
                  <a:pt x="128" y="112"/>
                  <a:pt x="128" y="112"/>
                  <a:pt x="128" y="112"/>
                </a:cubicBezTo>
                <a:cubicBezTo>
                  <a:pt x="128" y="112"/>
                  <a:pt x="128" y="112"/>
                  <a:pt x="127" y="112"/>
                </a:cubicBezTo>
                <a:cubicBezTo>
                  <a:pt x="116" y="100"/>
                  <a:pt x="116" y="100"/>
                  <a:pt x="116" y="100"/>
                </a:cubicBezTo>
                <a:cubicBezTo>
                  <a:pt x="116" y="100"/>
                  <a:pt x="116" y="100"/>
                  <a:pt x="116" y="100"/>
                </a:cubicBezTo>
                <a:cubicBezTo>
                  <a:pt x="116" y="100"/>
                  <a:pt x="116" y="100"/>
                  <a:pt x="116" y="100"/>
                </a:cubicBezTo>
                <a:close/>
                <a:moveTo>
                  <a:pt x="44" y="92"/>
                </a:moveTo>
                <a:cubicBezTo>
                  <a:pt x="44" y="90"/>
                  <a:pt x="45" y="88"/>
                  <a:pt x="48" y="88"/>
                </a:cubicBezTo>
                <a:cubicBezTo>
                  <a:pt x="64" y="88"/>
                  <a:pt x="64" y="88"/>
                  <a:pt x="64" y="88"/>
                </a:cubicBezTo>
                <a:cubicBezTo>
                  <a:pt x="66" y="88"/>
                  <a:pt x="68" y="90"/>
                  <a:pt x="68" y="92"/>
                </a:cubicBezTo>
                <a:cubicBezTo>
                  <a:pt x="68" y="108"/>
                  <a:pt x="68" y="108"/>
                  <a:pt x="68" y="108"/>
                </a:cubicBezTo>
                <a:cubicBezTo>
                  <a:pt x="68" y="110"/>
                  <a:pt x="66" y="112"/>
                  <a:pt x="64" y="112"/>
                </a:cubicBezTo>
                <a:cubicBezTo>
                  <a:pt x="48" y="112"/>
                  <a:pt x="48" y="112"/>
                  <a:pt x="48" y="112"/>
                </a:cubicBezTo>
                <a:cubicBezTo>
                  <a:pt x="45" y="112"/>
                  <a:pt x="44" y="110"/>
                  <a:pt x="44" y="108"/>
                </a:cubicBezTo>
                <a:lnTo>
                  <a:pt x="44" y="9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04" name="Freeform 298">
            <a:extLst>
              <a:ext uri="{FF2B5EF4-FFF2-40B4-BE49-F238E27FC236}">
                <a16:creationId xmlns:a16="http://schemas.microsoft.com/office/drawing/2014/main" id="{5C64A047-748C-4153-94DC-118E759B09E7}"/>
              </a:ext>
            </a:extLst>
          </p:cNvPr>
          <p:cNvSpPr>
            <a:spLocks noChangeAspect="1" noEditPoints="1"/>
          </p:cNvSpPr>
          <p:nvPr/>
        </p:nvSpPr>
        <p:spPr bwMode="auto">
          <a:xfrm>
            <a:off x="4443672" y="5307014"/>
            <a:ext cx="400050" cy="387350"/>
          </a:xfrm>
          <a:custGeom>
            <a:avLst/>
            <a:gdLst>
              <a:gd name="T0" fmla="*/ 72 w 256"/>
              <a:gd name="T1" fmla="*/ 136 h 248"/>
              <a:gd name="T2" fmla="*/ 88 w 256"/>
              <a:gd name="T3" fmla="*/ 144 h 248"/>
              <a:gd name="T4" fmla="*/ 60 w 256"/>
              <a:gd name="T5" fmla="*/ 136 h 248"/>
              <a:gd name="T6" fmla="*/ 44 w 256"/>
              <a:gd name="T7" fmla="*/ 144 h 248"/>
              <a:gd name="T8" fmla="*/ 60 w 256"/>
              <a:gd name="T9" fmla="*/ 136 h 248"/>
              <a:gd name="T10" fmla="*/ 168 w 256"/>
              <a:gd name="T11" fmla="*/ 136 h 248"/>
              <a:gd name="T12" fmla="*/ 212 w 256"/>
              <a:gd name="T13" fmla="*/ 144 h 248"/>
              <a:gd name="T14" fmla="*/ 248 w 256"/>
              <a:gd name="T15" fmla="*/ 80 h 248"/>
              <a:gd name="T16" fmla="*/ 256 w 256"/>
              <a:gd name="T17" fmla="*/ 8 h 248"/>
              <a:gd name="T18" fmla="*/ 8 w 256"/>
              <a:gd name="T19" fmla="*/ 0 h 248"/>
              <a:gd name="T20" fmla="*/ 0 w 256"/>
              <a:gd name="T21" fmla="*/ 72 h 248"/>
              <a:gd name="T22" fmla="*/ 24 w 256"/>
              <a:gd name="T23" fmla="*/ 80 h 248"/>
              <a:gd name="T24" fmla="*/ 8 w 256"/>
              <a:gd name="T25" fmla="*/ 96 h 248"/>
              <a:gd name="T26" fmla="*/ 0 w 256"/>
              <a:gd name="T27" fmla="*/ 176 h 248"/>
              <a:gd name="T28" fmla="*/ 124 w 256"/>
              <a:gd name="T29" fmla="*/ 184 h 248"/>
              <a:gd name="T30" fmla="*/ 104 w 256"/>
              <a:gd name="T31" fmla="*/ 220 h 248"/>
              <a:gd name="T32" fmla="*/ 0 w 256"/>
              <a:gd name="T33" fmla="*/ 228 h 248"/>
              <a:gd name="T34" fmla="*/ 128 w 256"/>
              <a:gd name="T35" fmla="*/ 248 h 248"/>
              <a:gd name="T36" fmla="*/ 256 w 256"/>
              <a:gd name="T37" fmla="*/ 228 h 248"/>
              <a:gd name="T38" fmla="*/ 152 w 256"/>
              <a:gd name="T39" fmla="*/ 220 h 248"/>
              <a:gd name="T40" fmla="*/ 132 w 256"/>
              <a:gd name="T41" fmla="*/ 184 h 248"/>
              <a:gd name="T42" fmla="*/ 256 w 256"/>
              <a:gd name="T43" fmla="*/ 176 h 248"/>
              <a:gd name="T44" fmla="*/ 248 w 256"/>
              <a:gd name="T45" fmla="*/ 96 h 248"/>
              <a:gd name="T46" fmla="*/ 232 w 256"/>
              <a:gd name="T47" fmla="*/ 80 h 248"/>
              <a:gd name="T48" fmla="*/ 144 w 256"/>
              <a:gd name="T49" fmla="*/ 224 h 248"/>
              <a:gd name="T50" fmla="*/ 112 w 256"/>
              <a:gd name="T51" fmla="*/ 224 h 248"/>
              <a:gd name="T52" fmla="*/ 144 w 256"/>
              <a:gd name="T53" fmla="*/ 224 h 248"/>
              <a:gd name="T54" fmla="*/ 248 w 256"/>
              <a:gd name="T55" fmla="*/ 176 h 248"/>
              <a:gd name="T56" fmla="*/ 8 w 256"/>
              <a:gd name="T57" fmla="*/ 104 h 248"/>
              <a:gd name="T58" fmla="*/ 32 w 256"/>
              <a:gd name="T59" fmla="*/ 96 h 248"/>
              <a:gd name="T60" fmla="*/ 224 w 256"/>
              <a:gd name="T61" fmla="*/ 80 h 248"/>
              <a:gd name="T62" fmla="*/ 32 w 256"/>
              <a:gd name="T63" fmla="*/ 96 h 248"/>
              <a:gd name="T64" fmla="*/ 8 w 256"/>
              <a:gd name="T65" fmla="*/ 8 h 248"/>
              <a:gd name="T66" fmla="*/ 248 w 256"/>
              <a:gd name="T67" fmla="*/ 72 h 248"/>
              <a:gd name="T68" fmla="*/ 72 w 256"/>
              <a:gd name="T69" fmla="*/ 44 h 248"/>
              <a:gd name="T70" fmla="*/ 88 w 256"/>
              <a:gd name="T71" fmla="*/ 36 h 248"/>
              <a:gd name="T72" fmla="*/ 72 w 256"/>
              <a:gd name="T73" fmla="*/ 44 h 248"/>
              <a:gd name="T74" fmla="*/ 212 w 256"/>
              <a:gd name="T75" fmla="*/ 44 h 248"/>
              <a:gd name="T76" fmla="*/ 168 w 256"/>
              <a:gd name="T77" fmla="*/ 36 h 248"/>
              <a:gd name="T78" fmla="*/ 44 w 256"/>
              <a:gd name="T79" fmla="*/ 44 h 248"/>
              <a:gd name="T80" fmla="*/ 60 w 256"/>
              <a:gd name="T81" fmla="*/ 36 h 248"/>
              <a:gd name="T82" fmla="*/ 44 w 256"/>
              <a:gd name="T83" fmla="*/ 44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248">
                <a:moveTo>
                  <a:pt x="88" y="136"/>
                </a:moveTo>
                <a:cubicBezTo>
                  <a:pt x="72" y="136"/>
                  <a:pt x="72" y="136"/>
                  <a:pt x="72" y="136"/>
                </a:cubicBezTo>
                <a:cubicBezTo>
                  <a:pt x="72" y="144"/>
                  <a:pt x="72" y="144"/>
                  <a:pt x="72" y="144"/>
                </a:cubicBezTo>
                <a:cubicBezTo>
                  <a:pt x="88" y="144"/>
                  <a:pt x="88" y="144"/>
                  <a:pt x="88" y="144"/>
                </a:cubicBezTo>
                <a:lnTo>
                  <a:pt x="88" y="136"/>
                </a:lnTo>
                <a:close/>
                <a:moveTo>
                  <a:pt x="60" y="136"/>
                </a:moveTo>
                <a:cubicBezTo>
                  <a:pt x="44" y="136"/>
                  <a:pt x="44" y="136"/>
                  <a:pt x="44" y="136"/>
                </a:cubicBezTo>
                <a:cubicBezTo>
                  <a:pt x="44" y="144"/>
                  <a:pt x="44" y="144"/>
                  <a:pt x="44" y="144"/>
                </a:cubicBezTo>
                <a:cubicBezTo>
                  <a:pt x="60" y="144"/>
                  <a:pt x="60" y="144"/>
                  <a:pt x="60" y="144"/>
                </a:cubicBezTo>
                <a:lnTo>
                  <a:pt x="60" y="136"/>
                </a:lnTo>
                <a:close/>
                <a:moveTo>
                  <a:pt x="212" y="136"/>
                </a:moveTo>
                <a:cubicBezTo>
                  <a:pt x="168" y="136"/>
                  <a:pt x="168" y="136"/>
                  <a:pt x="168" y="136"/>
                </a:cubicBezTo>
                <a:cubicBezTo>
                  <a:pt x="168" y="144"/>
                  <a:pt x="168" y="144"/>
                  <a:pt x="168" y="144"/>
                </a:cubicBezTo>
                <a:cubicBezTo>
                  <a:pt x="212" y="144"/>
                  <a:pt x="212" y="144"/>
                  <a:pt x="212" y="144"/>
                </a:cubicBezTo>
                <a:lnTo>
                  <a:pt x="212" y="136"/>
                </a:lnTo>
                <a:close/>
                <a:moveTo>
                  <a:pt x="248" y="80"/>
                </a:moveTo>
                <a:cubicBezTo>
                  <a:pt x="252" y="80"/>
                  <a:pt x="256" y="76"/>
                  <a:pt x="256" y="72"/>
                </a:cubicBezTo>
                <a:cubicBezTo>
                  <a:pt x="256" y="8"/>
                  <a:pt x="256" y="8"/>
                  <a:pt x="256" y="8"/>
                </a:cubicBezTo>
                <a:cubicBezTo>
                  <a:pt x="256" y="4"/>
                  <a:pt x="252" y="0"/>
                  <a:pt x="248" y="0"/>
                </a:cubicBezTo>
                <a:cubicBezTo>
                  <a:pt x="8" y="0"/>
                  <a:pt x="8" y="0"/>
                  <a:pt x="8" y="0"/>
                </a:cubicBezTo>
                <a:cubicBezTo>
                  <a:pt x="4" y="0"/>
                  <a:pt x="0" y="4"/>
                  <a:pt x="0" y="8"/>
                </a:cubicBezTo>
                <a:cubicBezTo>
                  <a:pt x="0" y="72"/>
                  <a:pt x="0" y="72"/>
                  <a:pt x="0" y="72"/>
                </a:cubicBezTo>
                <a:cubicBezTo>
                  <a:pt x="0" y="76"/>
                  <a:pt x="4" y="80"/>
                  <a:pt x="8" y="80"/>
                </a:cubicBezTo>
                <a:cubicBezTo>
                  <a:pt x="24" y="80"/>
                  <a:pt x="24" y="80"/>
                  <a:pt x="24" y="80"/>
                </a:cubicBezTo>
                <a:cubicBezTo>
                  <a:pt x="24" y="96"/>
                  <a:pt x="24" y="96"/>
                  <a:pt x="24" y="96"/>
                </a:cubicBezTo>
                <a:cubicBezTo>
                  <a:pt x="8" y="96"/>
                  <a:pt x="8" y="96"/>
                  <a:pt x="8" y="96"/>
                </a:cubicBezTo>
                <a:cubicBezTo>
                  <a:pt x="4" y="96"/>
                  <a:pt x="0" y="100"/>
                  <a:pt x="0" y="104"/>
                </a:cubicBezTo>
                <a:cubicBezTo>
                  <a:pt x="0" y="176"/>
                  <a:pt x="0" y="176"/>
                  <a:pt x="0" y="176"/>
                </a:cubicBezTo>
                <a:cubicBezTo>
                  <a:pt x="0" y="180"/>
                  <a:pt x="4" y="184"/>
                  <a:pt x="8" y="184"/>
                </a:cubicBezTo>
                <a:cubicBezTo>
                  <a:pt x="124" y="184"/>
                  <a:pt x="124" y="184"/>
                  <a:pt x="124" y="184"/>
                </a:cubicBezTo>
                <a:cubicBezTo>
                  <a:pt x="124" y="200"/>
                  <a:pt x="124" y="200"/>
                  <a:pt x="124" y="200"/>
                </a:cubicBezTo>
                <a:cubicBezTo>
                  <a:pt x="114" y="202"/>
                  <a:pt x="106" y="210"/>
                  <a:pt x="104" y="220"/>
                </a:cubicBezTo>
                <a:cubicBezTo>
                  <a:pt x="0" y="220"/>
                  <a:pt x="0" y="220"/>
                  <a:pt x="0" y="220"/>
                </a:cubicBezTo>
                <a:cubicBezTo>
                  <a:pt x="0" y="228"/>
                  <a:pt x="0" y="228"/>
                  <a:pt x="0" y="228"/>
                </a:cubicBezTo>
                <a:cubicBezTo>
                  <a:pt x="104" y="228"/>
                  <a:pt x="104" y="228"/>
                  <a:pt x="104" y="228"/>
                </a:cubicBezTo>
                <a:cubicBezTo>
                  <a:pt x="106" y="239"/>
                  <a:pt x="116" y="248"/>
                  <a:pt x="128" y="248"/>
                </a:cubicBezTo>
                <a:cubicBezTo>
                  <a:pt x="140" y="248"/>
                  <a:pt x="150" y="239"/>
                  <a:pt x="152" y="228"/>
                </a:cubicBezTo>
                <a:cubicBezTo>
                  <a:pt x="256" y="228"/>
                  <a:pt x="256" y="228"/>
                  <a:pt x="256" y="228"/>
                </a:cubicBezTo>
                <a:cubicBezTo>
                  <a:pt x="256" y="220"/>
                  <a:pt x="256" y="220"/>
                  <a:pt x="256" y="220"/>
                </a:cubicBezTo>
                <a:cubicBezTo>
                  <a:pt x="152" y="220"/>
                  <a:pt x="152" y="220"/>
                  <a:pt x="152" y="220"/>
                </a:cubicBezTo>
                <a:cubicBezTo>
                  <a:pt x="150" y="210"/>
                  <a:pt x="142" y="202"/>
                  <a:pt x="132" y="200"/>
                </a:cubicBezTo>
                <a:cubicBezTo>
                  <a:pt x="132" y="184"/>
                  <a:pt x="132" y="184"/>
                  <a:pt x="132" y="184"/>
                </a:cubicBezTo>
                <a:cubicBezTo>
                  <a:pt x="248" y="184"/>
                  <a:pt x="248" y="184"/>
                  <a:pt x="248" y="184"/>
                </a:cubicBezTo>
                <a:cubicBezTo>
                  <a:pt x="252" y="184"/>
                  <a:pt x="256" y="180"/>
                  <a:pt x="256" y="176"/>
                </a:cubicBezTo>
                <a:cubicBezTo>
                  <a:pt x="256" y="104"/>
                  <a:pt x="256" y="104"/>
                  <a:pt x="256" y="104"/>
                </a:cubicBezTo>
                <a:cubicBezTo>
                  <a:pt x="256" y="100"/>
                  <a:pt x="252" y="96"/>
                  <a:pt x="248" y="96"/>
                </a:cubicBezTo>
                <a:cubicBezTo>
                  <a:pt x="232" y="96"/>
                  <a:pt x="232" y="96"/>
                  <a:pt x="232" y="96"/>
                </a:cubicBezTo>
                <a:cubicBezTo>
                  <a:pt x="232" y="80"/>
                  <a:pt x="232" y="80"/>
                  <a:pt x="232" y="80"/>
                </a:cubicBezTo>
                <a:lnTo>
                  <a:pt x="248" y="80"/>
                </a:lnTo>
                <a:close/>
                <a:moveTo>
                  <a:pt x="144" y="224"/>
                </a:moveTo>
                <a:cubicBezTo>
                  <a:pt x="144" y="233"/>
                  <a:pt x="137" y="240"/>
                  <a:pt x="128" y="240"/>
                </a:cubicBezTo>
                <a:cubicBezTo>
                  <a:pt x="119" y="240"/>
                  <a:pt x="112" y="233"/>
                  <a:pt x="112" y="224"/>
                </a:cubicBezTo>
                <a:cubicBezTo>
                  <a:pt x="112" y="215"/>
                  <a:pt x="119" y="208"/>
                  <a:pt x="128" y="208"/>
                </a:cubicBezTo>
                <a:cubicBezTo>
                  <a:pt x="137" y="208"/>
                  <a:pt x="144" y="215"/>
                  <a:pt x="144" y="224"/>
                </a:cubicBezTo>
                <a:close/>
                <a:moveTo>
                  <a:pt x="248" y="104"/>
                </a:moveTo>
                <a:cubicBezTo>
                  <a:pt x="248" y="176"/>
                  <a:pt x="248" y="176"/>
                  <a:pt x="248" y="176"/>
                </a:cubicBezTo>
                <a:cubicBezTo>
                  <a:pt x="8" y="176"/>
                  <a:pt x="8" y="176"/>
                  <a:pt x="8" y="176"/>
                </a:cubicBezTo>
                <a:cubicBezTo>
                  <a:pt x="8" y="104"/>
                  <a:pt x="8" y="104"/>
                  <a:pt x="8" y="104"/>
                </a:cubicBezTo>
                <a:lnTo>
                  <a:pt x="248" y="104"/>
                </a:lnTo>
                <a:close/>
                <a:moveTo>
                  <a:pt x="32" y="96"/>
                </a:moveTo>
                <a:cubicBezTo>
                  <a:pt x="32" y="80"/>
                  <a:pt x="32" y="80"/>
                  <a:pt x="32" y="80"/>
                </a:cubicBezTo>
                <a:cubicBezTo>
                  <a:pt x="224" y="80"/>
                  <a:pt x="224" y="80"/>
                  <a:pt x="224" y="80"/>
                </a:cubicBezTo>
                <a:cubicBezTo>
                  <a:pt x="224" y="96"/>
                  <a:pt x="224" y="96"/>
                  <a:pt x="224" y="96"/>
                </a:cubicBezTo>
                <a:lnTo>
                  <a:pt x="32" y="96"/>
                </a:lnTo>
                <a:close/>
                <a:moveTo>
                  <a:pt x="8" y="72"/>
                </a:moveTo>
                <a:cubicBezTo>
                  <a:pt x="8" y="8"/>
                  <a:pt x="8" y="8"/>
                  <a:pt x="8" y="8"/>
                </a:cubicBezTo>
                <a:cubicBezTo>
                  <a:pt x="248" y="8"/>
                  <a:pt x="248" y="8"/>
                  <a:pt x="248" y="8"/>
                </a:cubicBezTo>
                <a:cubicBezTo>
                  <a:pt x="248" y="72"/>
                  <a:pt x="248" y="72"/>
                  <a:pt x="248" y="72"/>
                </a:cubicBezTo>
                <a:lnTo>
                  <a:pt x="8" y="72"/>
                </a:lnTo>
                <a:close/>
                <a:moveTo>
                  <a:pt x="72" y="44"/>
                </a:moveTo>
                <a:cubicBezTo>
                  <a:pt x="88" y="44"/>
                  <a:pt x="88" y="44"/>
                  <a:pt x="88" y="44"/>
                </a:cubicBezTo>
                <a:cubicBezTo>
                  <a:pt x="88" y="36"/>
                  <a:pt x="88" y="36"/>
                  <a:pt x="88" y="36"/>
                </a:cubicBezTo>
                <a:cubicBezTo>
                  <a:pt x="72" y="36"/>
                  <a:pt x="72" y="36"/>
                  <a:pt x="72" y="36"/>
                </a:cubicBezTo>
                <a:lnTo>
                  <a:pt x="72" y="44"/>
                </a:lnTo>
                <a:close/>
                <a:moveTo>
                  <a:pt x="168" y="44"/>
                </a:moveTo>
                <a:cubicBezTo>
                  <a:pt x="212" y="44"/>
                  <a:pt x="212" y="44"/>
                  <a:pt x="212" y="44"/>
                </a:cubicBezTo>
                <a:cubicBezTo>
                  <a:pt x="212" y="36"/>
                  <a:pt x="212" y="36"/>
                  <a:pt x="212" y="36"/>
                </a:cubicBezTo>
                <a:cubicBezTo>
                  <a:pt x="168" y="36"/>
                  <a:pt x="168" y="36"/>
                  <a:pt x="168" y="36"/>
                </a:cubicBezTo>
                <a:lnTo>
                  <a:pt x="168" y="44"/>
                </a:lnTo>
                <a:close/>
                <a:moveTo>
                  <a:pt x="44" y="44"/>
                </a:moveTo>
                <a:cubicBezTo>
                  <a:pt x="60" y="44"/>
                  <a:pt x="60" y="44"/>
                  <a:pt x="60" y="44"/>
                </a:cubicBezTo>
                <a:cubicBezTo>
                  <a:pt x="60" y="36"/>
                  <a:pt x="60" y="36"/>
                  <a:pt x="60" y="36"/>
                </a:cubicBezTo>
                <a:cubicBezTo>
                  <a:pt x="44" y="36"/>
                  <a:pt x="44" y="36"/>
                  <a:pt x="44" y="36"/>
                </a:cubicBezTo>
                <a:lnTo>
                  <a:pt x="44" y="4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07" name="Freeform 302">
            <a:extLst>
              <a:ext uri="{FF2B5EF4-FFF2-40B4-BE49-F238E27FC236}">
                <a16:creationId xmlns:a16="http://schemas.microsoft.com/office/drawing/2014/main" id="{DA44C970-DA74-4E3B-9E77-FC7C405EBF7B}"/>
              </a:ext>
            </a:extLst>
          </p:cNvPr>
          <p:cNvSpPr>
            <a:spLocks noChangeAspect="1" noEditPoints="1"/>
          </p:cNvSpPr>
          <p:nvPr/>
        </p:nvSpPr>
        <p:spPr bwMode="auto">
          <a:xfrm>
            <a:off x="5411318" y="5300664"/>
            <a:ext cx="400050" cy="400050"/>
          </a:xfrm>
          <a:custGeom>
            <a:avLst/>
            <a:gdLst>
              <a:gd name="T0" fmla="*/ 236 w 256"/>
              <a:gd name="T1" fmla="*/ 192 h 256"/>
              <a:gd name="T2" fmla="*/ 236 w 256"/>
              <a:gd name="T3" fmla="*/ 192 h 256"/>
              <a:gd name="T4" fmla="*/ 238 w 256"/>
              <a:gd name="T5" fmla="*/ 192 h 256"/>
              <a:gd name="T6" fmla="*/ 256 w 256"/>
              <a:gd name="T7" fmla="*/ 174 h 256"/>
              <a:gd name="T8" fmla="*/ 256 w 256"/>
              <a:gd name="T9" fmla="*/ 32 h 256"/>
              <a:gd name="T10" fmla="*/ 240 w 256"/>
              <a:gd name="T11" fmla="*/ 16 h 256"/>
              <a:gd name="T12" fmla="*/ 121 w 256"/>
              <a:gd name="T13" fmla="*/ 16 h 256"/>
              <a:gd name="T14" fmla="*/ 94 w 256"/>
              <a:gd name="T15" fmla="*/ 1 h 256"/>
              <a:gd name="T16" fmla="*/ 92 w 256"/>
              <a:gd name="T17" fmla="*/ 0 h 256"/>
              <a:gd name="T18" fmla="*/ 40 w 256"/>
              <a:gd name="T19" fmla="*/ 0 h 256"/>
              <a:gd name="T20" fmla="*/ 24 w 256"/>
              <a:gd name="T21" fmla="*/ 16 h 256"/>
              <a:gd name="T22" fmla="*/ 24 w 256"/>
              <a:gd name="T23" fmla="*/ 28 h 256"/>
              <a:gd name="T24" fmla="*/ 32 w 256"/>
              <a:gd name="T25" fmla="*/ 28 h 256"/>
              <a:gd name="T26" fmla="*/ 32 w 256"/>
              <a:gd name="T27" fmla="*/ 16 h 256"/>
              <a:gd name="T28" fmla="*/ 40 w 256"/>
              <a:gd name="T29" fmla="*/ 8 h 256"/>
              <a:gd name="T30" fmla="*/ 91 w 256"/>
              <a:gd name="T31" fmla="*/ 8 h 256"/>
              <a:gd name="T32" fmla="*/ 118 w 256"/>
              <a:gd name="T33" fmla="*/ 23 h 256"/>
              <a:gd name="T34" fmla="*/ 120 w 256"/>
              <a:gd name="T35" fmla="*/ 24 h 256"/>
              <a:gd name="T36" fmla="*/ 240 w 256"/>
              <a:gd name="T37" fmla="*/ 24 h 256"/>
              <a:gd name="T38" fmla="*/ 248 w 256"/>
              <a:gd name="T39" fmla="*/ 32 h 256"/>
              <a:gd name="T40" fmla="*/ 248 w 256"/>
              <a:gd name="T41" fmla="*/ 174 h 256"/>
              <a:gd name="T42" fmla="*/ 238 w 256"/>
              <a:gd name="T43" fmla="*/ 184 h 256"/>
              <a:gd name="T44" fmla="*/ 228 w 256"/>
              <a:gd name="T45" fmla="*/ 174 h 256"/>
              <a:gd name="T46" fmla="*/ 228 w 256"/>
              <a:gd name="T47" fmla="*/ 56 h 256"/>
              <a:gd name="T48" fmla="*/ 212 w 256"/>
              <a:gd name="T49" fmla="*/ 40 h 256"/>
              <a:gd name="T50" fmla="*/ 16 w 256"/>
              <a:gd name="T51" fmla="*/ 40 h 256"/>
              <a:gd name="T52" fmla="*/ 0 w 256"/>
              <a:gd name="T53" fmla="*/ 56 h 256"/>
              <a:gd name="T54" fmla="*/ 0 w 256"/>
              <a:gd name="T55" fmla="*/ 172 h 256"/>
              <a:gd name="T56" fmla="*/ 20 w 256"/>
              <a:gd name="T57" fmla="*/ 192 h 256"/>
              <a:gd name="T58" fmla="*/ 124 w 256"/>
              <a:gd name="T59" fmla="*/ 192 h 256"/>
              <a:gd name="T60" fmla="*/ 124 w 256"/>
              <a:gd name="T61" fmla="*/ 208 h 256"/>
              <a:gd name="T62" fmla="*/ 104 w 256"/>
              <a:gd name="T63" fmla="*/ 228 h 256"/>
              <a:gd name="T64" fmla="*/ 0 w 256"/>
              <a:gd name="T65" fmla="*/ 228 h 256"/>
              <a:gd name="T66" fmla="*/ 0 w 256"/>
              <a:gd name="T67" fmla="*/ 236 h 256"/>
              <a:gd name="T68" fmla="*/ 104 w 256"/>
              <a:gd name="T69" fmla="*/ 236 h 256"/>
              <a:gd name="T70" fmla="*/ 128 w 256"/>
              <a:gd name="T71" fmla="*/ 256 h 256"/>
              <a:gd name="T72" fmla="*/ 152 w 256"/>
              <a:gd name="T73" fmla="*/ 236 h 256"/>
              <a:gd name="T74" fmla="*/ 256 w 256"/>
              <a:gd name="T75" fmla="*/ 236 h 256"/>
              <a:gd name="T76" fmla="*/ 256 w 256"/>
              <a:gd name="T77" fmla="*/ 228 h 256"/>
              <a:gd name="T78" fmla="*/ 152 w 256"/>
              <a:gd name="T79" fmla="*/ 228 h 256"/>
              <a:gd name="T80" fmla="*/ 132 w 256"/>
              <a:gd name="T81" fmla="*/ 208 h 256"/>
              <a:gd name="T82" fmla="*/ 132 w 256"/>
              <a:gd name="T83" fmla="*/ 192 h 256"/>
              <a:gd name="T84" fmla="*/ 236 w 256"/>
              <a:gd name="T85" fmla="*/ 192 h 256"/>
              <a:gd name="T86" fmla="*/ 144 w 256"/>
              <a:gd name="T87" fmla="*/ 232 h 256"/>
              <a:gd name="T88" fmla="*/ 128 w 256"/>
              <a:gd name="T89" fmla="*/ 248 h 256"/>
              <a:gd name="T90" fmla="*/ 112 w 256"/>
              <a:gd name="T91" fmla="*/ 232 h 256"/>
              <a:gd name="T92" fmla="*/ 128 w 256"/>
              <a:gd name="T93" fmla="*/ 216 h 256"/>
              <a:gd name="T94" fmla="*/ 144 w 256"/>
              <a:gd name="T95" fmla="*/ 232 h 256"/>
              <a:gd name="T96" fmla="*/ 20 w 256"/>
              <a:gd name="T97" fmla="*/ 184 h 256"/>
              <a:gd name="T98" fmla="*/ 8 w 256"/>
              <a:gd name="T99" fmla="*/ 172 h 256"/>
              <a:gd name="T100" fmla="*/ 8 w 256"/>
              <a:gd name="T101" fmla="*/ 56 h 256"/>
              <a:gd name="T102" fmla="*/ 16 w 256"/>
              <a:gd name="T103" fmla="*/ 48 h 256"/>
              <a:gd name="T104" fmla="*/ 212 w 256"/>
              <a:gd name="T105" fmla="*/ 48 h 256"/>
              <a:gd name="T106" fmla="*/ 220 w 256"/>
              <a:gd name="T107" fmla="*/ 56 h 256"/>
              <a:gd name="T108" fmla="*/ 220 w 256"/>
              <a:gd name="T109" fmla="*/ 174 h 256"/>
              <a:gd name="T110" fmla="*/ 223 w 256"/>
              <a:gd name="T111" fmla="*/ 184 h 256"/>
              <a:gd name="T112" fmla="*/ 20 w 256"/>
              <a:gd name="T113" fmla="*/ 18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6" h="256">
                <a:moveTo>
                  <a:pt x="236" y="192"/>
                </a:moveTo>
                <a:cubicBezTo>
                  <a:pt x="236" y="192"/>
                  <a:pt x="236" y="192"/>
                  <a:pt x="236" y="192"/>
                </a:cubicBezTo>
                <a:cubicBezTo>
                  <a:pt x="237" y="192"/>
                  <a:pt x="237" y="192"/>
                  <a:pt x="238" y="192"/>
                </a:cubicBezTo>
                <a:cubicBezTo>
                  <a:pt x="248" y="192"/>
                  <a:pt x="256" y="184"/>
                  <a:pt x="256" y="174"/>
                </a:cubicBezTo>
                <a:cubicBezTo>
                  <a:pt x="256" y="32"/>
                  <a:pt x="256" y="32"/>
                  <a:pt x="256" y="32"/>
                </a:cubicBezTo>
                <a:cubicBezTo>
                  <a:pt x="256" y="23"/>
                  <a:pt x="249" y="16"/>
                  <a:pt x="240" y="16"/>
                </a:cubicBezTo>
                <a:cubicBezTo>
                  <a:pt x="121" y="16"/>
                  <a:pt x="121" y="16"/>
                  <a:pt x="121" y="16"/>
                </a:cubicBezTo>
                <a:cubicBezTo>
                  <a:pt x="94" y="1"/>
                  <a:pt x="94" y="1"/>
                  <a:pt x="94" y="1"/>
                </a:cubicBezTo>
                <a:cubicBezTo>
                  <a:pt x="93" y="0"/>
                  <a:pt x="93" y="0"/>
                  <a:pt x="92" y="0"/>
                </a:cubicBezTo>
                <a:cubicBezTo>
                  <a:pt x="40" y="0"/>
                  <a:pt x="40" y="0"/>
                  <a:pt x="40" y="0"/>
                </a:cubicBezTo>
                <a:cubicBezTo>
                  <a:pt x="31" y="0"/>
                  <a:pt x="24" y="7"/>
                  <a:pt x="24" y="16"/>
                </a:cubicBezTo>
                <a:cubicBezTo>
                  <a:pt x="24" y="28"/>
                  <a:pt x="24" y="28"/>
                  <a:pt x="24" y="28"/>
                </a:cubicBezTo>
                <a:cubicBezTo>
                  <a:pt x="32" y="28"/>
                  <a:pt x="32" y="28"/>
                  <a:pt x="32" y="28"/>
                </a:cubicBezTo>
                <a:cubicBezTo>
                  <a:pt x="32" y="16"/>
                  <a:pt x="32" y="16"/>
                  <a:pt x="32" y="16"/>
                </a:cubicBezTo>
                <a:cubicBezTo>
                  <a:pt x="32" y="12"/>
                  <a:pt x="36" y="8"/>
                  <a:pt x="40" y="8"/>
                </a:cubicBezTo>
                <a:cubicBezTo>
                  <a:pt x="91" y="8"/>
                  <a:pt x="91" y="8"/>
                  <a:pt x="91" y="8"/>
                </a:cubicBezTo>
                <a:cubicBezTo>
                  <a:pt x="118" y="23"/>
                  <a:pt x="118" y="23"/>
                  <a:pt x="118" y="23"/>
                </a:cubicBezTo>
                <a:cubicBezTo>
                  <a:pt x="119" y="24"/>
                  <a:pt x="119" y="24"/>
                  <a:pt x="120" y="24"/>
                </a:cubicBezTo>
                <a:cubicBezTo>
                  <a:pt x="240" y="24"/>
                  <a:pt x="240" y="24"/>
                  <a:pt x="240" y="24"/>
                </a:cubicBezTo>
                <a:cubicBezTo>
                  <a:pt x="244" y="24"/>
                  <a:pt x="248" y="28"/>
                  <a:pt x="248" y="32"/>
                </a:cubicBezTo>
                <a:cubicBezTo>
                  <a:pt x="248" y="174"/>
                  <a:pt x="248" y="174"/>
                  <a:pt x="248" y="174"/>
                </a:cubicBezTo>
                <a:cubicBezTo>
                  <a:pt x="248" y="180"/>
                  <a:pt x="244" y="184"/>
                  <a:pt x="238" y="184"/>
                </a:cubicBezTo>
                <a:cubicBezTo>
                  <a:pt x="232" y="184"/>
                  <a:pt x="228" y="180"/>
                  <a:pt x="228" y="174"/>
                </a:cubicBezTo>
                <a:cubicBezTo>
                  <a:pt x="228" y="56"/>
                  <a:pt x="228" y="56"/>
                  <a:pt x="228" y="56"/>
                </a:cubicBezTo>
                <a:cubicBezTo>
                  <a:pt x="228" y="47"/>
                  <a:pt x="221" y="40"/>
                  <a:pt x="212" y="40"/>
                </a:cubicBezTo>
                <a:cubicBezTo>
                  <a:pt x="16" y="40"/>
                  <a:pt x="16" y="40"/>
                  <a:pt x="16" y="40"/>
                </a:cubicBezTo>
                <a:cubicBezTo>
                  <a:pt x="7" y="40"/>
                  <a:pt x="0" y="47"/>
                  <a:pt x="0" y="56"/>
                </a:cubicBezTo>
                <a:cubicBezTo>
                  <a:pt x="0" y="172"/>
                  <a:pt x="0" y="172"/>
                  <a:pt x="0" y="172"/>
                </a:cubicBezTo>
                <a:cubicBezTo>
                  <a:pt x="0" y="183"/>
                  <a:pt x="9" y="192"/>
                  <a:pt x="20" y="192"/>
                </a:cubicBezTo>
                <a:cubicBezTo>
                  <a:pt x="124" y="192"/>
                  <a:pt x="124" y="192"/>
                  <a:pt x="124" y="192"/>
                </a:cubicBezTo>
                <a:cubicBezTo>
                  <a:pt x="124" y="208"/>
                  <a:pt x="124" y="208"/>
                  <a:pt x="124" y="208"/>
                </a:cubicBezTo>
                <a:cubicBezTo>
                  <a:pt x="114" y="210"/>
                  <a:pt x="106" y="218"/>
                  <a:pt x="104" y="228"/>
                </a:cubicBezTo>
                <a:cubicBezTo>
                  <a:pt x="0" y="228"/>
                  <a:pt x="0" y="228"/>
                  <a:pt x="0" y="228"/>
                </a:cubicBezTo>
                <a:cubicBezTo>
                  <a:pt x="0" y="236"/>
                  <a:pt x="0" y="236"/>
                  <a:pt x="0" y="236"/>
                </a:cubicBezTo>
                <a:cubicBezTo>
                  <a:pt x="104" y="236"/>
                  <a:pt x="104" y="236"/>
                  <a:pt x="104" y="236"/>
                </a:cubicBezTo>
                <a:cubicBezTo>
                  <a:pt x="106" y="247"/>
                  <a:pt x="116" y="256"/>
                  <a:pt x="128" y="256"/>
                </a:cubicBezTo>
                <a:cubicBezTo>
                  <a:pt x="140" y="256"/>
                  <a:pt x="150" y="247"/>
                  <a:pt x="152" y="236"/>
                </a:cubicBezTo>
                <a:cubicBezTo>
                  <a:pt x="256" y="236"/>
                  <a:pt x="256" y="236"/>
                  <a:pt x="256" y="236"/>
                </a:cubicBezTo>
                <a:cubicBezTo>
                  <a:pt x="256" y="228"/>
                  <a:pt x="256" y="228"/>
                  <a:pt x="256" y="228"/>
                </a:cubicBezTo>
                <a:cubicBezTo>
                  <a:pt x="152" y="228"/>
                  <a:pt x="152" y="228"/>
                  <a:pt x="152" y="228"/>
                </a:cubicBezTo>
                <a:cubicBezTo>
                  <a:pt x="150" y="218"/>
                  <a:pt x="142" y="210"/>
                  <a:pt x="132" y="208"/>
                </a:cubicBezTo>
                <a:cubicBezTo>
                  <a:pt x="132" y="192"/>
                  <a:pt x="132" y="192"/>
                  <a:pt x="132" y="192"/>
                </a:cubicBezTo>
                <a:lnTo>
                  <a:pt x="236" y="192"/>
                </a:lnTo>
                <a:close/>
                <a:moveTo>
                  <a:pt x="144" y="232"/>
                </a:moveTo>
                <a:cubicBezTo>
                  <a:pt x="144" y="241"/>
                  <a:pt x="137" y="248"/>
                  <a:pt x="128" y="248"/>
                </a:cubicBezTo>
                <a:cubicBezTo>
                  <a:pt x="119" y="248"/>
                  <a:pt x="112" y="241"/>
                  <a:pt x="112" y="232"/>
                </a:cubicBezTo>
                <a:cubicBezTo>
                  <a:pt x="112" y="223"/>
                  <a:pt x="119" y="216"/>
                  <a:pt x="128" y="216"/>
                </a:cubicBezTo>
                <a:cubicBezTo>
                  <a:pt x="137" y="216"/>
                  <a:pt x="144" y="223"/>
                  <a:pt x="144" y="232"/>
                </a:cubicBezTo>
                <a:close/>
                <a:moveTo>
                  <a:pt x="20" y="184"/>
                </a:moveTo>
                <a:cubicBezTo>
                  <a:pt x="13" y="184"/>
                  <a:pt x="8" y="179"/>
                  <a:pt x="8" y="172"/>
                </a:cubicBezTo>
                <a:cubicBezTo>
                  <a:pt x="8" y="56"/>
                  <a:pt x="8" y="56"/>
                  <a:pt x="8" y="56"/>
                </a:cubicBezTo>
                <a:cubicBezTo>
                  <a:pt x="8" y="52"/>
                  <a:pt x="12" y="48"/>
                  <a:pt x="16" y="48"/>
                </a:cubicBezTo>
                <a:cubicBezTo>
                  <a:pt x="212" y="48"/>
                  <a:pt x="212" y="48"/>
                  <a:pt x="212" y="48"/>
                </a:cubicBezTo>
                <a:cubicBezTo>
                  <a:pt x="216" y="48"/>
                  <a:pt x="220" y="52"/>
                  <a:pt x="220" y="56"/>
                </a:cubicBezTo>
                <a:cubicBezTo>
                  <a:pt x="220" y="174"/>
                  <a:pt x="220" y="174"/>
                  <a:pt x="220" y="174"/>
                </a:cubicBezTo>
                <a:cubicBezTo>
                  <a:pt x="220" y="178"/>
                  <a:pt x="221" y="181"/>
                  <a:pt x="223" y="184"/>
                </a:cubicBezTo>
                <a:lnTo>
                  <a:pt x="20" y="18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10" name="Freeform 306">
            <a:extLst>
              <a:ext uri="{FF2B5EF4-FFF2-40B4-BE49-F238E27FC236}">
                <a16:creationId xmlns:a16="http://schemas.microsoft.com/office/drawing/2014/main" id="{B635F588-675C-43B5-B044-9F2C3C0C63D5}"/>
              </a:ext>
            </a:extLst>
          </p:cNvPr>
          <p:cNvSpPr>
            <a:spLocks noChangeAspect="1" noEditPoints="1"/>
          </p:cNvSpPr>
          <p:nvPr/>
        </p:nvSpPr>
        <p:spPr bwMode="auto">
          <a:xfrm>
            <a:off x="6391664" y="5300664"/>
            <a:ext cx="374650" cy="400050"/>
          </a:xfrm>
          <a:custGeom>
            <a:avLst/>
            <a:gdLst>
              <a:gd name="T0" fmla="*/ 144 w 240"/>
              <a:gd name="T1" fmla="*/ 228 h 256"/>
              <a:gd name="T2" fmla="*/ 124 w 240"/>
              <a:gd name="T3" fmla="*/ 208 h 256"/>
              <a:gd name="T4" fmla="*/ 124 w 240"/>
              <a:gd name="T5" fmla="*/ 188 h 256"/>
              <a:gd name="T6" fmla="*/ 200 w 240"/>
              <a:gd name="T7" fmla="*/ 150 h 256"/>
              <a:gd name="T8" fmla="*/ 200 w 240"/>
              <a:gd name="T9" fmla="*/ 36 h 256"/>
              <a:gd name="T10" fmla="*/ 200 w 240"/>
              <a:gd name="T11" fmla="*/ 35 h 256"/>
              <a:gd name="T12" fmla="*/ 200 w 240"/>
              <a:gd name="T13" fmla="*/ 34 h 256"/>
              <a:gd name="T14" fmla="*/ 120 w 240"/>
              <a:gd name="T15" fmla="*/ 0 h 256"/>
              <a:gd name="T16" fmla="*/ 40 w 240"/>
              <a:gd name="T17" fmla="*/ 34 h 256"/>
              <a:gd name="T18" fmla="*/ 40 w 240"/>
              <a:gd name="T19" fmla="*/ 35 h 256"/>
              <a:gd name="T20" fmla="*/ 40 w 240"/>
              <a:gd name="T21" fmla="*/ 36 h 256"/>
              <a:gd name="T22" fmla="*/ 40 w 240"/>
              <a:gd name="T23" fmla="*/ 150 h 256"/>
              <a:gd name="T24" fmla="*/ 116 w 240"/>
              <a:gd name="T25" fmla="*/ 188 h 256"/>
              <a:gd name="T26" fmla="*/ 116 w 240"/>
              <a:gd name="T27" fmla="*/ 208 h 256"/>
              <a:gd name="T28" fmla="*/ 96 w 240"/>
              <a:gd name="T29" fmla="*/ 228 h 256"/>
              <a:gd name="T30" fmla="*/ 0 w 240"/>
              <a:gd name="T31" fmla="*/ 228 h 256"/>
              <a:gd name="T32" fmla="*/ 0 w 240"/>
              <a:gd name="T33" fmla="*/ 236 h 256"/>
              <a:gd name="T34" fmla="*/ 96 w 240"/>
              <a:gd name="T35" fmla="*/ 236 h 256"/>
              <a:gd name="T36" fmla="*/ 120 w 240"/>
              <a:gd name="T37" fmla="*/ 256 h 256"/>
              <a:gd name="T38" fmla="*/ 144 w 240"/>
              <a:gd name="T39" fmla="*/ 236 h 256"/>
              <a:gd name="T40" fmla="*/ 240 w 240"/>
              <a:gd name="T41" fmla="*/ 236 h 256"/>
              <a:gd name="T42" fmla="*/ 240 w 240"/>
              <a:gd name="T43" fmla="*/ 228 h 256"/>
              <a:gd name="T44" fmla="*/ 144 w 240"/>
              <a:gd name="T45" fmla="*/ 228 h 256"/>
              <a:gd name="T46" fmla="*/ 120 w 240"/>
              <a:gd name="T47" fmla="*/ 8 h 256"/>
              <a:gd name="T48" fmla="*/ 192 w 240"/>
              <a:gd name="T49" fmla="*/ 34 h 256"/>
              <a:gd name="T50" fmla="*/ 120 w 240"/>
              <a:gd name="T51" fmla="*/ 60 h 256"/>
              <a:gd name="T52" fmla="*/ 48 w 240"/>
              <a:gd name="T53" fmla="*/ 34 h 256"/>
              <a:gd name="T54" fmla="*/ 120 w 240"/>
              <a:gd name="T55" fmla="*/ 8 h 256"/>
              <a:gd name="T56" fmla="*/ 48 w 240"/>
              <a:gd name="T57" fmla="*/ 49 h 256"/>
              <a:gd name="T58" fmla="*/ 120 w 240"/>
              <a:gd name="T59" fmla="*/ 68 h 256"/>
              <a:gd name="T60" fmla="*/ 192 w 240"/>
              <a:gd name="T61" fmla="*/ 49 h 256"/>
              <a:gd name="T62" fmla="*/ 192 w 240"/>
              <a:gd name="T63" fmla="*/ 69 h 256"/>
              <a:gd name="T64" fmla="*/ 120 w 240"/>
              <a:gd name="T65" fmla="*/ 100 h 256"/>
              <a:gd name="T66" fmla="*/ 48 w 240"/>
              <a:gd name="T67" fmla="*/ 69 h 256"/>
              <a:gd name="T68" fmla="*/ 48 w 240"/>
              <a:gd name="T69" fmla="*/ 49 h 256"/>
              <a:gd name="T70" fmla="*/ 48 w 240"/>
              <a:gd name="T71" fmla="*/ 86 h 256"/>
              <a:gd name="T72" fmla="*/ 120 w 240"/>
              <a:gd name="T73" fmla="*/ 108 h 256"/>
              <a:gd name="T74" fmla="*/ 192 w 240"/>
              <a:gd name="T75" fmla="*/ 86 h 256"/>
              <a:gd name="T76" fmla="*/ 192 w 240"/>
              <a:gd name="T77" fmla="*/ 111 h 256"/>
              <a:gd name="T78" fmla="*/ 120 w 240"/>
              <a:gd name="T79" fmla="*/ 140 h 256"/>
              <a:gd name="T80" fmla="*/ 48 w 240"/>
              <a:gd name="T81" fmla="*/ 111 h 256"/>
              <a:gd name="T82" fmla="*/ 48 w 240"/>
              <a:gd name="T83" fmla="*/ 86 h 256"/>
              <a:gd name="T84" fmla="*/ 48 w 240"/>
              <a:gd name="T85" fmla="*/ 150 h 256"/>
              <a:gd name="T86" fmla="*/ 48 w 240"/>
              <a:gd name="T87" fmla="*/ 129 h 256"/>
              <a:gd name="T88" fmla="*/ 120 w 240"/>
              <a:gd name="T89" fmla="*/ 148 h 256"/>
              <a:gd name="T90" fmla="*/ 192 w 240"/>
              <a:gd name="T91" fmla="*/ 129 h 256"/>
              <a:gd name="T92" fmla="*/ 192 w 240"/>
              <a:gd name="T93" fmla="*/ 150 h 256"/>
              <a:gd name="T94" fmla="*/ 120 w 240"/>
              <a:gd name="T95" fmla="*/ 180 h 256"/>
              <a:gd name="T96" fmla="*/ 48 w 240"/>
              <a:gd name="T97" fmla="*/ 150 h 256"/>
              <a:gd name="T98" fmla="*/ 120 w 240"/>
              <a:gd name="T99" fmla="*/ 248 h 256"/>
              <a:gd name="T100" fmla="*/ 104 w 240"/>
              <a:gd name="T101" fmla="*/ 232 h 256"/>
              <a:gd name="T102" fmla="*/ 120 w 240"/>
              <a:gd name="T103" fmla="*/ 216 h 256"/>
              <a:gd name="T104" fmla="*/ 136 w 240"/>
              <a:gd name="T105" fmla="*/ 232 h 256"/>
              <a:gd name="T106" fmla="*/ 120 w 240"/>
              <a:gd name="T107"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0" h="256">
                <a:moveTo>
                  <a:pt x="144" y="228"/>
                </a:moveTo>
                <a:cubicBezTo>
                  <a:pt x="142" y="218"/>
                  <a:pt x="134" y="210"/>
                  <a:pt x="124" y="208"/>
                </a:cubicBezTo>
                <a:cubicBezTo>
                  <a:pt x="124" y="188"/>
                  <a:pt x="124" y="188"/>
                  <a:pt x="124" y="188"/>
                </a:cubicBezTo>
                <a:cubicBezTo>
                  <a:pt x="168" y="187"/>
                  <a:pt x="200" y="171"/>
                  <a:pt x="200" y="150"/>
                </a:cubicBezTo>
                <a:cubicBezTo>
                  <a:pt x="200" y="36"/>
                  <a:pt x="200" y="36"/>
                  <a:pt x="200" y="36"/>
                </a:cubicBezTo>
                <a:cubicBezTo>
                  <a:pt x="200" y="36"/>
                  <a:pt x="200" y="36"/>
                  <a:pt x="200" y="35"/>
                </a:cubicBezTo>
                <a:cubicBezTo>
                  <a:pt x="200" y="35"/>
                  <a:pt x="200" y="34"/>
                  <a:pt x="200" y="34"/>
                </a:cubicBezTo>
                <a:cubicBezTo>
                  <a:pt x="200" y="15"/>
                  <a:pt x="166" y="0"/>
                  <a:pt x="120" y="0"/>
                </a:cubicBezTo>
                <a:cubicBezTo>
                  <a:pt x="74" y="0"/>
                  <a:pt x="40" y="15"/>
                  <a:pt x="40" y="34"/>
                </a:cubicBezTo>
                <a:cubicBezTo>
                  <a:pt x="40" y="34"/>
                  <a:pt x="40" y="35"/>
                  <a:pt x="40" y="35"/>
                </a:cubicBezTo>
                <a:cubicBezTo>
                  <a:pt x="40" y="36"/>
                  <a:pt x="40" y="36"/>
                  <a:pt x="40" y="36"/>
                </a:cubicBezTo>
                <a:cubicBezTo>
                  <a:pt x="40" y="150"/>
                  <a:pt x="40" y="150"/>
                  <a:pt x="40" y="150"/>
                </a:cubicBezTo>
                <a:cubicBezTo>
                  <a:pt x="40" y="171"/>
                  <a:pt x="72" y="187"/>
                  <a:pt x="116" y="188"/>
                </a:cubicBezTo>
                <a:cubicBezTo>
                  <a:pt x="116" y="208"/>
                  <a:pt x="116" y="208"/>
                  <a:pt x="116" y="208"/>
                </a:cubicBezTo>
                <a:cubicBezTo>
                  <a:pt x="106" y="210"/>
                  <a:pt x="98" y="218"/>
                  <a:pt x="96" y="228"/>
                </a:cubicBezTo>
                <a:cubicBezTo>
                  <a:pt x="0" y="228"/>
                  <a:pt x="0" y="228"/>
                  <a:pt x="0" y="228"/>
                </a:cubicBezTo>
                <a:cubicBezTo>
                  <a:pt x="0" y="236"/>
                  <a:pt x="0" y="236"/>
                  <a:pt x="0" y="236"/>
                </a:cubicBezTo>
                <a:cubicBezTo>
                  <a:pt x="96" y="236"/>
                  <a:pt x="96" y="236"/>
                  <a:pt x="96" y="236"/>
                </a:cubicBezTo>
                <a:cubicBezTo>
                  <a:pt x="98" y="247"/>
                  <a:pt x="108" y="256"/>
                  <a:pt x="120" y="256"/>
                </a:cubicBezTo>
                <a:cubicBezTo>
                  <a:pt x="132" y="256"/>
                  <a:pt x="142" y="247"/>
                  <a:pt x="144" y="236"/>
                </a:cubicBezTo>
                <a:cubicBezTo>
                  <a:pt x="240" y="236"/>
                  <a:pt x="240" y="236"/>
                  <a:pt x="240" y="236"/>
                </a:cubicBezTo>
                <a:cubicBezTo>
                  <a:pt x="240" y="228"/>
                  <a:pt x="240" y="228"/>
                  <a:pt x="240" y="228"/>
                </a:cubicBezTo>
                <a:lnTo>
                  <a:pt x="144" y="228"/>
                </a:lnTo>
                <a:close/>
                <a:moveTo>
                  <a:pt x="120" y="8"/>
                </a:moveTo>
                <a:cubicBezTo>
                  <a:pt x="162" y="8"/>
                  <a:pt x="192" y="22"/>
                  <a:pt x="192" y="34"/>
                </a:cubicBezTo>
                <a:cubicBezTo>
                  <a:pt x="192" y="46"/>
                  <a:pt x="162" y="60"/>
                  <a:pt x="120" y="60"/>
                </a:cubicBezTo>
                <a:cubicBezTo>
                  <a:pt x="78" y="60"/>
                  <a:pt x="48" y="46"/>
                  <a:pt x="48" y="34"/>
                </a:cubicBezTo>
                <a:cubicBezTo>
                  <a:pt x="48" y="22"/>
                  <a:pt x="78" y="8"/>
                  <a:pt x="120" y="8"/>
                </a:cubicBezTo>
                <a:close/>
                <a:moveTo>
                  <a:pt x="48" y="49"/>
                </a:moveTo>
                <a:cubicBezTo>
                  <a:pt x="61" y="61"/>
                  <a:pt x="87" y="68"/>
                  <a:pt x="120" y="68"/>
                </a:cubicBezTo>
                <a:cubicBezTo>
                  <a:pt x="153" y="68"/>
                  <a:pt x="179" y="61"/>
                  <a:pt x="192" y="49"/>
                </a:cubicBezTo>
                <a:cubicBezTo>
                  <a:pt x="192" y="69"/>
                  <a:pt x="192" y="69"/>
                  <a:pt x="192" y="69"/>
                </a:cubicBezTo>
                <a:cubicBezTo>
                  <a:pt x="192" y="86"/>
                  <a:pt x="160" y="100"/>
                  <a:pt x="120" y="100"/>
                </a:cubicBezTo>
                <a:cubicBezTo>
                  <a:pt x="80" y="100"/>
                  <a:pt x="48" y="86"/>
                  <a:pt x="48" y="69"/>
                </a:cubicBezTo>
                <a:lnTo>
                  <a:pt x="48" y="49"/>
                </a:lnTo>
                <a:close/>
                <a:moveTo>
                  <a:pt x="48" y="86"/>
                </a:moveTo>
                <a:cubicBezTo>
                  <a:pt x="61" y="99"/>
                  <a:pt x="87" y="108"/>
                  <a:pt x="120" y="108"/>
                </a:cubicBezTo>
                <a:cubicBezTo>
                  <a:pt x="153" y="108"/>
                  <a:pt x="179" y="99"/>
                  <a:pt x="192" y="86"/>
                </a:cubicBezTo>
                <a:cubicBezTo>
                  <a:pt x="192" y="111"/>
                  <a:pt x="192" y="111"/>
                  <a:pt x="192" y="111"/>
                </a:cubicBezTo>
                <a:cubicBezTo>
                  <a:pt x="192" y="128"/>
                  <a:pt x="161" y="140"/>
                  <a:pt x="120" y="140"/>
                </a:cubicBezTo>
                <a:cubicBezTo>
                  <a:pt x="79" y="140"/>
                  <a:pt x="48" y="128"/>
                  <a:pt x="48" y="111"/>
                </a:cubicBezTo>
                <a:lnTo>
                  <a:pt x="48" y="86"/>
                </a:lnTo>
                <a:close/>
                <a:moveTo>
                  <a:pt x="48" y="150"/>
                </a:moveTo>
                <a:cubicBezTo>
                  <a:pt x="48" y="129"/>
                  <a:pt x="48" y="129"/>
                  <a:pt x="48" y="129"/>
                </a:cubicBezTo>
                <a:cubicBezTo>
                  <a:pt x="62" y="142"/>
                  <a:pt x="91" y="148"/>
                  <a:pt x="120" y="148"/>
                </a:cubicBezTo>
                <a:cubicBezTo>
                  <a:pt x="149" y="148"/>
                  <a:pt x="178" y="142"/>
                  <a:pt x="192" y="129"/>
                </a:cubicBezTo>
                <a:cubicBezTo>
                  <a:pt x="192" y="150"/>
                  <a:pt x="192" y="150"/>
                  <a:pt x="192" y="150"/>
                </a:cubicBezTo>
                <a:cubicBezTo>
                  <a:pt x="192" y="167"/>
                  <a:pt x="160" y="180"/>
                  <a:pt x="120" y="180"/>
                </a:cubicBezTo>
                <a:cubicBezTo>
                  <a:pt x="80" y="180"/>
                  <a:pt x="48" y="167"/>
                  <a:pt x="48" y="150"/>
                </a:cubicBezTo>
                <a:close/>
                <a:moveTo>
                  <a:pt x="120" y="248"/>
                </a:moveTo>
                <a:cubicBezTo>
                  <a:pt x="111" y="248"/>
                  <a:pt x="104" y="241"/>
                  <a:pt x="104" y="232"/>
                </a:cubicBezTo>
                <a:cubicBezTo>
                  <a:pt x="104" y="223"/>
                  <a:pt x="111" y="216"/>
                  <a:pt x="120" y="216"/>
                </a:cubicBezTo>
                <a:cubicBezTo>
                  <a:pt x="129" y="216"/>
                  <a:pt x="136" y="223"/>
                  <a:pt x="136" y="232"/>
                </a:cubicBezTo>
                <a:cubicBezTo>
                  <a:pt x="136" y="241"/>
                  <a:pt x="129" y="248"/>
                  <a:pt x="120" y="24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14" name="Freeform 310">
            <a:extLst>
              <a:ext uri="{FF2B5EF4-FFF2-40B4-BE49-F238E27FC236}">
                <a16:creationId xmlns:a16="http://schemas.microsoft.com/office/drawing/2014/main" id="{A1C641BE-63E2-4156-B246-43937B2A5ABE}"/>
              </a:ext>
            </a:extLst>
          </p:cNvPr>
          <p:cNvSpPr>
            <a:spLocks noChangeAspect="1" noEditPoints="1"/>
          </p:cNvSpPr>
          <p:nvPr/>
        </p:nvSpPr>
        <p:spPr bwMode="auto">
          <a:xfrm>
            <a:off x="7346610" y="5300664"/>
            <a:ext cx="400050" cy="400050"/>
          </a:xfrm>
          <a:custGeom>
            <a:avLst/>
            <a:gdLst>
              <a:gd name="T0" fmla="*/ 239 w 256"/>
              <a:gd name="T1" fmla="*/ 141 h 256"/>
              <a:gd name="T2" fmla="*/ 224 w 256"/>
              <a:gd name="T3" fmla="*/ 111 h 256"/>
              <a:gd name="T4" fmla="*/ 196 w 256"/>
              <a:gd name="T5" fmla="*/ 106 h 256"/>
              <a:gd name="T6" fmla="*/ 164 w 256"/>
              <a:gd name="T7" fmla="*/ 96 h 256"/>
              <a:gd name="T8" fmla="*/ 141 w 256"/>
              <a:gd name="T9" fmla="*/ 113 h 256"/>
              <a:gd name="T10" fmla="*/ 111 w 256"/>
              <a:gd name="T11" fmla="*/ 128 h 256"/>
              <a:gd name="T12" fmla="*/ 106 w 256"/>
              <a:gd name="T13" fmla="*/ 156 h 256"/>
              <a:gd name="T14" fmla="*/ 96 w 256"/>
              <a:gd name="T15" fmla="*/ 188 h 256"/>
              <a:gd name="T16" fmla="*/ 113 w 256"/>
              <a:gd name="T17" fmla="*/ 211 h 256"/>
              <a:gd name="T18" fmla="*/ 111 w 256"/>
              <a:gd name="T19" fmla="*/ 224 h 256"/>
              <a:gd name="T20" fmla="*/ 141 w 256"/>
              <a:gd name="T21" fmla="*/ 239 h 256"/>
              <a:gd name="T22" fmla="*/ 164 w 256"/>
              <a:gd name="T23" fmla="*/ 256 h 256"/>
              <a:gd name="T24" fmla="*/ 196 w 256"/>
              <a:gd name="T25" fmla="*/ 246 h 256"/>
              <a:gd name="T26" fmla="*/ 224 w 256"/>
              <a:gd name="T27" fmla="*/ 241 h 256"/>
              <a:gd name="T28" fmla="*/ 241 w 256"/>
              <a:gd name="T29" fmla="*/ 213 h 256"/>
              <a:gd name="T30" fmla="*/ 248 w 256"/>
              <a:gd name="T31" fmla="*/ 196 h 256"/>
              <a:gd name="T32" fmla="*/ 248 w 256"/>
              <a:gd name="T33" fmla="*/ 156 h 256"/>
              <a:gd name="T34" fmla="*/ 242 w 256"/>
              <a:gd name="T35" fmla="*/ 158 h 256"/>
              <a:gd name="T36" fmla="*/ 246 w 256"/>
              <a:gd name="T37" fmla="*/ 188 h 256"/>
              <a:gd name="T38" fmla="*/ 234 w 256"/>
              <a:gd name="T39" fmla="*/ 217 h 256"/>
              <a:gd name="T40" fmla="*/ 217 w 256"/>
              <a:gd name="T41" fmla="*/ 234 h 256"/>
              <a:gd name="T42" fmla="*/ 188 w 256"/>
              <a:gd name="T43" fmla="*/ 246 h 256"/>
              <a:gd name="T44" fmla="*/ 164 w 256"/>
              <a:gd name="T45" fmla="*/ 246 h 256"/>
              <a:gd name="T46" fmla="*/ 141 w 256"/>
              <a:gd name="T47" fmla="*/ 231 h 256"/>
              <a:gd name="T48" fmla="*/ 117 w 256"/>
              <a:gd name="T49" fmla="*/ 218 h 256"/>
              <a:gd name="T50" fmla="*/ 114 w 256"/>
              <a:gd name="T51" fmla="*/ 193 h 256"/>
              <a:gd name="T52" fmla="*/ 104 w 256"/>
              <a:gd name="T53" fmla="*/ 164 h 256"/>
              <a:gd name="T54" fmla="*/ 120 w 256"/>
              <a:gd name="T55" fmla="*/ 144 h 256"/>
              <a:gd name="T56" fmla="*/ 134 w 256"/>
              <a:gd name="T57" fmla="*/ 117 h 256"/>
              <a:gd name="T58" fmla="*/ 159 w 256"/>
              <a:gd name="T59" fmla="*/ 114 h 256"/>
              <a:gd name="T60" fmla="*/ 188 w 256"/>
              <a:gd name="T61" fmla="*/ 104 h 256"/>
              <a:gd name="T62" fmla="*/ 208 w 256"/>
              <a:gd name="T63" fmla="*/ 120 h 256"/>
              <a:gd name="T64" fmla="*/ 235 w 256"/>
              <a:gd name="T65" fmla="*/ 134 h 256"/>
              <a:gd name="T66" fmla="*/ 238 w 256"/>
              <a:gd name="T67" fmla="*/ 159 h 256"/>
              <a:gd name="T68" fmla="*/ 248 w 256"/>
              <a:gd name="T69" fmla="*/ 188 h 256"/>
              <a:gd name="T70" fmla="*/ 176 w 256"/>
              <a:gd name="T71" fmla="*/ 220 h 256"/>
              <a:gd name="T72" fmla="*/ 176 w 256"/>
              <a:gd name="T73" fmla="*/ 212 h 256"/>
              <a:gd name="T74" fmla="*/ 212 w 256"/>
              <a:gd name="T75" fmla="*/ 176 h 256"/>
              <a:gd name="T76" fmla="*/ 104 w 256"/>
              <a:gd name="T77" fmla="*/ 248 h 256"/>
              <a:gd name="T78" fmla="*/ 80 w 256"/>
              <a:gd name="T79" fmla="*/ 199 h 256"/>
              <a:gd name="T80" fmla="*/ 80 w 256"/>
              <a:gd name="T81" fmla="*/ 191 h 256"/>
              <a:gd name="T82" fmla="*/ 87 w 256"/>
              <a:gd name="T83" fmla="*/ 143 h 256"/>
              <a:gd name="T84" fmla="*/ 87 w 256"/>
              <a:gd name="T85" fmla="*/ 135 h 256"/>
              <a:gd name="T86" fmla="*/ 104 w 256"/>
              <a:gd name="T87" fmla="*/ 88 h 256"/>
              <a:gd name="T88" fmla="*/ 204 w 256"/>
              <a:gd name="T89" fmla="*/ 88 h 256"/>
              <a:gd name="T90" fmla="*/ 104 w 256"/>
              <a:gd name="T91" fmla="*/ 0 h 256"/>
              <a:gd name="T92" fmla="*/ 104 w 256"/>
              <a:gd name="T93" fmla="*/ 256 h 256"/>
              <a:gd name="T94" fmla="*/ 112 w 256"/>
              <a:gd name="T95" fmla="*/ 248 h 256"/>
              <a:gd name="T96" fmla="*/ 104 w 256"/>
              <a:gd name="T97" fmla="*/ 8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6" h="256">
                <a:moveTo>
                  <a:pt x="248" y="156"/>
                </a:moveTo>
                <a:cubicBezTo>
                  <a:pt x="246" y="156"/>
                  <a:pt x="246" y="156"/>
                  <a:pt x="246" y="156"/>
                </a:cubicBezTo>
                <a:cubicBezTo>
                  <a:pt x="239" y="141"/>
                  <a:pt x="239" y="141"/>
                  <a:pt x="239" y="141"/>
                </a:cubicBezTo>
                <a:cubicBezTo>
                  <a:pt x="241" y="139"/>
                  <a:pt x="241" y="139"/>
                  <a:pt x="241" y="139"/>
                </a:cubicBezTo>
                <a:cubicBezTo>
                  <a:pt x="244" y="136"/>
                  <a:pt x="244" y="131"/>
                  <a:pt x="241" y="128"/>
                </a:cubicBezTo>
                <a:cubicBezTo>
                  <a:pt x="224" y="111"/>
                  <a:pt x="224" y="111"/>
                  <a:pt x="224" y="111"/>
                </a:cubicBezTo>
                <a:cubicBezTo>
                  <a:pt x="221" y="108"/>
                  <a:pt x="216" y="108"/>
                  <a:pt x="213" y="111"/>
                </a:cubicBezTo>
                <a:cubicBezTo>
                  <a:pt x="211" y="113"/>
                  <a:pt x="211" y="113"/>
                  <a:pt x="211" y="113"/>
                </a:cubicBezTo>
                <a:cubicBezTo>
                  <a:pt x="196" y="106"/>
                  <a:pt x="196" y="106"/>
                  <a:pt x="196" y="106"/>
                </a:cubicBezTo>
                <a:cubicBezTo>
                  <a:pt x="196" y="104"/>
                  <a:pt x="196" y="104"/>
                  <a:pt x="196" y="104"/>
                </a:cubicBezTo>
                <a:cubicBezTo>
                  <a:pt x="196" y="100"/>
                  <a:pt x="192" y="96"/>
                  <a:pt x="188" y="96"/>
                </a:cubicBezTo>
                <a:cubicBezTo>
                  <a:pt x="164" y="96"/>
                  <a:pt x="164" y="96"/>
                  <a:pt x="164" y="96"/>
                </a:cubicBezTo>
                <a:cubicBezTo>
                  <a:pt x="160" y="96"/>
                  <a:pt x="156" y="100"/>
                  <a:pt x="156" y="104"/>
                </a:cubicBezTo>
                <a:cubicBezTo>
                  <a:pt x="156" y="106"/>
                  <a:pt x="156" y="106"/>
                  <a:pt x="156" y="106"/>
                </a:cubicBezTo>
                <a:cubicBezTo>
                  <a:pt x="141" y="113"/>
                  <a:pt x="141" y="113"/>
                  <a:pt x="141" y="113"/>
                </a:cubicBezTo>
                <a:cubicBezTo>
                  <a:pt x="139" y="111"/>
                  <a:pt x="139" y="111"/>
                  <a:pt x="139" y="111"/>
                </a:cubicBezTo>
                <a:cubicBezTo>
                  <a:pt x="136" y="108"/>
                  <a:pt x="131" y="108"/>
                  <a:pt x="128" y="111"/>
                </a:cubicBezTo>
                <a:cubicBezTo>
                  <a:pt x="111" y="128"/>
                  <a:pt x="111" y="128"/>
                  <a:pt x="111" y="128"/>
                </a:cubicBezTo>
                <a:cubicBezTo>
                  <a:pt x="108" y="131"/>
                  <a:pt x="108" y="136"/>
                  <a:pt x="111" y="139"/>
                </a:cubicBezTo>
                <a:cubicBezTo>
                  <a:pt x="113" y="141"/>
                  <a:pt x="113" y="141"/>
                  <a:pt x="113" y="141"/>
                </a:cubicBezTo>
                <a:cubicBezTo>
                  <a:pt x="106" y="156"/>
                  <a:pt x="106" y="156"/>
                  <a:pt x="106" y="156"/>
                </a:cubicBezTo>
                <a:cubicBezTo>
                  <a:pt x="104" y="156"/>
                  <a:pt x="104" y="156"/>
                  <a:pt x="104" y="156"/>
                </a:cubicBezTo>
                <a:cubicBezTo>
                  <a:pt x="100" y="156"/>
                  <a:pt x="96" y="160"/>
                  <a:pt x="96" y="164"/>
                </a:cubicBezTo>
                <a:cubicBezTo>
                  <a:pt x="96" y="188"/>
                  <a:pt x="96" y="188"/>
                  <a:pt x="96" y="188"/>
                </a:cubicBezTo>
                <a:cubicBezTo>
                  <a:pt x="96" y="192"/>
                  <a:pt x="100" y="196"/>
                  <a:pt x="104" y="196"/>
                </a:cubicBezTo>
                <a:cubicBezTo>
                  <a:pt x="106" y="196"/>
                  <a:pt x="106" y="196"/>
                  <a:pt x="106" y="196"/>
                </a:cubicBezTo>
                <a:cubicBezTo>
                  <a:pt x="113" y="211"/>
                  <a:pt x="113" y="211"/>
                  <a:pt x="113" y="211"/>
                </a:cubicBezTo>
                <a:cubicBezTo>
                  <a:pt x="111" y="213"/>
                  <a:pt x="111" y="213"/>
                  <a:pt x="111" y="213"/>
                </a:cubicBezTo>
                <a:cubicBezTo>
                  <a:pt x="109" y="214"/>
                  <a:pt x="109" y="216"/>
                  <a:pt x="109" y="218"/>
                </a:cubicBezTo>
                <a:cubicBezTo>
                  <a:pt x="109" y="221"/>
                  <a:pt x="109" y="223"/>
                  <a:pt x="111" y="224"/>
                </a:cubicBezTo>
                <a:cubicBezTo>
                  <a:pt x="128" y="241"/>
                  <a:pt x="128" y="241"/>
                  <a:pt x="128" y="241"/>
                </a:cubicBezTo>
                <a:cubicBezTo>
                  <a:pt x="131" y="244"/>
                  <a:pt x="136" y="244"/>
                  <a:pt x="139" y="241"/>
                </a:cubicBezTo>
                <a:cubicBezTo>
                  <a:pt x="141" y="239"/>
                  <a:pt x="141" y="239"/>
                  <a:pt x="141" y="239"/>
                </a:cubicBezTo>
                <a:cubicBezTo>
                  <a:pt x="156" y="246"/>
                  <a:pt x="156" y="246"/>
                  <a:pt x="156" y="246"/>
                </a:cubicBezTo>
                <a:cubicBezTo>
                  <a:pt x="156" y="248"/>
                  <a:pt x="156" y="248"/>
                  <a:pt x="156" y="248"/>
                </a:cubicBezTo>
                <a:cubicBezTo>
                  <a:pt x="156" y="252"/>
                  <a:pt x="160" y="256"/>
                  <a:pt x="164" y="256"/>
                </a:cubicBezTo>
                <a:cubicBezTo>
                  <a:pt x="188" y="256"/>
                  <a:pt x="188" y="256"/>
                  <a:pt x="188" y="256"/>
                </a:cubicBezTo>
                <a:cubicBezTo>
                  <a:pt x="192" y="256"/>
                  <a:pt x="196" y="252"/>
                  <a:pt x="196" y="248"/>
                </a:cubicBezTo>
                <a:cubicBezTo>
                  <a:pt x="196" y="246"/>
                  <a:pt x="196" y="246"/>
                  <a:pt x="196" y="246"/>
                </a:cubicBezTo>
                <a:cubicBezTo>
                  <a:pt x="211" y="239"/>
                  <a:pt x="211" y="239"/>
                  <a:pt x="211" y="239"/>
                </a:cubicBezTo>
                <a:cubicBezTo>
                  <a:pt x="213" y="241"/>
                  <a:pt x="213" y="241"/>
                  <a:pt x="213" y="241"/>
                </a:cubicBezTo>
                <a:cubicBezTo>
                  <a:pt x="216" y="244"/>
                  <a:pt x="221" y="244"/>
                  <a:pt x="224" y="241"/>
                </a:cubicBezTo>
                <a:cubicBezTo>
                  <a:pt x="241" y="224"/>
                  <a:pt x="241" y="224"/>
                  <a:pt x="241" y="224"/>
                </a:cubicBezTo>
                <a:cubicBezTo>
                  <a:pt x="243" y="223"/>
                  <a:pt x="243" y="221"/>
                  <a:pt x="243" y="218"/>
                </a:cubicBezTo>
                <a:cubicBezTo>
                  <a:pt x="243" y="216"/>
                  <a:pt x="243" y="214"/>
                  <a:pt x="241" y="213"/>
                </a:cubicBezTo>
                <a:cubicBezTo>
                  <a:pt x="239" y="211"/>
                  <a:pt x="239" y="211"/>
                  <a:pt x="239" y="211"/>
                </a:cubicBezTo>
                <a:cubicBezTo>
                  <a:pt x="246" y="196"/>
                  <a:pt x="246" y="196"/>
                  <a:pt x="246" y="196"/>
                </a:cubicBezTo>
                <a:cubicBezTo>
                  <a:pt x="248" y="196"/>
                  <a:pt x="248" y="196"/>
                  <a:pt x="248" y="196"/>
                </a:cubicBezTo>
                <a:cubicBezTo>
                  <a:pt x="252" y="196"/>
                  <a:pt x="256" y="192"/>
                  <a:pt x="256" y="188"/>
                </a:cubicBezTo>
                <a:cubicBezTo>
                  <a:pt x="256" y="164"/>
                  <a:pt x="256" y="164"/>
                  <a:pt x="256" y="164"/>
                </a:cubicBezTo>
                <a:cubicBezTo>
                  <a:pt x="256" y="160"/>
                  <a:pt x="252" y="156"/>
                  <a:pt x="248" y="156"/>
                </a:cubicBezTo>
                <a:close/>
                <a:moveTo>
                  <a:pt x="246" y="156"/>
                </a:moveTo>
                <a:cubicBezTo>
                  <a:pt x="246" y="156"/>
                  <a:pt x="246" y="156"/>
                  <a:pt x="246" y="156"/>
                </a:cubicBezTo>
                <a:cubicBezTo>
                  <a:pt x="242" y="158"/>
                  <a:pt x="242" y="158"/>
                  <a:pt x="242" y="158"/>
                </a:cubicBezTo>
                <a:lnTo>
                  <a:pt x="246" y="156"/>
                </a:lnTo>
                <a:close/>
                <a:moveTo>
                  <a:pt x="248" y="188"/>
                </a:moveTo>
                <a:cubicBezTo>
                  <a:pt x="246" y="188"/>
                  <a:pt x="246" y="188"/>
                  <a:pt x="246" y="188"/>
                </a:cubicBezTo>
                <a:cubicBezTo>
                  <a:pt x="242" y="188"/>
                  <a:pt x="239" y="190"/>
                  <a:pt x="238" y="193"/>
                </a:cubicBezTo>
                <a:cubicBezTo>
                  <a:pt x="232" y="208"/>
                  <a:pt x="232" y="208"/>
                  <a:pt x="232" y="208"/>
                </a:cubicBezTo>
                <a:cubicBezTo>
                  <a:pt x="231" y="211"/>
                  <a:pt x="231" y="214"/>
                  <a:pt x="234" y="217"/>
                </a:cubicBezTo>
                <a:cubicBezTo>
                  <a:pt x="235" y="218"/>
                  <a:pt x="235" y="218"/>
                  <a:pt x="235" y="218"/>
                </a:cubicBezTo>
                <a:cubicBezTo>
                  <a:pt x="218" y="235"/>
                  <a:pt x="218" y="235"/>
                  <a:pt x="218" y="235"/>
                </a:cubicBezTo>
                <a:cubicBezTo>
                  <a:pt x="217" y="234"/>
                  <a:pt x="217" y="234"/>
                  <a:pt x="217" y="234"/>
                </a:cubicBezTo>
                <a:cubicBezTo>
                  <a:pt x="214" y="231"/>
                  <a:pt x="211" y="231"/>
                  <a:pt x="208" y="232"/>
                </a:cubicBezTo>
                <a:cubicBezTo>
                  <a:pt x="193" y="238"/>
                  <a:pt x="193" y="238"/>
                  <a:pt x="193" y="238"/>
                </a:cubicBezTo>
                <a:cubicBezTo>
                  <a:pt x="190" y="239"/>
                  <a:pt x="188" y="242"/>
                  <a:pt x="188" y="246"/>
                </a:cubicBezTo>
                <a:cubicBezTo>
                  <a:pt x="188" y="248"/>
                  <a:pt x="188" y="248"/>
                  <a:pt x="188" y="248"/>
                </a:cubicBezTo>
                <a:cubicBezTo>
                  <a:pt x="164" y="248"/>
                  <a:pt x="164" y="248"/>
                  <a:pt x="164" y="248"/>
                </a:cubicBezTo>
                <a:cubicBezTo>
                  <a:pt x="164" y="246"/>
                  <a:pt x="164" y="246"/>
                  <a:pt x="164" y="246"/>
                </a:cubicBezTo>
                <a:cubicBezTo>
                  <a:pt x="164" y="242"/>
                  <a:pt x="162" y="239"/>
                  <a:pt x="159" y="238"/>
                </a:cubicBezTo>
                <a:cubicBezTo>
                  <a:pt x="144" y="232"/>
                  <a:pt x="144" y="232"/>
                  <a:pt x="144" y="232"/>
                </a:cubicBezTo>
                <a:cubicBezTo>
                  <a:pt x="143" y="232"/>
                  <a:pt x="142" y="231"/>
                  <a:pt x="141" y="231"/>
                </a:cubicBezTo>
                <a:cubicBezTo>
                  <a:pt x="139" y="231"/>
                  <a:pt x="137" y="232"/>
                  <a:pt x="135" y="234"/>
                </a:cubicBezTo>
                <a:cubicBezTo>
                  <a:pt x="134" y="235"/>
                  <a:pt x="134" y="235"/>
                  <a:pt x="134" y="235"/>
                </a:cubicBezTo>
                <a:cubicBezTo>
                  <a:pt x="117" y="218"/>
                  <a:pt x="117" y="218"/>
                  <a:pt x="117" y="218"/>
                </a:cubicBezTo>
                <a:cubicBezTo>
                  <a:pt x="118" y="217"/>
                  <a:pt x="118" y="217"/>
                  <a:pt x="118" y="217"/>
                </a:cubicBezTo>
                <a:cubicBezTo>
                  <a:pt x="121" y="214"/>
                  <a:pt x="121" y="211"/>
                  <a:pt x="120" y="208"/>
                </a:cubicBezTo>
                <a:cubicBezTo>
                  <a:pt x="114" y="193"/>
                  <a:pt x="114" y="193"/>
                  <a:pt x="114" y="193"/>
                </a:cubicBezTo>
                <a:cubicBezTo>
                  <a:pt x="113" y="190"/>
                  <a:pt x="110" y="188"/>
                  <a:pt x="106" y="188"/>
                </a:cubicBezTo>
                <a:cubicBezTo>
                  <a:pt x="104" y="188"/>
                  <a:pt x="104" y="188"/>
                  <a:pt x="104" y="188"/>
                </a:cubicBezTo>
                <a:cubicBezTo>
                  <a:pt x="104" y="164"/>
                  <a:pt x="104" y="164"/>
                  <a:pt x="104" y="164"/>
                </a:cubicBezTo>
                <a:cubicBezTo>
                  <a:pt x="106" y="164"/>
                  <a:pt x="106" y="164"/>
                  <a:pt x="106" y="164"/>
                </a:cubicBezTo>
                <a:cubicBezTo>
                  <a:pt x="110" y="164"/>
                  <a:pt x="113" y="162"/>
                  <a:pt x="114" y="159"/>
                </a:cubicBezTo>
                <a:cubicBezTo>
                  <a:pt x="120" y="144"/>
                  <a:pt x="120" y="144"/>
                  <a:pt x="120" y="144"/>
                </a:cubicBezTo>
                <a:cubicBezTo>
                  <a:pt x="121" y="141"/>
                  <a:pt x="121" y="138"/>
                  <a:pt x="118" y="135"/>
                </a:cubicBezTo>
                <a:cubicBezTo>
                  <a:pt x="117" y="134"/>
                  <a:pt x="117" y="134"/>
                  <a:pt x="117" y="134"/>
                </a:cubicBezTo>
                <a:cubicBezTo>
                  <a:pt x="134" y="117"/>
                  <a:pt x="134" y="117"/>
                  <a:pt x="134" y="117"/>
                </a:cubicBezTo>
                <a:cubicBezTo>
                  <a:pt x="135" y="118"/>
                  <a:pt x="135" y="118"/>
                  <a:pt x="135" y="118"/>
                </a:cubicBezTo>
                <a:cubicBezTo>
                  <a:pt x="138" y="121"/>
                  <a:pt x="141" y="121"/>
                  <a:pt x="144" y="120"/>
                </a:cubicBezTo>
                <a:cubicBezTo>
                  <a:pt x="159" y="114"/>
                  <a:pt x="159" y="114"/>
                  <a:pt x="159" y="114"/>
                </a:cubicBezTo>
                <a:cubicBezTo>
                  <a:pt x="162" y="113"/>
                  <a:pt x="164" y="110"/>
                  <a:pt x="164" y="106"/>
                </a:cubicBezTo>
                <a:cubicBezTo>
                  <a:pt x="164" y="104"/>
                  <a:pt x="164" y="104"/>
                  <a:pt x="164" y="104"/>
                </a:cubicBezTo>
                <a:cubicBezTo>
                  <a:pt x="188" y="104"/>
                  <a:pt x="188" y="104"/>
                  <a:pt x="188" y="104"/>
                </a:cubicBezTo>
                <a:cubicBezTo>
                  <a:pt x="188" y="106"/>
                  <a:pt x="188" y="106"/>
                  <a:pt x="188" y="106"/>
                </a:cubicBezTo>
                <a:cubicBezTo>
                  <a:pt x="188" y="110"/>
                  <a:pt x="190" y="113"/>
                  <a:pt x="193" y="114"/>
                </a:cubicBezTo>
                <a:cubicBezTo>
                  <a:pt x="208" y="120"/>
                  <a:pt x="208" y="120"/>
                  <a:pt x="208" y="120"/>
                </a:cubicBezTo>
                <a:cubicBezTo>
                  <a:pt x="211" y="121"/>
                  <a:pt x="214" y="121"/>
                  <a:pt x="217" y="118"/>
                </a:cubicBezTo>
                <a:cubicBezTo>
                  <a:pt x="218" y="117"/>
                  <a:pt x="218" y="117"/>
                  <a:pt x="218" y="117"/>
                </a:cubicBezTo>
                <a:cubicBezTo>
                  <a:pt x="235" y="134"/>
                  <a:pt x="235" y="134"/>
                  <a:pt x="235" y="134"/>
                </a:cubicBezTo>
                <a:cubicBezTo>
                  <a:pt x="234" y="135"/>
                  <a:pt x="234" y="135"/>
                  <a:pt x="234" y="135"/>
                </a:cubicBezTo>
                <a:cubicBezTo>
                  <a:pt x="231" y="138"/>
                  <a:pt x="231" y="141"/>
                  <a:pt x="232" y="144"/>
                </a:cubicBezTo>
                <a:cubicBezTo>
                  <a:pt x="238" y="159"/>
                  <a:pt x="238" y="159"/>
                  <a:pt x="238" y="159"/>
                </a:cubicBezTo>
                <a:cubicBezTo>
                  <a:pt x="240" y="162"/>
                  <a:pt x="242" y="164"/>
                  <a:pt x="246" y="164"/>
                </a:cubicBezTo>
                <a:cubicBezTo>
                  <a:pt x="248" y="164"/>
                  <a:pt x="248" y="164"/>
                  <a:pt x="248" y="164"/>
                </a:cubicBezTo>
                <a:lnTo>
                  <a:pt x="248" y="188"/>
                </a:lnTo>
                <a:close/>
                <a:moveTo>
                  <a:pt x="176" y="132"/>
                </a:moveTo>
                <a:cubicBezTo>
                  <a:pt x="152" y="132"/>
                  <a:pt x="132" y="152"/>
                  <a:pt x="132" y="176"/>
                </a:cubicBezTo>
                <a:cubicBezTo>
                  <a:pt x="132" y="200"/>
                  <a:pt x="152" y="220"/>
                  <a:pt x="176" y="220"/>
                </a:cubicBezTo>
                <a:cubicBezTo>
                  <a:pt x="200" y="220"/>
                  <a:pt x="220" y="200"/>
                  <a:pt x="220" y="176"/>
                </a:cubicBezTo>
                <a:cubicBezTo>
                  <a:pt x="220" y="152"/>
                  <a:pt x="200" y="132"/>
                  <a:pt x="176" y="132"/>
                </a:cubicBezTo>
                <a:close/>
                <a:moveTo>
                  <a:pt x="176" y="212"/>
                </a:moveTo>
                <a:cubicBezTo>
                  <a:pt x="156" y="212"/>
                  <a:pt x="140" y="196"/>
                  <a:pt x="140" y="176"/>
                </a:cubicBezTo>
                <a:cubicBezTo>
                  <a:pt x="140" y="156"/>
                  <a:pt x="156" y="140"/>
                  <a:pt x="176" y="140"/>
                </a:cubicBezTo>
                <a:cubicBezTo>
                  <a:pt x="196" y="140"/>
                  <a:pt x="212" y="156"/>
                  <a:pt x="212" y="176"/>
                </a:cubicBezTo>
                <a:cubicBezTo>
                  <a:pt x="212" y="196"/>
                  <a:pt x="196" y="212"/>
                  <a:pt x="176" y="212"/>
                </a:cubicBezTo>
                <a:close/>
                <a:moveTo>
                  <a:pt x="112" y="248"/>
                </a:moveTo>
                <a:cubicBezTo>
                  <a:pt x="109" y="248"/>
                  <a:pt x="107" y="248"/>
                  <a:pt x="104" y="248"/>
                </a:cubicBezTo>
                <a:cubicBezTo>
                  <a:pt x="52" y="248"/>
                  <a:pt x="8" y="228"/>
                  <a:pt x="8" y="204"/>
                </a:cubicBezTo>
                <a:cubicBezTo>
                  <a:pt x="8" y="168"/>
                  <a:pt x="8" y="168"/>
                  <a:pt x="8" y="168"/>
                </a:cubicBezTo>
                <a:cubicBezTo>
                  <a:pt x="20" y="183"/>
                  <a:pt x="46" y="195"/>
                  <a:pt x="80" y="199"/>
                </a:cubicBezTo>
                <a:cubicBezTo>
                  <a:pt x="80" y="199"/>
                  <a:pt x="80" y="199"/>
                  <a:pt x="80" y="199"/>
                </a:cubicBezTo>
                <a:cubicBezTo>
                  <a:pt x="82" y="199"/>
                  <a:pt x="84" y="197"/>
                  <a:pt x="84" y="195"/>
                </a:cubicBezTo>
                <a:cubicBezTo>
                  <a:pt x="84" y="193"/>
                  <a:pt x="83" y="191"/>
                  <a:pt x="80" y="191"/>
                </a:cubicBezTo>
                <a:cubicBezTo>
                  <a:pt x="38" y="186"/>
                  <a:pt x="8" y="168"/>
                  <a:pt x="8" y="148"/>
                </a:cubicBezTo>
                <a:cubicBezTo>
                  <a:pt x="8" y="112"/>
                  <a:pt x="8" y="112"/>
                  <a:pt x="8" y="112"/>
                </a:cubicBezTo>
                <a:cubicBezTo>
                  <a:pt x="21" y="128"/>
                  <a:pt x="50" y="140"/>
                  <a:pt x="87" y="143"/>
                </a:cubicBezTo>
                <a:cubicBezTo>
                  <a:pt x="87" y="143"/>
                  <a:pt x="87" y="143"/>
                  <a:pt x="87" y="143"/>
                </a:cubicBezTo>
                <a:cubicBezTo>
                  <a:pt x="89" y="143"/>
                  <a:pt x="91" y="142"/>
                  <a:pt x="91" y="140"/>
                </a:cubicBezTo>
                <a:cubicBezTo>
                  <a:pt x="91" y="137"/>
                  <a:pt x="90" y="135"/>
                  <a:pt x="87" y="135"/>
                </a:cubicBezTo>
                <a:cubicBezTo>
                  <a:pt x="42" y="132"/>
                  <a:pt x="8" y="113"/>
                  <a:pt x="8" y="92"/>
                </a:cubicBezTo>
                <a:cubicBezTo>
                  <a:pt x="8" y="61"/>
                  <a:pt x="8" y="61"/>
                  <a:pt x="8" y="61"/>
                </a:cubicBezTo>
                <a:cubicBezTo>
                  <a:pt x="24" y="77"/>
                  <a:pt x="60" y="88"/>
                  <a:pt x="104" y="88"/>
                </a:cubicBezTo>
                <a:cubicBezTo>
                  <a:pt x="148" y="88"/>
                  <a:pt x="184" y="77"/>
                  <a:pt x="200" y="61"/>
                </a:cubicBezTo>
                <a:cubicBezTo>
                  <a:pt x="200" y="84"/>
                  <a:pt x="200" y="84"/>
                  <a:pt x="200" y="84"/>
                </a:cubicBezTo>
                <a:cubicBezTo>
                  <a:pt x="200" y="86"/>
                  <a:pt x="202" y="88"/>
                  <a:pt x="204" y="88"/>
                </a:cubicBezTo>
                <a:cubicBezTo>
                  <a:pt x="206" y="88"/>
                  <a:pt x="208" y="86"/>
                  <a:pt x="208" y="84"/>
                </a:cubicBezTo>
                <a:cubicBezTo>
                  <a:pt x="208" y="44"/>
                  <a:pt x="208" y="44"/>
                  <a:pt x="208" y="44"/>
                </a:cubicBezTo>
                <a:cubicBezTo>
                  <a:pt x="208" y="19"/>
                  <a:pt x="162" y="0"/>
                  <a:pt x="104" y="0"/>
                </a:cubicBezTo>
                <a:cubicBezTo>
                  <a:pt x="46" y="0"/>
                  <a:pt x="0" y="19"/>
                  <a:pt x="0" y="44"/>
                </a:cubicBezTo>
                <a:cubicBezTo>
                  <a:pt x="0" y="204"/>
                  <a:pt x="0" y="204"/>
                  <a:pt x="0" y="204"/>
                </a:cubicBezTo>
                <a:cubicBezTo>
                  <a:pt x="0" y="233"/>
                  <a:pt x="46" y="256"/>
                  <a:pt x="104" y="256"/>
                </a:cubicBezTo>
                <a:cubicBezTo>
                  <a:pt x="107" y="256"/>
                  <a:pt x="109" y="256"/>
                  <a:pt x="112" y="256"/>
                </a:cubicBezTo>
                <a:cubicBezTo>
                  <a:pt x="114" y="256"/>
                  <a:pt x="116" y="254"/>
                  <a:pt x="116" y="252"/>
                </a:cubicBezTo>
                <a:cubicBezTo>
                  <a:pt x="116" y="249"/>
                  <a:pt x="114" y="248"/>
                  <a:pt x="112" y="248"/>
                </a:cubicBezTo>
                <a:close/>
                <a:moveTo>
                  <a:pt x="104" y="8"/>
                </a:moveTo>
                <a:cubicBezTo>
                  <a:pt x="161" y="8"/>
                  <a:pt x="200" y="27"/>
                  <a:pt x="200" y="44"/>
                </a:cubicBezTo>
                <a:cubicBezTo>
                  <a:pt x="200" y="61"/>
                  <a:pt x="161" y="80"/>
                  <a:pt x="104" y="80"/>
                </a:cubicBezTo>
                <a:cubicBezTo>
                  <a:pt x="47" y="80"/>
                  <a:pt x="8" y="61"/>
                  <a:pt x="8" y="44"/>
                </a:cubicBezTo>
                <a:cubicBezTo>
                  <a:pt x="8" y="27"/>
                  <a:pt x="47" y="8"/>
                  <a:pt x="104" y="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18" name="Freeform 314">
            <a:extLst>
              <a:ext uri="{FF2B5EF4-FFF2-40B4-BE49-F238E27FC236}">
                <a16:creationId xmlns:a16="http://schemas.microsoft.com/office/drawing/2014/main" id="{7120D735-B14E-4F13-9129-1F59B4EA0BD2}"/>
              </a:ext>
            </a:extLst>
          </p:cNvPr>
          <p:cNvSpPr>
            <a:spLocks noChangeAspect="1" noEditPoints="1"/>
          </p:cNvSpPr>
          <p:nvPr/>
        </p:nvSpPr>
        <p:spPr bwMode="auto">
          <a:xfrm>
            <a:off x="8346006" y="5300664"/>
            <a:ext cx="336550" cy="400050"/>
          </a:xfrm>
          <a:custGeom>
            <a:avLst/>
            <a:gdLst>
              <a:gd name="T0" fmla="*/ 108 w 216"/>
              <a:gd name="T1" fmla="*/ 0 h 256"/>
              <a:gd name="T2" fmla="*/ 0 w 216"/>
              <a:gd name="T3" fmla="*/ 44 h 256"/>
              <a:gd name="T4" fmla="*/ 0 w 216"/>
              <a:gd name="T5" fmla="*/ 204 h 256"/>
              <a:gd name="T6" fmla="*/ 108 w 216"/>
              <a:gd name="T7" fmla="*/ 256 h 256"/>
              <a:gd name="T8" fmla="*/ 216 w 216"/>
              <a:gd name="T9" fmla="*/ 204 h 256"/>
              <a:gd name="T10" fmla="*/ 216 w 216"/>
              <a:gd name="T11" fmla="*/ 44 h 256"/>
              <a:gd name="T12" fmla="*/ 108 w 216"/>
              <a:gd name="T13" fmla="*/ 0 h 256"/>
              <a:gd name="T14" fmla="*/ 108 w 216"/>
              <a:gd name="T15" fmla="*/ 8 h 256"/>
              <a:gd name="T16" fmla="*/ 208 w 216"/>
              <a:gd name="T17" fmla="*/ 44 h 256"/>
              <a:gd name="T18" fmla="*/ 108 w 216"/>
              <a:gd name="T19" fmla="*/ 80 h 256"/>
              <a:gd name="T20" fmla="*/ 8 w 216"/>
              <a:gd name="T21" fmla="*/ 44 h 256"/>
              <a:gd name="T22" fmla="*/ 108 w 216"/>
              <a:gd name="T23" fmla="*/ 8 h 256"/>
              <a:gd name="T24" fmla="*/ 208 w 216"/>
              <a:gd name="T25" fmla="*/ 204 h 256"/>
              <a:gd name="T26" fmla="*/ 108 w 216"/>
              <a:gd name="T27" fmla="*/ 248 h 256"/>
              <a:gd name="T28" fmla="*/ 8 w 216"/>
              <a:gd name="T29" fmla="*/ 204 h 256"/>
              <a:gd name="T30" fmla="*/ 8 w 216"/>
              <a:gd name="T31" fmla="*/ 168 h 256"/>
              <a:gd name="T32" fmla="*/ 108 w 216"/>
              <a:gd name="T33" fmla="*/ 200 h 256"/>
              <a:gd name="T34" fmla="*/ 208 w 216"/>
              <a:gd name="T35" fmla="*/ 168 h 256"/>
              <a:gd name="T36" fmla="*/ 208 w 216"/>
              <a:gd name="T37" fmla="*/ 204 h 256"/>
              <a:gd name="T38" fmla="*/ 208 w 216"/>
              <a:gd name="T39" fmla="*/ 148 h 256"/>
              <a:gd name="T40" fmla="*/ 108 w 216"/>
              <a:gd name="T41" fmla="*/ 192 h 256"/>
              <a:gd name="T42" fmla="*/ 8 w 216"/>
              <a:gd name="T43" fmla="*/ 148 h 256"/>
              <a:gd name="T44" fmla="*/ 8 w 216"/>
              <a:gd name="T45" fmla="*/ 112 h 256"/>
              <a:gd name="T46" fmla="*/ 108 w 216"/>
              <a:gd name="T47" fmla="*/ 144 h 256"/>
              <a:gd name="T48" fmla="*/ 208 w 216"/>
              <a:gd name="T49" fmla="*/ 112 h 256"/>
              <a:gd name="T50" fmla="*/ 208 w 216"/>
              <a:gd name="T51" fmla="*/ 148 h 256"/>
              <a:gd name="T52" fmla="*/ 208 w 216"/>
              <a:gd name="T53" fmla="*/ 92 h 256"/>
              <a:gd name="T54" fmla="*/ 108 w 216"/>
              <a:gd name="T55" fmla="*/ 136 h 256"/>
              <a:gd name="T56" fmla="*/ 8 w 216"/>
              <a:gd name="T57" fmla="*/ 92 h 256"/>
              <a:gd name="T58" fmla="*/ 8 w 216"/>
              <a:gd name="T59" fmla="*/ 61 h 256"/>
              <a:gd name="T60" fmla="*/ 108 w 216"/>
              <a:gd name="T61" fmla="*/ 88 h 256"/>
              <a:gd name="T62" fmla="*/ 208 w 216"/>
              <a:gd name="T63" fmla="*/ 61 h 256"/>
              <a:gd name="T64" fmla="*/ 208 w 216"/>
              <a:gd name="T65" fmla="*/ 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 h="256">
                <a:moveTo>
                  <a:pt x="108" y="0"/>
                </a:moveTo>
                <a:cubicBezTo>
                  <a:pt x="47" y="0"/>
                  <a:pt x="0" y="19"/>
                  <a:pt x="0" y="44"/>
                </a:cubicBezTo>
                <a:cubicBezTo>
                  <a:pt x="0" y="204"/>
                  <a:pt x="0" y="204"/>
                  <a:pt x="0" y="204"/>
                </a:cubicBezTo>
                <a:cubicBezTo>
                  <a:pt x="0" y="233"/>
                  <a:pt x="47" y="256"/>
                  <a:pt x="108" y="256"/>
                </a:cubicBezTo>
                <a:cubicBezTo>
                  <a:pt x="169" y="256"/>
                  <a:pt x="216" y="233"/>
                  <a:pt x="216" y="204"/>
                </a:cubicBezTo>
                <a:cubicBezTo>
                  <a:pt x="216" y="44"/>
                  <a:pt x="216" y="44"/>
                  <a:pt x="216" y="44"/>
                </a:cubicBezTo>
                <a:cubicBezTo>
                  <a:pt x="216" y="19"/>
                  <a:pt x="169" y="0"/>
                  <a:pt x="108" y="0"/>
                </a:cubicBezTo>
                <a:close/>
                <a:moveTo>
                  <a:pt x="108" y="8"/>
                </a:moveTo>
                <a:cubicBezTo>
                  <a:pt x="168" y="8"/>
                  <a:pt x="208" y="27"/>
                  <a:pt x="208" y="44"/>
                </a:cubicBezTo>
                <a:cubicBezTo>
                  <a:pt x="208" y="61"/>
                  <a:pt x="168" y="80"/>
                  <a:pt x="108" y="80"/>
                </a:cubicBezTo>
                <a:cubicBezTo>
                  <a:pt x="48" y="80"/>
                  <a:pt x="8" y="61"/>
                  <a:pt x="8" y="44"/>
                </a:cubicBezTo>
                <a:cubicBezTo>
                  <a:pt x="8" y="27"/>
                  <a:pt x="48" y="8"/>
                  <a:pt x="108" y="8"/>
                </a:cubicBezTo>
                <a:close/>
                <a:moveTo>
                  <a:pt x="208" y="204"/>
                </a:moveTo>
                <a:cubicBezTo>
                  <a:pt x="208" y="228"/>
                  <a:pt x="162" y="248"/>
                  <a:pt x="108" y="248"/>
                </a:cubicBezTo>
                <a:cubicBezTo>
                  <a:pt x="54" y="248"/>
                  <a:pt x="8" y="228"/>
                  <a:pt x="8" y="204"/>
                </a:cubicBezTo>
                <a:cubicBezTo>
                  <a:pt x="8" y="168"/>
                  <a:pt x="8" y="168"/>
                  <a:pt x="8" y="168"/>
                </a:cubicBezTo>
                <a:cubicBezTo>
                  <a:pt x="24" y="187"/>
                  <a:pt x="62" y="200"/>
                  <a:pt x="108" y="200"/>
                </a:cubicBezTo>
                <a:cubicBezTo>
                  <a:pt x="154" y="200"/>
                  <a:pt x="192" y="187"/>
                  <a:pt x="208" y="168"/>
                </a:cubicBezTo>
                <a:lnTo>
                  <a:pt x="208" y="204"/>
                </a:lnTo>
                <a:close/>
                <a:moveTo>
                  <a:pt x="208" y="148"/>
                </a:moveTo>
                <a:cubicBezTo>
                  <a:pt x="208" y="172"/>
                  <a:pt x="162" y="192"/>
                  <a:pt x="108" y="192"/>
                </a:cubicBezTo>
                <a:cubicBezTo>
                  <a:pt x="54" y="192"/>
                  <a:pt x="8" y="172"/>
                  <a:pt x="8" y="148"/>
                </a:cubicBezTo>
                <a:cubicBezTo>
                  <a:pt x="8" y="112"/>
                  <a:pt x="8" y="112"/>
                  <a:pt x="8" y="112"/>
                </a:cubicBezTo>
                <a:cubicBezTo>
                  <a:pt x="24" y="131"/>
                  <a:pt x="62" y="144"/>
                  <a:pt x="108" y="144"/>
                </a:cubicBezTo>
                <a:cubicBezTo>
                  <a:pt x="154" y="144"/>
                  <a:pt x="192" y="131"/>
                  <a:pt x="208" y="112"/>
                </a:cubicBezTo>
                <a:lnTo>
                  <a:pt x="208" y="148"/>
                </a:lnTo>
                <a:close/>
                <a:moveTo>
                  <a:pt x="208" y="92"/>
                </a:moveTo>
                <a:cubicBezTo>
                  <a:pt x="208" y="116"/>
                  <a:pt x="162" y="136"/>
                  <a:pt x="108" y="136"/>
                </a:cubicBezTo>
                <a:cubicBezTo>
                  <a:pt x="54" y="136"/>
                  <a:pt x="8" y="116"/>
                  <a:pt x="8" y="92"/>
                </a:cubicBezTo>
                <a:cubicBezTo>
                  <a:pt x="8" y="61"/>
                  <a:pt x="8" y="61"/>
                  <a:pt x="8" y="61"/>
                </a:cubicBezTo>
                <a:cubicBezTo>
                  <a:pt x="24" y="77"/>
                  <a:pt x="62" y="88"/>
                  <a:pt x="108" y="88"/>
                </a:cubicBezTo>
                <a:cubicBezTo>
                  <a:pt x="154" y="88"/>
                  <a:pt x="192" y="77"/>
                  <a:pt x="208" y="61"/>
                </a:cubicBezTo>
                <a:lnTo>
                  <a:pt x="208" y="9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21" name="Freeform 318">
            <a:extLst>
              <a:ext uri="{FF2B5EF4-FFF2-40B4-BE49-F238E27FC236}">
                <a16:creationId xmlns:a16="http://schemas.microsoft.com/office/drawing/2014/main" id="{8160B640-7BE3-4184-A69D-C1CE8FD2E1E5}"/>
              </a:ext>
            </a:extLst>
          </p:cNvPr>
          <p:cNvSpPr>
            <a:spLocks noChangeAspect="1" noEditPoints="1"/>
          </p:cNvSpPr>
          <p:nvPr/>
        </p:nvSpPr>
        <p:spPr bwMode="auto">
          <a:xfrm>
            <a:off x="9281902" y="5300664"/>
            <a:ext cx="400050" cy="400050"/>
          </a:xfrm>
          <a:custGeom>
            <a:avLst/>
            <a:gdLst>
              <a:gd name="T0" fmla="*/ 104 w 256"/>
              <a:gd name="T1" fmla="*/ 248 h 256"/>
              <a:gd name="T2" fmla="*/ 8 w 256"/>
              <a:gd name="T3" fmla="*/ 168 h 256"/>
              <a:gd name="T4" fmla="*/ 88 w 256"/>
              <a:gd name="T5" fmla="*/ 199 h 256"/>
              <a:gd name="T6" fmla="*/ 88 w 256"/>
              <a:gd name="T7" fmla="*/ 191 h 256"/>
              <a:gd name="T8" fmla="*/ 8 w 256"/>
              <a:gd name="T9" fmla="*/ 112 h 256"/>
              <a:gd name="T10" fmla="*/ 88 w 256"/>
              <a:gd name="T11" fmla="*/ 143 h 256"/>
              <a:gd name="T12" fmla="*/ 88 w 256"/>
              <a:gd name="T13" fmla="*/ 135 h 256"/>
              <a:gd name="T14" fmla="*/ 8 w 256"/>
              <a:gd name="T15" fmla="*/ 61 h 256"/>
              <a:gd name="T16" fmla="*/ 200 w 256"/>
              <a:gd name="T17" fmla="*/ 61 h 256"/>
              <a:gd name="T18" fmla="*/ 204 w 256"/>
              <a:gd name="T19" fmla="*/ 92 h 256"/>
              <a:gd name="T20" fmla="*/ 208 w 256"/>
              <a:gd name="T21" fmla="*/ 44 h 256"/>
              <a:gd name="T22" fmla="*/ 0 w 256"/>
              <a:gd name="T23" fmla="*/ 44 h 256"/>
              <a:gd name="T24" fmla="*/ 104 w 256"/>
              <a:gd name="T25" fmla="*/ 256 h 256"/>
              <a:gd name="T26" fmla="*/ 124 w 256"/>
              <a:gd name="T27" fmla="*/ 251 h 256"/>
              <a:gd name="T28" fmla="*/ 104 w 256"/>
              <a:gd name="T29" fmla="*/ 8 h 256"/>
              <a:gd name="T30" fmla="*/ 104 w 256"/>
              <a:gd name="T31" fmla="*/ 80 h 256"/>
              <a:gd name="T32" fmla="*/ 104 w 256"/>
              <a:gd name="T33" fmla="*/ 8 h 256"/>
              <a:gd name="T34" fmla="*/ 120 w 256"/>
              <a:gd name="T35" fmla="*/ 133 h 256"/>
              <a:gd name="T36" fmla="*/ 116 w 256"/>
              <a:gd name="T37" fmla="*/ 116 h 256"/>
              <a:gd name="T38" fmla="*/ 112 w 256"/>
              <a:gd name="T39" fmla="*/ 144 h 256"/>
              <a:gd name="T40" fmla="*/ 140 w 256"/>
              <a:gd name="T41" fmla="*/ 148 h 256"/>
              <a:gd name="T42" fmla="*/ 140 w 256"/>
              <a:gd name="T43" fmla="*/ 140 h 256"/>
              <a:gd name="T44" fmla="*/ 180 w 256"/>
              <a:gd name="T45" fmla="*/ 112 h 256"/>
              <a:gd name="T46" fmla="*/ 246 w 256"/>
              <a:gd name="T47" fmla="*/ 195 h 256"/>
              <a:gd name="T48" fmla="*/ 250 w 256"/>
              <a:gd name="T49" fmla="*/ 200 h 256"/>
              <a:gd name="T50" fmla="*/ 256 w 256"/>
              <a:gd name="T51" fmla="*/ 180 h 256"/>
              <a:gd name="T52" fmla="*/ 242 w 256"/>
              <a:gd name="T53" fmla="*/ 217 h 256"/>
              <a:gd name="T54" fmla="*/ 242 w 256"/>
              <a:gd name="T55" fmla="*/ 217 h 256"/>
              <a:gd name="T56" fmla="*/ 240 w 256"/>
              <a:gd name="T57" fmla="*/ 216 h 256"/>
              <a:gd name="T58" fmla="*/ 216 w 256"/>
              <a:gd name="T59" fmla="*/ 216 h 256"/>
              <a:gd name="T60" fmla="*/ 216 w 256"/>
              <a:gd name="T61" fmla="*/ 224 h 256"/>
              <a:gd name="T62" fmla="*/ 180 w 256"/>
              <a:gd name="T63" fmla="*/ 248 h 256"/>
              <a:gd name="T64" fmla="*/ 113 w 256"/>
              <a:gd name="T65" fmla="*/ 169 h 256"/>
              <a:gd name="T66" fmla="*/ 105 w 256"/>
              <a:gd name="T67" fmla="*/ 167 h 256"/>
              <a:gd name="T68" fmla="*/ 180 w 256"/>
              <a:gd name="T69" fmla="*/ 256 h 256"/>
              <a:gd name="T70" fmla="*/ 236 w 256"/>
              <a:gd name="T71" fmla="*/ 244 h 256"/>
              <a:gd name="T72" fmla="*/ 244 w 256"/>
              <a:gd name="T73" fmla="*/ 244 h 256"/>
              <a:gd name="T74" fmla="*/ 242 w 256"/>
              <a:gd name="T75" fmla="*/ 21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6" h="256">
                <a:moveTo>
                  <a:pt x="120" y="247"/>
                </a:moveTo>
                <a:cubicBezTo>
                  <a:pt x="115" y="248"/>
                  <a:pt x="109" y="248"/>
                  <a:pt x="104" y="248"/>
                </a:cubicBezTo>
                <a:cubicBezTo>
                  <a:pt x="52" y="248"/>
                  <a:pt x="8" y="228"/>
                  <a:pt x="8" y="204"/>
                </a:cubicBezTo>
                <a:cubicBezTo>
                  <a:pt x="8" y="168"/>
                  <a:pt x="8" y="168"/>
                  <a:pt x="8" y="168"/>
                </a:cubicBezTo>
                <a:cubicBezTo>
                  <a:pt x="21" y="184"/>
                  <a:pt x="51" y="197"/>
                  <a:pt x="88" y="199"/>
                </a:cubicBezTo>
                <a:cubicBezTo>
                  <a:pt x="88" y="199"/>
                  <a:pt x="88" y="199"/>
                  <a:pt x="88" y="199"/>
                </a:cubicBezTo>
                <a:cubicBezTo>
                  <a:pt x="90" y="199"/>
                  <a:pt x="92" y="198"/>
                  <a:pt x="92" y="196"/>
                </a:cubicBezTo>
                <a:cubicBezTo>
                  <a:pt x="92" y="193"/>
                  <a:pt x="91" y="192"/>
                  <a:pt x="88" y="191"/>
                </a:cubicBezTo>
                <a:cubicBezTo>
                  <a:pt x="43" y="188"/>
                  <a:pt x="8" y="169"/>
                  <a:pt x="8" y="148"/>
                </a:cubicBezTo>
                <a:cubicBezTo>
                  <a:pt x="8" y="112"/>
                  <a:pt x="8" y="112"/>
                  <a:pt x="8" y="112"/>
                </a:cubicBezTo>
                <a:cubicBezTo>
                  <a:pt x="21" y="128"/>
                  <a:pt x="51" y="141"/>
                  <a:pt x="88" y="143"/>
                </a:cubicBezTo>
                <a:cubicBezTo>
                  <a:pt x="88" y="143"/>
                  <a:pt x="88" y="143"/>
                  <a:pt x="88" y="143"/>
                </a:cubicBezTo>
                <a:cubicBezTo>
                  <a:pt x="90" y="143"/>
                  <a:pt x="92" y="142"/>
                  <a:pt x="92" y="140"/>
                </a:cubicBezTo>
                <a:cubicBezTo>
                  <a:pt x="92" y="137"/>
                  <a:pt x="91" y="136"/>
                  <a:pt x="88" y="135"/>
                </a:cubicBezTo>
                <a:cubicBezTo>
                  <a:pt x="43" y="132"/>
                  <a:pt x="8" y="113"/>
                  <a:pt x="8" y="92"/>
                </a:cubicBezTo>
                <a:cubicBezTo>
                  <a:pt x="8" y="61"/>
                  <a:pt x="8" y="61"/>
                  <a:pt x="8" y="61"/>
                </a:cubicBezTo>
                <a:cubicBezTo>
                  <a:pt x="24" y="77"/>
                  <a:pt x="60" y="88"/>
                  <a:pt x="104" y="88"/>
                </a:cubicBezTo>
                <a:cubicBezTo>
                  <a:pt x="148" y="88"/>
                  <a:pt x="184" y="77"/>
                  <a:pt x="200" y="61"/>
                </a:cubicBezTo>
                <a:cubicBezTo>
                  <a:pt x="200" y="88"/>
                  <a:pt x="200" y="88"/>
                  <a:pt x="200" y="88"/>
                </a:cubicBezTo>
                <a:cubicBezTo>
                  <a:pt x="200" y="90"/>
                  <a:pt x="202" y="92"/>
                  <a:pt x="204" y="92"/>
                </a:cubicBezTo>
                <a:cubicBezTo>
                  <a:pt x="206" y="92"/>
                  <a:pt x="208" y="90"/>
                  <a:pt x="208" y="88"/>
                </a:cubicBezTo>
                <a:cubicBezTo>
                  <a:pt x="208" y="44"/>
                  <a:pt x="208" y="44"/>
                  <a:pt x="208" y="44"/>
                </a:cubicBezTo>
                <a:cubicBezTo>
                  <a:pt x="208" y="19"/>
                  <a:pt x="162" y="0"/>
                  <a:pt x="104" y="0"/>
                </a:cubicBezTo>
                <a:cubicBezTo>
                  <a:pt x="46" y="0"/>
                  <a:pt x="0" y="19"/>
                  <a:pt x="0" y="44"/>
                </a:cubicBezTo>
                <a:cubicBezTo>
                  <a:pt x="0" y="204"/>
                  <a:pt x="0" y="204"/>
                  <a:pt x="0" y="204"/>
                </a:cubicBezTo>
                <a:cubicBezTo>
                  <a:pt x="0" y="233"/>
                  <a:pt x="46" y="256"/>
                  <a:pt x="104" y="256"/>
                </a:cubicBezTo>
                <a:cubicBezTo>
                  <a:pt x="109" y="256"/>
                  <a:pt x="115" y="256"/>
                  <a:pt x="120" y="255"/>
                </a:cubicBezTo>
                <a:cubicBezTo>
                  <a:pt x="123" y="255"/>
                  <a:pt x="124" y="253"/>
                  <a:pt x="124" y="251"/>
                </a:cubicBezTo>
                <a:cubicBezTo>
                  <a:pt x="124" y="249"/>
                  <a:pt x="122" y="247"/>
                  <a:pt x="120" y="247"/>
                </a:cubicBezTo>
                <a:close/>
                <a:moveTo>
                  <a:pt x="104" y="8"/>
                </a:moveTo>
                <a:cubicBezTo>
                  <a:pt x="161" y="8"/>
                  <a:pt x="200" y="27"/>
                  <a:pt x="200" y="44"/>
                </a:cubicBezTo>
                <a:cubicBezTo>
                  <a:pt x="200" y="61"/>
                  <a:pt x="161" y="80"/>
                  <a:pt x="104" y="80"/>
                </a:cubicBezTo>
                <a:cubicBezTo>
                  <a:pt x="47" y="80"/>
                  <a:pt x="8" y="61"/>
                  <a:pt x="8" y="44"/>
                </a:cubicBezTo>
                <a:cubicBezTo>
                  <a:pt x="8" y="27"/>
                  <a:pt x="47" y="8"/>
                  <a:pt x="104" y="8"/>
                </a:cubicBezTo>
                <a:close/>
                <a:moveTo>
                  <a:pt x="180" y="104"/>
                </a:moveTo>
                <a:cubicBezTo>
                  <a:pt x="156" y="104"/>
                  <a:pt x="134" y="115"/>
                  <a:pt x="120" y="133"/>
                </a:cubicBezTo>
                <a:cubicBezTo>
                  <a:pt x="120" y="120"/>
                  <a:pt x="120" y="120"/>
                  <a:pt x="120" y="120"/>
                </a:cubicBezTo>
                <a:cubicBezTo>
                  <a:pt x="120" y="118"/>
                  <a:pt x="118" y="116"/>
                  <a:pt x="116" y="116"/>
                </a:cubicBezTo>
                <a:cubicBezTo>
                  <a:pt x="114" y="116"/>
                  <a:pt x="112" y="118"/>
                  <a:pt x="112" y="120"/>
                </a:cubicBezTo>
                <a:cubicBezTo>
                  <a:pt x="112" y="144"/>
                  <a:pt x="112" y="144"/>
                  <a:pt x="112" y="144"/>
                </a:cubicBezTo>
                <a:cubicBezTo>
                  <a:pt x="112" y="146"/>
                  <a:pt x="114" y="148"/>
                  <a:pt x="116" y="148"/>
                </a:cubicBezTo>
                <a:cubicBezTo>
                  <a:pt x="140" y="148"/>
                  <a:pt x="140" y="148"/>
                  <a:pt x="140" y="148"/>
                </a:cubicBezTo>
                <a:cubicBezTo>
                  <a:pt x="142" y="148"/>
                  <a:pt x="144" y="146"/>
                  <a:pt x="144" y="144"/>
                </a:cubicBezTo>
                <a:cubicBezTo>
                  <a:pt x="144" y="142"/>
                  <a:pt x="142" y="140"/>
                  <a:pt x="140" y="140"/>
                </a:cubicBezTo>
                <a:cubicBezTo>
                  <a:pt x="125" y="140"/>
                  <a:pt x="125" y="140"/>
                  <a:pt x="125" y="140"/>
                </a:cubicBezTo>
                <a:cubicBezTo>
                  <a:pt x="138" y="122"/>
                  <a:pt x="158" y="112"/>
                  <a:pt x="180" y="112"/>
                </a:cubicBezTo>
                <a:cubicBezTo>
                  <a:pt x="217" y="112"/>
                  <a:pt x="248" y="143"/>
                  <a:pt x="248" y="180"/>
                </a:cubicBezTo>
                <a:cubicBezTo>
                  <a:pt x="248" y="185"/>
                  <a:pt x="247" y="190"/>
                  <a:pt x="246" y="195"/>
                </a:cubicBezTo>
                <a:cubicBezTo>
                  <a:pt x="246" y="197"/>
                  <a:pt x="247" y="199"/>
                  <a:pt x="249" y="200"/>
                </a:cubicBezTo>
                <a:cubicBezTo>
                  <a:pt x="250" y="200"/>
                  <a:pt x="250" y="200"/>
                  <a:pt x="250" y="200"/>
                </a:cubicBezTo>
                <a:cubicBezTo>
                  <a:pt x="252" y="200"/>
                  <a:pt x="254" y="199"/>
                  <a:pt x="254" y="197"/>
                </a:cubicBezTo>
                <a:cubicBezTo>
                  <a:pt x="255" y="191"/>
                  <a:pt x="256" y="186"/>
                  <a:pt x="256" y="180"/>
                </a:cubicBezTo>
                <a:cubicBezTo>
                  <a:pt x="256" y="138"/>
                  <a:pt x="222" y="104"/>
                  <a:pt x="180" y="104"/>
                </a:cubicBezTo>
                <a:close/>
                <a:moveTo>
                  <a:pt x="242" y="217"/>
                </a:moveTo>
                <a:cubicBezTo>
                  <a:pt x="242" y="217"/>
                  <a:pt x="242" y="217"/>
                  <a:pt x="242" y="217"/>
                </a:cubicBezTo>
                <a:cubicBezTo>
                  <a:pt x="242" y="217"/>
                  <a:pt x="242" y="217"/>
                  <a:pt x="242" y="217"/>
                </a:cubicBezTo>
                <a:cubicBezTo>
                  <a:pt x="242" y="216"/>
                  <a:pt x="241" y="216"/>
                  <a:pt x="241" y="216"/>
                </a:cubicBezTo>
                <a:cubicBezTo>
                  <a:pt x="241" y="216"/>
                  <a:pt x="241" y="216"/>
                  <a:pt x="240" y="216"/>
                </a:cubicBezTo>
                <a:cubicBezTo>
                  <a:pt x="240" y="216"/>
                  <a:pt x="240" y="216"/>
                  <a:pt x="240" y="216"/>
                </a:cubicBezTo>
                <a:cubicBezTo>
                  <a:pt x="216" y="216"/>
                  <a:pt x="216" y="216"/>
                  <a:pt x="216" y="216"/>
                </a:cubicBezTo>
                <a:cubicBezTo>
                  <a:pt x="214" y="216"/>
                  <a:pt x="212" y="218"/>
                  <a:pt x="212" y="220"/>
                </a:cubicBezTo>
                <a:cubicBezTo>
                  <a:pt x="212" y="222"/>
                  <a:pt x="214" y="224"/>
                  <a:pt x="216" y="224"/>
                </a:cubicBezTo>
                <a:cubicBezTo>
                  <a:pt x="232" y="224"/>
                  <a:pt x="232" y="224"/>
                  <a:pt x="232" y="224"/>
                </a:cubicBezTo>
                <a:cubicBezTo>
                  <a:pt x="219" y="239"/>
                  <a:pt x="200" y="248"/>
                  <a:pt x="180" y="248"/>
                </a:cubicBezTo>
                <a:cubicBezTo>
                  <a:pt x="143" y="248"/>
                  <a:pt x="112" y="217"/>
                  <a:pt x="112" y="180"/>
                </a:cubicBezTo>
                <a:cubicBezTo>
                  <a:pt x="112" y="176"/>
                  <a:pt x="112" y="172"/>
                  <a:pt x="113" y="169"/>
                </a:cubicBezTo>
                <a:cubicBezTo>
                  <a:pt x="113" y="166"/>
                  <a:pt x="112" y="164"/>
                  <a:pt x="110" y="164"/>
                </a:cubicBezTo>
                <a:cubicBezTo>
                  <a:pt x="107" y="164"/>
                  <a:pt x="105" y="165"/>
                  <a:pt x="105" y="167"/>
                </a:cubicBezTo>
                <a:cubicBezTo>
                  <a:pt x="104" y="172"/>
                  <a:pt x="104" y="176"/>
                  <a:pt x="104" y="180"/>
                </a:cubicBezTo>
                <a:cubicBezTo>
                  <a:pt x="104" y="222"/>
                  <a:pt x="138" y="256"/>
                  <a:pt x="180" y="256"/>
                </a:cubicBezTo>
                <a:cubicBezTo>
                  <a:pt x="202" y="256"/>
                  <a:pt x="222" y="247"/>
                  <a:pt x="236" y="231"/>
                </a:cubicBezTo>
                <a:cubicBezTo>
                  <a:pt x="236" y="244"/>
                  <a:pt x="236" y="244"/>
                  <a:pt x="236" y="244"/>
                </a:cubicBezTo>
                <a:cubicBezTo>
                  <a:pt x="236" y="246"/>
                  <a:pt x="238" y="248"/>
                  <a:pt x="240" y="248"/>
                </a:cubicBezTo>
                <a:cubicBezTo>
                  <a:pt x="242" y="248"/>
                  <a:pt x="244" y="246"/>
                  <a:pt x="244" y="244"/>
                </a:cubicBezTo>
                <a:cubicBezTo>
                  <a:pt x="244" y="220"/>
                  <a:pt x="244" y="220"/>
                  <a:pt x="244" y="220"/>
                </a:cubicBezTo>
                <a:cubicBezTo>
                  <a:pt x="244" y="219"/>
                  <a:pt x="243" y="217"/>
                  <a:pt x="242" y="21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24" name="Freeform 322">
            <a:extLst>
              <a:ext uri="{FF2B5EF4-FFF2-40B4-BE49-F238E27FC236}">
                <a16:creationId xmlns:a16="http://schemas.microsoft.com/office/drawing/2014/main" id="{BE9BD08A-F5DE-4D3B-8BC0-A277F1DD5913}"/>
              </a:ext>
            </a:extLst>
          </p:cNvPr>
          <p:cNvSpPr>
            <a:spLocks noChangeAspect="1" noEditPoints="1"/>
          </p:cNvSpPr>
          <p:nvPr/>
        </p:nvSpPr>
        <p:spPr bwMode="auto">
          <a:xfrm>
            <a:off x="10249548" y="5300664"/>
            <a:ext cx="400050" cy="400050"/>
          </a:xfrm>
          <a:custGeom>
            <a:avLst/>
            <a:gdLst>
              <a:gd name="T0" fmla="*/ 143 w 256"/>
              <a:gd name="T1" fmla="*/ 244 h 256"/>
              <a:gd name="T2" fmla="*/ 104 w 256"/>
              <a:gd name="T3" fmla="*/ 248 h 256"/>
              <a:gd name="T4" fmla="*/ 8 w 256"/>
              <a:gd name="T5" fmla="*/ 204 h 256"/>
              <a:gd name="T6" fmla="*/ 8 w 256"/>
              <a:gd name="T7" fmla="*/ 168 h 256"/>
              <a:gd name="T8" fmla="*/ 100 w 256"/>
              <a:gd name="T9" fmla="*/ 200 h 256"/>
              <a:gd name="T10" fmla="*/ 104 w 256"/>
              <a:gd name="T11" fmla="*/ 200 h 256"/>
              <a:gd name="T12" fmla="*/ 108 w 256"/>
              <a:gd name="T13" fmla="*/ 196 h 256"/>
              <a:gd name="T14" fmla="*/ 104 w 256"/>
              <a:gd name="T15" fmla="*/ 192 h 256"/>
              <a:gd name="T16" fmla="*/ 100 w 256"/>
              <a:gd name="T17" fmla="*/ 192 h 256"/>
              <a:gd name="T18" fmla="*/ 8 w 256"/>
              <a:gd name="T19" fmla="*/ 148 h 256"/>
              <a:gd name="T20" fmla="*/ 8 w 256"/>
              <a:gd name="T21" fmla="*/ 112 h 256"/>
              <a:gd name="T22" fmla="*/ 100 w 256"/>
              <a:gd name="T23" fmla="*/ 144 h 256"/>
              <a:gd name="T24" fmla="*/ 100 w 256"/>
              <a:gd name="T25" fmla="*/ 144 h 256"/>
              <a:gd name="T26" fmla="*/ 104 w 256"/>
              <a:gd name="T27" fmla="*/ 140 h 256"/>
              <a:gd name="T28" fmla="*/ 100 w 256"/>
              <a:gd name="T29" fmla="*/ 136 h 256"/>
              <a:gd name="T30" fmla="*/ 8 w 256"/>
              <a:gd name="T31" fmla="*/ 92 h 256"/>
              <a:gd name="T32" fmla="*/ 8 w 256"/>
              <a:gd name="T33" fmla="*/ 61 h 256"/>
              <a:gd name="T34" fmla="*/ 104 w 256"/>
              <a:gd name="T35" fmla="*/ 88 h 256"/>
              <a:gd name="T36" fmla="*/ 200 w 256"/>
              <a:gd name="T37" fmla="*/ 61 h 256"/>
              <a:gd name="T38" fmla="*/ 200 w 256"/>
              <a:gd name="T39" fmla="*/ 76 h 256"/>
              <a:gd name="T40" fmla="*/ 204 w 256"/>
              <a:gd name="T41" fmla="*/ 80 h 256"/>
              <a:gd name="T42" fmla="*/ 208 w 256"/>
              <a:gd name="T43" fmla="*/ 76 h 256"/>
              <a:gd name="T44" fmla="*/ 208 w 256"/>
              <a:gd name="T45" fmla="*/ 44 h 256"/>
              <a:gd name="T46" fmla="*/ 104 w 256"/>
              <a:gd name="T47" fmla="*/ 0 h 256"/>
              <a:gd name="T48" fmla="*/ 0 w 256"/>
              <a:gd name="T49" fmla="*/ 44 h 256"/>
              <a:gd name="T50" fmla="*/ 0 w 256"/>
              <a:gd name="T51" fmla="*/ 204 h 256"/>
              <a:gd name="T52" fmla="*/ 104 w 256"/>
              <a:gd name="T53" fmla="*/ 256 h 256"/>
              <a:gd name="T54" fmla="*/ 145 w 256"/>
              <a:gd name="T55" fmla="*/ 252 h 256"/>
              <a:gd name="T56" fmla="*/ 148 w 256"/>
              <a:gd name="T57" fmla="*/ 247 h 256"/>
              <a:gd name="T58" fmla="*/ 143 w 256"/>
              <a:gd name="T59" fmla="*/ 244 h 256"/>
              <a:gd name="T60" fmla="*/ 104 w 256"/>
              <a:gd name="T61" fmla="*/ 8 h 256"/>
              <a:gd name="T62" fmla="*/ 200 w 256"/>
              <a:gd name="T63" fmla="*/ 44 h 256"/>
              <a:gd name="T64" fmla="*/ 104 w 256"/>
              <a:gd name="T65" fmla="*/ 80 h 256"/>
              <a:gd name="T66" fmla="*/ 8 w 256"/>
              <a:gd name="T67" fmla="*/ 44 h 256"/>
              <a:gd name="T68" fmla="*/ 104 w 256"/>
              <a:gd name="T69" fmla="*/ 8 h 256"/>
              <a:gd name="T70" fmla="*/ 255 w 256"/>
              <a:gd name="T71" fmla="*/ 113 h 256"/>
              <a:gd name="T72" fmla="*/ 252 w 256"/>
              <a:gd name="T73" fmla="*/ 111 h 256"/>
              <a:gd name="T74" fmla="*/ 190 w 256"/>
              <a:gd name="T75" fmla="*/ 97 h 256"/>
              <a:gd name="T76" fmla="*/ 186 w 256"/>
              <a:gd name="T77" fmla="*/ 97 h 256"/>
              <a:gd name="T78" fmla="*/ 124 w 256"/>
              <a:gd name="T79" fmla="*/ 111 h 256"/>
              <a:gd name="T80" fmla="*/ 121 w 256"/>
              <a:gd name="T81" fmla="*/ 113 h 256"/>
              <a:gd name="T82" fmla="*/ 120 w 256"/>
              <a:gd name="T83" fmla="*/ 115 h 256"/>
              <a:gd name="T84" fmla="*/ 120 w 256"/>
              <a:gd name="T85" fmla="*/ 168 h 256"/>
              <a:gd name="T86" fmla="*/ 147 w 256"/>
              <a:gd name="T87" fmla="*/ 224 h 256"/>
              <a:gd name="T88" fmla="*/ 185 w 256"/>
              <a:gd name="T89" fmla="*/ 255 h 256"/>
              <a:gd name="T90" fmla="*/ 188 w 256"/>
              <a:gd name="T91" fmla="*/ 256 h 256"/>
              <a:gd name="T92" fmla="*/ 191 w 256"/>
              <a:gd name="T93" fmla="*/ 255 h 256"/>
              <a:gd name="T94" fmla="*/ 229 w 256"/>
              <a:gd name="T95" fmla="*/ 224 h 256"/>
              <a:gd name="T96" fmla="*/ 256 w 256"/>
              <a:gd name="T97" fmla="*/ 168 h 256"/>
              <a:gd name="T98" fmla="*/ 256 w 256"/>
              <a:gd name="T99" fmla="*/ 115 h 256"/>
              <a:gd name="T100" fmla="*/ 255 w 256"/>
              <a:gd name="T101" fmla="*/ 113 h 256"/>
              <a:gd name="T102" fmla="*/ 248 w 256"/>
              <a:gd name="T103" fmla="*/ 168 h 256"/>
              <a:gd name="T104" fmla="*/ 224 w 256"/>
              <a:gd name="T105" fmla="*/ 217 h 256"/>
              <a:gd name="T106" fmla="*/ 188 w 256"/>
              <a:gd name="T107" fmla="*/ 247 h 256"/>
              <a:gd name="T108" fmla="*/ 152 w 256"/>
              <a:gd name="T109" fmla="*/ 217 h 256"/>
              <a:gd name="T110" fmla="*/ 128 w 256"/>
              <a:gd name="T111" fmla="*/ 168 h 256"/>
              <a:gd name="T112" fmla="*/ 128 w 256"/>
              <a:gd name="T113" fmla="*/ 119 h 256"/>
              <a:gd name="T114" fmla="*/ 188 w 256"/>
              <a:gd name="T115" fmla="*/ 105 h 256"/>
              <a:gd name="T116" fmla="*/ 248 w 256"/>
              <a:gd name="T117" fmla="*/ 119 h 256"/>
              <a:gd name="T118" fmla="*/ 248 w 256"/>
              <a:gd name="T119" fmla="*/ 16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6" h="256">
                <a:moveTo>
                  <a:pt x="143" y="244"/>
                </a:moveTo>
                <a:cubicBezTo>
                  <a:pt x="131" y="247"/>
                  <a:pt x="118" y="248"/>
                  <a:pt x="104" y="248"/>
                </a:cubicBezTo>
                <a:cubicBezTo>
                  <a:pt x="52" y="248"/>
                  <a:pt x="8" y="228"/>
                  <a:pt x="8" y="204"/>
                </a:cubicBezTo>
                <a:cubicBezTo>
                  <a:pt x="8" y="168"/>
                  <a:pt x="8" y="168"/>
                  <a:pt x="8" y="168"/>
                </a:cubicBezTo>
                <a:cubicBezTo>
                  <a:pt x="23" y="186"/>
                  <a:pt x="58" y="199"/>
                  <a:pt x="100" y="200"/>
                </a:cubicBezTo>
                <a:cubicBezTo>
                  <a:pt x="101" y="200"/>
                  <a:pt x="103" y="200"/>
                  <a:pt x="104" y="200"/>
                </a:cubicBezTo>
                <a:cubicBezTo>
                  <a:pt x="106" y="200"/>
                  <a:pt x="108" y="198"/>
                  <a:pt x="108" y="196"/>
                </a:cubicBezTo>
                <a:cubicBezTo>
                  <a:pt x="108" y="194"/>
                  <a:pt x="106" y="192"/>
                  <a:pt x="104" y="192"/>
                </a:cubicBezTo>
                <a:cubicBezTo>
                  <a:pt x="103" y="192"/>
                  <a:pt x="101" y="192"/>
                  <a:pt x="100" y="192"/>
                </a:cubicBezTo>
                <a:cubicBezTo>
                  <a:pt x="49" y="191"/>
                  <a:pt x="8" y="171"/>
                  <a:pt x="8" y="148"/>
                </a:cubicBezTo>
                <a:cubicBezTo>
                  <a:pt x="8" y="112"/>
                  <a:pt x="8" y="112"/>
                  <a:pt x="8" y="112"/>
                </a:cubicBezTo>
                <a:cubicBezTo>
                  <a:pt x="23" y="130"/>
                  <a:pt x="58" y="143"/>
                  <a:pt x="100" y="144"/>
                </a:cubicBezTo>
                <a:cubicBezTo>
                  <a:pt x="100" y="144"/>
                  <a:pt x="100" y="144"/>
                  <a:pt x="100" y="144"/>
                </a:cubicBezTo>
                <a:cubicBezTo>
                  <a:pt x="102" y="144"/>
                  <a:pt x="104" y="142"/>
                  <a:pt x="104" y="140"/>
                </a:cubicBezTo>
                <a:cubicBezTo>
                  <a:pt x="104" y="138"/>
                  <a:pt x="102" y="136"/>
                  <a:pt x="100" y="136"/>
                </a:cubicBezTo>
                <a:cubicBezTo>
                  <a:pt x="49" y="135"/>
                  <a:pt x="8" y="115"/>
                  <a:pt x="8" y="92"/>
                </a:cubicBezTo>
                <a:cubicBezTo>
                  <a:pt x="8" y="61"/>
                  <a:pt x="8" y="61"/>
                  <a:pt x="8" y="61"/>
                </a:cubicBezTo>
                <a:cubicBezTo>
                  <a:pt x="24" y="77"/>
                  <a:pt x="60" y="88"/>
                  <a:pt x="104" y="88"/>
                </a:cubicBezTo>
                <a:cubicBezTo>
                  <a:pt x="148" y="88"/>
                  <a:pt x="184" y="77"/>
                  <a:pt x="200" y="61"/>
                </a:cubicBezTo>
                <a:cubicBezTo>
                  <a:pt x="200" y="76"/>
                  <a:pt x="200" y="76"/>
                  <a:pt x="200" y="76"/>
                </a:cubicBezTo>
                <a:cubicBezTo>
                  <a:pt x="200" y="78"/>
                  <a:pt x="202" y="80"/>
                  <a:pt x="204" y="80"/>
                </a:cubicBezTo>
                <a:cubicBezTo>
                  <a:pt x="206" y="80"/>
                  <a:pt x="208" y="78"/>
                  <a:pt x="208" y="76"/>
                </a:cubicBezTo>
                <a:cubicBezTo>
                  <a:pt x="208" y="44"/>
                  <a:pt x="208" y="44"/>
                  <a:pt x="208" y="44"/>
                </a:cubicBezTo>
                <a:cubicBezTo>
                  <a:pt x="208" y="19"/>
                  <a:pt x="162" y="0"/>
                  <a:pt x="104" y="0"/>
                </a:cubicBezTo>
                <a:cubicBezTo>
                  <a:pt x="46" y="0"/>
                  <a:pt x="0" y="19"/>
                  <a:pt x="0" y="44"/>
                </a:cubicBezTo>
                <a:cubicBezTo>
                  <a:pt x="0" y="204"/>
                  <a:pt x="0" y="204"/>
                  <a:pt x="0" y="204"/>
                </a:cubicBezTo>
                <a:cubicBezTo>
                  <a:pt x="0" y="233"/>
                  <a:pt x="46" y="256"/>
                  <a:pt x="104" y="256"/>
                </a:cubicBezTo>
                <a:cubicBezTo>
                  <a:pt x="118" y="256"/>
                  <a:pt x="132" y="255"/>
                  <a:pt x="145" y="252"/>
                </a:cubicBezTo>
                <a:cubicBezTo>
                  <a:pt x="147" y="251"/>
                  <a:pt x="148" y="249"/>
                  <a:pt x="148" y="247"/>
                </a:cubicBezTo>
                <a:cubicBezTo>
                  <a:pt x="147" y="245"/>
                  <a:pt x="145" y="244"/>
                  <a:pt x="143" y="244"/>
                </a:cubicBezTo>
                <a:close/>
                <a:moveTo>
                  <a:pt x="104" y="8"/>
                </a:moveTo>
                <a:cubicBezTo>
                  <a:pt x="161" y="8"/>
                  <a:pt x="200" y="27"/>
                  <a:pt x="200" y="44"/>
                </a:cubicBezTo>
                <a:cubicBezTo>
                  <a:pt x="200" y="61"/>
                  <a:pt x="161" y="80"/>
                  <a:pt x="104" y="80"/>
                </a:cubicBezTo>
                <a:cubicBezTo>
                  <a:pt x="47" y="80"/>
                  <a:pt x="8" y="61"/>
                  <a:pt x="8" y="44"/>
                </a:cubicBezTo>
                <a:cubicBezTo>
                  <a:pt x="8" y="27"/>
                  <a:pt x="47" y="8"/>
                  <a:pt x="104" y="8"/>
                </a:cubicBezTo>
                <a:close/>
                <a:moveTo>
                  <a:pt x="255" y="113"/>
                </a:moveTo>
                <a:cubicBezTo>
                  <a:pt x="254" y="112"/>
                  <a:pt x="253" y="112"/>
                  <a:pt x="252" y="111"/>
                </a:cubicBezTo>
                <a:cubicBezTo>
                  <a:pt x="217" y="112"/>
                  <a:pt x="190" y="97"/>
                  <a:pt x="190" y="97"/>
                </a:cubicBezTo>
                <a:cubicBezTo>
                  <a:pt x="189" y="96"/>
                  <a:pt x="187" y="96"/>
                  <a:pt x="186" y="97"/>
                </a:cubicBezTo>
                <a:cubicBezTo>
                  <a:pt x="186" y="97"/>
                  <a:pt x="159" y="112"/>
                  <a:pt x="124" y="111"/>
                </a:cubicBezTo>
                <a:cubicBezTo>
                  <a:pt x="123" y="111"/>
                  <a:pt x="122" y="112"/>
                  <a:pt x="121" y="113"/>
                </a:cubicBezTo>
                <a:cubicBezTo>
                  <a:pt x="120" y="113"/>
                  <a:pt x="120" y="114"/>
                  <a:pt x="120" y="115"/>
                </a:cubicBezTo>
                <a:cubicBezTo>
                  <a:pt x="120" y="168"/>
                  <a:pt x="120" y="168"/>
                  <a:pt x="120" y="168"/>
                </a:cubicBezTo>
                <a:cubicBezTo>
                  <a:pt x="120" y="189"/>
                  <a:pt x="130" y="210"/>
                  <a:pt x="147" y="224"/>
                </a:cubicBezTo>
                <a:cubicBezTo>
                  <a:pt x="185" y="255"/>
                  <a:pt x="185" y="255"/>
                  <a:pt x="185" y="255"/>
                </a:cubicBezTo>
                <a:cubicBezTo>
                  <a:pt x="186" y="256"/>
                  <a:pt x="187" y="256"/>
                  <a:pt x="188" y="256"/>
                </a:cubicBezTo>
                <a:cubicBezTo>
                  <a:pt x="189" y="256"/>
                  <a:pt x="190" y="256"/>
                  <a:pt x="191" y="255"/>
                </a:cubicBezTo>
                <a:cubicBezTo>
                  <a:pt x="229" y="224"/>
                  <a:pt x="229" y="224"/>
                  <a:pt x="229" y="224"/>
                </a:cubicBezTo>
                <a:cubicBezTo>
                  <a:pt x="246" y="210"/>
                  <a:pt x="256" y="189"/>
                  <a:pt x="256" y="168"/>
                </a:cubicBezTo>
                <a:cubicBezTo>
                  <a:pt x="256" y="115"/>
                  <a:pt x="256" y="115"/>
                  <a:pt x="256" y="115"/>
                </a:cubicBezTo>
                <a:cubicBezTo>
                  <a:pt x="256" y="114"/>
                  <a:pt x="256" y="113"/>
                  <a:pt x="255" y="113"/>
                </a:cubicBezTo>
                <a:close/>
                <a:moveTo>
                  <a:pt x="248" y="168"/>
                </a:moveTo>
                <a:cubicBezTo>
                  <a:pt x="248" y="187"/>
                  <a:pt x="239" y="205"/>
                  <a:pt x="224" y="217"/>
                </a:cubicBezTo>
                <a:cubicBezTo>
                  <a:pt x="188" y="247"/>
                  <a:pt x="188" y="247"/>
                  <a:pt x="188" y="247"/>
                </a:cubicBezTo>
                <a:cubicBezTo>
                  <a:pt x="152" y="217"/>
                  <a:pt x="152" y="217"/>
                  <a:pt x="152" y="217"/>
                </a:cubicBezTo>
                <a:cubicBezTo>
                  <a:pt x="137" y="205"/>
                  <a:pt x="128" y="187"/>
                  <a:pt x="128" y="168"/>
                </a:cubicBezTo>
                <a:cubicBezTo>
                  <a:pt x="128" y="119"/>
                  <a:pt x="128" y="119"/>
                  <a:pt x="128" y="119"/>
                </a:cubicBezTo>
                <a:cubicBezTo>
                  <a:pt x="158" y="119"/>
                  <a:pt x="181" y="108"/>
                  <a:pt x="188" y="105"/>
                </a:cubicBezTo>
                <a:cubicBezTo>
                  <a:pt x="195" y="108"/>
                  <a:pt x="218" y="119"/>
                  <a:pt x="248" y="119"/>
                </a:cubicBezTo>
                <a:lnTo>
                  <a:pt x="248" y="16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27" name="Freeform 326">
            <a:extLst>
              <a:ext uri="{FF2B5EF4-FFF2-40B4-BE49-F238E27FC236}">
                <a16:creationId xmlns:a16="http://schemas.microsoft.com/office/drawing/2014/main" id="{A7279F75-501E-49FF-9ACE-79E4145F65D4}"/>
              </a:ext>
            </a:extLst>
          </p:cNvPr>
          <p:cNvSpPr>
            <a:spLocks noChangeAspect="1" noEditPoints="1"/>
          </p:cNvSpPr>
          <p:nvPr/>
        </p:nvSpPr>
        <p:spPr bwMode="auto">
          <a:xfrm>
            <a:off x="11217194" y="5300664"/>
            <a:ext cx="400050" cy="400050"/>
          </a:xfrm>
          <a:custGeom>
            <a:avLst/>
            <a:gdLst>
              <a:gd name="T0" fmla="*/ 0 w 256"/>
              <a:gd name="T1" fmla="*/ 74 h 256"/>
              <a:gd name="T2" fmla="*/ 0 w 256"/>
              <a:gd name="T3" fmla="*/ 76 h 256"/>
              <a:gd name="T4" fmla="*/ 0 w 256"/>
              <a:gd name="T5" fmla="*/ 108 h 256"/>
              <a:gd name="T6" fmla="*/ 0 w 256"/>
              <a:gd name="T7" fmla="*/ 186 h 256"/>
              <a:gd name="T8" fmla="*/ 144 w 256"/>
              <a:gd name="T9" fmla="*/ 186 h 256"/>
              <a:gd name="T10" fmla="*/ 144 w 256"/>
              <a:gd name="T11" fmla="*/ 108 h 256"/>
              <a:gd name="T12" fmla="*/ 144 w 256"/>
              <a:gd name="T13" fmla="*/ 76 h 256"/>
              <a:gd name="T14" fmla="*/ 144 w 256"/>
              <a:gd name="T15" fmla="*/ 74 h 256"/>
              <a:gd name="T16" fmla="*/ 136 w 256"/>
              <a:gd name="T17" fmla="*/ 186 h 256"/>
              <a:gd name="T18" fmla="*/ 8 w 256"/>
              <a:gd name="T19" fmla="*/ 186 h 256"/>
              <a:gd name="T20" fmla="*/ 72 w 256"/>
              <a:gd name="T21" fmla="*/ 188 h 256"/>
              <a:gd name="T22" fmla="*/ 136 w 256"/>
              <a:gd name="T23" fmla="*/ 186 h 256"/>
              <a:gd name="T24" fmla="*/ 72 w 256"/>
              <a:gd name="T25" fmla="*/ 180 h 256"/>
              <a:gd name="T26" fmla="*/ 8 w 256"/>
              <a:gd name="T27" fmla="*/ 126 h 256"/>
              <a:gd name="T28" fmla="*/ 136 w 256"/>
              <a:gd name="T29" fmla="*/ 126 h 256"/>
              <a:gd name="T30" fmla="*/ 136 w 256"/>
              <a:gd name="T31" fmla="*/ 107 h 256"/>
              <a:gd name="T32" fmla="*/ 8 w 256"/>
              <a:gd name="T33" fmla="*/ 107 h 256"/>
              <a:gd name="T34" fmla="*/ 72 w 256"/>
              <a:gd name="T35" fmla="*/ 108 h 256"/>
              <a:gd name="T36" fmla="*/ 136 w 256"/>
              <a:gd name="T37" fmla="*/ 107 h 256"/>
              <a:gd name="T38" fmla="*/ 8 w 256"/>
              <a:gd name="T39" fmla="*/ 74 h 256"/>
              <a:gd name="T40" fmla="*/ 136 w 256"/>
              <a:gd name="T41" fmla="*/ 74 h 256"/>
              <a:gd name="T42" fmla="*/ 248 w 256"/>
              <a:gd name="T43" fmla="*/ 0 h 256"/>
              <a:gd name="T44" fmla="*/ 192 w 256"/>
              <a:gd name="T45" fmla="*/ 8 h 256"/>
              <a:gd name="T46" fmla="*/ 200 w 256"/>
              <a:gd name="T47" fmla="*/ 56 h 256"/>
              <a:gd name="T48" fmla="*/ 256 w 256"/>
              <a:gd name="T49" fmla="*/ 48 h 256"/>
              <a:gd name="T50" fmla="*/ 248 w 256"/>
              <a:gd name="T51" fmla="*/ 0 h 256"/>
              <a:gd name="T52" fmla="*/ 200 w 256"/>
              <a:gd name="T53" fmla="*/ 8 h 256"/>
              <a:gd name="T54" fmla="*/ 248 w 256"/>
              <a:gd name="T55" fmla="*/ 48 h 256"/>
              <a:gd name="T56" fmla="*/ 208 w 256"/>
              <a:gd name="T57" fmla="*/ 32 h 256"/>
              <a:gd name="T58" fmla="*/ 224 w 256"/>
              <a:gd name="T59" fmla="*/ 24 h 256"/>
              <a:gd name="T60" fmla="*/ 208 w 256"/>
              <a:gd name="T61" fmla="*/ 32 h 256"/>
              <a:gd name="T62" fmla="*/ 200 w 256"/>
              <a:gd name="T63" fmla="*/ 100 h 256"/>
              <a:gd name="T64" fmla="*/ 192 w 256"/>
              <a:gd name="T65" fmla="*/ 148 h 256"/>
              <a:gd name="T66" fmla="*/ 248 w 256"/>
              <a:gd name="T67" fmla="*/ 156 h 256"/>
              <a:gd name="T68" fmla="*/ 256 w 256"/>
              <a:gd name="T69" fmla="*/ 108 h 256"/>
              <a:gd name="T70" fmla="*/ 200 w 256"/>
              <a:gd name="T71" fmla="*/ 148 h 256"/>
              <a:gd name="T72" fmla="*/ 248 w 256"/>
              <a:gd name="T73" fmla="*/ 108 h 256"/>
              <a:gd name="T74" fmla="*/ 200 w 256"/>
              <a:gd name="T75" fmla="*/ 148 h 256"/>
              <a:gd name="T76" fmla="*/ 200 w 256"/>
              <a:gd name="T77" fmla="*/ 200 h 256"/>
              <a:gd name="T78" fmla="*/ 192 w 256"/>
              <a:gd name="T79" fmla="*/ 248 h 256"/>
              <a:gd name="T80" fmla="*/ 248 w 256"/>
              <a:gd name="T81" fmla="*/ 256 h 256"/>
              <a:gd name="T82" fmla="*/ 256 w 256"/>
              <a:gd name="T83" fmla="*/ 208 h 256"/>
              <a:gd name="T84" fmla="*/ 200 w 256"/>
              <a:gd name="T85" fmla="*/ 248 h 256"/>
              <a:gd name="T86" fmla="*/ 248 w 256"/>
              <a:gd name="T87" fmla="*/ 208 h 256"/>
              <a:gd name="T88" fmla="*/ 200 w 256"/>
              <a:gd name="T89" fmla="*/ 248 h 256"/>
              <a:gd name="T90" fmla="*/ 164 w 256"/>
              <a:gd name="T91" fmla="*/ 88 h 256"/>
              <a:gd name="T92" fmla="*/ 152 w 256"/>
              <a:gd name="T93" fmla="*/ 96 h 256"/>
              <a:gd name="T94" fmla="*/ 164 w 256"/>
              <a:gd name="T95" fmla="*/ 164 h 256"/>
              <a:gd name="T96" fmla="*/ 152 w 256"/>
              <a:gd name="T97" fmla="*/ 172 h 256"/>
              <a:gd name="T98" fmla="*/ 164 w 256"/>
              <a:gd name="T99" fmla="*/ 228 h 256"/>
              <a:gd name="T100" fmla="*/ 184 w 256"/>
              <a:gd name="T101" fmla="*/ 232 h 256"/>
              <a:gd name="T102" fmla="*/ 172 w 256"/>
              <a:gd name="T103" fmla="*/ 224 h 256"/>
              <a:gd name="T104" fmla="*/ 184 w 256"/>
              <a:gd name="T105" fmla="*/ 132 h 256"/>
              <a:gd name="T106" fmla="*/ 172 w 256"/>
              <a:gd name="T107" fmla="*/ 124 h 256"/>
              <a:gd name="T108" fmla="*/ 184 w 256"/>
              <a:gd name="T109" fmla="*/ 32 h 256"/>
              <a:gd name="T110" fmla="*/ 168 w 256"/>
              <a:gd name="T111" fmla="*/ 24 h 256"/>
              <a:gd name="T112" fmla="*/ 208 w 256"/>
              <a:gd name="T113" fmla="*/ 132 h 256"/>
              <a:gd name="T114" fmla="*/ 224 w 256"/>
              <a:gd name="T115" fmla="*/ 124 h 256"/>
              <a:gd name="T116" fmla="*/ 208 w 256"/>
              <a:gd name="T117" fmla="*/ 132 h 256"/>
              <a:gd name="T118" fmla="*/ 224 w 256"/>
              <a:gd name="T119" fmla="*/ 232 h 256"/>
              <a:gd name="T120" fmla="*/ 208 w 256"/>
              <a:gd name="T12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6" h="256">
                <a:moveTo>
                  <a:pt x="72" y="40"/>
                </a:moveTo>
                <a:cubicBezTo>
                  <a:pt x="32" y="40"/>
                  <a:pt x="0" y="55"/>
                  <a:pt x="0" y="74"/>
                </a:cubicBezTo>
                <a:cubicBezTo>
                  <a:pt x="0" y="74"/>
                  <a:pt x="0" y="75"/>
                  <a:pt x="0" y="75"/>
                </a:cubicBezTo>
                <a:cubicBezTo>
                  <a:pt x="0" y="76"/>
                  <a:pt x="0" y="76"/>
                  <a:pt x="0" y="76"/>
                </a:cubicBezTo>
                <a:cubicBezTo>
                  <a:pt x="0" y="107"/>
                  <a:pt x="0" y="107"/>
                  <a:pt x="0" y="107"/>
                </a:cubicBezTo>
                <a:cubicBezTo>
                  <a:pt x="0" y="108"/>
                  <a:pt x="0" y="108"/>
                  <a:pt x="0" y="108"/>
                </a:cubicBezTo>
                <a:cubicBezTo>
                  <a:pt x="0" y="108"/>
                  <a:pt x="0" y="108"/>
                  <a:pt x="0" y="108"/>
                </a:cubicBezTo>
                <a:cubicBezTo>
                  <a:pt x="0" y="186"/>
                  <a:pt x="0" y="186"/>
                  <a:pt x="0" y="186"/>
                </a:cubicBezTo>
                <a:cubicBezTo>
                  <a:pt x="0" y="208"/>
                  <a:pt x="30" y="224"/>
                  <a:pt x="72" y="224"/>
                </a:cubicBezTo>
                <a:cubicBezTo>
                  <a:pt x="114" y="224"/>
                  <a:pt x="144" y="208"/>
                  <a:pt x="144" y="186"/>
                </a:cubicBezTo>
                <a:cubicBezTo>
                  <a:pt x="144" y="108"/>
                  <a:pt x="144" y="108"/>
                  <a:pt x="144" y="108"/>
                </a:cubicBezTo>
                <a:cubicBezTo>
                  <a:pt x="144" y="108"/>
                  <a:pt x="144" y="108"/>
                  <a:pt x="144" y="108"/>
                </a:cubicBezTo>
                <a:cubicBezTo>
                  <a:pt x="144" y="108"/>
                  <a:pt x="144" y="108"/>
                  <a:pt x="144" y="107"/>
                </a:cubicBezTo>
                <a:cubicBezTo>
                  <a:pt x="144" y="76"/>
                  <a:pt x="144" y="76"/>
                  <a:pt x="144" y="76"/>
                </a:cubicBezTo>
                <a:cubicBezTo>
                  <a:pt x="144" y="76"/>
                  <a:pt x="144" y="76"/>
                  <a:pt x="144" y="75"/>
                </a:cubicBezTo>
                <a:cubicBezTo>
                  <a:pt x="144" y="75"/>
                  <a:pt x="144" y="74"/>
                  <a:pt x="144" y="74"/>
                </a:cubicBezTo>
                <a:cubicBezTo>
                  <a:pt x="144" y="55"/>
                  <a:pt x="112" y="40"/>
                  <a:pt x="72" y="40"/>
                </a:cubicBezTo>
                <a:close/>
                <a:moveTo>
                  <a:pt x="136" y="186"/>
                </a:moveTo>
                <a:cubicBezTo>
                  <a:pt x="136" y="203"/>
                  <a:pt x="108" y="216"/>
                  <a:pt x="72" y="216"/>
                </a:cubicBezTo>
                <a:cubicBezTo>
                  <a:pt x="36" y="216"/>
                  <a:pt x="8" y="203"/>
                  <a:pt x="8" y="186"/>
                </a:cubicBezTo>
                <a:cubicBezTo>
                  <a:pt x="8" y="167"/>
                  <a:pt x="8" y="167"/>
                  <a:pt x="8" y="167"/>
                </a:cubicBezTo>
                <a:cubicBezTo>
                  <a:pt x="20" y="180"/>
                  <a:pt x="44" y="188"/>
                  <a:pt x="72" y="188"/>
                </a:cubicBezTo>
                <a:cubicBezTo>
                  <a:pt x="100" y="188"/>
                  <a:pt x="124" y="180"/>
                  <a:pt x="136" y="167"/>
                </a:cubicBezTo>
                <a:lnTo>
                  <a:pt x="136" y="186"/>
                </a:lnTo>
                <a:close/>
                <a:moveTo>
                  <a:pt x="136" y="149"/>
                </a:moveTo>
                <a:cubicBezTo>
                  <a:pt x="136" y="166"/>
                  <a:pt x="107" y="180"/>
                  <a:pt x="72" y="180"/>
                </a:cubicBezTo>
                <a:cubicBezTo>
                  <a:pt x="37" y="180"/>
                  <a:pt x="8" y="166"/>
                  <a:pt x="8" y="149"/>
                </a:cubicBezTo>
                <a:cubicBezTo>
                  <a:pt x="8" y="126"/>
                  <a:pt x="8" y="126"/>
                  <a:pt x="8" y="126"/>
                </a:cubicBezTo>
                <a:cubicBezTo>
                  <a:pt x="20" y="139"/>
                  <a:pt x="44" y="148"/>
                  <a:pt x="72" y="148"/>
                </a:cubicBezTo>
                <a:cubicBezTo>
                  <a:pt x="100" y="148"/>
                  <a:pt x="124" y="139"/>
                  <a:pt x="136" y="126"/>
                </a:cubicBezTo>
                <a:lnTo>
                  <a:pt x="136" y="149"/>
                </a:lnTo>
                <a:close/>
                <a:moveTo>
                  <a:pt x="136" y="107"/>
                </a:moveTo>
                <a:cubicBezTo>
                  <a:pt x="136" y="125"/>
                  <a:pt x="107" y="140"/>
                  <a:pt x="72" y="140"/>
                </a:cubicBezTo>
                <a:cubicBezTo>
                  <a:pt x="37" y="140"/>
                  <a:pt x="8" y="125"/>
                  <a:pt x="8" y="107"/>
                </a:cubicBezTo>
                <a:cubicBezTo>
                  <a:pt x="8" y="90"/>
                  <a:pt x="8" y="90"/>
                  <a:pt x="8" y="90"/>
                </a:cubicBezTo>
                <a:cubicBezTo>
                  <a:pt x="20" y="101"/>
                  <a:pt x="44" y="108"/>
                  <a:pt x="72" y="108"/>
                </a:cubicBezTo>
                <a:cubicBezTo>
                  <a:pt x="100" y="108"/>
                  <a:pt x="124" y="101"/>
                  <a:pt x="136" y="90"/>
                </a:cubicBezTo>
                <a:lnTo>
                  <a:pt x="136" y="107"/>
                </a:lnTo>
                <a:close/>
                <a:moveTo>
                  <a:pt x="72" y="100"/>
                </a:moveTo>
                <a:cubicBezTo>
                  <a:pt x="34" y="100"/>
                  <a:pt x="8" y="86"/>
                  <a:pt x="8" y="74"/>
                </a:cubicBezTo>
                <a:cubicBezTo>
                  <a:pt x="8" y="62"/>
                  <a:pt x="34" y="48"/>
                  <a:pt x="72" y="48"/>
                </a:cubicBezTo>
                <a:cubicBezTo>
                  <a:pt x="110" y="48"/>
                  <a:pt x="136" y="62"/>
                  <a:pt x="136" y="74"/>
                </a:cubicBezTo>
                <a:cubicBezTo>
                  <a:pt x="136" y="86"/>
                  <a:pt x="110" y="100"/>
                  <a:pt x="72" y="100"/>
                </a:cubicBezTo>
                <a:close/>
                <a:moveTo>
                  <a:pt x="248" y="0"/>
                </a:moveTo>
                <a:cubicBezTo>
                  <a:pt x="200" y="0"/>
                  <a:pt x="200" y="0"/>
                  <a:pt x="200" y="0"/>
                </a:cubicBezTo>
                <a:cubicBezTo>
                  <a:pt x="196" y="0"/>
                  <a:pt x="192" y="4"/>
                  <a:pt x="192" y="8"/>
                </a:cubicBezTo>
                <a:cubicBezTo>
                  <a:pt x="192" y="48"/>
                  <a:pt x="192" y="48"/>
                  <a:pt x="192" y="48"/>
                </a:cubicBezTo>
                <a:cubicBezTo>
                  <a:pt x="192" y="52"/>
                  <a:pt x="196" y="56"/>
                  <a:pt x="200" y="56"/>
                </a:cubicBezTo>
                <a:cubicBezTo>
                  <a:pt x="248" y="56"/>
                  <a:pt x="248" y="56"/>
                  <a:pt x="248" y="56"/>
                </a:cubicBezTo>
                <a:cubicBezTo>
                  <a:pt x="252" y="56"/>
                  <a:pt x="256" y="52"/>
                  <a:pt x="256" y="48"/>
                </a:cubicBezTo>
                <a:cubicBezTo>
                  <a:pt x="256" y="8"/>
                  <a:pt x="256" y="8"/>
                  <a:pt x="256" y="8"/>
                </a:cubicBezTo>
                <a:cubicBezTo>
                  <a:pt x="256" y="4"/>
                  <a:pt x="252" y="0"/>
                  <a:pt x="248" y="0"/>
                </a:cubicBezTo>
                <a:close/>
                <a:moveTo>
                  <a:pt x="200" y="48"/>
                </a:moveTo>
                <a:cubicBezTo>
                  <a:pt x="200" y="8"/>
                  <a:pt x="200" y="8"/>
                  <a:pt x="200" y="8"/>
                </a:cubicBezTo>
                <a:cubicBezTo>
                  <a:pt x="248" y="8"/>
                  <a:pt x="248" y="8"/>
                  <a:pt x="248" y="8"/>
                </a:cubicBezTo>
                <a:cubicBezTo>
                  <a:pt x="248" y="48"/>
                  <a:pt x="248" y="48"/>
                  <a:pt x="248" y="48"/>
                </a:cubicBezTo>
                <a:lnTo>
                  <a:pt x="200" y="48"/>
                </a:lnTo>
                <a:close/>
                <a:moveTo>
                  <a:pt x="208" y="32"/>
                </a:moveTo>
                <a:cubicBezTo>
                  <a:pt x="224" y="32"/>
                  <a:pt x="224" y="32"/>
                  <a:pt x="224" y="32"/>
                </a:cubicBezTo>
                <a:cubicBezTo>
                  <a:pt x="224" y="24"/>
                  <a:pt x="224" y="24"/>
                  <a:pt x="224" y="24"/>
                </a:cubicBezTo>
                <a:cubicBezTo>
                  <a:pt x="208" y="24"/>
                  <a:pt x="208" y="24"/>
                  <a:pt x="208" y="24"/>
                </a:cubicBezTo>
                <a:lnTo>
                  <a:pt x="208" y="32"/>
                </a:lnTo>
                <a:close/>
                <a:moveTo>
                  <a:pt x="248" y="100"/>
                </a:moveTo>
                <a:cubicBezTo>
                  <a:pt x="200" y="100"/>
                  <a:pt x="200" y="100"/>
                  <a:pt x="200" y="100"/>
                </a:cubicBezTo>
                <a:cubicBezTo>
                  <a:pt x="196" y="100"/>
                  <a:pt x="192" y="104"/>
                  <a:pt x="192" y="108"/>
                </a:cubicBezTo>
                <a:cubicBezTo>
                  <a:pt x="192" y="148"/>
                  <a:pt x="192" y="148"/>
                  <a:pt x="192" y="148"/>
                </a:cubicBezTo>
                <a:cubicBezTo>
                  <a:pt x="192" y="152"/>
                  <a:pt x="196" y="156"/>
                  <a:pt x="200" y="156"/>
                </a:cubicBezTo>
                <a:cubicBezTo>
                  <a:pt x="248" y="156"/>
                  <a:pt x="248" y="156"/>
                  <a:pt x="248" y="156"/>
                </a:cubicBezTo>
                <a:cubicBezTo>
                  <a:pt x="252" y="156"/>
                  <a:pt x="256" y="152"/>
                  <a:pt x="256" y="148"/>
                </a:cubicBezTo>
                <a:cubicBezTo>
                  <a:pt x="256" y="108"/>
                  <a:pt x="256" y="108"/>
                  <a:pt x="256" y="108"/>
                </a:cubicBezTo>
                <a:cubicBezTo>
                  <a:pt x="256" y="104"/>
                  <a:pt x="252" y="100"/>
                  <a:pt x="248" y="100"/>
                </a:cubicBezTo>
                <a:close/>
                <a:moveTo>
                  <a:pt x="200" y="148"/>
                </a:moveTo>
                <a:cubicBezTo>
                  <a:pt x="200" y="108"/>
                  <a:pt x="200" y="108"/>
                  <a:pt x="200" y="108"/>
                </a:cubicBezTo>
                <a:cubicBezTo>
                  <a:pt x="248" y="108"/>
                  <a:pt x="248" y="108"/>
                  <a:pt x="248" y="108"/>
                </a:cubicBezTo>
                <a:cubicBezTo>
                  <a:pt x="248" y="148"/>
                  <a:pt x="248" y="148"/>
                  <a:pt x="248" y="148"/>
                </a:cubicBezTo>
                <a:lnTo>
                  <a:pt x="200" y="148"/>
                </a:lnTo>
                <a:close/>
                <a:moveTo>
                  <a:pt x="248" y="200"/>
                </a:moveTo>
                <a:cubicBezTo>
                  <a:pt x="200" y="200"/>
                  <a:pt x="200" y="200"/>
                  <a:pt x="200" y="200"/>
                </a:cubicBezTo>
                <a:cubicBezTo>
                  <a:pt x="196" y="200"/>
                  <a:pt x="192" y="204"/>
                  <a:pt x="192" y="208"/>
                </a:cubicBezTo>
                <a:cubicBezTo>
                  <a:pt x="192" y="248"/>
                  <a:pt x="192" y="248"/>
                  <a:pt x="192" y="248"/>
                </a:cubicBezTo>
                <a:cubicBezTo>
                  <a:pt x="192" y="252"/>
                  <a:pt x="196" y="256"/>
                  <a:pt x="200" y="256"/>
                </a:cubicBezTo>
                <a:cubicBezTo>
                  <a:pt x="248" y="256"/>
                  <a:pt x="248" y="256"/>
                  <a:pt x="248" y="256"/>
                </a:cubicBezTo>
                <a:cubicBezTo>
                  <a:pt x="252" y="256"/>
                  <a:pt x="256" y="252"/>
                  <a:pt x="256" y="248"/>
                </a:cubicBezTo>
                <a:cubicBezTo>
                  <a:pt x="256" y="208"/>
                  <a:pt x="256" y="208"/>
                  <a:pt x="256" y="208"/>
                </a:cubicBezTo>
                <a:cubicBezTo>
                  <a:pt x="256" y="204"/>
                  <a:pt x="252" y="200"/>
                  <a:pt x="248" y="200"/>
                </a:cubicBezTo>
                <a:close/>
                <a:moveTo>
                  <a:pt x="200" y="248"/>
                </a:moveTo>
                <a:cubicBezTo>
                  <a:pt x="200" y="208"/>
                  <a:pt x="200" y="208"/>
                  <a:pt x="200" y="208"/>
                </a:cubicBezTo>
                <a:cubicBezTo>
                  <a:pt x="248" y="208"/>
                  <a:pt x="248" y="208"/>
                  <a:pt x="248" y="208"/>
                </a:cubicBezTo>
                <a:cubicBezTo>
                  <a:pt x="248" y="248"/>
                  <a:pt x="248" y="248"/>
                  <a:pt x="248" y="248"/>
                </a:cubicBezTo>
                <a:lnTo>
                  <a:pt x="200" y="248"/>
                </a:lnTo>
                <a:close/>
                <a:moveTo>
                  <a:pt x="164" y="28"/>
                </a:moveTo>
                <a:cubicBezTo>
                  <a:pt x="164" y="88"/>
                  <a:pt x="164" y="88"/>
                  <a:pt x="164" y="88"/>
                </a:cubicBezTo>
                <a:cubicBezTo>
                  <a:pt x="152" y="88"/>
                  <a:pt x="152" y="88"/>
                  <a:pt x="152" y="88"/>
                </a:cubicBezTo>
                <a:cubicBezTo>
                  <a:pt x="152" y="96"/>
                  <a:pt x="152" y="96"/>
                  <a:pt x="152" y="96"/>
                </a:cubicBezTo>
                <a:cubicBezTo>
                  <a:pt x="164" y="96"/>
                  <a:pt x="164" y="96"/>
                  <a:pt x="164" y="96"/>
                </a:cubicBezTo>
                <a:cubicBezTo>
                  <a:pt x="164" y="164"/>
                  <a:pt x="164" y="164"/>
                  <a:pt x="164" y="164"/>
                </a:cubicBezTo>
                <a:cubicBezTo>
                  <a:pt x="152" y="164"/>
                  <a:pt x="152" y="164"/>
                  <a:pt x="152" y="164"/>
                </a:cubicBezTo>
                <a:cubicBezTo>
                  <a:pt x="152" y="172"/>
                  <a:pt x="152" y="172"/>
                  <a:pt x="152" y="172"/>
                </a:cubicBezTo>
                <a:cubicBezTo>
                  <a:pt x="164" y="172"/>
                  <a:pt x="164" y="172"/>
                  <a:pt x="164" y="172"/>
                </a:cubicBezTo>
                <a:cubicBezTo>
                  <a:pt x="164" y="228"/>
                  <a:pt x="164" y="228"/>
                  <a:pt x="164" y="228"/>
                </a:cubicBezTo>
                <a:cubicBezTo>
                  <a:pt x="164" y="230"/>
                  <a:pt x="166" y="232"/>
                  <a:pt x="168" y="232"/>
                </a:cubicBezTo>
                <a:cubicBezTo>
                  <a:pt x="184" y="232"/>
                  <a:pt x="184" y="232"/>
                  <a:pt x="184" y="232"/>
                </a:cubicBezTo>
                <a:cubicBezTo>
                  <a:pt x="184" y="224"/>
                  <a:pt x="184" y="224"/>
                  <a:pt x="184" y="224"/>
                </a:cubicBezTo>
                <a:cubicBezTo>
                  <a:pt x="172" y="224"/>
                  <a:pt x="172" y="224"/>
                  <a:pt x="172" y="224"/>
                </a:cubicBezTo>
                <a:cubicBezTo>
                  <a:pt x="172" y="132"/>
                  <a:pt x="172" y="132"/>
                  <a:pt x="172" y="132"/>
                </a:cubicBezTo>
                <a:cubicBezTo>
                  <a:pt x="184" y="132"/>
                  <a:pt x="184" y="132"/>
                  <a:pt x="184" y="132"/>
                </a:cubicBezTo>
                <a:cubicBezTo>
                  <a:pt x="184" y="124"/>
                  <a:pt x="184" y="124"/>
                  <a:pt x="184" y="124"/>
                </a:cubicBezTo>
                <a:cubicBezTo>
                  <a:pt x="172" y="124"/>
                  <a:pt x="172" y="124"/>
                  <a:pt x="172" y="124"/>
                </a:cubicBezTo>
                <a:cubicBezTo>
                  <a:pt x="172" y="32"/>
                  <a:pt x="172" y="32"/>
                  <a:pt x="172" y="32"/>
                </a:cubicBezTo>
                <a:cubicBezTo>
                  <a:pt x="184" y="32"/>
                  <a:pt x="184" y="32"/>
                  <a:pt x="184" y="32"/>
                </a:cubicBezTo>
                <a:cubicBezTo>
                  <a:pt x="184" y="24"/>
                  <a:pt x="184" y="24"/>
                  <a:pt x="184" y="24"/>
                </a:cubicBezTo>
                <a:cubicBezTo>
                  <a:pt x="168" y="24"/>
                  <a:pt x="168" y="24"/>
                  <a:pt x="168" y="24"/>
                </a:cubicBezTo>
                <a:cubicBezTo>
                  <a:pt x="166" y="24"/>
                  <a:pt x="164" y="26"/>
                  <a:pt x="164" y="28"/>
                </a:cubicBezTo>
                <a:close/>
                <a:moveTo>
                  <a:pt x="208" y="132"/>
                </a:moveTo>
                <a:cubicBezTo>
                  <a:pt x="224" y="132"/>
                  <a:pt x="224" y="132"/>
                  <a:pt x="224" y="132"/>
                </a:cubicBezTo>
                <a:cubicBezTo>
                  <a:pt x="224" y="124"/>
                  <a:pt x="224" y="124"/>
                  <a:pt x="224" y="124"/>
                </a:cubicBezTo>
                <a:cubicBezTo>
                  <a:pt x="208" y="124"/>
                  <a:pt x="208" y="124"/>
                  <a:pt x="208" y="124"/>
                </a:cubicBezTo>
                <a:lnTo>
                  <a:pt x="208" y="132"/>
                </a:lnTo>
                <a:close/>
                <a:moveTo>
                  <a:pt x="208" y="232"/>
                </a:moveTo>
                <a:cubicBezTo>
                  <a:pt x="224" y="232"/>
                  <a:pt x="224" y="232"/>
                  <a:pt x="224" y="232"/>
                </a:cubicBezTo>
                <a:cubicBezTo>
                  <a:pt x="224" y="224"/>
                  <a:pt x="224" y="224"/>
                  <a:pt x="224" y="224"/>
                </a:cubicBezTo>
                <a:cubicBezTo>
                  <a:pt x="208" y="224"/>
                  <a:pt x="208" y="224"/>
                  <a:pt x="208" y="224"/>
                </a:cubicBezTo>
                <a:lnTo>
                  <a:pt x="208" y="23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Tree>
    <p:extLst>
      <p:ext uri="{BB962C8B-B14F-4D97-AF65-F5344CB8AC3E}">
        <p14:creationId xmlns:p14="http://schemas.microsoft.com/office/powerpoint/2010/main" val="430876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43329081-4D46-4C35-837F-9D2CCBCE8175}"/>
              </a:ext>
            </a:extLst>
          </p:cNvPr>
          <p:cNvSpPr>
            <a:spLocks noGrp="1"/>
          </p:cNvSpPr>
          <p:nvPr>
            <p:ph type="body" sz="quarter" idx="11"/>
          </p:nvPr>
        </p:nvSpPr>
        <p:spPr>
          <a:xfrm>
            <a:off x="319088" y="1933725"/>
            <a:ext cx="908050" cy="303213"/>
          </a:xfrm>
        </p:spPr>
        <p:txBody>
          <a:bodyPr/>
          <a:lstStyle/>
          <a:p>
            <a:r>
              <a:rPr lang="en-US">
                <a:solidFill>
                  <a:schemeClr val="bg1">
                    <a:lumMod val="50000"/>
                  </a:schemeClr>
                </a:solidFill>
              </a:rPr>
              <a:t>Database 6</a:t>
            </a:r>
          </a:p>
        </p:txBody>
      </p:sp>
      <p:sp>
        <p:nvSpPr>
          <p:cNvPr id="30" name="Text Placeholder 29">
            <a:extLst>
              <a:ext uri="{FF2B5EF4-FFF2-40B4-BE49-F238E27FC236}">
                <a16:creationId xmlns:a16="http://schemas.microsoft.com/office/drawing/2014/main" id="{ADB6110C-F8AA-464F-A1E0-E2B6DB9E5652}"/>
              </a:ext>
            </a:extLst>
          </p:cNvPr>
          <p:cNvSpPr>
            <a:spLocks noGrp="1"/>
          </p:cNvSpPr>
          <p:nvPr>
            <p:ph type="body" sz="quarter" idx="13"/>
          </p:nvPr>
        </p:nvSpPr>
        <p:spPr>
          <a:xfrm>
            <a:off x="1286734" y="1933725"/>
            <a:ext cx="908050" cy="303213"/>
          </a:xfrm>
        </p:spPr>
        <p:txBody>
          <a:bodyPr/>
          <a:lstStyle/>
          <a:p>
            <a:r>
              <a:rPr lang="en-US">
                <a:solidFill>
                  <a:schemeClr val="bg1">
                    <a:lumMod val="50000"/>
                  </a:schemeClr>
                </a:solidFill>
              </a:rPr>
              <a:t>Cloud Database</a:t>
            </a:r>
          </a:p>
        </p:txBody>
      </p:sp>
      <p:sp>
        <p:nvSpPr>
          <p:cNvPr id="32" name="Text Placeholder 31">
            <a:extLst>
              <a:ext uri="{FF2B5EF4-FFF2-40B4-BE49-F238E27FC236}">
                <a16:creationId xmlns:a16="http://schemas.microsoft.com/office/drawing/2014/main" id="{4FE15F3C-CA74-4D10-BE13-1F0FB38799CF}"/>
              </a:ext>
            </a:extLst>
          </p:cNvPr>
          <p:cNvSpPr>
            <a:spLocks noGrp="1"/>
          </p:cNvSpPr>
          <p:nvPr>
            <p:ph type="body" sz="quarter" idx="15"/>
          </p:nvPr>
        </p:nvSpPr>
        <p:spPr>
          <a:xfrm>
            <a:off x="2254380" y="1933725"/>
            <a:ext cx="908050" cy="303213"/>
          </a:xfrm>
        </p:spPr>
        <p:txBody>
          <a:bodyPr/>
          <a:lstStyle/>
          <a:p>
            <a:r>
              <a:rPr lang="en-US">
                <a:solidFill>
                  <a:schemeClr val="bg1">
                    <a:lumMod val="50000"/>
                  </a:schemeClr>
                </a:solidFill>
              </a:rPr>
              <a:t>Cloud Server</a:t>
            </a:r>
          </a:p>
        </p:txBody>
      </p:sp>
      <p:sp>
        <p:nvSpPr>
          <p:cNvPr id="34" name="Text Placeholder 33">
            <a:extLst>
              <a:ext uri="{FF2B5EF4-FFF2-40B4-BE49-F238E27FC236}">
                <a16:creationId xmlns:a16="http://schemas.microsoft.com/office/drawing/2014/main" id="{CEACFA2F-0359-4AB3-A807-497C3624C55E}"/>
              </a:ext>
            </a:extLst>
          </p:cNvPr>
          <p:cNvSpPr>
            <a:spLocks noGrp="1"/>
          </p:cNvSpPr>
          <p:nvPr>
            <p:ph type="body" sz="quarter" idx="17"/>
          </p:nvPr>
        </p:nvSpPr>
        <p:spPr>
          <a:xfrm>
            <a:off x="3222026" y="1933725"/>
            <a:ext cx="908050" cy="303213"/>
          </a:xfrm>
        </p:spPr>
        <p:txBody>
          <a:bodyPr/>
          <a:lstStyle/>
          <a:p>
            <a:r>
              <a:rPr lang="en-US">
                <a:solidFill>
                  <a:schemeClr val="bg1">
                    <a:lumMod val="50000"/>
                  </a:schemeClr>
                </a:solidFill>
              </a:rPr>
              <a:t>Cloud Transfer</a:t>
            </a:r>
          </a:p>
        </p:txBody>
      </p:sp>
      <p:sp>
        <p:nvSpPr>
          <p:cNvPr id="36" name="Text Placeholder 35">
            <a:extLst>
              <a:ext uri="{FF2B5EF4-FFF2-40B4-BE49-F238E27FC236}">
                <a16:creationId xmlns:a16="http://schemas.microsoft.com/office/drawing/2014/main" id="{7030C119-678A-4D85-8383-71201122E27D}"/>
              </a:ext>
            </a:extLst>
          </p:cNvPr>
          <p:cNvSpPr>
            <a:spLocks noGrp="1"/>
          </p:cNvSpPr>
          <p:nvPr>
            <p:ph type="body" sz="quarter" idx="19"/>
          </p:nvPr>
        </p:nvSpPr>
        <p:spPr>
          <a:xfrm>
            <a:off x="4189672" y="1933725"/>
            <a:ext cx="908050" cy="303213"/>
          </a:xfrm>
        </p:spPr>
        <p:txBody>
          <a:bodyPr/>
          <a:lstStyle/>
          <a:p>
            <a:r>
              <a:rPr lang="en-US">
                <a:solidFill>
                  <a:schemeClr val="bg1">
                    <a:lumMod val="50000"/>
                  </a:schemeClr>
                </a:solidFill>
              </a:rPr>
              <a:t>Hard Drive</a:t>
            </a:r>
          </a:p>
        </p:txBody>
      </p:sp>
      <p:sp>
        <p:nvSpPr>
          <p:cNvPr id="40" name="Text Placeholder 39">
            <a:extLst>
              <a:ext uri="{FF2B5EF4-FFF2-40B4-BE49-F238E27FC236}">
                <a16:creationId xmlns:a16="http://schemas.microsoft.com/office/drawing/2014/main" id="{E7555C2C-C1E7-4316-8BF6-C70EC5A74691}"/>
              </a:ext>
            </a:extLst>
          </p:cNvPr>
          <p:cNvSpPr>
            <a:spLocks noGrp="1"/>
          </p:cNvSpPr>
          <p:nvPr>
            <p:ph type="body" sz="quarter" idx="21"/>
          </p:nvPr>
        </p:nvSpPr>
        <p:spPr>
          <a:xfrm>
            <a:off x="5157318" y="1933725"/>
            <a:ext cx="908050" cy="303213"/>
          </a:xfrm>
        </p:spPr>
        <p:txBody>
          <a:bodyPr/>
          <a:lstStyle/>
          <a:p>
            <a:r>
              <a:rPr lang="en-US">
                <a:solidFill>
                  <a:schemeClr val="bg1">
                    <a:lumMod val="50000"/>
                  </a:schemeClr>
                </a:solidFill>
              </a:rPr>
              <a:t>Document Download</a:t>
            </a:r>
          </a:p>
        </p:txBody>
      </p:sp>
      <p:sp>
        <p:nvSpPr>
          <p:cNvPr id="42" name="Text Placeholder 41">
            <a:extLst>
              <a:ext uri="{FF2B5EF4-FFF2-40B4-BE49-F238E27FC236}">
                <a16:creationId xmlns:a16="http://schemas.microsoft.com/office/drawing/2014/main" id="{7D6B8183-4A46-4B96-A78B-55F11073942D}"/>
              </a:ext>
            </a:extLst>
          </p:cNvPr>
          <p:cNvSpPr>
            <a:spLocks noGrp="1"/>
          </p:cNvSpPr>
          <p:nvPr>
            <p:ph type="body" sz="quarter" idx="23"/>
          </p:nvPr>
        </p:nvSpPr>
        <p:spPr>
          <a:xfrm>
            <a:off x="6124964" y="1933725"/>
            <a:ext cx="908050" cy="303213"/>
          </a:xfrm>
        </p:spPr>
        <p:txBody>
          <a:bodyPr/>
          <a:lstStyle/>
          <a:p>
            <a:r>
              <a:rPr lang="en-US">
                <a:solidFill>
                  <a:schemeClr val="bg1">
                    <a:lumMod val="50000"/>
                  </a:schemeClr>
                </a:solidFill>
              </a:rPr>
              <a:t>Document Secure</a:t>
            </a:r>
          </a:p>
        </p:txBody>
      </p:sp>
      <p:sp>
        <p:nvSpPr>
          <p:cNvPr id="45" name="Text Placeholder 44">
            <a:extLst>
              <a:ext uri="{FF2B5EF4-FFF2-40B4-BE49-F238E27FC236}">
                <a16:creationId xmlns:a16="http://schemas.microsoft.com/office/drawing/2014/main" id="{5BAD9EBB-3C9C-4B57-922C-4CAD069676C1}"/>
              </a:ext>
            </a:extLst>
          </p:cNvPr>
          <p:cNvSpPr>
            <a:spLocks noGrp="1"/>
          </p:cNvSpPr>
          <p:nvPr>
            <p:ph type="body" sz="quarter" idx="25"/>
          </p:nvPr>
        </p:nvSpPr>
        <p:spPr>
          <a:xfrm>
            <a:off x="7092610" y="1933725"/>
            <a:ext cx="908050" cy="303213"/>
          </a:xfrm>
        </p:spPr>
        <p:txBody>
          <a:bodyPr/>
          <a:lstStyle/>
          <a:p>
            <a:r>
              <a:rPr lang="en-US">
                <a:solidFill>
                  <a:schemeClr val="bg1">
                    <a:lumMod val="50000"/>
                  </a:schemeClr>
                </a:solidFill>
              </a:rPr>
              <a:t>Mail 1</a:t>
            </a:r>
          </a:p>
        </p:txBody>
      </p:sp>
      <p:sp>
        <p:nvSpPr>
          <p:cNvPr id="47" name="Text Placeholder 46">
            <a:extLst>
              <a:ext uri="{FF2B5EF4-FFF2-40B4-BE49-F238E27FC236}">
                <a16:creationId xmlns:a16="http://schemas.microsoft.com/office/drawing/2014/main" id="{4758911E-7526-4A48-9F84-DB21B02EEE25}"/>
              </a:ext>
            </a:extLst>
          </p:cNvPr>
          <p:cNvSpPr>
            <a:spLocks noGrp="1"/>
          </p:cNvSpPr>
          <p:nvPr>
            <p:ph type="body" sz="quarter" idx="27"/>
          </p:nvPr>
        </p:nvSpPr>
        <p:spPr>
          <a:xfrm>
            <a:off x="8060256" y="1933725"/>
            <a:ext cx="908050" cy="303213"/>
          </a:xfrm>
        </p:spPr>
        <p:txBody>
          <a:bodyPr/>
          <a:lstStyle/>
          <a:p>
            <a:r>
              <a:rPr lang="en-US">
                <a:solidFill>
                  <a:schemeClr val="bg1">
                    <a:lumMod val="50000"/>
                  </a:schemeClr>
                </a:solidFill>
              </a:rPr>
              <a:t>Mail 2</a:t>
            </a:r>
          </a:p>
        </p:txBody>
      </p:sp>
      <p:sp>
        <p:nvSpPr>
          <p:cNvPr id="49" name="Text Placeholder 48">
            <a:extLst>
              <a:ext uri="{FF2B5EF4-FFF2-40B4-BE49-F238E27FC236}">
                <a16:creationId xmlns:a16="http://schemas.microsoft.com/office/drawing/2014/main" id="{2F807109-99E9-4642-9B36-95FE7B0CB71B}"/>
              </a:ext>
            </a:extLst>
          </p:cNvPr>
          <p:cNvSpPr>
            <a:spLocks noGrp="1"/>
          </p:cNvSpPr>
          <p:nvPr>
            <p:ph type="body" sz="quarter" idx="29"/>
          </p:nvPr>
        </p:nvSpPr>
        <p:spPr>
          <a:xfrm>
            <a:off x="9027902" y="1933725"/>
            <a:ext cx="908050" cy="303213"/>
          </a:xfrm>
        </p:spPr>
        <p:txBody>
          <a:bodyPr/>
          <a:lstStyle/>
          <a:p>
            <a:r>
              <a:rPr lang="en-US">
                <a:solidFill>
                  <a:schemeClr val="bg1">
                    <a:lumMod val="50000"/>
                  </a:schemeClr>
                </a:solidFill>
              </a:rPr>
              <a:t>Graph</a:t>
            </a:r>
          </a:p>
        </p:txBody>
      </p:sp>
      <p:sp>
        <p:nvSpPr>
          <p:cNvPr id="51" name="Text Placeholder 50">
            <a:extLst>
              <a:ext uri="{FF2B5EF4-FFF2-40B4-BE49-F238E27FC236}">
                <a16:creationId xmlns:a16="http://schemas.microsoft.com/office/drawing/2014/main" id="{A22794CB-B6F7-4E11-B8DD-3532790C746B}"/>
              </a:ext>
            </a:extLst>
          </p:cNvPr>
          <p:cNvSpPr>
            <a:spLocks noGrp="1"/>
          </p:cNvSpPr>
          <p:nvPr>
            <p:ph type="body" sz="quarter" idx="31"/>
          </p:nvPr>
        </p:nvSpPr>
        <p:spPr>
          <a:xfrm>
            <a:off x="9995548" y="1933725"/>
            <a:ext cx="908050" cy="303213"/>
          </a:xfrm>
        </p:spPr>
        <p:txBody>
          <a:bodyPr/>
          <a:lstStyle/>
          <a:p>
            <a:r>
              <a:rPr lang="en-US">
                <a:solidFill>
                  <a:schemeClr val="bg1">
                    <a:lumMod val="50000"/>
                  </a:schemeClr>
                </a:solidFill>
              </a:rPr>
              <a:t>Stopwatch</a:t>
            </a:r>
          </a:p>
        </p:txBody>
      </p:sp>
      <p:sp>
        <p:nvSpPr>
          <p:cNvPr id="53" name="Text Placeholder 52">
            <a:extLst>
              <a:ext uri="{FF2B5EF4-FFF2-40B4-BE49-F238E27FC236}">
                <a16:creationId xmlns:a16="http://schemas.microsoft.com/office/drawing/2014/main" id="{DC25FAE3-A212-4006-B92E-25F19DCF643A}"/>
              </a:ext>
            </a:extLst>
          </p:cNvPr>
          <p:cNvSpPr>
            <a:spLocks noGrp="1"/>
          </p:cNvSpPr>
          <p:nvPr>
            <p:ph type="body" sz="quarter" idx="33"/>
          </p:nvPr>
        </p:nvSpPr>
        <p:spPr>
          <a:xfrm>
            <a:off x="10963194" y="1933725"/>
            <a:ext cx="908050" cy="303213"/>
          </a:xfrm>
        </p:spPr>
        <p:txBody>
          <a:bodyPr/>
          <a:lstStyle/>
          <a:p>
            <a:r>
              <a:rPr lang="en-US">
                <a:solidFill>
                  <a:schemeClr val="bg1">
                    <a:lumMod val="50000"/>
                  </a:schemeClr>
                </a:solidFill>
              </a:rPr>
              <a:t>Calendar</a:t>
            </a:r>
          </a:p>
        </p:txBody>
      </p:sp>
      <p:sp>
        <p:nvSpPr>
          <p:cNvPr id="55" name="Text Placeholder 54">
            <a:extLst>
              <a:ext uri="{FF2B5EF4-FFF2-40B4-BE49-F238E27FC236}">
                <a16:creationId xmlns:a16="http://schemas.microsoft.com/office/drawing/2014/main" id="{A1A59558-D42D-437B-9A09-450951B961EB}"/>
              </a:ext>
            </a:extLst>
          </p:cNvPr>
          <p:cNvSpPr>
            <a:spLocks noGrp="1"/>
          </p:cNvSpPr>
          <p:nvPr>
            <p:ph type="body" sz="quarter" idx="35"/>
          </p:nvPr>
        </p:nvSpPr>
        <p:spPr>
          <a:xfrm>
            <a:off x="319088" y="2901300"/>
            <a:ext cx="908050" cy="303213"/>
          </a:xfrm>
        </p:spPr>
        <p:txBody>
          <a:bodyPr/>
          <a:lstStyle/>
          <a:p>
            <a:r>
              <a:rPr lang="en-US">
                <a:solidFill>
                  <a:schemeClr val="bg1">
                    <a:lumMod val="50000"/>
                  </a:schemeClr>
                </a:solidFill>
              </a:rPr>
              <a:t>Calendar</a:t>
            </a:r>
          </a:p>
        </p:txBody>
      </p:sp>
      <p:sp>
        <p:nvSpPr>
          <p:cNvPr id="57" name="Text Placeholder 56">
            <a:extLst>
              <a:ext uri="{FF2B5EF4-FFF2-40B4-BE49-F238E27FC236}">
                <a16:creationId xmlns:a16="http://schemas.microsoft.com/office/drawing/2014/main" id="{50AFCE65-2498-4782-890F-6895D76F2059}"/>
              </a:ext>
            </a:extLst>
          </p:cNvPr>
          <p:cNvSpPr>
            <a:spLocks noGrp="1"/>
          </p:cNvSpPr>
          <p:nvPr>
            <p:ph type="body" sz="quarter" idx="37"/>
          </p:nvPr>
        </p:nvSpPr>
        <p:spPr>
          <a:xfrm>
            <a:off x="1286734" y="2901300"/>
            <a:ext cx="908050" cy="303213"/>
          </a:xfrm>
        </p:spPr>
        <p:txBody>
          <a:bodyPr/>
          <a:lstStyle/>
          <a:p>
            <a:r>
              <a:rPr lang="en-US">
                <a:solidFill>
                  <a:schemeClr val="bg1">
                    <a:lumMod val="50000"/>
                  </a:schemeClr>
                </a:solidFill>
              </a:rPr>
              <a:t>Checklist</a:t>
            </a:r>
          </a:p>
        </p:txBody>
      </p:sp>
      <p:sp>
        <p:nvSpPr>
          <p:cNvPr id="59" name="Text Placeholder 58">
            <a:extLst>
              <a:ext uri="{FF2B5EF4-FFF2-40B4-BE49-F238E27FC236}">
                <a16:creationId xmlns:a16="http://schemas.microsoft.com/office/drawing/2014/main" id="{C195C64B-10E6-49DE-940A-15BC1C3AB80A}"/>
              </a:ext>
            </a:extLst>
          </p:cNvPr>
          <p:cNvSpPr>
            <a:spLocks noGrp="1"/>
          </p:cNvSpPr>
          <p:nvPr>
            <p:ph type="body" sz="quarter" idx="39"/>
          </p:nvPr>
        </p:nvSpPr>
        <p:spPr>
          <a:xfrm>
            <a:off x="2254380" y="2901300"/>
            <a:ext cx="908050" cy="303213"/>
          </a:xfrm>
        </p:spPr>
        <p:txBody>
          <a:bodyPr/>
          <a:lstStyle/>
          <a:p>
            <a:r>
              <a:rPr lang="en-US">
                <a:solidFill>
                  <a:schemeClr val="bg1">
                    <a:lumMod val="50000"/>
                  </a:schemeClr>
                </a:solidFill>
              </a:rPr>
              <a:t>Hierarchy 1</a:t>
            </a:r>
          </a:p>
        </p:txBody>
      </p:sp>
      <p:sp>
        <p:nvSpPr>
          <p:cNvPr id="61" name="Text Placeholder 60">
            <a:extLst>
              <a:ext uri="{FF2B5EF4-FFF2-40B4-BE49-F238E27FC236}">
                <a16:creationId xmlns:a16="http://schemas.microsoft.com/office/drawing/2014/main" id="{88D47262-B43A-480F-96E2-0526C730D4C6}"/>
              </a:ext>
            </a:extLst>
          </p:cNvPr>
          <p:cNvSpPr>
            <a:spLocks noGrp="1"/>
          </p:cNvSpPr>
          <p:nvPr>
            <p:ph type="body" sz="quarter" idx="41"/>
          </p:nvPr>
        </p:nvSpPr>
        <p:spPr>
          <a:xfrm>
            <a:off x="3222026" y="2901300"/>
            <a:ext cx="908050" cy="303213"/>
          </a:xfrm>
        </p:spPr>
        <p:txBody>
          <a:bodyPr/>
          <a:lstStyle/>
          <a:p>
            <a:r>
              <a:rPr lang="en-US">
                <a:solidFill>
                  <a:schemeClr val="bg1">
                    <a:lumMod val="50000"/>
                  </a:schemeClr>
                </a:solidFill>
              </a:rPr>
              <a:t>Hierarchy 2</a:t>
            </a:r>
          </a:p>
        </p:txBody>
      </p:sp>
      <p:sp>
        <p:nvSpPr>
          <p:cNvPr id="63" name="Text Placeholder 62">
            <a:extLst>
              <a:ext uri="{FF2B5EF4-FFF2-40B4-BE49-F238E27FC236}">
                <a16:creationId xmlns:a16="http://schemas.microsoft.com/office/drawing/2014/main" id="{215680F0-6BD9-4A1C-89A3-AFC18BDF870E}"/>
              </a:ext>
            </a:extLst>
          </p:cNvPr>
          <p:cNvSpPr>
            <a:spLocks noGrp="1"/>
          </p:cNvSpPr>
          <p:nvPr>
            <p:ph type="body" sz="quarter" idx="43"/>
          </p:nvPr>
        </p:nvSpPr>
        <p:spPr>
          <a:xfrm>
            <a:off x="4189672" y="2901300"/>
            <a:ext cx="908050" cy="303213"/>
          </a:xfrm>
        </p:spPr>
        <p:txBody>
          <a:bodyPr/>
          <a:lstStyle/>
          <a:p>
            <a:r>
              <a:rPr lang="en-US">
                <a:solidFill>
                  <a:schemeClr val="bg1">
                    <a:lumMod val="50000"/>
                  </a:schemeClr>
                </a:solidFill>
              </a:rPr>
              <a:t>Devices 1</a:t>
            </a:r>
          </a:p>
        </p:txBody>
      </p:sp>
      <p:sp>
        <p:nvSpPr>
          <p:cNvPr id="65" name="Text Placeholder 64">
            <a:extLst>
              <a:ext uri="{FF2B5EF4-FFF2-40B4-BE49-F238E27FC236}">
                <a16:creationId xmlns:a16="http://schemas.microsoft.com/office/drawing/2014/main" id="{9E0D4E65-71D6-472A-857D-8A5AF1581366}"/>
              </a:ext>
            </a:extLst>
          </p:cNvPr>
          <p:cNvSpPr>
            <a:spLocks noGrp="1"/>
          </p:cNvSpPr>
          <p:nvPr>
            <p:ph type="body" sz="quarter" idx="45"/>
          </p:nvPr>
        </p:nvSpPr>
        <p:spPr>
          <a:xfrm>
            <a:off x="5157318" y="2901300"/>
            <a:ext cx="908050" cy="303213"/>
          </a:xfrm>
        </p:spPr>
        <p:txBody>
          <a:bodyPr/>
          <a:lstStyle/>
          <a:p>
            <a:r>
              <a:rPr lang="en-US">
                <a:solidFill>
                  <a:schemeClr val="bg1">
                    <a:lumMod val="50000"/>
                  </a:schemeClr>
                </a:solidFill>
              </a:rPr>
              <a:t>Devices 2</a:t>
            </a:r>
          </a:p>
        </p:txBody>
      </p:sp>
      <p:sp>
        <p:nvSpPr>
          <p:cNvPr id="67" name="Text Placeholder 66">
            <a:extLst>
              <a:ext uri="{FF2B5EF4-FFF2-40B4-BE49-F238E27FC236}">
                <a16:creationId xmlns:a16="http://schemas.microsoft.com/office/drawing/2014/main" id="{45B0FB4D-8C56-4A87-AB4D-C3D4944B9170}"/>
              </a:ext>
            </a:extLst>
          </p:cNvPr>
          <p:cNvSpPr>
            <a:spLocks noGrp="1"/>
          </p:cNvSpPr>
          <p:nvPr>
            <p:ph type="body" sz="quarter" idx="47"/>
          </p:nvPr>
        </p:nvSpPr>
        <p:spPr>
          <a:xfrm>
            <a:off x="6124964" y="2901300"/>
            <a:ext cx="908050" cy="303213"/>
          </a:xfrm>
        </p:spPr>
        <p:txBody>
          <a:bodyPr/>
          <a:lstStyle/>
          <a:p>
            <a:r>
              <a:rPr lang="en-US">
                <a:solidFill>
                  <a:schemeClr val="bg1">
                    <a:lumMod val="50000"/>
                  </a:schemeClr>
                </a:solidFill>
              </a:rPr>
              <a:t>Device Maintenance</a:t>
            </a:r>
          </a:p>
        </p:txBody>
      </p:sp>
      <p:sp>
        <p:nvSpPr>
          <p:cNvPr id="69" name="Text Placeholder 68">
            <a:extLst>
              <a:ext uri="{FF2B5EF4-FFF2-40B4-BE49-F238E27FC236}">
                <a16:creationId xmlns:a16="http://schemas.microsoft.com/office/drawing/2014/main" id="{C13E76FE-F0BF-4ADD-A4C3-C3321B08CB90}"/>
              </a:ext>
            </a:extLst>
          </p:cNvPr>
          <p:cNvSpPr>
            <a:spLocks noGrp="1"/>
          </p:cNvSpPr>
          <p:nvPr>
            <p:ph type="body" sz="quarter" idx="49"/>
          </p:nvPr>
        </p:nvSpPr>
        <p:spPr>
          <a:xfrm>
            <a:off x="7092610" y="2901300"/>
            <a:ext cx="908050" cy="303213"/>
          </a:xfrm>
        </p:spPr>
        <p:txBody>
          <a:bodyPr/>
          <a:lstStyle/>
          <a:p>
            <a:r>
              <a:rPr lang="en-US">
                <a:solidFill>
                  <a:schemeClr val="bg1">
                    <a:lumMod val="50000"/>
                  </a:schemeClr>
                </a:solidFill>
              </a:rPr>
              <a:t>Manufacturing 1</a:t>
            </a:r>
          </a:p>
        </p:txBody>
      </p:sp>
      <p:sp>
        <p:nvSpPr>
          <p:cNvPr id="71" name="Text Placeholder 70">
            <a:extLst>
              <a:ext uri="{FF2B5EF4-FFF2-40B4-BE49-F238E27FC236}">
                <a16:creationId xmlns:a16="http://schemas.microsoft.com/office/drawing/2014/main" id="{EB0F72C0-4B9E-4C0D-8181-9C0ECE428BDF}"/>
              </a:ext>
            </a:extLst>
          </p:cNvPr>
          <p:cNvSpPr>
            <a:spLocks noGrp="1"/>
          </p:cNvSpPr>
          <p:nvPr>
            <p:ph type="body" sz="quarter" idx="51"/>
          </p:nvPr>
        </p:nvSpPr>
        <p:spPr>
          <a:xfrm>
            <a:off x="8060256" y="2901300"/>
            <a:ext cx="908050" cy="303213"/>
          </a:xfrm>
        </p:spPr>
        <p:txBody>
          <a:bodyPr/>
          <a:lstStyle/>
          <a:p>
            <a:r>
              <a:rPr lang="en-US">
                <a:solidFill>
                  <a:schemeClr val="bg1">
                    <a:lumMod val="50000"/>
                  </a:schemeClr>
                </a:solidFill>
              </a:rPr>
              <a:t>Manufacturing 2</a:t>
            </a:r>
          </a:p>
        </p:txBody>
      </p:sp>
      <p:sp>
        <p:nvSpPr>
          <p:cNvPr id="73" name="Text Placeholder 72">
            <a:extLst>
              <a:ext uri="{FF2B5EF4-FFF2-40B4-BE49-F238E27FC236}">
                <a16:creationId xmlns:a16="http://schemas.microsoft.com/office/drawing/2014/main" id="{45D952A4-0EA5-4CEE-B15B-0E5B3725BF15}"/>
              </a:ext>
            </a:extLst>
          </p:cNvPr>
          <p:cNvSpPr>
            <a:spLocks noGrp="1"/>
          </p:cNvSpPr>
          <p:nvPr>
            <p:ph type="body" sz="quarter" idx="53"/>
          </p:nvPr>
        </p:nvSpPr>
        <p:spPr>
          <a:xfrm>
            <a:off x="9027902" y="2901300"/>
            <a:ext cx="908050" cy="303213"/>
          </a:xfrm>
        </p:spPr>
        <p:txBody>
          <a:bodyPr/>
          <a:lstStyle/>
          <a:p>
            <a:r>
              <a:rPr lang="en-US">
                <a:solidFill>
                  <a:schemeClr val="bg1">
                    <a:lumMod val="50000"/>
                  </a:schemeClr>
                </a:solidFill>
              </a:rPr>
              <a:t>Manufacturing 3</a:t>
            </a:r>
          </a:p>
        </p:txBody>
      </p:sp>
      <p:sp>
        <p:nvSpPr>
          <p:cNvPr id="75" name="Text Placeholder 74">
            <a:extLst>
              <a:ext uri="{FF2B5EF4-FFF2-40B4-BE49-F238E27FC236}">
                <a16:creationId xmlns:a16="http://schemas.microsoft.com/office/drawing/2014/main" id="{16EDD378-7609-4CC3-8A2C-74B2A2EE6AB3}"/>
              </a:ext>
            </a:extLst>
          </p:cNvPr>
          <p:cNvSpPr>
            <a:spLocks noGrp="1"/>
          </p:cNvSpPr>
          <p:nvPr>
            <p:ph type="body" sz="quarter" idx="55"/>
          </p:nvPr>
        </p:nvSpPr>
        <p:spPr>
          <a:xfrm>
            <a:off x="9995548" y="2901300"/>
            <a:ext cx="908050" cy="303213"/>
          </a:xfrm>
        </p:spPr>
        <p:txBody>
          <a:bodyPr/>
          <a:lstStyle/>
          <a:p>
            <a:r>
              <a:rPr lang="en-US">
                <a:solidFill>
                  <a:schemeClr val="bg1">
                    <a:lumMod val="50000"/>
                  </a:schemeClr>
                </a:solidFill>
              </a:rPr>
              <a:t>Smart Conveyor</a:t>
            </a:r>
          </a:p>
        </p:txBody>
      </p:sp>
      <p:sp>
        <p:nvSpPr>
          <p:cNvPr id="77" name="Text Placeholder 76">
            <a:extLst>
              <a:ext uri="{FF2B5EF4-FFF2-40B4-BE49-F238E27FC236}">
                <a16:creationId xmlns:a16="http://schemas.microsoft.com/office/drawing/2014/main" id="{8FA257F3-A159-47E9-BF17-98C4F05C4893}"/>
              </a:ext>
            </a:extLst>
          </p:cNvPr>
          <p:cNvSpPr>
            <a:spLocks noGrp="1"/>
          </p:cNvSpPr>
          <p:nvPr>
            <p:ph type="body" sz="quarter" idx="57"/>
          </p:nvPr>
        </p:nvSpPr>
        <p:spPr>
          <a:xfrm>
            <a:off x="10963194" y="2901300"/>
            <a:ext cx="908050" cy="303213"/>
          </a:xfrm>
        </p:spPr>
        <p:txBody>
          <a:bodyPr/>
          <a:lstStyle/>
          <a:p>
            <a:r>
              <a:rPr lang="en-US">
                <a:solidFill>
                  <a:schemeClr val="bg1">
                    <a:lumMod val="50000"/>
                  </a:schemeClr>
                </a:solidFill>
              </a:rPr>
              <a:t>Barcode</a:t>
            </a:r>
          </a:p>
        </p:txBody>
      </p:sp>
      <p:sp>
        <p:nvSpPr>
          <p:cNvPr id="79" name="Text Placeholder 78">
            <a:extLst>
              <a:ext uri="{FF2B5EF4-FFF2-40B4-BE49-F238E27FC236}">
                <a16:creationId xmlns:a16="http://schemas.microsoft.com/office/drawing/2014/main" id="{8D84268B-C610-4FA1-8AEA-C29561B19E70}"/>
              </a:ext>
            </a:extLst>
          </p:cNvPr>
          <p:cNvSpPr>
            <a:spLocks noGrp="1"/>
          </p:cNvSpPr>
          <p:nvPr>
            <p:ph type="body" sz="quarter" idx="59"/>
          </p:nvPr>
        </p:nvSpPr>
        <p:spPr>
          <a:xfrm>
            <a:off x="319088" y="3877690"/>
            <a:ext cx="908050" cy="303213"/>
          </a:xfrm>
        </p:spPr>
        <p:txBody>
          <a:bodyPr/>
          <a:lstStyle/>
          <a:p>
            <a:r>
              <a:rPr lang="en-US">
                <a:solidFill>
                  <a:schemeClr val="bg1">
                    <a:lumMod val="50000"/>
                  </a:schemeClr>
                </a:solidFill>
              </a:rPr>
              <a:t>Box</a:t>
            </a:r>
          </a:p>
        </p:txBody>
      </p:sp>
      <p:sp>
        <p:nvSpPr>
          <p:cNvPr id="81" name="Text Placeholder 80">
            <a:extLst>
              <a:ext uri="{FF2B5EF4-FFF2-40B4-BE49-F238E27FC236}">
                <a16:creationId xmlns:a16="http://schemas.microsoft.com/office/drawing/2014/main" id="{C6430D01-992A-4236-B04E-AE22855E317D}"/>
              </a:ext>
            </a:extLst>
          </p:cNvPr>
          <p:cNvSpPr>
            <a:spLocks noGrp="1"/>
          </p:cNvSpPr>
          <p:nvPr>
            <p:ph type="body" sz="quarter" idx="61"/>
          </p:nvPr>
        </p:nvSpPr>
        <p:spPr>
          <a:xfrm>
            <a:off x="1286734" y="3877690"/>
            <a:ext cx="908050" cy="303213"/>
          </a:xfrm>
        </p:spPr>
        <p:txBody>
          <a:bodyPr/>
          <a:lstStyle/>
          <a:p>
            <a:r>
              <a:rPr lang="en-US">
                <a:solidFill>
                  <a:schemeClr val="bg1">
                    <a:lumMod val="50000"/>
                  </a:schemeClr>
                </a:solidFill>
              </a:rPr>
              <a:t>Package Scale</a:t>
            </a:r>
          </a:p>
        </p:txBody>
      </p:sp>
      <p:sp>
        <p:nvSpPr>
          <p:cNvPr id="83" name="Text Placeholder 82">
            <a:extLst>
              <a:ext uri="{FF2B5EF4-FFF2-40B4-BE49-F238E27FC236}">
                <a16:creationId xmlns:a16="http://schemas.microsoft.com/office/drawing/2014/main" id="{24131BE7-6824-41E5-8598-EEF3C969F96D}"/>
              </a:ext>
            </a:extLst>
          </p:cNvPr>
          <p:cNvSpPr>
            <a:spLocks noGrp="1"/>
          </p:cNvSpPr>
          <p:nvPr>
            <p:ph type="body" sz="quarter" idx="63"/>
          </p:nvPr>
        </p:nvSpPr>
        <p:spPr>
          <a:xfrm>
            <a:off x="2254380" y="3877690"/>
            <a:ext cx="908050" cy="303213"/>
          </a:xfrm>
        </p:spPr>
        <p:txBody>
          <a:bodyPr/>
          <a:lstStyle/>
          <a:p>
            <a:r>
              <a:rPr lang="en-US">
                <a:solidFill>
                  <a:schemeClr val="bg1">
                    <a:lumMod val="50000"/>
                  </a:schemeClr>
                </a:solidFill>
              </a:rPr>
              <a:t>Package Stack</a:t>
            </a:r>
          </a:p>
        </p:txBody>
      </p:sp>
      <p:sp>
        <p:nvSpPr>
          <p:cNvPr id="85" name="Text Placeholder 84">
            <a:extLst>
              <a:ext uri="{FF2B5EF4-FFF2-40B4-BE49-F238E27FC236}">
                <a16:creationId xmlns:a16="http://schemas.microsoft.com/office/drawing/2014/main" id="{09C60B14-0BCE-47EB-8BA6-835E6F9CB870}"/>
              </a:ext>
            </a:extLst>
          </p:cNvPr>
          <p:cNvSpPr>
            <a:spLocks noGrp="1"/>
          </p:cNvSpPr>
          <p:nvPr>
            <p:ph type="body" sz="quarter" idx="65"/>
          </p:nvPr>
        </p:nvSpPr>
        <p:spPr>
          <a:xfrm>
            <a:off x="3222026" y="3877690"/>
            <a:ext cx="908050" cy="303213"/>
          </a:xfrm>
        </p:spPr>
        <p:txBody>
          <a:bodyPr/>
          <a:lstStyle/>
          <a:p>
            <a:r>
              <a:rPr lang="en-US">
                <a:solidFill>
                  <a:schemeClr val="bg1">
                    <a:lumMod val="50000"/>
                  </a:schemeClr>
                </a:solidFill>
              </a:rPr>
              <a:t>Package Clock</a:t>
            </a:r>
          </a:p>
        </p:txBody>
      </p:sp>
      <p:sp>
        <p:nvSpPr>
          <p:cNvPr id="87" name="Text Placeholder 86">
            <a:extLst>
              <a:ext uri="{FF2B5EF4-FFF2-40B4-BE49-F238E27FC236}">
                <a16:creationId xmlns:a16="http://schemas.microsoft.com/office/drawing/2014/main" id="{EA1496CE-C0D1-42E0-813A-EEB42F0B69FB}"/>
              </a:ext>
            </a:extLst>
          </p:cNvPr>
          <p:cNvSpPr>
            <a:spLocks noGrp="1"/>
          </p:cNvSpPr>
          <p:nvPr>
            <p:ph type="body" sz="quarter" idx="67"/>
          </p:nvPr>
        </p:nvSpPr>
        <p:spPr>
          <a:xfrm>
            <a:off x="4189672" y="3877690"/>
            <a:ext cx="908050" cy="303213"/>
          </a:xfrm>
        </p:spPr>
        <p:txBody>
          <a:bodyPr/>
          <a:lstStyle/>
          <a:p>
            <a:r>
              <a:rPr lang="en-US">
                <a:solidFill>
                  <a:schemeClr val="bg1">
                    <a:lumMod val="50000"/>
                  </a:schemeClr>
                </a:solidFill>
              </a:rPr>
              <a:t>Package Exchange</a:t>
            </a:r>
          </a:p>
        </p:txBody>
      </p:sp>
      <p:sp>
        <p:nvSpPr>
          <p:cNvPr id="89" name="Text Placeholder 88">
            <a:extLst>
              <a:ext uri="{FF2B5EF4-FFF2-40B4-BE49-F238E27FC236}">
                <a16:creationId xmlns:a16="http://schemas.microsoft.com/office/drawing/2014/main" id="{0C5E0610-5D5D-467D-B8A4-5844FB274CEE}"/>
              </a:ext>
            </a:extLst>
          </p:cNvPr>
          <p:cNvSpPr>
            <a:spLocks noGrp="1"/>
          </p:cNvSpPr>
          <p:nvPr>
            <p:ph type="body" sz="quarter" idx="69"/>
          </p:nvPr>
        </p:nvSpPr>
        <p:spPr>
          <a:xfrm>
            <a:off x="5157318" y="3877690"/>
            <a:ext cx="908050" cy="303213"/>
          </a:xfrm>
        </p:spPr>
        <p:txBody>
          <a:bodyPr/>
          <a:lstStyle/>
          <a:p>
            <a:r>
              <a:rPr lang="en-US">
                <a:solidFill>
                  <a:schemeClr val="bg1">
                    <a:lumMod val="50000"/>
                  </a:schemeClr>
                </a:solidFill>
              </a:rPr>
              <a:t>Offshore Oil Rig</a:t>
            </a:r>
          </a:p>
        </p:txBody>
      </p:sp>
      <p:sp>
        <p:nvSpPr>
          <p:cNvPr id="91" name="Text Placeholder 90">
            <a:extLst>
              <a:ext uri="{FF2B5EF4-FFF2-40B4-BE49-F238E27FC236}">
                <a16:creationId xmlns:a16="http://schemas.microsoft.com/office/drawing/2014/main" id="{FB1581AB-7A22-43A9-AA01-AD9B5480766E}"/>
              </a:ext>
            </a:extLst>
          </p:cNvPr>
          <p:cNvSpPr>
            <a:spLocks noGrp="1"/>
          </p:cNvSpPr>
          <p:nvPr>
            <p:ph type="body" sz="quarter" idx="71"/>
          </p:nvPr>
        </p:nvSpPr>
        <p:spPr>
          <a:xfrm>
            <a:off x="6124964" y="3877690"/>
            <a:ext cx="908050" cy="303213"/>
          </a:xfrm>
        </p:spPr>
        <p:txBody>
          <a:bodyPr/>
          <a:lstStyle/>
          <a:p>
            <a:r>
              <a:rPr lang="en-US">
                <a:solidFill>
                  <a:schemeClr val="bg1">
                    <a:lumMod val="50000"/>
                  </a:schemeClr>
                </a:solidFill>
              </a:rPr>
              <a:t>Oil Pump</a:t>
            </a:r>
          </a:p>
        </p:txBody>
      </p:sp>
      <p:sp>
        <p:nvSpPr>
          <p:cNvPr id="93" name="Text Placeholder 92">
            <a:extLst>
              <a:ext uri="{FF2B5EF4-FFF2-40B4-BE49-F238E27FC236}">
                <a16:creationId xmlns:a16="http://schemas.microsoft.com/office/drawing/2014/main" id="{A2F653C6-1779-4BA2-BB79-1ABE604AB86C}"/>
              </a:ext>
            </a:extLst>
          </p:cNvPr>
          <p:cNvSpPr>
            <a:spLocks noGrp="1"/>
          </p:cNvSpPr>
          <p:nvPr>
            <p:ph type="body" sz="quarter" idx="73"/>
          </p:nvPr>
        </p:nvSpPr>
        <p:spPr>
          <a:xfrm>
            <a:off x="7092610" y="3877690"/>
            <a:ext cx="908050" cy="303213"/>
          </a:xfrm>
        </p:spPr>
        <p:txBody>
          <a:bodyPr/>
          <a:lstStyle/>
          <a:p>
            <a:r>
              <a:rPr lang="en-US">
                <a:solidFill>
                  <a:schemeClr val="bg1">
                    <a:lumMod val="50000"/>
                  </a:schemeClr>
                </a:solidFill>
              </a:rPr>
              <a:t>Drill</a:t>
            </a:r>
          </a:p>
        </p:txBody>
      </p:sp>
      <p:sp>
        <p:nvSpPr>
          <p:cNvPr id="95" name="Text Placeholder 94">
            <a:extLst>
              <a:ext uri="{FF2B5EF4-FFF2-40B4-BE49-F238E27FC236}">
                <a16:creationId xmlns:a16="http://schemas.microsoft.com/office/drawing/2014/main" id="{19766EC7-7CDF-40E2-AE13-0FE193826E78}"/>
              </a:ext>
            </a:extLst>
          </p:cNvPr>
          <p:cNvSpPr>
            <a:spLocks noGrp="1"/>
          </p:cNvSpPr>
          <p:nvPr>
            <p:ph type="body" sz="quarter" idx="75"/>
          </p:nvPr>
        </p:nvSpPr>
        <p:spPr>
          <a:xfrm>
            <a:off x="8060256" y="3877690"/>
            <a:ext cx="908050" cy="303213"/>
          </a:xfrm>
        </p:spPr>
        <p:txBody>
          <a:bodyPr/>
          <a:lstStyle/>
          <a:p>
            <a:r>
              <a:rPr lang="en-US">
                <a:solidFill>
                  <a:schemeClr val="bg1">
                    <a:lumMod val="50000"/>
                  </a:schemeClr>
                </a:solidFill>
              </a:rPr>
              <a:t>Gas Truck</a:t>
            </a:r>
          </a:p>
        </p:txBody>
      </p:sp>
      <p:sp>
        <p:nvSpPr>
          <p:cNvPr id="97" name="Text Placeholder 96">
            <a:extLst>
              <a:ext uri="{FF2B5EF4-FFF2-40B4-BE49-F238E27FC236}">
                <a16:creationId xmlns:a16="http://schemas.microsoft.com/office/drawing/2014/main" id="{A6F4F5B6-BF62-4E96-B606-B3020F80D8A4}"/>
              </a:ext>
            </a:extLst>
          </p:cNvPr>
          <p:cNvSpPr>
            <a:spLocks noGrp="1"/>
          </p:cNvSpPr>
          <p:nvPr>
            <p:ph type="body" sz="quarter" idx="77"/>
          </p:nvPr>
        </p:nvSpPr>
        <p:spPr>
          <a:xfrm>
            <a:off x="9027902" y="3877690"/>
            <a:ext cx="908050" cy="303213"/>
          </a:xfrm>
        </p:spPr>
        <p:txBody>
          <a:bodyPr/>
          <a:lstStyle/>
          <a:p>
            <a:r>
              <a:rPr lang="en-US">
                <a:solidFill>
                  <a:schemeClr val="bg1">
                    <a:lumMod val="50000"/>
                  </a:schemeClr>
                </a:solidFill>
              </a:rPr>
              <a:t>Oil Tanker</a:t>
            </a:r>
          </a:p>
        </p:txBody>
      </p:sp>
      <p:sp>
        <p:nvSpPr>
          <p:cNvPr id="99" name="Text Placeholder 98">
            <a:extLst>
              <a:ext uri="{FF2B5EF4-FFF2-40B4-BE49-F238E27FC236}">
                <a16:creationId xmlns:a16="http://schemas.microsoft.com/office/drawing/2014/main" id="{7C7D2DCF-64B3-400D-B38D-3CB6639C795D}"/>
              </a:ext>
            </a:extLst>
          </p:cNvPr>
          <p:cNvSpPr>
            <a:spLocks noGrp="1"/>
          </p:cNvSpPr>
          <p:nvPr>
            <p:ph type="body" sz="quarter" idx="79"/>
          </p:nvPr>
        </p:nvSpPr>
        <p:spPr>
          <a:xfrm>
            <a:off x="9995548" y="3877690"/>
            <a:ext cx="908050" cy="303213"/>
          </a:xfrm>
        </p:spPr>
        <p:txBody>
          <a:bodyPr/>
          <a:lstStyle/>
          <a:p>
            <a:r>
              <a:rPr lang="en-US">
                <a:solidFill>
                  <a:schemeClr val="bg1">
                    <a:lumMod val="50000"/>
                  </a:schemeClr>
                </a:solidFill>
              </a:rPr>
              <a:t>Gas Trailer</a:t>
            </a:r>
          </a:p>
        </p:txBody>
      </p:sp>
      <p:sp>
        <p:nvSpPr>
          <p:cNvPr id="101" name="Text Placeholder 100">
            <a:extLst>
              <a:ext uri="{FF2B5EF4-FFF2-40B4-BE49-F238E27FC236}">
                <a16:creationId xmlns:a16="http://schemas.microsoft.com/office/drawing/2014/main" id="{B560A792-7877-46CE-8A97-88FAA2622ABB}"/>
              </a:ext>
            </a:extLst>
          </p:cNvPr>
          <p:cNvSpPr>
            <a:spLocks noGrp="1"/>
          </p:cNvSpPr>
          <p:nvPr>
            <p:ph type="body" sz="quarter" idx="81"/>
          </p:nvPr>
        </p:nvSpPr>
        <p:spPr>
          <a:xfrm>
            <a:off x="10963194" y="3877690"/>
            <a:ext cx="908050" cy="303213"/>
          </a:xfrm>
        </p:spPr>
        <p:txBody>
          <a:bodyPr/>
          <a:lstStyle/>
          <a:p>
            <a:r>
              <a:rPr lang="en-US">
                <a:solidFill>
                  <a:schemeClr val="bg1">
                    <a:lumMod val="50000"/>
                  </a:schemeClr>
                </a:solidFill>
              </a:rPr>
              <a:t>Silo</a:t>
            </a:r>
          </a:p>
        </p:txBody>
      </p:sp>
      <p:sp>
        <p:nvSpPr>
          <p:cNvPr id="103" name="Text Placeholder 102">
            <a:extLst>
              <a:ext uri="{FF2B5EF4-FFF2-40B4-BE49-F238E27FC236}">
                <a16:creationId xmlns:a16="http://schemas.microsoft.com/office/drawing/2014/main" id="{FD3F1D15-F7F4-4370-B852-B068A5209F56}"/>
              </a:ext>
            </a:extLst>
          </p:cNvPr>
          <p:cNvSpPr>
            <a:spLocks noGrp="1"/>
          </p:cNvSpPr>
          <p:nvPr>
            <p:ph type="body" sz="quarter" idx="83"/>
          </p:nvPr>
        </p:nvSpPr>
        <p:spPr>
          <a:xfrm>
            <a:off x="319088" y="4835565"/>
            <a:ext cx="908050" cy="303213"/>
          </a:xfrm>
        </p:spPr>
        <p:txBody>
          <a:bodyPr/>
          <a:lstStyle/>
          <a:p>
            <a:r>
              <a:rPr lang="en-US">
                <a:solidFill>
                  <a:schemeClr val="bg1">
                    <a:lumMod val="50000"/>
                  </a:schemeClr>
                </a:solidFill>
              </a:rPr>
              <a:t>Oil Market</a:t>
            </a:r>
          </a:p>
        </p:txBody>
      </p:sp>
      <p:sp>
        <p:nvSpPr>
          <p:cNvPr id="105" name="Text Placeholder 104">
            <a:extLst>
              <a:ext uri="{FF2B5EF4-FFF2-40B4-BE49-F238E27FC236}">
                <a16:creationId xmlns:a16="http://schemas.microsoft.com/office/drawing/2014/main" id="{4B56D1EB-9ADB-4FC4-86A0-D0563BD57D8A}"/>
              </a:ext>
            </a:extLst>
          </p:cNvPr>
          <p:cNvSpPr>
            <a:spLocks noGrp="1"/>
          </p:cNvSpPr>
          <p:nvPr>
            <p:ph type="body" sz="quarter" idx="85"/>
          </p:nvPr>
        </p:nvSpPr>
        <p:spPr>
          <a:xfrm>
            <a:off x="1286734" y="4835565"/>
            <a:ext cx="908050" cy="303213"/>
          </a:xfrm>
        </p:spPr>
        <p:txBody>
          <a:bodyPr/>
          <a:lstStyle/>
          <a:p>
            <a:r>
              <a:rPr lang="en-US">
                <a:solidFill>
                  <a:schemeClr val="bg1">
                    <a:lumMod val="50000"/>
                  </a:schemeClr>
                </a:solidFill>
              </a:rPr>
              <a:t>Gas Pump</a:t>
            </a:r>
          </a:p>
        </p:txBody>
      </p:sp>
      <p:sp>
        <p:nvSpPr>
          <p:cNvPr id="107" name="Text Placeholder 106">
            <a:extLst>
              <a:ext uri="{FF2B5EF4-FFF2-40B4-BE49-F238E27FC236}">
                <a16:creationId xmlns:a16="http://schemas.microsoft.com/office/drawing/2014/main" id="{A9C1DBC9-E6CA-4C40-89D4-3BE162A7D7C0}"/>
              </a:ext>
            </a:extLst>
          </p:cNvPr>
          <p:cNvSpPr>
            <a:spLocks noGrp="1"/>
          </p:cNvSpPr>
          <p:nvPr>
            <p:ph type="body" sz="quarter" idx="87"/>
          </p:nvPr>
        </p:nvSpPr>
        <p:spPr>
          <a:xfrm>
            <a:off x="2254380" y="4835565"/>
            <a:ext cx="908050" cy="303213"/>
          </a:xfrm>
        </p:spPr>
        <p:txBody>
          <a:bodyPr/>
          <a:lstStyle/>
          <a:p>
            <a:r>
              <a:rPr lang="en-US">
                <a:solidFill>
                  <a:schemeClr val="bg1">
                    <a:lumMod val="50000"/>
                  </a:schemeClr>
                </a:solidFill>
              </a:rPr>
              <a:t>Oil Barrel</a:t>
            </a:r>
          </a:p>
        </p:txBody>
      </p:sp>
      <p:sp>
        <p:nvSpPr>
          <p:cNvPr id="109" name="Text Placeholder 108">
            <a:extLst>
              <a:ext uri="{FF2B5EF4-FFF2-40B4-BE49-F238E27FC236}">
                <a16:creationId xmlns:a16="http://schemas.microsoft.com/office/drawing/2014/main" id="{E057A116-94DF-4CE1-BEE7-BFC03D407E40}"/>
              </a:ext>
            </a:extLst>
          </p:cNvPr>
          <p:cNvSpPr>
            <a:spLocks noGrp="1"/>
          </p:cNvSpPr>
          <p:nvPr>
            <p:ph type="body" sz="quarter" idx="89"/>
          </p:nvPr>
        </p:nvSpPr>
        <p:spPr>
          <a:xfrm>
            <a:off x="3222026" y="4835565"/>
            <a:ext cx="908050" cy="303213"/>
          </a:xfrm>
        </p:spPr>
        <p:txBody>
          <a:bodyPr/>
          <a:lstStyle/>
          <a:p>
            <a:r>
              <a:rPr lang="en-US">
                <a:solidFill>
                  <a:schemeClr val="bg1">
                    <a:lumMod val="50000"/>
                  </a:schemeClr>
                </a:solidFill>
              </a:rPr>
              <a:t>Gas Container</a:t>
            </a:r>
          </a:p>
        </p:txBody>
      </p:sp>
      <p:sp>
        <p:nvSpPr>
          <p:cNvPr id="111" name="Text Placeholder 110">
            <a:extLst>
              <a:ext uri="{FF2B5EF4-FFF2-40B4-BE49-F238E27FC236}">
                <a16:creationId xmlns:a16="http://schemas.microsoft.com/office/drawing/2014/main" id="{24D616E5-CCED-4FA5-824B-5F0E4E781588}"/>
              </a:ext>
            </a:extLst>
          </p:cNvPr>
          <p:cNvSpPr>
            <a:spLocks noGrp="1"/>
          </p:cNvSpPr>
          <p:nvPr>
            <p:ph type="body" sz="quarter" idx="91"/>
          </p:nvPr>
        </p:nvSpPr>
        <p:spPr>
          <a:xfrm>
            <a:off x="4189672" y="4835565"/>
            <a:ext cx="908050" cy="303213"/>
          </a:xfrm>
        </p:spPr>
        <p:txBody>
          <a:bodyPr/>
          <a:lstStyle/>
          <a:p>
            <a:r>
              <a:rPr lang="en-US">
                <a:solidFill>
                  <a:schemeClr val="bg1">
                    <a:lumMod val="50000"/>
                  </a:schemeClr>
                </a:solidFill>
              </a:rPr>
              <a:t>Pipe Valve 1</a:t>
            </a:r>
          </a:p>
        </p:txBody>
      </p:sp>
      <p:sp>
        <p:nvSpPr>
          <p:cNvPr id="113" name="Text Placeholder 112">
            <a:extLst>
              <a:ext uri="{FF2B5EF4-FFF2-40B4-BE49-F238E27FC236}">
                <a16:creationId xmlns:a16="http://schemas.microsoft.com/office/drawing/2014/main" id="{3A89D450-2CBD-4EBA-A020-19ECAADAB0C6}"/>
              </a:ext>
            </a:extLst>
          </p:cNvPr>
          <p:cNvSpPr>
            <a:spLocks noGrp="1"/>
          </p:cNvSpPr>
          <p:nvPr>
            <p:ph type="body" sz="quarter" idx="93"/>
          </p:nvPr>
        </p:nvSpPr>
        <p:spPr>
          <a:xfrm>
            <a:off x="5157318" y="4835565"/>
            <a:ext cx="908050" cy="303213"/>
          </a:xfrm>
        </p:spPr>
        <p:txBody>
          <a:bodyPr/>
          <a:lstStyle/>
          <a:p>
            <a:r>
              <a:rPr lang="en-US">
                <a:solidFill>
                  <a:schemeClr val="bg1">
                    <a:lumMod val="50000"/>
                  </a:schemeClr>
                </a:solidFill>
              </a:rPr>
              <a:t>Pipe Meter</a:t>
            </a:r>
          </a:p>
        </p:txBody>
      </p:sp>
      <p:sp>
        <p:nvSpPr>
          <p:cNvPr id="115" name="Text Placeholder 114">
            <a:extLst>
              <a:ext uri="{FF2B5EF4-FFF2-40B4-BE49-F238E27FC236}">
                <a16:creationId xmlns:a16="http://schemas.microsoft.com/office/drawing/2014/main" id="{F2F70478-EB88-4439-9AD9-2F4177BB8ACE}"/>
              </a:ext>
            </a:extLst>
          </p:cNvPr>
          <p:cNvSpPr>
            <a:spLocks noGrp="1"/>
          </p:cNvSpPr>
          <p:nvPr>
            <p:ph type="body" sz="quarter" idx="95"/>
          </p:nvPr>
        </p:nvSpPr>
        <p:spPr>
          <a:xfrm>
            <a:off x="6124964" y="4835565"/>
            <a:ext cx="908050" cy="303213"/>
          </a:xfrm>
        </p:spPr>
        <p:txBody>
          <a:bodyPr/>
          <a:lstStyle/>
          <a:p>
            <a:r>
              <a:rPr lang="en-US">
                <a:solidFill>
                  <a:schemeClr val="bg1">
                    <a:lumMod val="50000"/>
                  </a:schemeClr>
                </a:solidFill>
              </a:rPr>
              <a:t>Pipe Valve 2</a:t>
            </a:r>
          </a:p>
        </p:txBody>
      </p:sp>
      <p:sp>
        <p:nvSpPr>
          <p:cNvPr id="117" name="Text Placeholder 116">
            <a:extLst>
              <a:ext uri="{FF2B5EF4-FFF2-40B4-BE49-F238E27FC236}">
                <a16:creationId xmlns:a16="http://schemas.microsoft.com/office/drawing/2014/main" id="{10C93B15-09A4-4044-A63A-9F67690A5770}"/>
              </a:ext>
            </a:extLst>
          </p:cNvPr>
          <p:cNvSpPr>
            <a:spLocks noGrp="1"/>
          </p:cNvSpPr>
          <p:nvPr>
            <p:ph type="body" sz="quarter" idx="97"/>
          </p:nvPr>
        </p:nvSpPr>
        <p:spPr>
          <a:xfrm>
            <a:off x="7092610" y="4835565"/>
            <a:ext cx="908050" cy="303213"/>
          </a:xfrm>
        </p:spPr>
        <p:txBody>
          <a:bodyPr/>
          <a:lstStyle/>
          <a:p>
            <a:r>
              <a:rPr lang="en-US">
                <a:solidFill>
                  <a:schemeClr val="bg1">
                    <a:lumMod val="50000"/>
                  </a:schemeClr>
                </a:solidFill>
              </a:rPr>
              <a:t>Pipelines</a:t>
            </a:r>
          </a:p>
          <a:p>
            <a:endParaRPr lang="en-US">
              <a:solidFill>
                <a:schemeClr val="bg1">
                  <a:lumMod val="50000"/>
                </a:schemeClr>
              </a:solidFill>
            </a:endParaRPr>
          </a:p>
        </p:txBody>
      </p:sp>
      <p:sp>
        <p:nvSpPr>
          <p:cNvPr id="119" name="Text Placeholder 118">
            <a:extLst>
              <a:ext uri="{FF2B5EF4-FFF2-40B4-BE49-F238E27FC236}">
                <a16:creationId xmlns:a16="http://schemas.microsoft.com/office/drawing/2014/main" id="{6E0E8752-9BEB-488F-81A2-6413556AB43D}"/>
              </a:ext>
            </a:extLst>
          </p:cNvPr>
          <p:cNvSpPr>
            <a:spLocks noGrp="1"/>
          </p:cNvSpPr>
          <p:nvPr>
            <p:ph type="body" sz="quarter" idx="99"/>
          </p:nvPr>
        </p:nvSpPr>
        <p:spPr>
          <a:xfrm>
            <a:off x="8060256" y="4835565"/>
            <a:ext cx="908050" cy="303213"/>
          </a:xfrm>
        </p:spPr>
        <p:txBody>
          <a:bodyPr/>
          <a:lstStyle/>
          <a:p>
            <a:r>
              <a:rPr lang="en-US">
                <a:solidFill>
                  <a:schemeClr val="bg1">
                    <a:lumMod val="50000"/>
                  </a:schemeClr>
                </a:solidFill>
              </a:rPr>
              <a:t>Piping</a:t>
            </a:r>
          </a:p>
        </p:txBody>
      </p:sp>
      <p:sp>
        <p:nvSpPr>
          <p:cNvPr id="121" name="Text Placeholder 120">
            <a:extLst>
              <a:ext uri="{FF2B5EF4-FFF2-40B4-BE49-F238E27FC236}">
                <a16:creationId xmlns:a16="http://schemas.microsoft.com/office/drawing/2014/main" id="{E0229821-42C8-46C4-8284-D7500687DA69}"/>
              </a:ext>
            </a:extLst>
          </p:cNvPr>
          <p:cNvSpPr>
            <a:spLocks noGrp="1"/>
          </p:cNvSpPr>
          <p:nvPr>
            <p:ph type="body" sz="quarter" idx="101"/>
          </p:nvPr>
        </p:nvSpPr>
        <p:spPr>
          <a:xfrm>
            <a:off x="9027902" y="4835565"/>
            <a:ext cx="908050" cy="303213"/>
          </a:xfrm>
        </p:spPr>
        <p:txBody>
          <a:bodyPr/>
          <a:lstStyle/>
          <a:p>
            <a:r>
              <a:rPr lang="en-US">
                <a:solidFill>
                  <a:schemeClr val="bg1">
                    <a:lumMod val="50000"/>
                  </a:schemeClr>
                </a:solidFill>
              </a:rPr>
              <a:t>Refinery Plant</a:t>
            </a:r>
          </a:p>
        </p:txBody>
      </p:sp>
      <p:sp>
        <p:nvSpPr>
          <p:cNvPr id="123" name="Text Placeholder 122">
            <a:extLst>
              <a:ext uri="{FF2B5EF4-FFF2-40B4-BE49-F238E27FC236}">
                <a16:creationId xmlns:a16="http://schemas.microsoft.com/office/drawing/2014/main" id="{B54AAC8C-641F-4D06-84FA-ECBEBF983900}"/>
              </a:ext>
            </a:extLst>
          </p:cNvPr>
          <p:cNvSpPr>
            <a:spLocks noGrp="1"/>
          </p:cNvSpPr>
          <p:nvPr>
            <p:ph type="body" sz="quarter" idx="103"/>
          </p:nvPr>
        </p:nvSpPr>
        <p:spPr>
          <a:xfrm>
            <a:off x="9995548" y="4835565"/>
            <a:ext cx="908050" cy="303213"/>
          </a:xfrm>
        </p:spPr>
        <p:txBody>
          <a:bodyPr/>
          <a:lstStyle/>
          <a:p>
            <a:r>
              <a:rPr lang="en-US">
                <a:solidFill>
                  <a:schemeClr val="bg1">
                    <a:lumMod val="50000"/>
                  </a:schemeClr>
                </a:solidFill>
              </a:rPr>
              <a:t>Chemical 1</a:t>
            </a:r>
          </a:p>
        </p:txBody>
      </p:sp>
      <p:sp>
        <p:nvSpPr>
          <p:cNvPr id="125" name="Text Placeholder 124">
            <a:extLst>
              <a:ext uri="{FF2B5EF4-FFF2-40B4-BE49-F238E27FC236}">
                <a16:creationId xmlns:a16="http://schemas.microsoft.com/office/drawing/2014/main" id="{6C8191A1-F3B9-4D6E-A8E9-C01F2669754A}"/>
              </a:ext>
            </a:extLst>
          </p:cNvPr>
          <p:cNvSpPr>
            <a:spLocks noGrp="1"/>
          </p:cNvSpPr>
          <p:nvPr>
            <p:ph type="body" sz="quarter" idx="105"/>
          </p:nvPr>
        </p:nvSpPr>
        <p:spPr>
          <a:xfrm>
            <a:off x="10963194" y="4835565"/>
            <a:ext cx="908050" cy="303213"/>
          </a:xfrm>
        </p:spPr>
        <p:txBody>
          <a:bodyPr/>
          <a:lstStyle/>
          <a:p>
            <a:r>
              <a:rPr lang="en-US">
                <a:solidFill>
                  <a:schemeClr val="bg1">
                    <a:lumMod val="50000"/>
                  </a:schemeClr>
                </a:solidFill>
              </a:rPr>
              <a:t>Chemical 2</a:t>
            </a:r>
          </a:p>
        </p:txBody>
      </p:sp>
      <p:sp>
        <p:nvSpPr>
          <p:cNvPr id="127" name="Text Placeholder 126">
            <a:extLst>
              <a:ext uri="{FF2B5EF4-FFF2-40B4-BE49-F238E27FC236}">
                <a16:creationId xmlns:a16="http://schemas.microsoft.com/office/drawing/2014/main" id="{C6368B19-DC17-4F14-B129-06B00DF8BB1B}"/>
              </a:ext>
            </a:extLst>
          </p:cNvPr>
          <p:cNvSpPr>
            <a:spLocks noGrp="1"/>
          </p:cNvSpPr>
          <p:nvPr>
            <p:ph type="body" sz="quarter" idx="107"/>
          </p:nvPr>
        </p:nvSpPr>
        <p:spPr>
          <a:xfrm>
            <a:off x="319088" y="5771564"/>
            <a:ext cx="908050" cy="303213"/>
          </a:xfrm>
        </p:spPr>
        <p:txBody>
          <a:bodyPr/>
          <a:lstStyle/>
          <a:p>
            <a:r>
              <a:rPr lang="en-US">
                <a:solidFill>
                  <a:schemeClr val="bg1">
                    <a:lumMod val="50000"/>
                  </a:schemeClr>
                </a:solidFill>
              </a:rPr>
              <a:t>Chemical 3</a:t>
            </a:r>
          </a:p>
        </p:txBody>
      </p:sp>
      <p:sp>
        <p:nvSpPr>
          <p:cNvPr id="129" name="Text Placeholder 128">
            <a:extLst>
              <a:ext uri="{FF2B5EF4-FFF2-40B4-BE49-F238E27FC236}">
                <a16:creationId xmlns:a16="http://schemas.microsoft.com/office/drawing/2014/main" id="{7022B901-07D9-4FF5-B897-604A0BB7287C}"/>
              </a:ext>
            </a:extLst>
          </p:cNvPr>
          <p:cNvSpPr>
            <a:spLocks noGrp="1"/>
          </p:cNvSpPr>
          <p:nvPr>
            <p:ph type="body" sz="quarter" idx="109"/>
          </p:nvPr>
        </p:nvSpPr>
        <p:spPr>
          <a:xfrm>
            <a:off x="1286734" y="5771564"/>
            <a:ext cx="908050" cy="303213"/>
          </a:xfrm>
        </p:spPr>
        <p:txBody>
          <a:bodyPr/>
          <a:lstStyle/>
          <a:p>
            <a:r>
              <a:rPr lang="en-US">
                <a:solidFill>
                  <a:schemeClr val="bg1">
                    <a:lumMod val="50000"/>
                  </a:schemeClr>
                </a:solidFill>
              </a:rPr>
              <a:t>Chemical 4</a:t>
            </a:r>
          </a:p>
        </p:txBody>
      </p:sp>
      <p:sp>
        <p:nvSpPr>
          <p:cNvPr id="131" name="Text Placeholder 130">
            <a:extLst>
              <a:ext uri="{FF2B5EF4-FFF2-40B4-BE49-F238E27FC236}">
                <a16:creationId xmlns:a16="http://schemas.microsoft.com/office/drawing/2014/main" id="{E520FD45-9FF9-4F93-AF29-40E1E0E011AB}"/>
              </a:ext>
            </a:extLst>
          </p:cNvPr>
          <p:cNvSpPr>
            <a:spLocks noGrp="1"/>
          </p:cNvSpPr>
          <p:nvPr>
            <p:ph type="body" sz="quarter" idx="111"/>
          </p:nvPr>
        </p:nvSpPr>
        <p:spPr>
          <a:xfrm>
            <a:off x="2254380" y="5771564"/>
            <a:ext cx="908050" cy="303213"/>
          </a:xfrm>
        </p:spPr>
        <p:txBody>
          <a:bodyPr/>
          <a:lstStyle/>
          <a:p>
            <a:r>
              <a:rPr lang="en-US">
                <a:solidFill>
                  <a:schemeClr val="bg1">
                    <a:lumMod val="50000"/>
                  </a:schemeClr>
                </a:solidFill>
              </a:rPr>
              <a:t>Dump Truck 1</a:t>
            </a:r>
          </a:p>
        </p:txBody>
      </p:sp>
      <p:sp>
        <p:nvSpPr>
          <p:cNvPr id="133" name="Text Placeholder 132">
            <a:extLst>
              <a:ext uri="{FF2B5EF4-FFF2-40B4-BE49-F238E27FC236}">
                <a16:creationId xmlns:a16="http://schemas.microsoft.com/office/drawing/2014/main" id="{09C641FE-235E-44D7-8C3F-984542F4B8F0}"/>
              </a:ext>
            </a:extLst>
          </p:cNvPr>
          <p:cNvSpPr>
            <a:spLocks noGrp="1"/>
          </p:cNvSpPr>
          <p:nvPr>
            <p:ph type="body" sz="quarter" idx="113"/>
          </p:nvPr>
        </p:nvSpPr>
        <p:spPr>
          <a:xfrm>
            <a:off x="3222026" y="5771564"/>
            <a:ext cx="908050" cy="303213"/>
          </a:xfrm>
        </p:spPr>
        <p:txBody>
          <a:bodyPr/>
          <a:lstStyle/>
          <a:p>
            <a:r>
              <a:rPr lang="en-US">
                <a:solidFill>
                  <a:schemeClr val="bg1">
                    <a:lumMod val="50000"/>
                  </a:schemeClr>
                </a:solidFill>
              </a:rPr>
              <a:t>Cement Truck</a:t>
            </a:r>
          </a:p>
        </p:txBody>
      </p:sp>
      <p:sp>
        <p:nvSpPr>
          <p:cNvPr id="135" name="Text Placeholder 134">
            <a:extLst>
              <a:ext uri="{FF2B5EF4-FFF2-40B4-BE49-F238E27FC236}">
                <a16:creationId xmlns:a16="http://schemas.microsoft.com/office/drawing/2014/main" id="{C0D4DD58-5C8B-4C37-9B3B-EFA680CA975D}"/>
              </a:ext>
            </a:extLst>
          </p:cNvPr>
          <p:cNvSpPr>
            <a:spLocks noGrp="1"/>
          </p:cNvSpPr>
          <p:nvPr>
            <p:ph type="body" sz="quarter" idx="115"/>
          </p:nvPr>
        </p:nvSpPr>
        <p:spPr>
          <a:xfrm>
            <a:off x="4189672" y="5771564"/>
            <a:ext cx="908050" cy="303213"/>
          </a:xfrm>
        </p:spPr>
        <p:txBody>
          <a:bodyPr/>
          <a:lstStyle/>
          <a:p>
            <a:r>
              <a:rPr lang="en-US">
                <a:solidFill>
                  <a:schemeClr val="bg1">
                    <a:lumMod val="50000"/>
                  </a:schemeClr>
                </a:solidFill>
              </a:rPr>
              <a:t>Mine Cart</a:t>
            </a:r>
          </a:p>
        </p:txBody>
      </p:sp>
      <p:sp>
        <p:nvSpPr>
          <p:cNvPr id="137" name="Text Placeholder 136">
            <a:extLst>
              <a:ext uri="{FF2B5EF4-FFF2-40B4-BE49-F238E27FC236}">
                <a16:creationId xmlns:a16="http://schemas.microsoft.com/office/drawing/2014/main" id="{BBD9221D-B51D-4BE2-989C-4C43DDFB972D}"/>
              </a:ext>
            </a:extLst>
          </p:cNvPr>
          <p:cNvSpPr>
            <a:spLocks noGrp="1"/>
          </p:cNvSpPr>
          <p:nvPr>
            <p:ph type="body" sz="quarter" idx="117"/>
          </p:nvPr>
        </p:nvSpPr>
        <p:spPr>
          <a:xfrm>
            <a:off x="5157318" y="5771564"/>
            <a:ext cx="908050" cy="303213"/>
          </a:xfrm>
        </p:spPr>
        <p:txBody>
          <a:bodyPr/>
          <a:lstStyle/>
          <a:p>
            <a:r>
              <a:rPr lang="en-US">
                <a:solidFill>
                  <a:schemeClr val="bg1">
                    <a:lumMod val="50000"/>
                  </a:schemeClr>
                </a:solidFill>
              </a:rPr>
              <a:t>Dump Truck 2</a:t>
            </a:r>
          </a:p>
        </p:txBody>
      </p:sp>
      <p:sp>
        <p:nvSpPr>
          <p:cNvPr id="139" name="Text Placeholder 138">
            <a:extLst>
              <a:ext uri="{FF2B5EF4-FFF2-40B4-BE49-F238E27FC236}">
                <a16:creationId xmlns:a16="http://schemas.microsoft.com/office/drawing/2014/main" id="{406E52BD-08E6-450D-B289-4ACF0D1A510D}"/>
              </a:ext>
            </a:extLst>
          </p:cNvPr>
          <p:cNvSpPr>
            <a:spLocks noGrp="1"/>
          </p:cNvSpPr>
          <p:nvPr>
            <p:ph type="body" sz="quarter" idx="119"/>
          </p:nvPr>
        </p:nvSpPr>
        <p:spPr>
          <a:xfrm>
            <a:off x="6124964" y="5771564"/>
            <a:ext cx="908050" cy="303213"/>
          </a:xfrm>
        </p:spPr>
        <p:txBody>
          <a:bodyPr/>
          <a:lstStyle/>
          <a:p>
            <a:r>
              <a:rPr lang="en-US">
                <a:solidFill>
                  <a:schemeClr val="bg1">
                    <a:lumMod val="50000"/>
                  </a:schemeClr>
                </a:solidFill>
              </a:rPr>
              <a:t>Skid Loader</a:t>
            </a:r>
          </a:p>
        </p:txBody>
      </p:sp>
      <p:sp>
        <p:nvSpPr>
          <p:cNvPr id="141" name="Text Placeholder 140">
            <a:extLst>
              <a:ext uri="{FF2B5EF4-FFF2-40B4-BE49-F238E27FC236}">
                <a16:creationId xmlns:a16="http://schemas.microsoft.com/office/drawing/2014/main" id="{CCF9788E-1FC8-4CA7-8AEC-E0CEE2F5EADF}"/>
              </a:ext>
            </a:extLst>
          </p:cNvPr>
          <p:cNvSpPr>
            <a:spLocks noGrp="1"/>
          </p:cNvSpPr>
          <p:nvPr>
            <p:ph type="body" sz="quarter" idx="121"/>
          </p:nvPr>
        </p:nvSpPr>
        <p:spPr>
          <a:xfrm>
            <a:off x="7092610" y="5771564"/>
            <a:ext cx="908050" cy="303213"/>
          </a:xfrm>
        </p:spPr>
        <p:txBody>
          <a:bodyPr/>
          <a:lstStyle/>
          <a:p>
            <a:r>
              <a:rPr lang="en-US">
                <a:solidFill>
                  <a:schemeClr val="bg1">
                    <a:lumMod val="50000"/>
                  </a:schemeClr>
                </a:solidFill>
              </a:rPr>
              <a:t>Crane Truck</a:t>
            </a:r>
          </a:p>
        </p:txBody>
      </p:sp>
      <p:sp>
        <p:nvSpPr>
          <p:cNvPr id="143" name="Text Placeholder 142">
            <a:extLst>
              <a:ext uri="{FF2B5EF4-FFF2-40B4-BE49-F238E27FC236}">
                <a16:creationId xmlns:a16="http://schemas.microsoft.com/office/drawing/2014/main" id="{40EE740E-6D6E-4DD7-96D1-F4707D64289B}"/>
              </a:ext>
            </a:extLst>
          </p:cNvPr>
          <p:cNvSpPr>
            <a:spLocks noGrp="1"/>
          </p:cNvSpPr>
          <p:nvPr>
            <p:ph type="body" sz="quarter" idx="123"/>
          </p:nvPr>
        </p:nvSpPr>
        <p:spPr>
          <a:xfrm>
            <a:off x="8060256" y="5771564"/>
            <a:ext cx="908050" cy="303213"/>
          </a:xfrm>
        </p:spPr>
        <p:txBody>
          <a:bodyPr/>
          <a:lstStyle/>
          <a:p>
            <a:r>
              <a:rPr lang="en-US">
                <a:solidFill>
                  <a:schemeClr val="bg1">
                    <a:lumMod val="50000"/>
                  </a:schemeClr>
                </a:solidFill>
              </a:rPr>
              <a:t>Bike</a:t>
            </a:r>
          </a:p>
        </p:txBody>
      </p:sp>
      <p:sp>
        <p:nvSpPr>
          <p:cNvPr id="145" name="Text Placeholder 144">
            <a:extLst>
              <a:ext uri="{FF2B5EF4-FFF2-40B4-BE49-F238E27FC236}">
                <a16:creationId xmlns:a16="http://schemas.microsoft.com/office/drawing/2014/main" id="{BA82C1C7-4E10-4B33-9413-812069373E2E}"/>
              </a:ext>
            </a:extLst>
          </p:cNvPr>
          <p:cNvSpPr>
            <a:spLocks noGrp="1"/>
          </p:cNvSpPr>
          <p:nvPr>
            <p:ph type="body" sz="quarter" idx="125"/>
          </p:nvPr>
        </p:nvSpPr>
        <p:spPr>
          <a:xfrm>
            <a:off x="9027902" y="5771564"/>
            <a:ext cx="908050" cy="303213"/>
          </a:xfrm>
        </p:spPr>
        <p:txBody>
          <a:bodyPr/>
          <a:lstStyle/>
          <a:p>
            <a:r>
              <a:rPr lang="en-US">
                <a:solidFill>
                  <a:schemeClr val="bg1">
                    <a:lumMod val="50000"/>
                  </a:schemeClr>
                </a:solidFill>
              </a:rPr>
              <a:t>Auto</a:t>
            </a:r>
          </a:p>
        </p:txBody>
      </p:sp>
      <p:sp>
        <p:nvSpPr>
          <p:cNvPr id="147" name="Text Placeholder 146">
            <a:extLst>
              <a:ext uri="{FF2B5EF4-FFF2-40B4-BE49-F238E27FC236}">
                <a16:creationId xmlns:a16="http://schemas.microsoft.com/office/drawing/2014/main" id="{934766D5-B5E6-4248-9026-605EC19D6171}"/>
              </a:ext>
            </a:extLst>
          </p:cNvPr>
          <p:cNvSpPr>
            <a:spLocks noGrp="1"/>
          </p:cNvSpPr>
          <p:nvPr>
            <p:ph type="body" sz="quarter" idx="127"/>
          </p:nvPr>
        </p:nvSpPr>
        <p:spPr>
          <a:xfrm>
            <a:off x="9995548" y="5771564"/>
            <a:ext cx="908050" cy="303213"/>
          </a:xfrm>
        </p:spPr>
        <p:txBody>
          <a:bodyPr/>
          <a:lstStyle/>
          <a:p>
            <a:r>
              <a:rPr lang="en-US">
                <a:solidFill>
                  <a:schemeClr val="bg1">
                    <a:lumMod val="50000"/>
                  </a:schemeClr>
                </a:solidFill>
              </a:rPr>
              <a:t>Tunnel Train</a:t>
            </a:r>
          </a:p>
        </p:txBody>
      </p:sp>
      <p:sp>
        <p:nvSpPr>
          <p:cNvPr id="149" name="Text Placeholder 148">
            <a:extLst>
              <a:ext uri="{FF2B5EF4-FFF2-40B4-BE49-F238E27FC236}">
                <a16:creationId xmlns:a16="http://schemas.microsoft.com/office/drawing/2014/main" id="{46412A53-8C87-4EE6-8000-F837BD0409E8}"/>
              </a:ext>
            </a:extLst>
          </p:cNvPr>
          <p:cNvSpPr>
            <a:spLocks noGrp="1"/>
          </p:cNvSpPr>
          <p:nvPr>
            <p:ph type="body" sz="quarter" idx="129"/>
          </p:nvPr>
        </p:nvSpPr>
        <p:spPr>
          <a:xfrm>
            <a:off x="10963194" y="5771564"/>
            <a:ext cx="908050" cy="303213"/>
          </a:xfrm>
        </p:spPr>
        <p:txBody>
          <a:bodyPr/>
          <a:lstStyle/>
          <a:p>
            <a:r>
              <a:rPr lang="en-US">
                <a:solidFill>
                  <a:schemeClr val="bg1">
                    <a:lumMod val="50000"/>
                  </a:schemeClr>
                </a:solidFill>
              </a:rPr>
              <a:t>Speed Train</a:t>
            </a:r>
          </a:p>
        </p:txBody>
      </p:sp>
      <p:sp>
        <p:nvSpPr>
          <p:cNvPr id="130" name="Freeform 12">
            <a:extLst>
              <a:ext uri="{FF2B5EF4-FFF2-40B4-BE49-F238E27FC236}">
                <a16:creationId xmlns:a16="http://schemas.microsoft.com/office/drawing/2014/main" id="{4632E971-0A15-452F-B486-A50B2674C9F9}"/>
              </a:ext>
            </a:extLst>
          </p:cNvPr>
          <p:cNvSpPr>
            <a:spLocks noChangeAspect="1" noEditPoints="1"/>
          </p:cNvSpPr>
          <p:nvPr/>
        </p:nvSpPr>
        <p:spPr bwMode="auto">
          <a:xfrm>
            <a:off x="573088" y="1478082"/>
            <a:ext cx="400050" cy="387350"/>
          </a:xfrm>
          <a:custGeom>
            <a:avLst/>
            <a:gdLst>
              <a:gd name="T0" fmla="*/ 96 w 256"/>
              <a:gd name="T1" fmla="*/ 178 h 248"/>
              <a:gd name="T2" fmla="*/ 72 w 256"/>
              <a:gd name="T3" fmla="*/ 176 h 248"/>
              <a:gd name="T4" fmla="*/ 8 w 256"/>
              <a:gd name="T5" fmla="*/ 127 h 248"/>
              <a:gd name="T6" fmla="*/ 93 w 256"/>
              <a:gd name="T7" fmla="*/ 146 h 248"/>
              <a:gd name="T8" fmla="*/ 91 w 256"/>
              <a:gd name="T9" fmla="*/ 139 h 248"/>
              <a:gd name="T10" fmla="*/ 8 w 256"/>
              <a:gd name="T11" fmla="*/ 109 h 248"/>
              <a:gd name="T12" fmla="*/ 72 w 256"/>
              <a:gd name="T13" fmla="*/ 108 h 248"/>
              <a:gd name="T14" fmla="*/ 96 w 256"/>
              <a:gd name="T15" fmla="*/ 102 h 248"/>
              <a:gd name="T16" fmla="*/ 72 w 256"/>
              <a:gd name="T17" fmla="*/ 100 h 248"/>
              <a:gd name="T18" fmla="*/ 8 w 256"/>
              <a:gd name="T19" fmla="*/ 50 h 248"/>
              <a:gd name="T20" fmla="*/ 136 w 256"/>
              <a:gd name="T21" fmla="*/ 50 h 248"/>
              <a:gd name="T22" fmla="*/ 140 w 256"/>
              <a:gd name="T23" fmla="*/ 56 h 248"/>
              <a:gd name="T24" fmla="*/ 144 w 256"/>
              <a:gd name="T25" fmla="*/ 36 h 248"/>
              <a:gd name="T26" fmla="*/ 144 w 256"/>
              <a:gd name="T27" fmla="*/ 34 h 248"/>
              <a:gd name="T28" fmla="*/ 0 w 256"/>
              <a:gd name="T29" fmla="*/ 34 h 248"/>
              <a:gd name="T30" fmla="*/ 0 w 256"/>
              <a:gd name="T31" fmla="*/ 36 h 248"/>
              <a:gd name="T32" fmla="*/ 0 w 256"/>
              <a:gd name="T33" fmla="*/ 68 h 248"/>
              <a:gd name="T34" fmla="*/ 0 w 256"/>
              <a:gd name="T35" fmla="*/ 146 h 248"/>
              <a:gd name="T36" fmla="*/ 93 w 256"/>
              <a:gd name="T37" fmla="*/ 183 h 248"/>
              <a:gd name="T38" fmla="*/ 136 w 256"/>
              <a:gd name="T39" fmla="*/ 34 h 248"/>
              <a:gd name="T40" fmla="*/ 8 w 256"/>
              <a:gd name="T41" fmla="*/ 34 h 248"/>
              <a:gd name="T42" fmla="*/ 256 w 256"/>
              <a:gd name="T43" fmla="*/ 98 h 248"/>
              <a:gd name="T44" fmla="*/ 112 w 256"/>
              <a:gd name="T45" fmla="*/ 98 h 248"/>
              <a:gd name="T46" fmla="*/ 112 w 256"/>
              <a:gd name="T47" fmla="*/ 100 h 248"/>
              <a:gd name="T48" fmla="*/ 112 w 256"/>
              <a:gd name="T49" fmla="*/ 132 h 248"/>
              <a:gd name="T50" fmla="*/ 112 w 256"/>
              <a:gd name="T51" fmla="*/ 210 h 248"/>
              <a:gd name="T52" fmla="*/ 256 w 256"/>
              <a:gd name="T53" fmla="*/ 210 h 248"/>
              <a:gd name="T54" fmla="*/ 256 w 256"/>
              <a:gd name="T55" fmla="*/ 132 h 248"/>
              <a:gd name="T56" fmla="*/ 256 w 256"/>
              <a:gd name="T57" fmla="*/ 100 h 248"/>
              <a:gd name="T58" fmla="*/ 256 w 256"/>
              <a:gd name="T59" fmla="*/ 98 h 248"/>
              <a:gd name="T60" fmla="*/ 184 w 256"/>
              <a:gd name="T61" fmla="*/ 240 h 248"/>
              <a:gd name="T62" fmla="*/ 120 w 256"/>
              <a:gd name="T63" fmla="*/ 191 h 248"/>
              <a:gd name="T64" fmla="*/ 248 w 256"/>
              <a:gd name="T65" fmla="*/ 191 h 248"/>
              <a:gd name="T66" fmla="*/ 248 w 256"/>
              <a:gd name="T67" fmla="*/ 173 h 248"/>
              <a:gd name="T68" fmla="*/ 120 w 256"/>
              <a:gd name="T69" fmla="*/ 173 h 248"/>
              <a:gd name="T70" fmla="*/ 184 w 256"/>
              <a:gd name="T71" fmla="*/ 172 h 248"/>
              <a:gd name="T72" fmla="*/ 248 w 256"/>
              <a:gd name="T73" fmla="*/ 173 h 248"/>
              <a:gd name="T74" fmla="*/ 184 w 256"/>
              <a:gd name="T75" fmla="*/ 164 h 248"/>
              <a:gd name="T76" fmla="*/ 120 w 256"/>
              <a:gd name="T77" fmla="*/ 114 h 248"/>
              <a:gd name="T78" fmla="*/ 248 w 256"/>
              <a:gd name="T79" fmla="*/ 114 h 248"/>
              <a:gd name="T80" fmla="*/ 184 w 256"/>
              <a:gd name="T81" fmla="*/ 124 h 248"/>
              <a:gd name="T82" fmla="*/ 184 w 256"/>
              <a:gd name="T83" fmla="*/ 72 h 248"/>
              <a:gd name="T84" fmla="*/ 184 w 256"/>
              <a:gd name="T85" fmla="*/ 124 h 248"/>
              <a:gd name="T86" fmla="*/ 180 w 256"/>
              <a:gd name="T87" fmla="*/ 52 h 248"/>
              <a:gd name="T88" fmla="*/ 188 w 256"/>
              <a:gd name="T89" fmla="*/ 36 h 248"/>
              <a:gd name="T90" fmla="*/ 156 w 256"/>
              <a:gd name="T91" fmla="*/ 20 h 248"/>
              <a:gd name="T92" fmla="*/ 172 w 256"/>
              <a:gd name="T93" fmla="*/ 28 h 248"/>
              <a:gd name="T94" fmla="*/ 76 w 256"/>
              <a:gd name="T95" fmla="*/ 212 h 248"/>
              <a:gd name="T96" fmla="*/ 68 w 256"/>
              <a:gd name="T97" fmla="*/ 196 h 248"/>
              <a:gd name="T98" fmla="*/ 84 w 256"/>
              <a:gd name="T99" fmla="*/ 228 h 248"/>
              <a:gd name="T100" fmla="*/ 100 w 256"/>
              <a:gd name="T101" fmla="*/ 220 h 248"/>
              <a:gd name="T102" fmla="*/ 76 w 256"/>
              <a:gd name="T103" fmla="*/ 212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48">
                <a:moveTo>
                  <a:pt x="93" y="183"/>
                </a:moveTo>
                <a:cubicBezTo>
                  <a:pt x="95" y="182"/>
                  <a:pt x="96" y="180"/>
                  <a:pt x="96" y="178"/>
                </a:cubicBezTo>
                <a:cubicBezTo>
                  <a:pt x="96" y="176"/>
                  <a:pt x="94" y="174"/>
                  <a:pt x="91" y="175"/>
                </a:cubicBezTo>
                <a:cubicBezTo>
                  <a:pt x="85" y="176"/>
                  <a:pt x="79" y="176"/>
                  <a:pt x="72" y="176"/>
                </a:cubicBezTo>
                <a:cubicBezTo>
                  <a:pt x="36" y="176"/>
                  <a:pt x="8" y="163"/>
                  <a:pt x="8" y="146"/>
                </a:cubicBezTo>
                <a:cubicBezTo>
                  <a:pt x="8" y="127"/>
                  <a:pt x="8" y="127"/>
                  <a:pt x="8" y="127"/>
                </a:cubicBezTo>
                <a:cubicBezTo>
                  <a:pt x="20" y="140"/>
                  <a:pt x="44" y="148"/>
                  <a:pt x="72" y="148"/>
                </a:cubicBezTo>
                <a:cubicBezTo>
                  <a:pt x="79" y="148"/>
                  <a:pt x="86" y="147"/>
                  <a:pt x="93" y="146"/>
                </a:cubicBezTo>
                <a:cubicBezTo>
                  <a:pt x="95" y="146"/>
                  <a:pt x="96" y="144"/>
                  <a:pt x="96" y="142"/>
                </a:cubicBezTo>
                <a:cubicBezTo>
                  <a:pt x="96" y="140"/>
                  <a:pt x="94" y="138"/>
                  <a:pt x="91" y="139"/>
                </a:cubicBezTo>
                <a:cubicBezTo>
                  <a:pt x="85" y="140"/>
                  <a:pt x="79" y="140"/>
                  <a:pt x="72" y="140"/>
                </a:cubicBezTo>
                <a:cubicBezTo>
                  <a:pt x="37" y="140"/>
                  <a:pt x="8" y="126"/>
                  <a:pt x="8" y="109"/>
                </a:cubicBezTo>
                <a:cubicBezTo>
                  <a:pt x="8" y="86"/>
                  <a:pt x="8" y="86"/>
                  <a:pt x="8" y="86"/>
                </a:cubicBezTo>
                <a:cubicBezTo>
                  <a:pt x="20" y="99"/>
                  <a:pt x="44" y="108"/>
                  <a:pt x="72" y="108"/>
                </a:cubicBezTo>
                <a:cubicBezTo>
                  <a:pt x="79" y="108"/>
                  <a:pt x="86" y="107"/>
                  <a:pt x="93" y="106"/>
                </a:cubicBezTo>
                <a:cubicBezTo>
                  <a:pt x="95" y="106"/>
                  <a:pt x="96" y="104"/>
                  <a:pt x="96" y="102"/>
                </a:cubicBezTo>
                <a:cubicBezTo>
                  <a:pt x="96" y="100"/>
                  <a:pt x="94" y="98"/>
                  <a:pt x="91" y="98"/>
                </a:cubicBezTo>
                <a:cubicBezTo>
                  <a:pt x="85" y="99"/>
                  <a:pt x="79" y="100"/>
                  <a:pt x="72" y="100"/>
                </a:cubicBezTo>
                <a:cubicBezTo>
                  <a:pt x="37" y="100"/>
                  <a:pt x="8" y="85"/>
                  <a:pt x="8" y="67"/>
                </a:cubicBezTo>
                <a:cubicBezTo>
                  <a:pt x="8" y="50"/>
                  <a:pt x="8" y="50"/>
                  <a:pt x="8" y="50"/>
                </a:cubicBezTo>
                <a:cubicBezTo>
                  <a:pt x="20" y="61"/>
                  <a:pt x="44" y="68"/>
                  <a:pt x="72" y="68"/>
                </a:cubicBezTo>
                <a:cubicBezTo>
                  <a:pt x="100" y="68"/>
                  <a:pt x="124" y="61"/>
                  <a:pt x="136" y="50"/>
                </a:cubicBezTo>
                <a:cubicBezTo>
                  <a:pt x="136" y="52"/>
                  <a:pt x="136" y="52"/>
                  <a:pt x="136" y="52"/>
                </a:cubicBezTo>
                <a:cubicBezTo>
                  <a:pt x="136" y="54"/>
                  <a:pt x="138" y="56"/>
                  <a:pt x="140" y="56"/>
                </a:cubicBezTo>
                <a:cubicBezTo>
                  <a:pt x="142" y="56"/>
                  <a:pt x="144" y="54"/>
                  <a:pt x="144" y="52"/>
                </a:cubicBezTo>
                <a:cubicBezTo>
                  <a:pt x="144" y="36"/>
                  <a:pt x="144" y="36"/>
                  <a:pt x="144" y="36"/>
                </a:cubicBezTo>
                <a:cubicBezTo>
                  <a:pt x="144" y="36"/>
                  <a:pt x="144" y="36"/>
                  <a:pt x="144" y="35"/>
                </a:cubicBezTo>
                <a:cubicBezTo>
                  <a:pt x="144" y="35"/>
                  <a:pt x="144" y="34"/>
                  <a:pt x="144" y="34"/>
                </a:cubicBezTo>
                <a:cubicBezTo>
                  <a:pt x="144" y="15"/>
                  <a:pt x="112" y="0"/>
                  <a:pt x="72" y="0"/>
                </a:cubicBezTo>
                <a:cubicBezTo>
                  <a:pt x="32" y="0"/>
                  <a:pt x="0" y="15"/>
                  <a:pt x="0" y="34"/>
                </a:cubicBezTo>
                <a:cubicBezTo>
                  <a:pt x="0" y="34"/>
                  <a:pt x="0" y="35"/>
                  <a:pt x="0" y="35"/>
                </a:cubicBezTo>
                <a:cubicBezTo>
                  <a:pt x="0" y="36"/>
                  <a:pt x="0" y="36"/>
                  <a:pt x="0" y="36"/>
                </a:cubicBezTo>
                <a:cubicBezTo>
                  <a:pt x="0" y="67"/>
                  <a:pt x="0" y="67"/>
                  <a:pt x="0" y="67"/>
                </a:cubicBezTo>
                <a:cubicBezTo>
                  <a:pt x="0" y="68"/>
                  <a:pt x="0" y="68"/>
                  <a:pt x="0" y="68"/>
                </a:cubicBezTo>
                <a:cubicBezTo>
                  <a:pt x="0" y="68"/>
                  <a:pt x="0" y="68"/>
                  <a:pt x="0" y="68"/>
                </a:cubicBezTo>
                <a:cubicBezTo>
                  <a:pt x="0" y="146"/>
                  <a:pt x="0" y="146"/>
                  <a:pt x="0" y="146"/>
                </a:cubicBezTo>
                <a:cubicBezTo>
                  <a:pt x="0" y="168"/>
                  <a:pt x="30" y="184"/>
                  <a:pt x="72" y="184"/>
                </a:cubicBezTo>
                <a:cubicBezTo>
                  <a:pt x="79" y="184"/>
                  <a:pt x="86" y="184"/>
                  <a:pt x="93" y="183"/>
                </a:cubicBezTo>
                <a:close/>
                <a:moveTo>
                  <a:pt x="72" y="8"/>
                </a:moveTo>
                <a:cubicBezTo>
                  <a:pt x="110" y="8"/>
                  <a:pt x="136" y="22"/>
                  <a:pt x="136" y="34"/>
                </a:cubicBezTo>
                <a:cubicBezTo>
                  <a:pt x="136" y="46"/>
                  <a:pt x="110" y="60"/>
                  <a:pt x="72" y="60"/>
                </a:cubicBezTo>
                <a:cubicBezTo>
                  <a:pt x="34" y="60"/>
                  <a:pt x="8" y="46"/>
                  <a:pt x="8" y="34"/>
                </a:cubicBezTo>
                <a:cubicBezTo>
                  <a:pt x="8" y="22"/>
                  <a:pt x="34" y="8"/>
                  <a:pt x="72" y="8"/>
                </a:cubicBezTo>
                <a:close/>
                <a:moveTo>
                  <a:pt x="256" y="98"/>
                </a:moveTo>
                <a:cubicBezTo>
                  <a:pt x="256" y="79"/>
                  <a:pt x="224" y="64"/>
                  <a:pt x="184" y="64"/>
                </a:cubicBezTo>
                <a:cubicBezTo>
                  <a:pt x="144" y="64"/>
                  <a:pt x="112" y="79"/>
                  <a:pt x="112" y="98"/>
                </a:cubicBezTo>
                <a:cubicBezTo>
                  <a:pt x="112" y="98"/>
                  <a:pt x="112" y="99"/>
                  <a:pt x="112" y="99"/>
                </a:cubicBezTo>
                <a:cubicBezTo>
                  <a:pt x="112" y="100"/>
                  <a:pt x="112" y="100"/>
                  <a:pt x="112" y="100"/>
                </a:cubicBezTo>
                <a:cubicBezTo>
                  <a:pt x="112" y="131"/>
                  <a:pt x="112" y="131"/>
                  <a:pt x="112" y="131"/>
                </a:cubicBezTo>
                <a:cubicBezTo>
                  <a:pt x="112" y="132"/>
                  <a:pt x="112" y="132"/>
                  <a:pt x="112" y="132"/>
                </a:cubicBezTo>
                <a:cubicBezTo>
                  <a:pt x="112" y="132"/>
                  <a:pt x="112" y="132"/>
                  <a:pt x="112" y="132"/>
                </a:cubicBezTo>
                <a:cubicBezTo>
                  <a:pt x="112" y="210"/>
                  <a:pt x="112" y="210"/>
                  <a:pt x="112" y="210"/>
                </a:cubicBezTo>
                <a:cubicBezTo>
                  <a:pt x="112" y="232"/>
                  <a:pt x="142" y="248"/>
                  <a:pt x="184" y="248"/>
                </a:cubicBezTo>
                <a:cubicBezTo>
                  <a:pt x="226" y="248"/>
                  <a:pt x="256" y="232"/>
                  <a:pt x="256" y="210"/>
                </a:cubicBezTo>
                <a:cubicBezTo>
                  <a:pt x="256" y="132"/>
                  <a:pt x="256" y="132"/>
                  <a:pt x="256" y="132"/>
                </a:cubicBezTo>
                <a:cubicBezTo>
                  <a:pt x="256" y="132"/>
                  <a:pt x="256" y="132"/>
                  <a:pt x="256" y="132"/>
                </a:cubicBezTo>
                <a:cubicBezTo>
                  <a:pt x="256" y="132"/>
                  <a:pt x="256" y="132"/>
                  <a:pt x="256" y="131"/>
                </a:cubicBezTo>
                <a:cubicBezTo>
                  <a:pt x="256" y="100"/>
                  <a:pt x="256" y="100"/>
                  <a:pt x="256" y="100"/>
                </a:cubicBezTo>
                <a:cubicBezTo>
                  <a:pt x="256" y="100"/>
                  <a:pt x="256" y="100"/>
                  <a:pt x="256" y="99"/>
                </a:cubicBezTo>
                <a:cubicBezTo>
                  <a:pt x="256" y="99"/>
                  <a:pt x="256" y="98"/>
                  <a:pt x="256" y="98"/>
                </a:cubicBezTo>
                <a:close/>
                <a:moveTo>
                  <a:pt x="248" y="210"/>
                </a:moveTo>
                <a:cubicBezTo>
                  <a:pt x="248" y="227"/>
                  <a:pt x="220" y="240"/>
                  <a:pt x="184" y="240"/>
                </a:cubicBezTo>
                <a:cubicBezTo>
                  <a:pt x="148" y="240"/>
                  <a:pt x="120" y="227"/>
                  <a:pt x="120" y="210"/>
                </a:cubicBezTo>
                <a:cubicBezTo>
                  <a:pt x="120" y="191"/>
                  <a:pt x="120" y="191"/>
                  <a:pt x="120" y="191"/>
                </a:cubicBezTo>
                <a:cubicBezTo>
                  <a:pt x="132" y="204"/>
                  <a:pt x="156" y="212"/>
                  <a:pt x="184" y="212"/>
                </a:cubicBezTo>
                <a:cubicBezTo>
                  <a:pt x="212" y="212"/>
                  <a:pt x="236" y="204"/>
                  <a:pt x="248" y="191"/>
                </a:cubicBezTo>
                <a:lnTo>
                  <a:pt x="248" y="210"/>
                </a:lnTo>
                <a:close/>
                <a:moveTo>
                  <a:pt x="248" y="173"/>
                </a:moveTo>
                <a:cubicBezTo>
                  <a:pt x="248" y="190"/>
                  <a:pt x="219" y="204"/>
                  <a:pt x="184" y="204"/>
                </a:cubicBezTo>
                <a:cubicBezTo>
                  <a:pt x="149" y="204"/>
                  <a:pt x="120" y="190"/>
                  <a:pt x="120" y="173"/>
                </a:cubicBezTo>
                <a:cubicBezTo>
                  <a:pt x="120" y="150"/>
                  <a:pt x="120" y="150"/>
                  <a:pt x="120" y="150"/>
                </a:cubicBezTo>
                <a:cubicBezTo>
                  <a:pt x="132" y="163"/>
                  <a:pt x="156" y="172"/>
                  <a:pt x="184" y="172"/>
                </a:cubicBezTo>
                <a:cubicBezTo>
                  <a:pt x="212" y="172"/>
                  <a:pt x="236" y="163"/>
                  <a:pt x="248" y="150"/>
                </a:cubicBezTo>
                <a:lnTo>
                  <a:pt x="248" y="173"/>
                </a:lnTo>
                <a:close/>
                <a:moveTo>
                  <a:pt x="248" y="131"/>
                </a:moveTo>
                <a:cubicBezTo>
                  <a:pt x="248" y="149"/>
                  <a:pt x="219" y="164"/>
                  <a:pt x="184" y="164"/>
                </a:cubicBezTo>
                <a:cubicBezTo>
                  <a:pt x="149" y="164"/>
                  <a:pt x="120" y="149"/>
                  <a:pt x="120" y="131"/>
                </a:cubicBezTo>
                <a:cubicBezTo>
                  <a:pt x="120" y="114"/>
                  <a:pt x="120" y="114"/>
                  <a:pt x="120" y="114"/>
                </a:cubicBezTo>
                <a:cubicBezTo>
                  <a:pt x="132" y="125"/>
                  <a:pt x="156" y="132"/>
                  <a:pt x="184" y="132"/>
                </a:cubicBezTo>
                <a:cubicBezTo>
                  <a:pt x="212" y="132"/>
                  <a:pt x="236" y="125"/>
                  <a:pt x="248" y="114"/>
                </a:cubicBezTo>
                <a:lnTo>
                  <a:pt x="248" y="131"/>
                </a:lnTo>
                <a:close/>
                <a:moveTo>
                  <a:pt x="184" y="124"/>
                </a:moveTo>
                <a:cubicBezTo>
                  <a:pt x="146" y="124"/>
                  <a:pt x="120" y="110"/>
                  <a:pt x="120" y="98"/>
                </a:cubicBezTo>
                <a:cubicBezTo>
                  <a:pt x="120" y="86"/>
                  <a:pt x="146" y="72"/>
                  <a:pt x="184" y="72"/>
                </a:cubicBezTo>
                <a:cubicBezTo>
                  <a:pt x="222" y="72"/>
                  <a:pt x="248" y="86"/>
                  <a:pt x="248" y="98"/>
                </a:cubicBezTo>
                <a:cubicBezTo>
                  <a:pt x="248" y="110"/>
                  <a:pt x="222" y="124"/>
                  <a:pt x="184" y="124"/>
                </a:cubicBezTo>
                <a:close/>
                <a:moveTo>
                  <a:pt x="180" y="36"/>
                </a:moveTo>
                <a:cubicBezTo>
                  <a:pt x="180" y="52"/>
                  <a:pt x="180" y="52"/>
                  <a:pt x="180" y="52"/>
                </a:cubicBezTo>
                <a:cubicBezTo>
                  <a:pt x="188" y="52"/>
                  <a:pt x="188" y="52"/>
                  <a:pt x="188" y="52"/>
                </a:cubicBezTo>
                <a:cubicBezTo>
                  <a:pt x="188" y="36"/>
                  <a:pt x="188" y="36"/>
                  <a:pt x="188" y="36"/>
                </a:cubicBezTo>
                <a:cubicBezTo>
                  <a:pt x="188" y="27"/>
                  <a:pt x="181" y="20"/>
                  <a:pt x="172" y="20"/>
                </a:cubicBezTo>
                <a:cubicBezTo>
                  <a:pt x="156" y="20"/>
                  <a:pt x="156" y="20"/>
                  <a:pt x="156" y="20"/>
                </a:cubicBezTo>
                <a:cubicBezTo>
                  <a:pt x="156" y="28"/>
                  <a:pt x="156" y="28"/>
                  <a:pt x="156" y="28"/>
                </a:cubicBezTo>
                <a:cubicBezTo>
                  <a:pt x="172" y="28"/>
                  <a:pt x="172" y="28"/>
                  <a:pt x="172" y="28"/>
                </a:cubicBezTo>
                <a:cubicBezTo>
                  <a:pt x="176" y="28"/>
                  <a:pt x="180" y="32"/>
                  <a:pt x="180" y="36"/>
                </a:cubicBezTo>
                <a:close/>
                <a:moveTo>
                  <a:pt x="76" y="212"/>
                </a:moveTo>
                <a:cubicBezTo>
                  <a:pt x="76" y="196"/>
                  <a:pt x="76" y="196"/>
                  <a:pt x="76" y="196"/>
                </a:cubicBezTo>
                <a:cubicBezTo>
                  <a:pt x="68" y="196"/>
                  <a:pt x="68" y="196"/>
                  <a:pt x="68" y="196"/>
                </a:cubicBezTo>
                <a:cubicBezTo>
                  <a:pt x="68" y="212"/>
                  <a:pt x="68" y="212"/>
                  <a:pt x="68" y="212"/>
                </a:cubicBezTo>
                <a:cubicBezTo>
                  <a:pt x="68" y="221"/>
                  <a:pt x="75" y="228"/>
                  <a:pt x="84" y="228"/>
                </a:cubicBezTo>
                <a:cubicBezTo>
                  <a:pt x="100" y="228"/>
                  <a:pt x="100" y="228"/>
                  <a:pt x="100" y="228"/>
                </a:cubicBezTo>
                <a:cubicBezTo>
                  <a:pt x="100" y="220"/>
                  <a:pt x="100" y="220"/>
                  <a:pt x="100" y="220"/>
                </a:cubicBezTo>
                <a:cubicBezTo>
                  <a:pt x="84" y="220"/>
                  <a:pt x="84" y="220"/>
                  <a:pt x="84" y="220"/>
                </a:cubicBezTo>
                <a:cubicBezTo>
                  <a:pt x="80" y="220"/>
                  <a:pt x="76" y="216"/>
                  <a:pt x="76" y="21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 name="Freeform 16">
            <a:extLst>
              <a:ext uri="{FF2B5EF4-FFF2-40B4-BE49-F238E27FC236}">
                <a16:creationId xmlns:a16="http://schemas.microsoft.com/office/drawing/2014/main" id="{47D663A2-7FE1-48B5-ABF1-1CB8BAAC36B7}"/>
              </a:ext>
            </a:extLst>
          </p:cNvPr>
          <p:cNvSpPr>
            <a:spLocks noChangeAspect="1" noEditPoints="1"/>
          </p:cNvSpPr>
          <p:nvPr/>
        </p:nvSpPr>
        <p:spPr bwMode="auto">
          <a:xfrm>
            <a:off x="1541528" y="1471732"/>
            <a:ext cx="398462" cy="400050"/>
          </a:xfrm>
          <a:custGeom>
            <a:avLst/>
            <a:gdLst>
              <a:gd name="T0" fmla="*/ 137 w 256"/>
              <a:gd name="T1" fmla="*/ 57 h 256"/>
              <a:gd name="T2" fmla="*/ 113 w 256"/>
              <a:gd name="T3" fmla="*/ 36 h 256"/>
              <a:gd name="T4" fmla="*/ 246 w 256"/>
              <a:gd name="T5" fmla="*/ 69 h 256"/>
              <a:gd name="T6" fmla="*/ 251 w 256"/>
              <a:gd name="T7" fmla="*/ 72 h 256"/>
              <a:gd name="T8" fmla="*/ 172 w 256"/>
              <a:gd name="T9" fmla="*/ 0 h 256"/>
              <a:gd name="T10" fmla="*/ 96 w 256"/>
              <a:gd name="T11" fmla="*/ 33 h 256"/>
              <a:gd name="T12" fmla="*/ 41 w 256"/>
              <a:gd name="T13" fmla="*/ 96 h 256"/>
              <a:gd name="T14" fmla="*/ 0 w 256"/>
              <a:gd name="T15" fmla="*/ 132 h 256"/>
              <a:gd name="T16" fmla="*/ 92 w 256"/>
              <a:gd name="T17" fmla="*/ 168 h 256"/>
              <a:gd name="T18" fmla="*/ 92 w 256"/>
              <a:gd name="T19" fmla="*/ 160 h 256"/>
              <a:gd name="T20" fmla="*/ 8 w 256"/>
              <a:gd name="T21" fmla="*/ 132 h 256"/>
              <a:gd name="T22" fmla="*/ 44 w 256"/>
              <a:gd name="T23" fmla="*/ 105 h 256"/>
              <a:gd name="T24" fmla="*/ 49 w 256"/>
              <a:gd name="T25" fmla="*/ 101 h 256"/>
              <a:gd name="T26" fmla="*/ 96 w 256"/>
              <a:gd name="T27" fmla="*/ 41 h 256"/>
              <a:gd name="T28" fmla="*/ 106 w 256"/>
              <a:gd name="T29" fmla="*/ 42 h 256"/>
              <a:gd name="T30" fmla="*/ 256 w 256"/>
              <a:gd name="T31" fmla="*/ 106 h 256"/>
              <a:gd name="T32" fmla="*/ 112 w 256"/>
              <a:gd name="T33" fmla="*/ 106 h 256"/>
              <a:gd name="T34" fmla="*/ 112 w 256"/>
              <a:gd name="T35" fmla="*/ 108 h 256"/>
              <a:gd name="T36" fmla="*/ 112 w 256"/>
              <a:gd name="T37" fmla="*/ 140 h 256"/>
              <a:gd name="T38" fmla="*/ 112 w 256"/>
              <a:gd name="T39" fmla="*/ 218 h 256"/>
              <a:gd name="T40" fmla="*/ 256 w 256"/>
              <a:gd name="T41" fmla="*/ 218 h 256"/>
              <a:gd name="T42" fmla="*/ 256 w 256"/>
              <a:gd name="T43" fmla="*/ 140 h 256"/>
              <a:gd name="T44" fmla="*/ 256 w 256"/>
              <a:gd name="T45" fmla="*/ 108 h 256"/>
              <a:gd name="T46" fmla="*/ 256 w 256"/>
              <a:gd name="T47" fmla="*/ 106 h 256"/>
              <a:gd name="T48" fmla="*/ 184 w 256"/>
              <a:gd name="T49" fmla="*/ 248 h 256"/>
              <a:gd name="T50" fmla="*/ 120 w 256"/>
              <a:gd name="T51" fmla="*/ 199 h 256"/>
              <a:gd name="T52" fmla="*/ 248 w 256"/>
              <a:gd name="T53" fmla="*/ 199 h 256"/>
              <a:gd name="T54" fmla="*/ 248 w 256"/>
              <a:gd name="T55" fmla="*/ 181 h 256"/>
              <a:gd name="T56" fmla="*/ 120 w 256"/>
              <a:gd name="T57" fmla="*/ 181 h 256"/>
              <a:gd name="T58" fmla="*/ 184 w 256"/>
              <a:gd name="T59" fmla="*/ 180 h 256"/>
              <a:gd name="T60" fmla="*/ 248 w 256"/>
              <a:gd name="T61" fmla="*/ 181 h 256"/>
              <a:gd name="T62" fmla="*/ 184 w 256"/>
              <a:gd name="T63" fmla="*/ 172 h 256"/>
              <a:gd name="T64" fmla="*/ 120 w 256"/>
              <a:gd name="T65" fmla="*/ 122 h 256"/>
              <a:gd name="T66" fmla="*/ 248 w 256"/>
              <a:gd name="T67" fmla="*/ 122 h 256"/>
              <a:gd name="T68" fmla="*/ 184 w 256"/>
              <a:gd name="T69" fmla="*/ 132 h 256"/>
              <a:gd name="T70" fmla="*/ 184 w 256"/>
              <a:gd name="T71" fmla="*/ 80 h 256"/>
              <a:gd name="T72" fmla="*/ 184 w 256"/>
              <a:gd name="T73" fmla="*/ 1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6" h="256">
                <a:moveTo>
                  <a:pt x="131" y="57"/>
                </a:moveTo>
                <a:cubicBezTo>
                  <a:pt x="133" y="58"/>
                  <a:pt x="135" y="58"/>
                  <a:pt x="137" y="57"/>
                </a:cubicBezTo>
                <a:cubicBezTo>
                  <a:pt x="139" y="55"/>
                  <a:pt x="139" y="53"/>
                  <a:pt x="137" y="51"/>
                </a:cubicBezTo>
                <a:cubicBezTo>
                  <a:pt x="131" y="44"/>
                  <a:pt x="122" y="39"/>
                  <a:pt x="113" y="36"/>
                </a:cubicBezTo>
                <a:cubicBezTo>
                  <a:pt x="128" y="18"/>
                  <a:pt x="149" y="8"/>
                  <a:pt x="172" y="8"/>
                </a:cubicBezTo>
                <a:cubicBezTo>
                  <a:pt x="208" y="8"/>
                  <a:pt x="239" y="34"/>
                  <a:pt x="246" y="69"/>
                </a:cubicBezTo>
                <a:cubicBezTo>
                  <a:pt x="247" y="71"/>
                  <a:pt x="249" y="72"/>
                  <a:pt x="250" y="72"/>
                </a:cubicBezTo>
                <a:cubicBezTo>
                  <a:pt x="251" y="72"/>
                  <a:pt x="251" y="72"/>
                  <a:pt x="251" y="72"/>
                </a:cubicBezTo>
                <a:cubicBezTo>
                  <a:pt x="253" y="71"/>
                  <a:pt x="255" y="69"/>
                  <a:pt x="254" y="67"/>
                </a:cubicBezTo>
                <a:cubicBezTo>
                  <a:pt x="246" y="28"/>
                  <a:pt x="212" y="0"/>
                  <a:pt x="172" y="0"/>
                </a:cubicBezTo>
                <a:cubicBezTo>
                  <a:pt x="146" y="0"/>
                  <a:pt x="121" y="13"/>
                  <a:pt x="105" y="34"/>
                </a:cubicBezTo>
                <a:cubicBezTo>
                  <a:pt x="102" y="33"/>
                  <a:pt x="99" y="33"/>
                  <a:pt x="96" y="33"/>
                </a:cubicBezTo>
                <a:cubicBezTo>
                  <a:pt x="65" y="33"/>
                  <a:pt x="40" y="58"/>
                  <a:pt x="40" y="89"/>
                </a:cubicBezTo>
                <a:cubicBezTo>
                  <a:pt x="40" y="91"/>
                  <a:pt x="40" y="94"/>
                  <a:pt x="41" y="96"/>
                </a:cubicBezTo>
                <a:cubicBezTo>
                  <a:pt x="39" y="96"/>
                  <a:pt x="38" y="96"/>
                  <a:pt x="36" y="96"/>
                </a:cubicBezTo>
                <a:cubicBezTo>
                  <a:pt x="16" y="96"/>
                  <a:pt x="0" y="112"/>
                  <a:pt x="0" y="132"/>
                </a:cubicBezTo>
                <a:cubicBezTo>
                  <a:pt x="0" y="152"/>
                  <a:pt x="16" y="168"/>
                  <a:pt x="36" y="168"/>
                </a:cubicBezTo>
                <a:cubicBezTo>
                  <a:pt x="92" y="168"/>
                  <a:pt x="92" y="168"/>
                  <a:pt x="92" y="168"/>
                </a:cubicBezTo>
                <a:cubicBezTo>
                  <a:pt x="94" y="168"/>
                  <a:pt x="96" y="166"/>
                  <a:pt x="96" y="164"/>
                </a:cubicBezTo>
                <a:cubicBezTo>
                  <a:pt x="96" y="162"/>
                  <a:pt x="94" y="160"/>
                  <a:pt x="92" y="160"/>
                </a:cubicBezTo>
                <a:cubicBezTo>
                  <a:pt x="36" y="160"/>
                  <a:pt x="36" y="160"/>
                  <a:pt x="36" y="160"/>
                </a:cubicBezTo>
                <a:cubicBezTo>
                  <a:pt x="21" y="160"/>
                  <a:pt x="8" y="147"/>
                  <a:pt x="8" y="132"/>
                </a:cubicBezTo>
                <a:cubicBezTo>
                  <a:pt x="8" y="117"/>
                  <a:pt x="21" y="104"/>
                  <a:pt x="36" y="104"/>
                </a:cubicBezTo>
                <a:cubicBezTo>
                  <a:pt x="39" y="104"/>
                  <a:pt x="42" y="104"/>
                  <a:pt x="44" y="105"/>
                </a:cubicBezTo>
                <a:cubicBezTo>
                  <a:pt x="46" y="106"/>
                  <a:pt x="47" y="105"/>
                  <a:pt x="48" y="104"/>
                </a:cubicBezTo>
                <a:cubicBezTo>
                  <a:pt x="49" y="103"/>
                  <a:pt x="50" y="102"/>
                  <a:pt x="49" y="101"/>
                </a:cubicBezTo>
                <a:cubicBezTo>
                  <a:pt x="48" y="97"/>
                  <a:pt x="48" y="93"/>
                  <a:pt x="48" y="89"/>
                </a:cubicBezTo>
                <a:cubicBezTo>
                  <a:pt x="48" y="63"/>
                  <a:pt x="70" y="41"/>
                  <a:pt x="96" y="41"/>
                </a:cubicBezTo>
                <a:cubicBezTo>
                  <a:pt x="99" y="41"/>
                  <a:pt x="102" y="41"/>
                  <a:pt x="106" y="42"/>
                </a:cubicBezTo>
                <a:cubicBezTo>
                  <a:pt x="106" y="42"/>
                  <a:pt x="106" y="42"/>
                  <a:pt x="106" y="42"/>
                </a:cubicBezTo>
                <a:cubicBezTo>
                  <a:pt x="116" y="44"/>
                  <a:pt x="124" y="49"/>
                  <a:pt x="131" y="57"/>
                </a:cubicBezTo>
                <a:close/>
                <a:moveTo>
                  <a:pt x="256" y="106"/>
                </a:moveTo>
                <a:cubicBezTo>
                  <a:pt x="256" y="87"/>
                  <a:pt x="224" y="72"/>
                  <a:pt x="184" y="72"/>
                </a:cubicBezTo>
                <a:cubicBezTo>
                  <a:pt x="144" y="72"/>
                  <a:pt x="112" y="87"/>
                  <a:pt x="112" y="106"/>
                </a:cubicBezTo>
                <a:cubicBezTo>
                  <a:pt x="112" y="106"/>
                  <a:pt x="112" y="107"/>
                  <a:pt x="112" y="107"/>
                </a:cubicBezTo>
                <a:cubicBezTo>
                  <a:pt x="112" y="108"/>
                  <a:pt x="112" y="108"/>
                  <a:pt x="112" y="108"/>
                </a:cubicBezTo>
                <a:cubicBezTo>
                  <a:pt x="112" y="139"/>
                  <a:pt x="112" y="139"/>
                  <a:pt x="112" y="139"/>
                </a:cubicBezTo>
                <a:cubicBezTo>
                  <a:pt x="112" y="140"/>
                  <a:pt x="112" y="140"/>
                  <a:pt x="112" y="140"/>
                </a:cubicBezTo>
                <a:cubicBezTo>
                  <a:pt x="112" y="140"/>
                  <a:pt x="112" y="140"/>
                  <a:pt x="112" y="140"/>
                </a:cubicBezTo>
                <a:cubicBezTo>
                  <a:pt x="112" y="218"/>
                  <a:pt x="112" y="218"/>
                  <a:pt x="112" y="218"/>
                </a:cubicBezTo>
                <a:cubicBezTo>
                  <a:pt x="112" y="240"/>
                  <a:pt x="142" y="256"/>
                  <a:pt x="184" y="256"/>
                </a:cubicBezTo>
                <a:cubicBezTo>
                  <a:pt x="226" y="256"/>
                  <a:pt x="256" y="240"/>
                  <a:pt x="256" y="218"/>
                </a:cubicBezTo>
                <a:cubicBezTo>
                  <a:pt x="256" y="140"/>
                  <a:pt x="256" y="140"/>
                  <a:pt x="256" y="140"/>
                </a:cubicBezTo>
                <a:cubicBezTo>
                  <a:pt x="256" y="140"/>
                  <a:pt x="256" y="140"/>
                  <a:pt x="256" y="140"/>
                </a:cubicBezTo>
                <a:cubicBezTo>
                  <a:pt x="256" y="140"/>
                  <a:pt x="256" y="140"/>
                  <a:pt x="256" y="139"/>
                </a:cubicBezTo>
                <a:cubicBezTo>
                  <a:pt x="256" y="108"/>
                  <a:pt x="256" y="108"/>
                  <a:pt x="256" y="108"/>
                </a:cubicBezTo>
                <a:cubicBezTo>
                  <a:pt x="256" y="108"/>
                  <a:pt x="256" y="108"/>
                  <a:pt x="256" y="107"/>
                </a:cubicBezTo>
                <a:cubicBezTo>
                  <a:pt x="256" y="107"/>
                  <a:pt x="256" y="106"/>
                  <a:pt x="256" y="106"/>
                </a:cubicBezTo>
                <a:close/>
                <a:moveTo>
                  <a:pt x="248" y="218"/>
                </a:moveTo>
                <a:cubicBezTo>
                  <a:pt x="248" y="235"/>
                  <a:pt x="220" y="248"/>
                  <a:pt x="184" y="248"/>
                </a:cubicBezTo>
                <a:cubicBezTo>
                  <a:pt x="148" y="248"/>
                  <a:pt x="120" y="235"/>
                  <a:pt x="120" y="218"/>
                </a:cubicBezTo>
                <a:cubicBezTo>
                  <a:pt x="120" y="199"/>
                  <a:pt x="120" y="199"/>
                  <a:pt x="120" y="199"/>
                </a:cubicBezTo>
                <a:cubicBezTo>
                  <a:pt x="132" y="212"/>
                  <a:pt x="156" y="220"/>
                  <a:pt x="184" y="220"/>
                </a:cubicBezTo>
                <a:cubicBezTo>
                  <a:pt x="212" y="220"/>
                  <a:pt x="236" y="212"/>
                  <a:pt x="248" y="199"/>
                </a:cubicBezTo>
                <a:lnTo>
                  <a:pt x="248" y="218"/>
                </a:lnTo>
                <a:close/>
                <a:moveTo>
                  <a:pt x="248" y="181"/>
                </a:moveTo>
                <a:cubicBezTo>
                  <a:pt x="248" y="198"/>
                  <a:pt x="219" y="212"/>
                  <a:pt x="184" y="212"/>
                </a:cubicBezTo>
                <a:cubicBezTo>
                  <a:pt x="149" y="212"/>
                  <a:pt x="120" y="198"/>
                  <a:pt x="120" y="181"/>
                </a:cubicBezTo>
                <a:cubicBezTo>
                  <a:pt x="120" y="158"/>
                  <a:pt x="120" y="158"/>
                  <a:pt x="120" y="158"/>
                </a:cubicBezTo>
                <a:cubicBezTo>
                  <a:pt x="132" y="171"/>
                  <a:pt x="156" y="180"/>
                  <a:pt x="184" y="180"/>
                </a:cubicBezTo>
                <a:cubicBezTo>
                  <a:pt x="212" y="180"/>
                  <a:pt x="236" y="171"/>
                  <a:pt x="248" y="158"/>
                </a:cubicBezTo>
                <a:lnTo>
                  <a:pt x="248" y="181"/>
                </a:lnTo>
                <a:close/>
                <a:moveTo>
                  <a:pt x="248" y="139"/>
                </a:moveTo>
                <a:cubicBezTo>
                  <a:pt x="248" y="157"/>
                  <a:pt x="219" y="172"/>
                  <a:pt x="184" y="172"/>
                </a:cubicBezTo>
                <a:cubicBezTo>
                  <a:pt x="149" y="172"/>
                  <a:pt x="120" y="157"/>
                  <a:pt x="120" y="139"/>
                </a:cubicBezTo>
                <a:cubicBezTo>
                  <a:pt x="120" y="122"/>
                  <a:pt x="120" y="122"/>
                  <a:pt x="120" y="122"/>
                </a:cubicBezTo>
                <a:cubicBezTo>
                  <a:pt x="132" y="133"/>
                  <a:pt x="156" y="140"/>
                  <a:pt x="184" y="140"/>
                </a:cubicBezTo>
                <a:cubicBezTo>
                  <a:pt x="212" y="140"/>
                  <a:pt x="236" y="133"/>
                  <a:pt x="248" y="122"/>
                </a:cubicBezTo>
                <a:lnTo>
                  <a:pt x="248" y="139"/>
                </a:lnTo>
                <a:close/>
                <a:moveTo>
                  <a:pt x="184" y="132"/>
                </a:moveTo>
                <a:cubicBezTo>
                  <a:pt x="146" y="132"/>
                  <a:pt x="120" y="118"/>
                  <a:pt x="120" y="106"/>
                </a:cubicBezTo>
                <a:cubicBezTo>
                  <a:pt x="120" y="94"/>
                  <a:pt x="146" y="80"/>
                  <a:pt x="184" y="80"/>
                </a:cubicBezTo>
                <a:cubicBezTo>
                  <a:pt x="222" y="80"/>
                  <a:pt x="248" y="94"/>
                  <a:pt x="248" y="106"/>
                </a:cubicBezTo>
                <a:cubicBezTo>
                  <a:pt x="248" y="118"/>
                  <a:pt x="222" y="132"/>
                  <a:pt x="184" y="13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0" name="Freeform 20">
            <a:extLst>
              <a:ext uri="{FF2B5EF4-FFF2-40B4-BE49-F238E27FC236}">
                <a16:creationId xmlns:a16="http://schemas.microsoft.com/office/drawing/2014/main" id="{10AACE6E-8028-4099-B903-DC2FAC96B054}"/>
              </a:ext>
            </a:extLst>
          </p:cNvPr>
          <p:cNvSpPr>
            <a:spLocks noChangeAspect="1" noEditPoints="1"/>
          </p:cNvSpPr>
          <p:nvPr/>
        </p:nvSpPr>
        <p:spPr bwMode="auto">
          <a:xfrm>
            <a:off x="2508380" y="1474907"/>
            <a:ext cx="400050" cy="393700"/>
          </a:xfrm>
          <a:custGeom>
            <a:avLst/>
            <a:gdLst>
              <a:gd name="T0" fmla="*/ 215 w 256"/>
              <a:gd name="T1" fmla="*/ 96 h 252"/>
              <a:gd name="T2" fmla="*/ 160 w 256"/>
              <a:gd name="T3" fmla="*/ 33 h 252"/>
              <a:gd name="T4" fmla="*/ 86 w 256"/>
              <a:gd name="T5" fmla="*/ 0 h 252"/>
              <a:gd name="T6" fmla="*/ 50 w 256"/>
              <a:gd name="T7" fmla="*/ 164 h 252"/>
              <a:gd name="T8" fmla="*/ 52 w 256"/>
              <a:gd name="T9" fmla="*/ 244 h 252"/>
              <a:gd name="T10" fmla="*/ 208 w 256"/>
              <a:gd name="T11" fmla="*/ 252 h 252"/>
              <a:gd name="T12" fmla="*/ 216 w 256"/>
              <a:gd name="T13" fmla="*/ 168 h 252"/>
              <a:gd name="T14" fmla="*/ 256 w 256"/>
              <a:gd name="T15" fmla="*/ 132 h 252"/>
              <a:gd name="T16" fmla="*/ 60 w 256"/>
              <a:gd name="T17" fmla="*/ 244 h 252"/>
              <a:gd name="T18" fmla="*/ 208 w 256"/>
              <a:gd name="T19" fmla="*/ 196 h 252"/>
              <a:gd name="T20" fmla="*/ 60 w 256"/>
              <a:gd name="T21" fmla="*/ 244 h 252"/>
              <a:gd name="T22" fmla="*/ 60 w 256"/>
              <a:gd name="T23" fmla="*/ 140 h 252"/>
              <a:gd name="T24" fmla="*/ 208 w 256"/>
              <a:gd name="T25" fmla="*/ 188 h 252"/>
              <a:gd name="T26" fmla="*/ 220 w 256"/>
              <a:gd name="T27" fmla="*/ 160 h 252"/>
              <a:gd name="T28" fmla="*/ 216 w 256"/>
              <a:gd name="T29" fmla="*/ 140 h 252"/>
              <a:gd name="T30" fmla="*/ 60 w 256"/>
              <a:gd name="T31" fmla="*/ 132 h 252"/>
              <a:gd name="T32" fmla="*/ 52 w 256"/>
              <a:gd name="T33" fmla="*/ 156 h 252"/>
              <a:gd name="T34" fmla="*/ 86 w 256"/>
              <a:gd name="T35" fmla="*/ 8 h 252"/>
              <a:gd name="T36" fmla="*/ 119 w 256"/>
              <a:gd name="T37" fmla="*/ 51 h 252"/>
              <a:gd name="T38" fmla="*/ 125 w 256"/>
              <a:gd name="T39" fmla="*/ 57 h 252"/>
              <a:gd name="T40" fmla="*/ 208 w 256"/>
              <a:gd name="T41" fmla="*/ 89 h 252"/>
              <a:gd name="T42" fmla="*/ 208 w 256"/>
              <a:gd name="T43" fmla="*/ 104 h 252"/>
              <a:gd name="T44" fmla="*/ 220 w 256"/>
              <a:gd name="T45" fmla="*/ 104 h 252"/>
              <a:gd name="T46" fmla="*/ 220 w 256"/>
              <a:gd name="T47" fmla="*/ 160 h 252"/>
              <a:gd name="T48" fmla="*/ 120 w 256"/>
              <a:gd name="T49" fmla="*/ 224 h 252"/>
              <a:gd name="T50" fmla="*/ 104 w 256"/>
              <a:gd name="T51" fmla="*/ 216 h 252"/>
              <a:gd name="T52" fmla="*/ 76 w 256"/>
              <a:gd name="T53" fmla="*/ 224 h 252"/>
              <a:gd name="T54" fmla="*/ 92 w 256"/>
              <a:gd name="T55" fmla="*/ 216 h 252"/>
              <a:gd name="T56" fmla="*/ 76 w 256"/>
              <a:gd name="T57" fmla="*/ 224 h 252"/>
              <a:gd name="T58" fmla="*/ 92 w 256"/>
              <a:gd name="T59" fmla="*/ 168 h 252"/>
              <a:gd name="T60" fmla="*/ 76 w 256"/>
              <a:gd name="T61" fmla="*/ 160 h 252"/>
              <a:gd name="T62" fmla="*/ 104 w 256"/>
              <a:gd name="T63" fmla="*/ 168 h 252"/>
              <a:gd name="T64" fmla="*/ 120 w 256"/>
              <a:gd name="T65" fmla="*/ 160 h 252"/>
              <a:gd name="T66" fmla="*/ 104 w 256"/>
              <a:gd name="T67" fmla="*/ 16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252">
                <a:moveTo>
                  <a:pt x="220" y="96"/>
                </a:moveTo>
                <a:cubicBezTo>
                  <a:pt x="218" y="96"/>
                  <a:pt x="217" y="96"/>
                  <a:pt x="215" y="96"/>
                </a:cubicBezTo>
                <a:cubicBezTo>
                  <a:pt x="216" y="94"/>
                  <a:pt x="216" y="91"/>
                  <a:pt x="216" y="89"/>
                </a:cubicBezTo>
                <a:cubicBezTo>
                  <a:pt x="216" y="58"/>
                  <a:pt x="191" y="33"/>
                  <a:pt x="160" y="33"/>
                </a:cubicBezTo>
                <a:cubicBezTo>
                  <a:pt x="158" y="33"/>
                  <a:pt x="156" y="33"/>
                  <a:pt x="154" y="33"/>
                </a:cubicBezTo>
                <a:cubicBezTo>
                  <a:pt x="138" y="12"/>
                  <a:pt x="113" y="0"/>
                  <a:pt x="86" y="0"/>
                </a:cubicBezTo>
                <a:cubicBezTo>
                  <a:pt x="39" y="0"/>
                  <a:pt x="0" y="39"/>
                  <a:pt x="0" y="86"/>
                </a:cubicBezTo>
                <a:cubicBezTo>
                  <a:pt x="0" y="120"/>
                  <a:pt x="20" y="150"/>
                  <a:pt x="50" y="164"/>
                </a:cubicBezTo>
                <a:cubicBezTo>
                  <a:pt x="51" y="165"/>
                  <a:pt x="51" y="165"/>
                  <a:pt x="52" y="165"/>
                </a:cubicBezTo>
                <a:cubicBezTo>
                  <a:pt x="52" y="244"/>
                  <a:pt x="52" y="244"/>
                  <a:pt x="52" y="244"/>
                </a:cubicBezTo>
                <a:cubicBezTo>
                  <a:pt x="52" y="248"/>
                  <a:pt x="56" y="252"/>
                  <a:pt x="60" y="252"/>
                </a:cubicBezTo>
                <a:cubicBezTo>
                  <a:pt x="208" y="252"/>
                  <a:pt x="208" y="252"/>
                  <a:pt x="208" y="252"/>
                </a:cubicBezTo>
                <a:cubicBezTo>
                  <a:pt x="212" y="252"/>
                  <a:pt x="216" y="248"/>
                  <a:pt x="216" y="244"/>
                </a:cubicBezTo>
                <a:cubicBezTo>
                  <a:pt x="216" y="168"/>
                  <a:pt x="216" y="168"/>
                  <a:pt x="216" y="168"/>
                </a:cubicBezTo>
                <a:cubicBezTo>
                  <a:pt x="220" y="168"/>
                  <a:pt x="220" y="168"/>
                  <a:pt x="220" y="168"/>
                </a:cubicBezTo>
                <a:cubicBezTo>
                  <a:pt x="240" y="168"/>
                  <a:pt x="256" y="152"/>
                  <a:pt x="256" y="132"/>
                </a:cubicBezTo>
                <a:cubicBezTo>
                  <a:pt x="256" y="112"/>
                  <a:pt x="240" y="96"/>
                  <a:pt x="220" y="96"/>
                </a:cubicBezTo>
                <a:close/>
                <a:moveTo>
                  <a:pt x="60" y="244"/>
                </a:moveTo>
                <a:cubicBezTo>
                  <a:pt x="60" y="196"/>
                  <a:pt x="60" y="196"/>
                  <a:pt x="60" y="196"/>
                </a:cubicBezTo>
                <a:cubicBezTo>
                  <a:pt x="208" y="196"/>
                  <a:pt x="208" y="196"/>
                  <a:pt x="208" y="196"/>
                </a:cubicBezTo>
                <a:cubicBezTo>
                  <a:pt x="208" y="244"/>
                  <a:pt x="208" y="244"/>
                  <a:pt x="208" y="244"/>
                </a:cubicBezTo>
                <a:lnTo>
                  <a:pt x="60" y="244"/>
                </a:lnTo>
                <a:close/>
                <a:moveTo>
                  <a:pt x="60" y="188"/>
                </a:moveTo>
                <a:cubicBezTo>
                  <a:pt x="60" y="140"/>
                  <a:pt x="60" y="140"/>
                  <a:pt x="60" y="140"/>
                </a:cubicBezTo>
                <a:cubicBezTo>
                  <a:pt x="208" y="140"/>
                  <a:pt x="208" y="140"/>
                  <a:pt x="208" y="140"/>
                </a:cubicBezTo>
                <a:cubicBezTo>
                  <a:pt x="208" y="188"/>
                  <a:pt x="208" y="188"/>
                  <a:pt x="208" y="188"/>
                </a:cubicBezTo>
                <a:lnTo>
                  <a:pt x="60" y="188"/>
                </a:lnTo>
                <a:close/>
                <a:moveTo>
                  <a:pt x="220" y="160"/>
                </a:moveTo>
                <a:cubicBezTo>
                  <a:pt x="216" y="160"/>
                  <a:pt x="216" y="160"/>
                  <a:pt x="216" y="160"/>
                </a:cubicBezTo>
                <a:cubicBezTo>
                  <a:pt x="216" y="140"/>
                  <a:pt x="216" y="140"/>
                  <a:pt x="216" y="140"/>
                </a:cubicBezTo>
                <a:cubicBezTo>
                  <a:pt x="216" y="136"/>
                  <a:pt x="212" y="132"/>
                  <a:pt x="208" y="132"/>
                </a:cubicBezTo>
                <a:cubicBezTo>
                  <a:pt x="60" y="132"/>
                  <a:pt x="60" y="132"/>
                  <a:pt x="60" y="132"/>
                </a:cubicBezTo>
                <a:cubicBezTo>
                  <a:pt x="56" y="132"/>
                  <a:pt x="52" y="136"/>
                  <a:pt x="52" y="140"/>
                </a:cubicBezTo>
                <a:cubicBezTo>
                  <a:pt x="52" y="156"/>
                  <a:pt x="52" y="156"/>
                  <a:pt x="52" y="156"/>
                </a:cubicBezTo>
                <a:cubicBezTo>
                  <a:pt x="25" y="143"/>
                  <a:pt x="8" y="116"/>
                  <a:pt x="8" y="86"/>
                </a:cubicBezTo>
                <a:cubicBezTo>
                  <a:pt x="8" y="43"/>
                  <a:pt x="43" y="8"/>
                  <a:pt x="86" y="8"/>
                </a:cubicBezTo>
                <a:cubicBezTo>
                  <a:pt x="109" y="8"/>
                  <a:pt x="130" y="18"/>
                  <a:pt x="145" y="35"/>
                </a:cubicBezTo>
                <a:cubicBezTo>
                  <a:pt x="135" y="38"/>
                  <a:pt x="126" y="43"/>
                  <a:pt x="119" y="51"/>
                </a:cubicBezTo>
                <a:cubicBezTo>
                  <a:pt x="117" y="53"/>
                  <a:pt x="117" y="55"/>
                  <a:pt x="119" y="57"/>
                </a:cubicBezTo>
                <a:cubicBezTo>
                  <a:pt x="121" y="58"/>
                  <a:pt x="123" y="58"/>
                  <a:pt x="125" y="57"/>
                </a:cubicBezTo>
                <a:cubicBezTo>
                  <a:pt x="134" y="47"/>
                  <a:pt x="146" y="41"/>
                  <a:pt x="160" y="41"/>
                </a:cubicBezTo>
                <a:cubicBezTo>
                  <a:pt x="186" y="41"/>
                  <a:pt x="208" y="63"/>
                  <a:pt x="208" y="89"/>
                </a:cubicBezTo>
                <a:cubicBezTo>
                  <a:pt x="208" y="93"/>
                  <a:pt x="208" y="97"/>
                  <a:pt x="207" y="100"/>
                </a:cubicBezTo>
                <a:cubicBezTo>
                  <a:pt x="206" y="102"/>
                  <a:pt x="207" y="103"/>
                  <a:pt x="208" y="104"/>
                </a:cubicBezTo>
                <a:cubicBezTo>
                  <a:pt x="209" y="105"/>
                  <a:pt x="210" y="106"/>
                  <a:pt x="212" y="105"/>
                </a:cubicBezTo>
                <a:cubicBezTo>
                  <a:pt x="214" y="104"/>
                  <a:pt x="217" y="104"/>
                  <a:pt x="220" y="104"/>
                </a:cubicBezTo>
                <a:cubicBezTo>
                  <a:pt x="235" y="104"/>
                  <a:pt x="248" y="117"/>
                  <a:pt x="248" y="132"/>
                </a:cubicBezTo>
                <a:cubicBezTo>
                  <a:pt x="248" y="147"/>
                  <a:pt x="235" y="160"/>
                  <a:pt x="220" y="160"/>
                </a:cubicBezTo>
                <a:close/>
                <a:moveTo>
                  <a:pt x="104" y="224"/>
                </a:moveTo>
                <a:cubicBezTo>
                  <a:pt x="120" y="224"/>
                  <a:pt x="120" y="224"/>
                  <a:pt x="120" y="224"/>
                </a:cubicBezTo>
                <a:cubicBezTo>
                  <a:pt x="120" y="216"/>
                  <a:pt x="120" y="216"/>
                  <a:pt x="120" y="216"/>
                </a:cubicBezTo>
                <a:cubicBezTo>
                  <a:pt x="104" y="216"/>
                  <a:pt x="104" y="216"/>
                  <a:pt x="104" y="216"/>
                </a:cubicBezTo>
                <a:lnTo>
                  <a:pt x="104" y="224"/>
                </a:lnTo>
                <a:close/>
                <a:moveTo>
                  <a:pt x="76" y="224"/>
                </a:moveTo>
                <a:cubicBezTo>
                  <a:pt x="92" y="224"/>
                  <a:pt x="92" y="224"/>
                  <a:pt x="92" y="224"/>
                </a:cubicBezTo>
                <a:cubicBezTo>
                  <a:pt x="92" y="216"/>
                  <a:pt x="92" y="216"/>
                  <a:pt x="92" y="216"/>
                </a:cubicBezTo>
                <a:cubicBezTo>
                  <a:pt x="76" y="216"/>
                  <a:pt x="76" y="216"/>
                  <a:pt x="76" y="216"/>
                </a:cubicBezTo>
                <a:lnTo>
                  <a:pt x="76" y="224"/>
                </a:lnTo>
                <a:close/>
                <a:moveTo>
                  <a:pt x="76" y="168"/>
                </a:moveTo>
                <a:cubicBezTo>
                  <a:pt x="92" y="168"/>
                  <a:pt x="92" y="168"/>
                  <a:pt x="92" y="168"/>
                </a:cubicBezTo>
                <a:cubicBezTo>
                  <a:pt x="92" y="160"/>
                  <a:pt x="92" y="160"/>
                  <a:pt x="92" y="160"/>
                </a:cubicBezTo>
                <a:cubicBezTo>
                  <a:pt x="76" y="160"/>
                  <a:pt x="76" y="160"/>
                  <a:pt x="76" y="160"/>
                </a:cubicBezTo>
                <a:lnTo>
                  <a:pt x="76" y="168"/>
                </a:lnTo>
                <a:close/>
                <a:moveTo>
                  <a:pt x="104" y="168"/>
                </a:moveTo>
                <a:cubicBezTo>
                  <a:pt x="120" y="168"/>
                  <a:pt x="120" y="168"/>
                  <a:pt x="120" y="168"/>
                </a:cubicBezTo>
                <a:cubicBezTo>
                  <a:pt x="120" y="160"/>
                  <a:pt x="120" y="160"/>
                  <a:pt x="120" y="160"/>
                </a:cubicBezTo>
                <a:cubicBezTo>
                  <a:pt x="104" y="160"/>
                  <a:pt x="104" y="160"/>
                  <a:pt x="104" y="160"/>
                </a:cubicBezTo>
                <a:lnTo>
                  <a:pt x="104" y="16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 name="Freeform 24">
            <a:extLst>
              <a:ext uri="{FF2B5EF4-FFF2-40B4-BE49-F238E27FC236}">
                <a16:creationId xmlns:a16="http://schemas.microsoft.com/office/drawing/2014/main" id="{60E94B03-2261-4874-9029-0809E6348F3F}"/>
              </a:ext>
            </a:extLst>
          </p:cNvPr>
          <p:cNvSpPr>
            <a:spLocks noChangeAspect="1" noEditPoints="1"/>
          </p:cNvSpPr>
          <p:nvPr/>
        </p:nvSpPr>
        <p:spPr bwMode="auto">
          <a:xfrm>
            <a:off x="3476026" y="1471732"/>
            <a:ext cx="400050" cy="400050"/>
          </a:xfrm>
          <a:custGeom>
            <a:avLst/>
            <a:gdLst>
              <a:gd name="T0" fmla="*/ 141 w 256"/>
              <a:gd name="T1" fmla="*/ 254 h 256"/>
              <a:gd name="T2" fmla="*/ 101 w 256"/>
              <a:gd name="T3" fmla="*/ 186 h 256"/>
              <a:gd name="T4" fmla="*/ 120 w 256"/>
              <a:gd name="T5" fmla="*/ 184 h 256"/>
              <a:gd name="T6" fmla="*/ 124 w 256"/>
              <a:gd name="T7" fmla="*/ 128 h 256"/>
              <a:gd name="T8" fmla="*/ 104 w 256"/>
              <a:gd name="T9" fmla="*/ 79 h 256"/>
              <a:gd name="T10" fmla="*/ 84 w 256"/>
              <a:gd name="T11" fmla="*/ 128 h 256"/>
              <a:gd name="T12" fmla="*/ 88 w 256"/>
              <a:gd name="T13" fmla="*/ 164 h 256"/>
              <a:gd name="T14" fmla="*/ 0 w 256"/>
              <a:gd name="T15" fmla="*/ 84 h 256"/>
              <a:gd name="T16" fmla="*/ 151 w 256"/>
              <a:gd name="T17" fmla="*/ 34 h 256"/>
              <a:gd name="T18" fmla="*/ 216 w 256"/>
              <a:gd name="T19" fmla="*/ 89 h 256"/>
              <a:gd name="T20" fmla="*/ 220 w 256"/>
              <a:gd name="T21" fmla="*/ 96 h 256"/>
              <a:gd name="T22" fmla="*/ 220 w 256"/>
              <a:gd name="T23" fmla="*/ 168 h 256"/>
              <a:gd name="T24" fmla="*/ 168 w 256"/>
              <a:gd name="T25" fmla="*/ 184 h 256"/>
              <a:gd name="T26" fmla="*/ 187 w 256"/>
              <a:gd name="T27" fmla="*/ 186 h 256"/>
              <a:gd name="T28" fmla="*/ 147 w 256"/>
              <a:gd name="T29" fmla="*/ 254 h 256"/>
              <a:gd name="T30" fmla="*/ 111 w 256"/>
              <a:gd name="T31" fmla="*/ 192 h 256"/>
              <a:gd name="T32" fmla="*/ 177 w 256"/>
              <a:gd name="T33" fmla="*/ 192 h 256"/>
              <a:gd name="T34" fmla="*/ 160 w 256"/>
              <a:gd name="T35" fmla="*/ 188 h 256"/>
              <a:gd name="T36" fmla="*/ 164 w 256"/>
              <a:gd name="T37" fmla="*/ 160 h 256"/>
              <a:gd name="T38" fmla="*/ 248 w 256"/>
              <a:gd name="T39" fmla="*/ 132 h 256"/>
              <a:gd name="T40" fmla="*/ 212 w 256"/>
              <a:gd name="T41" fmla="*/ 105 h 256"/>
              <a:gd name="T42" fmla="*/ 207 w 256"/>
              <a:gd name="T43" fmla="*/ 100 h 256"/>
              <a:gd name="T44" fmla="*/ 160 w 256"/>
              <a:gd name="T45" fmla="*/ 41 h 256"/>
              <a:gd name="T46" fmla="*/ 150 w 256"/>
              <a:gd name="T47" fmla="*/ 42 h 256"/>
              <a:gd name="T48" fmla="*/ 119 w 256"/>
              <a:gd name="T49" fmla="*/ 57 h 256"/>
              <a:gd name="T50" fmla="*/ 143 w 256"/>
              <a:gd name="T51" fmla="*/ 36 h 256"/>
              <a:gd name="T52" fmla="*/ 8 w 256"/>
              <a:gd name="T53" fmla="*/ 84 h 256"/>
              <a:gd name="T54" fmla="*/ 80 w 256"/>
              <a:gd name="T55" fmla="*/ 136 h 256"/>
              <a:gd name="T56" fmla="*/ 60 w 256"/>
              <a:gd name="T57" fmla="*/ 134 h 256"/>
              <a:gd name="T58" fmla="*/ 101 w 256"/>
              <a:gd name="T59" fmla="*/ 70 h 256"/>
              <a:gd name="T60" fmla="*/ 147 w 256"/>
              <a:gd name="T61" fmla="*/ 130 h 256"/>
              <a:gd name="T62" fmla="*/ 144 w 256"/>
              <a:gd name="T63" fmla="*/ 136 h 256"/>
              <a:gd name="T64" fmla="*/ 128 w 256"/>
              <a:gd name="T65" fmla="*/ 188 h 256"/>
              <a:gd name="T66" fmla="*/ 111 w 256"/>
              <a:gd name="T67" fmla="*/ 1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256">
                <a:moveTo>
                  <a:pt x="144" y="256"/>
                </a:moveTo>
                <a:cubicBezTo>
                  <a:pt x="143" y="256"/>
                  <a:pt x="141" y="255"/>
                  <a:pt x="141" y="254"/>
                </a:cubicBezTo>
                <a:cubicBezTo>
                  <a:pt x="101" y="190"/>
                  <a:pt x="101" y="190"/>
                  <a:pt x="101" y="190"/>
                </a:cubicBezTo>
                <a:cubicBezTo>
                  <a:pt x="100" y="189"/>
                  <a:pt x="100" y="187"/>
                  <a:pt x="101" y="186"/>
                </a:cubicBezTo>
                <a:cubicBezTo>
                  <a:pt x="101" y="185"/>
                  <a:pt x="103" y="184"/>
                  <a:pt x="104" y="184"/>
                </a:cubicBezTo>
                <a:cubicBezTo>
                  <a:pt x="120" y="184"/>
                  <a:pt x="120" y="184"/>
                  <a:pt x="120" y="184"/>
                </a:cubicBezTo>
                <a:cubicBezTo>
                  <a:pt x="120" y="132"/>
                  <a:pt x="120" y="132"/>
                  <a:pt x="120" y="132"/>
                </a:cubicBezTo>
                <a:cubicBezTo>
                  <a:pt x="120" y="130"/>
                  <a:pt x="122" y="128"/>
                  <a:pt x="124" y="128"/>
                </a:cubicBezTo>
                <a:cubicBezTo>
                  <a:pt x="137" y="128"/>
                  <a:pt x="137" y="128"/>
                  <a:pt x="137" y="128"/>
                </a:cubicBezTo>
                <a:cubicBezTo>
                  <a:pt x="104" y="79"/>
                  <a:pt x="104" y="79"/>
                  <a:pt x="104" y="79"/>
                </a:cubicBezTo>
                <a:cubicBezTo>
                  <a:pt x="71" y="128"/>
                  <a:pt x="71" y="128"/>
                  <a:pt x="71" y="128"/>
                </a:cubicBezTo>
                <a:cubicBezTo>
                  <a:pt x="84" y="128"/>
                  <a:pt x="84" y="128"/>
                  <a:pt x="84" y="128"/>
                </a:cubicBezTo>
                <a:cubicBezTo>
                  <a:pt x="86" y="128"/>
                  <a:pt x="88" y="130"/>
                  <a:pt x="88" y="132"/>
                </a:cubicBezTo>
                <a:cubicBezTo>
                  <a:pt x="88" y="164"/>
                  <a:pt x="88" y="164"/>
                  <a:pt x="88" y="164"/>
                </a:cubicBezTo>
                <a:cubicBezTo>
                  <a:pt x="88" y="166"/>
                  <a:pt x="86" y="168"/>
                  <a:pt x="84" y="168"/>
                </a:cubicBezTo>
                <a:cubicBezTo>
                  <a:pt x="38" y="168"/>
                  <a:pt x="0" y="130"/>
                  <a:pt x="0" y="84"/>
                </a:cubicBezTo>
                <a:cubicBezTo>
                  <a:pt x="0" y="38"/>
                  <a:pt x="38" y="0"/>
                  <a:pt x="84" y="0"/>
                </a:cubicBezTo>
                <a:cubicBezTo>
                  <a:pt x="110" y="0"/>
                  <a:pt x="135" y="13"/>
                  <a:pt x="151" y="34"/>
                </a:cubicBezTo>
                <a:cubicBezTo>
                  <a:pt x="154" y="33"/>
                  <a:pt x="157" y="33"/>
                  <a:pt x="160" y="33"/>
                </a:cubicBezTo>
                <a:cubicBezTo>
                  <a:pt x="191" y="33"/>
                  <a:pt x="216" y="58"/>
                  <a:pt x="216" y="89"/>
                </a:cubicBezTo>
                <a:cubicBezTo>
                  <a:pt x="216" y="91"/>
                  <a:pt x="216" y="94"/>
                  <a:pt x="215" y="96"/>
                </a:cubicBezTo>
                <a:cubicBezTo>
                  <a:pt x="217" y="96"/>
                  <a:pt x="218" y="96"/>
                  <a:pt x="220" y="96"/>
                </a:cubicBezTo>
                <a:cubicBezTo>
                  <a:pt x="240" y="96"/>
                  <a:pt x="256" y="112"/>
                  <a:pt x="256" y="132"/>
                </a:cubicBezTo>
                <a:cubicBezTo>
                  <a:pt x="256" y="152"/>
                  <a:pt x="240" y="168"/>
                  <a:pt x="220" y="168"/>
                </a:cubicBezTo>
                <a:cubicBezTo>
                  <a:pt x="168" y="168"/>
                  <a:pt x="168" y="168"/>
                  <a:pt x="168" y="168"/>
                </a:cubicBezTo>
                <a:cubicBezTo>
                  <a:pt x="168" y="184"/>
                  <a:pt x="168" y="184"/>
                  <a:pt x="168" y="184"/>
                </a:cubicBezTo>
                <a:cubicBezTo>
                  <a:pt x="184" y="184"/>
                  <a:pt x="184" y="184"/>
                  <a:pt x="184" y="184"/>
                </a:cubicBezTo>
                <a:cubicBezTo>
                  <a:pt x="185" y="184"/>
                  <a:pt x="187" y="185"/>
                  <a:pt x="187" y="186"/>
                </a:cubicBezTo>
                <a:cubicBezTo>
                  <a:pt x="188" y="187"/>
                  <a:pt x="188" y="189"/>
                  <a:pt x="187" y="190"/>
                </a:cubicBezTo>
                <a:cubicBezTo>
                  <a:pt x="147" y="254"/>
                  <a:pt x="147" y="254"/>
                  <a:pt x="147" y="254"/>
                </a:cubicBezTo>
                <a:cubicBezTo>
                  <a:pt x="147" y="255"/>
                  <a:pt x="145" y="256"/>
                  <a:pt x="144" y="256"/>
                </a:cubicBezTo>
                <a:close/>
                <a:moveTo>
                  <a:pt x="111" y="192"/>
                </a:moveTo>
                <a:cubicBezTo>
                  <a:pt x="144" y="244"/>
                  <a:pt x="144" y="244"/>
                  <a:pt x="144" y="244"/>
                </a:cubicBezTo>
                <a:cubicBezTo>
                  <a:pt x="177" y="192"/>
                  <a:pt x="177" y="192"/>
                  <a:pt x="177" y="192"/>
                </a:cubicBezTo>
                <a:cubicBezTo>
                  <a:pt x="164" y="192"/>
                  <a:pt x="164" y="192"/>
                  <a:pt x="164" y="192"/>
                </a:cubicBezTo>
                <a:cubicBezTo>
                  <a:pt x="162" y="192"/>
                  <a:pt x="160" y="190"/>
                  <a:pt x="160" y="188"/>
                </a:cubicBezTo>
                <a:cubicBezTo>
                  <a:pt x="160" y="164"/>
                  <a:pt x="160" y="164"/>
                  <a:pt x="160" y="164"/>
                </a:cubicBezTo>
                <a:cubicBezTo>
                  <a:pt x="160" y="162"/>
                  <a:pt x="162" y="160"/>
                  <a:pt x="164" y="160"/>
                </a:cubicBezTo>
                <a:cubicBezTo>
                  <a:pt x="220" y="160"/>
                  <a:pt x="220" y="160"/>
                  <a:pt x="220" y="160"/>
                </a:cubicBezTo>
                <a:cubicBezTo>
                  <a:pt x="235" y="160"/>
                  <a:pt x="248" y="147"/>
                  <a:pt x="248" y="132"/>
                </a:cubicBezTo>
                <a:cubicBezTo>
                  <a:pt x="248" y="117"/>
                  <a:pt x="235" y="104"/>
                  <a:pt x="220" y="104"/>
                </a:cubicBezTo>
                <a:cubicBezTo>
                  <a:pt x="217" y="104"/>
                  <a:pt x="214" y="104"/>
                  <a:pt x="212" y="105"/>
                </a:cubicBezTo>
                <a:cubicBezTo>
                  <a:pt x="210" y="106"/>
                  <a:pt x="209" y="105"/>
                  <a:pt x="208" y="104"/>
                </a:cubicBezTo>
                <a:cubicBezTo>
                  <a:pt x="207" y="103"/>
                  <a:pt x="206" y="102"/>
                  <a:pt x="207" y="100"/>
                </a:cubicBezTo>
                <a:cubicBezTo>
                  <a:pt x="208" y="97"/>
                  <a:pt x="208" y="93"/>
                  <a:pt x="208" y="89"/>
                </a:cubicBezTo>
                <a:cubicBezTo>
                  <a:pt x="208" y="63"/>
                  <a:pt x="186" y="41"/>
                  <a:pt x="160" y="41"/>
                </a:cubicBezTo>
                <a:cubicBezTo>
                  <a:pt x="157" y="41"/>
                  <a:pt x="154" y="41"/>
                  <a:pt x="151" y="42"/>
                </a:cubicBezTo>
                <a:cubicBezTo>
                  <a:pt x="150" y="42"/>
                  <a:pt x="150" y="42"/>
                  <a:pt x="150" y="42"/>
                </a:cubicBezTo>
                <a:cubicBezTo>
                  <a:pt x="140" y="44"/>
                  <a:pt x="132" y="49"/>
                  <a:pt x="125" y="57"/>
                </a:cubicBezTo>
                <a:cubicBezTo>
                  <a:pt x="123" y="58"/>
                  <a:pt x="121" y="58"/>
                  <a:pt x="119" y="57"/>
                </a:cubicBezTo>
                <a:cubicBezTo>
                  <a:pt x="117" y="55"/>
                  <a:pt x="117" y="53"/>
                  <a:pt x="119" y="51"/>
                </a:cubicBezTo>
                <a:cubicBezTo>
                  <a:pt x="125" y="44"/>
                  <a:pt x="134" y="39"/>
                  <a:pt x="143" y="36"/>
                </a:cubicBezTo>
                <a:cubicBezTo>
                  <a:pt x="128" y="18"/>
                  <a:pt x="107" y="8"/>
                  <a:pt x="84" y="8"/>
                </a:cubicBezTo>
                <a:cubicBezTo>
                  <a:pt x="42" y="8"/>
                  <a:pt x="8" y="42"/>
                  <a:pt x="8" y="84"/>
                </a:cubicBezTo>
                <a:cubicBezTo>
                  <a:pt x="8" y="125"/>
                  <a:pt x="40" y="158"/>
                  <a:pt x="80" y="160"/>
                </a:cubicBezTo>
                <a:cubicBezTo>
                  <a:pt x="80" y="136"/>
                  <a:pt x="80" y="136"/>
                  <a:pt x="80" y="136"/>
                </a:cubicBezTo>
                <a:cubicBezTo>
                  <a:pt x="64" y="136"/>
                  <a:pt x="64" y="136"/>
                  <a:pt x="64" y="136"/>
                </a:cubicBezTo>
                <a:cubicBezTo>
                  <a:pt x="63" y="136"/>
                  <a:pt x="61" y="135"/>
                  <a:pt x="60" y="134"/>
                </a:cubicBezTo>
                <a:cubicBezTo>
                  <a:pt x="60" y="133"/>
                  <a:pt x="60" y="131"/>
                  <a:pt x="61" y="130"/>
                </a:cubicBezTo>
                <a:cubicBezTo>
                  <a:pt x="101" y="70"/>
                  <a:pt x="101" y="70"/>
                  <a:pt x="101" y="70"/>
                </a:cubicBezTo>
                <a:cubicBezTo>
                  <a:pt x="102" y="68"/>
                  <a:pt x="106" y="68"/>
                  <a:pt x="107" y="70"/>
                </a:cubicBezTo>
                <a:cubicBezTo>
                  <a:pt x="147" y="130"/>
                  <a:pt x="147" y="130"/>
                  <a:pt x="147" y="130"/>
                </a:cubicBezTo>
                <a:cubicBezTo>
                  <a:pt x="148" y="131"/>
                  <a:pt x="148" y="133"/>
                  <a:pt x="148" y="134"/>
                </a:cubicBezTo>
                <a:cubicBezTo>
                  <a:pt x="147" y="135"/>
                  <a:pt x="145" y="136"/>
                  <a:pt x="144" y="136"/>
                </a:cubicBezTo>
                <a:cubicBezTo>
                  <a:pt x="128" y="136"/>
                  <a:pt x="128" y="136"/>
                  <a:pt x="128" y="136"/>
                </a:cubicBezTo>
                <a:cubicBezTo>
                  <a:pt x="128" y="188"/>
                  <a:pt x="128" y="188"/>
                  <a:pt x="128" y="188"/>
                </a:cubicBezTo>
                <a:cubicBezTo>
                  <a:pt x="128" y="190"/>
                  <a:pt x="126" y="192"/>
                  <a:pt x="124" y="192"/>
                </a:cubicBezTo>
                <a:lnTo>
                  <a:pt x="111" y="19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1" name="Freeform 28">
            <a:extLst>
              <a:ext uri="{FF2B5EF4-FFF2-40B4-BE49-F238E27FC236}">
                <a16:creationId xmlns:a16="http://schemas.microsoft.com/office/drawing/2014/main" id="{28726653-0271-46A0-9687-4FEECE9BDA9F}"/>
              </a:ext>
            </a:extLst>
          </p:cNvPr>
          <p:cNvSpPr>
            <a:spLocks noChangeAspect="1" noEditPoints="1"/>
          </p:cNvSpPr>
          <p:nvPr/>
        </p:nvSpPr>
        <p:spPr bwMode="auto">
          <a:xfrm>
            <a:off x="4456372" y="1462854"/>
            <a:ext cx="374650" cy="400050"/>
          </a:xfrm>
          <a:custGeom>
            <a:avLst/>
            <a:gdLst>
              <a:gd name="T0" fmla="*/ 54 w 240"/>
              <a:gd name="T1" fmla="*/ 112 h 256"/>
              <a:gd name="T2" fmla="*/ 58 w 240"/>
              <a:gd name="T3" fmla="*/ 112 h 256"/>
              <a:gd name="T4" fmla="*/ 75 w 240"/>
              <a:gd name="T5" fmla="*/ 95 h 256"/>
              <a:gd name="T6" fmla="*/ 69 w 240"/>
              <a:gd name="T7" fmla="*/ 89 h 256"/>
              <a:gd name="T8" fmla="*/ 120 w 240"/>
              <a:gd name="T9" fmla="*/ 48 h 256"/>
              <a:gd name="T10" fmla="*/ 120 w 240"/>
              <a:gd name="T11" fmla="*/ 168 h 256"/>
              <a:gd name="T12" fmla="*/ 59 w 240"/>
              <a:gd name="T13" fmla="*/ 128 h 256"/>
              <a:gd name="T14" fmla="*/ 120 w 240"/>
              <a:gd name="T15" fmla="*/ 176 h 256"/>
              <a:gd name="T16" fmla="*/ 120 w 240"/>
              <a:gd name="T17" fmla="*/ 40 h 256"/>
              <a:gd name="T18" fmla="*/ 43 w 240"/>
              <a:gd name="T19" fmla="*/ 89 h 256"/>
              <a:gd name="T20" fmla="*/ 37 w 240"/>
              <a:gd name="T21" fmla="*/ 95 h 256"/>
              <a:gd name="T22" fmla="*/ 120 w 240"/>
              <a:gd name="T23" fmla="*/ 68 h 256"/>
              <a:gd name="T24" fmla="*/ 116 w 240"/>
              <a:gd name="T25" fmla="*/ 108 h 256"/>
              <a:gd name="T26" fmla="*/ 133 w 240"/>
              <a:gd name="T27" fmla="*/ 127 h 256"/>
              <a:gd name="T28" fmla="*/ 139 w 240"/>
              <a:gd name="T29" fmla="*/ 127 h 256"/>
              <a:gd name="T30" fmla="*/ 124 w 240"/>
              <a:gd name="T31" fmla="*/ 106 h 256"/>
              <a:gd name="T32" fmla="*/ 120 w 240"/>
              <a:gd name="T33" fmla="*/ 68 h 256"/>
              <a:gd name="T34" fmla="*/ 216 w 240"/>
              <a:gd name="T35" fmla="*/ 236 h 256"/>
              <a:gd name="T36" fmla="*/ 196 w 240"/>
              <a:gd name="T37" fmla="*/ 228 h 256"/>
              <a:gd name="T38" fmla="*/ 240 w 240"/>
              <a:gd name="T39" fmla="*/ 224 h 256"/>
              <a:gd name="T40" fmla="*/ 240 w 240"/>
              <a:gd name="T41" fmla="*/ 220 h 256"/>
              <a:gd name="T42" fmla="*/ 209 w 240"/>
              <a:gd name="T43" fmla="*/ 0 h 256"/>
              <a:gd name="T44" fmla="*/ 15 w 240"/>
              <a:gd name="T45" fmla="*/ 15 h 256"/>
              <a:gd name="T46" fmla="*/ 0 w 240"/>
              <a:gd name="T47" fmla="*/ 220 h 256"/>
              <a:gd name="T48" fmla="*/ 16 w 240"/>
              <a:gd name="T49" fmla="*/ 256 h 256"/>
              <a:gd name="T50" fmla="*/ 240 w 240"/>
              <a:gd name="T51" fmla="*/ 240 h 256"/>
              <a:gd name="T52" fmla="*/ 240 w 240"/>
              <a:gd name="T53" fmla="*/ 228 h 256"/>
              <a:gd name="T54" fmla="*/ 23 w 240"/>
              <a:gd name="T55" fmla="*/ 15 h 256"/>
              <a:gd name="T56" fmla="*/ 209 w 240"/>
              <a:gd name="T57" fmla="*/ 8 h 256"/>
              <a:gd name="T58" fmla="*/ 231 w 240"/>
              <a:gd name="T59" fmla="*/ 210 h 256"/>
              <a:gd name="T60" fmla="*/ 16 w 240"/>
              <a:gd name="T61" fmla="*/ 208 h 256"/>
              <a:gd name="T62" fmla="*/ 23 w 240"/>
              <a:gd name="T63" fmla="*/ 15 h 256"/>
              <a:gd name="T64" fmla="*/ 224 w 240"/>
              <a:gd name="T65" fmla="*/ 248 h 256"/>
              <a:gd name="T66" fmla="*/ 8 w 240"/>
              <a:gd name="T67" fmla="*/ 240 h 256"/>
              <a:gd name="T68" fmla="*/ 16 w 240"/>
              <a:gd name="T69" fmla="*/ 216 h 256"/>
              <a:gd name="T70" fmla="*/ 232 w 240"/>
              <a:gd name="T7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0" h="256">
                <a:moveTo>
                  <a:pt x="53" y="111"/>
                </a:moveTo>
                <a:cubicBezTo>
                  <a:pt x="54" y="111"/>
                  <a:pt x="54" y="111"/>
                  <a:pt x="54" y="112"/>
                </a:cubicBezTo>
                <a:cubicBezTo>
                  <a:pt x="55" y="112"/>
                  <a:pt x="55" y="112"/>
                  <a:pt x="56" y="112"/>
                </a:cubicBezTo>
                <a:cubicBezTo>
                  <a:pt x="57" y="112"/>
                  <a:pt x="57" y="112"/>
                  <a:pt x="58" y="112"/>
                </a:cubicBezTo>
                <a:cubicBezTo>
                  <a:pt x="58" y="111"/>
                  <a:pt x="58" y="111"/>
                  <a:pt x="59" y="111"/>
                </a:cubicBezTo>
                <a:cubicBezTo>
                  <a:pt x="75" y="95"/>
                  <a:pt x="75" y="95"/>
                  <a:pt x="75" y="95"/>
                </a:cubicBezTo>
                <a:cubicBezTo>
                  <a:pt x="76" y="93"/>
                  <a:pt x="76" y="91"/>
                  <a:pt x="75" y="89"/>
                </a:cubicBezTo>
                <a:cubicBezTo>
                  <a:pt x="73" y="88"/>
                  <a:pt x="71" y="88"/>
                  <a:pt x="69" y="89"/>
                </a:cubicBezTo>
                <a:cubicBezTo>
                  <a:pt x="61" y="97"/>
                  <a:pt x="61" y="97"/>
                  <a:pt x="61" y="97"/>
                </a:cubicBezTo>
                <a:cubicBezTo>
                  <a:pt x="66" y="69"/>
                  <a:pt x="91" y="48"/>
                  <a:pt x="120" y="48"/>
                </a:cubicBezTo>
                <a:cubicBezTo>
                  <a:pt x="153" y="48"/>
                  <a:pt x="180" y="75"/>
                  <a:pt x="180" y="108"/>
                </a:cubicBezTo>
                <a:cubicBezTo>
                  <a:pt x="180" y="141"/>
                  <a:pt x="153" y="168"/>
                  <a:pt x="120" y="168"/>
                </a:cubicBezTo>
                <a:cubicBezTo>
                  <a:pt x="95" y="168"/>
                  <a:pt x="74" y="153"/>
                  <a:pt x="64" y="131"/>
                </a:cubicBezTo>
                <a:cubicBezTo>
                  <a:pt x="64" y="128"/>
                  <a:pt x="61" y="127"/>
                  <a:pt x="59" y="128"/>
                </a:cubicBezTo>
                <a:cubicBezTo>
                  <a:pt x="57" y="129"/>
                  <a:pt x="56" y="131"/>
                  <a:pt x="57" y="134"/>
                </a:cubicBezTo>
                <a:cubicBezTo>
                  <a:pt x="67" y="159"/>
                  <a:pt x="92" y="176"/>
                  <a:pt x="120" y="176"/>
                </a:cubicBezTo>
                <a:cubicBezTo>
                  <a:pt x="157" y="176"/>
                  <a:pt x="188" y="145"/>
                  <a:pt x="188" y="108"/>
                </a:cubicBezTo>
                <a:cubicBezTo>
                  <a:pt x="188" y="71"/>
                  <a:pt x="157" y="40"/>
                  <a:pt x="120" y="40"/>
                </a:cubicBezTo>
                <a:cubicBezTo>
                  <a:pt x="86" y="40"/>
                  <a:pt x="57" y="66"/>
                  <a:pt x="53" y="99"/>
                </a:cubicBezTo>
                <a:cubicBezTo>
                  <a:pt x="43" y="89"/>
                  <a:pt x="43" y="89"/>
                  <a:pt x="43" y="89"/>
                </a:cubicBezTo>
                <a:cubicBezTo>
                  <a:pt x="41" y="88"/>
                  <a:pt x="39" y="88"/>
                  <a:pt x="37" y="89"/>
                </a:cubicBezTo>
                <a:cubicBezTo>
                  <a:pt x="36" y="91"/>
                  <a:pt x="36" y="93"/>
                  <a:pt x="37" y="95"/>
                </a:cubicBezTo>
                <a:lnTo>
                  <a:pt x="53" y="111"/>
                </a:lnTo>
                <a:close/>
                <a:moveTo>
                  <a:pt x="120" y="68"/>
                </a:moveTo>
                <a:cubicBezTo>
                  <a:pt x="118" y="68"/>
                  <a:pt x="116" y="70"/>
                  <a:pt x="116" y="72"/>
                </a:cubicBezTo>
                <a:cubicBezTo>
                  <a:pt x="116" y="108"/>
                  <a:pt x="116" y="108"/>
                  <a:pt x="116" y="108"/>
                </a:cubicBezTo>
                <a:cubicBezTo>
                  <a:pt x="116" y="109"/>
                  <a:pt x="116" y="110"/>
                  <a:pt x="117" y="111"/>
                </a:cubicBezTo>
                <a:cubicBezTo>
                  <a:pt x="133" y="127"/>
                  <a:pt x="133" y="127"/>
                  <a:pt x="133" y="127"/>
                </a:cubicBezTo>
                <a:cubicBezTo>
                  <a:pt x="134" y="128"/>
                  <a:pt x="135" y="128"/>
                  <a:pt x="136" y="128"/>
                </a:cubicBezTo>
                <a:cubicBezTo>
                  <a:pt x="137" y="128"/>
                  <a:pt x="138" y="128"/>
                  <a:pt x="139" y="127"/>
                </a:cubicBezTo>
                <a:cubicBezTo>
                  <a:pt x="140" y="125"/>
                  <a:pt x="140" y="123"/>
                  <a:pt x="139" y="121"/>
                </a:cubicBezTo>
                <a:cubicBezTo>
                  <a:pt x="124" y="106"/>
                  <a:pt x="124" y="106"/>
                  <a:pt x="124" y="106"/>
                </a:cubicBezTo>
                <a:cubicBezTo>
                  <a:pt x="124" y="72"/>
                  <a:pt x="124" y="72"/>
                  <a:pt x="124" y="72"/>
                </a:cubicBezTo>
                <a:cubicBezTo>
                  <a:pt x="124" y="70"/>
                  <a:pt x="122" y="68"/>
                  <a:pt x="120" y="68"/>
                </a:cubicBezTo>
                <a:close/>
                <a:moveTo>
                  <a:pt x="196" y="236"/>
                </a:moveTo>
                <a:cubicBezTo>
                  <a:pt x="216" y="236"/>
                  <a:pt x="216" y="236"/>
                  <a:pt x="216" y="236"/>
                </a:cubicBezTo>
                <a:cubicBezTo>
                  <a:pt x="216" y="228"/>
                  <a:pt x="216" y="228"/>
                  <a:pt x="216" y="228"/>
                </a:cubicBezTo>
                <a:cubicBezTo>
                  <a:pt x="196" y="228"/>
                  <a:pt x="196" y="228"/>
                  <a:pt x="196" y="228"/>
                </a:cubicBezTo>
                <a:lnTo>
                  <a:pt x="196" y="236"/>
                </a:lnTo>
                <a:close/>
                <a:moveTo>
                  <a:pt x="240" y="224"/>
                </a:moveTo>
                <a:cubicBezTo>
                  <a:pt x="240" y="224"/>
                  <a:pt x="240" y="224"/>
                  <a:pt x="240" y="224"/>
                </a:cubicBezTo>
                <a:cubicBezTo>
                  <a:pt x="240" y="220"/>
                  <a:pt x="240" y="220"/>
                  <a:pt x="240" y="220"/>
                </a:cubicBezTo>
                <a:cubicBezTo>
                  <a:pt x="225" y="15"/>
                  <a:pt x="225" y="15"/>
                  <a:pt x="225" y="15"/>
                </a:cubicBezTo>
                <a:cubicBezTo>
                  <a:pt x="224" y="7"/>
                  <a:pt x="217" y="0"/>
                  <a:pt x="209" y="0"/>
                </a:cubicBezTo>
                <a:cubicBezTo>
                  <a:pt x="31" y="0"/>
                  <a:pt x="31" y="0"/>
                  <a:pt x="31" y="0"/>
                </a:cubicBezTo>
                <a:cubicBezTo>
                  <a:pt x="23" y="0"/>
                  <a:pt x="16" y="7"/>
                  <a:pt x="15" y="15"/>
                </a:cubicBezTo>
                <a:cubicBezTo>
                  <a:pt x="0" y="220"/>
                  <a:pt x="0" y="220"/>
                  <a:pt x="0" y="220"/>
                </a:cubicBezTo>
                <a:cubicBezTo>
                  <a:pt x="0" y="220"/>
                  <a:pt x="0" y="220"/>
                  <a:pt x="0" y="220"/>
                </a:cubicBezTo>
                <a:cubicBezTo>
                  <a:pt x="0" y="240"/>
                  <a:pt x="0" y="240"/>
                  <a:pt x="0" y="240"/>
                </a:cubicBezTo>
                <a:cubicBezTo>
                  <a:pt x="0" y="249"/>
                  <a:pt x="7" y="256"/>
                  <a:pt x="16" y="256"/>
                </a:cubicBezTo>
                <a:cubicBezTo>
                  <a:pt x="224" y="256"/>
                  <a:pt x="224" y="256"/>
                  <a:pt x="224" y="256"/>
                </a:cubicBezTo>
                <a:cubicBezTo>
                  <a:pt x="233" y="256"/>
                  <a:pt x="240" y="249"/>
                  <a:pt x="240" y="240"/>
                </a:cubicBezTo>
                <a:cubicBezTo>
                  <a:pt x="240" y="228"/>
                  <a:pt x="240" y="228"/>
                  <a:pt x="240" y="228"/>
                </a:cubicBezTo>
                <a:cubicBezTo>
                  <a:pt x="240" y="228"/>
                  <a:pt x="240" y="228"/>
                  <a:pt x="240" y="228"/>
                </a:cubicBezTo>
                <a:lnTo>
                  <a:pt x="240" y="224"/>
                </a:lnTo>
                <a:close/>
                <a:moveTo>
                  <a:pt x="23" y="15"/>
                </a:moveTo>
                <a:cubicBezTo>
                  <a:pt x="23" y="11"/>
                  <a:pt x="27" y="8"/>
                  <a:pt x="31" y="8"/>
                </a:cubicBezTo>
                <a:cubicBezTo>
                  <a:pt x="209" y="8"/>
                  <a:pt x="209" y="8"/>
                  <a:pt x="209" y="8"/>
                </a:cubicBezTo>
                <a:cubicBezTo>
                  <a:pt x="213" y="8"/>
                  <a:pt x="217" y="11"/>
                  <a:pt x="217" y="15"/>
                </a:cubicBezTo>
                <a:cubicBezTo>
                  <a:pt x="231" y="210"/>
                  <a:pt x="231" y="210"/>
                  <a:pt x="231" y="210"/>
                </a:cubicBezTo>
                <a:cubicBezTo>
                  <a:pt x="229" y="209"/>
                  <a:pt x="227" y="208"/>
                  <a:pt x="224" y="208"/>
                </a:cubicBezTo>
                <a:cubicBezTo>
                  <a:pt x="16" y="208"/>
                  <a:pt x="16" y="208"/>
                  <a:pt x="16" y="208"/>
                </a:cubicBezTo>
                <a:cubicBezTo>
                  <a:pt x="13" y="208"/>
                  <a:pt x="11" y="209"/>
                  <a:pt x="9" y="210"/>
                </a:cubicBezTo>
                <a:lnTo>
                  <a:pt x="23" y="15"/>
                </a:lnTo>
                <a:close/>
                <a:moveTo>
                  <a:pt x="232" y="240"/>
                </a:moveTo>
                <a:cubicBezTo>
                  <a:pt x="232" y="244"/>
                  <a:pt x="228" y="248"/>
                  <a:pt x="224" y="248"/>
                </a:cubicBezTo>
                <a:cubicBezTo>
                  <a:pt x="16" y="248"/>
                  <a:pt x="16" y="248"/>
                  <a:pt x="16" y="248"/>
                </a:cubicBezTo>
                <a:cubicBezTo>
                  <a:pt x="12" y="248"/>
                  <a:pt x="8" y="244"/>
                  <a:pt x="8" y="240"/>
                </a:cubicBezTo>
                <a:cubicBezTo>
                  <a:pt x="8" y="224"/>
                  <a:pt x="8" y="224"/>
                  <a:pt x="8" y="224"/>
                </a:cubicBezTo>
                <a:cubicBezTo>
                  <a:pt x="8" y="220"/>
                  <a:pt x="12" y="216"/>
                  <a:pt x="16" y="216"/>
                </a:cubicBezTo>
                <a:cubicBezTo>
                  <a:pt x="224" y="216"/>
                  <a:pt x="224" y="216"/>
                  <a:pt x="224" y="216"/>
                </a:cubicBezTo>
                <a:cubicBezTo>
                  <a:pt x="228" y="216"/>
                  <a:pt x="232" y="220"/>
                  <a:pt x="232" y="224"/>
                </a:cubicBezTo>
                <a:lnTo>
                  <a:pt x="232" y="24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28" name="Freeform 32">
            <a:extLst>
              <a:ext uri="{FF2B5EF4-FFF2-40B4-BE49-F238E27FC236}">
                <a16:creationId xmlns:a16="http://schemas.microsoft.com/office/drawing/2014/main" id="{F98BD8C9-5E26-4283-8F49-807FAD153F39}"/>
              </a:ext>
            </a:extLst>
          </p:cNvPr>
          <p:cNvSpPr>
            <a:spLocks noChangeAspect="1" noEditPoints="1"/>
          </p:cNvSpPr>
          <p:nvPr/>
        </p:nvSpPr>
        <p:spPr bwMode="auto">
          <a:xfrm>
            <a:off x="5411318" y="1453976"/>
            <a:ext cx="400050" cy="400050"/>
          </a:xfrm>
          <a:custGeom>
            <a:avLst/>
            <a:gdLst>
              <a:gd name="T0" fmla="*/ 160 w 256"/>
              <a:gd name="T1" fmla="*/ 108 h 256"/>
              <a:gd name="T2" fmla="*/ 96 w 256"/>
              <a:gd name="T3" fmla="*/ 100 h 256"/>
              <a:gd name="T4" fmla="*/ 160 w 256"/>
              <a:gd name="T5" fmla="*/ 84 h 256"/>
              <a:gd name="T6" fmla="*/ 96 w 256"/>
              <a:gd name="T7" fmla="*/ 92 h 256"/>
              <a:gd name="T8" fmla="*/ 160 w 256"/>
              <a:gd name="T9" fmla="*/ 84 h 256"/>
              <a:gd name="T10" fmla="*/ 72 w 256"/>
              <a:gd name="T11" fmla="*/ 248 h 256"/>
              <a:gd name="T12" fmla="*/ 64 w 256"/>
              <a:gd name="T13" fmla="*/ 232 h 256"/>
              <a:gd name="T14" fmla="*/ 68 w 256"/>
              <a:gd name="T15" fmla="*/ 256 h 256"/>
              <a:gd name="T16" fmla="*/ 192 w 256"/>
              <a:gd name="T17" fmla="*/ 252 h 256"/>
              <a:gd name="T18" fmla="*/ 184 w 256"/>
              <a:gd name="T19" fmla="*/ 232 h 256"/>
              <a:gd name="T20" fmla="*/ 96 w 256"/>
              <a:gd name="T21" fmla="*/ 172 h 256"/>
              <a:gd name="T22" fmla="*/ 80 w 256"/>
              <a:gd name="T23" fmla="*/ 174 h 256"/>
              <a:gd name="T24" fmla="*/ 125 w 256"/>
              <a:gd name="T25" fmla="*/ 231 h 256"/>
              <a:gd name="T26" fmla="*/ 131 w 256"/>
              <a:gd name="T27" fmla="*/ 231 h 256"/>
              <a:gd name="T28" fmla="*/ 176 w 256"/>
              <a:gd name="T29" fmla="*/ 174 h 256"/>
              <a:gd name="T30" fmla="*/ 160 w 256"/>
              <a:gd name="T31" fmla="*/ 172 h 256"/>
              <a:gd name="T32" fmla="*/ 156 w 256"/>
              <a:gd name="T33" fmla="*/ 116 h 256"/>
              <a:gd name="T34" fmla="*/ 96 w 256"/>
              <a:gd name="T35" fmla="*/ 120 h 256"/>
              <a:gd name="T36" fmla="*/ 100 w 256"/>
              <a:gd name="T37" fmla="*/ 180 h 256"/>
              <a:gd name="T38" fmla="*/ 104 w 256"/>
              <a:gd name="T39" fmla="*/ 124 h 256"/>
              <a:gd name="T40" fmla="*/ 152 w 256"/>
              <a:gd name="T41" fmla="*/ 176 h 256"/>
              <a:gd name="T42" fmla="*/ 163 w 256"/>
              <a:gd name="T43" fmla="*/ 180 h 256"/>
              <a:gd name="T44" fmla="*/ 93 w 256"/>
              <a:gd name="T45" fmla="*/ 180 h 256"/>
              <a:gd name="T46" fmla="*/ 256 w 256"/>
              <a:gd name="T47" fmla="*/ 62 h 256"/>
              <a:gd name="T48" fmla="*/ 195 w 256"/>
              <a:gd name="T49" fmla="*/ 1 h 256"/>
              <a:gd name="T50" fmla="*/ 12 w 256"/>
              <a:gd name="T51" fmla="*/ 0 h 256"/>
              <a:gd name="T52" fmla="*/ 0 w 256"/>
              <a:gd name="T53" fmla="*/ 232 h 256"/>
              <a:gd name="T54" fmla="*/ 8 w 256"/>
              <a:gd name="T55" fmla="*/ 12 h 256"/>
              <a:gd name="T56" fmla="*/ 190 w 256"/>
              <a:gd name="T57" fmla="*/ 8 h 256"/>
              <a:gd name="T58" fmla="*/ 196 w 256"/>
              <a:gd name="T59" fmla="*/ 60 h 256"/>
              <a:gd name="T60" fmla="*/ 192 w 256"/>
              <a:gd name="T61" fmla="*/ 40 h 256"/>
              <a:gd name="T62" fmla="*/ 188 w 256"/>
              <a:gd name="T63" fmla="*/ 60 h 256"/>
              <a:gd name="T64" fmla="*/ 248 w 256"/>
              <a:gd name="T65" fmla="*/ 68 h 256"/>
              <a:gd name="T66" fmla="*/ 256 w 256"/>
              <a:gd name="T67" fmla="*/ 232 h 256"/>
              <a:gd name="T68" fmla="*/ 256 w 256"/>
              <a:gd name="T69" fmla="*/ 6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6" h="256">
                <a:moveTo>
                  <a:pt x="96" y="108"/>
                </a:moveTo>
                <a:cubicBezTo>
                  <a:pt x="160" y="108"/>
                  <a:pt x="160" y="108"/>
                  <a:pt x="160" y="108"/>
                </a:cubicBezTo>
                <a:cubicBezTo>
                  <a:pt x="160" y="100"/>
                  <a:pt x="160" y="100"/>
                  <a:pt x="160" y="100"/>
                </a:cubicBezTo>
                <a:cubicBezTo>
                  <a:pt x="96" y="100"/>
                  <a:pt x="96" y="100"/>
                  <a:pt x="96" y="100"/>
                </a:cubicBezTo>
                <a:lnTo>
                  <a:pt x="96" y="108"/>
                </a:lnTo>
                <a:close/>
                <a:moveTo>
                  <a:pt x="160" y="84"/>
                </a:moveTo>
                <a:cubicBezTo>
                  <a:pt x="96" y="84"/>
                  <a:pt x="96" y="84"/>
                  <a:pt x="96" y="84"/>
                </a:cubicBezTo>
                <a:cubicBezTo>
                  <a:pt x="96" y="92"/>
                  <a:pt x="96" y="92"/>
                  <a:pt x="96" y="92"/>
                </a:cubicBezTo>
                <a:cubicBezTo>
                  <a:pt x="160" y="92"/>
                  <a:pt x="160" y="92"/>
                  <a:pt x="160" y="92"/>
                </a:cubicBezTo>
                <a:lnTo>
                  <a:pt x="160" y="84"/>
                </a:lnTo>
                <a:close/>
                <a:moveTo>
                  <a:pt x="184" y="248"/>
                </a:moveTo>
                <a:cubicBezTo>
                  <a:pt x="72" y="248"/>
                  <a:pt x="72" y="248"/>
                  <a:pt x="72" y="248"/>
                </a:cubicBezTo>
                <a:cubicBezTo>
                  <a:pt x="72" y="232"/>
                  <a:pt x="72" y="232"/>
                  <a:pt x="72" y="232"/>
                </a:cubicBezTo>
                <a:cubicBezTo>
                  <a:pt x="64" y="232"/>
                  <a:pt x="64" y="232"/>
                  <a:pt x="64" y="232"/>
                </a:cubicBezTo>
                <a:cubicBezTo>
                  <a:pt x="64" y="252"/>
                  <a:pt x="64" y="252"/>
                  <a:pt x="64" y="252"/>
                </a:cubicBezTo>
                <a:cubicBezTo>
                  <a:pt x="64" y="254"/>
                  <a:pt x="66" y="256"/>
                  <a:pt x="68" y="256"/>
                </a:cubicBezTo>
                <a:cubicBezTo>
                  <a:pt x="188" y="256"/>
                  <a:pt x="188" y="256"/>
                  <a:pt x="188" y="256"/>
                </a:cubicBezTo>
                <a:cubicBezTo>
                  <a:pt x="190" y="256"/>
                  <a:pt x="192" y="254"/>
                  <a:pt x="192" y="252"/>
                </a:cubicBezTo>
                <a:cubicBezTo>
                  <a:pt x="192" y="232"/>
                  <a:pt x="192" y="232"/>
                  <a:pt x="192" y="232"/>
                </a:cubicBezTo>
                <a:cubicBezTo>
                  <a:pt x="184" y="232"/>
                  <a:pt x="184" y="232"/>
                  <a:pt x="184" y="232"/>
                </a:cubicBezTo>
                <a:lnTo>
                  <a:pt x="184" y="248"/>
                </a:lnTo>
                <a:close/>
                <a:moveTo>
                  <a:pt x="96" y="172"/>
                </a:moveTo>
                <a:cubicBezTo>
                  <a:pt x="84" y="172"/>
                  <a:pt x="84" y="172"/>
                  <a:pt x="84" y="172"/>
                </a:cubicBezTo>
                <a:cubicBezTo>
                  <a:pt x="82" y="172"/>
                  <a:pt x="81" y="173"/>
                  <a:pt x="80" y="174"/>
                </a:cubicBezTo>
                <a:cubicBezTo>
                  <a:pt x="80" y="176"/>
                  <a:pt x="80" y="177"/>
                  <a:pt x="81" y="179"/>
                </a:cubicBezTo>
                <a:cubicBezTo>
                  <a:pt x="125" y="231"/>
                  <a:pt x="125" y="231"/>
                  <a:pt x="125" y="231"/>
                </a:cubicBezTo>
                <a:cubicBezTo>
                  <a:pt x="126" y="231"/>
                  <a:pt x="127" y="232"/>
                  <a:pt x="128" y="232"/>
                </a:cubicBezTo>
                <a:cubicBezTo>
                  <a:pt x="129" y="232"/>
                  <a:pt x="130" y="231"/>
                  <a:pt x="131" y="231"/>
                </a:cubicBezTo>
                <a:cubicBezTo>
                  <a:pt x="175" y="179"/>
                  <a:pt x="175" y="179"/>
                  <a:pt x="175" y="179"/>
                </a:cubicBezTo>
                <a:cubicBezTo>
                  <a:pt x="176" y="177"/>
                  <a:pt x="176" y="176"/>
                  <a:pt x="176" y="174"/>
                </a:cubicBezTo>
                <a:cubicBezTo>
                  <a:pt x="175" y="173"/>
                  <a:pt x="174" y="172"/>
                  <a:pt x="172" y="172"/>
                </a:cubicBezTo>
                <a:cubicBezTo>
                  <a:pt x="160" y="172"/>
                  <a:pt x="160" y="172"/>
                  <a:pt x="160" y="172"/>
                </a:cubicBezTo>
                <a:cubicBezTo>
                  <a:pt x="160" y="120"/>
                  <a:pt x="160" y="120"/>
                  <a:pt x="160" y="120"/>
                </a:cubicBezTo>
                <a:cubicBezTo>
                  <a:pt x="160" y="118"/>
                  <a:pt x="158" y="116"/>
                  <a:pt x="156" y="116"/>
                </a:cubicBezTo>
                <a:cubicBezTo>
                  <a:pt x="100" y="116"/>
                  <a:pt x="100" y="116"/>
                  <a:pt x="100" y="116"/>
                </a:cubicBezTo>
                <a:cubicBezTo>
                  <a:pt x="98" y="116"/>
                  <a:pt x="96" y="118"/>
                  <a:pt x="96" y="120"/>
                </a:cubicBezTo>
                <a:lnTo>
                  <a:pt x="96" y="172"/>
                </a:lnTo>
                <a:close/>
                <a:moveTo>
                  <a:pt x="100" y="180"/>
                </a:moveTo>
                <a:cubicBezTo>
                  <a:pt x="102" y="180"/>
                  <a:pt x="104" y="178"/>
                  <a:pt x="104" y="176"/>
                </a:cubicBezTo>
                <a:cubicBezTo>
                  <a:pt x="104" y="124"/>
                  <a:pt x="104" y="124"/>
                  <a:pt x="104" y="124"/>
                </a:cubicBezTo>
                <a:cubicBezTo>
                  <a:pt x="152" y="124"/>
                  <a:pt x="152" y="124"/>
                  <a:pt x="152" y="124"/>
                </a:cubicBezTo>
                <a:cubicBezTo>
                  <a:pt x="152" y="176"/>
                  <a:pt x="152" y="176"/>
                  <a:pt x="152" y="176"/>
                </a:cubicBezTo>
                <a:cubicBezTo>
                  <a:pt x="152" y="178"/>
                  <a:pt x="154" y="180"/>
                  <a:pt x="156" y="180"/>
                </a:cubicBezTo>
                <a:cubicBezTo>
                  <a:pt x="163" y="180"/>
                  <a:pt x="163" y="180"/>
                  <a:pt x="163" y="180"/>
                </a:cubicBezTo>
                <a:cubicBezTo>
                  <a:pt x="128" y="222"/>
                  <a:pt x="128" y="222"/>
                  <a:pt x="128" y="222"/>
                </a:cubicBezTo>
                <a:cubicBezTo>
                  <a:pt x="93" y="180"/>
                  <a:pt x="93" y="180"/>
                  <a:pt x="93" y="180"/>
                </a:cubicBezTo>
                <a:lnTo>
                  <a:pt x="100" y="180"/>
                </a:lnTo>
                <a:close/>
                <a:moveTo>
                  <a:pt x="256" y="62"/>
                </a:moveTo>
                <a:cubicBezTo>
                  <a:pt x="255" y="62"/>
                  <a:pt x="255" y="62"/>
                  <a:pt x="255" y="61"/>
                </a:cubicBezTo>
                <a:cubicBezTo>
                  <a:pt x="195" y="1"/>
                  <a:pt x="195" y="1"/>
                  <a:pt x="195" y="1"/>
                </a:cubicBezTo>
                <a:cubicBezTo>
                  <a:pt x="194" y="0"/>
                  <a:pt x="193" y="0"/>
                  <a:pt x="192" y="0"/>
                </a:cubicBezTo>
                <a:cubicBezTo>
                  <a:pt x="12" y="0"/>
                  <a:pt x="12" y="0"/>
                  <a:pt x="12" y="0"/>
                </a:cubicBezTo>
                <a:cubicBezTo>
                  <a:pt x="5" y="0"/>
                  <a:pt x="0" y="5"/>
                  <a:pt x="0" y="12"/>
                </a:cubicBezTo>
                <a:cubicBezTo>
                  <a:pt x="0" y="232"/>
                  <a:pt x="0" y="232"/>
                  <a:pt x="0" y="232"/>
                </a:cubicBezTo>
                <a:cubicBezTo>
                  <a:pt x="8" y="232"/>
                  <a:pt x="8" y="232"/>
                  <a:pt x="8" y="232"/>
                </a:cubicBezTo>
                <a:cubicBezTo>
                  <a:pt x="8" y="12"/>
                  <a:pt x="8" y="12"/>
                  <a:pt x="8" y="12"/>
                </a:cubicBezTo>
                <a:cubicBezTo>
                  <a:pt x="8" y="10"/>
                  <a:pt x="10" y="8"/>
                  <a:pt x="12" y="8"/>
                </a:cubicBezTo>
                <a:cubicBezTo>
                  <a:pt x="190" y="8"/>
                  <a:pt x="190" y="8"/>
                  <a:pt x="190" y="8"/>
                </a:cubicBezTo>
                <a:cubicBezTo>
                  <a:pt x="242" y="60"/>
                  <a:pt x="242" y="60"/>
                  <a:pt x="242" y="60"/>
                </a:cubicBezTo>
                <a:cubicBezTo>
                  <a:pt x="196" y="60"/>
                  <a:pt x="196" y="60"/>
                  <a:pt x="196" y="60"/>
                </a:cubicBezTo>
                <a:cubicBezTo>
                  <a:pt x="196" y="44"/>
                  <a:pt x="196" y="44"/>
                  <a:pt x="196" y="44"/>
                </a:cubicBezTo>
                <a:cubicBezTo>
                  <a:pt x="196" y="42"/>
                  <a:pt x="194" y="40"/>
                  <a:pt x="192" y="40"/>
                </a:cubicBezTo>
                <a:cubicBezTo>
                  <a:pt x="190" y="40"/>
                  <a:pt x="188" y="42"/>
                  <a:pt x="188" y="44"/>
                </a:cubicBezTo>
                <a:cubicBezTo>
                  <a:pt x="188" y="60"/>
                  <a:pt x="188" y="60"/>
                  <a:pt x="188" y="60"/>
                </a:cubicBezTo>
                <a:cubicBezTo>
                  <a:pt x="188" y="64"/>
                  <a:pt x="192" y="68"/>
                  <a:pt x="196" y="68"/>
                </a:cubicBezTo>
                <a:cubicBezTo>
                  <a:pt x="248" y="68"/>
                  <a:pt x="248" y="68"/>
                  <a:pt x="248" y="68"/>
                </a:cubicBezTo>
                <a:cubicBezTo>
                  <a:pt x="248" y="232"/>
                  <a:pt x="248" y="232"/>
                  <a:pt x="248" y="232"/>
                </a:cubicBezTo>
                <a:cubicBezTo>
                  <a:pt x="256" y="232"/>
                  <a:pt x="256" y="232"/>
                  <a:pt x="256" y="232"/>
                </a:cubicBezTo>
                <a:cubicBezTo>
                  <a:pt x="256" y="64"/>
                  <a:pt x="256" y="64"/>
                  <a:pt x="256" y="64"/>
                </a:cubicBezTo>
                <a:cubicBezTo>
                  <a:pt x="256" y="63"/>
                  <a:pt x="256" y="63"/>
                  <a:pt x="256" y="6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34" name="Freeform 36">
            <a:extLst>
              <a:ext uri="{FF2B5EF4-FFF2-40B4-BE49-F238E27FC236}">
                <a16:creationId xmlns:a16="http://schemas.microsoft.com/office/drawing/2014/main" id="{770A7F50-1E3C-47C2-A999-558129FE9DE4}"/>
              </a:ext>
            </a:extLst>
          </p:cNvPr>
          <p:cNvSpPr>
            <a:spLocks noChangeAspect="1" noEditPoints="1"/>
          </p:cNvSpPr>
          <p:nvPr/>
        </p:nvSpPr>
        <p:spPr bwMode="auto">
          <a:xfrm>
            <a:off x="6378964" y="1453976"/>
            <a:ext cx="400050" cy="400050"/>
          </a:xfrm>
          <a:custGeom>
            <a:avLst/>
            <a:gdLst>
              <a:gd name="T0" fmla="*/ 255 w 256"/>
              <a:gd name="T1" fmla="*/ 61 h 256"/>
              <a:gd name="T2" fmla="*/ 192 w 256"/>
              <a:gd name="T3" fmla="*/ 0 h 256"/>
              <a:gd name="T4" fmla="*/ 0 w 256"/>
              <a:gd name="T5" fmla="*/ 12 h 256"/>
              <a:gd name="T6" fmla="*/ 8 w 256"/>
              <a:gd name="T7" fmla="*/ 232 h 256"/>
              <a:gd name="T8" fmla="*/ 12 w 256"/>
              <a:gd name="T9" fmla="*/ 8 h 256"/>
              <a:gd name="T10" fmla="*/ 242 w 256"/>
              <a:gd name="T11" fmla="*/ 60 h 256"/>
              <a:gd name="T12" fmla="*/ 196 w 256"/>
              <a:gd name="T13" fmla="*/ 44 h 256"/>
              <a:gd name="T14" fmla="*/ 188 w 256"/>
              <a:gd name="T15" fmla="*/ 44 h 256"/>
              <a:gd name="T16" fmla="*/ 196 w 256"/>
              <a:gd name="T17" fmla="*/ 68 h 256"/>
              <a:gd name="T18" fmla="*/ 248 w 256"/>
              <a:gd name="T19" fmla="*/ 232 h 256"/>
              <a:gd name="T20" fmla="*/ 256 w 256"/>
              <a:gd name="T21" fmla="*/ 64 h 256"/>
              <a:gd name="T22" fmla="*/ 128 w 256"/>
              <a:gd name="T23" fmla="*/ 100 h 256"/>
              <a:gd name="T24" fmla="*/ 104 w 256"/>
              <a:gd name="T25" fmla="*/ 132 h 256"/>
              <a:gd name="T26" fmla="*/ 112 w 256"/>
              <a:gd name="T27" fmla="*/ 124 h 256"/>
              <a:gd name="T28" fmla="*/ 144 w 256"/>
              <a:gd name="T29" fmla="*/ 124 h 256"/>
              <a:gd name="T30" fmla="*/ 152 w 256"/>
              <a:gd name="T31" fmla="*/ 132 h 256"/>
              <a:gd name="T32" fmla="*/ 128 w 256"/>
              <a:gd name="T33" fmla="*/ 100 h 256"/>
              <a:gd name="T34" fmla="*/ 176 w 256"/>
              <a:gd name="T35" fmla="*/ 144 h 256"/>
              <a:gd name="T36" fmla="*/ 128 w 256"/>
              <a:gd name="T37" fmla="*/ 76 h 256"/>
              <a:gd name="T38" fmla="*/ 80 w 256"/>
              <a:gd name="T39" fmla="*/ 144 h 256"/>
              <a:gd name="T40" fmla="*/ 64 w 256"/>
              <a:gd name="T41" fmla="*/ 156 h 256"/>
              <a:gd name="T42" fmla="*/ 76 w 256"/>
              <a:gd name="T43" fmla="*/ 256 h 256"/>
              <a:gd name="T44" fmla="*/ 192 w 256"/>
              <a:gd name="T45" fmla="*/ 244 h 256"/>
              <a:gd name="T46" fmla="*/ 180 w 256"/>
              <a:gd name="T47" fmla="*/ 144 h 256"/>
              <a:gd name="T48" fmla="*/ 128 w 256"/>
              <a:gd name="T49" fmla="*/ 84 h 256"/>
              <a:gd name="T50" fmla="*/ 168 w 256"/>
              <a:gd name="T51" fmla="*/ 144 h 256"/>
              <a:gd name="T52" fmla="*/ 88 w 256"/>
              <a:gd name="T53" fmla="*/ 124 h 256"/>
              <a:gd name="T54" fmla="*/ 151 w 256"/>
              <a:gd name="T55" fmla="*/ 224 h 256"/>
              <a:gd name="T56" fmla="*/ 184 w 256"/>
              <a:gd name="T57" fmla="*/ 208 h 256"/>
              <a:gd name="T58" fmla="*/ 142 w 256"/>
              <a:gd name="T59" fmla="*/ 224 h 256"/>
              <a:gd name="T60" fmla="*/ 122 w 256"/>
              <a:gd name="T61" fmla="*/ 208 h 256"/>
              <a:gd name="T62" fmla="*/ 142 w 256"/>
              <a:gd name="T63" fmla="*/ 224 h 256"/>
              <a:gd name="T64" fmla="*/ 88 w 256"/>
              <a:gd name="T65" fmla="*/ 200 h 256"/>
              <a:gd name="T66" fmla="*/ 113 w 256"/>
              <a:gd name="T67" fmla="*/ 208 h 256"/>
              <a:gd name="T68" fmla="*/ 88 w 256"/>
              <a:gd name="T69" fmla="*/ 224 h 256"/>
              <a:gd name="T70" fmla="*/ 184 w 256"/>
              <a:gd name="T71" fmla="*/ 232 h 256"/>
              <a:gd name="T72" fmla="*/ 180 w 256"/>
              <a:gd name="T73" fmla="*/ 248 h 256"/>
              <a:gd name="T74" fmla="*/ 72 w 256"/>
              <a:gd name="T75" fmla="*/ 244 h 256"/>
              <a:gd name="T76" fmla="*/ 76 w 256"/>
              <a:gd name="T77" fmla="*/ 152 h 256"/>
              <a:gd name="T78" fmla="*/ 184 w 256"/>
              <a:gd name="T79" fmla="*/ 1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6" h="256">
                <a:moveTo>
                  <a:pt x="256" y="62"/>
                </a:moveTo>
                <a:cubicBezTo>
                  <a:pt x="255" y="62"/>
                  <a:pt x="255" y="62"/>
                  <a:pt x="255" y="61"/>
                </a:cubicBezTo>
                <a:cubicBezTo>
                  <a:pt x="195" y="1"/>
                  <a:pt x="195" y="1"/>
                  <a:pt x="195" y="1"/>
                </a:cubicBezTo>
                <a:cubicBezTo>
                  <a:pt x="194" y="0"/>
                  <a:pt x="193" y="0"/>
                  <a:pt x="192" y="0"/>
                </a:cubicBezTo>
                <a:cubicBezTo>
                  <a:pt x="12" y="0"/>
                  <a:pt x="12" y="0"/>
                  <a:pt x="12" y="0"/>
                </a:cubicBezTo>
                <a:cubicBezTo>
                  <a:pt x="5" y="0"/>
                  <a:pt x="0" y="5"/>
                  <a:pt x="0" y="12"/>
                </a:cubicBezTo>
                <a:cubicBezTo>
                  <a:pt x="0" y="232"/>
                  <a:pt x="0" y="232"/>
                  <a:pt x="0" y="232"/>
                </a:cubicBezTo>
                <a:cubicBezTo>
                  <a:pt x="8" y="232"/>
                  <a:pt x="8" y="232"/>
                  <a:pt x="8" y="232"/>
                </a:cubicBezTo>
                <a:cubicBezTo>
                  <a:pt x="8" y="12"/>
                  <a:pt x="8" y="12"/>
                  <a:pt x="8" y="12"/>
                </a:cubicBezTo>
                <a:cubicBezTo>
                  <a:pt x="8" y="10"/>
                  <a:pt x="10" y="8"/>
                  <a:pt x="12" y="8"/>
                </a:cubicBezTo>
                <a:cubicBezTo>
                  <a:pt x="190" y="8"/>
                  <a:pt x="190" y="8"/>
                  <a:pt x="190" y="8"/>
                </a:cubicBezTo>
                <a:cubicBezTo>
                  <a:pt x="242" y="60"/>
                  <a:pt x="242" y="60"/>
                  <a:pt x="242" y="60"/>
                </a:cubicBezTo>
                <a:cubicBezTo>
                  <a:pt x="196" y="60"/>
                  <a:pt x="196" y="60"/>
                  <a:pt x="196" y="60"/>
                </a:cubicBezTo>
                <a:cubicBezTo>
                  <a:pt x="196" y="44"/>
                  <a:pt x="196" y="44"/>
                  <a:pt x="196" y="44"/>
                </a:cubicBezTo>
                <a:cubicBezTo>
                  <a:pt x="196" y="42"/>
                  <a:pt x="194" y="40"/>
                  <a:pt x="192" y="40"/>
                </a:cubicBezTo>
                <a:cubicBezTo>
                  <a:pt x="190" y="40"/>
                  <a:pt x="188" y="42"/>
                  <a:pt x="188" y="44"/>
                </a:cubicBezTo>
                <a:cubicBezTo>
                  <a:pt x="188" y="60"/>
                  <a:pt x="188" y="60"/>
                  <a:pt x="188" y="60"/>
                </a:cubicBezTo>
                <a:cubicBezTo>
                  <a:pt x="188" y="64"/>
                  <a:pt x="192" y="68"/>
                  <a:pt x="196" y="68"/>
                </a:cubicBezTo>
                <a:cubicBezTo>
                  <a:pt x="248" y="68"/>
                  <a:pt x="248" y="68"/>
                  <a:pt x="248" y="68"/>
                </a:cubicBezTo>
                <a:cubicBezTo>
                  <a:pt x="248" y="232"/>
                  <a:pt x="248" y="232"/>
                  <a:pt x="248" y="232"/>
                </a:cubicBezTo>
                <a:cubicBezTo>
                  <a:pt x="256" y="232"/>
                  <a:pt x="256" y="232"/>
                  <a:pt x="256" y="232"/>
                </a:cubicBezTo>
                <a:cubicBezTo>
                  <a:pt x="256" y="64"/>
                  <a:pt x="256" y="64"/>
                  <a:pt x="256" y="64"/>
                </a:cubicBezTo>
                <a:cubicBezTo>
                  <a:pt x="256" y="63"/>
                  <a:pt x="256" y="63"/>
                  <a:pt x="256" y="62"/>
                </a:cubicBezTo>
                <a:close/>
                <a:moveTo>
                  <a:pt x="128" y="100"/>
                </a:moveTo>
                <a:cubicBezTo>
                  <a:pt x="115" y="100"/>
                  <a:pt x="104" y="111"/>
                  <a:pt x="104" y="124"/>
                </a:cubicBezTo>
                <a:cubicBezTo>
                  <a:pt x="104" y="132"/>
                  <a:pt x="104" y="132"/>
                  <a:pt x="104" y="132"/>
                </a:cubicBezTo>
                <a:cubicBezTo>
                  <a:pt x="112" y="132"/>
                  <a:pt x="112" y="132"/>
                  <a:pt x="112" y="132"/>
                </a:cubicBezTo>
                <a:cubicBezTo>
                  <a:pt x="112" y="124"/>
                  <a:pt x="112" y="124"/>
                  <a:pt x="112" y="124"/>
                </a:cubicBezTo>
                <a:cubicBezTo>
                  <a:pt x="112" y="115"/>
                  <a:pt x="119" y="108"/>
                  <a:pt x="128" y="108"/>
                </a:cubicBezTo>
                <a:cubicBezTo>
                  <a:pt x="137" y="108"/>
                  <a:pt x="144" y="115"/>
                  <a:pt x="144" y="124"/>
                </a:cubicBezTo>
                <a:cubicBezTo>
                  <a:pt x="144" y="132"/>
                  <a:pt x="144" y="132"/>
                  <a:pt x="144" y="132"/>
                </a:cubicBezTo>
                <a:cubicBezTo>
                  <a:pt x="152" y="132"/>
                  <a:pt x="152" y="132"/>
                  <a:pt x="152" y="132"/>
                </a:cubicBezTo>
                <a:cubicBezTo>
                  <a:pt x="152" y="124"/>
                  <a:pt x="152" y="124"/>
                  <a:pt x="152" y="124"/>
                </a:cubicBezTo>
                <a:cubicBezTo>
                  <a:pt x="152" y="111"/>
                  <a:pt x="141" y="100"/>
                  <a:pt x="128" y="100"/>
                </a:cubicBezTo>
                <a:close/>
                <a:moveTo>
                  <a:pt x="180" y="144"/>
                </a:moveTo>
                <a:cubicBezTo>
                  <a:pt x="176" y="144"/>
                  <a:pt x="176" y="144"/>
                  <a:pt x="176" y="144"/>
                </a:cubicBezTo>
                <a:cubicBezTo>
                  <a:pt x="176" y="124"/>
                  <a:pt x="176" y="124"/>
                  <a:pt x="176" y="124"/>
                </a:cubicBezTo>
                <a:cubicBezTo>
                  <a:pt x="176" y="98"/>
                  <a:pt x="154" y="76"/>
                  <a:pt x="128" y="76"/>
                </a:cubicBezTo>
                <a:cubicBezTo>
                  <a:pt x="102" y="76"/>
                  <a:pt x="80" y="98"/>
                  <a:pt x="80" y="124"/>
                </a:cubicBezTo>
                <a:cubicBezTo>
                  <a:pt x="80" y="144"/>
                  <a:pt x="80" y="144"/>
                  <a:pt x="80" y="144"/>
                </a:cubicBezTo>
                <a:cubicBezTo>
                  <a:pt x="76" y="144"/>
                  <a:pt x="76" y="144"/>
                  <a:pt x="76" y="144"/>
                </a:cubicBezTo>
                <a:cubicBezTo>
                  <a:pt x="69" y="144"/>
                  <a:pt x="64" y="149"/>
                  <a:pt x="64" y="156"/>
                </a:cubicBezTo>
                <a:cubicBezTo>
                  <a:pt x="64" y="244"/>
                  <a:pt x="64" y="244"/>
                  <a:pt x="64" y="244"/>
                </a:cubicBezTo>
                <a:cubicBezTo>
                  <a:pt x="64" y="251"/>
                  <a:pt x="69" y="256"/>
                  <a:pt x="76" y="256"/>
                </a:cubicBezTo>
                <a:cubicBezTo>
                  <a:pt x="180" y="256"/>
                  <a:pt x="180" y="256"/>
                  <a:pt x="180" y="256"/>
                </a:cubicBezTo>
                <a:cubicBezTo>
                  <a:pt x="187" y="256"/>
                  <a:pt x="192" y="251"/>
                  <a:pt x="192" y="244"/>
                </a:cubicBezTo>
                <a:cubicBezTo>
                  <a:pt x="192" y="156"/>
                  <a:pt x="192" y="156"/>
                  <a:pt x="192" y="156"/>
                </a:cubicBezTo>
                <a:cubicBezTo>
                  <a:pt x="192" y="149"/>
                  <a:pt x="187" y="144"/>
                  <a:pt x="180" y="144"/>
                </a:cubicBezTo>
                <a:close/>
                <a:moveTo>
                  <a:pt x="88" y="124"/>
                </a:moveTo>
                <a:cubicBezTo>
                  <a:pt x="88" y="102"/>
                  <a:pt x="106" y="84"/>
                  <a:pt x="128" y="84"/>
                </a:cubicBezTo>
                <a:cubicBezTo>
                  <a:pt x="150" y="84"/>
                  <a:pt x="168" y="102"/>
                  <a:pt x="168" y="124"/>
                </a:cubicBezTo>
                <a:cubicBezTo>
                  <a:pt x="168" y="144"/>
                  <a:pt x="168" y="144"/>
                  <a:pt x="168" y="144"/>
                </a:cubicBezTo>
                <a:cubicBezTo>
                  <a:pt x="88" y="144"/>
                  <a:pt x="88" y="144"/>
                  <a:pt x="88" y="144"/>
                </a:cubicBezTo>
                <a:lnTo>
                  <a:pt x="88" y="124"/>
                </a:lnTo>
                <a:close/>
                <a:moveTo>
                  <a:pt x="184" y="224"/>
                </a:moveTo>
                <a:cubicBezTo>
                  <a:pt x="151" y="224"/>
                  <a:pt x="151" y="224"/>
                  <a:pt x="151" y="224"/>
                </a:cubicBezTo>
                <a:cubicBezTo>
                  <a:pt x="162" y="208"/>
                  <a:pt x="162" y="208"/>
                  <a:pt x="162" y="208"/>
                </a:cubicBezTo>
                <a:cubicBezTo>
                  <a:pt x="184" y="208"/>
                  <a:pt x="184" y="208"/>
                  <a:pt x="184" y="208"/>
                </a:cubicBezTo>
                <a:lnTo>
                  <a:pt x="184" y="224"/>
                </a:lnTo>
                <a:close/>
                <a:moveTo>
                  <a:pt x="142" y="224"/>
                </a:moveTo>
                <a:cubicBezTo>
                  <a:pt x="111" y="224"/>
                  <a:pt x="111" y="224"/>
                  <a:pt x="111" y="224"/>
                </a:cubicBezTo>
                <a:cubicBezTo>
                  <a:pt x="122" y="208"/>
                  <a:pt x="122" y="208"/>
                  <a:pt x="122" y="208"/>
                </a:cubicBezTo>
                <a:cubicBezTo>
                  <a:pt x="153" y="208"/>
                  <a:pt x="153" y="208"/>
                  <a:pt x="153" y="208"/>
                </a:cubicBezTo>
                <a:lnTo>
                  <a:pt x="142" y="224"/>
                </a:lnTo>
                <a:close/>
                <a:moveTo>
                  <a:pt x="184" y="200"/>
                </a:moveTo>
                <a:cubicBezTo>
                  <a:pt x="88" y="200"/>
                  <a:pt x="88" y="200"/>
                  <a:pt x="88" y="200"/>
                </a:cubicBezTo>
                <a:cubicBezTo>
                  <a:pt x="88" y="208"/>
                  <a:pt x="88" y="208"/>
                  <a:pt x="88" y="208"/>
                </a:cubicBezTo>
                <a:cubicBezTo>
                  <a:pt x="113" y="208"/>
                  <a:pt x="113" y="208"/>
                  <a:pt x="113" y="208"/>
                </a:cubicBezTo>
                <a:cubicBezTo>
                  <a:pt x="102" y="224"/>
                  <a:pt x="102" y="224"/>
                  <a:pt x="102" y="224"/>
                </a:cubicBezTo>
                <a:cubicBezTo>
                  <a:pt x="88" y="224"/>
                  <a:pt x="88" y="224"/>
                  <a:pt x="88" y="224"/>
                </a:cubicBezTo>
                <a:cubicBezTo>
                  <a:pt x="88" y="232"/>
                  <a:pt x="88" y="232"/>
                  <a:pt x="88" y="232"/>
                </a:cubicBezTo>
                <a:cubicBezTo>
                  <a:pt x="184" y="232"/>
                  <a:pt x="184" y="232"/>
                  <a:pt x="184" y="232"/>
                </a:cubicBezTo>
                <a:cubicBezTo>
                  <a:pt x="184" y="244"/>
                  <a:pt x="184" y="244"/>
                  <a:pt x="184" y="244"/>
                </a:cubicBezTo>
                <a:cubicBezTo>
                  <a:pt x="184" y="246"/>
                  <a:pt x="182" y="248"/>
                  <a:pt x="180" y="248"/>
                </a:cubicBezTo>
                <a:cubicBezTo>
                  <a:pt x="76" y="248"/>
                  <a:pt x="76" y="248"/>
                  <a:pt x="76" y="248"/>
                </a:cubicBezTo>
                <a:cubicBezTo>
                  <a:pt x="74" y="248"/>
                  <a:pt x="72" y="246"/>
                  <a:pt x="72" y="244"/>
                </a:cubicBezTo>
                <a:cubicBezTo>
                  <a:pt x="72" y="156"/>
                  <a:pt x="72" y="156"/>
                  <a:pt x="72" y="156"/>
                </a:cubicBezTo>
                <a:cubicBezTo>
                  <a:pt x="72" y="154"/>
                  <a:pt x="74" y="152"/>
                  <a:pt x="76" y="152"/>
                </a:cubicBezTo>
                <a:cubicBezTo>
                  <a:pt x="180" y="152"/>
                  <a:pt x="180" y="152"/>
                  <a:pt x="180" y="152"/>
                </a:cubicBezTo>
                <a:cubicBezTo>
                  <a:pt x="182" y="152"/>
                  <a:pt x="184" y="154"/>
                  <a:pt x="184" y="156"/>
                </a:cubicBezTo>
                <a:lnTo>
                  <a:pt x="184" y="20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0" name="Freeform 40">
            <a:extLst>
              <a:ext uri="{FF2B5EF4-FFF2-40B4-BE49-F238E27FC236}">
                <a16:creationId xmlns:a16="http://schemas.microsoft.com/office/drawing/2014/main" id="{47CFC5EB-5D51-4A3F-ACE5-5BD4473B7EBB}"/>
              </a:ext>
            </a:extLst>
          </p:cNvPr>
          <p:cNvSpPr>
            <a:spLocks noChangeAspect="1" noEditPoints="1"/>
          </p:cNvSpPr>
          <p:nvPr/>
        </p:nvSpPr>
        <p:spPr bwMode="auto">
          <a:xfrm>
            <a:off x="7346610" y="1453976"/>
            <a:ext cx="400050" cy="400050"/>
          </a:xfrm>
          <a:custGeom>
            <a:avLst/>
            <a:gdLst>
              <a:gd name="T0" fmla="*/ 176 w 256"/>
              <a:gd name="T1" fmla="*/ 64 h 256"/>
              <a:gd name="T2" fmla="*/ 184 w 256"/>
              <a:gd name="T3" fmla="*/ 92 h 256"/>
              <a:gd name="T4" fmla="*/ 176 w 256"/>
              <a:gd name="T5" fmla="*/ 0 h 256"/>
              <a:gd name="T6" fmla="*/ 0 w 256"/>
              <a:gd name="T7" fmla="*/ 8 h 256"/>
              <a:gd name="T8" fmla="*/ 8 w 256"/>
              <a:gd name="T9" fmla="*/ 120 h 256"/>
              <a:gd name="T10" fmla="*/ 44 w 256"/>
              <a:gd name="T11" fmla="*/ 112 h 256"/>
              <a:gd name="T12" fmla="*/ 8 w 256"/>
              <a:gd name="T13" fmla="*/ 64 h 256"/>
              <a:gd name="T14" fmla="*/ 176 w 256"/>
              <a:gd name="T15" fmla="*/ 8 h 256"/>
              <a:gd name="T16" fmla="*/ 8 w 256"/>
              <a:gd name="T17" fmla="*/ 56 h 256"/>
              <a:gd name="T18" fmla="*/ 52 w 256"/>
              <a:gd name="T19" fmla="*/ 36 h 256"/>
              <a:gd name="T20" fmla="*/ 68 w 256"/>
              <a:gd name="T21" fmla="*/ 28 h 256"/>
              <a:gd name="T22" fmla="*/ 52 w 256"/>
              <a:gd name="T23" fmla="*/ 36 h 256"/>
              <a:gd name="T24" fmla="*/ 40 w 256"/>
              <a:gd name="T25" fmla="*/ 36 h 256"/>
              <a:gd name="T26" fmla="*/ 24 w 256"/>
              <a:gd name="T27" fmla="*/ 28 h 256"/>
              <a:gd name="T28" fmla="*/ 40 w 256"/>
              <a:gd name="T29" fmla="*/ 92 h 256"/>
              <a:gd name="T30" fmla="*/ 24 w 256"/>
              <a:gd name="T31" fmla="*/ 84 h 256"/>
              <a:gd name="T32" fmla="*/ 40 w 256"/>
              <a:gd name="T33" fmla="*/ 92 h 256"/>
              <a:gd name="T34" fmla="*/ 52 w 256"/>
              <a:gd name="T35" fmla="*/ 84 h 256"/>
              <a:gd name="T36" fmla="*/ 68 w 256"/>
              <a:gd name="T37" fmla="*/ 92 h 256"/>
              <a:gd name="T38" fmla="*/ 244 w 256"/>
              <a:gd name="T39" fmla="*/ 108 h 256"/>
              <a:gd name="T40" fmla="*/ 60 w 256"/>
              <a:gd name="T41" fmla="*/ 120 h 256"/>
              <a:gd name="T42" fmla="*/ 72 w 256"/>
              <a:gd name="T43" fmla="*/ 256 h 256"/>
              <a:gd name="T44" fmla="*/ 256 w 256"/>
              <a:gd name="T45" fmla="*/ 244 h 256"/>
              <a:gd name="T46" fmla="*/ 244 w 256"/>
              <a:gd name="T47" fmla="*/ 108 h 256"/>
              <a:gd name="T48" fmla="*/ 244 w 256"/>
              <a:gd name="T49" fmla="*/ 248 h 256"/>
              <a:gd name="T50" fmla="*/ 68 w 256"/>
              <a:gd name="T51" fmla="*/ 244 h 256"/>
              <a:gd name="T52" fmla="*/ 72 w 256"/>
              <a:gd name="T53" fmla="*/ 116 h 256"/>
              <a:gd name="T54" fmla="*/ 248 w 256"/>
              <a:gd name="T55" fmla="*/ 120 h 256"/>
              <a:gd name="T56" fmla="*/ 231 w 256"/>
              <a:gd name="T57" fmla="*/ 133 h 256"/>
              <a:gd name="T58" fmla="*/ 171 w 256"/>
              <a:gd name="T59" fmla="*/ 184 h 256"/>
              <a:gd name="T60" fmla="*/ 91 w 256"/>
              <a:gd name="T61" fmla="*/ 133 h 256"/>
              <a:gd name="T62" fmla="*/ 85 w 256"/>
              <a:gd name="T63" fmla="*/ 139 h 256"/>
              <a:gd name="T64" fmla="*/ 85 w 256"/>
              <a:gd name="T65" fmla="*/ 225 h 256"/>
              <a:gd name="T66" fmla="*/ 88 w 256"/>
              <a:gd name="T67" fmla="*/ 232 h 256"/>
              <a:gd name="T68" fmla="*/ 139 w 256"/>
              <a:gd name="T69" fmla="*/ 190 h 256"/>
              <a:gd name="T70" fmla="*/ 176 w 256"/>
              <a:gd name="T71" fmla="*/ 190 h 256"/>
              <a:gd name="T72" fmla="*/ 228 w 256"/>
              <a:gd name="T73" fmla="*/ 232 h 256"/>
              <a:gd name="T74" fmla="*/ 231 w 256"/>
              <a:gd name="T75" fmla="*/ 225 h 256"/>
              <a:gd name="T76" fmla="*/ 231 w 256"/>
              <a:gd name="T77" fmla="*/ 13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6" h="256">
                <a:moveTo>
                  <a:pt x="8" y="64"/>
                </a:moveTo>
                <a:cubicBezTo>
                  <a:pt x="176" y="64"/>
                  <a:pt x="176" y="64"/>
                  <a:pt x="176" y="64"/>
                </a:cubicBezTo>
                <a:cubicBezTo>
                  <a:pt x="176" y="92"/>
                  <a:pt x="176" y="92"/>
                  <a:pt x="176" y="92"/>
                </a:cubicBezTo>
                <a:cubicBezTo>
                  <a:pt x="184" y="92"/>
                  <a:pt x="184" y="92"/>
                  <a:pt x="184" y="92"/>
                </a:cubicBezTo>
                <a:cubicBezTo>
                  <a:pt x="184" y="8"/>
                  <a:pt x="184" y="8"/>
                  <a:pt x="184" y="8"/>
                </a:cubicBezTo>
                <a:cubicBezTo>
                  <a:pt x="184" y="4"/>
                  <a:pt x="180" y="0"/>
                  <a:pt x="176" y="0"/>
                </a:cubicBezTo>
                <a:cubicBezTo>
                  <a:pt x="8" y="0"/>
                  <a:pt x="8" y="0"/>
                  <a:pt x="8" y="0"/>
                </a:cubicBezTo>
                <a:cubicBezTo>
                  <a:pt x="4" y="0"/>
                  <a:pt x="0" y="4"/>
                  <a:pt x="0" y="8"/>
                </a:cubicBezTo>
                <a:cubicBezTo>
                  <a:pt x="0" y="112"/>
                  <a:pt x="0" y="112"/>
                  <a:pt x="0" y="112"/>
                </a:cubicBezTo>
                <a:cubicBezTo>
                  <a:pt x="0" y="116"/>
                  <a:pt x="4" y="120"/>
                  <a:pt x="8" y="120"/>
                </a:cubicBezTo>
                <a:cubicBezTo>
                  <a:pt x="44" y="120"/>
                  <a:pt x="44" y="120"/>
                  <a:pt x="44" y="120"/>
                </a:cubicBezTo>
                <a:cubicBezTo>
                  <a:pt x="44" y="112"/>
                  <a:pt x="44" y="112"/>
                  <a:pt x="44" y="112"/>
                </a:cubicBezTo>
                <a:cubicBezTo>
                  <a:pt x="8" y="112"/>
                  <a:pt x="8" y="112"/>
                  <a:pt x="8" y="112"/>
                </a:cubicBezTo>
                <a:lnTo>
                  <a:pt x="8" y="64"/>
                </a:lnTo>
                <a:close/>
                <a:moveTo>
                  <a:pt x="8" y="8"/>
                </a:moveTo>
                <a:cubicBezTo>
                  <a:pt x="176" y="8"/>
                  <a:pt x="176" y="8"/>
                  <a:pt x="176" y="8"/>
                </a:cubicBezTo>
                <a:cubicBezTo>
                  <a:pt x="176" y="56"/>
                  <a:pt x="176" y="56"/>
                  <a:pt x="176" y="56"/>
                </a:cubicBezTo>
                <a:cubicBezTo>
                  <a:pt x="8" y="56"/>
                  <a:pt x="8" y="56"/>
                  <a:pt x="8" y="56"/>
                </a:cubicBezTo>
                <a:lnTo>
                  <a:pt x="8" y="8"/>
                </a:lnTo>
                <a:close/>
                <a:moveTo>
                  <a:pt x="52" y="36"/>
                </a:moveTo>
                <a:cubicBezTo>
                  <a:pt x="68" y="36"/>
                  <a:pt x="68" y="36"/>
                  <a:pt x="68" y="36"/>
                </a:cubicBezTo>
                <a:cubicBezTo>
                  <a:pt x="68" y="28"/>
                  <a:pt x="68" y="28"/>
                  <a:pt x="68" y="28"/>
                </a:cubicBezTo>
                <a:cubicBezTo>
                  <a:pt x="52" y="28"/>
                  <a:pt x="52" y="28"/>
                  <a:pt x="52" y="28"/>
                </a:cubicBezTo>
                <a:lnTo>
                  <a:pt x="52" y="36"/>
                </a:lnTo>
                <a:close/>
                <a:moveTo>
                  <a:pt x="24" y="36"/>
                </a:moveTo>
                <a:cubicBezTo>
                  <a:pt x="40" y="36"/>
                  <a:pt x="40" y="36"/>
                  <a:pt x="40" y="36"/>
                </a:cubicBezTo>
                <a:cubicBezTo>
                  <a:pt x="40" y="28"/>
                  <a:pt x="40" y="28"/>
                  <a:pt x="40" y="28"/>
                </a:cubicBezTo>
                <a:cubicBezTo>
                  <a:pt x="24" y="28"/>
                  <a:pt x="24" y="28"/>
                  <a:pt x="24" y="28"/>
                </a:cubicBezTo>
                <a:lnTo>
                  <a:pt x="24" y="36"/>
                </a:lnTo>
                <a:close/>
                <a:moveTo>
                  <a:pt x="40" y="92"/>
                </a:moveTo>
                <a:cubicBezTo>
                  <a:pt x="40" y="84"/>
                  <a:pt x="40" y="84"/>
                  <a:pt x="40" y="84"/>
                </a:cubicBezTo>
                <a:cubicBezTo>
                  <a:pt x="24" y="84"/>
                  <a:pt x="24" y="84"/>
                  <a:pt x="24" y="84"/>
                </a:cubicBezTo>
                <a:cubicBezTo>
                  <a:pt x="24" y="92"/>
                  <a:pt x="24" y="92"/>
                  <a:pt x="24" y="92"/>
                </a:cubicBezTo>
                <a:lnTo>
                  <a:pt x="40" y="92"/>
                </a:lnTo>
                <a:close/>
                <a:moveTo>
                  <a:pt x="68" y="84"/>
                </a:moveTo>
                <a:cubicBezTo>
                  <a:pt x="52" y="84"/>
                  <a:pt x="52" y="84"/>
                  <a:pt x="52" y="84"/>
                </a:cubicBezTo>
                <a:cubicBezTo>
                  <a:pt x="52" y="92"/>
                  <a:pt x="52" y="92"/>
                  <a:pt x="52" y="92"/>
                </a:cubicBezTo>
                <a:cubicBezTo>
                  <a:pt x="68" y="92"/>
                  <a:pt x="68" y="92"/>
                  <a:pt x="68" y="92"/>
                </a:cubicBezTo>
                <a:lnTo>
                  <a:pt x="68" y="84"/>
                </a:lnTo>
                <a:close/>
                <a:moveTo>
                  <a:pt x="244" y="108"/>
                </a:moveTo>
                <a:cubicBezTo>
                  <a:pt x="72" y="108"/>
                  <a:pt x="72" y="108"/>
                  <a:pt x="72" y="108"/>
                </a:cubicBezTo>
                <a:cubicBezTo>
                  <a:pt x="65" y="108"/>
                  <a:pt x="60" y="113"/>
                  <a:pt x="60" y="120"/>
                </a:cubicBezTo>
                <a:cubicBezTo>
                  <a:pt x="60" y="244"/>
                  <a:pt x="60" y="244"/>
                  <a:pt x="60" y="244"/>
                </a:cubicBezTo>
                <a:cubicBezTo>
                  <a:pt x="60" y="251"/>
                  <a:pt x="65" y="256"/>
                  <a:pt x="72" y="256"/>
                </a:cubicBezTo>
                <a:cubicBezTo>
                  <a:pt x="244" y="256"/>
                  <a:pt x="244" y="256"/>
                  <a:pt x="244" y="256"/>
                </a:cubicBezTo>
                <a:cubicBezTo>
                  <a:pt x="251" y="256"/>
                  <a:pt x="256" y="251"/>
                  <a:pt x="256" y="244"/>
                </a:cubicBezTo>
                <a:cubicBezTo>
                  <a:pt x="256" y="120"/>
                  <a:pt x="256" y="120"/>
                  <a:pt x="256" y="120"/>
                </a:cubicBezTo>
                <a:cubicBezTo>
                  <a:pt x="256" y="113"/>
                  <a:pt x="251" y="108"/>
                  <a:pt x="244" y="108"/>
                </a:cubicBezTo>
                <a:close/>
                <a:moveTo>
                  <a:pt x="248" y="244"/>
                </a:moveTo>
                <a:cubicBezTo>
                  <a:pt x="248" y="246"/>
                  <a:pt x="246" y="248"/>
                  <a:pt x="244" y="248"/>
                </a:cubicBezTo>
                <a:cubicBezTo>
                  <a:pt x="72" y="248"/>
                  <a:pt x="72" y="248"/>
                  <a:pt x="72" y="248"/>
                </a:cubicBezTo>
                <a:cubicBezTo>
                  <a:pt x="70" y="248"/>
                  <a:pt x="68" y="246"/>
                  <a:pt x="68" y="244"/>
                </a:cubicBezTo>
                <a:cubicBezTo>
                  <a:pt x="68" y="120"/>
                  <a:pt x="68" y="120"/>
                  <a:pt x="68" y="120"/>
                </a:cubicBezTo>
                <a:cubicBezTo>
                  <a:pt x="68" y="118"/>
                  <a:pt x="70" y="116"/>
                  <a:pt x="72" y="116"/>
                </a:cubicBezTo>
                <a:cubicBezTo>
                  <a:pt x="244" y="116"/>
                  <a:pt x="244" y="116"/>
                  <a:pt x="244" y="116"/>
                </a:cubicBezTo>
                <a:cubicBezTo>
                  <a:pt x="246" y="116"/>
                  <a:pt x="248" y="118"/>
                  <a:pt x="248" y="120"/>
                </a:cubicBezTo>
                <a:lnTo>
                  <a:pt x="248" y="244"/>
                </a:lnTo>
                <a:close/>
                <a:moveTo>
                  <a:pt x="231" y="133"/>
                </a:moveTo>
                <a:cubicBezTo>
                  <a:pt x="229" y="132"/>
                  <a:pt x="227" y="132"/>
                  <a:pt x="225" y="133"/>
                </a:cubicBezTo>
                <a:cubicBezTo>
                  <a:pt x="171" y="184"/>
                  <a:pt x="171" y="184"/>
                  <a:pt x="171" y="184"/>
                </a:cubicBezTo>
                <a:cubicBezTo>
                  <a:pt x="163" y="190"/>
                  <a:pt x="152" y="190"/>
                  <a:pt x="145" y="184"/>
                </a:cubicBezTo>
                <a:cubicBezTo>
                  <a:pt x="91" y="133"/>
                  <a:pt x="91" y="133"/>
                  <a:pt x="91" y="133"/>
                </a:cubicBezTo>
                <a:cubicBezTo>
                  <a:pt x="89" y="132"/>
                  <a:pt x="87" y="132"/>
                  <a:pt x="85" y="133"/>
                </a:cubicBezTo>
                <a:cubicBezTo>
                  <a:pt x="84" y="135"/>
                  <a:pt x="84" y="137"/>
                  <a:pt x="85" y="139"/>
                </a:cubicBezTo>
                <a:cubicBezTo>
                  <a:pt x="134" y="185"/>
                  <a:pt x="134" y="185"/>
                  <a:pt x="134" y="185"/>
                </a:cubicBezTo>
                <a:cubicBezTo>
                  <a:pt x="85" y="225"/>
                  <a:pt x="85" y="225"/>
                  <a:pt x="85" y="225"/>
                </a:cubicBezTo>
                <a:cubicBezTo>
                  <a:pt x="84" y="226"/>
                  <a:pt x="84" y="229"/>
                  <a:pt x="85" y="231"/>
                </a:cubicBezTo>
                <a:cubicBezTo>
                  <a:pt x="86" y="232"/>
                  <a:pt x="87" y="232"/>
                  <a:pt x="88" y="232"/>
                </a:cubicBezTo>
                <a:cubicBezTo>
                  <a:pt x="89" y="232"/>
                  <a:pt x="90" y="232"/>
                  <a:pt x="91" y="231"/>
                </a:cubicBezTo>
                <a:cubicBezTo>
                  <a:pt x="139" y="190"/>
                  <a:pt x="139" y="190"/>
                  <a:pt x="139" y="190"/>
                </a:cubicBezTo>
                <a:cubicBezTo>
                  <a:pt x="145" y="195"/>
                  <a:pt x="151" y="197"/>
                  <a:pt x="158" y="197"/>
                </a:cubicBezTo>
                <a:cubicBezTo>
                  <a:pt x="164" y="197"/>
                  <a:pt x="170" y="195"/>
                  <a:pt x="176" y="190"/>
                </a:cubicBezTo>
                <a:cubicBezTo>
                  <a:pt x="225" y="231"/>
                  <a:pt x="225" y="231"/>
                  <a:pt x="225" y="231"/>
                </a:cubicBezTo>
                <a:cubicBezTo>
                  <a:pt x="226" y="232"/>
                  <a:pt x="227" y="232"/>
                  <a:pt x="228" y="232"/>
                </a:cubicBezTo>
                <a:cubicBezTo>
                  <a:pt x="229" y="232"/>
                  <a:pt x="230" y="232"/>
                  <a:pt x="231" y="231"/>
                </a:cubicBezTo>
                <a:cubicBezTo>
                  <a:pt x="232" y="229"/>
                  <a:pt x="232" y="226"/>
                  <a:pt x="231" y="225"/>
                </a:cubicBezTo>
                <a:cubicBezTo>
                  <a:pt x="182" y="185"/>
                  <a:pt x="182" y="185"/>
                  <a:pt x="182" y="185"/>
                </a:cubicBezTo>
                <a:cubicBezTo>
                  <a:pt x="231" y="139"/>
                  <a:pt x="231" y="139"/>
                  <a:pt x="231" y="139"/>
                </a:cubicBezTo>
                <a:cubicBezTo>
                  <a:pt x="232" y="137"/>
                  <a:pt x="232" y="135"/>
                  <a:pt x="231" y="13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5" name="Freeform 44">
            <a:extLst>
              <a:ext uri="{FF2B5EF4-FFF2-40B4-BE49-F238E27FC236}">
                <a16:creationId xmlns:a16="http://schemas.microsoft.com/office/drawing/2014/main" id="{A4A651BE-F689-41D5-BDD3-6420FB0B08A2}"/>
              </a:ext>
            </a:extLst>
          </p:cNvPr>
          <p:cNvSpPr>
            <a:spLocks noChangeAspect="1" noEditPoints="1"/>
          </p:cNvSpPr>
          <p:nvPr/>
        </p:nvSpPr>
        <p:spPr bwMode="auto">
          <a:xfrm>
            <a:off x="8314256" y="1510479"/>
            <a:ext cx="400050" cy="304800"/>
          </a:xfrm>
          <a:custGeom>
            <a:avLst/>
            <a:gdLst>
              <a:gd name="T0" fmla="*/ 8 w 256"/>
              <a:gd name="T1" fmla="*/ 12 h 196"/>
              <a:gd name="T2" fmla="*/ 196 w 256"/>
              <a:gd name="T3" fmla="*/ 8 h 196"/>
              <a:gd name="T4" fmla="*/ 200 w 256"/>
              <a:gd name="T5" fmla="*/ 16 h 196"/>
              <a:gd name="T6" fmla="*/ 208 w 256"/>
              <a:gd name="T7" fmla="*/ 12 h 196"/>
              <a:gd name="T8" fmla="*/ 12 w 256"/>
              <a:gd name="T9" fmla="*/ 0 h 196"/>
              <a:gd name="T10" fmla="*/ 0 w 256"/>
              <a:gd name="T11" fmla="*/ 128 h 196"/>
              <a:gd name="T12" fmla="*/ 16 w 256"/>
              <a:gd name="T13" fmla="*/ 140 h 196"/>
              <a:gd name="T14" fmla="*/ 12 w 256"/>
              <a:gd name="T15" fmla="*/ 132 h 196"/>
              <a:gd name="T16" fmla="*/ 32 w 256"/>
              <a:gd name="T17" fmla="*/ 156 h 196"/>
              <a:gd name="T18" fmla="*/ 36 w 256"/>
              <a:gd name="T19" fmla="*/ 36 h 196"/>
              <a:gd name="T20" fmla="*/ 224 w 256"/>
              <a:gd name="T21" fmla="*/ 40 h 196"/>
              <a:gd name="T22" fmla="*/ 232 w 256"/>
              <a:gd name="T23" fmla="*/ 44 h 196"/>
              <a:gd name="T24" fmla="*/ 220 w 256"/>
              <a:gd name="T25" fmla="*/ 28 h 196"/>
              <a:gd name="T26" fmla="*/ 24 w 256"/>
              <a:gd name="T27" fmla="*/ 40 h 196"/>
              <a:gd name="T28" fmla="*/ 36 w 256"/>
              <a:gd name="T29" fmla="*/ 168 h 196"/>
              <a:gd name="T30" fmla="*/ 40 w 256"/>
              <a:gd name="T31" fmla="*/ 160 h 196"/>
              <a:gd name="T32" fmla="*/ 32 w 256"/>
              <a:gd name="T33" fmla="*/ 156 h 196"/>
              <a:gd name="T34" fmla="*/ 60 w 256"/>
              <a:gd name="T35" fmla="*/ 56 h 196"/>
              <a:gd name="T36" fmla="*/ 48 w 256"/>
              <a:gd name="T37" fmla="*/ 184 h 196"/>
              <a:gd name="T38" fmla="*/ 244 w 256"/>
              <a:gd name="T39" fmla="*/ 196 h 196"/>
              <a:gd name="T40" fmla="*/ 256 w 256"/>
              <a:gd name="T41" fmla="*/ 68 h 196"/>
              <a:gd name="T42" fmla="*/ 248 w 256"/>
              <a:gd name="T43" fmla="*/ 171 h 196"/>
              <a:gd name="T44" fmla="*/ 182 w 256"/>
              <a:gd name="T45" fmla="*/ 137 h 196"/>
              <a:gd name="T46" fmla="*/ 248 w 256"/>
              <a:gd name="T47" fmla="*/ 184 h 196"/>
              <a:gd name="T48" fmla="*/ 60 w 256"/>
              <a:gd name="T49" fmla="*/ 188 h 196"/>
              <a:gd name="T50" fmla="*/ 56 w 256"/>
              <a:gd name="T51" fmla="*/ 181 h 196"/>
              <a:gd name="T52" fmla="*/ 117 w 256"/>
              <a:gd name="T53" fmla="*/ 130 h 196"/>
              <a:gd name="T54" fmla="*/ 56 w 256"/>
              <a:gd name="T55" fmla="*/ 79 h 196"/>
              <a:gd name="T56" fmla="*/ 152 w 256"/>
              <a:gd name="T57" fmla="*/ 140 h 196"/>
              <a:gd name="T58" fmla="*/ 248 w 256"/>
              <a:gd name="T59" fmla="*/ 79 h 196"/>
              <a:gd name="T60" fmla="*/ 248 w 256"/>
              <a:gd name="T61" fmla="*/ 70 h 196"/>
              <a:gd name="T62" fmla="*/ 56 w 256"/>
              <a:gd name="T63" fmla="*/ 70 h 196"/>
              <a:gd name="T64" fmla="*/ 60 w 256"/>
              <a:gd name="T65" fmla="*/ 64 h 196"/>
              <a:gd name="T66" fmla="*/ 248 w 256"/>
              <a:gd name="T67" fmla="*/ 68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196">
                <a:moveTo>
                  <a:pt x="8" y="128"/>
                </a:moveTo>
                <a:cubicBezTo>
                  <a:pt x="8" y="12"/>
                  <a:pt x="8" y="12"/>
                  <a:pt x="8" y="12"/>
                </a:cubicBezTo>
                <a:cubicBezTo>
                  <a:pt x="8" y="10"/>
                  <a:pt x="10" y="8"/>
                  <a:pt x="12" y="8"/>
                </a:cubicBezTo>
                <a:cubicBezTo>
                  <a:pt x="196" y="8"/>
                  <a:pt x="196" y="8"/>
                  <a:pt x="196" y="8"/>
                </a:cubicBezTo>
                <a:cubicBezTo>
                  <a:pt x="198" y="8"/>
                  <a:pt x="200" y="10"/>
                  <a:pt x="200" y="12"/>
                </a:cubicBezTo>
                <a:cubicBezTo>
                  <a:pt x="200" y="16"/>
                  <a:pt x="200" y="16"/>
                  <a:pt x="200" y="16"/>
                </a:cubicBezTo>
                <a:cubicBezTo>
                  <a:pt x="208" y="16"/>
                  <a:pt x="208" y="16"/>
                  <a:pt x="208" y="16"/>
                </a:cubicBezTo>
                <a:cubicBezTo>
                  <a:pt x="208" y="12"/>
                  <a:pt x="208" y="12"/>
                  <a:pt x="208" y="12"/>
                </a:cubicBezTo>
                <a:cubicBezTo>
                  <a:pt x="208" y="5"/>
                  <a:pt x="203" y="0"/>
                  <a:pt x="196" y="0"/>
                </a:cubicBezTo>
                <a:cubicBezTo>
                  <a:pt x="12" y="0"/>
                  <a:pt x="12" y="0"/>
                  <a:pt x="12" y="0"/>
                </a:cubicBezTo>
                <a:cubicBezTo>
                  <a:pt x="5" y="0"/>
                  <a:pt x="0" y="5"/>
                  <a:pt x="0" y="12"/>
                </a:cubicBezTo>
                <a:cubicBezTo>
                  <a:pt x="0" y="128"/>
                  <a:pt x="0" y="128"/>
                  <a:pt x="0" y="128"/>
                </a:cubicBezTo>
                <a:cubicBezTo>
                  <a:pt x="0" y="135"/>
                  <a:pt x="5" y="140"/>
                  <a:pt x="12" y="140"/>
                </a:cubicBezTo>
                <a:cubicBezTo>
                  <a:pt x="16" y="140"/>
                  <a:pt x="16" y="140"/>
                  <a:pt x="16" y="140"/>
                </a:cubicBezTo>
                <a:cubicBezTo>
                  <a:pt x="16" y="132"/>
                  <a:pt x="16" y="132"/>
                  <a:pt x="16" y="132"/>
                </a:cubicBezTo>
                <a:cubicBezTo>
                  <a:pt x="12" y="132"/>
                  <a:pt x="12" y="132"/>
                  <a:pt x="12" y="132"/>
                </a:cubicBezTo>
                <a:cubicBezTo>
                  <a:pt x="10" y="132"/>
                  <a:pt x="8" y="130"/>
                  <a:pt x="8" y="128"/>
                </a:cubicBezTo>
                <a:close/>
                <a:moveTo>
                  <a:pt x="32" y="156"/>
                </a:moveTo>
                <a:cubicBezTo>
                  <a:pt x="32" y="40"/>
                  <a:pt x="32" y="40"/>
                  <a:pt x="32" y="40"/>
                </a:cubicBezTo>
                <a:cubicBezTo>
                  <a:pt x="32" y="38"/>
                  <a:pt x="34" y="36"/>
                  <a:pt x="36" y="36"/>
                </a:cubicBezTo>
                <a:cubicBezTo>
                  <a:pt x="220" y="36"/>
                  <a:pt x="220" y="36"/>
                  <a:pt x="220" y="36"/>
                </a:cubicBezTo>
                <a:cubicBezTo>
                  <a:pt x="222" y="36"/>
                  <a:pt x="224" y="38"/>
                  <a:pt x="224" y="40"/>
                </a:cubicBezTo>
                <a:cubicBezTo>
                  <a:pt x="224" y="44"/>
                  <a:pt x="224" y="44"/>
                  <a:pt x="224" y="44"/>
                </a:cubicBezTo>
                <a:cubicBezTo>
                  <a:pt x="232" y="44"/>
                  <a:pt x="232" y="44"/>
                  <a:pt x="232" y="44"/>
                </a:cubicBezTo>
                <a:cubicBezTo>
                  <a:pt x="232" y="40"/>
                  <a:pt x="232" y="40"/>
                  <a:pt x="232" y="40"/>
                </a:cubicBezTo>
                <a:cubicBezTo>
                  <a:pt x="232" y="33"/>
                  <a:pt x="227" y="28"/>
                  <a:pt x="220" y="28"/>
                </a:cubicBezTo>
                <a:cubicBezTo>
                  <a:pt x="36" y="28"/>
                  <a:pt x="36" y="28"/>
                  <a:pt x="36" y="28"/>
                </a:cubicBezTo>
                <a:cubicBezTo>
                  <a:pt x="29" y="28"/>
                  <a:pt x="24" y="33"/>
                  <a:pt x="24" y="40"/>
                </a:cubicBezTo>
                <a:cubicBezTo>
                  <a:pt x="24" y="156"/>
                  <a:pt x="24" y="156"/>
                  <a:pt x="24" y="156"/>
                </a:cubicBezTo>
                <a:cubicBezTo>
                  <a:pt x="24" y="163"/>
                  <a:pt x="29" y="168"/>
                  <a:pt x="36" y="168"/>
                </a:cubicBezTo>
                <a:cubicBezTo>
                  <a:pt x="40" y="168"/>
                  <a:pt x="40" y="168"/>
                  <a:pt x="40" y="168"/>
                </a:cubicBezTo>
                <a:cubicBezTo>
                  <a:pt x="40" y="160"/>
                  <a:pt x="40" y="160"/>
                  <a:pt x="40" y="160"/>
                </a:cubicBezTo>
                <a:cubicBezTo>
                  <a:pt x="36" y="160"/>
                  <a:pt x="36" y="160"/>
                  <a:pt x="36" y="160"/>
                </a:cubicBezTo>
                <a:cubicBezTo>
                  <a:pt x="34" y="160"/>
                  <a:pt x="32" y="158"/>
                  <a:pt x="32" y="156"/>
                </a:cubicBezTo>
                <a:close/>
                <a:moveTo>
                  <a:pt x="244" y="56"/>
                </a:moveTo>
                <a:cubicBezTo>
                  <a:pt x="60" y="56"/>
                  <a:pt x="60" y="56"/>
                  <a:pt x="60" y="56"/>
                </a:cubicBezTo>
                <a:cubicBezTo>
                  <a:pt x="53" y="56"/>
                  <a:pt x="48" y="61"/>
                  <a:pt x="48" y="68"/>
                </a:cubicBezTo>
                <a:cubicBezTo>
                  <a:pt x="48" y="184"/>
                  <a:pt x="48" y="184"/>
                  <a:pt x="48" y="184"/>
                </a:cubicBezTo>
                <a:cubicBezTo>
                  <a:pt x="48" y="191"/>
                  <a:pt x="53" y="196"/>
                  <a:pt x="60" y="196"/>
                </a:cubicBezTo>
                <a:cubicBezTo>
                  <a:pt x="244" y="196"/>
                  <a:pt x="244" y="196"/>
                  <a:pt x="244" y="196"/>
                </a:cubicBezTo>
                <a:cubicBezTo>
                  <a:pt x="251" y="196"/>
                  <a:pt x="256" y="191"/>
                  <a:pt x="256" y="184"/>
                </a:cubicBezTo>
                <a:cubicBezTo>
                  <a:pt x="256" y="68"/>
                  <a:pt x="256" y="68"/>
                  <a:pt x="256" y="68"/>
                </a:cubicBezTo>
                <a:cubicBezTo>
                  <a:pt x="256" y="61"/>
                  <a:pt x="251" y="56"/>
                  <a:pt x="244" y="56"/>
                </a:cubicBezTo>
                <a:close/>
                <a:moveTo>
                  <a:pt x="248" y="171"/>
                </a:moveTo>
                <a:cubicBezTo>
                  <a:pt x="187" y="130"/>
                  <a:pt x="187" y="130"/>
                  <a:pt x="187" y="130"/>
                </a:cubicBezTo>
                <a:cubicBezTo>
                  <a:pt x="182" y="137"/>
                  <a:pt x="182" y="137"/>
                  <a:pt x="182" y="137"/>
                </a:cubicBezTo>
                <a:cubicBezTo>
                  <a:pt x="248" y="181"/>
                  <a:pt x="248" y="181"/>
                  <a:pt x="248" y="181"/>
                </a:cubicBezTo>
                <a:cubicBezTo>
                  <a:pt x="248" y="184"/>
                  <a:pt x="248" y="184"/>
                  <a:pt x="248" y="184"/>
                </a:cubicBezTo>
                <a:cubicBezTo>
                  <a:pt x="248" y="186"/>
                  <a:pt x="246" y="188"/>
                  <a:pt x="244" y="188"/>
                </a:cubicBezTo>
                <a:cubicBezTo>
                  <a:pt x="60" y="188"/>
                  <a:pt x="60" y="188"/>
                  <a:pt x="60" y="188"/>
                </a:cubicBezTo>
                <a:cubicBezTo>
                  <a:pt x="58" y="188"/>
                  <a:pt x="56" y="186"/>
                  <a:pt x="56" y="184"/>
                </a:cubicBezTo>
                <a:cubicBezTo>
                  <a:pt x="56" y="181"/>
                  <a:pt x="56" y="181"/>
                  <a:pt x="56" y="181"/>
                </a:cubicBezTo>
                <a:cubicBezTo>
                  <a:pt x="122" y="137"/>
                  <a:pt x="122" y="137"/>
                  <a:pt x="122" y="137"/>
                </a:cubicBezTo>
                <a:cubicBezTo>
                  <a:pt x="117" y="130"/>
                  <a:pt x="117" y="130"/>
                  <a:pt x="117" y="130"/>
                </a:cubicBezTo>
                <a:cubicBezTo>
                  <a:pt x="56" y="171"/>
                  <a:pt x="56" y="171"/>
                  <a:pt x="56" y="171"/>
                </a:cubicBezTo>
                <a:cubicBezTo>
                  <a:pt x="56" y="79"/>
                  <a:pt x="56" y="79"/>
                  <a:pt x="56" y="79"/>
                </a:cubicBezTo>
                <a:cubicBezTo>
                  <a:pt x="150" y="139"/>
                  <a:pt x="150" y="139"/>
                  <a:pt x="150" y="139"/>
                </a:cubicBezTo>
                <a:cubicBezTo>
                  <a:pt x="151" y="140"/>
                  <a:pt x="151" y="140"/>
                  <a:pt x="152" y="140"/>
                </a:cubicBezTo>
                <a:cubicBezTo>
                  <a:pt x="153" y="140"/>
                  <a:pt x="154" y="140"/>
                  <a:pt x="154" y="139"/>
                </a:cubicBezTo>
                <a:cubicBezTo>
                  <a:pt x="248" y="79"/>
                  <a:pt x="248" y="79"/>
                  <a:pt x="248" y="79"/>
                </a:cubicBezTo>
                <a:lnTo>
                  <a:pt x="248" y="171"/>
                </a:lnTo>
                <a:close/>
                <a:moveTo>
                  <a:pt x="248" y="70"/>
                </a:moveTo>
                <a:cubicBezTo>
                  <a:pt x="152" y="131"/>
                  <a:pt x="152" y="131"/>
                  <a:pt x="152" y="131"/>
                </a:cubicBezTo>
                <a:cubicBezTo>
                  <a:pt x="56" y="70"/>
                  <a:pt x="56" y="70"/>
                  <a:pt x="56" y="70"/>
                </a:cubicBezTo>
                <a:cubicBezTo>
                  <a:pt x="56" y="68"/>
                  <a:pt x="56" y="68"/>
                  <a:pt x="56" y="68"/>
                </a:cubicBezTo>
                <a:cubicBezTo>
                  <a:pt x="56" y="66"/>
                  <a:pt x="58" y="64"/>
                  <a:pt x="60" y="64"/>
                </a:cubicBezTo>
                <a:cubicBezTo>
                  <a:pt x="244" y="64"/>
                  <a:pt x="244" y="64"/>
                  <a:pt x="244" y="64"/>
                </a:cubicBezTo>
                <a:cubicBezTo>
                  <a:pt x="246" y="64"/>
                  <a:pt x="248" y="66"/>
                  <a:pt x="248" y="68"/>
                </a:cubicBezTo>
                <a:lnTo>
                  <a:pt x="248" y="7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8" name="Freeform 48">
            <a:extLst>
              <a:ext uri="{FF2B5EF4-FFF2-40B4-BE49-F238E27FC236}">
                <a16:creationId xmlns:a16="http://schemas.microsoft.com/office/drawing/2014/main" id="{EEB87D26-BE4D-4F69-B725-55DA3259F92C}"/>
              </a:ext>
            </a:extLst>
          </p:cNvPr>
          <p:cNvSpPr>
            <a:spLocks noChangeAspect="1" noEditPoints="1"/>
          </p:cNvSpPr>
          <p:nvPr/>
        </p:nvSpPr>
        <p:spPr bwMode="auto">
          <a:xfrm>
            <a:off x="9281902" y="1521738"/>
            <a:ext cx="400050" cy="300038"/>
          </a:xfrm>
          <a:custGeom>
            <a:avLst/>
            <a:gdLst>
              <a:gd name="T0" fmla="*/ 248 w 256"/>
              <a:gd name="T1" fmla="*/ 160 h 192"/>
              <a:gd name="T2" fmla="*/ 228 w 256"/>
              <a:gd name="T3" fmla="*/ 0 h 192"/>
              <a:gd name="T4" fmla="*/ 8 w 256"/>
              <a:gd name="T5" fmla="*/ 20 h 192"/>
              <a:gd name="T6" fmla="*/ 4 w 256"/>
              <a:gd name="T7" fmla="*/ 160 h 192"/>
              <a:gd name="T8" fmla="*/ 28 w 256"/>
              <a:gd name="T9" fmla="*/ 192 h 192"/>
              <a:gd name="T10" fmla="*/ 256 w 256"/>
              <a:gd name="T11" fmla="*/ 164 h 192"/>
              <a:gd name="T12" fmla="*/ 16 w 256"/>
              <a:gd name="T13" fmla="*/ 20 h 192"/>
              <a:gd name="T14" fmla="*/ 228 w 256"/>
              <a:gd name="T15" fmla="*/ 8 h 192"/>
              <a:gd name="T16" fmla="*/ 240 w 256"/>
              <a:gd name="T17" fmla="*/ 160 h 192"/>
              <a:gd name="T18" fmla="*/ 228 w 256"/>
              <a:gd name="T19" fmla="*/ 24 h 192"/>
              <a:gd name="T20" fmla="*/ 32 w 256"/>
              <a:gd name="T21" fmla="*/ 20 h 192"/>
              <a:gd name="T22" fmla="*/ 28 w 256"/>
              <a:gd name="T23" fmla="*/ 160 h 192"/>
              <a:gd name="T24" fmla="*/ 16 w 256"/>
              <a:gd name="T25" fmla="*/ 20 h 192"/>
              <a:gd name="T26" fmla="*/ 220 w 256"/>
              <a:gd name="T27" fmla="*/ 160 h 192"/>
              <a:gd name="T28" fmla="*/ 160 w 256"/>
              <a:gd name="T29" fmla="*/ 164 h 192"/>
              <a:gd name="T30" fmla="*/ 100 w 256"/>
              <a:gd name="T31" fmla="*/ 168 h 192"/>
              <a:gd name="T32" fmla="*/ 92 w 256"/>
              <a:gd name="T33" fmla="*/ 160 h 192"/>
              <a:gd name="T34" fmla="*/ 36 w 256"/>
              <a:gd name="T35" fmla="*/ 28 h 192"/>
              <a:gd name="T36" fmla="*/ 228 w 256"/>
              <a:gd name="T37" fmla="*/ 184 h 192"/>
              <a:gd name="T38" fmla="*/ 8 w 256"/>
              <a:gd name="T39" fmla="*/ 168 h 192"/>
              <a:gd name="T40" fmla="*/ 100 w 256"/>
              <a:gd name="T41" fmla="*/ 176 h 192"/>
              <a:gd name="T42" fmla="*/ 167 w 256"/>
              <a:gd name="T43" fmla="*/ 168 h 192"/>
              <a:gd name="T44" fmla="*/ 228 w 256"/>
              <a:gd name="T45" fmla="*/ 184 h 192"/>
              <a:gd name="T46" fmla="*/ 185 w 256"/>
              <a:gd name="T47" fmla="*/ 69 h 192"/>
              <a:gd name="T48" fmla="*/ 167 w 256"/>
              <a:gd name="T49" fmla="*/ 99 h 192"/>
              <a:gd name="T50" fmla="*/ 130 w 256"/>
              <a:gd name="T51" fmla="*/ 100 h 192"/>
              <a:gd name="T52" fmla="*/ 110 w 256"/>
              <a:gd name="T53" fmla="*/ 100 h 192"/>
              <a:gd name="T54" fmla="*/ 130 w 256"/>
              <a:gd name="T55" fmla="*/ 100 h 192"/>
              <a:gd name="T56" fmla="*/ 81 w 256"/>
              <a:gd name="T57" fmla="*/ 97 h 192"/>
              <a:gd name="T58" fmla="*/ 71 w 256"/>
              <a:gd name="T59" fmla="*/ 119 h 192"/>
              <a:gd name="T60" fmla="*/ 96 w 256"/>
              <a:gd name="T61" fmla="*/ 96 h 192"/>
              <a:gd name="T62" fmla="*/ 96 w 256"/>
              <a:gd name="T63" fmla="*/ 80 h 192"/>
              <a:gd name="T64" fmla="*/ 96 w 256"/>
              <a:gd name="T65" fmla="*/ 96 h 192"/>
              <a:gd name="T66" fmla="*/ 64 w 256"/>
              <a:gd name="T67" fmla="*/ 128 h 192"/>
              <a:gd name="T68" fmla="*/ 48 w 256"/>
              <a:gd name="T69" fmla="*/ 128 h 192"/>
              <a:gd name="T70" fmla="*/ 148 w 256"/>
              <a:gd name="T71" fmla="*/ 120 h 192"/>
              <a:gd name="T72" fmla="*/ 148 w 256"/>
              <a:gd name="T73" fmla="*/ 104 h 192"/>
              <a:gd name="T74" fmla="*/ 148 w 256"/>
              <a:gd name="T75" fmla="*/ 120 h 192"/>
              <a:gd name="T76" fmla="*/ 208 w 256"/>
              <a:gd name="T77" fmla="*/ 60 h 192"/>
              <a:gd name="T78" fmla="*/ 192 w 256"/>
              <a:gd name="T79" fmla="*/ 6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6" h="192">
                <a:moveTo>
                  <a:pt x="252" y="160"/>
                </a:moveTo>
                <a:cubicBezTo>
                  <a:pt x="248" y="160"/>
                  <a:pt x="248" y="160"/>
                  <a:pt x="248" y="160"/>
                </a:cubicBezTo>
                <a:cubicBezTo>
                  <a:pt x="248" y="20"/>
                  <a:pt x="248" y="20"/>
                  <a:pt x="248" y="20"/>
                </a:cubicBezTo>
                <a:cubicBezTo>
                  <a:pt x="248" y="9"/>
                  <a:pt x="239" y="0"/>
                  <a:pt x="228" y="0"/>
                </a:cubicBezTo>
                <a:cubicBezTo>
                  <a:pt x="28" y="0"/>
                  <a:pt x="28" y="0"/>
                  <a:pt x="28" y="0"/>
                </a:cubicBezTo>
                <a:cubicBezTo>
                  <a:pt x="17" y="0"/>
                  <a:pt x="8" y="9"/>
                  <a:pt x="8" y="20"/>
                </a:cubicBezTo>
                <a:cubicBezTo>
                  <a:pt x="8" y="160"/>
                  <a:pt x="8" y="160"/>
                  <a:pt x="8" y="160"/>
                </a:cubicBezTo>
                <a:cubicBezTo>
                  <a:pt x="4" y="160"/>
                  <a:pt x="4" y="160"/>
                  <a:pt x="4" y="160"/>
                </a:cubicBezTo>
                <a:cubicBezTo>
                  <a:pt x="2" y="160"/>
                  <a:pt x="0" y="162"/>
                  <a:pt x="0" y="164"/>
                </a:cubicBezTo>
                <a:cubicBezTo>
                  <a:pt x="0" y="179"/>
                  <a:pt x="13" y="192"/>
                  <a:pt x="28" y="192"/>
                </a:cubicBezTo>
                <a:cubicBezTo>
                  <a:pt x="228" y="192"/>
                  <a:pt x="228" y="192"/>
                  <a:pt x="228" y="192"/>
                </a:cubicBezTo>
                <a:cubicBezTo>
                  <a:pt x="243" y="192"/>
                  <a:pt x="256" y="179"/>
                  <a:pt x="256" y="164"/>
                </a:cubicBezTo>
                <a:cubicBezTo>
                  <a:pt x="256" y="162"/>
                  <a:pt x="254" y="160"/>
                  <a:pt x="252" y="160"/>
                </a:cubicBezTo>
                <a:close/>
                <a:moveTo>
                  <a:pt x="16" y="20"/>
                </a:moveTo>
                <a:cubicBezTo>
                  <a:pt x="16" y="13"/>
                  <a:pt x="21" y="8"/>
                  <a:pt x="28" y="8"/>
                </a:cubicBezTo>
                <a:cubicBezTo>
                  <a:pt x="228" y="8"/>
                  <a:pt x="228" y="8"/>
                  <a:pt x="228" y="8"/>
                </a:cubicBezTo>
                <a:cubicBezTo>
                  <a:pt x="235" y="8"/>
                  <a:pt x="240" y="13"/>
                  <a:pt x="240" y="20"/>
                </a:cubicBezTo>
                <a:cubicBezTo>
                  <a:pt x="240" y="160"/>
                  <a:pt x="240" y="160"/>
                  <a:pt x="240" y="160"/>
                </a:cubicBezTo>
                <a:cubicBezTo>
                  <a:pt x="228" y="160"/>
                  <a:pt x="228" y="160"/>
                  <a:pt x="228" y="160"/>
                </a:cubicBezTo>
                <a:cubicBezTo>
                  <a:pt x="228" y="24"/>
                  <a:pt x="228" y="24"/>
                  <a:pt x="228" y="24"/>
                </a:cubicBezTo>
                <a:cubicBezTo>
                  <a:pt x="228" y="22"/>
                  <a:pt x="226" y="20"/>
                  <a:pt x="224" y="20"/>
                </a:cubicBezTo>
                <a:cubicBezTo>
                  <a:pt x="32" y="20"/>
                  <a:pt x="32" y="20"/>
                  <a:pt x="32" y="20"/>
                </a:cubicBezTo>
                <a:cubicBezTo>
                  <a:pt x="30" y="20"/>
                  <a:pt x="28" y="22"/>
                  <a:pt x="28" y="24"/>
                </a:cubicBezTo>
                <a:cubicBezTo>
                  <a:pt x="28" y="160"/>
                  <a:pt x="28" y="160"/>
                  <a:pt x="28" y="160"/>
                </a:cubicBezTo>
                <a:cubicBezTo>
                  <a:pt x="16" y="160"/>
                  <a:pt x="16" y="160"/>
                  <a:pt x="16" y="160"/>
                </a:cubicBezTo>
                <a:lnTo>
                  <a:pt x="16" y="20"/>
                </a:lnTo>
                <a:close/>
                <a:moveTo>
                  <a:pt x="220" y="28"/>
                </a:moveTo>
                <a:cubicBezTo>
                  <a:pt x="220" y="160"/>
                  <a:pt x="220" y="160"/>
                  <a:pt x="220" y="160"/>
                </a:cubicBezTo>
                <a:cubicBezTo>
                  <a:pt x="164" y="160"/>
                  <a:pt x="164" y="160"/>
                  <a:pt x="164" y="160"/>
                </a:cubicBezTo>
                <a:cubicBezTo>
                  <a:pt x="162" y="160"/>
                  <a:pt x="160" y="162"/>
                  <a:pt x="160" y="164"/>
                </a:cubicBezTo>
                <a:cubicBezTo>
                  <a:pt x="160" y="166"/>
                  <a:pt x="158" y="168"/>
                  <a:pt x="156" y="168"/>
                </a:cubicBezTo>
                <a:cubicBezTo>
                  <a:pt x="100" y="168"/>
                  <a:pt x="100" y="168"/>
                  <a:pt x="100" y="168"/>
                </a:cubicBezTo>
                <a:cubicBezTo>
                  <a:pt x="98" y="168"/>
                  <a:pt x="96" y="166"/>
                  <a:pt x="96" y="164"/>
                </a:cubicBezTo>
                <a:cubicBezTo>
                  <a:pt x="96" y="162"/>
                  <a:pt x="94" y="160"/>
                  <a:pt x="92" y="160"/>
                </a:cubicBezTo>
                <a:cubicBezTo>
                  <a:pt x="36" y="160"/>
                  <a:pt x="36" y="160"/>
                  <a:pt x="36" y="160"/>
                </a:cubicBezTo>
                <a:cubicBezTo>
                  <a:pt x="36" y="28"/>
                  <a:pt x="36" y="28"/>
                  <a:pt x="36" y="28"/>
                </a:cubicBezTo>
                <a:lnTo>
                  <a:pt x="220" y="28"/>
                </a:lnTo>
                <a:close/>
                <a:moveTo>
                  <a:pt x="228" y="184"/>
                </a:moveTo>
                <a:cubicBezTo>
                  <a:pt x="28" y="184"/>
                  <a:pt x="28" y="184"/>
                  <a:pt x="28" y="184"/>
                </a:cubicBezTo>
                <a:cubicBezTo>
                  <a:pt x="18" y="184"/>
                  <a:pt x="10" y="177"/>
                  <a:pt x="8" y="168"/>
                </a:cubicBezTo>
                <a:cubicBezTo>
                  <a:pt x="89" y="168"/>
                  <a:pt x="89" y="168"/>
                  <a:pt x="89" y="168"/>
                </a:cubicBezTo>
                <a:cubicBezTo>
                  <a:pt x="90" y="173"/>
                  <a:pt x="95" y="176"/>
                  <a:pt x="100" y="176"/>
                </a:cubicBezTo>
                <a:cubicBezTo>
                  <a:pt x="156" y="176"/>
                  <a:pt x="156" y="176"/>
                  <a:pt x="156" y="176"/>
                </a:cubicBezTo>
                <a:cubicBezTo>
                  <a:pt x="161" y="176"/>
                  <a:pt x="166" y="173"/>
                  <a:pt x="167" y="168"/>
                </a:cubicBezTo>
                <a:cubicBezTo>
                  <a:pt x="248" y="168"/>
                  <a:pt x="248" y="168"/>
                  <a:pt x="248" y="168"/>
                </a:cubicBezTo>
                <a:cubicBezTo>
                  <a:pt x="246" y="177"/>
                  <a:pt x="238" y="184"/>
                  <a:pt x="228" y="184"/>
                </a:cubicBezTo>
                <a:close/>
                <a:moveTo>
                  <a:pt x="191" y="75"/>
                </a:moveTo>
                <a:cubicBezTo>
                  <a:pt x="185" y="69"/>
                  <a:pt x="185" y="69"/>
                  <a:pt x="185" y="69"/>
                </a:cubicBezTo>
                <a:cubicBezTo>
                  <a:pt x="161" y="93"/>
                  <a:pt x="161" y="93"/>
                  <a:pt x="161" y="93"/>
                </a:cubicBezTo>
                <a:cubicBezTo>
                  <a:pt x="167" y="99"/>
                  <a:pt x="167" y="99"/>
                  <a:pt x="167" y="99"/>
                </a:cubicBezTo>
                <a:lnTo>
                  <a:pt x="191" y="75"/>
                </a:lnTo>
                <a:close/>
                <a:moveTo>
                  <a:pt x="130" y="100"/>
                </a:moveTo>
                <a:cubicBezTo>
                  <a:pt x="114" y="92"/>
                  <a:pt x="114" y="92"/>
                  <a:pt x="114" y="92"/>
                </a:cubicBezTo>
                <a:cubicBezTo>
                  <a:pt x="110" y="100"/>
                  <a:pt x="110" y="100"/>
                  <a:pt x="110" y="100"/>
                </a:cubicBezTo>
                <a:cubicBezTo>
                  <a:pt x="126" y="108"/>
                  <a:pt x="126" y="108"/>
                  <a:pt x="126" y="108"/>
                </a:cubicBezTo>
                <a:lnTo>
                  <a:pt x="130" y="100"/>
                </a:lnTo>
                <a:close/>
                <a:moveTo>
                  <a:pt x="87" y="103"/>
                </a:moveTo>
                <a:cubicBezTo>
                  <a:pt x="81" y="97"/>
                  <a:pt x="81" y="97"/>
                  <a:pt x="81" y="97"/>
                </a:cubicBezTo>
                <a:cubicBezTo>
                  <a:pt x="65" y="113"/>
                  <a:pt x="65" y="113"/>
                  <a:pt x="65" y="113"/>
                </a:cubicBezTo>
                <a:cubicBezTo>
                  <a:pt x="71" y="119"/>
                  <a:pt x="71" y="119"/>
                  <a:pt x="71" y="119"/>
                </a:cubicBezTo>
                <a:lnTo>
                  <a:pt x="87" y="103"/>
                </a:lnTo>
                <a:close/>
                <a:moveTo>
                  <a:pt x="96" y="96"/>
                </a:moveTo>
                <a:cubicBezTo>
                  <a:pt x="100" y="96"/>
                  <a:pt x="104" y="92"/>
                  <a:pt x="104" y="88"/>
                </a:cubicBezTo>
                <a:cubicBezTo>
                  <a:pt x="104" y="84"/>
                  <a:pt x="100" y="80"/>
                  <a:pt x="96" y="80"/>
                </a:cubicBezTo>
                <a:cubicBezTo>
                  <a:pt x="92" y="80"/>
                  <a:pt x="88" y="84"/>
                  <a:pt x="88" y="88"/>
                </a:cubicBezTo>
                <a:cubicBezTo>
                  <a:pt x="88" y="92"/>
                  <a:pt x="92" y="96"/>
                  <a:pt x="96" y="96"/>
                </a:cubicBezTo>
                <a:close/>
                <a:moveTo>
                  <a:pt x="56" y="136"/>
                </a:moveTo>
                <a:cubicBezTo>
                  <a:pt x="60" y="136"/>
                  <a:pt x="64" y="132"/>
                  <a:pt x="64" y="128"/>
                </a:cubicBezTo>
                <a:cubicBezTo>
                  <a:pt x="64" y="124"/>
                  <a:pt x="60" y="120"/>
                  <a:pt x="56" y="120"/>
                </a:cubicBezTo>
                <a:cubicBezTo>
                  <a:pt x="52" y="120"/>
                  <a:pt x="48" y="124"/>
                  <a:pt x="48" y="128"/>
                </a:cubicBezTo>
                <a:cubicBezTo>
                  <a:pt x="48" y="132"/>
                  <a:pt x="52" y="136"/>
                  <a:pt x="56" y="136"/>
                </a:cubicBezTo>
                <a:close/>
                <a:moveTo>
                  <a:pt x="148" y="120"/>
                </a:moveTo>
                <a:cubicBezTo>
                  <a:pt x="152" y="120"/>
                  <a:pt x="156" y="116"/>
                  <a:pt x="156" y="112"/>
                </a:cubicBezTo>
                <a:cubicBezTo>
                  <a:pt x="156" y="108"/>
                  <a:pt x="152" y="104"/>
                  <a:pt x="148" y="104"/>
                </a:cubicBezTo>
                <a:cubicBezTo>
                  <a:pt x="144" y="104"/>
                  <a:pt x="140" y="108"/>
                  <a:pt x="140" y="112"/>
                </a:cubicBezTo>
                <a:cubicBezTo>
                  <a:pt x="140" y="116"/>
                  <a:pt x="144" y="120"/>
                  <a:pt x="148" y="120"/>
                </a:cubicBezTo>
                <a:close/>
                <a:moveTo>
                  <a:pt x="200" y="68"/>
                </a:moveTo>
                <a:cubicBezTo>
                  <a:pt x="204" y="68"/>
                  <a:pt x="208" y="64"/>
                  <a:pt x="208" y="60"/>
                </a:cubicBezTo>
                <a:cubicBezTo>
                  <a:pt x="208" y="56"/>
                  <a:pt x="204" y="52"/>
                  <a:pt x="200" y="52"/>
                </a:cubicBezTo>
                <a:cubicBezTo>
                  <a:pt x="196" y="52"/>
                  <a:pt x="192" y="56"/>
                  <a:pt x="192" y="60"/>
                </a:cubicBezTo>
                <a:cubicBezTo>
                  <a:pt x="192" y="64"/>
                  <a:pt x="196" y="68"/>
                  <a:pt x="200" y="6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1" name="Freeform 52">
            <a:extLst>
              <a:ext uri="{FF2B5EF4-FFF2-40B4-BE49-F238E27FC236}">
                <a16:creationId xmlns:a16="http://schemas.microsoft.com/office/drawing/2014/main" id="{326C2659-14D2-4DE8-9B9B-C7BD379870B8}"/>
              </a:ext>
            </a:extLst>
          </p:cNvPr>
          <p:cNvSpPr>
            <a:spLocks noChangeAspect="1" noEditPoints="1"/>
          </p:cNvSpPr>
          <p:nvPr/>
        </p:nvSpPr>
        <p:spPr bwMode="auto">
          <a:xfrm>
            <a:off x="10281298" y="1471732"/>
            <a:ext cx="336550" cy="400050"/>
          </a:xfrm>
          <a:custGeom>
            <a:avLst/>
            <a:gdLst>
              <a:gd name="T0" fmla="*/ 124 w 216"/>
              <a:gd name="T1" fmla="*/ 32 h 256"/>
              <a:gd name="T2" fmla="*/ 140 w 216"/>
              <a:gd name="T3" fmla="*/ 28 h 256"/>
              <a:gd name="T4" fmla="*/ 128 w 216"/>
              <a:gd name="T5" fmla="*/ 0 h 256"/>
              <a:gd name="T6" fmla="*/ 76 w 216"/>
              <a:gd name="T7" fmla="*/ 12 h 256"/>
              <a:gd name="T8" fmla="*/ 80 w 216"/>
              <a:gd name="T9" fmla="*/ 32 h 256"/>
              <a:gd name="T10" fmla="*/ 92 w 216"/>
              <a:gd name="T11" fmla="*/ 41 h 256"/>
              <a:gd name="T12" fmla="*/ 108 w 216"/>
              <a:gd name="T13" fmla="*/ 256 h 256"/>
              <a:gd name="T14" fmla="*/ 124 w 216"/>
              <a:gd name="T15" fmla="*/ 41 h 256"/>
              <a:gd name="T16" fmla="*/ 84 w 216"/>
              <a:gd name="T17" fmla="*/ 12 h 256"/>
              <a:gd name="T18" fmla="*/ 128 w 216"/>
              <a:gd name="T19" fmla="*/ 8 h 256"/>
              <a:gd name="T20" fmla="*/ 132 w 216"/>
              <a:gd name="T21" fmla="*/ 24 h 256"/>
              <a:gd name="T22" fmla="*/ 112 w 216"/>
              <a:gd name="T23" fmla="*/ 32 h 256"/>
              <a:gd name="T24" fmla="*/ 116 w 216"/>
              <a:gd name="T25" fmla="*/ 40 h 256"/>
              <a:gd name="T26" fmla="*/ 100 w 216"/>
              <a:gd name="T27" fmla="*/ 40 h 256"/>
              <a:gd name="T28" fmla="*/ 96 w 216"/>
              <a:gd name="T29" fmla="*/ 24 h 256"/>
              <a:gd name="T30" fmla="*/ 108 w 216"/>
              <a:gd name="T31" fmla="*/ 248 h 256"/>
              <a:gd name="T32" fmla="*/ 108 w 216"/>
              <a:gd name="T33" fmla="*/ 48 h 256"/>
              <a:gd name="T34" fmla="*/ 108 w 216"/>
              <a:gd name="T35" fmla="*/ 248 h 256"/>
              <a:gd name="T36" fmla="*/ 104 w 216"/>
              <a:gd name="T37" fmla="*/ 76 h 256"/>
              <a:gd name="T38" fmla="*/ 176 w 216"/>
              <a:gd name="T39" fmla="*/ 148 h 256"/>
              <a:gd name="T40" fmla="*/ 44 w 216"/>
              <a:gd name="T41" fmla="*/ 171 h 256"/>
              <a:gd name="T42" fmla="*/ 36 w 216"/>
              <a:gd name="T43" fmla="*/ 173 h 256"/>
              <a:gd name="T44" fmla="*/ 184 w 216"/>
              <a:gd name="T45" fmla="*/ 148 h 256"/>
              <a:gd name="T46" fmla="*/ 108 w 216"/>
              <a:gd name="T47" fmla="*/ 164 h 256"/>
              <a:gd name="T48" fmla="*/ 124 w 216"/>
              <a:gd name="T49" fmla="*/ 152 h 256"/>
              <a:gd name="T50" fmla="*/ 140 w 216"/>
              <a:gd name="T51" fmla="*/ 148 h 256"/>
              <a:gd name="T52" fmla="*/ 124 w 216"/>
              <a:gd name="T53" fmla="*/ 144 h 256"/>
              <a:gd name="T54" fmla="*/ 108 w 216"/>
              <a:gd name="T55" fmla="*/ 132 h 256"/>
              <a:gd name="T56" fmla="*/ 36 w 216"/>
              <a:gd name="T57" fmla="*/ 144 h 256"/>
              <a:gd name="T58" fmla="*/ 36 w 216"/>
              <a:gd name="T59" fmla="*/ 152 h 256"/>
              <a:gd name="T60" fmla="*/ 108 w 216"/>
              <a:gd name="T61" fmla="*/ 164 h 256"/>
              <a:gd name="T62" fmla="*/ 116 w 216"/>
              <a:gd name="T63" fmla="*/ 148 h 256"/>
              <a:gd name="T64" fmla="*/ 100 w 216"/>
              <a:gd name="T65" fmla="*/ 1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 h="256">
                <a:moveTo>
                  <a:pt x="124" y="41"/>
                </a:moveTo>
                <a:cubicBezTo>
                  <a:pt x="124" y="32"/>
                  <a:pt x="124" y="32"/>
                  <a:pt x="124" y="32"/>
                </a:cubicBezTo>
                <a:cubicBezTo>
                  <a:pt x="136" y="32"/>
                  <a:pt x="136" y="32"/>
                  <a:pt x="136" y="32"/>
                </a:cubicBezTo>
                <a:cubicBezTo>
                  <a:pt x="138" y="32"/>
                  <a:pt x="140" y="30"/>
                  <a:pt x="140" y="28"/>
                </a:cubicBezTo>
                <a:cubicBezTo>
                  <a:pt x="140" y="12"/>
                  <a:pt x="140" y="12"/>
                  <a:pt x="140" y="12"/>
                </a:cubicBezTo>
                <a:cubicBezTo>
                  <a:pt x="140" y="5"/>
                  <a:pt x="135" y="0"/>
                  <a:pt x="128" y="0"/>
                </a:cubicBezTo>
                <a:cubicBezTo>
                  <a:pt x="88" y="0"/>
                  <a:pt x="88" y="0"/>
                  <a:pt x="88" y="0"/>
                </a:cubicBezTo>
                <a:cubicBezTo>
                  <a:pt x="81" y="0"/>
                  <a:pt x="76" y="5"/>
                  <a:pt x="76" y="12"/>
                </a:cubicBezTo>
                <a:cubicBezTo>
                  <a:pt x="76" y="28"/>
                  <a:pt x="76" y="28"/>
                  <a:pt x="76" y="28"/>
                </a:cubicBezTo>
                <a:cubicBezTo>
                  <a:pt x="76" y="30"/>
                  <a:pt x="78" y="32"/>
                  <a:pt x="80" y="32"/>
                </a:cubicBezTo>
                <a:cubicBezTo>
                  <a:pt x="92" y="32"/>
                  <a:pt x="92" y="32"/>
                  <a:pt x="92" y="32"/>
                </a:cubicBezTo>
                <a:cubicBezTo>
                  <a:pt x="92" y="41"/>
                  <a:pt x="92" y="41"/>
                  <a:pt x="92" y="41"/>
                </a:cubicBezTo>
                <a:cubicBezTo>
                  <a:pt x="40" y="49"/>
                  <a:pt x="0" y="94"/>
                  <a:pt x="0" y="148"/>
                </a:cubicBezTo>
                <a:cubicBezTo>
                  <a:pt x="0" y="208"/>
                  <a:pt x="48" y="256"/>
                  <a:pt x="108" y="256"/>
                </a:cubicBezTo>
                <a:cubicBezTo>
                  <a:pt x="168" y="256"/>
                  <a:pt x="216" y="208"/>
                  <a:pt x="216" y="148"/>
                </a:cubicBezTo>
                <a:cubicBezTo>
                  <a:pt x="216" y="94"/>
                  <a:pt x="176" y="49"/>
                  <a:pt x="124" y="41"/>
                </a:cubicBezTo>
                <a:close/>
                <a:moveTo>
                  <a:pt x="84" y="24"/>
                </a:moveTo>
                <a:cubicBezTo>
                  <a:pt x="84" y="12"/>
                  <a:pt x="84" y="12"/>
                  <a:pt x="84" y="12"/>
                </a:cubicBezTo>
                <a:cubicBezTo>
                  <a:pt x="84" y="10"/>
                  <a:pt x="86" y="8"/>
                  <a:pt x="88" y="8"/>
                </a:cubicBezTo>
                <a:cubicBezTo>
                  <a:pt x="128" y="8"/>
                  <a:pt x="128" y="8"/>
                  <a:pt x="128" y="8"/>
                </a:cubicBezTo>
                <a:cubicBezTo>
                  <a:pt x="130" y="8"/>
                  <a:pt x="132" y="10"/>
                  <a:pt x="132" y="12"/>
                </a:cubicBezTo>
                <a:cubicBezTo>
                  <a:pt x="132" y="24"/>
                  <a:pt x="132" y="24"/>
                  <a:pt x="132" y="24"/>
                </a:cubicBezTo>
                <a:cubicBezTo>
                  <a:pt x="112" y="24"/>
                  <a:pt x="112" y="24"/>
                  <a:pt x="112" y="24"/>
                </a:cubicBezTo>
                <a:cubicBezTo>
                  <a:pt x="112" y="32"/>
                  <a:pt x="112" y="32"/>
                  <a:pt x="112" y="32"/>
                </a:cubicBezTo>
                <a:cubicBezTo>
                  <a:pt x="116" y="32"/>
                  <a:pt x="116" y="32"/>
                  <a:pt x="116" y="32"/>
                </a:cubicBezTo>
                <a:cubicBezTo>
                  <a:pt x="116" y="40"/>
                  <a:pt x="116" y="40"/>
                  <a:pt x="116" y="40"/>
                </a:cubicBezTo>
                <a:cubicBezTo>
                  <a:pt x="113" y="40"/>
                  <a:pt x="111" y="40"/>
                  <a:pt x="108" y="40"/>
                </a:cubicBezTo>
                <a:cubicBezTo>
                  <a:pt x="105" y="40"/>
                  <a:pt x="103" y="40"/>
                  <a:pt x="100" y="40"/>
                </a:cubicBezTo>
                <a:cubicBezTo>
                  <a:pt x="100" y="28"/>
                  <a:pt x="100" y="28"/>
                  <a:pt x="100" y="28"/>
                </a:cubicBezTo>
                <a:cubicBezTo>
                  <a:pt x="100" y="26"/>
                  <a:pt x="98" y="24"/>
                  <a:pt x="96" y="24"/>
                </a:cubicBezTo>
                <a:lnTo>
                  <a:pt x="84" y="24"/>
                </a:lnTo>
                <a:close/>
                <a:moveTo>
                  <a:pt x="108" y="248"/>
                </a:moveTo>
                <a:cubicBezTo>
                  <a:pt x="53" y="248"/>
                  <a:pt x="8" y="203"/>
                  <a:pt x="8" y="148"/>
                </a:cubicBezTo>
                <a:cubicBezTo>
                  <a:pt x="8" y="93"/>
                  <a:pt x="53" y="48"/>
                  <a:pt x="108" y="48"/>
                </a:cubicBezTo>
                <a:cubicBezTo>
                  <a:pt x="163" y="48"/>
                  <a:pt x="208" y="93"/>
                  <a:pt x="208" y="148"/>
                </a:cubicBezTo>
                <a:cubicBezTo>
                  <a:pt x="208" y="203"/>
                  <a:pt x="163" y="248"/>
                  <a:pt x="108" y="248"/>
                </a:cubicBezTo>
                <a:close/>
                <a:moveTo>
                  <a:pt x="108" y="72"/>
                </a:moveTo>
                <a:cubicBezTo>
                  <a:pt x="106" y="72"/>
                  <a:pt x="104" y="74"/>
                  <a:pt x="104" y="76"/>
                </a:cubicBezTo>
                <a:cubicBezTo>
                  <a:pt x="104" y="78"/>
                  <a:pt x="106" y="80"/>
                  <a:pt x="108" y="80"/>
                </a:cubicBezTo>
                <a:cubicBezTo>
                  <a:pt x="145" y="80"/>
                  <a:pt x="176" y="111"/>
                  <a:pt x="176" y="148"/>
                </a:cubicBezTo>
                <a:cubicBezTo>
                  <a:pt x="176" y="185"/>
                  <a:pt x="145" y="216"/>
                  <a:pt x="108" y="216"/>
                </a:cubicBezTo>
                <a:cubicBezTo>
                  <a:pt x="79" y="216"/>
                  <a:pt x="53" y="198"/>
                  <a:pt x="44" y="171"/>
                </a:cubicBezTo>
                <a:cubicBezTo>
                  <a:pt x="43" y="169"/>
                  <a:pt x="41" y="167"/>
                  <a:pt x="39" y="168"/>
                </a:cubicBezTo>
                <a:cubicBezTo>
                  <a:pt x="37" y="169"/>
                  <a:pt x="36" y="171"/>
                  <a:pt x="36" y="173"/>
                </a:cubicBezTo>
                <a:cubicBezTo>
                  <a:pt x="47" y="204"/>
                  <a:pt x="76" y="224"/>
                  <a:pt x="108" y="224"/>
                </a:cubicBezTo>
                <a:cubicBezTo>
                  <a:pt x="150" y="224"/>
                  <a:pt x="184" y="190"/>
                  <a:pt x="184" y="148"/>
                </a:cubicBezTo>
                <a:cubicBezTo>
                  <a:pt x="184" y="106"/>
                  <a:pt x="150" y="72"/>
                  <a:pt x="108" y="72"/>
                </a:cubicBezTo>
                <a:close/>
                <a:moveTo>
                  <a:pt x="108" y="164"/>
                </a:moveTo>
                <a:cubicBezTo>
                  <a:pt x="115" y="164"/>
                  <a:pt x="122" y="159"/>
                  <a:pt x="123" y="152"/>
                </a:cubicBezTo>
                <a:cubicBezTo>
                  <a:pt x="124" y="152"/>
                  <a:pt x="124" y="152"/>
                  <a:pt x="124" y="152"/>
                </a:cubicBezTo>
                <a:cubicBezTo>
                  <a:pt x="136" y="152"/>
                  <a:pt x="136" y="152"/>
                  <a:pt x="136" y="152"/>
                </a:cubicBezTo>
                <a:cubicBezTo>
                  <a:pt x="138" y="152"/>
                  <a:pt x="140" y="150"/>
                  <a:pt x="140" y="148"/>
                </a:cubicBezTo>
                <a:cubicBezTo>
                  <a:pt x="140" y="146"/>
                  <a:pt x="138" y="144"/>
                  <a:pt x="136" y="144"/>
                </a:cubicBezTo>
                <a:cubicBezTo>
                  <a:pt x="124" y="144"/>
                  <a:pt x="124" y="144"/>
                  <a:pt x="124" y="144"/>
                </a:cubicBezTo>
                <a:cubicBezTo>
                  <a:pt x="124" y="144"/>
                  <a:pt x="124" y="144"/>
                  <a:pt x="123" y="144"/>
                </a:cubicBezTo>
                <a:cubicBezTo>
                  <a:pt x="122" y="137"/>
                  <a:pt x="115" y="132"/>
                  <a:pt x="108" y="132"/>
                </a:cubicBezTo>
                <a:cubicBezTo>
                  <a:pt x="101" y="132"/>
                  <a:pt x="94" y="137"/>
                  <a:pt x="93" y="144"/>
                </a:cubicBezTo>
                <a:cubicBezTo>
                  <a:pt x="36" y="144"/>
                  <a:pt x="36" y="144"/>
                  <a:pt x="36" y="144"/>
                </a:cubicBezTo>
                <a:cubicBezTo>
                  <a:pt x="34" y="144"/>
                  <a:pt x="32" y="146"/>
                  <a:pt x="32" y="148"/>
                </a:cubicBezTo>
                <a:cubicBezTo>
                  <a:pt x="32" y="150"/>
                  <a:pt x="34" y="152"/>
                  <a:pt x="36" y="152"/>
                </a:cubicBezTo>
                <a:cubicBezTo>
                  <a:pt x="93" y="152"/>
                  <a:pt x="93" y="152"/>
                  <a:pt x="93" y="152"/>
                </a:cubicBezTo>
                <a:cubicBezTo>
                  <a:pt x="94" y="159"/>
                  <a:pt x="101" y="164"/>
                  <a:pt x="108" y="164"/>
                </a:cubicBezTo>
                <a:close/>
                <a:moveTo>
                  <a:pt x="108" y="140"/>
                </a:moveTo>
                <a:cubicBezTo>
                  <a:pt x="112" y="140"/>
                  <a:pt x="116" y="144"/>
                  <a:pt x="116" y="148"/>
                </a:cubicBezTo>
                <a:cubicBezTo>
                  <a:pt x="116" y="152"/>
                  <a:pt x="112" y="156"/>
                  <a:pt x="108" y="156"/>
                </a:cubicBezTo>
                <a:cubicBezTo>
                  <a:pt x="104" y="156"/>
                  <a:pt x="100" y="152"/>
                  <a:pt x="100" y="148"/>
                </a:cubicBezTo>
                <a:cubicBezTo>
                  <a:pt x="100" y="144"/>
                  <a:pt x="104" y="140"/>
                  <a:pt x="108" y="14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4" name="Freeform 56">
            <a:extLst>
              <a:ext uri="{FF2B5EF4-FFF2-40B4-BE49-F238E27FC236}">
                <a16:creationId xmlns:a16="http://schemas.microsoft.com/office/drawing/2014/main" id="{6F0D02CF-82ED-4E21-B950-78A2BA8485CB}"/>
              </a:ext>
            </a:extLst>
          </p:cNvPr>
          <p:cNvSpPr>
            <a:spLocks noChangeAspect="1" noEditPoints="1"/>
          </p:cNvSpPr>
          <p:nvPr/>
        </p:nvSpPr>
        <p:spPr bwMode="auto">
          <a:xfrm>
            <a:off x="11217194" y="1471732"/>
            <a:ext cx="400050" cy="400050"/>
          </a:xfrm>
          <a:custGeom>
            <a:avLst/>
            <a:gdLst>
              <a:gd name="T0" fmla="*/ 120 w 256"/>
              <a:gd name="T1" fmla="*/ 188 h 256"/>
              <a:gd name="T2" fmla="*/ 256 w 256"/>
              <a:gd name="T3" fmla="*/ 188 h 256"/>
              <a:gd name="T4" fmla="*/ 188 w 256"/>
              <a:gd name="T5" fmla="*/ 248 h 256"/>
              <a:gd name="T6" fmla="*/ 188 w 256"/>
              <a:gd name="T7" fmla="*/ 128 h 256"/>
              <a:gd name="T8" fmla="*/ 188 w 256"/>
              <a:gd name="T9" fmla="*/ 248 h 256"/>
              <a:gd name="T10" fmla="*/ 192 w 256"/>
              <a:gd name="T11" fmla="*/ 184 h 256"/>
              <a:gd name="T12" fmla="*/ 188 w 256"/>
              <a:gd name="T13" fmla="*/ 148 h 256"/>
              <a:gd name="T14" fmla="*/ 184 w 256"/>
              <a:gd name="T15" fmla="*/ 188 h 256"/>
              <a:gd name="T16" fmla="*/ 224 w 256"/>
              <a:gd name="T17" fmla="*/ 192 h 256"/>
              <a:gd name="T18" fmla="*/ 224 w 256"/>
              <a:gd name="T19" fmla="*/ 184 h 256"/>
              <a:gd name="T20" fmla="*/ 12 w 256"/>
              <a:gd name="T21" fmla="*/ 204 h 256"/>
              <a:gd name="T22" fmla="*/ 8 w 256"/>
              <a:gd name="T23" fmla="*/ 24 h 256"/>
              <a:gd name="T24" fmla="*/ 40 w 256"/>
              <a:gd name="T25" fmla="*/ 20 h 256"/>
              <a:gd name="T26" fmla="*/ 44 w 256"/>
              <a:gd name="T27" fmla="*/ 32 h 256"/>
              <a:gd name="T28" fmla="*/ 48 w 256"/>
              <a:gd name="T29" fmla="*/ 20 h 256"/>
              <a:gd name="T30" fmla="*/ 76 w 256"/>
              <a:gd name="T31" fmla="*/ 28 h 256"/>
              <a:gd name="T32" fmla="*/ 84 w 256"/>
              <a:gd name="T33" fmla="*/ 28 h 256"/>
              <a:gd name="T34" fmla="*/ 112 w 256"/>
              <a:gd name="T35" fmla="*/ 20 h 256"/>
              <a:gd name="T36" fmla="*/ 116 w 256"/>
              <a:gd name="T37" fmla="*/ 32 h 256"/>
              <a:gd name="T38" fmla="*/ 120 w 256"/>
              <a:gd name="T39" fmla="*/ 20 h 256"/>
              <a:gd name="T40" fmla="*/ 148 w 256"/>
              <a:gd name="T41" fmla="*/ 28 h 256"/>
              <a:gd name="T42" fmla="*/ 156 w 256"/>
              <a:gd name="T43" fmla="*/ 28 h 256"/>
              <a:gd name="T44" fmla="*/ 184 w 256"/>
              <a:gd name="T45" fmla="*/ 20 h 256"/>
              <a:gd name="T46" fmla="*/ 188 w 256"/>
              <a:gd name="T47" fmla="*/ 32 h 256"/>
              <a:gd name="T48" fmla="*/ 192 w 256"/>
              <a:gd name="T49" fmla="*/ 20 h 256"/>
              <a:gd name="T50" fmla="*/ 224 w 256"/>
              <a:gd name="T51" fmla="*/ 24 h 256"/>
              <a:gd name="T52" fmla="*/ 228 w 256"/>
              <a:gd name="T53" fmla="*/ 116 h 256"/>
              <a:gd name="T54" fmla="*/ 232 w 256"/>
              <a:gd name="T55" fmla="*/ 24 h 256"/>
              <a:gd name="T56" fmla="*/ 192 w 256"/>
              <a:gd name="T57" fmla="*/ 12 h 256"/>
              <a:gd name="T58" fmla="*/ 188 w 256"/>
              <a:gd name="T59" fmla="*/ 0 h 256"/>
              <a:gd name="T60" fmla="*/ 184 w 256"/>
              <a:gd name="T61" fmla="*/ 12 h 256"/>
              <a:gd name="T62" fmla="*/ 156 w 256"/>
              <a:gd name="T63" fmla="*/ 4 h 256"/>
              <a:gd name="T64" fmla="*/ 148 w 256"/>
              <a:gd name="T65" fmla="*/ 4 h 256"/>
              <a:gd name="T66" fmla="*/ 120 w 256"/>
              <a:gd name="T67" fmla="*/ 12 h 256"/>
              <a:gd name="T68" fmla="*/ 116 w 256"/>
              <a:gd name="T69" fmla="*/ 0 h 256"/>
              <a:gd name="T70" fmla="*/ 112 w 256"/>
              <a:gd name="T71" fmla="*/ 12 h 256"/>
              <a:gd name="T72" fmla="*/ 84 w 256"/>
              <a:gd name="T73" fmla="*/ 4 h 256"/>
              <a:gd name="T74" fmla="*/ 76 w 256"/>
              <a:gd name="T75" fmla="*/ 4 h 256"/>
              <a:gd name="T76" fmla="*/ 48 w 256"/>
              <a:gd name="T77" fmla="*/ 12 h 256"/>
              <a:gd name="T78" fmla="*/ 44 w 256"/>
              <a:gd name="T79" fmla="*/ 0 h 256"/>
              <a:gd name="T80" fmla="*/ 40 w 256"/>
              <a:gd name="T81" fmla="*/ 12 h 256"/>
              <a:gd name="T82" fmla="*/ 0 w 256"/>
              <a:gd name="T83" fmla="*/ 24 h 256"/>
              <a:gd name="T84" fmla="*/ 12 w 256"/>
              <a:gd name="T85" fmla="*/ 212 h 256"/>
              <a:gd name="T86" fmla="*/ 108 w 256"/>
              <a:gd name="T87" fmla="*/ 208 h 256"/>
              <a:gd name="T88" fmla="*/ 24 w 256"/>
              <a:gd name="T89" fmla="*/ 64 h 256"/>
              <a:gd name="T90" fmla="*/ 208 w 256"/>
              <a:gd name="T91" fmla="*/ 56 h 256"/>
              <a:gd name="T92" fmla="*/ 24 w 256"/>
              <a:gd name="T93" fmla="*/ 6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56">
                <a:moveTo>
                  <a:pt x="188" y="120"/>
                </a:moveTo>
                <a:cubicBezTo>
                  <a:pt x="151" y="120"/>
                  <a:pt x="120" y="151"/>
                  <a:pt x="120" y="188"/>
                </a:cubicBezTo>
                <a:cubicBezTo>
                  <a:pt x="120" y="225"/>
                  <a:pt x="151" y="256"/>
                  <a:pt x="188" y="256"/>
                </a:cubicBezTo>
                <a:cubicBezTo>
                  <a:pt x="225" y="256"/>
                  <a:pt x="256" y="225"/>
                  <a:pt x="256" y="188"/>
                </a:cubicBezTo>
                <a:cubicBezTo>
                  <a:pt x="256" y="151"/>
                  <a:pt x="225" y="120"/>
                  <a:pt x="188" y="120"/>
                </a:cubicBezTo>
                <a:close/>
                <a:moveTo>
                  <a:pt x="188" y="248"/>
                </a:moveTo>
                <a:cubicBezTo>
                  <a:pt x="155" y="248"/>
                  <a:pt x="128" y="221"/>
                  <a:pt x="128" y="188"/>
                </a:cubicBezTo>
                <a:cubicBezTo>
                  <a:pt x="128" y="155"/>
                  <a:pt x="155" y="128"/>
                  <a:pt x="188" y="128"/>
                </a:cubicBezTo>
                <a:cubicBezTo>
                  <a:pt x="221" y="128"/>
                  <a:pt x="248" y="155"/>
                  <a:pt x="248" y="188"/>
                </a:cubicBezTo>
                <a:cubicBezTo>
                  <a:pt x="248" y="221"/>
                  <a:pt x="221" y="248"/>
                  <a:pt x="188" y="248"/>
                </a:cubicBezTo>
                <a:close/>
                <a:moveTo>
                  <a:pt x="224" y="184"/>
                </a:moveTo>
                <a:cubicBezTo>
                  <a:pt x="192" y="184"/>
                  <a:pt x="192" y="184"/>
                  <a:pt x="192" y="184"/>
                </a:cubicBezTo>
                <a:cubicBezTo>
                  <a:pt x="192" y="152"/>
                  <a:pt x="192" y="152"/>
                  <a:pt x="192" y="152"/>
                </a:cubicBezTo>
                <a:cubicBezTo>
                  <a:pt x="192" y="150"/>
                  <a:pt x="190" y="148"/>
                  <a:pt x="188" y="148"/>
                </a:cubicBezTo>
                <a:cubicBezTo>
                  <a:pt x="186" y="148"/>
                  <a:pt x="184" y="150"/>
                  <a:pt x="184" y="152"/>
                </a:cubicBezTo>
                <a:cubicBezTo>
                  <a:pt x="184" y="188"/>
                  <a:pt x="184" y="188"/>
                  <a:pt x="184" y="188"/>
                </a:cubicBezTo>
                <a:cubicBezTo>
                  <a:pt x="184" y="190"/>
                  <a:pt x="186" y="192"/>
                  <a:pt x="188" y="192"/>
                </a:cubicBezTo>
                <a:cubicBezTo>
                  <a:pt x="224" y="192"/>
                  <a:pt x="224" y="192"/>
                  <a:pt x="224" y="192"/>
                </a:cubicBezTo>
                <a:cubicBezTo>
                  <a:pt x="226" y="192"/>
                  <a:pt x="228" y="190"/>
                  <a:pt x="228" y="188"/>
                </a:cubicBezTo>
                <a:cubicBezTo>
                  <a:pt x="228" y="186"/>
                  <a:pt x="226" y="184"/>
                  <a:pt x="224" y="184"/>
                </a:cubicBezTo>
                <a:close/>
                <a:moveTo>
                  <a:pt x="104" y="204"/>
                </a:moveTo>
                <a:cubicBezTo>
                  <a:pt x="12" y="204"/>
                  <a:pt x="12" y="204"/>
                  <a:pt x="12" y="204"/>
                </a:cubicBezTo>
                <a:cubicBezTo>
                  <a:pt x="10" y="204"/>
                  <a:pt x="8" y="202"/>
                  <a:pt x="8" y="200"/>
                </a:cubicBezTo>
                <a:cubicBezTo>
                  <a:pt x="8" y="24"/>
                  <a:pt x="8" y="24"/>
                  <a:pt x="8" y="24"/>
                </a:cubicBezTo>
                <a:cubicBezTo>
                  <a:pt x="8" y="22"/>
                  <a:pt x="10" y="20"/>
                  <a:pt x="12" y="20"/>
                </a:cubicBezTo>
                <a:cubicBezTo>
                  <a:pt x="40" y="20"/>
                  <a:pt x="40" y="20"/>
                  <a:pt x="40" y="20"/>
                </a:cubicBezTo>
                <a:cubicBezTo>
                  <a:pt x="40" y="28"/>
                  <a:pt x="40" y="28"/>
                  <a:pt x="40" y="28"/>
                </a:cubicBezTo>
                <a:cubicBezTo>
                  <a:pt x="40" y="30"/>
                  <a:pt x="42" y="32"/>
                  <a:pt x="44" y="32"/>
                </a:cubicBezTo>
                <a:cubicBezTo>
                  <a:pt x="46" y="32"/>
                  <a:pt x="48" y="30"/>
                  <a:pt x="48" y="28"/>
                </a:cubicBezTo>
                <a:cubicBezTo>
                  <a:pt x="48" y="20"/>
                  <a:pt x="48" y="20"/>
                  <a:pt x="48" y="20"/>
                </a:cubicBezTo>
                <a:cubicBezTo>
                  <a:pt x="76" y="20"/>
                  <a:pt x="76" y="20"/>
                  <a:pt x="76" y="20"/>
                </a:cubicBezTo>
                <a:cubicBezTo>
                  <a:pt x="76" y="28"/>
                  <a:pt x="76" y="28"/>
                  <a:pt x="76" y="28"/>
                </a:cubicBezTo>
                <a:cubicBezTo>
                  <a:pt x="76" y="30"/>
                  <a:pt x="78" y="32"/>
                  <a:pt x="80" y="32"/>
                </a:cubicBezTo>
                <a:cubicBezTo>
                  <a:pt x="82" y="32"/>
                  <a:pt x="84" y="30"/>
                  <a:pt x="84" y="28"/>
                </a:cubicBezTo>
                <a:cubicBezTo>
                  <a:pt x="84" y="20"/>
                  <a:pt x="84" y="20"/>
                  <a:pt x="84" y="20"/>
                </a:cubicBezTo>
                <a:cubicBezTo>
                  <a:pt x="112" y="20"/>
                  <a:pt x="112" y="20"/>
                  <a:pt x="112" y="20"/>
                </a:cubicBezTo>
                <a:cubicBezTo>
                  <a:pt x="112" y="28"/>
                  <a:pt x="112" y="28"/>
                  <a:pt x="112" y="28"/>
                </a:cubicBezTo>
                <a:cubicBezTo>
                  <a:pt x="112" y="30"/>
                  <a:pt x="114" y="32"/>
                  <a:pt x="116" y="32"/>
                </a:cubicBezTo>
                <a:cubicBezTo>
                  <a:pt x="118" y="32"/>
                  <a:pt x="120" y="30"/>
                  <a:pt x="120" y="28"/>
                </a:cubicBezTo>
                <a:cubicBezTo>
                  <a:pt x="120" y="20"/>
                  <a:pt x="120" y="20"/>
                  <a:pt x="120" y="20"/>
                </a:cubicBezTo>
                <a:cubicBezTo>
                  <a:pt x="148" y="20"/>
                  <a:pt x="148" y="20"/>
                  <a:pt x="148" y="20"/>
                </a:cubicBezTo>
                <a:cubicBezTo>
                  <a:pt x="148" y="28"/>
                  <a:pt x="148" y="28"/>
                  <a:pt x="148" y="28"/>
                </a:cubicBezTo>
                <a:cubicBezTo>
                  <a:pt x="148" y="30"/>
                  <a:pt x="150" y="32"/>
                  <a:pt x="152" y="32"/>
                </a:cubicBezTo>
                <a:cubicBezTo>
                  <a:pt x="154" y="32"/>
                  <a:pt x="156" y="30"/>
                  <a:pt x="156" y="28"/>
                </a:cubicBezTo>
                <a:cubicBezTo>
                  <a:pt x="156" y="20"/>
                  <a:pt x="156" y="20"/>
                  <a:pt x="156" y="20"/>
                </a:cubicBezTo>
                <a:cubicBezTo>
                  <a:pt x="184" y="20"/>
                  <a:pt x="184" y="20"/>
                  <a:pt x="184" y="20"/>
                </a:cubicBezTo>
                <a:cubicBezTo>
                  <a:pt x="184" y="28"/>
                  <a:pt x="184" y="28"/>
                  <a:pt x="184" y="28"/>
                </a:cubicBezTo>
                <a:cubicBezTo>
                  <a:pt x="184" y="30"/>
                  <a:pt x="186" y="32"/>
                  <a:pt x="188" y="32"/>
                </a:cubicBezTo>
                <a:cubicBezTo>
                  <a:pt x="190" y="32"/>
                  <a:pt x="192" y="30"/>
                  <a:pt x="192" y="28"/>
                </a:cubicBezTo>
                <a:cubicBezTo>
                  <a:pt x="192" y="20"/>
                  <a:pt x="192" y="20"/>
                  <a:pt x="192" y="20"/>
                </a:cubicBezTo>
                <a:cubicBezTo>
                  <a:pt x="220" y="20"/>
                  <a:pt x="220" y="20"/>
                  <a:pt x="220" y="20"/>
                </a:cubicBezTo>
                <a:cubicBezTo>
                  <a:pt x="222" y="20"/>
                  <a:pt x="224" y="22"/>
                  <a:pt x="224" y="24"/>
                </a:cubicBezTo>
                <a:cubicBezTo>
                  <a:pt x="224" y="112"/>
                  <a:pt x="224" y="112"/>
                  <a:pt x="224" y="112"/>
                </a:cubicBezTo>
                <a:cubicBezTo>
                  <a:pt x="224" y="114"/>
                  <a:pt x="226" y="116"/>
                  <a:pt x="228" y="116"/>
                </a:cubicBezTo>
                <a:cubicBezTo>
                  <a:pt x="230" y="116"/>
                  <a:pt x="232" y="114"/>
                  <a:pt x="232" y="112"/>
                </a:cubicBezTo>
                <a:cubicBezTo>
                  <a:pt x="232" y="24"/>
                  <a:pt x="232" y="24"/>
                  <a:pt x="232" y="24"/>
                </a:cubicBezTo>
                <a:cubicBezTo>
                  <a:pt x="232" y="17"/>
                  <a:pt x="227" y="12"/>
                  <a:pt x="220" y="12"/>
                </a:cubicBezTo>
                <a:cubicBezTo>
                  <a:pt x="192" y="12"/>
                  <a:pt x="192" y="12"/>
                  <a:pt x="192" y="12"/>
                </a:cubicBezTo>
                <a:cubicBezTo>
                  <a:pt x="192" y="4"/>
                  <a:pt x="192" y="4"/>
                  <a:pt x="192" y="4"/>
                </a:cubicBezTo>
                <a:cubicBezTo>
                  <a:pt x="192" y="2"/>
                  <a:pt x="190" y="0"/>
                  <a:pt x="188" y="0"/>
                </a:cubicBezTo>
                <a:cubicBezTo>
                  <a:pt x="186" y="0"/>
                  <a:pt x="184" y="2"/>
                  <a:pt x="184" y="4"/>
                </a:cubicBezTo>
                <a:cubicBezTo>
                  <a:pt x="184" y="12"/>
                  <a:pt x="184" y="12"/>
                  <a:pt x="184" y="12"/>
                </a:cubicBezTo>
                <a:cubicBezTo>
                  <a:pt x="156" y="12"/>
                  <a:pt x="156" y="12"/>
                  <a:pt x="156" y="12"/>
                </a:cubicBezTo>
                <a:cubicBezTo>
                  <a:pt x="156" y="4"/>
                  <a:pt x="156" y="4"/>
                  <a:pt x="156" y="4"/>
                </a:cubicBezTo>
                <a:cubicBezTo>
                  <a:pt x="156" y="2"/>
                  <a:pt x="154" y="0"/>
                  <a:pt x="152" y="0"/>
                </a:cubicBezTo>
                <a:cubicBezTo>
                  <a:pt x="150" y="0"/>
                  <a:pt x="148" y="2"/>
                  <a:pt x="148" y="4"/>
                </a:cubicBezTo>
                <a:cubicBezTo>
                  <a:pt x="148" y="12"/>
                  <a:pt x="148" y="12"/>
                  <a:pt x="148" y="12"/>
                </a:cubicBezTo>
                <a:cubicBezTo>
                  <a:pt x="120" y="12"/>
                  <a:pt x="120" y="12"/>
                  <a:pt x="120" y="12"/>
                </a:cubicBezTo>
                <a:cubicBezTo>
                  <a:pt x="120" y="4"/>
                  <a:pt x="120" y="4"/>
                  <a:pt x="120" y="4"/>
                </a:cubicBezTo>
                <a:cubicBezTo>
                  <a:pt x="120" y="2"/>
                  <a:pt x="118" y="0"/>
                  <a:pt x="116" y="0"/>
                </a:cubicBezTo>
                <a:cubicBezTo>
                  <a:pt x="114" y="0"/>
                  <a:pt x="112" y="2"/>
                  <a:pt x="112" y="4"/>
                </a:cubicBezTo>
                <a:cubicBezTo>
                  <a:pt x="112" y="12"/>
                  <a:pt x="112" y="12"/>
                  <a:pt x="112" y="12"/>
                </a:cubicBezTo>
                <a:cubicBezTo>
                  <a:pt x="84" y="12"/>
                  <a:pt x="84" y="12"/>
                  <a:pt x="84" y="12"/>
                </a:cubicBezTo>
                <a:cubicBezTo>
                  <a:pt x="84" y="4"/>
                  <a:pt x="84" y="4"/>
                  <a:pt x="84" y="4"/>
                </a:cubicBezTo>
                <a:cubicBezTo>
                  <a:pt x="84" y="2"/>
                  <a:pt x="82" y="0"/>
                  <a:pt x="80" y="0"/>
                </a:cubicBezTo>
                <a:cubicBezTo>
                  <a:pt x="78" y="0"/>
                  <a:pt x="76" y="2"/>
                  <a:pt x="76" y="4"/>
                </a:cubicBezTo>
                <a:cubicBezTo>
                  <a:pt x="76" y="12"/>
                  <a:pt x="76" y="12"/>
                  <a:pt x="76" y="12"/>
                </a:cubicBezTo>
                <a:cubicBezTo>
                  <a:pt x="48" y="12"/>
                  <a:pt x="48" y="12"/>
                  <a:pt x="48" y="12"/>
                </a:cubicBezTo>
                <a:cubicBezTo>
                  <a:pt x="48" y="4"/>
                  <a:pt x="48" y="4"/>
                  <a:pt x="48" y="4"/>
                </a:cubicBezTo>
                <a:cubicBezTo>
                  <a:pt x="48" y="2"/>
                  <a:pt x="46" y="0"/>
                  <a:pt x="44" y="0"/>
                </a:cubicBezTo>
                <a:cubicBezTo>
                  <a:pt x="42" y="0"/>
                  <a:pt x="40" y="2"/>
                  <a:pt x="40" y="4"/>
                </a:cubicBezTo>
                <a:cubicBezTo>
                  <a:pt x="40" y="12"/>
                  <a:pt x="40" y="12"/>
                  <a:pt x="40" y="12"/>
                </a:cubicBezTo>
                <a:cubicBezTo>
                  <a:pt x="12" y="12"/>
                  <a:pt x="12" y="12"/>
                  <a:pt x="12" y="12"/>
                </a:cubicBezTo>
                <a:cubicBezTo>
                  <a:pt x="5" y="12"/>
                  <a:pt x="0" y="17"/>
                  <a:pt x="0" y="24"/>
                </a:cubicBezTo>
                <a:cubicBezTo>
                  <a:pt x="0" y="200"/>
                  <a:pt x="0" y="200"/>
                  <a:pt x="0" y="200"/>
                </a:cubicBezTo>
                <a:cubicBezTo>
                  <a:pt x="0" y="207"/>
                  <a:pt x="5" y="212"/>
                  <a:pt x="12" y="212"/>
                </a:cubicBezTo>
                <a:cubicBezTo>
                  <a:pt x="104" y="212"/>
                  <a:pt x="104" y="212"/>
                  <a:pt x="104" y="212"/>
                </a:cubicBezTo>
                <a:cubicBezTo>
                  <a:pt x="106" y="212"/>
                  <a:pt x="108" y="210"/>
                  <a:pt x="108" y="208"/>
                </a:cubicBezTo>
                <a:cubicBezTo>
                  <a:pt x="108" y="206"/>
                  <a:pt x="106" y="204"/>
                  <a:pt x="104" y="204"/>
                </a:cubicBezTo>
                <a:close/>
                <a:moveTo>
                  <a:pt x="24" y="64"/>
                </a:moveTo>
                <a:cubicBezTo>
                  <a:pt x="208" y="64"/>
                  <a:pt x="208" y="64"/>
                  <a:pt x="208" y="64"/>
                </a:cubicBezTo>
                <a:cubicBezTo>
                  <a:pt x="208" y="56"/>
                  <a:pt x="208" y="56"/>
                  <a:pt x="208" y="56"/>
                </a:cubicBezTo>
                <a:cubicBezTo>
                  <a:pt x="24" y="56"/>
                  <a:pt x="24" y="56"/>
                  <a:pt x="24" y="56"/>
                </a:cubicBezTo>
                <a:lnTo>
                  <a:pt x="24" y="6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66" name="Freeform 60">
            <a:extLst>
              <a:ext uri="{FF2B5EF4-FFF2-40B4-BE49-F238E27FC236}">
                <a16:creationId xmlns:a16="http://schemas.microsoft.com/office/drawing/2014/main" id="{7E3CF6A6-39FF-403C-ABD3-C1B2499A58CF}"/>
              </a:ext>
            </a:extLst>
          </p:cNvPr>
          <p:cNvSpPr>
            <a:spLocks noChangeAspect="1" noEditPoints="1"/>
          </p:cNvSpPr>
          <p:nvPr/>
        </p:nvSpPr>
        <p:spPr bwMode="auto">
          <a:xfrm>
            <a:off x="573088" y="2441575"/>
            <a:ext cx="400050" cy="374650"/>
          </a:xfrm>
          <a:custGeom>
            <a:avLst/>
            <a:gdLst>
              <a:gd name="T0" fmla="*/ 140 w 256"/>
              <a:gd name="T1" fmla="*/ 24 h 240"/>
              <a:gd name="T2" fmla="*/ 236 w 256"/>
              <a:gd name="T3" fmla="*/ 16 h 240"/>
              <a:gd name="T4" fmla="*/ 236 w 256"/>
              <a:gd name="T5" fmla="*/ 24 h 240"/>
              <a:gd name="T6" fmla="*/ 200 w 256"/>
              <a:gd name="T7" fmla="*/ 226 h 240"/>
              <a:gd name="T8" fmla="*/ 224 w 256"/>
              <a:gd name="T9" fmla="*/ 184 h 240"/>
              <a:gd name="T10" fmla="*/ 192 w 256"/>
              <a:gd name="T11" fmla="*/ 192 h 240"/>
              <a:gd name="T12" fmla="*/ 8 w 256"/>
              <a:gd name="T13" fmla="*/ 220 h 240"/>
              <a:gd name="T14" fmla="*/ 52 w 256"/>
              <a:gd name="T15" fmla="*/ 24 h 240"/>
              <a:gd name="T16" fmla="*/ 0 w 256"/>
              <a:gd name="T17" fmla="*/ 36 h 240"/>
              <a:gd name="T18" fmla="*/ 196 w 256"/>
              <a:gd name="T19" fmla="*/ 240 h 240"/>
              <a:gd name="T20" fmla="*/ 256 w 256"/>
              <a:gd name="T21" fmla="*/ 180 h 240"/>
              <a:gd name="T22" fmla="*/ 116 w 256"/>
              <a:gd name="T23" fmla="*/ 16 h 240"/>
              <a:gd name="T24" fmla="*/ 116 w 256"/>
              <a:gd name="T25" fmla="*/ 24 h 240"/>
              <a:gd name="T26" fmla="*/ 28 w 256"/>
              <a:gd name="T27" fmla="*/ 72 h 240"/>
              <a:gd name="T28" fmla="*/ 228 w 256"/>
              <a:gd name="T29" fmla="*/ 80 h 240"/>
              <a:gd name="T30" fmla="*/ 228 w 256"/>
              <a:gd name="T31" fmla="*/ 104 h 240"/>
              <a:gd name="T32" fmla="*/ 192 w 256"/>
              <a:gd name="T33" fmla="*/ 140 h 240"/>
              <a:gd name="T34" fmla="*/ 232 w 256"/>
              <a:gd name="T35" fmla="*/ 140 h 240"/>
              <a:gd name="T36" fmla="*/ 224 w 256"/>
              <a:gd name="T37" fmla="*/ 136 h 240"/>
              <a:gd name="T38" fmla="*/ 224 w 256"/>
              <a:gd name="T39" fmla="*/ 112 h 240"/>
              <a:gd name="T40" fmla="*/ 140 w 256"/>
              <a:gd name="T41" fmla="*/ 160 h 240"/>
              <a:gd name="T42" fmla="*/ 140 w 256"/>
              <a:gd name="T43" fmla="*/ 200 h 240"/>
              <a:gd name="T44" fmla="*/ 176 w 256"/>
              <a:gd name="T45" fmla="*/ 164 h 240"/>
              <a:gd name="T46" fmla="*/ 144 w 256"/>
              <a:gd name="T47" fmla="*/ 192 h 240"/>
              <a:gd name="T48" fmla="*/ 168 w 256"/>
              <a:gd name="T49" fmla="*/ 192 h 240"/>
              <a:gd name="T50" fmla="*/ 140 w 256"/>
              <a:gd name="T51" fmla="*/ 104 h 240"/>
              <a:gd name="T52" fmla="*/ 140 w 256"/>
              <a:gd name="T53" fmla="*/ 144 h 240"/>
              <a:gd name="T54" fmla="*/ 176 w 256"/>
              <a:gd name="T55" fmla="*/ 108 h 240"/>
              <a:gd name="T56" fmla="*/ 144 w 256"/>
              <a:gd name="T57" fmla="*/ 112 h 240"/>
              <a:gd name="T58" fmla="*/ 64 w 256"/>
              <a:gd name="T59" fmla="*/ 108 h 240"/>
              <a:gd name="T60" fmla="*/ 24 w 256"/>
              <a:gd name="T61" fmla="*/ 108 h 240"/>
              <a:gd name="T62" fmla="*/ 60 w 256"/>
              <a:gd name="T63" fmla="*/ 144 h 240"/>
              <a:gd name="T64" fmla="*/ 56 w 256"/>
              <a:gd name="T65" fmla="*/ 136 h 240"/>
              <a:gd name="T66" fmla="*/ 56 w 256"/>
              <a:gd name="T67" fmla="*/ 112 h 240"/>
              <a:gd name="T68" fmla="*/ 28 w 256"/>
              <a:gd name="T69" fmla="*/ 160 h 240"/>
              <a:gd name="T70" fmla="*/ 28 w 256"/>
              <a:gd name="T71" fmla="*/ 200 h 240"/>
              <a:gd name="T72" fmla="*/ 64 w 256"/>
              <a:gd name="T73" fmla="*/ 164 h 240"/>
              <a:gd name="T74" fmla="*/ 32 w 256"/>
              <a:gd name="T75" fmla="*/ 192 h 240"/>
              <a:gd name="T76" fmla="*/ 56 w 256"/>
              <a:gd name="T77" fmla="*/ 192 h 240"/>
              <a:gd name="T78" fmla="*/ 96 w 256"/>
              <a:gd name="T79" fmla="*/ 133 h 240"/>
              <a:gd name="T80" fmla="*/ 77 w 256"/>
              <a:gd name="T81" fmla="*/ 122 h 240"/>
              <a:gd name="T82" fmla="*/ 96 w 256"/>
              <a:gd name="T83" fmla="*/ 144 h 240"/>
              <a:gd name="T84" fmla="*/ 122 w 256"/>
              <a:gd name="T85" fmla="*/ 97 h 240"/>
              <a:gd name="T86" fmla="*/ 80 w 256"/>
              <a:gd name="T87" fmla="*/ 196 h 240"/>
              <a:gd name="T88" fmla="*/ 120 w 256"/>
              <a:gd name="T89" fmla="*/ 196 h 240"/>
              <a:gd name="T90" fmla="*/ 84 w 256"/>
              <a:gd name="T91" fmla="*/ 160 h 240"/>
              <a:gd name="T92" fmla="*/ 88 w 256"/>
              <a:gd name="T93" fmla="*/ 168 h 240"/>
              <a:gd name="T94" fmla="*/ 64 w 256"/>
              <a:gd name="T95" fmla="*/ 56 h 240"/>
              <a:gd name="T96" fmla="*/ 68 w 256"/>
              <a:gd name="T97" fmla="*/ 40 h 240"/>
              <a:gd name="T98" fmla="*/ 60 w 256"/>
              <a:gd name="T99" fmla="*/ 4 h 240"/>
              <a:gd name="T100" fmla="*/ 56 w 256"/>
              <a:gd name="T101" fmla="*/ 48 h 240"/>
              <a:gd name="T102" fmla="*/ 136 w 256"/>
              <a:gd name="T103" fmla="*/ 48 h 240"/>
              <a:gd name="T104" fmla="*/ 132 w 256"/>
              <a:gd name="T105" fmla="*/ 4 h 240"/>
              <a:gd name="T106" fmla="*/ 124 w 256"/>
              <a:gd name="T107" fmla="*/ 40 h 240"/>
              <a:gd name="T108" fmla="*/ 128 w 256"/>
              <a:gd name="T109" fmla="*/ 56 h 240"/>
              <a:gd name="T110" fmla="*/ 200 w 256"/>
              <a:gd name="T111" fmla="*/ 41 h 240"/>
              <a:gd name="T112" fmla="*/ 196 w 256"/>
              <a:gd name="T113" fmla="*/ 0 h 240"/>
              <a:gd name="T114" fmla="*/ 192 w 256"/>
              <a:gd name="T115" fmla="*/ 4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240">
                <a:moveTo>
                  <a:pt x="184" y="16"/>
                </a:moveTo>
                <a:cubicBezTo>
                  <a:pt x="140" y="16"/>
                  <a:pt x="140" y="16"/>
                  <a:pt x="140" y="16"/>
                </a:cubicBezTo>
                <a:cubicBezTo>
                  <a:pt x="140" y="24"/>
                  <a:pt x="140" y="24"/>
                  <a:pt x="140" y="24"/>
                </a:cubicBezTo>
                <a:cubicBezTo>
                  <a:pt x="184" y="24"/>
                  <a:pt x="184" y="24"/>
                  <a:pt x="184" y="24"/>
                </a:cubicBezTo>
                <a:lnTo>
                  <a:pt x="184" y="16"/>
                </a:lnTo>
                <a:close/>
                <a:moveTo>
                  <a:pt x="236" y="16"/>
                </a:moveTo>
                <a:cubicBezTo>
                  <a:pt x="208" y="16"/>
                  <a:pt x="208" y="16"/>
                  <a:pt x="208" y="16"/>
                </a:cubicBezTo>
                <a:cubicBezTo>
                  <a:pt x="208" y="24"/>
                  <a:pt x="208" y="24"/>
                  <a:pt x="208" y="24"/>
                </a:cubicBezTo>
                <a:cubicBezTo>
                  <a:pt x="236" y="24"/>
                  <a:pt x="236" y="24"/>
                  <a:pt x="236" y="24"/>
                </a:cubicBezTo>
                <a:cubicBezTo>
                  <a:pt x="243" y="24"/>
                  <a:pt x="248" y="29"/>
                  <a:pt x="248" y="36"/>
                </a:cubicBezTo>
                <a:cubicBezTo>
                  <a:pt x="248" y="178"/>
                  <a:pt x="248" y="178"/>
                  <a:pt x="248" y="178"/>
                </a:cubicBezTo>
                <a:cubicBezTo>
                  <a:pt x="200" y="226"/>
                  <a:pt x="200" y="226"/>
                  <a:pt x="200" y="226"/>
                </a:cubicBezTo>
                <a:cubicBezTo>
                  <a:pt x="200" y="192"/>
                  <a:pt x="200" y="192"/>
                  <a:pt x="200" y="192"/>
                </a:cubicBezTo>
                <a:cubicBezTo>
                  <a:pt x="200" y="188"/>
                  <a:pt x="204" y="184"/>
                  <a:pt x="208" y="184"/>
                </a:cubicBezTo>
                <a:cubicBezTo>
                  <a:pt x="224" y="184"/>
                  <a:pt x="224" y="184"/>
                  <a:pt x="224" y="184"/>
                </a:cubicBezTo>
                <a:cubicBezTo>
                  <a:pt x="224" y="176"/>
                  <a:pt x="224" y="176"/>
                  <a:pt x="224" y="176"/>
                </a:cubicBezTo>
                <a:cubicBezTo>
                  <a:pt x="208" y="176"/>
                  <a:pt x="208" y="176"/>
                  <a:pt x="208" y="176"/>
                </a:cubicBezTo>
                <a:cubicBezTo>
                  <a:pt x="199" y="176"/>
                  <a:pt x="192" y="183"/>
                  <a:pt x="192" y="192"/>
                </a:cubicBezTo>
                <a:cubicBezTo>
                  <a:pt x="192" y="232"/>
                  <a:pt x="192" y="232"/>
                  <a:pt x="192" y="232"/>
                </a:cubicBezTo>
                <a:cubicBezTo>
                  <a:pt x="20" y="232"/>
                  <a:pt x="20" y="232"/>
                  <a:pt x="20" y="232"/>
                </a:cubicBezTo>
                <a:cubicBezTo>
                  <a:pt x="13" y="232"/>
                  <a:pt x="8" y="227"/>
                  <a:pt x="8" y="220"/>
                </a:cubicBezTo>
                <a:cubicBezTo>
                  <a:pt x="8" y="36"/>
                  <a:pt x="8" y="36"/>
                  <a:pt x="8" y="36"/>
                </a:cubicBezTo>
                <a:cubicBezTo>
                  <a:pt x="8" y="29"/>
                  <a:pt x="13" y="24"/>
                  <a:pt x="20" y="24"/>
                </a:cubicBezTo>
                <a:cubicBezTo>
                  <a:pt x="52" y="24"/>
                  <a:pt x="52" y="24"/>
                  <a:pt x="52" y="24"/>
                </a:cubicBezTo>
                <a:cubicBezTo>
                  <a:pt x="52" y="16"/>
                  <a:pt x="52" y="16"/>
                  <a:pt x="52" y="16"/>
                </a:cubicBezTo>
                <a:cubicBezTo>
                  <a:pt x="20" y="16"/>
                  <a:pt x="20" y="16"/>
                  <a:pt x="20" y="16"/>
                </a:cubicBezTo>
                <a:cubicBezTo>
                  <a:pt x="9" y="16"/>
                  <a:pt x="0" y="25"/>
                  <a:pt x="0" y="36"/>
                </a:cubicBezTo>
                <a:cubicBezTo>
                  <a:pt x="0" y="220"/>
                  <a:pt x="0" y="220"/>
                  <a:pt x="0" y="220"/>
                </a:cubicBezTo>
                <a:cubicBezTo>
                  <a:pt x="0" y="231"/>
                  <a:pt x="9" y="240"/>
                  <a:pt x="20" y="240"/>
                </a:cubicBezTo>
                <a:cubicBezTo>
                  <a:pt x="196" y="240"/>
                  <a:pt x="196" y="240"/>
                  <a:pt x="196" y="240"/>
                </a:cubicBezTo>
                <a:cubicBezTo>
                  <a:pt x="197" y="240"/>
                  <a:pt x="198" y="240"/>
                  <a:pt x="199" y="239"/>
                </a:cubicBezTo>
                <a:cubicBezTo>
                  <a:pt x="255" y="183"/>
                  <a:pt x="255" y="183"/>
                  <a:pt x="255" y="183"/>
                </a:cubicBezTo>
                <a:cubicBezTo>
                  <a:pt x="256" y="182"/>
                  <a:pt x="256" y="181"/>
                  <a:pt x="256" y="180"/>
                </a:cubicBezTo>
                <a:cubicBezTo>
                  <a:pt x="256" y="36"/>
                  <a:pt x="256" y="36"/>
                  <a:pt x="256" y="36"/>
                </a:cubicBezTo>
                <a:cubicBezTo>
                  <a:pt x="256" y="25"/>
                  <a:pt x="247" y="16"/>
                  <a:pt x="236" y="16"/>
                </a:cubicBezTo>
                <a:close/>
                <a:moveTo>
                  <a:pt x="116" y="16"/>
                </a:moveTo>
                <a:cubicBezTo>
                  <a:pt x="76" y="16"/>
                  <a:pt x="76" y="16"/>
                  <a:pt x="76" y="16"/>
                </a:cubicBezTo>
                <a:cubicBezTo>
                  <a:pt x="76" y="24"/>
                  <a:pt x="76" y="24"/>
                  <a:pt x="76" y="24"/>
                </a:cubicBezTo>
                <a:cubicBezTo>
                  <a:pt x="116" y="24"/>
                  <a:pt x="116" y="24"/>
                  <a:pt x="116" y="24"/>
                </a:cubicBezTo>
                <a:lnTo>
                  <a:pt x="116" y="16"/>
                </a:lnTo>
                <a:close/>
                <a:moveTo>
                  <a:pt x="228" y="72"/>
                </a:moveTo>
                <a:cubicBezTo>
                  <a:pt x="28" y="72"/>
                  <a:pt x="28" y="72"/>
                  <a:pt x="28" y="72"/>
                </a:cubicBezTo>
                <a:cubicBezTo>
                  <a:pt x="26" y="72"/>
                  <a:pt x="24" y="74"/>
                  <a:pt x="24" y="76"/>
                </a:cubicBezTo>
                <a:cubicBezTo>
                  <a:pt x="24" y="78"/>
                  <a:pt x="26" y="80"/>
                  <a:pt x="28" y="80"/>
                </a:cubicBezTo>
                <a:cubicBezTo>
                  <a:pt x="228" y="80"/>
                  <a:pt x="228" y="80"/>
                  <a:pt x="228" y="80"/>
                </a:cubicBezTo>
                <a:cubicBezTo>
                  <a:pt x="230" y="80"/>
                  <a:pt x="232" y="78"/>
                  <a:pt x="232" y="76"/>
                </a:cubicBezTo>
                <a:cubicBezTo>
                  <a:pt x="232" y="74"/>
                  <a:pt x="230" y="72"/>
                  <a:pt x="228" y="72"/>
                </a:cubicBezTo>
                <a:close/>
                <a:moveTo>
                  <a:pt x="228" y="104"/>
                </a:moveTo>
                <a:cubicBezTo>
                  <a:pt x="196" y="104"/>
                  <a:pt x="196" y="104"/>
                  <a:pt x="196" y="104"/>
                </a:cubicBezTo>
                <a:cubicBezTo>
                  <a:pt x="194" y="104"/>
                  <a:pt x="192" y="106"/>
                  <a:pt x="192" y="108"/>
                </a:cubicBezTo>
                <a:cubicBezTo>
                  <a:pt x="192" y="140"/>
                  <a:pt x="192" y="140"/>
                  <a:pt x="192" y="140"/>
                </a:cubicBezTo>
                <a:cubicBezTo>
                  <a:pt x="192" y="142"/>
                  <a:pt x="194" y="144"/>
                  <a:pt x="196" y="144"/>
                </a:cubicBezTo>
                <a:cubicBezTo>
                  <a:pt x="228" y="144"/>
                  <a:pt x="228" y="144"/>
                  <a:pt x="228" y="144"/>
                </a:cubicBezTo>
                <a:cubicBezTo>
                  <a:pt x="230" y="144"/>
                  <a:pt x="232" y="142"/>
                  <a:pt x="232" y="140"/>
                </a:cubicBezTo>
                <a:cubicBezTo>
                  <a:pt x="232" y="108"/>
                  <a:pt x="232" y="108"/>
                  <a:pt x="232" y="108"/>
                </a:cubicBezTo>
                <a:cubicBezTo>
                  <a:pt x="232" y="106"/>
                  <a:pt x="230" y="104"/>
                  <a:pt x="228" y="104"/>
                </a:cubicBezTo>
                <a:close/>
                <a:moveTo>
                  <a:pt x="224" y="136"/>
                </a:moveTo>
                <a:cubicBezTo>
                  <a:pt x="200" y="136"/>
                  <a:pt x="200" y="136"/>
                  <a:pt x="200" y="136"/>
                </a:cubicBezTo>
                <a:cubicBezTo>
                  <a:pt x="200" y="112"/>
                  <a:pt x="200" y="112"/>
                  <a:pt x="200" y="112"/>
                </a:cubicBezTo>
                <a:cubicBezTo>
                  <a:pt x="224" y="112"/>
                  <a:pt x="224" y="112"/>
                  <a:pt x="224" y="112"/>
                </a:cubicBezTo>
                <a:lnTo>
                  <a:pt x="224" y="136"/>
                </a:lnTo>
                <a:close/>
                <a:moveTo>
                  <a:pt x="172" y="160"/>
                </a:moveTo>
                <a:cubicBezTo>
                  <a:pt x="140" y="160"/>
                  <a:pt x="140" y="160"/>
                  <a:pt x="140" y="160"/>
                </a:cubicBezTo>
                <a:cubicBezTo>
                  <a:pt x="138" y="160"/>
                  <a:pt x="136" y="162"/>
                  <a:pt x="136" y="164"/>
                </a:cubicBezTo>
                <a:cubicBezTo>
                  <a:pt x="136" y="196"/>
                  <a:pt x="136" y="196"/>
                  <a:pt x="136" y="196"/>
                </a:cubicBezTo>
                <a:cubicBezTo>
                  <a:pt x="136" y="198"/>
                  <a:pt x="138" y="200"/>
                  <a:pt x="140" y="200"/>
                </a:cubicBezTo>
                <a:cubicBezTo>
                  <a:pt x="172" y="200"/>
                  <a:pt x="172" y="200"/>
                  <a:pt x="172" y="200"/>
                </a:cubicBezTo>
                <a:cubicBezTo>
                  <a:pt x="174" y="200"/>
                  <a:pt x="176" y="198"/>
                  <a:pt x="176" y="196"/>
                </a:cubicBezTo>
                <a:cubicBezTo>
                  <a:pt x="176" y="164"/>
                  <a:pt x="176" y="164"/>
                  <a:pt x="176" y="164"/>
                </a:cubicBezTo>
                <a:cubicBezTo>
                  <a:pt x="176" y="162"/>
                  <a:pt x="174" y="160"/>
                  <a:pt x="172" y="160"/>
                </a:cubicBezTo>
                <a:close/>
                <a:moveTo>
                  <a:pt x="168" y="192"/>
                </a:moveTo>
                <a:cubicBezTo>
                  <a:pt x="144" y="192"/>
                  <a:pt x="144" y="192"/>
                  <a:pt x="144" y="192"/>
                </a:cubicBezTo>
                <a:cubicBezTo>
                  <a:pt x="144" y="168"/>
                  <a:pt x="144" y="168"/>
                  <a:pt x="144" y="168"/>
                </a:cubicBezTo>
                <a:cubicBezTo>
                  <a:pt x="168" y="168"/>
                  <a:pt x="168" y="168"/>
                  <a:pt x="168" y="168"/>
                </a:cubicBezTo>
                <a:lnTo>
                  <a:pt x="168" y="192"/>
                </a:lnTo>
                <a:close/>
                <a:moveTo>
                  <a:pt x="176" y="108"/>
                </a:moveTo>
                <a:cubicBezTo>
                  <a:pt x="176" y="106"/>
                  <a:pt x="174" y="104"/>
                  <a:pt x="172" y="104"/>
                </a:cubicBezTo>
                <a:cubicBezTo>
                  <a:pt x="140" y="104"/>
                  <a:pt x="140" y="104"/>
                  <a:pt x="140" y="104"/>
                </a:cubicBezTo>
                <a:cubicBezTo>
                  <a:pt x="138" y="104"/>
                  <a:pt x="136" y="106"/>
                  <a:pt x="136" y="108"/>
                </a:cubicBezTo>
                <a:cubicBezTo>
                  <a:pt x="136" y="140"/>
                  <a:pt x="136" y="140"/>
                  <a:pt x="136" y="140"/>
                </a:cubicBezTo>
                <a:cubicBezTo>
                  <a:pt x="136" y="142"/>
                  <a:pt x="138" y="144"/>
                  <a:pt x="140" y="144"/>
                </a:cubicBezTo>
                <a:cubicBezTo>
                  <a:pt x="172" y="144"/>
                  <a:pt x="172" y="144"/>
                  <a:pt x="172" y="144"/>
                </a:cubicBezTo>
                <a:cubicBezTo>
                  <a:pt x="174" y="144"/>
                  <a:pt x="176" y="142"/>
                  <a:pt x="176" y="140"/>
                </a:cubicBezTo>
                <a:lnTo>
                  <a:pt x="176" y="108"/>
                </a:lnTo>
                <a:close/>
                <a:moveTo>
                  <a:pt x="168" y="136"/>
                </a:moveTo>
                <a:cubicBezTo>
                  <a:pt x="144" y="136"/>
                  <a:pt x="144" y="136"/>
                  <a:pt x="144" y="136"/>
                </a:cubicBezTo>
                <a:cubicBezTo>
                  <a:pt x="144" y="112"/>
                  <a:pt x="144" y="112"/>
                  <a:pt x="144" y="112"/>
                </a:cubicBezTo>
                <a:cubicBezTo>
                  <a:pt x="168" y="112"/>
                  <a:pt x="168" y="112"/>
                  <a:pt x="168" y="112"/>
                </a:cubicBezTo>
                <a:lnTo>
                  <a:pt x="168" y="136"/>
                </a:lnTo>
                <a:close/>
                <a:moveTo>
                  <a:pt x="64" y="108"/>
                </a:moveTo>
                <a:cubicBezTo>
                  <a:pt x="64" y="106"/>
                  <a:pt x="62" y="104"/>
                  <a:pt x="60" y="104"/>
                </a:cubicBezTo>
                <a:cubicBezTo>
                  <a:pt x="28" y="104"/>
                  <a:pt x="28" y="104"/>
                  <a:pt x="28" y="104"/>
                </a:cubicBezTo>
                <a:cubicBezTo>
                  <a:pt x="26" y="104"/>
                  <a:pt x="24" y="106"/>
                  <a:pt x="24" y="108"/>
                </a:cubicBezTo>
                <a:cubicBezTo>
                  <a:pt x="24" y="140"/>
                  <a:pt x="24" y="140"/>
                  <a:pt x="24" y="140"/>
                </a:cubicBezTo>
                <a:cubicBezTo>
                  <a:pt x="24" y="142"/>
                  <a:pt x="26" y="144"/>
                  <a:pt x="28" y="144"/>
                </a:cubicBezTo>
                <a:cubicBezTo>
                  <a:pt x="60" y="144"/>
                  <a:pt x="60" y="144"/>
                  <a:pt x="60" y="144"/>
                </a:cubicBezTo>
                <a:cubicBezTo>
                  <a:pt x="62" y="144"/>
                  <a:pt x="64" y="142"/>
                  <a:pt x="64" y="140"/>
                </a:cubicBezTo>
                <a:lnTo>
                  <a:pt x="64" y="108"/>
                </a:lnTo>
                <a:close/>
                <a:moveTo>
                  <a:pt x="56" y="136"/>
                </a:moveTo>
                <a:cubicBezTo>
                  <a:pt x="32" y="136"/>
                  <a:pt x="32" y="136"/>
                  <a:pt x="32" y="136"/>
                </a:cubicBezTo>
                <a:cubicBezTo>
                  <a:pt x="32" y="112"/>
                  <a:pt x="32" y="112"/>
                  <a:pt x="32" y="112"/>
                </a:cubicBezTo>
                <a:cubicBezTo>
                  <a:pt x="56" y="112"/>
                  <a:pt x="56" y="112"/>
                  <a:pt x="56" y="112"/>
                </a:cubicBezTo>
                <a:lnTo>
                  <a:pt x="56" y="136"/>
                </a:lnTo>
                <a:close/>
                <a:moveTo>
                  <a:pt x="60" y="160"/>
                </a:moveTo>
                <a:cubicBezTo>
                  <a:pt x="28" y="160"/>
                  <a:pt x="28" y="160"/>
                  <a:pt x="28" y="160"/>
                </a:cubicBezTo>
                <a:cubicBezTo>
                  <a:pt x="26" y="160"/>
                  <a:pt x="24" y="162"/>
                  <a:pt x="24" y="164"/>
                </a:cubicBezTo>
                <a:cubicBezTo>
                  <a:pt x="24" y="196"/>
                  <a:pt x="24" y="196"/>
                  <a:pt x="24" y="196"/>
                </a:cubicBezTo>
                <a:cubicBezTo>
                  <a:pt x="24" y="198"/>
                  <a:pt x="26" y="200"/>
                  <a:pt x="28" y="200"/>
                </a:cubicBezTo>
                <a:cubicBezTo>
                  <a:pt x="60" y="200"/>
                  <a:pt x="60" y="200"/>
                  <a:pt x="60" y="200"/>
                </a:cubicBezTo>
                <a:cubicBezTo>
                  <a:pt x="62" y="200"/>
                  <a:pt x="64" y="198"/>
                  <a:pt x="64" y="196"/>
                </a:cubicBezTo>
                <a:cubicBezTo>
                  <a:pt x="64" y="164"/>
                  <a:pt x="64" y="164"/>
                  <a:pt x="64" y="164"/>
                </a:cubicBezTo>
                <a:cubicBezTo>
                  <a:pt x="64" y="162"/>
                  <a:pt x="62" y="160"/>
                  <a:pt x="60" y="160"/>
                </a:cubicBezTo>
                <a:close/>
                <a:moveTo>
                  <a:pt x="56" y="192"/>
                </a:moveTo>
                <a:cubicBezTo>
                  <a:pt x="32" y="192"/>
                  <a:pt x="32" y="192"/>
                  <a:pt x="32" y="192"/>
                </a:cubicBezTo>
                <a:cubicBezTo>
                  <a:pt x="32" y="168"/>
                  <a:pt x="32" y="168"/>
                  <a:pt x="32" y="168"/>
                </a:cubicBezTo>
                <a:cubicBezTo>
                  <a:pt x="56" y="168"/>
                  <a:pt x="56" y="168"/>
                  <a:pt x="56" y="168"/>
                </a:cubicBezTo>
                <a:lnTo>
                  <a:pt x="56" y="192"/>
                </a:lnTo>
                <a:close/>
                <a:moveTo>
                  <a:pt x="122" y="97"/>
                </a:moveTo>
                <a:cubicBezTo>
                  <a:pt x="120" y="95"/>
                  <a:pt x="118" y="96"/>
                  <a:pt x="117" y="98"/>
                </a:cubicBezTo>
                <a:cubicBezTo>
                  <a:pt x="96" y="133"/>
                  <a:pt x="96" y="133"/>
                  <a:pt x="96" y="133"/>
                </a:cubicBezTo>
                <a:cubicBezTo>
                  <a:pt x="83" y="118"/>
                  <a:pt x="83" y="118"/>
                  <a:pt x="83" y="118"/>
                </a:cubicBezTo>
                <a:cubicBezTo>
                  <a:pt x="82" y="116"/>
                  <a:pt x="79" y="115"/>
                  <a:pt x="78" y="117"/>
                </a:cubicBezTo>
                <a:cubicBezTo>
                  <a:pt x="76" y="118"/>
                  <a:pt x="75" y="121"/>
                  <a:pt x="77" y="122"/>
                </a:cubicBezTo>
                <a:cubicBezTo>
                  <a:pt x="93" y="142"/>
                  <a:pt x="93" y="142"/>
                  <a:pt x="93" y="142"/>
                </a:cubicBezTo>
                <a:cubicBezTo>
                  <a:pt x="94" y="143"/>
                  <a:pt x="95" y="144"/>
                  <a:pt x="96" y="144"/>
                </a:cubicBezTo>
                <a:cubicBezTo>
                  <a:pt x="96" y="144"/>
                  <a:pt x="96" y="144"/>
                  <a:pt x="96" y="144"/>
                </a:cubicBezTo>
                <a:cubicBezTo>
                  <a:pt x="98" y="144"/>
                  <a:pt x="99" y="143"/>
                  <a:pt x="99" y="142"/>
                </a:cubicBezTo>
                <a:cubicBezTo>
                  <a:pt x="123" y="102"/>
                  <a:pt x="123" y="102"/>
                  <a:pt x="123" y="102"/>
                </a:cubicBezTo>
                <a:cubicBezTo>
                  <a:pt x="125" y="100"/>
                  <a:pt x="124" y="98"/>
                  <a:pt x="122" y="97"/>
                </a:cubicBezTo>
                <a:close/>
                <a:moveTo>
                  <a:pt x="84" y="160"/>
                </a:moveTo>
                <a:cubicBezTo>
                  <a:pt x="82" y="160"/>
                  <a:pt x="80" y="162"/>
                  <a:pt x="80" y="164"/>
                </a:cubicBezTo>
                <a:cubicBezTo>
                  <a:pt x="80" y="196"/>
                  <a:pt x="80" y="196"/>
                  <a:pt x="80" y="196"/>
                </a:cubicBezTo>
                <a:cubicBezTo>
                  <a:pt x="80" y="198"/>
                  <a:pt x="82" y="200"/>
                  <a:pt x="84" y="200"/>
                </a:cubicBezTo>
                <a:cubicBezTo>
                  <a:pt x="116" y="200"/>
                  <a:pt x="116" y="200"/>
                  <a:pt x="116" y="200"/>
                </a:cubicBezTo>
                <a:cubicBezTo>
                  <a:pt x="118" y="200"/>
                  <a:pt x="120" y="198"/>
                  <a:pt x="120" y="196"/>
                </a:cubicBezTo>
                <a:cubicBezTo>
                  <a:pt x="120" y="164"/>
                  <a:pt x="120" y="164"/>
                  <a:pt x="120" y="164"/>
                </a:cubicBezTo>
                <a:cubicBezTo>
                  <a:pt x="120" y="162"/>
                  <a:pt x="118" y="160"/>
                  <a:pt x="116" y="160"/>
                </a:cubicBezTo>
                <a:lnTo>
                  <a:pt x="84" y="160"/>
                </a:lnTo>
                <a:close/>
                <a:moveTo>
                  <a:pt x="112" y="192"/>
                </a:moveTo>
                <a:cubicBezTo>
                  <a:pt x="88" y="192"/>
                  <a:pt x="88" y="192"/>
                  <a:pt x="88" y="192"/>
                </a:cubicBezTo>
                <a:cubicBezTo>
                  <a:pt x="88" y="168"/>
                  <a:pt x="88" y="168"/>
                  <a:pt x="88" y="168"/>
                </a:cubicBezTo>
                <a:cubicBezTo>
                  <a:pt x="112" y="168"/>
                  <a:pt x="112" y="168"/>
                  <a:pt x="112" y="168"/>
                </a:cubicBezTo>
                <a:lnTo>
                  <a:pt x="112" y="192"/>
                </a:lnTo>
                <a:close/>
                <a:moveTo>
                  <a:pt x="64" y="56"/>
                </a:moveTo>
                <a:cubicBezTo>
                  <a:pt x="68" y="56"/>
                  <a:pt x="72" y="52"/>
                  <a:pt x="72" y="48"/>
                </a:cubicBezTo>
                <a:cubicBezTo>
                  <a:pt x="72" y="45"/>
                  <a:pt x="70" y="42"/>
                  <a:pt x="68" y="41"/>
                </a:cubicBezTo>
                <a:cubicBezTo>
                  <a:pt x="68" y="41"/>
                  <a:pt x="68" y="40"/>
                  <a:pt x="68" y="40"/>
                </a:cubicBezTo>
                <a:cubicBezTo>
                  <a:pt x="68" y="4"/>
                  <a:pt x="68" y="4"/>
                  <a:pt x="68" y="4"/>
                </a:cubicBezTo>
                <a:cubicBezTo>
                  <a:pt x="68" y="2"/>
                  <a:pt x="66" y="0"/>
                  <a:pt x="64" y="0"/>
                </a:cubicBezTo>
                <a:cubicBezTo>
                  <a:pt x="62" y="0"/>
                  <a:pt x="60" y="2"/>
                  <a:pt x="60" y="4"/>
                </a:cubicBezTo>
                <a:cubicBezTo>
                  <a:pt x="60" y="40"/>
                  <a:pt x="60" y="40"/>
                  <a:pt x="60" y="40"/>
                </a:cubicBezTo>
                <a:cubicBezTo>
                  <a:pt x="60" y="40"/>
                  <a:pt x="60" y="41"/>
                  <a:pt x="60" y="41"/>
                </a:cubicBezTo>
                <a:cubicBezTo>
                  <a:pt x="58" y="42"/>
                  <a:pt x="56" y="45"/>
                  <a:pt x="56" y="48"/>
                </a:cubicBezTo>
                <a:cubicBezTo>
                  <a:pt x="56" y="52"/>
                  <a:pt x="60" y="56"/>
                  <a:pt x="64" y="56"/>
                </a:cubicBezTo>
                <a:close/>
                <a:moveTo>
                  <a:pt x="128" y="56"/>
                </a:moveTo>
                <a:cubicBezTo>
                  <a:pt x="132" y="56"/>
                  <a:pt x="136" y="52"/>
                  <a:pt x="136" y="48"/>
                </a:cubicBezTo>
                <a:cubicBezTo>
                  <a:pt x="136" y="45"/>
                  <a:pt x="134" y="42"/>
                  <a:pt x="132" y="41"/>
                </a:cubicBezTo>
                <a:cubicBezTo>
                  <a:pt x="132" y="41"/>
                  <a:pt x="132" y="40"/>
                  <a:pt x="132" y="40"/>
                </a:cubicBezTo>
                <a:cubicBezTo>
                  <a:pt x="132" y="4"/>
                  <a:pt x="132" y="4"/>
                  <a:pt x="132" y="4"/>
                </a:cubicBezTo>
                <a:cubicBezTo>
                  <a:pt x="132" y="2"/>
                  <a:pt x="130" y="0"/>
                  <a:pt x="128" y="0"/>
                </a:cubicBezTo>
                <a:cubicBezTo>
                  <a:pt x="126" y="0"/>
                  <a:pt x="124" y="2"/>
                  <a:pt x="124" y="4"/>
                </a:cubicBezTo>
                <a:cubicBezTo>
                  <a:pt x="124" y="40"/>
                  <a:pt x="124" y="40"/>
                  <a:pt x="124" y="40"/>
                </a:cubicBezTo>
                <a:cubicBezTo>
                  <a:pt x="124" y="40"/>
                  <a:pt x="124" y="41"/>
                  <a:pt x="124" y="41"/>
                </a:cubicBezTo>
                <a:cubicBezTo>
                  <a:pt x="122" y="42"/>
                  <a:pt x="120" y="45"/>
                  <a:pt x="120" y="48"/>
                </a:cubicBezTo>
                <a:cubicBezTo>
                  <a:pt x="120" y="52"/>
                  <a:pt x="124" y="56"/>
                  <a:pt x="128" y="56"/>
                </a:cubicBezTo>
                <a:close/>
                <a:moveTo>
                  <a:pt x="196" y="56"/>
                </a:moveTo>
                <a:cubicBezTo>
                  <a:pt x="200" y="56"/>
                  <a:pt x="204" y="52"/>
                  <a:pt x="204" y="48"/>
                </a:cubicBezTo>
                <a:cubicBezTo>
                  <a:pt x="204" y="45"/>
                  <a:pt x="202" y="42"/>
                  <a:pt x="200" y="41"/>
                </a:cubicBezTo>
                <a:cubicBezTo>
                  <a:pt x="200" y="41"/>
                  <a:pt x="200" y="40"/>
                  <a:pt x="200" y="40"/>
                </a:cubicBezTo>
                <a:cubicBezTo>
                  <a:pt x="200" y="4"/>
                  <a:pt x="200" y="4"/>
                  <a:pt x="200" y="4"/>
                </a:cubicBezTo>
                <a:cubicBezTo>
                  <a:pt x="200" y="2"/>
                  <a:pt x="198" y="0"/>
                  <a:pt x="196" y="0"/>
                </a:cubicBezTo>
                <a:cubicBezTo>
                  <a:pt x="194" y="0"/>
                  <a:pt x="192" y="2"/>
                  <a:pt x="192" y="4"/>
                </a:cubicBezTo>
                <a:cubicBezTo>
                  <a:pt x="192" y="40"/>
                  <a:pt x="192" y="40"/>
                  <a:pt x="192" y="40"/>
                </a:cubicBezTo>
                <a:cubicBezTo>
                  <a:pt x="192" y="40"/>
                  <a:pt x="192" y="41"/>
                  <a:pt x="192" y="41"/>
                </a:cubicBezTo>
                <a:cubicBezTo>
                  <a:pt x="190" y="42"/>
                  <a:pt x="188" y="45"/>
                  <a:pt x="188" y="48"/>
                </a:cubicBezTo>
                <a:cubicBezTo>
                  <a:pt x="188" y="52"/>
                  <a:pt x="192" y="56"/>
                  <a:pt x="196" y="5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0" name="Freeform 64">
            <a:extLst>
              <a:ext uri="{FF2B5EF4-FFF2-40B4-BE49-F238E27FC236}">
                <a16:creationId xmlns:a16="http://schemas.microsoft.com/office/drawing/2014/main" id="{71624390-8C3D-4B63-A9D8-B5152E2967F8}"/>
              </a:ext>
            </a:extLst>
          </p:cNvPr>
          <p:cNvSpPr>
            <a:spLocks noChangeAspect="1" noEditPoints="1"/>
          </p:cNvSpPr>
          <p:nvPr/>
        </p:nvSpPr>
        <p:spPr bwMode="auto">
          <a:xfrm>
            <a:off x="1541528" y="2428875"/>
            <a:ext cx="398462" cy="400050"/>
          </a:xfrm>
          <a:custGeom>
            <a:avLst/>
            <a:gdLst>
              <a:gd name="T0" fmla="*/ 156 w 256"/>
              <a:gd name="T1" fmla="*/ 224 h 256"/>
              <a:gd name="T2" fmla="*/ 152 w 256"/>
              <a:gd name="T3" fmla="*/ 232 h 256"/>
              <a:gd name="T4" fmla="*/ 104 w 256"/>
              <a:gd name="T5" fmla="*/ 228 h 256"/>
              <a:gd name="T6" fmla="*/ 4 w 256"/>
              <a:gd name="T7" fmla="*/ 224 h 256"/>
              <a:gd name="T8" fmla="*/ 28 w 256"/>
              <a:gd name="T9" fmla="*/ 256 h 256"/>
              <a:gd name="T10" fmla="*/ 256 w 256"/>
              <a:gd name="T11" fmla="*/ 228 h 256"/>
              <a:gd name="T12" fmla="*/ 228 w 256"/>
              <a:gd name="T13" fmla="*/ 248 h 256"/>
              <a:gd name="T14" fmla="*/ 8 w 256"/>
              <a:gd name="T15" fmla="*/ 232 h 256"/>
              <a:gd name="T16" fmla="*/ 96 w 256"/>
              <a:gd name="T17" fmla="*/ 236 h 256"/>
              <a:gd name="T18" fmla="*/ 156 w 256"/>
              <a:gd name="T19" fmla="*/ 240 h 256"/>
              <a:gd name="T20" fmla="*/ 160 w 256"/>
              <a:gd name="T21" fmla="*/ 232 h 256"/>
              <a:gd name="T22" fmla="*/ 228 w 256"/>
              <a:gd name="T23" fmla="*/ 248 h 256"/>
              <a:gd name="T24" fmla="*/ 232 w 256"/>
              <a:gd name="T25" fmla="*/ 216 h 256"/>
              <a:gd name="T26" fmla="*/ 240 w 256"/>
              <a:gd name="T27" fmla="*/ 100 h 256"/>
              <a:gd name="T28" fmla="*/ 220 w 256"/>
              <a:gd name="T29" fmla="*/ 88 h 256"/>
              <a:gd name="T30" fmla="*/ 24 w 256"/>
              <a:gd name="T31" fmla="*/ 100 h 256"/>
              <a:gd name="T32" fmla="*/ 36 w 256"/>
              <a:gd name="T33" fmla="*/ 80 h 256"/>
              <a:gd name="T34" fmla="*/ 16 w 256"/>
              <a:gd name="T35" fmla="*/ 216 h 256"/>
              <a:gd name="T36" fmla="*/ 24 w 256"/>
              <a:gd name="T37" fmla="*/ 100 h 256"/>
              <a:gd name="T38" fmla="*/ 132 w 256"/>
              <a:gd name="T39" fmla="*/ 108 h 256"/>
              <a:gd name="T40" fmla="*/ 132 w 256"/>
              <a:gd name="T41" fmla="*/ 116 h 256"/>
              <a:gd name="T42" fmla="*/ 184 w 256"/>
              <a:gd name="T43" fmla="*/ 112 h 256"/>
              <a:gd name="T44" fmla="*/ 52 w 256"/>
              <a:gd name="T45" fmla="*/ 12 h 256"/>
              <a:gd name="T46" fmla="*/ 200 w 256"/>
              <a:gd name="T47" fmla="*/ 8 h 256"/>
              <a:gd name="T48" fmla="*/ 204 w 256"/>
              <a:gd name="T49" fmla="*/ 204 h 256"/>
              <a:gd name="T50" fmla="*/ 212 w 256"/>
              <a:gd name="T51" fmla="*/ 12 h 256"/>
              <a:gd name="T52" fmla="*/ 56 w 256"/>
              <a:gd name="T53" fmla="*/ 0 h 256"/>
              <a:gd name="T54" fmla="*/ 44 w 256"/>
              <a:gd name="T55" fmla="*/ 204 h 256"/>
              <a:gd name="T56" fmla="*/ 52 w 256"/>
              <a:gd name="T57" fmla="*/ 12 h 256"/>
              <a:gd name="T58" fmla="*/ 108 w 256"/>
              <a:gd name="T59" fmla="*/ 36 h 256"/>
              <a:gd name="T60" fmla="*/ 76 w 256"/>
              <a:gd name="T61" fmla="*/ 40 h 256"/>
              <a:gd name="T62" fmla="*/ 80 w 256"/>
              <a:gd name="T63" fmla="*/ 72 h 256"/>
              <a:gd name="T64" fmla="*/ 112 w 256"/>
              <a:gd name="T65" fmla="*/ 68 h 256"/>
              <a:gd name="T66" fmla="*/ 104 w 256"/>
              <a:gd name="T67" fmla="*/ 64 h 256"/>
              <a:gd name="T68" fmla="*/ 84 w 256"/>
              <a:gd name="T69" fmla="*/ 44 h 256"/>
              <a:gd name="T70" fmla="*/ 104 w 256"/>
              <a:gd name="T71" fmla="*/ 64 h 256"/>
              <a:gd name="T72" fmla="*/ 80 w 256"/>
              <a:gd name="T73" fmla="*/ 188 h 256"/>
              <a:gd name="T74" fmla="*/ 112 w 256"/>
              <a:gd name="T75" fmla="*/ 184 h 256"/>
              <a:gd name="T76" fmla="*/ 108 w 256"/>
              <a:gd name="T77" fmla="*/ 152 h 256"/>
              <a:gd name="T78" fmla="*/ 76 w 256"/>
              <a:gd name="T79" fmla="*/ 156 h 256"/>
              <a:gd name="T80" fmla="*/ 84 w 256"/>
              <a:gd name="T81" fmla="*/ 160 h 256"/>
              <a:gd name="T82" fmla="*/ 104 w 256"/>
              <a:gd name="T83" fmla="*/ 180 h 256"/>
              <a:gd name="T84" fmla="*/ 84 w 256"/>
              <a:gd name="T85" fmla="*/ 160 h 256"/>
              <a:gd name="T86" fmla="*/ 92 w 256"/>
              <a:gd name="T87" fmla="*/ 124 h 256"/>
              <a:gd name="T88" fmla="*/ 95 w 256"/>
              <a:gd name="T89" fmla="*/ 122 h 256"/>
              <a:gd name="T90" fmla="*/ 110 w 256"/>
              <a:gd name="T91" fmla="*/ 93 h 256"/>
              <a:gd name="T92" fmla="*/ 91 w 256"/>
              <a:gd name="T93" fmla="*/ 114 h 256"/>
              <a:gd name="T94" fmla="*/ 77 w 256"/>
              <a:gd name="T95" fmla="*/ 105 h 256"/>
              <a:gd name="T96" fmla="*/ 89 w 256"/>
              <a:gd name="T97" fmla="*/ 123 h 256"/>
              <a:gd name="T98" fmla="*/ 132 w 256"/>
              <a:gd name="T99" fmla="*/ 164 h 256"/>
              <a:gd name="T100" fmla="*/ 132 w 256"/>
              <a:gd name="T101" fmla="*/ 172 h 256"/>
              <a:gd name="T102" fmla="*/ 184 w 256"/>
              <a:gd name="T103" fmla="*/ 168 h 256"/>
              <a:gd name="T104" fmla="*/ 180 w 256"/>
              <a:gd name="T105" fmla="*/ 52 h 256"/>
              <a:gd name="T106" fmla="*/ 128 w 256"/>
              <a:gd name="T107" fmla="*/ 56 h 256"/>
              <a:gd name="T108" fmla="*/ 180 w 256"/>
              <a:gd name="T109" fmla="*/ 60 h 256"/>
              <a:gd name="T110" fmla="*/ 180 w 256"/>
              <a:gd name="T111" fmla="*/ 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56">
                <a:moveTo>
                  <a:pt x="252" y="224"/>
                </a:moveTo>
                <a:cubicBezTo>
                  <a:pt x="156" y="224"/>
                  <a:pt x="156" y="224"/>
                  <a:pt x="156" y="224"/>
                </a:cubicBezTo>
                <a:cubicBezTo>
                  <a:pt x="154" y="224"/>
                  <a:pt x="152" y="226"/>
                  <a:pt x="152" y="228"/>
                </a:cubicBezTo>
                <a:cubicBezTo>
                  <a:pt x="152" y="232"/>
                  <a:pt x="152" y="232"/>
                  <a:pt x="152" y="232"/>
                </a:cubicBezTo>
                <a:cubicBezTo>
                  <a:pt x="104" y="232"/>
                  <a:pt x="104" y="232"/>
                  <a:pt x="104" y="232"/>
                </a:cubicBezTo>
                <a:cubicBezTo>
                  <a:pt x="104" y="228"/>
                  <a:pt x="104" y="228"/>
                  <a:pt x="104" y="228"/>
                </a:cubicBezTo>
                <a:cubicBezTo>
                  <a:pt x="104" y="226"/>
                  <a:pt x="102" y="224"/>
                  <a:pt x="100" y="224"/>
                </a:cubicBezTo>
                <a:cubicBezTo>
                  <a:pt x="4" y="224"/>
                  <a:pt x="4" y="224"/>
                  <a:pt x="4" y="224"/>
                </a:cubicBezTo>
                <a:cubicBezTo>
                  <a:pt x="2" y="224"/>
                  <a:pt x="0" y="226"/>
                  <a:pt x="0" y="228"/>
                </a:cubicBezTo>
                <a:cubicBezTo>
                  <a:pt x="0" y="243"/>
                  <a:pt x="13" y="256"/>
                  <a:pt x="28" y="256"/>
                </a:cubicBezTo>
                <a:cubicBezTo>
                  <a:pt x="228" y="256"/>
                  <a:pt x="228" y="256"/>
                  <a:pt x="228" y="256"/>
                </a:cubicBezTo>
                <a:cubicBezTo>
                  <a:pt x="243" y="256"/>
                  <a:pt x="256" y="243"/>
                  <a:pt x="256" y="228"/>
                </a:cubicBezTo>
                <a:cubicBezTo>
                  <a:pt x="256" y="226"/>
                  <a:pt x="254" y="224"/>
                  <a:pt x="252" y="224"/>
                </a:cubicBezTo>
                <a:close/>
                <a:moveTo>
                  <a:pt x="228" y="248"/>
                </a:moveTo>
                <a:cubicBezTo>
                  <a:pt x="28" y="248"/>
                  <a:pt x="28" y="248"/>
                  <a:pt x="28" y="248"/>
                </a:cubicBezTo>
                <a:cubicBezTo>
                  <a:pt x="18" y="248"/>
                  <a:pt x="10" y="241"/>
                  <a:pt x="8" y="232"/>
                </a:cubicBezTo>
                <a:cubicBezTo>
                  <a:pt x="96" y="232"/>
                  <a:pt x="96" y="232"/>
                  <a:pt x="96" y="232"/>
                </a:cubicBezTo>
                <a:cubicBezTo>
                  <a:pt x="96" y="236"/>
                  <a:pt x="96" y="236"/>
                  <a:pt x="96" y="236"/>
                </a:cubicBezTo>
                <a:cubicBezTo>
                  <a:pt x="96" y="238"/>
                  <a:pt x="98" y="240"/>
                  <a:pt x="100" y="240"/>
                </a:cubicBezTo>
                <a:cubicBezTo>
                  <a:pt x="156" y="240"/>
                  <a:pt x="156" y="240"/>
                  <a:pt x="156" y="240"/>
                </a:cubicBezTo>
                <a:cubicBezTo>
                  <a:pt x="158" y="240"/>
                  <a:pt x="160" y="238"/>
                  <a:pt x="160" y="236"/>
                </a:cubicBezTo>
                <a:cubicBezTo>
                  <a:pt x="160" y="232"/>
                  <a:pt x="160" y="232"/>
                  <a:pt x="160" y="232"/>
                </a:cubicBezTo>
                <a:cubicBezTo>
                  <a:pt x="248" y="232"/>
                  <a:pt x="248" y="232"/>
                  <a:pt x="248" y="232"/>
                </a:cubicBezTo>
                <a:cubicBezTo>
                  <a:pt x="246" y="241"/>
                  <a:pt x="238" y="248"/>
                  <a:pt x="228" y="248"/>
                </a:cubicBezTo>
                <a:close/>
                <a:moveTo>
                  <a:pt x="232" y="100"/>
                </a:moveTo>
                <a:cubicBezTo>
                  <a:pt x="232" y="216"/>
                  <a:pt x="232" y="216"/>
                  <a:pt x="232" y="216"/>
                </a:cubicBezTo>
                <a:cubicBezTo>
                  <a:pt x="240" y="216"/>
                  <a:pt x="240" y="216"/>
                  <a:pt x="240" y="216"/>
                </a:cubicBezTo>
                <a:cubicBezTo>
                  <a:pt x="240" y="100"/>
                  <a:pt x="240" y="100"/>
                  <a:pt x="240" y="100"/>
                </a:cubicBezTo>
                <a:cubicBezTo>
                  <a:pt x="240" y="89"/>
                  <a:pt x="231" y="80"/>
                  <a:pt x="220" y="80"/>
                </a:cubicBezTo>
                <a:cubicBezTo>
                  <a:pt x="220" y="88"/>
                  <a:pt x="220" y="88"/>
                  <a:pt x="220" y="88"/>
                </a:cubicBezTo>
                <a:cubicBezTo>
                  <a:pt x="227" y="88"/>
                  <a:pt x="232" y="93"/>
                  <a:pt x="232" y="100"/>
                </a:cubicBezTo>
                <a:close/>
                <a:moveTo>
                  <a:pt x="24" y="100"/>
                </a:moveTo>
                <a:cubicBezTo>
                  <a:pt x="24" y="93"/>
                  <a:pt x="29" y="88"/>
                  <a:pt x="36" y="88"/>
                </a:cubicBezTo>
                <a:cubicBezTo>
                  <a:pt x="36" y="80"/>
                  <a:pt x="36" y="80"/>
                  <a:pt x="36" y="80"/>
                </a:cubicBezTo>
                <a:cubicBezTo>
                  <a:pt x="25" y="80"/>
                  <a:pt x="16" y="89"/>
                  <a:pt x="16" y="100"/>
                </a:cubicBezTo>
                <a:cubicBezTo>
                  <a:pt x="16" y="216"/>
                  <a:pt x="16" y="216"/>
                  <a:pt x="16" y="216"/>
                </a:cubicBezTo>
                <a:cubicBezTo>
                  <a:pt x="24" y="216"/>
                  <a:pt x="24" y="216"/>
                  <a:pt x="24" y="216"/>
                </a:cubicBezTo>
                <a:lnTo>
                  <a:pt x="24" y="100"/>
                </a:lnTo>
                <a:close/>
                <a:moveTo>
                  <a:pt x="180" y="108"/>
                </a:moveTo>
                <a:cubicBezTo>
                  <a:pt x="132" y="108"/>
                  <a:pt x="132" y="108"/>
                  <a:pt x="132" y="108"/>
                </a:cubicBezTo>
                <a:cubicBezTo>
                  <a:pt x="130" y="108"/>
                  <a:pt x="128" y="110"/>
                  <a:pt x="128" y="112"/>
                </a:cubicBezTo>
                <a:cubicBezTo>
                  <a:pt x="128" y="114"/>
                  <a:pt x="130" y="116"/>
                  <a:pt x="132" y="116"/>
                </a:cubicBezTo>
                <a:cubicBezTo>
                  <a:pt x="180" y="116"/>
                  <a:pt x="180" y="116"/>
                  <a:pt x="180" y="116"/>
                </a:cubicBezTo>
                <a:cubicBezTo>
                  <a:pt x="182" y="116"/>
                  <a:pt x="184" y="114"/>
                  <a:pt x="184" y="112"/>
                </a:cubicBezTo>
                <a:cubicBezTo>
                  <a:pt x="184" y="110"/>
                  <a:pt x="182" y="108"/>
                  <a:pt x="180" y="108"/>
                </a:cubicBezTo>
                <a:close/>
                <a:moveTo>
                  <a:pt x="52" y="12"/>
                </a:moveTo>
                <a:cubicBezTo>
                  <a:pt x="52" y="10"/>
                  <a:pt x="54" y="8"/>
                  <a:pt x="56" y="8"/>
                </a:cubicBezTo>
                <a:cubicBezTo>
                  <a:pt x="200" y="8"/>
                  <a:pt x="200" y="8"/>
                  <a:pt x="200" y="8"/>
                </a:cubicBezTo>
                <a:cubicBezTo>
                  <a:pt x="202" y="8"/>
                  <a:pt x="204" y="10"/>
                  <a:pt x="204" y="12"/>
                </a:cubicBezTo>
                <a:cubicBezTo>
                  <a:pt x="204" y="204"/>
                  <a:pt x="204" y="204"/>
                  <a:pt x="204" y="204"/>
                </a:cubicBezTo>
                <a:cubicBezTo>
                  <a:pt x="212" y="204"/>
                  <a:pt x="212" y="204"/>
                  <a:pt x="212" y="204"/>
                </a:cubicBezTo>
                <a:cubicBezTo>
                  <a:pt x="212" y="12"/>
                  <a:pt x="212" y="12"/>
                  <a:pt x="212" y="12"/>
                </a:cubicBezTo>
                <a:cubicBezTo>
                  <a:pt x="212" y="5"/>
                  <a:pt x="207" y="0"/>
                  <a:pt x="200" y="0"/>
                </a:cubicBezTo>
                <a:cubicBezTo>
                  <a:pt x="56" y="0"/>
                  <a:pt x="56" y="0"/>
                  <a:pt x="56" y="0"/>
                </a:cubicBezTo>
                <a:cubicBezTo>
                  <a:pt x="49" y="0"/>
                  <a:pt x="44" y="5"/>
                  <a:pt x="44" y="12"/>
                </a:cubicBezTo>
                <a:cubicBezTo>
                  <a:pt x="44" y="204"/>
                  <a:pt x="44" y="204"/>
                  <a:pt x="44" y="204"/>
                </a:cubicBezTo>
                <a:cubicBezTo>
                  <a:pt x="52" y="204"/>
                  <a:pt x="52" y="204"/>
                  <a:pt x="52" y="204"/>
                </a:cubicBezTo>
                <a:lnTo>
                  <a:pt x="52" y="12"/>
                </a:lnTo>
                <a:close/>
                <a:moveTo>
                  <a:pt x="112" y="40"/>
                </a:moveTo>
                <a:cubicBezTo>
                  <a:pt x="112" y="38"/>
                  <a:pt x="110" y="36"/>
                  <a:pt x="108" y="36"/>
                </a:cubicBezTo>
                <a:cubicBezTo>
                  <a:pt x="80" y="36"/>
                  <a:pt x="80" y="36"/>
                  <a:pt x="80" y="36"/>
                </a:cubicBezTo>
                <a:cubicBezTo>
                  <a:pt x="78" y="36"/>
                  <a:pt x="76" y="38"/>
                  <a:pt x="76" y="40"/>
                </a:cubicBezTo>
                <a:cubicBezTo>
                  <a:pt x="76" y="68"/>
                  <a:pt x="76" y="68"/>
                  <a:pt x="76" y="68"/>
                </a:cubicBezTo>
                <a:cubicBezTo>
                  <a:pt x="76" y="70"/>
                  <a:pt x="78" y="72"/>
                  <a:pt x="80" y="72"/>
                </a:cubicBezTo>
                <a:cubicBezTo>
                  <a:pt x="108" y="72"/>
                  <a:pt x="108" y="72"/>
                  <a:pt x="108" y="72"/>
                </a:cubicBezTo>
                <a:cubicBezTo>
                  <a:pt x="110" y="72"/>
                  <a:pt x="112" y="70"/>
                  <a:pt x="112" y="68"/>
                </a:cubicBezTo>
                <a:lnTo>
                  <a:pt x="112" y="40"/>
                </a:lnTo>
                <a:close/>
                <a:moveTo>
                  <a:pt x="104" y="64"/>
                </a:moveTo>
                <a:cubicBezTo>
                  <a:pt x="84" y="64"/>
                  <a:pt x="84" y="64"/>
                  <a:pt x="84" y="64"/>
                </a:cubicBezTo>
                <a:cubicBezTo>
                  <a:pt x="84" y="44"/>
                  <a:pt x="84" y="44"/>
                  <a:pt x="84" y="44"/>
                </a:cubicBezTo>
                <a:cubicBezTo>
                  <a:pt x="104" y="44"/>
                  <a:pt x="104" y="44"/>
                  <a:pt x="104" y="44"/>
                </a:cubicBezTo>
                <a:lnTo>
                  <a:pt x="104" y="64"/>
                </a:lnTo>
                <a:close/>
                <a:moveTo>
                  <a:pt x="76" y="184"/>
                </a:moveTo>
                <a:cubicBezTo>
                  <a:pt x="76" y="186"/>
                  <a:pt x="78" y="188"/>
                  <a:pt x="80" y="188"/>
                </a:cubicBezTo>
                <a:cubicBezTo>
                  <a:pt x="108" y="188"/>
                  <a:pt x="108" y="188"/>
                  <a:pt x="108" y="188"/>
                </a:cubicBezTo>
                <a:cubicBezTo>
                  <a:pt x="110" y="188"/>
                  <a:pt x="112" y="186"/>
                  <a:pt x="112" y="184"/>
                </a:cubicBezTo>
                <a:cubicBezTo>
                  <a:pt x="112" y="156"/>
                  <a:pt x="112" y="156"/>
                  <a:pt x="112" y="156"/>
                </a:cubicBezTo>
                <a:cubicBezTo>
                  <a:pt x="112" y="154"/>
                  <a:pt x="110" y="152"/>
                  <a:pt x="108" y="152"/>
                </a:cubicBezTo>
                <a:cubicBezTo>
                  <a:pt x="80" y="152"/>
                  <a:pt x="80" y="152"/>
                  <a:pt x="80" y="152"/>
                </a:cubicBezTo>
                <a:cubicBezTo>
                  <a:pt x="78" y="152"/>
                  <a:pt x="76" y="154"/>
                  <a:pt x="76" y="156"/>
                </a:cubicBezTo>
                <a:lnTo>
                  <a:pt x="76" y="184"/>
                </a:lnTo>
                <a:close/>
                <a:moveTo>
                  <a:pt x="84" y="160"/>
                </a:moveTo>
                <a:cubicBezTo>
                  <a:pt x="104" y="160"/>
                  <a:pt x="104" y="160"/>
                  <a:pt x="104" y="160"/>
                </a:cubicBezTo>
                <a:cubicBezTo>
                  <a:pt x="104" y="180"/>
                  <a:pt x="104" y="180"/>
                  <a:pt x="104" y="180"/>
                </a:cubicBezTo>
                <a:cubicBezTo>
                  <a:pt x="84" y="180"/>
                  <a:pt x="84" y="180"/>
                  <a:pt x="84" y="180"/>
                </a:cubicBezTo>
                <a:lnTo>
                  <a:pt x="84" y="160"/>
                </a:lnTo>
                <a:close/>
                <a:moveTo>
                  <a:pt x="89" y="123"/>
                </a:moveTo>
                <a:cubicBezTo>
                  <a:pt x="90" y="124"/>
                  <a:pt x="91" y="124"/>
                  <a:pt x="92" y="124"/>
                </a:cubicBezTo>
                <a:cubicBezTo>
                  <a:pt x="92" y="124"/>
                  <a:pt x="92" y="124"/>
                  <a:pt x="92" y="124"/>
                </a:cubicBezTo>
                <a:cubicBezTo>
                  <a:pt x="94" y="124"/>
                  <a:pt x="95" y="123"/>
                  <a:pt x="95" y="122"/>
                </a:cubicBezTo>
                <a:cubicBezTo>
                  <a:pt x="111" y="98"/>
                  <a:pt x="111" y="98"/>
                  <a:pt x="111" y="98"/>
                </a:cubicBezTo>
                <a:cubicBezTo>
                  <a:pt x="113" y="96"/>
                  <a:pt x="112" y="94"/>
                  <a:pt x="110" y="93"/>
                </a:cubicBezTo>
                <a:cubicBezTo>
                  <a:pt x="108" y="91"/>
                  <a:pt x="106" y="92"/>
                  <a:pt x="105" y="94"/>
                </a:cubicBezTo>
                <a:cubicBezTo>
                  <a:pt x="91" y="114"/>
                  <a:pt x="91" y="114"/>
                  <a:pt x="91" y="114"/>
                </a:cubicBezTo>
                <a:cubicBezTo>
                  <a:pt x="83" y="105"/>
                  <a:pt x="83" y="105"/>
                  <a:pt x="83" y="105"/>
                </a:cubicBezTo>
                <a:cubicBezTo>
                  <a:pt x="81" y="104"/>
                  <a:pt x="79" y="104"/>
                  <a:pt x="77" y="105"/>
                </a:cubicBezTo>
                <a:cubicBezTo>
                  <a:pt x="76" y="107"/>
                  <a:pt x="76" y="109"/>
                  <a:pt x="77" y="111"/>
                </a:cubicBezTo>
                <a:lnTo>
                  <a:pt x="89" y="123"/>
                </a:lnTo>
                <a:close/>
                <a:moveTo>
                  <a:pt x="180" y="164"/>
                </a:moveTo>
                <a:cubicBezTo>
                  <a:pt x="132" y="164"/>
                  <a:pt x="132" y="164"/>
                  <a:pt x="132" y="164"/>
                </a:cubicBezTo>
                <a:cubicBezTo>
                  <a:pt x="130" y="164"/>
                  <a:pt x="128" y="166"/>
                  <a:pt x="128" y="168"/>
                </a:cubicBezTo>
                <a:cubicBezTo>
                  <a:pt x="128" y="170"/>
                  <a:pt x="130" y="172"/>
                  <a:pt x="132" y="172"/>
                </a:cubicBezTo>
                <a:cubicBezTo>
                  <a:pt x="180" y="172"/>
                  <a:pt x="180" y="172"/>
                  <a:pt x="180" y="172"/>
                </a:cubicBezTo>
                <a:cubicBezTo>
                  <a:pt x="182" y="172"/>
                  <a:pt x="184" y="170"/>
                  <a:pt x="184" y="168"/>
                </a:cubicBezTo>
                <a:cubicBezTo>
                  <a:pt x="184" y="166"/>
                  <a:pt x="182" y="164"/>
                  <a:pt x="180" y="164"/>
                </a:cubicBezTo>
                <a:close/>
                <a:moveTo>
                  <a:pt x="180" y="52"/>
                </a:moveTo>
                <a:cubicBezTo>
                  <a:pt x="132" y="52"/>
                  <a:pt x="132" y="52"/>
                  <a:pt x="132" y="52"/>
                </a:cubicBezTo>
                <a:cubicBezTo>
                  <a:pt x="130" y="52"/>
                  <a:pt x="128" y="54"/>
                  <a:pt x="128" y="56"/>
                </a:cubicBezTo>
                <a:cubicBezTo>
                  <a:pt x="128" y="58"/>
                  <a:pt x="130" y="60"/>
                  <a:pt x="132" y="60"/>
                </a:cubicBezTo>
                <a:cubicBezTo>
                  <a:pt x="180" y="60"/>
                  <a:pt x="180" y="60"/>
                  <a:pt x="180" y="60"/>
                </a:cubicBezTo>
                <a:cubicBezTo>
                  <a:pt x="182" y="60"/>
                  <a:pt x="184" y="58"/>
                  <a:pt x="184" y="56"/>
                </a:cubicBezTo>
                <a:cubicBezTo>
                  <a:pt x="184" y="54"/>
                  <a:pt x="182" y="52"/>
                  <a:pt x="180" y="5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4" name="Freeform 71">
            <a:extLst>
              <a:ext uri="{FF2B5EF4-FFF2-40B4-BE49-F238E27FC236}">
                <a16:creationId xmlns:a16="http://schemas.microsoft.com/office/drawing/2014/main" id="{15D7B862-2819-4A98-BE7C-D82A61EDCE30}"/>
              </a:ext>
            </a:extLst>
          </p:cNvPr>
          <p:cNvSpPr>
            <a:spLocks noChangeAspect="1" noEditPoints="1"/>
          </p:cNvSpPr>
          <p:nvPr/>
        </p:nvSpPr>
        <p:spPr bwMode="auto">
          <a:xfrm>
            <a:off x="2508380" y="2435225"/>
            <a:ext cx="400050" cy="387350"/>
          </a:xfrm>
          <a:custGeom>
            <a:avLst/>
            <a:gdLst>
              <a:gd name="T0" fmla="*/ 228 w 256"/>
              <a:gd name="T1" fmla="*/ 184 h 248"/>
              <a:gd name="T2" fmla="*/ 216 w 256"/>
              <a:gd name="T3" fmla="*/ 132 h 248"/>
              <a:gd name="T4" fmla="*/ 132 w 256"/>
              <a:gd name="T5" fmla="*/ 88 h 248"/>
              <a:gd name="T6" fmla="*/ 176 w 256"/>
              <a:gd name="T7" fmla="*/ 76 h 248"/>
              <a:gd name="T8" fmla="*/ 164 w 256"/>
              <a:gd name="T9" fmla="*/ 0 h 248"/>
              <a:gd name="T10" fmla="*/ 80 w 256"/>
              <a:gd name="T11" fmla="*/ 12 h 248"/>
              <a:gd name="T12" fmla="*/ 92 w 256"/>
              <a:gd name="T13" fmla="*/ 88 h 248"/>
              <a:gd name="T14" fmla="*/ 124 w 256"/>
              <a:gd name="T15" fmla="*/ 132 h 248"/>
              <a:gd name="T16" fmla="*/ 28 w 256"/>
              <a:gd name="T17" fmla="*/ 144 h 248"/>
              <a:gd name="T18" fmla="*/ 12 w 256"/>
              <a:gd name="T19" fmla="*/ 184 h 248"/>
              <a:gd name="T20" fmla="*/ 0 w 256"/>
              <a:gd name="T21" fmla="*/ 236 h 248"/>
              <a:gd name="T22" fmla="*/ 52 w 256"/>
              <a:gd name="T23" fmla="*/ 248 h 248"/>
              <a:gd name="T24" fmla="*/ 64 w 256"/>
              <a:gd name="T25" fmla="*/ 196 h 248"/>
              <a:gd name="T26" fmla="*/ 36 w 256"/>
              <a:gd name="T27" fmla="*/ 184 h 248"/>
              <a:gd name="T28" fmla="*/ 40 w 256"/>
              <a:gd name="T29" fmla="*/ 140 h 248"/>
              <a:gd name="T30" fmla="*/ 124 w 256"/>
              <a:gd name="T31" fmla="*/ 184 h 248"/>
              <a:gd name="T32" fmla="*/ 96 w 256"/>
              <a:gd name="T33" fmla="*/ 196 h 248"/>
              <a:gd name="T34" fmla="*/ 108 w 256"/>
              <a:gd name="T35" fmla="*/ 248 h 248"/>
              <a:gd name="T36" fmla="*/ 160 w 256"/>
              <a:gd name="T37" fmla="*/ 236 h 248"/>
              <a:gd name="T38" fmla="*/ 148 w 256"/>
              <a:gd name="T39" fmla="*/ 184 h 248"/>
              <a:gd name="T40" fmla="*/ 132 w 256"/>
              <a:gd name="T41" fmla="*/ 140 h 248"/>
              <a:gd name="T42" fmla="*/ 220 w 256"/>
              <a:gd name="T43" fmla="*/ 144 h 248"/>
              <a:gd name="T44" fmla="*/ 204 w 256"/>
              <a:gd name="T45" fmla="*/ 184 h 248"/>
              <a:gd name="T46" fmla="*/ 192 w 256"/>
              <a:gd name="T47" fmla="*/ 236 h 248"/>
              <a:gd name="T48" fmla="*/ 244 w 256"/>
              <a:gd name="T49" fmla="*/ 248 h 248"/>
              <a:gd name="T50" fmla="*/ 256 w 256"/>
              <a:gd name="T51" fmla="*/ 196 h 248"/>
              <a:gd name="T52" fmla="*/ 88 w 256"/>
              <a:gd name="T53" fmla="*/ 76 h 248"/>
              <a:gd name="T54" fmla="*/ 92 w 256"/>
              <a:gd name="T55" fmla="*/ 8 h 248"/>
              <a:gd name="T56" fmla="*/ 168 w 256"/>
              <a:gd name="T57" fmla="*/ 12 h 248"/>
              <a:gd name="T58" fmla="*/ 164 w 256"/>
              <a:gd name="T59" fmla="*/ 80 h 248"/>
              <a:gd name="T60" fmla="*/ 88 w 256"/>
              <a:gd name="T61" fmla="*/ 76 h 248"/>
              <a:gd name="T62" fmla="*/ 56 w 256"/>
              <a:gd name="T63" fmla="*/ 236 h 248"/>
              <a:gd name="T64" fmla="*/ 12 w 256"/>
              <a:gd name="T65" fmla="*/ 240 h 248"/>
              <a:gd name="T66" fmla="*/ 8 w 256"/>
              <a:gd name="T67" fmla="*/ 196 h 248"/>
              <a:gd name="T68" fmla="*/ 52 w 256"/>
              <a:gd name="T69" fmla="*/ 192 h 248"/>
              <a:gd name="T70" fmla="*/ 152 w 256"/>
              <a:gd name="T71" fmla="*/ 196 h 248"/>
              <a:gd name="T72" fmla="*/ 148 w 256"/>
              <a:gd name="T73" fmla="*/ 240 h 248"/>
              <a:gd name="T74" fmla="*/ 104 w 256"/>
              <a:gd name="T75" fmla="*/ 236 h 248"/>
              <a:gd name="T76" fmla="*/ 108 w 256"/>
              <a:gd name="T77" fmla="*/ 192 h 248"/>
              <a:gd name="T78" fmla="*/ 152 w 256"/>
              <a:gd name="T79" fmla="*/ 196 h 248"/>
              <a:gd name="T80" fmla="*/ 244 w 256"/>
              <a:gd name="T81" fmla="*/ 240 h 248"/>
              <a:gd name="T82" fmla="*/ 200 w 256"/>
              <a:gd name="T83" fmla="*/ 236 h 248"/>
              <a:gd name="T84" fmla="*/ 204 w 256"/>
              <a:gd name="T85" fmla="*/ 192 h 248"/>
              <a:gd name="T86" fmla="*/ 248 w 256"/>
              <a:gd name="T87" fmla="*/ 19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48">
                <a:moveTo>
                  <a:pt x="244" y="184"/>
                </a:moveTo>
                <a:cubicBezTo>
                  <a:pt x="228" y="184"/>
                  <a:pt x="228" y="184"/>
                  <a:pt x="228" y="184"/>
                </a:cubicBezTo>
                <a:cubicBezTo>
                  <a:pt x="228" y="144"/>
                  <a:pt x="228" y="144"/>
                  <a:pt x="228" y="144"/>
                </a:cubicBezTo>
                <a:cubicBezTo>
                  <a:pt x="228" y="137"/>
                  <a:pt x="223" y="132"/>
                  <a:pt x="216" y="132"/>
                </a:cubicBezTo>
                <a:cubicBezTo>
                  <a:pt x="132" y="132"/>
                  <a:pt x="132" y="132"/>
                  <a:pt x="132" y="132"/>
                </a:cubicBezTo>
                <a:cubicBezTo>
                  <a:pt x="132" y="88"/>
                  <a:pt x="132" y="88"/>
                  <a:pt x="132" y="88"/>
                </a:cubicBezTo>
                <a:cubicBezTo>
                  <a:pt x="164" y="88"/>
                  <a:pt x="164" y="88"/>
                  <a:pt x="164" y="88"/>
                </a:cubicBezTo>
                <a:cubicBezTo>
                  <a:pt x="170" y="88"/>
                  <a:pt x="176" y="83"/>
                  <a:pt x="176" y="76"/>
                </a:cubicBezTo>
                <a:cubicBezTo>
                  <a:pt x="176" y="12"/>
                  <a:pt x="176" y="12"/>
                  <a:pt x="176" y="12"/>
                </a:cubicBezTo>
                <a:cubicBezTo>
                  <a:pt x="176" y="5"/>
                  <a:pt x="171" y="0"/>
                  <a:pt x="164" y="0"/>
                </a:cubicBezTo>
                <a:cubicBezTo>
                  <a:pt x="92" y="0"/>
                  <a:pt x="92" y="0"/>
                  <a:pt x="92" y="0"/>
                </a:cubicBezTo>
                <a:cubicBezTo>
                  <a:pt x="86" y="0"/>
                  <a:pt x="80" y="5"/>
                  <a:pt x="80" y="12"/>
                </a:cubicBezTo>
                <a:cubicBezTo>
                  <a:pt x="80" y="76"/>
                  <a:pt x="80" y="76"/>
                  <a:pt x="80" y="76"/>
                </a:cubicBezTo>
                <a:cubicBezTo>
                  <a:pt x="80" y="83"/>
                  <a:pt x="86" y="88"/>
                  <a:pt x="92" y="88"/>
                </a:cubicBezTo>
                <a:cubicBezTo>
                  <a:pt x="124" y="88"/>
                  <a:pt x="124" y="88"/>
                  <a:pt x="124" y="88"/>
                </a:cubicBezTo>
                <a:cubicBezTo>
                  <a:pt x="124" y="132"/>
                  <a:pt x="124" y="132"/>
                  <a:pt x="124" y="132"/>
                </a:cubicBezTo>
                <a:cubicBezTo>
                  <a:pt x="40" y="132"/>
                  <a:pt x="40" y="132"/>
                  <a:pt x="40" y="132"/>
                </a:cubicBezTo>
                <a:cubicBezTo>
                  <a:pt x="33" y="132"/>
                  <a:pt x="28" y="137"/>
                  <a:pt x="28" y="144"/>
                </a:cubicBezTo>
                <a:cubicBezTo>
                  <a:pt x="28" y="184"/>
                  <a:pt x="28" y="184"/>
                  <a:pt x="28" y="184"/>
                </a:cubicBezTo>
                <a:cubicBezTo>
                  <a:pt x="12" y="184"/>
                  <a:pt x="12" y="184"/>
                  <a:pt x="12" y="184"/>
                </a:cubicBezTo>
                <a:cubicBezTo>
                  <a:pt x="5" y="184"/>
                  <a:pt x="0" y="189"/>
                  <a:pt x="0" y="196"/>
                </a:cubicBezTo>
                <a:cubicBezTo>
                  <a:pt x="0" y="236"/>
                  <a:pt x="0" y="236"/>
                  <a:pt x="0" y="236"/>
                </a:cubicBezTo>
                <a:cubicBezTo>
                  <a:pt x="0" y="243"/>
                  <a:pt x="5" y="248"/>
                  <a:pt x="12" y="248"/>
                </a:cubicBezTo>
                <a:cubicBezTo>
                  <a:pt x="52" y="248"/>
                  <a:pt x="52" y="248"/>
                  <a:pt x="52" y="248"/>
                </a:cubicBezTo>
                <a:cubicBezTo>
                  <a:pt x="59" y="248"/>
                  <a:pt x="64" y="243"/>
                  <a:pt x="64" y="236"/>
                </a:cubicBezTo>
                <a:cubicBezTo>
                  <a:pt x="64" y="196"/>
                  <a:pt x="64" y="196"/>
                  <a:pt x="64" y="196"/>
                </a:cubicBezTo>
                <a:cubicBezTo>
                  <a:pt x="64" y="189"/>
                  <a:pt x="59" y="184"/>
                  <a:pt x="52" y="184"/>
                </a:cubicBezTo>
                <a:cubicBezTo>
                  <a:pt x="36" y="184"/>
                  <a:pt x="36" y="184"/>
                  <a:pt x="36" y="184"/>
                </a:cubicBezTo>
                <a:cubicBezTo>
                  <a:pt x="36" y="144"/>
                  <a:pt x="36" y="144"/>
                  <a:pt x="36" y="144"/>
                </a:cubicBezTo>
                <a:cubicBezTo>
                  <a:pt x="36" y="142"/>
                  <a:pt x="38" y="140"/>
                  <a:pt x="40" y="140"/>
                </a:cubicBezTo>
                <a:cubicBezTo>
                  <a:pt x="124" y="140"/>
                  <a:pt x="124" y="140"/>
                  <a:pt x="124" y="140"/>
                </a:cubicBezTo>
                <a:cubicBezTo>
                  <a:pt x="124" y="184"/>
                  <a:pt x="124" y="184"/>
                  <a:pt x="124" y="184"/>
                </a:cubicBezTo>
                <a:cubicBezTo>
                  <a:pt x="108" y="184"/>
                  <a:pt x="108" y="184"/>
                  <a:pt x="108" y="184"/>
                </a:cubicBezTo>
                <a:cubicBezTo>
                  <a:pt x="101" y="184"/>
                  <a:pt x="96" y="189"/>
                  <a:pt x="96" y="196"/>
                </a:cubicBezTo>
                <a:cubicBezTo>
                  <a:pt x="96" y="236"/>
                  <a:pt x="96" y="236"/>
                  <a:pt x="96" y="236"/>
                </a:cubicBezTo>
                <a:cubicBezTo>
                  <a:pt x="96" y="243"/>
                  <a:pt x="101" y="248"/>
                  <a:pt x="108" y="248"/>
                </a:cubicBezTo>
                <a:cubicBezTo>
                  <a:pt x="148" y="248"/>
                  <a:pt x="148" y="248"/>
                  <a:pt x="148" y="248"/>
                </a:cubicBezTo>
                <a:cubicBezTo>
                  <a:pt x="155" y="248"/>
                  <a:pt x="160" y="243"/>
                  <a:pt x="160" y="236"/>
                </a:cubicBezTo>
                <a:cubicBezTo>
                  <a:pt x="160" y="196"/>
                  <a:pt x="160" y="196"/>
                  <a:pt x="160" y="196"/>
                </a:cubicBezTo>
                <a:cubicBezTo>
                  <a:pt x="160" y="189"/>
                  <a:pt x="155" y="184"/>
                  <a:pt x="148" y="184"/>
                </a:cubicBezTo>
                <a:cubicBezTo>
                  <a:pt x="132" y="184"/>
                  <a:pt x="132" y="184"/>
                  <a:pt x="132" y="184"/>
                </a:cubicBezTo>
                <a:cubicBezTo>
                  <a:pt x="132" y="140"/>
                  <a:pt x="132" y="140"/>
                  <a:pt x="132" y="140"/>
                </a:cubicBezTo>
                <a:cubicBezTo>
                  <a:pt x="216" y="140"/>
                  <a:pt x="216" y="140"/>
                  <a:pt x="216" y="140"/>
                </a:cubicBezTo>
                <a:cubicBezTo>
                  <a:pt x="218" y="140"/>
                  <a:pt x="220" y="142"/>
                  <a:pt x="220" y="144"/>
                </a:cubicBezTo>
                <a:cubicBezTo>
                  <a:pt x="220" y="184"/>
                  <a:pt x="220" y="184"/>
                  <a:pt x="220" y="184"/>
                </a:cubicBezTo>
                <a:cubicBezTo>
                  <a:pt x="204" y="184"/>
                  <a:pt x="204" y="184"/>
                  <a:pt x="204" y="184"/>
                </a:cubicBezTo>
                <a:cubicBezTo>
                  <a:pt x="197" y="184"/>
                  <a:pt x="192" y="189"/>
                  <a:pt x="192" y="196"/>
                </a:cubicBezTo>
                <a:cubicBezTo>
                  <a:pt x="192" y="236"/>
                  <a:pt x="192" y="236"/>
                  <a:pt x="192" y="236"/>
                </a:cubicBezTo>
                <a:cubicBezTo>
                  <a:pt x="192" y="243"/>
                  <a:pt x="197" y="248"/>
                  <a:pt x="204" y="248"/>
                </a:cubicBezTo>
                <a:cubicBezTo>
                  <a:pt x="244" y="248"/>
                  <a:pt x="244" y="248"/>
                  <a:pt x="244" y="248"/>
                </a:cubicBezTo>
                <a:cubicBezTo>
                  <a:pt x="251" y="248"/>
                  <a:pt x="256" y="243"/>
                  <a:pt x="256" y="236"/>
                </a:cubicBezTo>
                <a:cubicBezTo>
                  <a:pt x="256" y="196"/>
                  <a:pt x="256" y="196"/>
                  <a:pt x="256" y="196"/>
                </a:cubicBezTo>
                <a:cubicBezTo>
                  <a:pt x="256" y="189"/>
                  <a:pt x="251" y="184"/>
                  <a:pt x="244" y="184"/>
                </a:cubicBezTo>
                <a:close/>
                <a:moveTo>
                  <a:pt x="88" y="76"/>
                </a:moveTo>
                <a:cubicBezTo>
                  <a:pt x="88" y="12"/>
                  <a:pt x="88" y="12"/>
                  <a:pt x="88" y="12"/>
                </a:cubicBezTo>
                <a:cubicBezTo>
                  <a:pt x="88" y="10"/>
                  <a:pt x="90" y="8"/>
                  <a:pt x="92" y="8"/>
                </a:cubicBezTo>
                <a:cubicBezTo>
                  <a:pt x="164" y="8"/>
                  <a:pt x="164" y="8"/>
                  <a:pt x="164" y="8"/>
                </a:cubicBezTo>
                <a:cubicBezTo>
                  <a:pt x="166" y="8"/>
                  <a:pt x="168" y="10"/>
                  <a:pt x="168" y="12"/>
                </a:cubicBezTo>
                <a:cubicBezTo>
                  <a:pt x="168" y="76"/>
                  <a:pt x="168" y="76"/>
                  <a:pt x="168" y="76"/>
                </a:cubicBezTo>
                <a:cubicBezTo>
                  <a:pt x="168" y="78"/>
                  <a:pt x="166" y="80"/>
                  <a:pt x="164" y="80"/>
                </a:cubicBezTo>
                <a:cubicBezTo>
                  <a:pt x="92" y="80"/>
                  <a:pt x="92" y="80"/>
                  <a:pt x="92" y="80"/>
                </a:cubicBezTo>
                <a:cubicBezTo>
                  <a:pt x="90" y="80"/>
                  <a:pt x="88" y="78"/>
                  <a:pt x="88" y="76"/>
                </a:cubicBezTo>
                <a:close/>
                <a:moveTo>
                  <a:pt x="56" y="196"/>
                </a:moveTo>
                <a:cubicBezTo>
                  <a:pt x="56" y="236"/>
                  <a:pt x="56" y="236"/>
                  <a:pt x="56" y="236"/>
                </a:cubicBezTo>
                <a:cubicBezTo>
                  <a:pt x="56" y="238"/>
                  <a:pt x="54" y="240"/>
                  <a:pt x="52" y="240"/>
                </a:cubicBezTo>
                <a:cubicBezTo>
                  <a:pt x="12" y="240"/>
                  <a:pt x="12" y="240"/>
                  <a:pt x="12" y="240"/>
                </a:cubicBezTo>
                <a:cubicBezTo>
                  <a:pt x="10" y="240"/>
                  <a:pt x="8" y="238"/>
                  <a:pt x="8" y="236"/>
                </a:cubicBezTo>
                <a:cubicBezTo>
                  <a:pt x="8" y="196"/>
                  <a:pt x="8" y="196"/>
                  <a:pt x="8" y="196"/>
                </a:cubicBezTo>
                <a:cubicBezTo>
                  <a:pt x="8" y="194"/>
                  <a:pt x="10" y="192"/>
                  <a:pt x="12" y="192"/>
                </a:cubicBezTo>
                <a:cubicBezTo>
                  <a:pt x="52" y="192"/>
                  <a:pt x="52" y="192"/>
                  <a:pt x="52" y="192"/>
                </a:cubicBezTo>
                <a:cubicBezTo>
                  <a:pt x="54" y="192"/>
                  <a:pt x="56" y="194"/>
                  <a:pt x="56" y="196"/>
                </a:cubicBezTo>
                <a:close/>
                <a:moveTo>
                  <a:pt x="152" y="196"/>
                </a:moveTo>
                <a:cubicBezTo>
                  <a:pt x="152" y="236"/>
                  <a:pt x="152" y="236"/>
                  <a:pt x="152" y="236"/>
                </a:cubicBezTo>
                <a:cubicBezTo>
                  <a:pt x="152" y="238"/>
                  <a:pt x="150" y="240"/>
                  <a:pt x="148" y="240"/>
                </a:cubicBezTo>
                <a:cubicBezTo>
                  <a:pt x="108" y="240"/>
                  <a:pt x="108" y="240"/>
                  <a:pt x="108" y="240"/>
                </a:cubicBezTo>
                <a:cubicBezTo>
                  <a:pt x="106" y="240"/>
                  <a:pt x="104" y="238"/>
                  <a:pt x="104" y="236"/>
                </a:cubicBezTo>
                <a:cubicBezTo>
                  <a:pt x="104" y="196"/>
                  <a:pt x="104" y="196"/>
                  <a:pt x="104" y="196"/>
                </a:cubicBezTo>
                <a:cubicBezTo>
                  <a:pt x="104" y="194"/>
                  <a:pt x="106" y="192"/>
                  <a:pt x="108" y="192"/>
                </a:cubicBezTo>
                <a:cubicBezTo>
                  <a:pt x="148" y="192"/>
                  <a:pt x="148" y="192"/>
                  <a:pt x="148" y="192"/>
                </a:cubicBezTo>
                <a:cubicBezTo>
                  <a:pt x="150" y="192"/>
                  <a:pt x="152" y="194"/>
                  <a:pt x="152" y="196"/>
                </a:cubicBezTo>
                <a:close/>
                <a:moveTo>
                  <a:pt x="248" y="236"/>
                </a:moveTo>
                <a:cubicBezTo>
                  <a:pt x="248" y="238"/>
                  <a:pt x="246" y="240"/>
                  <a:pt x="244" y="240"/>
                </a:cubicBezTo>
                <a:cubicBezTo>
                  <a:pt x="204" y="240"/>
                  <a:pt x="204" y="240"/>
                  <a:pt x="204" y="240"/>
                </a:cubicBezTo>
                <a:cubicBezTo>
                  <a:pt x="202" y="240"/>
                  <a:pt x="200" y="238"/>
                  <a:pt x="200" y="236"/>
                </a:cubicBezTo>
                <a:cubicBezTo>
                  <a:pt x="200" y="196"/>
                  <a:pt x="200" y="196"/>
                  <a:pt x="200" y="196"/>
                </a:cubicBezTo>
                <a:cubicBezTo>
                  <a:pt x="200" y="194"/>
                  <a:pt x="202" y="192"/>
                  <a:pt x="204" y="192"/>
                </a:cubicBezTo>
                <a:cubicBezTo>
                  <a:pt x="244" y="192"/>
                  <a:pt x="244" y="192"/>
                  <a:pt x="244" y="192"/>
                </a:cubicBezTo>
                <a:cubicBezTo>
                  <a:pt x="246" y="192"/>
                  <a:pt x="248" y="194"/>
                  <a:pt x="248" y="196"/>
                </a:cubicBezTo>
                <a:lnTo>
                  <a:pt x="248" y="23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54" name="Freeform 75">
            <a:extLst>
              <a:ext uri="{FF2B5EF4-FFF2-40B4-BE49-F238E27FC236}">
                <a16:creationId xmlns:a16="http://schemas.microsoft.com/office/drawing/2014/main" id="{271D6A84-ABFF-4B4E-AA58-26A94F34AAE0}"/>
              </a:ext>
            </a:extLst>
          </p:cNvPr>
          <p:cNvSpPr>
            <a:spLocks noChangeAspect="1" noEditPoints="1"/>
          </p:cNvSpPr>
          <p:nvPr/>
        </p:nvSpPr>
        <p:spPr bwMode="auto">
          <a:xfrm>
            <a:off x="3476026" y="2428875"/>
            <a:ext cx="400050" cy="400050"/>
          </a:xfrm>
          <a:custGeom>
            <a:avLst/>
            <a:gdLst>
              <a:gd name="T0" fmla="*/ 256 w 256"/>
              <a:gd name="T1" fmla="*/ 120 h 256"/>
              <a:gd name="T2" fmla="*/ 228 w 256"/>
              <a:gd name="T3" fmla="*/ 92 h 256"/>
              <a:gd name="T4" fmla="*/ 132 w 256"/>
              <a:gd name="T5" fmla="*/ 64 h 256"/>
              <a:gd name="T6" fmla="*/ 168 w 256"/>
              <a:gd name="T7" fmla="*/ 12 h 256"/>
              <a:gd name="T8" fmla="*/ 88 w 256"/>
              <a:gd name="T9" fmla="*/ 12 h 256"/>
              <a:gd name="T10" fmla="*/ 124 w 256"/>
              <a:gd name="T11" fmla="*/ 64 h 256"/>
              <a:gd name="T12" fmla="*/ 28 w 256"/>
              <a:gd name="T13" fmla="*/ 92 h 256"/>
              <a:gd name="T14" fmla="*/ 0 w 256"/>
              <a:gd name="T15" fmla="*/ 120 h 256"/>
              <a:gd name="T16" fmla="*/ 52 w 256"/>
              <a:gd name="T17" fmla="*/ 172 h 256"/>
              <a:gd name="T18" fmla="*/ 96 w 256"/>
              <a:gd name="T19" fmla="*/ 144 h 256"/>
              <a:gd name="T20" fmla="*/ 124 w 256"/>
              <a:gd name="T21" fmla="*/ 172 h 256"/>
              <a:gd name="T22" fmla="*/ 96 w 256"/>
              <a:gd name="T23" fmla="*/ 204 h 256"/>
              <a:gd name="T24" fmla="*/ 148 w 256"/>
              <a:gd name="T25" fmla="*/ 256 h 256"/>
              <a:gd name="T26" fmla="*/ 148 w 256"/>
              <a:gd name="T27" fmla="*/ 192 h 256"/>
              <a:gd name="T28" fmla="*/ 148 w 256"/>
              <a:gd name="T29" fmla="*/ 172 h 256"/>
              <a:gd name="T30" fmla="*/ 192 w 256"/>
              <a:gd name="T31" fmla="*/ 144 h 256"/>
              <a:gd name="T32" fmla="*/ 220 w 256"/>
              <a:gd name="T33" fmla="*/ 172 h 256"/>
              <a:gd name="T34" fmla="*/ 192 w 256"/>
              <a:gd name="T35" fmla="*/ 204 h 256"/>
              <a:gd name="T36" fmla="*/ 244 w 256"/>
              <a:gd name="T37" fmla="*/ 256 h 256"/>
              <a:gd name="T38" fmla="*/ 244 w 256"/>
              <a:gd name="T39" fmla="*/ 192 h 256"/>
              <a:gd name="T40" fmla="*/ 244 w 256"/>
              <a:gd name="T41" fmla="*/ 172 h 256"/>
              <a:gd name="T42" fmla="*/ 100 w 256"/>
              <a:gd name="T43" fmla="*/ 8 h 256"/>
              <a:gd name="T44" fmla="*/ 160 w 256"/>
              <a:gd name="T45" fmla="*/ 52 h 256"/>
              <a:gd name="T46" fmla="*/ 96 w 256"/>
              <a:gd name="T47" fmla="*/ 52 h 256"/>
              <a:gd name="T48" fmla="*/ 148 w 256"/>
              <a:gd name="T49" fmla="*/ 248 h 256"/>
              <a:gd name="T50" fmla="*/ 104 w 256"/>
              <a:gd name="T51" fmla="*/ 204 h 256"/>
              <a:gd name="T52" fmla="*/ 152 w 256"/>
              <a:gd name="T53" fmla="*/ 204 h 256"/>
              <a:gd name="T54" fmla="*/ 244 w 256"/>
              <a:gd name="T55" fmla="*/ 248 h 256"/>
              <a:gd name="T56" fmla="*/ 200 w 256"/>
              <a:gd name="T57" fmla="*/ 204 h 256"/>
              <a:gd name="T58" fmla="*/ 248 w 256"/>
              <a:gd name="T59" fmla="*/ 204 h 256"/>
              <a:gd name="T60" fmla="*/ 12 w 256"/>
              <a:gd name="T61" fmla="*/ 164 h 256"/>
              <a:gd name="T62" fmla="*/ 12 w 256"/>
              <a:gd name="T63" fmla="*/ 116 h 256"/>
              <a:gd name="T64" fmla="*/ 56 w 256"/>
              <a:gd name="T65" fmla="*/ 160 h 256"/>
              <a:gd name="T66" fmla="*/ 52 w 256"/>
              <a:gd name="T67" fmla="*/ 108 h 256"/>
              <a:gd name="T68" fmla="*/ 40 w 256"/>
              <a:gd name="T69" fmla="*/ 88 h 256"/>
              <a:gd name="T70" fmla="*/ 108 w 256"/>
              <a:gd name="T71" fmla="*/ 108 h 256"/>
              <a:gd name="T72" fmla="*/ 64 w 256"/>
              <a:gd name="T73" fmla="*/ 136 h 256"/>
              <a:gd name="T74" fmla="*/ 108 w 256"/>
              <a:gd name="T75" fmla="*/ 164 h 256"/>
              <a:gd name="T76" fmla="*/ 108 w 256"/>
              <a:gd name="T77" fmla="*/ 116 h 256"/>
              <a:gd name="T78" fmla="*/ 152 w 256"/>
              <a:gd name="T79" fmla="*/ 160 h 256"/>
              <a:gd name="T80" fmla="*/ 148 w 256"/>
              <a:gd name="T81" fmla="*/ 108 h 256"/>
              <a:gd name="T82" fmla="*/ 216 w 256"/>
              <a:gd name="T83" fmla="*/ 88 h 256"/>
              <a:gd name="T84" fmla="*/ 204 w 256"/>
              <a:gd name="T85" fmla="*/ 108 h 256"/>
              <a:gd name="T86" fmla="*/ 160 w 256"/>
              <a:gd name="T87" fmla="*/ 136 h 256"/>
              <a:gd name="T88" fmla="*/ 204 w 256"/>
              <a:gd name="T89" fmla="*/ 116 h 256"/>
              <a:gd name="T90" fmla="*/ 248 w 256"/>
              <a:gd name="T91" fmla="*/ 160 h 256"/>
              <a:gd name="T92" fmla="*/ 200 w 256"/>
              <a:gd name="T93"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56">
                <a:moveTo>
                  <a:pt x="244" y="172"/>
                </a:moveTo>
                <a:cubicBezTo>
                  <a:pt x="251" y="172"/>
                  <a:pt x="256" y="167"/>
                  <a:pt x="256" y="160"/>
                </a:cubicBezTo>
                <a:cubicBezTo>
                  <a:pt x="256" y="120"/>
                  <a:pt x="256" y="120"/>
                  <a:pt x="256" y="120"/>
                </a:cubicBezTo>
                <a:cubicBezTo>
                  <a:pt x="256" y="113"/>
                  <a:pt x="251" y="108"/>
                  <a:pt x="244" y="108"/>
                </a:cubicBezTo>
                <a:cubicBezTo>
                  <a:pt x="228" y="108"/>
                  <a:pt x="228" y="108"/>
                  <a:pt x="228" y="108"/>
                </a:cubicBezTo>
                <a:cubicBezTo>
                  <a:pt x="228" y="92"/>
                  <a:pt x="228" y="92"/>
                  <a:pt x="228" y="92"/>
                </a:cubicBezTo>
                <a:cubicBezTo>
                  <a:pt x="228" y="85"/>
                  <a:pt x="223" y="80"/>
                  <a:pt x="216" y="80"/>
                </a:cubicBezTo>
                <a:cubicBezTo>
                  <a:pt x="132" y="80"/>
                  <a:pt x="132" y="80"/>
                  <a:pt x="132" y="80"/>
                </a:cubicBezTo>
                <a:cubicBezTo>
                  <a:pt x="132" y="64"/>
                  <a:pt x="132" y="64"/>
                  <a:pt x="132" y="64"/>
                </a:cubicBezTo>
                <a:cubicBezTo>
                  <a:pt x="156" y="64"/>
                  <a:pt x="156" y="64"/>
                  <a:pt x="156" y="64"/>
                </a:cubicBezTo>
                <a:cubicBezTo>
                  <a:pt x="163" y="64"/>
                  <a:pt x="168" y="59"/>
                  <a:pt x="168" y="52"/>
                </a:cubicBezTo>
                <a:cubicBezTo>
                  <a:pt x="168" y="12"/>
                  <a:pt x="168" y="12"/>
                  <a:pt x="168" y="12"/>
                </a:cubicBezTo>
                <a:cubicBezTo>
                  <a:pt x="168" y="5"/>
                  <a:pt x="163" y="0"/>
                  <a:pt x="156" y="0"/>
                </a:cubicBezTo>
                <a:cubicBezTo>
                  <a:pt x="100" y="0"/>
                  <a:pt x="100" y="0"/>
                  <a:pt x="100" y="0"/>
                </a:cubicBezTo>
                <a:cubicBezTo>
                  <a:pt x="93" y="0"/>
                  <a:pt x="88" y="5"/>
                  <a:pt x="88" y="12"/>
                </a:cubicBezTo>
                <a:cubicBezTo>
                  <a:pt x="88" y="52"/>
                  <a:pt x="88" y="52"/>
                  <a:pt x="88" y="52"/>
                </a:cubicBezTo>
                <a:cubicBezTo>
                  <a:pt x="88" y="59"/>
                  <a:pt x="93" y="64"/>
                  <a:pt x="100" y="64"/>
                </a:cubicBezTo>
                <a:cubicBezTo>
                  <a:pt x="124" y="64"/>
                  <a:pt x="124" y="64"/>
                  <a:pt x="124" y="64"/>
                </a:cubicBezTo>
                <a:cubicBezTo>
                  <a:pt x="124" y="80"/>
                  <a:pt x="124" y="80"/>
                  <a:pt x="124" y="80"/>
                </a:cubicBezTo>
                <a:cubicBezTo>
                  <a:pt x="40" y="80"/>
                  <a:pt x="40" y="80"/>
                  <a:pt x="40" y="80"/>
                </a:cubicBezTo>
                <a:cubicBezTo>
                  <a:pt x="33" y="80"/>
                  <a:pt x="28" y="85"/>
                  <a:pt x="28" y="92"/>
                </a:cubicBezTo>
                <a:cubicBezTo>
                  <a:pt x="28" y="108"/>
                  <a:pt x="28" y="108"/>
                  <a:pt x="28" y="108"/>
                </a:cubicBezTo>
                <a:cubicBezTo>
                  <a:pt x="12" y="108"/>
                  <a:pt x="12" y="108"/>
                  <a:pt x="12" y="108"/>
                </a:cubicBezTo>
                <a:cubicBezTo>
                  <a:pt x="5" y="108"/>
                  <a:pt x="0" y="113"/>
                  <a:pt x="0" y="120"/>
                </a:cubicBezTo>
                <a:cubicBezTo>
                  <a:pt x="0" y="160"/>
                  <a:pt x="0" y="160"/>
                  <a:pt x="0" y="160"/>
                </a:cubicBezTo>
                <a:cubicBezTo>
                  <a:pt x="0" y="167"/>
                  <a:pt x="5" y="172"/>
                  <a:pt x="12" y="172"/>
                </a:cubicBezTo>
                <a:cubicBezTo>
                  <a:pt x="52" y="172"/>
                  <a:pt x="52" y="172"/>
                  <a:pt x="52" y="172"/>
                </a:cubicBezTo>
                <a:cubicBezTo>
                  <a:pt x="59" y="172"/>
                  <a:pt x="64" y="167"/>
                  <a:pt x="64" y="160"/>
                </a:cubicBezTo>
                <a:cubicBezTo>
                  <a:pt x="64" y="144"/>
                  <a:pt x="64" y="144"/>
                  <a:pt x="64" y="144"/>
                </a:cubicBezTo>
                <a:cubicBezTo>
                  <a:pt x="96" y="144"/>
                  <a:pt x="96" y="144"/>
                  <a:pt x="96" y="144"/>
                </a:cubicBezTo>
                <a:cubicBezTo>
                  <a:pt x="96" y="160"/>
                  <a:pt x="96" y="160"/>
                  <a:pt x="96" y="160"/>
                </a:cubicBezTo>
                <a:cubicBezTo>
                  <a:pt x="96" y="167"/>
                  <a:pt x="101" y="172"/>
                  <a:pt x="108" y="172"/>
                </a:cubicBezTo>
                <a:cubicBezTo>
                  <a:pt x="124" y="172"/>
                  <a:pt x="124" y="172"/>
                  <a:pt x="124" y="172"/>
                </a:cubicBezTo>
                <a:cubicBezTo>
                  <a:pt x="124" y="192"/>
                  <a:pt x="124" y="192"/>
                  <a:pt x="124" y="192"/>
                </a:cubicBezTo>
                <a:cubicBezTo>
                  <a:pt x="108" y="192"/>
                  <a:pt x="108" y="192"/>
                  <a:pt x="108" y="192"/>
                </a:cubicBezTo>
                <a:cubicBezTo>
                  <a:pt x="101" y="192"/>
                  <a:pt x="96" y="197"/>
                  <a:pt x="96" y="204"/>
                </a:cubicBezTo>
                <a:cubicBezTo>
                  <a:pt x="96" y="244"/>
                  <a:pt x="96" y="244"/>
                  <a:pt x="96" y="244"/>
                </a:cubicBezTo>
                <a:cubicBezTo>
                  <a:pt x="96" y="251"/>
                  <a:pt x="101" y="256"/>
                  <a:pt x="108" y="256"/>
                </a:cubicBezTo>
                <a:cubicBezTo>
                  <a:pt x="148" y="256"/>
                  <a:pt x="148" y="256"/>
                  <a:pt x="148" y="256"/>
                </a:cubicBezTo>
                <a:cubicBezTo>
                  <a:pt x="155" y="256"/>
                  <a:pt x="160" y="251"/>
                  <a:pt x="160" y="244"/>
                </a:cubicBezTo>
                <a:cubicBezTo>
                  <a:pt x="160" y="204"/>
                  <a:pt x="160" y="204"/>
                  <a:pt x="160" y="204"/>
                </a:cubicBezTo>
                <a:cubicBezTo>
                  <a:pt x="160" y="197"/>
                  <a:pt x="155" y="192"/>
                  <a:pt x="148" y="192"/>
                </a:cubicBezTo>
                <a:cubicBezTo>
                  <a:pt x="132" y="192"/>
                  <a:pt x="132" y="192"/>
                  <a:pt x="132" y="192"/>
                </a:cubicBezTo>
                <a:cubicBezTo>
                  <a:pt x="132" y="172"/>
                  <a:pt x="132" y="172"/>
                  <a:pt x="132" y="172"/>
                </a:cubicBezTo>
                <a:cubicBezTo>
                  <a:pt x="148" y="172"/>
                  <a:pt x="148" y="172"/>
                  <a:pt x="148" y="172"/>
                </a:cubicBezTo>
                <a:cubicBezTo>
                  <a:pt x="155" y="172"/>
                  <a:pt x="160" y="167"/>
                  <a:pt x="160" y="160"/>
                </a:cubicBezTo>
                <a:cubicBezTo>
                  <a:pt x="160" y="144"/>
                  <a:pt x="160" y="144"/>
                  <a:pt x="160" y="144"/>
                </a:cubicBezTo>
                <a:cubicBezTo>
                  <a:pt x="192" y="144"/>
                  <a:pt x="192" y="144"/>
                  <a:pt x="192" y="144"/>
                </a:cubicBezTo>
                <a:cubicBezTo>
                  <a:pt x="192" y="160"/>
                  <a:pt x="192" y="160"/>
                  <a:pt x="192" y="160"/>
                </a:cubicBezTo>
                <a:cubicBezTo>
                  <a:pt x="192" y="167"/>
                  <a:pt x="197" y="172"/>
                  <a:pt x="204" y="172"/>
                </a:cubicBezTo>
                <a:cubicBezTo>
                  <a:pt x="220" y="172"/>
                  <a:pt x="220" y="172"/>
                  <a:pt x="220" y="172"/>
                </a:cubicBezTo>
                <a:cubicBezTo>
                  <a:pt x="220" y="192"/>
                  <a:pt x="220" y="192"/>
                  <a:pt x="220" y="192"/>
                </a:cubicBezTo>
                <a:cubicBezTo>
                  <a:pt x="204" y="192"/>
                  <a:pt x="204" y="192"/>
                  <a:pt x="204" y="192"/>
                </a:cubicBezTo>
                <a:cubicBezTo>
                  <a:pt x="197" y="192"/>
                  <a:pt x="192" y="197"/>
                  <a:pt x="192" y="204"/>
                </a:cubicBezTo>
                <a:cubicBezTo>
                  <a:pt x="192" y="244"/>
                  <a:pt x="192" y="244"/>
                  <a:pt x="192" y="244"/>
                </a:cubicBezTo>
                <a:cubicBezTo>
                  <a:pt x="192" y="251"/>
                  <a:pt x="197" y="256"/>
                  <a:pt x="204" y="256"/>
                </a:cubicBezTo>
                <a:cubicBezTo>
                  <a:pt x="244" y="256"/>
                  <a:pt x="244" y="256"/>
                  <a:pt x="244" y="256"/>
                </a:cubicBezTo>
                <a:cubicBezTo>
                  <a:pt x="251" y="256"/>
                  <a:pt x="256" y="251"/>
                  <a:pt x="256" y="244"/>
                </a:cubicBezTo>
                <a:cubicBezTo>
                  <a:pt x="256" y="204"/>
                  <a:pt x="256" y="204"/>
                  <a:pt x="256" y="204"/>
                </a:cubicBezTo>
                <a:cubicBezTo>
                  <a:pt x="256" y="197"/>
                  <a:pt x="251" y="192"/>
                  <a:pt x="244" y="192"/>
                </a:cubicBezTo>
                <a:cubicBezTo>
                  <a:pt x="228" y="192"/>
                  <a:pt x="228" y="192"/>
                  <a:pt x="228" y="192"/>
                </a:cubicBezTo>
                <a:cubicBezTo>
                  <a:pt x="228" y="172"/>
                  <a:pt x="228" y="172"/>
                  <a:pt x="228" y="172"/>
                </a:cubicBezTo>
                <a:lnTo>
                  <a:pt x="244" y="172"/>
                </a:lnTo>
                <a:close/>
                <a:moveTo>
                  <a:pt x="96" y="52"/>
                </a:moveTo>
                <a:cubicBezTo>
                  <a:pt x="96" y="12"/>
                  <a:pt x="96" y="12"/>
                  <a:pt x="96" y="12"/>
                </a:cubicBezTo>
                <a:cubicBezTo>
                  <a:pt x="96" y="10"/>
                  <a:pt x="98" y="8"/>
                  <a:pt x="100" y="8"/>
                </a:cubicBezTo>
                <a:cubicBezTo>
                  <a:pt x="156" y="8"/>
                  <a:pt x="156" y="8"/>
                  <a:pt x="156" y="8"/>
                </a:cubicBezTo>
                <a:cubicBezTo>
                  <a:pt x="158" y="8"/>
                  <a:pt x="160" y="10"/>
                  <a:pt x="160" y="12"/>
                </a:cubicBezTo>
                <a:cubicBezTo>
                  <a:pt x="160" y="52"/>
                  <a:pt x="160" y="52"/>
                  <a:pt x="160" y="52"/>
                </a:cubicBezTo>
                <a:cubicBezTo>
                  <a:pt x="160" y="54"/>
                  <a:pt x="158" y="56"/>
                  <a:pt x="156" y="56"/>
                </a:cubicBezTo>
                <a:cubicBezTo>
                  <a:pt x="100" y="56"/>
                  <a:pt x="100" y="56"/>
                  <a:pt x="100" y="56"/>
                </a:cubicBezTo>
                <a:cubicBezTo>
                  <a:pt x="98" y="56"/>
                  <a:pt x="96" y="54"/>
                  <a:pt x="96" y="52"/>
                </a:cubicBezTo>
                <a:close/>
                <a:moveTo>
                  <a:pt x="152" y="204"/>
                </a:moveTo>
                <a:cubicBezTo>
                  <a:pt x="152" y="244"/>
                  <a:pt x="152" y="244"/>
                  <a:pt x="152" y="244"/>
                </a:cubicBezTo>
                <a:cubicBezTo>
                  <a:pt x="152" y="246"/>
                  <a:pt x="150" y="248"/>
                  <a:pt x="148" y="248"/>
                </a:cubicBezTo>
                <a:cubicBezTo>
                  <a:pt x="108" y="248"/>
                  <a:pt x="108" y="248"/>
                  <a:pt x="108" y="248"/>
                </a:cubicBezTo>
                <a:cubicBezTo>
                  <a:pt x="106" y="248"/>
                  <a:pt x="104" y="246"/>
                  <a:pt x="104" y="244"/>
                </a:cubicBezTo>
                <a:cubicBezTo>
                  <a:pt x="104" y="204"/>
                  <a:pt x="104" y="204"/>
                  <a:pt x="104" y="204"/>
                </a:cubicBezTo>
                <a:cubicBezTo>
                  <a:pt x="104" y="202"/>
                  <a:pt x="106" y="200"/>
                  <a:pt x="108" y="200"/>
                </a:cubicBezTo>
                <a:cubicBezTo>
                  <a:pt x="148" y="200"/>
                  <a:pt x="148" y="200"/>
                  <a:pt x="148" y="200"/>
                </a:cubicBezTo>
                <a:cubicBezTo>
                  <a:pt x="150" y="200"/>
                  <a:pt x="152" y="202"/>
                  <a:pt x="152" y="204"/>
                </a:cubicBezTo>
                <a:close/>
                <a:moveTo>
                  <a:pt x="248" y="204"/>
                </a:moveTo>
                <a:cubicBezTo>
                  <a:pt x="248" y="244"/>
                  <a:pt x="248" y="244"/>
                  <a:pt x="248" y="244"/>
                </a:cubicBezTo>
                <a:cubicBezTo>
                  <a:pt x="248" y="246"/>
                  <a:pt x="246" y="248"/>
                  <a:pt x="244" y="248"/>
                </a:cubicBezTo>
                <a:cubicBezTo>
                  <a:pt x="204" y="248"/>
                  <a:pt x="204" y="248"/>
                  <a:pt x="204" y="248"/>
                </a:cubicBezTo>
                <a:cubicBezTo>
                  <a:pt x="202" y="248"/>
                  <a:pt x="200" y="246"/>
                  <a:pt x="200" y="244"/>
                </a:cubicBezTo>
                <a:cubicBezTo>
                  <a:pt x="200" y="204"/>
                  <a:pt x="200" y="204"/>
                  <a:pt x="200" y="204"/>
                </a:cubicBezTo>
                <a:cubicBezTo>
                  <a:pt x="200" y="202"/>
                  <a:pt x="202" y="200"/>
                  <a:pt x="204" y="200"/>
                </a:cubicBezTo>
                <a:cubicBezTo>
                  <a:pt x="244" y="200"/>
                  <a:pt x="244" y="200"/>
                  <a:pt x="244" y="200"/>
                </a:cubicBezTo>
                <a:cubicBezTo>
                  <a:pt x="246" y="200"/>
                  <a:pt x="248" y="202"/>
                  <a:pt x="248" y="204"/>
                </a:cubicBezTo>
                <a:close/>
                <a:moveTo>
                  <a:pt x="56" y="160"/>
                </a:moveTo>
                <a:cubicBezTo>
                  <a:pt x="56" y="162"/>
                  <a:pt x="54" y="164"/>
                  <a:pt x="52" y="164"/>
                </a:cubicBezTo>
                <a:cubicBezTo>
                  <a:pt x="12" y="164"/>
                  <a:pt x="12" y="164"/>
                  <a:pt x="12" y="164"/>
                </a:cubicBezTo>
                <a:cubicBezTo>
                  <a:pt x="10" y="164"/>
                  <a:pt x="8" y="162"/>
                  <a:pt x="8" y="160"/>
                </a:cubicBezTo>
                <a:cubicBezTo>
                  <a:pt x="8" y="120"/>
                  <a:pt x="8" y="120"/>
                  <a:pt x="8" y="120"/>
                </a:cubicBezTo>
                <a:cubicBezTo>
                  <a:pt x="8" y="118"/>
                  <a:pt x="10" y="116"/>
                  <a:pt x="12" y="116"/>
                </a:cubicBezTo>
                <a:cubicBezTo>
                  <a:pt x="52" y="116"/>
                  <a:pt x="52" y="116"/>
                  <a:pt x="52" y="116"/>
                </a:cubicBezTo>
                <a:cubicBezTo>
                  <a:pt x="54" y="116"/>
                  <a:pt x="56" y="118"/>
                  <a:pt x="56" y="120"/>
                </a:cubicBezTo>
                <a:lnTo>
                  <a:pt x="56" y="160"/>
                </a:lnTo>
                <a:close/>
                <a:moveTo>
                  <a:pt x="64" y="136"/>
                </a:moveTo>
                <a:cubicBezTo>
                  <a:pt x="64" y="120"/>
                  <a:pt x="64" y="120"/>
                  <a:pt x="64" y="120"/>
                </a:cubicBezTo>
                <a:cubicBezTo>
                  <a:pt x="64" y="113"/>
                  <a:pt x="59" y="108"/>
                  <a:pt x="52" y="108"/>
                </a:cubicBezTo>
                <a:cubicBezTo>
                  <a:pt x="36" y="108"/>
                  <a:pt x="36" y="108"/>
                  <a:pt x="36" y="108"/>
                </a:cubicBezTo>
                <a:cubicBezTo>
                  <a:pt x="36" y="92"/>
                  <a:pt x="36" y="92"/>
                  <a:pt x="36" y="92"/>
                </a:cubicBezTo>
                <a:cubicBezTo>
                  <a:pt x="36" y="90"/>
                  <a:pt x="38" y="88"/>
                  <a:pt x="40" y="88"/>
                </a:cubicBezTo>
                <a:cubicBezTo>
                  <a:pt x="124" y="88"/>
                  <a:pt x="124" y="88"/>
                  <a:pt x="124" y="88"/>
                </a:cubicBezTo>
                <a:cubicBezTo>
                  <a:pt x="124" y="108"/>
                  <a:pt x="124" y="108"/>
                  <a:pt x="124" y="108"/>
                </a:cubicBezTo>
                <a:cubicBezTo>
                  <a:pt x="108" y="108"/>
                  <a:pt x="108" y="108"/>
                  <a:pt x="108" y="108"/>
                </a:cubicBezTo>
                <a:cubicBezTo>
                  <a:pt x="101" y="108"/>
                  <a:pt x="96" y="113"/>
                  <a:pt x="96" y="120"/>
                </a:cubicBezTo>
                <a:cubicBezTo>
                  <a:pt x="96" y="136"/>
                  <a:pt x="96" y="136"/>
                  <a:pt x="96" y="136"/>
                </a:cubicBezTo>
                <a:lnTo>
                  <a:pt x="64" y="136"/>
                </a:lnTo>
                <a:close/>
                <a:moveTo>
                  <a:pt x="152" y="160"/>
                </a:moveTo>
                <a:cubicBezTo>
                  <a:pt x="152" y="162"/>
                  <a:pt x="150" y="164"/>
                  <a:pt x="148" y="164"/>
                </a:cubicBezTo>
                <a:cubicBezTo>
                  <a:pt x="108" y="164"/>
                  <a:pt x="108" y="164"/>
                  <a:pt x="108" y="164"/>
                </a:cubicBezTo>
                <a:cubicBezTo>
                  <a:pt x="106" y="164"/>
                  <a:pt x="104" y="162"/>
                  <a:pt x="104" y="160"/>
                </a:cubicBezTo>
                <a:cubicBezTo>
                  <a:pt x="104" y="120"/>
                  <a:pt x="104" y="120"/>
                  <a:pt x="104" y="120"/>
                </a:cubicBezTo>
                <a:cubicBezTo>
                  <a:pt x="104" y="118"/>
                  <a:pt x="106" y="116"/>
                  <a:pt x="108" y="116"/>
                </a:cubicBezTo>
                <a:cubicBezTo>
                  <a:pt x="148" y="116"/>
                  <a:pt x="148" y="116"/>
                  <a:pt x="148" y="116"/>
                </a:cubicBezTo>
                <a:cubicBezTo>
                  <a:pt x="150" y="116"/>
                  <a:pt x="152" y="118"/>
                  <a:pt x="152" y="120"/>
                </a:cubicBezTo>
                <a:lnTo>
                  <a:pt x="152" y="160"/>
                </a:lnTo>
                <a:close/>
                <a:moveTo>
                  <a:pt x="160" y="136"/>
                </a:moveTo>
                <a:cubicBezTo>
                  <a:pt x="160" y="120"/>
                  <a:pt x="160" y="120"/>
                  <a:pt x="160" y="120"/>
                </a:cubicBezTo>
                <a:cubicBezTo>
                  <a:pt x="160" y="113"/>
                  <a:pt x="155" y="108"/>
                  <a:pt x="148" y="108"/>
                </a:cubicBezTo>
                <a:cubicBezTo>
                  <a:pt x="132" y="108"/>
                  <a:pt x="132" y="108"/>
                  <a:pt x="132" y="108"/>
                </a:cubicBezTo>
                <a:cubicBezTo>
                  <a:pt x="132" y="88"/>
                  <a:pt x="132" y="88"/>
                  <a:pt x="132" y="88"/>
                </a:cubicBezTo>
                <a:cubicBezTo>
                  <a:pt x="216" y="88"/>
                  <a:pt x="216" y="88"/>
                  <a:pt x="216" y="88"/>
                </a:cubicBezTo>
                <a:cubicBezTo>
                  <a:pt x="218" y="88"/>
                  <a:pt x="220" y="90"/>
                  <a:pt x="220" y="92"/>
                </a:cubicBezTo>
                <a:cubicBezTo>
                  <a:pt x="220" y="108"/>
                  <a:pt x="220" y="108"/>
                  <a:pt x="220" y="108"/>
                </a:cubicBezTo>
                <a:cubicBezTo>
                  <a:pt x="204" y="108"/>
                  <a:pt x="204" y="108"/>
                  <a:pt x="204" y="108"/>
                </a:cubicBezTo>
                <a:cubicBezTo>
                  <a:pt x="197" y="108"/>
                  <a:pt x="192" y="113"/>
                  <a:pt x="192" y="120"/>
                </a:cubicBezTo>
                <a:cubicBezTo>
                  <a:pt x="192" y="136"/>
                  <a:pt x="192" y="136"/>
                  <a:pt x="192" y="136"/>
                </a:cubicBezTo>
                <a:lnTo>
                  <a:pt x="160" y="136"/>
                </a:lnTo>
                <a:close/>
                <a:moveTo>
                  <a:pt x="200" y="160"/>
                </a:moveTo>
                <a:cubicBezTo>
                  <a:pt x="200" y="120"/>
                  <a:pt x="200" y="120"/>
                  <a:pt x="200" y="120"/>
                </a:cubicBezTo>
                <a:cubicBezTo>
                  <a:pt x="200" y="118"/>
                  <a:pt x="202" y="116"/>
                  <a:pt x="204" y="116"/>
                </a:cubicBezTo>
                <a:cubicBezTo>
                  <a:pt x="244" y="116"/>
                  <a:pt x="244" y="116"/>
                  <a:pt x="244" y="116"/>
                </a:cubicBezTo>
                <a:cubicBezTo>
                  <a:pt x="246" y="116"/>
                  <a:pt x="248" y="118"/>
                  <a:pt x="248" y="120"/>
                </a:cubicBezTo>
                <a:cubicBezTo>
                  <a:pt x="248" y="160"/>
                  <a:pt x="248" y="160"/>
                  <a:pt x="248" y="160"/>
                </a:cubicBezTo>
                <a:cubicBezTo>
                  <a:pt x="248" y="162"/>
                  <a:pt x="246" y="164"/>
                  <a:pt x="244" y="164"/>
                </a:cubicBezTo>
                <a:cubicBezTo>
                  <a:pt x="204" y="164"/>
                  <a:pt x="204" y="164"/>
                  <a:pt x="204" y="164"/>
                </a:cubicBezTo>
                <a:cubicBezTo>
                  <a:pt x="202" y="164"/>
                  <a:pt x="200" y="162"/>
                  <a:pt x="200" y="16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60" name="Freeform 79">
            <a:extLst>
              <a:ext uri="{FF2B5EF4-FFF2-40B4-BE49-F238E27FC236}">
                <a16:creationId xmlns:a16="http://schemas.microsoft.com/office/drawing/2014/main" id="{D90FE658-FB84-41E8-B828-C1ADD5E0298B}"/>
              </a:ext>
            </a:extLst>
          </p:cNvPr>
          <p:cNvSpPr>
            <a:spLocks noChangeAspect="1" noEditPoints="1"/>
          </p:cNvSpPr>
          <p:nvPr/>
        </p:nvSpPr>
        <p:spPr bwMode="auto">
          <a:xfrm>
            <a:off x="4443672" y="2476500"/>
            <a:ext cx="400050" cy="304800"/>
          </a:xfrm>
          <a:custGeom>
            <a:avLst/>
            <a:gdLst>
              <a:gd name="T0" fmla="*/ 64 w 256"/>
              <a:gd name="T1" fmla="*/ 0 h 196"/>
              <a:gd name="T2" fmla="*/ 48 w 256"/>
              <a:gd name="T3" fmla="*/ 36 h 196"/>
              <a:gd name="T4" fmla="*/ 56 w 256"/>
              <a:gd name="T5" fmla="*/ 16 h 196"/>
              <a:gd name="T6" fmla="*/ 240 w 256"/>
              <a:gd name="T7" fmla="*/ 8 h 196"/>
              <a:gd name="T8" fmla="*/ 248 w 256"/>
              <a:gd name="T9" fmla="*/ 152 h 196"/>
              <a:gd name="T10" fmla="*/ 152 w 256"/>
              <a:gd name="T11" fmla="*/ 160 h 196"/>
              <a:gd name="T12" fmla="*/ 172 w 256"/>
              <a:gd name="T13" fmla="*/ 168 h 196"/>
              <a:gd name="T14" fmla="*/ 173 w 256"/>
              <a:gd name="T15" fmla="*/ 188 h 196"/>
              <a:gd name="T16" fmla="*/ 148 w 256"/>
              <a:gd name="T17" fmla="*/ 192 h 196"/>
              <a:gd name="T18" fmla="*/ 188 w 256"/>
              <a:gd name="T19" fmla="*/ 196 h 196"/>
              <a:gd name="T20" fmla="*/ 188 w 256"/>
              <a:gd name="T21" fmla="*/ 188 h 196"/>
              <a:gd name="T22" fmla="*/ 180 w 256"/>
              <a:gd name="T23" fmla="*/ 184 h 196"/>
              <a:gd name="T24" fmla="*/ 240 w 256"/>
              <a:gd name="T25" fmla="*/ 168 h 196"/>
              <a:gd name="T26" fmla="*/ 256 w 256"/>
              <a:gd name="T27" fmla="*/ 16 h 196"/>
              <a:gd name="T28" fmla="*/ 228 w 256"/>
              <a:gd name="T29" fmla="*/ 132 h 196"/>
              <a:gd name="T30" fmla="*/ 152 w 256"/>
              <a:gd name="T31" fmla="*/ 140 h 196"/>
              <a:gd name="T32" fmla="*/ 240 w 256"/>
              <a:gd name="T33" fmla="*/ 128 h 196"/>
              <a:gd name="T34" fmla="*/ 228 w 256"/>
              <a:gd name="T35" fmla="*/ 16 h 196"/>
              <a:gd name="T36" fmla="*/ 64 w 256"/>
              <a:gd name="T37" fmla="*/ 28 h 196"/>
              <a:gd name="T38" fmla="*/ 72 w 256"/>
              <a:gd name="T39" fmla="*/ 36 h 196"/>
              <a:gd name="T40" fmla="*/ 76 w 256"/>
              <a:gd name="T41" fmla="*/ 24 h 196"/>
              <a:gd name="T42" fmla="*/ 232 w 256"/>
              <a:gd name="T43" fmla="*/ 28 h 196"/>
              <a:gd name="T44" fmla="*/ 228 w 256"/>
              <a:gd name="T45" fmla="*/ 132 h 196"/>
              <a:gd name="T46" fmla="*/ 40 w 256"/>
              <a:gd name="T47" fmla="*/ 48 h 196"/>
              <a:gd name="T48" fmla="*/ 24 w 256"/>
              <a:gd name="T49" fmla="*/ 116 h 196"/>
              <a:gd name="T50" fmla="*/ 32 w 256"/>
              <a:gd name="T51" fmla="*/ 64 h 196"/>
              <a:gd name="T52" fmla="*/ 123 w 256"/>
              <a:gd name="T53" fmla="*/ 56 h 196"/>
              <a:gd name="T54" fmla="*/ 131 w 256"/>
              <a:gd name="T55" fmla="*/ 180 h 196"/>
              <a:gd name="T56" fmla="*/ 108 w 256"/>
              <a:gd name="T57" fmla="*/ 188 h 196"/>
              <a:gd name="T58" fmla="*/ 123 w 256"/>
              <a:gd name="T59" fmla="*/ 196 h 196"/>
              <a:gd name="T60" fmla="*/ 139 w 256"/>
              <a:gd name="T61" fmla="*/ 64 h 196"/>
              <a:gd name="T62" fmla="*/ 80 w 256"/>
              <a:gd name="T63" fmla="*/ 128 h 196"/>
              <a:gd name="T64" fmla="*/ 0 w 256"/>
              <a:gd name="T65" fmla="*/ 144 h 196"/>
              <a:gd name="T66" fmla="*/ 16 w 256"/>
              <a:gd name="T67" fmla="*/ 196 h 196"/>
              <a:gd name="T68" fmla="*/ 96 w 256"/>
              <a:gd name="T69" fmla="*/ 180 h 196"/>
              <a:gd name="T70" fmla="*/ 80 w 256"/>
              <a:gd name="T71" fmla="*/ 128 h 196"/>
              <a:gd name="T72" fmla="*/ 80 w 256"/>
              <a:gd name="T73" fmla="*/ 188 h 196"/>
              <a:gd name="T74" fmla="*/ 8 w 256"/>
              <a:gd name="T75" fmla="*/ 180 h 196"/>
              <a:gd name="T76" fmla="*/ 16 w 256"/>
              <a:gd name="T77" fmla="*/ 136 h 196"/>
              <a:gd name="T78" fmla="*/ 88 w 256"/>
              <a:gd name="T79" fmla="*/ 14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6" h="196">
                <a:moveTo>
                  <a:pt x="240" y="0"/>
                </a:moveTo>
                <a:cubicBezTo>
                  <a:pt x="64" y="0"/>
                  <a:pt x="64" y="0"/>
                  <a:pt x="64" y="0"/>
                </a:cubicBezTo>
                <a:cubicBezTo>
                  <a:pt x="55" y="0"/>
                  <a:pt x="48" y="7"/>
                  <a:pt x="48" y="16"/>
                </a:cubicBezTo>
                <a:cubicBezTo>
                  <a:pt x="48" y="36"/>
                  <a:pt x="48" y="36"/>
                  <a:pt x="48" y="36"/>
                </a:cubicBezTo>
                <a:cubicBezTo>
                  <a:pt x="56" y="36"/>
                  <a:pt x="56" y="36"/>
                  <a:pt x="56" y="36"/>
                </a:cubicBezTo>
                <a:cubicBezTo>
                  <a:pt x="56" y="16"/>
                  <a:pt x="56" y="16"/>
                  <a:pt x="56" y="16"/>
                </a:cubicBezTo>
                <a:cubicBezTo>
                  <a:pt x="56" y="12"/>
                  <a:pt x="60" y="8"/>
                  <a:pt x="64" y="8"/>
                </a:cubicBezTo>
                <a:cubicBezTo>
                  <a:pt x="240" y="8"/>
                  <a:pt x="240" y="8"/>
                  <a:pt x="240" y="8"/>
                </a:cubicBezTo>
                <a:cubicBezTo>
                  <a:pt x="244" y="8"/>
                  <a:pt x="248" y="12"/>
                  <a:pt x="248" y="16"/>
                </a:cubicBezTo>
                <a:cubicBezTo>
                  <a:pt x="248" y="152"/>
                  <a:pt x="248" y="152"/>
                  <a:pt x="248" y="152"/>
                </a:cubicBezTo>
                <a:cubicBezTo>
                  <a:pt x="248" y="156"/>
                  <a:pt x="244" y="160"/>
                  <a:pt x="240" y="160"/>
                </a:cubicBezTo>
                <a:cubicBezTo>
                  <a:pt x="152" y="160"/>
                  <a:pt x="152" y="160"/>
                  <a:pt x="152" y="160"/>
                </a:cubicBezTo>
                <a:cubicBezTo>
                  <a:pt x="152" y="168"/>
                  <a:pt x="152" y="168"/>
                  <a:pt x="152" y="168"/>
                </a:cubicBezTo>
                <a:cubicBezTo>
                  <a:pt x="172" y="168"/>
                  <a:pt x="172" y="168"/>
                  <a:pt x="172" y="168"/>
                </a:cubicBezTo>
                <a:cubicBezTo>
                  <a:pt x="172" y="184"/>
                  <a:pt x="172" y="184"/>
                  <a:pt x="172" y="184"/>
                </a:cubicBezTo>
                <a:cubicBezTo>
                  <a:pt x="172" y="185"/>
                  <a:pt x="172" y="187"/>
                  <a:pt x="173" y="188"/>
                </a:cubicBezTo>
                <a:cubicBezTo>
                  <a:pt x="152" y="188"/>
                  <a:pt x="152" y="188"/>
                  <a:pt x="152" y="188"/>
                </a:cubicBezTo>
                <a:cubicBezTo>
                  <a:pt x="150" y="188"/>
                  <a:pt x="148" y="190"/>
                  <a:pt x="148" y="192"/>
                </a:cubicBezTo>
                <a:cubicBezTo>
                  <a:pt x="148" y="194"/>
                  <a:pt x="150" y="196"/>
                  <a:pt x="152" y="196"/>
                </a:cubicBezTo>
                <a:cubicBezTo>
                  <a:pt x="188" y="196"/>
                  <a:pt x="188" y="196"/>
                  <a:pt x="188" y="196"/>
                </a:cubicBezTo>
                <a:cubicBezTo>
                  <a:pt x="190" y="196"/>
                  <a:pt x="192" y="194"/>
                  <a:pt x="192" y="192"/>
                </a:cubicBezTo>
                <a:cubicBezTo>
                  <a:pt x="192" y="190"/>
                  <a:pt x="190" y="188"/>
                  <a:pt x="188" y="188"/>
                </a:cubicBezTo>
                <a:cubicBezTo>
                  <a:pt x="184" y="188"/>
                  <a:pt x="184" y="188"/>
                  <a:pt x="184" y="188"/>
                </a:cubicBezTo>
                <a:cubicBezTo>
                  <a:pt x="182" y="188"/>
                  <a:pt x="180" y="186"/>
                  <a:pt x="180" y="184"/>
                </a:cubicBezTo>
                <a:cubicBezTo>
                  <a:pt x="180" y="168"/>
                  <a:pt x="180" y="168"/>
                  <a:pt x="180" y="168"/>
                </a:cubicBezTo>
                <a:cubicBezTo>
                  <a:pt x="240" y="168"/>
                  <a:pt x="240" y="168"/>
                  <a:pt x="240" y="168"/>
                </a:cubicBezTo>
                <a:cubicBezTo>
                  <a:pt x="249" y="168"/>
                  <a:pt x="256" y="161"/>
                  <a:pt x="256" y="152"/>
                </a:cubicBezTo>
                <a:cubicBezTo>
                  <a:pt x="256" y="16"/>
                  <a:pt x="256" y="16"/>
                  <a:pt x="256" y="16"/>
                </a:cubicBezTo>
                <a:cubicBezTo>
                  <a:pt x="256" y="7"/>
                  <a:pt x="249" y="0"/>
                  <a:pt x="240" y="0"/>
                </a:cubicBezTo>
                <a:close/>
                <a:moveTo>
                  <a:pt x="228" y="132"/>
                </a:moveTo>
                <a:cubicBezTo>
                  <a:pt x="152" y="132"/>
                  <a:pt x="152" y="132"/>
                  <a:pt x="152" y="132"/>
                </a:cubicBezTo>
                <a:cubicBezTo>
                  <a:pt x="152" y="140"/>
                  <a:pt x="152" y="140"/>
                  <a:pt x="152" y="140"/>
                </a:cubicBezTo>
                <a:cubicBezTo>
                  <a:pt x="228" y="140"/>
                  <a:pt x="228" y="140"/>
                  <a:pt x="228" y="140"/>
                </a:cubicBezTo>
                <a:cubicBezTo>
                  <a:pt x="235" y="140"/>
                  <a:pt x="240" y="135"/>
                  <a:pt x="240" y="128"/>
                </a:cubicBezTo>
                <a:cubicBezTo>
                  <a:pt x="240" y="28"/>
                  <a:pt x="240" y="28"/>
                  <a:pt x="240" y="28"/>
                </a:cubicBezTo>
                <a:cubicBezTo>
                  <a:pt x="240" y="21"/>
                  <a:pt x="235" y="16"/>
                  <a:pt x="228" y="16"/>
                </a:cubicBezTo>
                <a:cubicBezTo>
                  <a:pt x="76" y="16"/>
                  <a:pt x="76" y="16"/>
                  <a:pt x="76" y="16"/>
                </a:cubicBezTo>
                <a:cubicBezTo>
                  <a:pt x="69" y="16"/>
                  <a:pt x="64" y="21"/>
                  <a:pt x="64" y="28"/>
                </a:cubicBezTo>
                <a:cubicBezTo>
                  <a:pt x="64" y="36"/>
                  <a:pt x="64" y="36"/>
                  <a:pt x="64" y="36"/>
                </a:cubicBezTo>
                <a:cubicBezTo>
                  <a:pt x="72" y="36"/>
                  <a:pt x="72" y="36"/>
                  <a:pt x="72" y="36"/>
                </a:cubicBezTo>
                <a:cubicBezTo>
                  <a:pt x="72" y="28"/>
                  <a:pt x="72" y="28"/>
                  <a:pt x="72" y="28"/>
                </a:cubicBezTo>
                <a:cubicBezTo>
                  <a:pt x="72" y="26"/>
                  <a:pt x="74" y="24"/>
                  <a:pt x="76" y="24"/>
                </a:cubicBezTo>
                <a:cubicBezTo>
                  <a:pt x="228" y="24"/>
                  <a:pt x="228" y="24"/>
                  <a:pt x="228" y="24"/>
                </a:cubicBezTo>
                <a:cubicBezTo>
                  <a:pt x="230" y="24"/>
                  <a:pt x="232" y="26"/>
                  <a:pt x="232" y="28"/>
                </a:cubicBezTo>
                <a:cubicBezTo>
                  <a:pt x="232" y="128"/>
                  <a:pt x="232" y="128"/>
                  <a:pt x="232" y="128"/>
                </a:cubicBezTo>
                <a:cubicBezTo>
                  <a:pt x="232" y="130"/>
                  <a:pt x="230" y="132"/>
                  <a:pt x="228" y="132"/>
                </a:cubicBezTo>
                <a:close/>
                <a:moveTo>
                  <a:pt x="123" y="48"/>
                </a:moveTo>
                <a:cubicBezTo>
                  <a:pt x="40" y="48"/>
                  <a:pt x="40" y="48"/>
                  <a:pt x="40" y="48"/>
                </a:cubicBezTo>
                <a:cubicBezTo>
                  <a:pt x="31" y="48"/>
                  <a:pt x="24" y="55"/>
                  <a:pt x="24" y="64"/>
                </a:cubicBezTo>
                <a:cubicBezTo>
                  <a:pt x="24" y="116"/>
                  <a:pt x="24" y="116"/>
                  <a:pt x="24" y="116"/>
                </a:cubicBezTo>
                <a:cubicBezTo>
                  <a:pt x="32" y="116"/>
                  <a:pt x="32" y="116"/>
                  <a:pt x="32" y="116"/>
                </a:cubicBezTo>
                <a:cubicBezTo>
                  <a:pt x="32" y="64"/>
                  <a:pt x="32" y="64"/>
                  <a:pt x="32" y="64"/>
                </a:cubicBezTo>
                <a:cubicBezTo>
                  <a:pt x="32" y="60"/>
                  <a:pt x="36" y="56"/>
                  <a:pt x="40" y="56"/>
                </a:cubicBezTo>
                <a:cubicBezTo>
                  <a:pt x="123" y="56"/>
                  <a:pt x="123" y="56"/>
                  <a:pt x="123" y="56"/>
                </a:cubicBezTo>
                <a:cubicBezTo>
                  <a:pt x="127" y="56"/>
                  <a:pt x="131" y="60"/>
                  <a:pt x="131" y="64"/>
                </a:cubicBezTo>
                <a:cubicBezTo>
                  <a:pt x="131" y="180"/>
                  <a:pt x="131" y="180"/>
                  <a:pt x="131" y="180"/>
                </a:cubicBezTo>
                <a:cubicBezTo>
                  <a:pt x="131" y="184"/>
                  <a:pt x="127" y="188"/>
                  <a:pt x="123" y="188"/>
                </a:cubicBezTo>
                <a:cubicBezTo>
                  <a:pt x="108" y="188"/>
                  <a:pt x="108" y="188"/>
                  <a:pt x="108" y="188"/>
                </a:cubicBezTo>
                <a:cubicBezTo>
                  <a:pt x="108" y="196"/>
                  <a:pt x="108" y="196"/>
                  <a:pt x="108" y="196"/>
                </a:cubicBezTo>
                <a:cubicBezTo>
                  <a:pt x="123" y="196"/>
                  <a:pt x="123" y="196"/>
                  <a:pt x="123" y="196"/>
                </a:cubicBezTo>
                <a:cubicBezTo>
                  <a:pt x="132" y="196"/>
                  <a:pt x="139" y="189"/>
                  <a:pt x="139" y="180"/>
                </a:cubicBezTo>
                <a:cubicBezTo>
                  <a:pt x="139" y="64"/>
                  <a:pt x="139" y="64"/>
                  <a:pt x="139" y="64"/>
                </a:cubicBezTo>
                <a:cubicBezTo>
                  <a:pt x="139" y="55"/>
                  <a:pt x="132" y="48"/>
                  <a:pt x="123" y="48"/>
                </a:cubicBezTo>
                <a:close/>
                <a:moveTo>
                  <a:pt x="80" y="128"/>
                </a:moveTo>
                <a:cubicBezTo>
                  <a:pt x="16" y="128"/>
                  <a:pt x="16" y="128"/>
                  <a:pt x="16" y="128"/>
                </a:cubicBezTo>
                <a:cubicBezTo>
                  <a:pt x="7" y="128"/>
                  <a:pt x="0" y="135"/>
                  <a:pt x="0" y="144"/>
                </a:cubicBezTo>
                <a:cubicBezTo>
                  <a:pt x="0" y="180"/>
                  <a:pt x="0" y="180"/>
                  <a:pt x="0" y="180"/>
                </a:cubicBezTo>
                <a:cubicBezTo>
                  <a:pt x="0" y="189"/>
                  <a:pt x="7" y="196"/>
                  <a:pt x="16" y="196"/>
                </a:cubicBezTo>
                <a:cubicBezTo>
                  <a:pt x="80" y="196"/>
                  <a:pt x="80" y="196"/>
                  <a:pt x="80" y="196"/>
                </a:cubicBezTo>
                <a:cubicBezTo>
                  <a:pt x="89" y="196"/>
                  <a:pt x="96" y="189"/>
                  <a:pt x="96" y="180"/>
                </a:cubicBezTo>
                <a:cubicBezTo>
                  <a:pt x="96" y="144"/>
                  <a:pt x="96" y="144"/>
                  <a:pt x="96" y="144"/>
                </a:cubicBezTo>
                <a:cubicBezTo>
                  <a:pt x="96" y="135"/>
                  <a:pt x="89" y="128"/>
                  <a:pt x="80" y="128"/>
                </a:cubicBezTo>
                <a:close/>
                <a:moveTo>
                  <a:pt x="88" y="180"/>
                </a:moveTo>
                <a:cubicBezTo>
                  <a:pt x="88" y="184"/>
                  <a:pt x="84" y="188"/>
                  <a:pt x="80" y="188"/>
                </a:cubicBezTo>
                <a:cubicBezTo>
                  <a:pt x="16" y="188"/>
                  <a:pt x="16" y="188"/>
                  <a:pt x="16" y="188"/>
                </a:cubicBezTo>
                <a:cubicBezTo>
                  <a:pt x="12" y="188"/>
                  <a:pt x="8" y="184"/>
                  <a:pt x="8" y="180"/>
                </a:cubicBezTo>
                <a:cubicBezTo>
                  <a:pt x="8" y="144"/>
                  <a:pt x="8" y="144"/>
                  <a:pt x="8" y="144"/>
                </a:cubicBezTo>
                <a:cubicBezTo>
                  <a:pt x="8" y="140"/>
                  <a:pt x="12" y="136"/>
                  <a:pt x="16" y="136"/>
                </a:cubicBezTo>
                <a:cubicBezTo>
                  <a:pt x="80" y="136"/>
                  <a:pt x="80" y="136"/>
                  <a:pt x="80" y="136"/>
                </a:cubicBezTo>
                <a:cubicBezTo>
                  <a:pt x="84" y="136"/>
                  <a:pt x="88" y="140"/>
                  <a:pt x="88" y="144"/>
                </a:cubicBezTo>
                <a:lnTo>
                  <a:pt x="88" y="18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66" name="Freeform 83">
            <a:extLst>
              <a:ext uri="{FF2B5EF4-FFF2-40B4-BE49-F238E27FC236}">
                <a16:creationId xmlns:a16="http://schemas.microsoft.com/office/drawing/2014/main" id="{6F391D7B-6C64-493A-930A-1A8E6C27BCC7}"/>
              </a:ext>
            </a:extLst>
          </p:cNvPr>
          <p:cNvSpPr>
            <a:spLocks noChangeAspect="1" noEditPoints="1"/>
          </p:cNvSpPr>
          <p:nvPr/>
        </p:nvSpPr>
        <p:spPr bwMode="auto">
          <a:xfrm>
            <a:off x="5411318" y="2428875"/>
            <a:ext cx="400050" cy="400050"/>
          </a:xfrm>
          <a:custGeom>
            <a:avLst/>
            <a:gdLst>
              <a:gd name="T0" fmla="*/ 140 w 256"/>
              <a:gd name="T1" fmla="*/ 108 h 256"/>
              <a:gd name="T2" fmla="*/ 148 w 256"/>
              <a:gd name="T3" fmla="*/ 108 h 256"/>
              <a:gd name="T4" fmla="*/ 248 w 256"/>
              <a:gd name="T5" fmla="*/ 108 h 256"/>
              <a:gd name="T6" fmla="*/ 160 w 256"/>
              <a:gd name="T7" fmla="*/ 216 h 256"/>
              <a:gd name="T8" fmla="*/ 140 w 256"/>
              <a:gd name="T9" fmla="*/ 200 h 256"/>
              <a:gd name="T10" fmla="*/ 236 w 256"/>
              <a:gd name="T11" fmla="*/ 224 h 256"/>
              <a:gd name="T12" fmla="*/ 236 w 256"/>
              <a:gd name="T13" fmla="*/ 88 h 256"/>
              <a:gd name="T14" fmla="*/ 157 w 256"/>
              <a:gd name="T15" fmla="*/ 80 h 256"/>
              <a:gd name="T16" fmla="*/ 239 w 256"/>
              <a:gd name="T17" fmla="*/ 80 h 256"/>
              <a:gd name="T18" fmla="*/ 241 w 256"/>
              <a:gd name="T19" fmla="*/ 72 h 256"/>
              <a:gd name="T20" fmla="*/ 172 w 256"/>
              <a:gd name="T21" fmla="*/ 56 h 256"/>
              <a:gd name="T22" fmla="*/ 239 w 256"/>
              <a:gd name="T23" fmla="*/ 232 h 256"/>
              <a:gd name="T24" fmla="*/ 157 w 256"/>
              <a:gd name="T25" fmla="*/ 232 h 256"/>
              <a:gd name="T26" fmla="*/ 168 w 256"/>
              <a:gd name="T27" fmla="*/ 253 h 256"/>
              <a:gd name="T28" fmla="*/ 228 w 256"/>
              <a:gd name="T29" fmla="*/ 253 h 256"/>
              <a:gd name="T30" fmla="*/ 239 w 256"/>
              <a:gd name="T31" fmla="*/ 232 h 256"/>
              <a:gd name="T32" fmla="*/ 24 w 256"/>
              <a:gd name="T33" fmla="*/ 216 h 256"/>
              <a:gd name="T34" fmla="*/ 8 w 256"/>
              <a:gd name="T35" fmla="*/ 236 h 256"/>
              <a:gd name="T36" fmla="*/ 148 w 256"/>
              <a:gd name="T37" fmla="*/ 8 h 256"/>
              <a:gd name="T38" fmla="*/ 168 w 256"/>
              <a:gd name="T39" fmla="*/ 40 h 256"/>
              <a:gd name="T40" fmla="*/ 20 w 256"/>
              <a:gd name="T41" fmla="*/ 0 h 256"/>
              <a:gd name="T42" fmla="*/ 20 w 256"/>
              <a:gd name="T43" fmla="*/ 256 h 256"/>
              <a:gd name="T44" fmla="*/ 20 w 256"/>
              <a:gd name="T45" fmla="*/ 248 h 256"/>
              <a:gd name="T46" fmla="*/ 24 w 256"/>
              <a:gd name="T47" fmla="*/ 32 h 256"/>
              <a:gd name="T48" fmla="*/ 144 w 256"/>
              <a:gd name="T49" fmla="*/ 32 h 256"/>
              <a:gd name="T50" fmla="*/ 72 w 256"/>
              <a:gd name="T51" fmla="*/ 236 h 256"/>
              <a:gd name="T52" fmla="*/ 96 w 256"/>
              <a:gd name="T53" fmla="*/ 228 h 256"/>
              <a:gd name="T54" fmla="*/ 174 w 256"/>
              <a:gd name="T55" fmla="*/ 175 h 256"/>
              <a:gd name="T56" fmla="*/ 214 w 256"/>
              <a:gd name="T57" fmla="*/ 141 h 256"/>
              <a:gd name="T58" fmla="*/ 168 w 256"/>
              <a:gd name="T59" fmla="*/ 116 h 256"/>
              <a:gd name="T60" fmla="*/ 140 w 256"/>
              <a:gd name="T61" fmla="*/ 136 h 256"/>
              <a:gd name="T62" fmla="*/ 176 w 256"/>
              <a:gd name="T63" fmla="*/ 124 h 256"/>
              <a:gd name="T64" fmla="*/ 176 w 256"/>
              <a:gd name="T65" fmla="*/ 156 h 256"/>
              <a:gd name="T66" fmla="*/ 108 w 256"/>
              <a:gd name="T67" fmla="*/ 140 h 256"/>
              <a:gd name="T68" fmla="*/ 62 w 256"/>
              <a:gd name="T69" fmla="*/ 165 h 256"/>
              <a:gd name="T70" fmla="*/ 102 w 256"/>
              <a:gd name="T71" fmla="*/ 199 h 256"/>
              <a:gd name="T72" fmla="*/ 108 w 256"/>
              <a:gd name="T73" fmla="*/ 196 h 256"/>
              <a:gd name="T74" fmla="*/ 148 w 256"/>
              <a:gd name="T75" fmla="*/ 176 h 256"/>
              <a:gd name="T76" fmla="*/ 100 w 256"/>
              <a:gd name="T77" fmla="*/ 188 h 256"/>
              <a:gd name="T78" fmla="*/ 100 w 256"/>
              <a:gd name="T79" fmla="*/ 156 h 256"/>
              <a:gd name="T80" fmla="*/ 168 w 256"/>
              <a:gd name="T81" fmla="*/ 172 h 256"/>
              <a:gd name="T82" fmla="*/ 120 w 256"/>
              <a:gd name="T83" fmla="*/ 136 h 256"/>
              <a:gd name="T84" fmla="*/ 120 w 256"/>
              <a:gd name="T85" fmla="*/ 1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236" y="88"/>
                </a:moveTo>
                <a:cubicBezTo>
                  <a:pt x="160" y="88"/>
                  <a:pt x="160" y="88"/>
                  <a:pt x="160" y="88"/>
                </a:cubicBezTo>
                <a:cubicBezTo>
                  <a:pt x="149" y="88"/>
                  <a:pt x="140" y="97"/>
                  <a:pt x="140" y="108"/>
                </a:cubicBezTo>
                <a:cubicBezTo>
                  <a:pt x="140" y="112"/>
                  <a:pt x="140" y="112"/>
                  <a:pt x="140" y="112"/>
                </a:cubicBezTo>
                <a:cubicBezTo>
                  <a:pt x="148" y="112"/>
                  <a:pt x="148" y="112"/>
                  <a:pt x="148" y="112"/>
                </a:cubicBezTo>
                <a:cubicBezTo>
                  <a:pt x="148" y="108"/>
                  <a:pt x="148" y="108"/>
                  <a:pt x="148" y="108"/>
                </a:cubicBezTo>
                <a:cubicBezTo>
                  <a:pt x="148" y="101"/>
                  <a:pt x="153" y="96"/>
                  <a:pt x="160" y="96"/>
                </a:cubicBezTo>
                <a:cubicBezTo>
                  <a:pt x="236" y="96"/>
                  <a:pt x="236" y="96"/>
                  <a:pt x="236" y="96"/>
                </a:cubicBezTo>
                <a:cubicBezTo>
                  <a:pt x="243" y="96"/>
                  <a:pt x="248" y="101"/>
                  <a:pt x="248" y="108"/>
                </a:cubicBezTo>
                <a:cubicBezTo>
                  <a:pt x="248" y="204"/>
                  <a:pt x="248" y="204"/>
                  <a:pt x="248" y="204"/>
                </a:cubicBezTo>
                <a:cubicBezTo>
                  <a:pt x="248" y="211"/>
                  <a:pt x="243" y="216"/>
                  <a:pt x="236" y="216"/>
                </a:cubicBezTo>
                <a:cubicBezTo>
                  <a:pt x="160" y="216"/>
                  <a:pt x="160" y="216"/>
                  <a:pt x="160" y="216"/>
                </a:cubicBezTo>
                <a:cubicBezTo>
                  <a:pt x="153" y="216"/>
                  <a:pt x="148" y="211"/>
                  <a:pt x="148" y="204"/>
                </a:cubicBezTo>
                <a:cubicBezTo>
                  <a:pt x="148" y="200"/>
                  <a:pt x="148" y="200"/>
                  <a:pt x="148" y="200"/>
                </a:cubicBezTo>
                <a:cubicBezTo>
                  <a:pt x="140" y="200"/>
                  <a:pt x="140" y="200"/>
                  <a:pt x="140" y="200"/>
                </a:cubicBezTo>
                <a:cubicBezTo>
                  <a:pt x="140" y="204"/>
                  <a:pt x="140" y="204"/>
                  <a:pt x="140" y="204"/>
                </a:cubicBezTo>
                <a:cubicBezTo>
                  <a:pt x="140" y="215"/>
                  <a:pt x="149" y="224"/>
                  <a:pt x="160" y="224"/>
                </a:cubicBezTo>
                <a:cubicBezTo>
                  <a:pt x="236" y="224"/>
                  <a:pt x="236" y="224"/>
                  <a:pt x="236" y="224"/>
                </a:cubicBezTo>
                <a:cubicBezTo>
                  <a:pt x="247" y="224"/>
                  <a:pt x="256" y="215"/>
                  <a:pt x="256" y="204"/>
                </a:cubicBezTo>
                <a:cubicBezTo>
                  <a:pt x="256" y="108"/>
                  <a:pt x="256" y="108"/>
                  <a:pt x="256" y="108"/>
                </a:cubicBezTo>
                <a:cubicBezTo>
                  <a:pt x="256" y="97"/>
                  <a:pt x="247" y="88"/>
                  <a:pt x="236" y="88"/>
                </a:cubicBezTo>
                <a:close/>
                <a:moveTo>
                  <a:pt x="155" y="72"/>
                </a:moveTo>
                <a:cubicBezTo>
                  <a:pt x="153" y="73"/>
                  <a:pt x="152" y="75"/>
                  <a:pt x="152" y="77"/>
                </a:cubicBezTo>
                <a:cubicBezTo>
                  <a:pt x="153" y="79"/>
                  <a:pt x="155" y="80"/>
                  <a:pt x="157" y="80"/>
                </a:cubicBezTo>
                <a:cubicBezTo>
                  <a:pt x="167" y="77"/>
                  <a:pt x="172" y="69"/>
                  <a:pt x="174" y="64"/>
                </a:cubicBezTo>
                <a:cubicBezTo>
                  <a:pt x="222" y="64"/>
                  <a:pt x="222" y="64"/>
                  <a:pt x="222" y="64"/>
                </a:cubicBezTo>
                <a:cubicBezTo>
                  <a:pt x="224" y="69"/>
                  <a:pt x="229" y="77"/>
                  <a:pt x="239" y="80"/>
                </a:cubicBezTo>
                <a:cubicBezTo>
                  <a:pt x="239" y="80"/>
                  <a:pt x="240" y="80"/>
                  <a:pt x="240" y="80"/>
                </a:cubicBezTo>
                <a:cubicBezTo>
                  <a:pt x="242" y="80"/>
                  <a:pt x="243" y="79"/>
                  <a:pt x="244" y="77"/>
                </a:cubicBezTo>
                <a:cubicBezTo>
                  <a:pt x="244" y="75"/>
                  <a:pt x="243" y="73"/>
                  <a:pt x="241" y="72"/>
                </a:cubicBezTo>
                <a:cubicBezTo>
                  <a:pt x="232" y="70"/>
                  <a:pt x="228" y="59"/>
                  <a:pt x="228" y="59"/>
                </a:cubicBezTo>
                <a:cubicBezTo>
                  <a:pt x="228" y="57"/>
                  <a:pt x="226" y="56"/>
                  <a:pt x="224" y="56"/>
                </a:cubicBezTo>
                <a:cubicBezTo>
                  <a:pt x="172" y="56"/>
                  <a:pt x="172" y="56"/>
                  <a:pt x="172" y="56"/>
                </a:cubicBezTo>
                <a:cubicBezTo>
                  <a:pt x="170" y="56"/>
                  <a:pt x="168" y="57"/>
                  <a:pt x="168" y="59"/>
                </a:cubicBezTo>
                <a:cubicBezTo>
                  <a:pt x="168" y="59"/>
                  <a:pt x="164" y="70"/>
                  <a:pt x="155" y="72"/>
                </a:cubicBezTo>
                <a:close/>
                <a:moveTo>
                  <a:pt x="239" y="232"/>
                </a:moveTo>
                <a:cubicBezTo>
                  <a:pt x="229" y="235"/>
                  <a:pt x="224" y="243"/>
                  <a:pt x="222" y="248"/>
                </a:cubicBezTo>
                <a:cubicBezTo>
                  <a:pt x="174" y="248"/>
                  <a:pt x="174" y="248"/>
                  <a:pt x="174" y="248"/>
                </a:cubicBezTo>
                <a:cubicBezTo>
                  <a:pt x="172" y="243"/>
                  <a:pt x="167" y="235"/>
                  <a:pt x="157" y="232"/>
                </a:cubicBezTo>
                <a:cubicBezTo>
                  <a:pt x="155" y="232"/>
                  <a:pt x="153" y="233"/>
                  <a:pt x="152" y="235"/>
                </a:cubicBezTo>
                <a:cubicBezTo>
                  <a:pt x="152" y="237"/>
                  <a:pt x="153" y="239"/>
                  <a:pt x="155" y="240"/>
                </a:cubicBezTo>
                <a:cubicBezTo>
                  <a:pt x="164" y="242"/>
                  <a:pt x="168" y="253"/>
                  <a:pt x="168" y="253"/>
                </a:cubicBezTo>
                <a:cubicBezTo>
                  <a:pt x="168" y="255"/>
                  <a:pt x="170" y="256"/>
                  <a:pt x="172" y="256"/>
                </a:cubicBezTo>
                <a:cubicBezTo>
                  <a:pt x="224" y="256"/>
                  <a:pt x="224" y="256"/>
                  <a:pt x="224" y="256"/>
                </a:cubicBezTo>
                <a:cubicBezTo>
                  <a:pt x="226" y="256"/>
                  <a:pt x="228" y="255"/>
                  <a:pt x="228" y="253"/>
                </a:cubicBezTo>
                <a:cubicBezTo>
                  <a:pt x="228" y="253"/>
                  <a:pt x="232" y="242"/>
                  <a:pt x="241" y="240"/>
                </a:cubicBezTo>
                <a:cubicBezTo>
                  <a:pt x="243" y="239"/>
                  <a:pt x="244" y="237"/>
                  <a:pt x="244" y="235"/>
                </a:cubicBezTo>
                <a:cubicBezTo>
                  <a:pt x="243" y="233"/>
                  <a:pt x="241" y="232"/>
                  <a:pt x="239" y="232"/>
                </a:cubicBezTo>
                <a:close/>
                <a:moveTo>
                  <a:pt x="124" y="208"/>
                </a:moveTo>
                <a:cubicBezTo>
                  <a:pt x="24" y="208"/>
                  <a:pt x="24" y="208"/>
                  <a:pt x="24" y="208"/>
                </a:cubicBezTo>
                <a:cubicBezTo>
                  <a:pt x="24" y="216"/>
                  <a:pt x="24" y="216"/>
                  <a:pt x="24" y="216"/>
                </a:cubicBezTo>
                <a:cubicBezTo>
                  <a:pt x="124" y="216"/>
                  <a:pt x="124" y="216"/>
                  <a:pt x="124" y="216"/>
                </a:cubicBezTo>
                <a:lnTo>
                  <a:pt x="124" y="208"/>
                </a:lnTo>
                <a:close/>
                <a:moveTo>
                  <a:pt x="8" y="236"/>
                </a:moveTo>
                <a:cubicBezTo>
                  <a:pt x="8" y="20"/>
                  <a:pt x="8" y="20"/>
                  <a:pt x="8" y="20"/>
                </a:cubicBezTo>
                <a:cubicBezTo>
                  <a:pt x="8" y="13"/>
                  <a:pt x="13" y="8"/>
                  <a:pt x="20" y="8"/>
                </a:cubicBezTo>
                <a:cubicBezTo>
                  <a:pt x="148" y="8"/>
                  <a:pt x="148" y="8"/>
                  <a:pt x="148" y="8"/>
                </a:cubicBezTo>
                <a:cubicBezTo>
                  <a:pt x="155" y="8"/>
                  <a:pt x="160" y="13"/>
                  <a:pt x="160" y="20"/>
                </a:cubicBezTo>
                <a:cubicBezTo>
                  <a:pt x="160" y="40"/>
                  <a:pt x="160" y="40"/>
                  <a:pt x="160" y="40"/>
                </a:cubicBezTo>
                <a:cubicBezTo>
                  <a:pt x="168" y="40"/>
                  <a:pt x="168" y="40"/>
                  <a:pt x="168" y="40"/>
                </a:cubicBezTo>
                <a:cubicBezTo>
                  <a:pt x="168" y="20"/>
                  <a:pt x="168" y="20"/>
                  <a:pt x="168" y="20"/>
                </a:cubicBezTo>
                <a:cubicBezTo>
                  <a:pt x="168" y="9"/>
                  <a:pt x="159" y="0"/>
                  <a:pt x="148" y="0"/>
                </a:cubicBezTo>
                <a:cubicBezTo>
                  <a:pt x="20" y="0"/>
                  <a:pt x="20" y="0"/>
                  <a:pt x="20" y="0"/>
                </a:cubicBezTo>
                <a:cubicBezTo>
                  <a:pt x="9" y="0"/>
                  <a:pt x="0" y="9"/>
                  <a:pt x="0" y="20"/>
                </a:cubicBezTo>
                <a:cubicBezTo>
                  <a:pt x="0" y="236"/>
                  <a:pt x="0" y="236"/>
                  <a:pt x="0" y="236"/>
                </a:cubicBezTo>
                <a:cubicBezTo>
                  <a:pt x="0" y="247"/>
                  <a:pt x="9" y="256"/>
                  <a:pt x="20" y="256"/>
                </a:cubicBezTo>
                <a:cubicBezTo>
                  <a:pt x="140" y="256"/>
                  <a:pt x="140" y="256"/>
                  <a:pt x="140" y="256"/>
                </a:cubicBezTo>
                <a:cubicBezTo>
                  <a:pt x="140" y="248"/>
                  <a:pt x="140" y="248"/>
                  <a:pt x="140" y="248"/>
                </a:cubicBezTo>
                <a:cubicBezTo>
                  <a:pt x="20" y="248"/>
                  <a:pt x="20" y="248"/>
                  <a:pt x="20" y="248"/>
                </a:cubicBezTo>
                <a:cubicBezTo>
                  <a:pt x="13" y="248"/>
                  <a:pt x="8" y="243"/>
                  <a:pt x="8" y="236"/>
                </a:cubicBezTo>
                <a:close/>
                <a:moveTo>
                  <a:pt x="144" y="32"/>
                </a:moveTo>
                <a:cubicBezTo>
                  <a:pt x="24" y="32"/>
                  <a:pt x="24" y="32"/>
                  <a:pt x="24" y="32"/>
                </a:cubicBezTo>
                <a:cubicBezTo>
                  <a:pt x="24" y="40"/>
                  <a:pt x="24" y="40"/>
                  <a:pt x="24" y="40"/>
                </a:cubicBezTo>
                <a:cubicBezTo>
                  <a:pt x="144" y="40"/>
                  <a:pt x="144" y="40"/>
                  <a:pt x="144" y="40"/>
                </a:cubicBezTo>
                <a:lnTo>
                  <a:pt x="144" y="32"/>
                </a:lnTo>
                <a:close/>
                <a:moveTo>
                  <a:pt x="72" y="228"/>
                </a:moveTo>
                <a:cubicBezTo>
                  <a:pt x="70" y="228"/>
                  <a:pt x="68" y="230"/>
                  <a:pt x="68" y="232"/>
                </a:cubicBezTo>
                <a:cubicBezTo>
                  <a:pt x="68" y="234"/>
                  <a:pt x="70" y="236"/>
                  <a:pt x="72" y="236"/>
                </a:cubicBezTo>
                <a:cubicBezTo>
                  <a:pt x="96" y="236"/>
                  <a:pt x="96" y="236"/>
                  <a:pt x="96" y="236"/>
                </a:cubicBezTo>
                <a:cubicBezTo>
                  <a:pt x="98" y="236"/>
                  <a:pt x="100" y="234"/>
                  <a:pt x="100" y="232"/>
                </a:cubicBezTo>
                <a:cubicBezTo>
                  <a:pt x="100" y="230"/>
                  <a:pt x="98" y="228"/>
                  <a:pt x="96" y="228"/>
                </a:cubicBezTo>
                <a:lnTo>
                  <a:pt x="72" y="228"/>
                </a:lnTo>
                <a:close/>
                <a:moveTo>
                  <a:pt x="170" y="176"/>
                </a:moveTo>
                <a:cubicBezTo>
                  <a:pt x="171" y="176"/>
                  <a:pt x="173" y="176"/>
                  <a:pt x="174" y="175"/>
                </a:cubicBezTo>
                <a:cubicBezTo>
                  <a:pt x="214" y="147"/>
                  <a:pt x="214" y="147"/>
                  <a:pt x="214" y="147"/>
                </a:cubicBezTo>
                <a:cubicBezTo>
                  <a:pt x="215" y="147"/>
                  <a:pt x="216" y="145"/>
                  <a:pt x="216" y="144"/>
                </a:cubicBezTo>
                <a:cubicBezTo>
                  <a:pt x="216" y="143"/>
                  <a:pt x="215" y="141"/>
                  <a:pt x="214" y="141"/>
                </a:cubicBezTo>
                <a:cubicBezTo>
                  <a:pt x="174" y="113"/>
                  <a:pt x="174" y="113"/>
                  <a:pt x="174" y="113"/>
                </a:cubicBezTo>
                <a:cubicBezTo>
                  <a:pt x="173" y="112"/>
                  <a:pt x="171" y="112"/>
                  <a:pt x="170" y="112"/>
                </a:cubicBezTo>
                <a:cubicBezTo>
                  <a:pt x="169" y="113"/>
                  <a:pt x="168" y="115"/>
                  <a:pt x="168" y="116"/>
                </a:cubicBezTo>
                <a:cubicBezTo>
                  <a:pt x="168" y="128"/>
                  <a:pt x="168" y="128"/>
                  <a:pt x="168" y="128"/>
                </a:cubicBezTo>
                <a:cubicBezTo>
                  <a:pt x="140" y="128"/>
                  <a:pt x="140" y="128"/>
                  <a:pt x="140" y="128"/>
                </a:cubicBezTo>
                <a:cubicBezTo>
                  <a:pt x="140" y="136"/>
                  <a:pt x="140" y="136"/>
                  <a:pt x="140" y="136"/>
                </a:cubicBezTo>
                <a:cubicBezTo>
                  <a:pt x="172" y="136"/>
                  <a:pt x="172" y="136"/>
                  <a:pt x="172" y="136"/>
                </a:cubicBezTo>
                <a:cubicBezTo>
                  <a:pt x="174" y="136"/>
                  <a:pt x="176" y="134"/>
                  <a:pt x="176" y="132"/>
                </a:cubicBezTo>
                <a:cubicBezTo>
                  <a:pt x="176" y="124"/>
                  <a:pt x="176" y="124"/>
                  <a:pt x="176" y="124"/>
                </a:cubicBezTo>
                <a:cubicBezTo>
                  <a:pt x="205" y="144"/>
                  <a:pt x="205" y="144"/>
                  <a:pt x="205" y="144"/>
                </a:cubicBezTo>
                <a:cubicBezTo>
                  <a:pt x="176" y="164"/>
                  <a:pt x="176" y="164"/>
                  <a:pt x="176" y="164"/>
                </a:cubicBezTo>
                <a:cubicBezTo>
                  <a:pt x="176" y="156"/>
                  <a:pt x="176" y="156"/>
                  <a:pt x="176" y="156"/>
                </a:cubicBezTo>
                <a:cubicBezTo>
                  <a:pt x="176" y="154"/>
                  <a:pt x="174" y="152"/>
                  <a:pt x="172" y="152"/>
                </a:cubicBezTo>
                <a:cubicBezTo>
                  <a:pt x="108" y="152"/>
                  <a:pt x="108" y="152"/>
                  <a:pt x="108" y="152"/>
                </a:cubicBezTo>
                <a:cubicBezTo>
                  <a:pt x="108" y="140"/>
                  <a:pt x="108" y="140"/>
                  <a:pt x="108" y="140"/>
                </a:cubicBezTo>
                <a:cubicBezTo>
                  <a:pt x="108" y="139"/>
                  <a:pt x="107" y="137"/>
                  <a:pt x="106" y="136"/>
                </a:cubicBezTo>
                <a:cubicBezTo>
                  <a:pt x="105" y="136"/>
                  <a:pt x="103" y="136"/>
                  <a:pt x="102" y="137"/>
                </a:cubicBezTo>
                <a:cubicBezTo>
                  <a:pt x="62" y="165"/>
                  <a:pt x="62" y="165"/>
                  <a:pt x="62" y="165"/>
                </a:cubicBezTo>
                <a:cubicBezTo>
                  <a:pt x="61" y="165"/>
                  <a:pt x="60" y="167"/>
                  <a:pt x="60" y="168"/>
                </a:cubicBezTo>
                <a:cubicBezTo>
                  <a:pt x="60" y="169"/>
                  <a:pt x="61" y="171"/>
                  <a:pt x="62" y="171"/>
                </a:cubicBezTo>
                <a:cubicBezTo>
                  <a:pt x="102" y="199"/>
                  <a:pt x="102" y="199"/>
                  <a:pt x="102" y="199"/>
                </a:cubicBezTo>
                <a:cubicBezTo>
                  <a:pt x="102" y="200"/>
                  <a:pt x="103" y="200"/>
                  <a:pt x="104" y="200"/>
                </a:cubicBezTo>
                <a:cubicBezTo>
                  <a:pt x="105" y="200"/>
                  <a:pt x="105" y="200"/>
                  <a:pt x="106" y="200"/>
                </a:cubicBezTo>
                <a:cubicBezTo>
                  <a:pt x="107" y="199"/>
                  <a:pt x="108" y="197"/>
                  <a:pt x="108" y="196"/>
                </a:cubicBezTo>
                <a:cubicBezTo>
                  <a:pt x="108" y="184"/>
                  <a:pt x="108" y="184"/>
                  <a:pt x="108" y="184"/>
                </a:cubicBezTo>
                <a:cubicBezTo>
                  <a:pt x="148" y="184"/>
                  <a:pt x="148" y="184"/>
                  <a:pt x="148" y="184"/>
                </a:cubicBezTo>
                <a:cubicBezTo>
                  <a:pt x="148" y="176"/>
                  <a:pt x="148" y="176"/>
                  <a:pt x="148" y="176"/>
                </a:cubicBezTo>
                <a:cubicBezTo>
                  <a:pt x="104" y="176"/>
                  <a:pt x="104" y="176"/>
                  <a:pt x="104" y="176"/>
                </a:cubicBezTo>
                <a:cubicBezTo>
                  <a:pt x="102" y="176"/>
                  <a:pt x="100" y="178"/>
                  <a:pt x="100" y="180"/>
                </a:cubicBezTo>
                <a:cubicBezTo>
                  <a:pt x="100" y="188"/>
                  <a:pt x="100" y="188"/>
                  <a:pt x="100" y="188"/>
                </a:cubicBezTo>
                <a:cubicBezTo>
                  <a:pt x="71" y="168"/>
                  <a:pt x="71" y="168"/>
                  <a:pt x="71" y="168"/>
                </a:cubicBezTo>
                <a:cubicBezTo>
                  <a:pt x="100" y="148"/>
                  <a:pt x="100" y="148"/>
                  <a:pt x="100" y="148"/>
                </a:cubicBezTo>
                <a:cubicBezTo>
                  <a:pt x="100" y="156"/>
                  <a:pt x="100" y="156"/>
                  <a:pt x="100" y="156"/>
                </a:cubicBezTo>
                <a:cubicBezTo>
                  <a:pt x="100" y="158"/>
                  <a:pt x="102" y="160"/>
                  <a:pt x="104" y="160"/>
                </a:cubicBezTo>
                <a:cubicBezTo>
                  <a:pt x="168" y="160"/>
                  <a:pt x="168" y="160"/>
                  <a:pt x="168" y="160"/>
                </a:cubicBezTo>
                <a:cubicBezTo>
                  <a:pt x="168" y="172"/>
                  <a:pt x="168" y="172"/>
                  <a:pt x="168" y="172"/>
                </a:cubicBezTo>
                <a:cubicBezTo>
                  <a:pt x="168" y="173"/>
                  <a:pt x="169" y="175"/>
                  <a:pt x="170" y="176"/>
                </a:cubicBezTo>
                <a:close/>
                <a:moveTo>
                  <a:pt x="120" y="128"/>
                </a:moveTo>
                <a:cubicBezTo>
                  <a:pt x="120" y="136"/>
                  <a:pt x="120" y="136"/>
                  <a:pt x="120" y="136"/>
                </a:cubicBezTo>
                <a:cubicBezTo>
                  <a:pt x="132" y="136"/>
                  <a:pt x="132" y="136"/>
                  <a:pt x="132" y="136"/>
                </a:cubicBezTo>
                <a:cubicBezTo>
                  <a:pt x="132" y="128"/>
                  <a:pt x="132" y="128"/>
                  <a:pt x="132" y="128"/>
                </a:cubicBezTo>
                <a:lnTo>
                  <a:pt x="120" y="12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72" name="Freeform 87">
            <a:extLst>
              <a:ext uri="{FF2B5EF4-FFF2-40B4-BE49-F238E27FC236}">
                <a16:creationId xmlns:a16="http://schemas.microsoft.com/office/drawing/2014/main" id="{02CE606D-01DC-47E7-9A27-7F7E55C6BCC1}"/>
              </a:ext>
            </a:extLst>
          </p:cNvPr>
          <p:cNvSpPr>
            <a:spLocks noChangeAspect="1" noEditPoints="1"/>
          </p:cNvSpPr>
          <p:nvPr/>
        </p:nvSpPr>
        <p:spPr bwMode="auto">
          <a:xfrm>
            <a:off x="7347404" y="2427288"/>
            <a:ext cx="398463" cy="403225"/>
          </a:xfrm>
          <a:custGeom>
            <a:avLst/>
            <a:gdLst>
              <a:gd name="T0" fmla="*/ 204 w 255"/>
              <a:gd name="T1" fmla="*/ 170 h 258"/>
              <a:gd name="T2" fmla="*/ 152 w 255"/>
              <a:gd name="T3" fmla="*/ 254 h 258"/>
              <a:gd name="T4" fmla="*/ 240 w 255"/>
              <a:gd name="T5" fmla="*/ 254 h 258"/>
              <a:gd name="T6" fmla="*/ 232 w 255"/>
              <a:gd name="T7" fmla="*/ 250 h 258"/>
              <a:gd name="T8" fmla="*/ 200 w 255"/>
              <a:gd name="T9" fmla="*/ 178 h 258"/>
              <a:gd name="T10" fmla="*/ 188 w 255"/>
              <a:gd name="T11" fmla="*/ 30 h 258"/>
              <a:gd name="T12" fmla="*/ 208 w 255"/>
              <a:gd name="T13" fmla="*/ 50 h 258"/>
              <a:gd name="T14" fmla="*/ 176 w 255"/>
              <a:gd name="T15" fmla="*/ 50 h 258"/>
              <a:gd name="T16" fmla="*/ 188 w 255"/>
              <a:gd name="T17" fmla="*/ 62 h 258"/>
              <a:gd name="T18" fmla="*/ 64 w 255"/>
              <a:gd name="T19" fmla="*/ 38 h 258"/>
              <a:gd name="T20" fmla="*/ 52 w 255"/>
              <a:gd name="T21" fmla="*/ 50 h 258"/>
              <a:gd name="T22" fmla="*/ 64 w 255"/>
              <a:gd name="T23" fmla="*/ 70 h 258"/>
              <a:gd name="T24" fmla="*/ 253 w 255"/>
              <a:gd name="T25" fmla="*/ 170 h 258"/>
              <a:gd name="T26" fmla="*/ 243 w 255"/>
              <a:gd name="T27" fmla="*/ 157 h 258"/>
              <a:gd name="T28" fmla="*/ 248 w 255"/>
              <a:gd name="T29" fmla="*/ 120 h 258"/>
              <a:gd name="T30" fmla="*/ 233 w 255"/>
              <a:gd name="T31" fmla="*/ 67 h 258"/>
              <a:gd name="T32" fmla="*/ 157 w 255"/>
              <a:gd name="T33" fmla="*/ 13 h 258"/>
              <a:gd name="T34" fmla="*/ 95 w 255"/>
              <a:gd name="T35" fmla="*/ 13 h 258"/>
              <a:gd name="T36" fmla="*/ 16 w 255"/>
              <a:gd name="T37" fmla="*/ 56 h 258"/>
              <a:gd name="T38" fmla="*/ 64 w 255"/>
              <a:gd name="T39" fmla="*/ 98 h 258"/>
              <a:gd name="T40" fmla="*/ 64 w 255"/>
              <a:gd name="T41" fmla="*/ 170 h 258"/>
              <a:gd name="T42" fmla="*/ 100 w 255"/>
              <a:gd name="T43" fmla="*/ 226 h 258"/>
              <a:gd name="T44" fmla="*/ 120 w 255"/>
              <a:gd name="T45" fmla="*/ 234 h 258"/>
              <a:gd name="T46" fmla="*/ 8 w 255"/>
              <a:gd name="T47" fmla="*/ 234 h 258"/>
              <a:gd name="T48" fmla="*/ 28 w 255"/>
              <a:gd name="T49" fmla="*/ 226 h 258"/>
              <a:gd name="T50" fmla="*/ 44 w 255"/>
              <a:gd name="T51" fmla="*/ 170 h 258"/>
              <a:gd name="T52" fmla="*/ 32 w 255"/>
              <a:gd name="T53" fmla="*/ 106 h 258"/>
              <a:gd name="T54" fmla="*/ 20 w 255"/>
              <a:gd name="T55" fmla="*/ 174 h 258"/>
              <a:gd name="T56" fmla="*/ 12 w 255"/>
              <a:gd name="T57" fmla="*/ 222 h 258"/>
              <a:gd name="T58" fmla="*/ 0 w 255"/>
              <a:gd name="T59" fmla="*/ 230 h 258"/>
              <a:gd name="T60" fmla="*/ 124 w 255"/>
              <a:gd name="T61" fmla="*/ 258 h 258"/>
              <a:gd name="T62" fmla="*/ 124 w 255"/>
              <a:gd name="T63" fmla="*/ 226 h 258"/>
              <a:gd name="T64" fmla="*/ 116 w 255"/>
              <a:gd name="T65" fmla="*/ 226 h 258"/>
              <a:gd name="T66" fmla="*/ 104 w 255"/>
              <a:gd name="T67" fmla="*/ 170 h 258"/>
              <a:gd name="T68" fmla="*/ 108 w 255"/>
              <a:gd name="T69" fmla="*/ 82 h 258"/>
              <a:gd name="T70" fmla="*/ 179 w 255"/>
              <a:gd name="T71" fmla="*/ 97 h 258"/>
              <a:gd name="T72" fmla="*/ 184 w 255"/>
              <a:gd name="T73" fmla="*/ 98 h 258"/>
              <a:gd name="T74" fmla="*/ 228 w 255"/>
              <a:gd name="T75" fmla="*/ 76 h 258"/>
              <a:gd name="T76" fmla="*/ 190 w 255"/>
              <a:gd name="T77" fmla="*/ 109 h 258"/>
              <a:gd name="T78" fmla="*/ 199 w 255"/>
              <a:gd name="T79" fmla="*/ 140 h 258"/>
              <a:gd name="T80" fmla="*/ 208 w 255"/>
              <a:gd name="T81" fmla="*/ 139 h 258"/>
              <a:gd name="T82" fmla="*/ 241 w 255"/>
              <a:gd name="T83" fmla="*/ 171 h 258"/>
              <a:gd name="T84" fmla="*/ 246 w 255"/>
              <a:gd name="T85" fmla="*/ 181 h 258"/>
              <a:gd name="T86" fmla="*/ 218 w 255"/>
              <a:gd name="T87" fmla="*/ 77 h 258"/>
              <a:gd name="T88" fmla="*/ 182 w 255"/>
              <a:gd name="T89" fmla="*/ 89 h 258"/>
              <a:gd name="T90" fmla="*/ 173 w 255"/>
              <a:gd name="T91" fmla="*/ 87 h 258"/>
              <a:gd name="T92" fmla="*/ 166 w 255"/>
              <a:gd name="T93" fmla="*/ 83 h 258"/>
              <a:gd name="T94" fmla="*/ 152 w 255"/>
              <a:gd name="T95" fmla="*/ 68 h 258"/>
              <a:gd name="T96" fmla="*/ 146 w 255"/>
              <a:gd name="T97" fmla="*/ 74 h 258"/>
              <a:gd name="T98" fmla="*/ 105 w 255"/>
              <a:gd name="T99" fmla="*/ 74 h 258"/>
              <a:gd name="T100" fmla="*/ 100 w 255"/>
              <a:gd name="T101" fmla="*/ 68 h 258"/>
              <a:gd name="T102" fmla="*/ 86 w 255"/>
              <a:gd name="T103" fmla="*/ 84 h 258"/>
              <a:gd name="T104" fmla="*/ 80 w 255"/>
              <a:gd name="T105" fmla="*/ 87 h 258"/>
              <a:gd name="T106" fmla="*/ 65 w 255"/>
              <a:gd name="T107" fmla="*/ 90 h 258"/>
              <a:gd name="T108" fmla="*/ 34 w 255"/>
              <a:gd name="T109" fmla="*/ 23 h 258"/>
              <a:gd name="T110" fmla="*/ 108 w 255"/>
              <a:gd name="T111" fmla="*/ 26 h 258"/>
              <a:gd name="T112" fmla="*/ 194 w 255"/>
              <a:gd name="T113" fmla="*/ 11 h 258"/>
              <a:gd name="T114" fmla="*/ 237 w 255"/>
              <a:gd name="T115" fmla="*/ 152 h 258"/>
              <a:gd name="T116" fmla="*/ 238 w 255"/>
              <a:gd name="T117" fmla="*/ 125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5" h="258">
                <a:moveTo>
                  <a:pt x="236" y="202"/>
                </a:moveTo>
                <a:cubicBezTo>
                  <a:pt x="220" y="202"/>
                  <a:pt x="208" y="189"/>
                  <a:pt x="208" y="174"/>
                </a:cubicBezTo>
                <a:cubicBezTo>
                  <a:pt x="208" y="172"/>
                  <a:pt x="206" y="170"/>
                  <a:pt x="204" y="170"/>
                </a:cubicBezTo>
                <a:cubicBezTo>
                  <a:pt x="156" y="170"/>
                  <a:pt x="156" y="170"/>
                  <a:pt x="156" y="170"/>
                </a:cubicBezTo>
                <a:cubicBezTo>
                  <a:pt x="154" y="170"/>
                  <a:pt x="152" y="172"/>
                  <a:pt x="152" y="174"/>
                </a:cubicBezTo>
                <a:cubicBezTo>
                  <a:pt x="152" y="254"/>
                  <a:pt x="152" y="254"/>
                  <a:pt x="152" y="254"/>
                </a:cubicBezTo>
                <a:cubicBezTo>
                  <a:pt x="152" y="256"/>
                  <a:pt x="154" y="258"/>
                  <a:pt x="156" y="258"/>
                </a:cubicBezTo>
                <a:cubicBezTo>
                  <a:pt x="236" y="258"/>
                  <a:pt x="236" y="258"/>
                  <a:pt x="236" y="258"/>
                </a:cubicBezTo>
                <a:cubicBezTo>
                  <a:pt x="238" y="258"/>
                  <a:pt x="240" y="256"/>
                  <a:pt x="240" y="254"/>
                </a:cubicBezTo>
                <a:cubicBezTo>
                  <a:pt x="240" y="206"/>
                  <a:pt x="240" y="206"/>
                  <a:pt x="240" y="206"/>
                </a:cubicBezTo>
                <a:cubicBezTo>
                  <a:pt x="240" y="204"/>
                  <a:pt x="238" y="202"/>
                  <a:pt x="236" y="202"/>
                </a:cubicBezTo>
                <a:close/>
                <a:moveTo>
                  <a:pt x="232" y="250"/>
                </a:moveTo>
                <a:cubicBezTo>
                  <a:pt x="160" y="250"/>
                  <a:pt x="160" y="250"/>
                  <a:pt x="160" y="250"/>
                </a:cubicBezTo>
                <a:cubicBezTo>
                  <a:pt x="160" y="178"/>
                  <a:pt x="160" y="178"/>
                  <a:pt x="160" y="178"/>
                </a:cubicBezTo>
                <a:cubicBezTo>
                  <a:pt x="200" y="178"/>
                  <a:pt x="200" y="178"/>
                  <a:pt x="200" y="178"/>
                </a:cubicBezTo>
                <a:cubicBezTo>
                  <a:pt x="202" y="195"/>
                  <a:pt x="215" y="208"/>
                  <a:pt x="232" y="210"/>
                </a:cubicBezTo>
                <a:lnTo>
                  <a:pt x="232" y="250"/>
                </a:lnTo>
                <a:close/>
                <a:moveTo>
                  <a:pt x="188" y="30"/>
                </a:moveTo>
                <a:cubicBezTo>
                  <a:pt x="177" y="30"/>
                  <a:pt x="168" y="39"/>
                  <a:pt x="168" y="50"/>
                </a:cubicBezTo>
                <a:cubicBezTo>
                  <a:pt x="168" y="61"/>
                  <a:pt x="177" y="70"/>
                  <a:pt x="188" y="70"/>
                </a:cubicBezTo>
                <a:cubicBezTo>
                  <a:pt x="199" y="70"/>
                  <a:pt x="208" y="61"/>
                  <a:pt x="208" y="50"/>
                </a:cubicBezTo>
                <a:cubicBezTo>
                  <a:pt x="208" y="39"/>
                  <a:pt x="199" y="30"/>
                  <a:pt x="188" y="30"/>
                </a:cubicBezTo>
                <a:close/>
                <a:moveTo>
                  <a:pt x="188" y="62"/>
                </a:moveTo>
                <a:cubicBezTo>
                  <a:pt x="181" y="62"/>
                  <a:pt x="176" y="57"/>
                  <a:pt x="176" y="50"/>
                </a:cubicBezTo>
                <a:cubicBezTo>
                  <a:pt x="176" y="43"/>
                  <a:pt x="181" y="38"/>
                  <a:pt x="188" y="38"/>
                </a:cubicBezTo>
                <a:cubicBezTo>
                  <a:pt x="195" y="38"/>
                  <a:pt x="200" y="43"/>
                  <a:pt x="200" y="50"/>
                </a:cubicBezTo>
                <a:cubicBezTo>
                  <a:pt x="200" y="57"/>
                  <a:pt x="195" y="62"/>
                  <a:pt x="188" y="62"/>
                </a:cubicBezTo>
                <a:close/>
                <a:moveTo>
                  <a:pt x="64" y="30"/>
                </a:moveTo>
                <a:cubicBezTo>
                  <a:pt x="62" y="30"/>
                  <a:pt x="60" y="32"/>
                  <a:pt x="60" y="34"/>
                </a:cubicBezTo>
                <a:cubicBezTo>
                  <a:pt x="60" y="36"/>
                  <a:pt x="62" y="38"/>
                  <a:pt x="64" y="38"/>
                </a:cubicBezTo>
                <a:cubicBezTo>
                  <a:pt x="71" y="38"/>
                  <a:pt x="76" y="43"/>
                  <a:pt x="76" y="50"/>
                </a:cubicBezTo>
                <a:cubicBezTo>
                  <a:pt x="76" y="57"/>
                  <a:pt x="71" y="62"/>
                  <a:pt x="64" y="62"/>
                </a:cubicBezTo>
                <a:cubicBezTo>
                  <a:pt x="57" y="62"/>
                  <a:pt x="52" y="57"/>
                  <a:pt x="52" y="50"/>
                </a:cubicBezTo>
                <a:cubicBezTo>
                  <a:pt x="52" y="48"/>
                  <a:pt x="50" y="46"/>
                  <a:pt x="48" y="46"/>
                </a:cubicBezTo>
                <a:cubicBezTo>
                  <a:pt x="46" y="46"/>
                  <a:pt x="44" y="48"/>
                  <a:pt x="44" y="50"/>
                </a:cubicBezTo>
                <a:cubicBezTo>
                  <a:pt x="44" y="61"/>
                  <a:pt x="53" y="70"/>
                  <a:pt x="64" y="70"/>
                </a:cubicBezTo>
                <a:cubicBezTo>
                  <a:pt x="75" y="70"/>
                  <a:pt x="84" y="61"/>
                  <a:pt x="84" y="50"/>
                </a:cubicBezTo>
                <a:cubicBezTo>
                  <a:pt x="84" y="39"/>
                  <a:pt x="75" y="30"/>
                  <a:pt x="64" y="30"/>
                </a:cubicBezTo>
                <a:close/>
                <a:moveTo>
                  <a:pt x="253" y="170"/>
                </a:moveTo>
                <a:cubicBezTo>
                  <a:pt x="252" y="168"/>
                  <a:pt x="250" y="167"/>
                  <a:pt x="248" y="168"/>
                </a:cubicBezTo>
                <a:cubicBezTo>
                  <a:pt x="248" y="168"/>
                  <a:pt x="248" y="168"/>
                  <a:pt x="248" y="168"/>
                </a:cubicBezTo>
                <a:cubicBezTo>
                  <a:pt x="243" y="157"/>
                  <a:pt x="243" y="157"/>
                  <a:pt x="243" y="157"/>
                </a:cubicBezTo>
                <a:cubicBezTo>
                  <a:pt x="251" y="149"/>
                  <a:pt x="249" y="131"/>
                  <a:pt x="245" y="122"/>
                </a:cubicBezTo>
                <a:cubicBezTo>
                  <a:pt x="245" y="122"/>
                  <a:pt x="245" y="122"/>
                  <a:pt x="245" y="122"/>
                </a:cubicBezTo>
                <a:cubicBezTo>
                  <a:pt x="248" y="120"/>
                  <a:pt x="248" y="120"/>
                  <a:pt x="248" y="120"/>
                </a:cubicBezTo>
                <a:cubicBezTo>
                  <a:pt x="250" y="119"/>
                  <a:pt x="252" y="118"/>
                  <a:pt x="253" y="116"/>
                </a:cubicBezTo>
                <a:cubicBezTo>
                  <a:pt x="253" y="114"/>
                  <a:pt x="253" y="112"/>
                  <a:pt x="252" y="110"/>
                </a:cubicBezTo>
                <a:cubicBezTo>
                  <a:pt x="233" y="67"/>
                  <a:pt x="233" y="67"/>
                  <a:pt x="233" y="67"/>
                </a:cubicBezTo>
                <a:cubicBezTo>
                  <a:pt x="235" y="60"/>
                  <a:pt x="236" y="52"/>
                  <a:pt x="236" y="44"/>
                </a:cubicBezTo>
                <a:cubicBezTo>
                  <a:pt x="233" y="23"/>
                  <a:pt x="217" y="6"/>
                  <a:pt x="196" y="3"/>
                </a:cubicBezTo>
                <a:cubicBezTo>
                  <a:pt x="182" y="0"/>
                  <a:pt x="167" y="4"/>
                  <a:pt x="157" y="13"/>
                </a:cubicBezTo>
                <a:cubicBezTo>
                  <a:pt x="153" y="16"/>
                  <a:pt x="149" y="18"/>
                  <a:pt x="144" y="18"/>
                </a:cubicBezTo>
                <a:cubicBezTo>
                  <a:pt x="108" y="18"/>
                  <a:pt x="108" y="18"/>
                  <a:pt x="108" y="18"/>
                </a:cubicBezTo>
                <a:cubicBezTo>
                  <a:pt x="103" y="18"/>
                  <a:pt x="98" y="16"/>
                  <a:pt x="95" y="13"/>
                </a:cubicBezTo>
                <a:cubicBezTo>
                  <a:pt x="86" y="6"/>
                  <a:pt x="75" y="2"/>
                  <a:pt x="64" y="2"/>
                </a:cubicBezTo>
                <a:cubicBezTo>
                  <a:pt x="50" y="2"/>
                  <a:pt x="37" y="8"/>
                  <a:pt x="28" y="18"/>
                </a:cubicBezTo>
                <a:cubicBezTo>
                  <a:pt x="19" y="28"/>
                  <a:pt x="15" y="42"/>
                  <a:pt x="16" y="56"/>
                </a:cubicBezTo>
                <a:cubicBezTo>
                  <a:pt x="19" y="77"/>
                  <a:pt x="35" y="94"/>
                  <a:pt x="56" y="97"/>
                </a:cubicBezTo>
                <a:cubicBezTo>
                  <a:pt x="59" y="98"/>
                  <a:pt x="61" y="98"/>
                  <a:pt x="64" y="98"/>
                </a:cubicBezTo>
                <a:cubicBezTo>
                  <a:pt x="64" y="98"/>
                  <a:pt x="64" y="98"/>
                  <a:pt x="64" y="98"/>
                </a:cubicBezTo>
                <a:cubicBezTo>
                  <a:pt x="73" y="98"/>
                  <a:pt x="81" y="96"/>
                  <a:pt x="88" y="92"/>
                </a:cubicBezTo>
                <a:cubicBezTo>
                  <a:pt x="88" y="170"/>
                  <a:pt x="88" y="170"/>
                  <a:pt x="88" y="170"/>
                </a:cubicBezTo>
                <a:cubicBezTo>
                  <a:pt x="64" y="170"/>
                  <a:pt x="64" y="170"/>
                  <a:pt x="64" y="170"/>
                </a:cubicBezTo>
                <a:cubicBezTo>
                  <a:pt x="64" y="178"/>
                  <a:pt x="64" y="178"/>
                  <a:pt x="64" y="178"/>
                </a:cubicBezTo>
                <a:cubicBezTo>
                  <a:pt x="100" y="178"/>
                  <a:pt x="100" y="178"/>
                  <a:pt x="100" y="178"/>
                </a:cubicBezTo>
                <a:cubicBezTo>
                  <a:pt x="100" y="226"/>
                  <a:pt x="100" y="226"/>
                  <a:pt x="100" y="226"/>
                </a:cubicBezTo>
                <a:cubicBezTo>
                  <a:pt x="56" y="226"/>
                  <a:pt x="56" y="226"/>
                  <a:pt x="56" y="226"/>
                </a:cubicBezTo>
                <a:cubicBezTo>
                  <a:pt x="56" y="234"/>
                  <a:pt x="56" y="234"/>
                  <a:pt x="56" y="234"/>
                </a:cubicBezTo>
                <a:cubicBezTo>
                  <a:pt x="120" y="234"/>
                  <a:pt x="120" y="234"/>
                  <a:pt x="120" y="234"/>
                </a:cubicBezTo>
                <a:cubicBezTo>
                  <a:pt x="120" y="250"/>
                  <a:pt x="120" y="250"/>
                  <a:pt x="120" y="250"/>
                </a:cubicBezTo>
                <a:cubicBezTo>
                  <a:pt x="8" y="250"/>
                  <a:pt x="8" y="250"/>
                  <a:pt x="8" y="250"/>
                </a:cubicBezTo>
                <a:cubicBezTo>
                  <a:pt x="8" y="234"/>
                  <a:pt x="8" y="234"/>
                  <a:pt x="8" y="234"/>
                </a:cubicBezTo>
                <a:cubicBezTo>
                  <a:pt x="32" y="234"/>
                  <a:pt x="32" y="234"/>
                  <a:pt x="32" y="234"/>
                </a:cubicBezTo>
                <a:cubicBezTo>
                  <a:pt x="32" y="226"/>
                  <a:pt x="32" y="226"/>
                  <a:pt x="32" y="226"/>
                </a:cubicBezTo>
                <a:cubicBezTo>
                  <a:pt x="28" y="226"/>
                  <a:pt x="28" y="226"/>
                  <a:pt x="28" y="226"/>
                </a:cubicBezTo>
                <a:cubicBezTo>
                  <a:pt x="28" y="178"/>
                  <a:pt x="28" y="178"/>
                  <a:pt x="28" y="178"/>
                </a:cubicBezTo>
                <a:cubicBezTo>
                  <a:pt x="44" y="178"/>
                  <a:pt x="44" y="178"/>
                  <a:pt x="44" y="178"/>
                </a:cubicBezTo>
                <a:cubicBezTo>
                  <a:pt x="44" y="170"/>
                  <a:pt x="44" y="170"/>
                  <a:pt x="44" y="170"/>
                </a:cubicBezTo>
                <a:cubicBezTo>
                  <a:pt x="40" y="170"/>
                  <a:pt x="40" y="170"/>
                  <a:pt x="40" y="170"/>
                </a:cubicBezTo>
                <a:cubicBezTo>
                  <a:pt x="40" y="106"/>
                  <a:pt x="40" y="106"/>
                  <a:pt x="40" y="106"/>
                </a:cubicBezTo>
                <a:cubicBezTo>
                  <a:pt x="32" y="106"/>
                  <a:pt x="32" y="106"/>
                  <a:pt x="32" y="106"/>
                </a:cubicBezTo>
                <a:cubicBezTo>
                  <a:pt x="32" y="170"/>
                  <a:pt x="32" y="170"/>
                  <a:pt x="32" y="170"/>
                </a:cubicBezTo>
                <a:cubicBezTo>
                  <a:pt x="24" y="170"/>
                  <a:pt x="24" y="170"/>
                  <a:pt x="24" y="170"/>
                </a:cubicBezTo>
                <a:cubicBezTo>
                  <a:pt x="22" y="170"/>
                  <a:pt x="20" y="172"/>
                  <a:pt x="20" y="174"/>
                </a:cubicBezTo>
                <a:cubicBezTo>
                  <a:pt x="20" y="226"/>
                  <a:pt x="20" y="226"/>
                  <a:pt x="20" y="226"/>
                </a:cubicBezTo>
                <a:cubicBezTo>
                  <a:pt x="12" y="226"/>
                  <a:pt x="12" y="226"/>
                  <a:pt x="12" y="226"/>
                </a:cubicBezTo>
                <a:cubicBezTo>
                  <a:pt x="12" y="222"/>
                  <a:pt x="12" y="222"/>
                  <a:pt x="12" y="222"/>
                </a:cubicBezTo>
                <a:cubicBezTo>
                  <a:pt x="4" y="222"/>
                  <a:pt x="4" y="222"/>
                  <a:pt x="4" y="222"/>
                </a:cubicBezTo>
                <a:cubicBezTo>
                  <a:pt x="4" y="226"/>
                  <a:pt x="4" y="226"/>
                  <a:pt x="4" y="226"/>
                </a:cubicBezTo>
                <a:cubicBezTo>
                  <a:pt x="2" y="226"/>
                  <a:pt x="0" y="228"/>
                  <a:pt x="0" y="230"/>
                </a:cubicBezTo>
                <a:cubicBezTo>
                  <a:pt x="0" y="254"/>
                  <a:pt x="0" y="254"/>
                  <a:pt x="0" y="254"/>
                </a:cubicBezTo>
                <a:cubicBezTo>
                  <a:pt x="0" y="256"/>
                  <a:pt x="2" y="258"/>
                  <a:pt x="4" y="258"/>
                </a:cubicBezTo>
                <a:cubicBezTo>
                  <a:pt x="124" y="258"/>
                  <a:pt x="124" y="258"/>
                  <a:pt x="124" y="258"/>
                </a:cubicBezTo>
                <a:cubicBezTo>
                  <a:pt x="126" y="258"/>
                  <a:pt x="128" y="256"/>
                  <a:pt x="128" y="254"/>
                </a:cubicBezTo>
                <a:cubicBezTo>
                  <a:pt x="128" y="230"/>
                  <a:pt x="128" y="230"/>
                  <a:pt x="128" y="230"/>
                </a:cubicBezTo>
                <a:cubicBezTo>
                  <a:pt x="128" y="228"/>
                  <a:pt x="126" y="226"/>
                  <a:pt x="124" y="226"/>
                </a:cubicBezTo>
                <a:cubicBezTo>
                  <a:pt x="124" y="222"/>
                  <a:pt x="124" y="222"/>
                  <a:pt x="124" y="222"/>
                </a:cubicBezTo>
                <a:cubicBezTo>
                  <a:pt x="116" y="222"/>
                  <a:pt x="116" y="222"/>
                  <a:pt x="116" y="222"/>
                </a:cubicBezTo>
                <a:cubicBezTo>
                  <a:pt x="116" y="226"/>
                  <a:pt x="116" y="226"/>
                  <a:pt x="116" y="226"/>
                </a:cubicBezTo>
                <a:cubicBezTo>
                  <a:pt x="108" y="226"/>
                  <a:pt x="108" y="226"/>
                  <a:pt x="108" y="226"/>
                </a:cubicBezTo>
                <a:cubicBezTo>
                  <a:pt x="108" y="174"/>
                  <a:pt x="108" y="174"/>
                  <a:pt x="108" y="174"/>
                </a:cubicBezTo>
                <a:cubicBezTo>
                  <a:pt x="108" y="172"/>
                  <a:pt x="106" y="170"/>
                  <a:pt x="104" y="170"/>
                </a:cubicBezTo>
                <a:cubicBezTo>
                  <a:pt x="96" y="170"/>
                  <a:pt x="96" y="170"/>
                  <a:pt x="96" y="170"/>
                </a:cubicBezTo>
                <a:cubicBezTo>
                  <a:pt x="96" y="86"/>
                  <a:pt x="96" y="86"/>
                  <a:pt x="96" y="86"/>
                </a:cubicBezTo>
                <a:cubicBezTo>
                  <a:pt x="99" y="83"/>
                  <a:pt x="103" y="82"/>
                  <a:pt x="108" y="82"/>
                </a:cubicBezTo>
                <a:cubicBezTo>
                  <a:pt x="144" y="82"/>
                  <a:pt x="144" y="82"/>
                  <a:pt x="144" y="82"/>
                </a:cubicBezTo>
                <a:cubicBezTo>
                  <a:pt x="149" y="82"/>
                  <a:pt x="153" y="84"/>
                  <a:pt x="157" y="87"/>
                </a:cubicBezTo>
                <a:cubicBezTo>
                  <a:pt x="163" y="92"/>
                  <a:pt x="171" y="96"/>
                  <a:pt x="179" y="97"/>
                </a:cubicBezTo>
                <a:cubicBezTo>
                  <a:pt x="179" y="97"/>
                  <a:pt x="180" y="97"/>
                  <a:pt x="180" y="97"/>
                </a:cubicBezTo>
                <a:cubicBezTo>
                  <a:pt x="181" y="97"/>
                  <a:pt x="182" y="98"/>
                  <a:pt x="183" y="98"/>
                </a:cubicBezTo>
                <a:cubicBezTo>
                  <a:pt x="183" y="98"/>
                  <a:pt x="184" y="98"/>
                  <a:pt x="184" y="98"/>
                </a:cubicBezTo>
                <a:cubicBezTo>
                  <a:pt x="185" y="98"/>
                  <a:pt x="187" y="98"/>
                  <a:pt x="188" y="98"/>
                </a:cubicBezTo>
                <a:cubicBezTo>
                  <a:pt x="202" y="98"/>
                  <a:pt x="215" y="92"/>
                  <a:pt x="224" y="82"/>
                </a:cubicBezTo>
                <a:cubicBezTo>
                  <a:pt x="225" y="80"/>
                  <a:pt x="227" y="78"/>
                  <a:pt x="228" y="76"/>
                </a:cubicBezTo>
                <a:cubicBezTo>
                  <a:pt x="245" y="113"/>
                  <a:pt x="245" y="113"/>
                  <a:pt x="245" y="113"/>
                </a:cubicBezTo>
                <a:cubicBezTo>
                  <a:pt x="201" y="133"/>
                  <a:pt x="201" y="133"/>
                  <a:pt x="201" y="133"/>
                </a:cubicBezTo>
                <a:cubicBezTo>
                  <a:pt x="190" y="109"/>
                  <a:pt x="190" y="109"/>
                  <a:pt x="190" y="109"/>
                </a:cubicBezTo>
                <a:cubicBezTo>
                  <a:pt x="183" y="112"/>
                  <a:pt x="183" y="112"/>
                  <a:pt x="183" y="112"/>
                </a:cubicBezTo>
                <a:cubicBezTo>
                  <a:pt x="194" y="136"/>
                  <a:pt x="194" y="136"/>
                  <a:pt x="194" y="136"/>
                </a:cubicBezTo>
                <a:cubicBezTo>
                  <a:pt x="195" y="138"/>
                  <a:pt x="197" y="140"/>
                  <a:pt x="199" y="140"/>
                </a:cubicBezTo>
                <a:cubicBezTo>
                  <a:pt x="200" y="141"/>
                  <a:pt x="201" y="141"/>
                  <a:pt x="201" y="141"/>
                </a:cubicBezTo>
                <a:cubicBezTo>
                  <a:pt x="203" y="141"/>
                  <a:pt x="204" y="141"/>
                  <a:pt x="205" y="140"/>
                </a:cubicBezTo>
                <a:cubicBezTo>
                  <a:pt x="208" y="139"/>
                  <a:pt x="208" y="139"/>
                  <a:pt x="208" y="139"/>
                </a:cubicBezTo>
                <a:cubicBezTo>
                  <a:pt x="212" y="147"/>
                  <a:pt x="225" y="160"/>
                  <a:pt x="235" y="160"/>
                </a:cubicBezTo>
                <a:cubicBezTo>
                  <a:pt x="236" y="160"/>
                  <a:pt x="236" y="160"/>
                  <a:pt x="236" y="160"/>
                </a:cubicBezTo>
                <a:cubicBezTo>
                  <a:pt x="241" y="171"/>
                  <a:pt x="241" y="171"/>
                  <a:pt x="241" y="171"/>
                </a:cubicBezTo>
                <a:cubicBezTo>
                  <a:pt x="239" y="172"/>
                  <a:pt x="238" y="174"/>
                  <a:pt x="239" y="176"/>
                </a:cubicBezTo>
                <a:cubicBezTo>
                  <a:pt x="240" y="178"/>
                  <a:pt x="241" y="180"/>
                  <a:pt x="243" y="180"/>
                </a:cubicBezTo>
                <a:cubicBezTo>
                  <a:pt x="244" y="181"/>
                  <a:pt x="245" y="181"/>
                  <a:pt x="246" y="181"/>
                </a:cubicBezTo>
                <a:cubicBezTo>
                  <a:pt x="247" y="181"/>
                  <a:pt x="248" y="181"/>
                  <a:pt x="249" y="180"/>
                </a:cubicBezTo>
                <a:cubicBezTo>
                  <a:pt x="253" y="178"/>
                  <a:pt x="255" y="174"/>
                  <a:pt x="253" y="170"/>
                </a:cubicBezTo>
                <a:close/>
                <a:moveTo>
                  <a:pt x="218" y="77"/>
                </a:moveTo>
                <a:cubicBezTo>
                  <a:pt x="210" y="85"/>
                  <a:pt x="199" y="90"/>
                  <a:pt x="188" y="90"/>
                </a:cubicBezTo>
                <a:cubicBezTo>
                  <a:pt x="186" y="90"/>
                  <a:pt x="185" y="90"/>
                  <a:pt x="183" y="90"/>
                </a:cubicBezTo>
                <a:cubicBezTo>
                  <a:pt x="183" y="90"/>
                  <a:pt x="182" y="90"/>
                  <a:pt x="182" y="89"/>
                </a:cubicBezTo>
                <a:cubicBezTo>
                  <a:pt x="180" y="89"/>
                  <a:pt x="179" y="89"/>
                  <a:pt x="177" y="89"/>
                </a:cubicBezTo>
                <a:cubicBezTo>
                  <a:pt x="177" y="88"/>
                  <a:pt x="176" y="88"/>
                  <a:pt x="176" y="88"/>
                </a:cubicBezTo>
                <a:cubicBezTo>
                  <a:pt x="175" y="88"/>
                  <a:pt x="174" y="87"/>
                  <a:pt x="173" y="87"/>
                </a:cubicBezTo>
                <a:cubicBezTo>
                  <a:pt x="172" y="87"/>
                  <a:pt x="172" y="87"/>
                  <a:pt x="171" y="86"/>
                </a:cubicBezTo>
                <a:cubicBezTo>
                  <a:pt x="170" y="86"/>
                  <a:pt x="169" y="85"/>
                  <a:pt x="168" y="84"/>
                </a:cubicBezTo>
                <a:cubicBezTo>
                  <a:pt x="167" y="84"/>
                  <a:pt x="167" y="84"/>
                  <a:pt x="166" y="83"/>
                </a:cubicBezTo>
                <a:cubicBezTo>
                  <a:pt x="165" y="83"/>
                  <a:pt x="164" y="82"/>
                  <a:pt x="164" y="82"/>
                </a:cubicBezTo>
                <a:cubicBezTo>
                  <a:pt x="163" y="81"/>
                  <a:pt x="163" y="81"/>
                  <a:pt x="162" y="81"/>
                </a:cubicBezTo>
                <a:cubicBezTo>
                  <a:pt x="158" y="77"/>
                  <a:pt x="155" y="73"/>
                  <a:pt x="152" y="68"/>
                </a:cubicBezTo>
                <a:cubicBezTo>
                  <a:pt x="151" y="66"/>
                  <a:pt x="149" y="65"/>
                  <a:pt x="147" y="66"/>
                </a:cubicBezTo>
                <a:cubicBezTo>
                  <a:pt x="145" y="67"/>
                  <a:pt x="144" y="70"/>
                  <a:pt x="145" y="72"/>
                </a:cubicBezTo>
                <a:cubicBezTo>
                  <a:pt x="146" y="73"/>
                  <a:pt x="146" y="73"/>
                  <a:pt x="146" y="74"/>
                </a:cubicBezTo>
                <a:cubicBezTo>
                  <a:pt x="146" y="74"/>
                  <a:pt x="145" y="74"/>
                  <a:pt x="144" y="74"/>
                </a:cubicBezTo>
                <a:cubicBezTo>
                  <a:pt x="108" y="74"/>
                  <a:pt x="108" y="74"/>
                  <a:pt x="108" y="74"/>
                </a:cubicBezTo>
                <a:cubicBezTo>
                  <a:pt x="107" y="74"/>
                  <a:pt x="106" y="74"/>
                  <a:pt x="105" y="74"/>
                </a:cubicBezTo>
                <a:cubicBezTo>
                  <a:pt x="106" y="73"/>
                  <a:pt x="106" y="73"/>
                  <a:pt x="107" y="72"/>
                </a:cubicBezTo>
                <a:cubicBezTo>
                  <a:pt x="108" y="70"/>
                  <a:pt x="107" y="67"/>
                  <a:pt x="105" y="66"/>
                </a:cubicBezTo>
                <a:cubicBezTo>
                  <a:pt x="103" y="65"/>
                  <a:pt x="101" y="66"/>
                  <a:pt x="100" y="68"/>
                </a:cubicBezTo>
                <a:cubicBezTo>
                  <a:pt x="97" y="73"/>
                  <a:pt x="94" y="77"/>
                  <a:pt x="90" y="81"/>
                </a:cubicBezTo>
                <a:cubicBezTo>
                  <a:pt x="89" y="81"/>
                  <a:pt x="88" y="82"/>
                  <a:pt x="88" y="82"/>
                </a:cubicBezTo>
                <a:cubicBezTo>
                  <a:pt x="87" y="83"/>
                  <a:pt x="86" y="83"/>
                  <a:pt x="86" y="84"/>
                </a:cubicBezTo>
                <a:cubicBezTo>
                  <a:pt x="85" y="84"/>
                  <a:pt x="84" y="84"/>
                  <a:pt x="84" y="85"/>
                </a:cubicBezTo>
                <a:cubicBezTo>
                  <a:pt x="83" y="85"/>
                  <a:pt x="82" y="86"/>
                  <a:pt x="81" y="86"/>
                </a:cubicBezTo>
                <a:cubicBezTo>
                  <a:pt x="80" y="86"/>
                  <a:pt x="80" y="87"/>
                  <a:pt x="80" y="87"/>
                </a:cubicBezTo>
                <a:cubicBezTo>
                  <a:pt x="76" y="88"/>
                  <a:pt x="73" y="89"/>
                  <a:pt x="70" y="90"/>
                </a:cubicBezTo>
                <a:cubicBezTo>
                  <a:pt x="69" y="90"/>
                  <a:pt x="69" y="90"/>
                  <a:pt x="69" y="90"/>
                </a:cubicBezTo>
                <a:cubicBezTo>
                  <a:pt x="68" y="90"/>
                  <a:pt x="66" y="90"/>
                  <a:pt x="65" y="90"/>
                </a:cubicBezTo>
                <a:cubicBezTo>
                  <a:pt x="62" y="90"/>
                  <a:pt x="60" y="90"/>
                  <a:pt x="57" y="90"/>
                </a:cubicBezTo>
                <a:cubicBezTo>
                  <a:pt x="40" y="87"/>
                  <a:pt x="26" y="72"/>
                  <a:pt x="24" y="55"/>
                </a:cubicBezTo>
                <a:cubicBezTo>
                  <a:pt x="23" y="43"/>
                  <a:pt x="26" y="32"/>
                  <a:pt x="34" y="23"/>
                </a:cubicBezTo>
                <a:cubicBezTo>
                  <a:pt x="42" y="15"/>
                  <a:pt x="52" y="10"/>
                  <a:pt x="64" y="10"/>
                </a:cubicBezTo>
                <a:cubicBezTo>
                  <a:pt x="73" y="10"/>
                  <a:pt x="82" y="13"/>
                  <a:pt x="90" y="19"/>
                </a:cubicBezTo>
                <a:cubicBezTo>
                  <a:pt x="95" y="24"/>
                  <a:pt x="101" y="26"/>
                  <a:pt x="108" y="26"/>
                </a:cubicBezTo>
                <a:cubicBezTo>
                  <a:pt x="144" y="26"/>
                  <a:pt x="144" y="26"/>
                  <a:pt x="144" y="26"/>
                </a:cubicBezTo>
                <a:cubicBezTo>
                  <a:pt x="151" y="26"/>
                  <a:pt x="157" y="24"/>
                  <a:pt x="162" y="20"/>
                </a:cubicBezTo>
                <a:cubicBezTo>
                  <a:pt x="171" y="12"/>
                  <a:pt x="182" y="9"/>
                  <a:pt x="194" y="11"/>
                </a:cubicBezTo>
                <a:cubicBezTo>
                  <a:pt x="212" y="13"/>
                  <a:pt x="226" y="28"/>
                  <a:pt x="228" y="45"/>
                </a:cubicBezTo>
                <a:cubicBezTo>
                  <a:pt x="229" y="57"/>
                  <a:pt x="225" y="68"/>
                  <a:pt x="218" y="77"/>
                </a:cubicBezTo>
                <a:close/>
                <a:moveTo>
                  <a:pt x="237" y="152"/>
                </a:moveTo>
                <a:cubicBezTo>
                  <a:pt x="232" y="154"/>
                  <a:pt x="220" y="143"/>
                  <a:pt x="216" y="135"/>
                </a:cubicBezTo>
                <a:cubicBezTo>
                  <a:pt x="216" y="135"/>
                  <a:pt x="216" y="135"/>
                  <a:pt x="216" y="135"/>
                </a:cubicBezTo>
                <a:cubicBezTo>
                  <a:pt x="238" y="125"/>
                  <a:pt x="238" y="125"/>
                  <a:pt x="238" y="125"/>
                </a:cubicBezTo>
                <a:cubicBezTo>
                  <a:pt x="238" y="125"/>
                  <a:pt x="238" y="125"/>
                  <a:pt x="238" y="125"/>
                </a:cubicBezTo>
                <a:cubicBezTo>
                  <a:pt x="241" y="133"/>
                  <a:pt x="241" y="150"/>
                  <a:pt x="237" y="15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78" name="Freeform 91">
            <a:extLst>
              <a:ext uri="{FF2B5EF4-FFF2-40B4-BE49-F238E27FC236}">
                <a16:creationId xmlns:a16="http://schemas.microsoft.com/office/drawing/2014/main" id="{32EA8CE9-DBD7-44DB-962D-90185B075869}"/>
              </a:ext>
            </a:extLst>
          </p:cNvPr>
          <p:cNvSpPr>
            <a:spLocks noChangeAspect="1" noEditPoints="1"/>
          </p:cNvSpPr>
          <p:nvPr/>
        </p:nvSpPr>
        <p:spPr bwMode="auto">
          <a:xfrm>
            <a:off x="8314256" y="2428875"/>
            <a:ext cx="400050" cy="400050"/>
          </a:xfrm>
          <a:custGeom>
            <a:avLst/>
            <a:gdLst>
              <a:gd name="T0" fmla="*/ 192 w 256"/>
              <a:gd name="T1" fmla="*/ 248 h 256"/>
              <a:gd name="T2" fmla="*/ 160 w 256"/>
              <a:gd name="T3" fmla="*/ 220 h 256"/>
              <a:gd name="T4" fmla="*/ 56 w 256"/>
              <a:gd name="T5" fmla="*/ 220 h 256"/>
              <a:gd name="T6" fmla="*/ 200 w 256"/>
              <a:gd name="T7" fmla="*/ 248 h 256"/>
              <a:gd name="T8" fmla="*/ 88 w 256"/>
              <a:gd name="T9" fmla="*/ 248 h 256"/>
              <a:gd name="T10" fmla="*/ 188 w 256"/>
              <a:gd name="T11" fmla="*/ 156 h 256"/>
              <a:gd name="T12" fmla="*/ 165 w 256"/>
              <a:gd name="T13" fmla="*/ 162 h 256"/>
              <a:gd name="T14" fmla="*/ 184 w 256"/>
              <a:gd name="T15" fmla="*/ 187 h 256"/>
              <a:gd name="T16" fmla="*/ 215 w 256"/>
              <a:gd name="T17" fmla="*/ 101 h 256"/>
              <a:gd name="T18" fmla="*/ 235 w 256"/>
              <a:gd name="T19" fmla="*/ 86 h 256"/>
              <a:gd name="T20" fmla="*/ 243 w 256"/>
              <a:gd name="T21" fmla="*/ 83 h 256"/>
              <a:gd name="T22" fmla="*/ 255 w 256"/>
              <a:gd name="T23" fmla="*/ 66 h 256"/>
              <a:gd name="T24" fmla="*/ 256 w 256"/>
              <a:gd name="T25" fmla="*/ 58 h 256"/>
              <a:gd name="T26" fmla="*/ 255 w 256"/>
              <a:gd name="T27" fmla="*/ 52 h 256"/>
              <a:gd name="T28" fmla="*/ 232 w 256"/>
              <a:gd name="T29" fmla="*/ 29 h 256"/>
              <a:gd name="T30" fmla="*/ 226 w 256"/>
              <a:gd name="T31" fmla="*/ 28 h 256"/>
              <a:gd name="T32" fmla="*/ 219 w 256"/>
              <a:gd name="T33" fmla="*/ 29 h 256"/>
              <a:gd name="T34" fmla="*/ 208 w 256"/>
              <a:gd name="T35" fmla="*/ 34 h 256"/>
              <a:gd name="T36" fmla="*/ 198 w 256"/>
              <a:gd name="T37" fmla="*/ 47 h 256"/>
              <a:gd name="T38" fmla="*/ 193 w 256"/>
              <a:gd name="T39" fmla="*/ 59 h 256"/>
              <a:gd name="T40" fmla="*/ 180 w 256"/>
              <a:gd name="T41" fmla="*/ 164 h 256"/>
              <a:gd name="T42" fmla="*/ 202 w 256"/>
              <a:gd name="T43" fmla="*/ 68 h 256"/>
              <a:gd name="T44" fmla="*/ 207 w 256"/>
              <a:gd name="T45" fmla="*/ 47 h 256"/>
              <a:gd name="T46" fmla="*/ 215 w 256"/>
              <a:gd name="T47" fmla="*/ 39 h 256"/>
              <a:gd name="T48" fmla="*/ 226 w 256"/>
              <a:gd name="T49" fmla="*/ 36 h 256"/>
              <a:gd name="T50" fmla="*/ 248 w 256"/>
              <a:gd name="T51" fmla="*/ 56 h 256"/>
              <a:gd name="T52" fmla="*/ 247 w 256"/>
              <a:gd name="T53" fmla="*/ 66 h 256"/>
              <a:gd name="T54" fmla="*/ 240 w 256"/>
              <a:gd name="T55" fmla="*/ 75 h 256"/>
              <a:gd name="T56" fmla="*/ 226 w 256"/>
              <a:gd name="T57" fmla="*/ 80 h 256"/>
              <a:gd name="T58" fmla="*/ 182 w 256"/>
              <a:gd name="T59" fmla="*/ 124 h 256"/>
              <a:gd name="T60" fmla="*/ 1 w 256"/>
              <a:gd name="T61" fmla="*/ 64 h 256"/>
              <a:gd name="T62" fmla="*/ 4 w 256"/>
              <a:gd name="T63" fmla="*/ 72 h 256"/>
              <a:gd name="T64" fmla="*/ 18 w 256"/>
              <a:gd name="T65" fmla="*/ 86 h 256"/>
              <a:gd name="T66" fmla="*/ 24 w 256"/>
              <a:gd name="T67" fmla="*/ 87 h 256"/>
              <a:gd name="T68" fmla="*/ 92 w 256"/>
              <a:gd name="T69" fmla="*/ 126 h 256"/>
              <a:gd name="T70" fmla="*/ 52 w 256"/>
              <a:gd name="T71" fmla="*/ 140 h 256"/>
              <a:gd name="T72" fmla="*/ 52 w 256"/>
              <a:gd name="T73" fmla="*/ 184 h 256"/>
              <a:gd name="T74" fmla="*/ 40 w 256"/>
              <a:gd name="T75" fmla="*/ 229 h 256"/>
              <a:gd name="T76" fmla="*/ 56 w 256"/>
              <a:gd name="T77" fmla="*/ 208 h 256"/>
              <a:gd name="T78" fmla="*/ 88 w 256"/>
              <a:gd name="T79" fmla="*/ 200 h 256"/>
              <a:gd name="T80" fmla="*/ 108 w 256"/>
              <a:gd name="T81" fmla="*/ 232 h 256"/>
              <a:gd name="T82" fmla="*/ 100 w 256"/>
              <a:gd name="T83" fmla="*/ 193 h 256"/>
              <a:gd name="T84" fmla="*/ 100 w 256"/>
              <a:gd name="T85" fmla="*/ 148 h 256"/>
              <a:gd name="T86" fmla="*/ 59 w 256"/>
              <a:gd name="T87" fmla="*/ 52 h 256"/>
              <a:gd name="T88" fmla="*/ 58 w 256"/>
              <a:gd name="T89" fmla="*/ 46 h 256"/>
              <a:gd name="T90" fmla="*/ 30 w 256"/>
              <a:gd name="T91" fmla="*/ 28 h 256"/>
              <a:gd name="T92" fmla="*/ 24 w 256"/>
              <a:gd name="T93" fmla="*/ 29 h 256"/>
              <a:gd name="T94" fmla="*/ 1 w 256"/>
              <a:gd name="T95" fmla="*/ 52 h 256"/>
              <a:gd name="T96" fmla="*/ 0 w 256"/>
              <a:gd name="T97" fmla="*/ 58 h 256"/>
              <a:gd name="T98" fmla="*/ 84 w 256"/>
              <a:gd name="T99" fmla="*/ 172 h 256"/>
              <a:gd name="T100" fmla="*/ 28 w 256"/>
              <a:gd name="T101" fmla="*/ 36 h 256"/>
              <a:gd name="T102" fmla="*/ 37 w 256"/>
              <a:gd name="T103" fmla="*/ 37 h 256"/>
              <a:gd name="T104" fmla="*/ 46 w 256"/>
              <a:gd name="T105" fmla="*/ 43 h 256"/>
              <a:gd name="T106" fmla="*/ 52 w 256"/>
              <a:gd name="T107" fmla="*/ 54 h 256"/>
              <a:gd name="T108" fmla="*/ 78 w 256"/>
              <a:gd name="T109" fmla="*/ 80 h 256"/>
              <a:gd name="T110" fmla="*/ 40 w 256"/>
              <a:gd name="T111" fmla="*/ 82 h 256"/>
              <a:gd name="T112" fmla="*/ 19 w 256"/>
              <a:gd name="T113" fmla="*/ 77 h 256"/>
              <a:gd name="T114" fmla="*/ 11 w 256"/>
              <a:gd name="T115" fmla="*/ 69 h 256"/>
              <a:gd name="T116" fmla="*/ 8 w 256"/>
              <a:gd name="T117" fmla="*/ 58 h 256"/>
              <a:gd name="T118" fmla="*/ 128 w 256"/>
              <a:gd name="T119" fmla="*/ 24 h 256"/>
              <a:gd name="T120" fmla="*/ 120 w 256"/>
              <a:gd name="T121" fmla="*/ 56 h 256"/>
              <a:gd name="T122" fmla="*/ 88 w 256"/>
              <a:gd name="T123" fmla="*/ 30 h 256"/>
              <a:gd name="T124" fmla="*/ 128 w 256"/>
              <a:gd name="T125" fmla="*/ 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6" h="256">
                <a:moveTo>
                  <a:pt x="200" y="220"/>
                </a:moveTo>
                <a:cubicBezTo>
                  <a:pt x="200" y="218"/>
                  <a:pt x="198" y="216"/>
                  <a:pt x="196" y="216"/>
                </a:cubicBezTo>
                <a:cubicBezTo>
                  <a:pt x="184" y="216"/>
                  <a:pt x="184" y="216"/>
                  <a:pt x="184" y="216"/>
                </a:cubicBezTo>
                <a:cubicBezTo>
                  <a:pt x="184" y="224"/>
                  <a:pt x="184" y="224"/>
                  <a:pt x="184" y="224"/>
                </a:cubicBezTo>
                <a:cubicBezTo>
                  <a:pt x="192" y="224"/>
                  <a:pt x="192" y="224"/>
                  <a:pt x="192" y="224"/>
                </a:cubicBezTo>
                <a:cubicBezTo>
                  <a:pt x="192" y="248"/>
                  <a:pt x="192" y="248"/>
                  <a:pt x="192" y="248"/>
                </a:cubicBezTo>
                <a:cubicBezTo>
                  <a:pt x="168" y="248"/>
                  <a:pt x="168" y="248"/>
                  <a:pt x="168" y="248"/>
                </a:cubicBezTo>
                <a:cubicBezTo>
                  <a:pt x="168" y="224"/>
                  <a:pt x="168" y="224"/>
                  <a:pt x="168" y="224"/>
                </a:cubicBezTo>
                <a:cubicBezTo>
                  <a:pt x="176" y="224"/>
                  <a:pt x="176" y="224"/>
                  <a:pt x="176" y="224"/>
                </a:cubicBezTo>
                <a:cubicBezTo>
                  <a:pt x="176" y="216"/>
                  <a:pt x="176" y="216"/>
                  <a:pt x="176" y="216"/>
                </a:cubicBezTo>
                <a:cubicBezTo>
                  <a:pt x="164" y="216"/>
                  <a:pt x="164" y="216"/>
                  <a:pt x="164" y="216"/>
                </a:cubicBezTo>
                <a:cubicBezTo>
                  <a:pt x="162" y="216"/>
                  <a:pt x="160" y="218"/>
                  <a:pt x="160" y="220"/>
                </a:cubicBezTo>
                <a:cubicBezTo>
                  <a:pt x="160" y="248"/>
                  <a:pt x="160" y="248"/>
                  <a:pt x="160" y="248"/>
                </a:cubicBezTo>
                <a:cubicBezTo>
                  <a:pt x="96" y="248"/>
                  <a:pt x="96" y="248"/>
                  <a:pt x="96" y="248"/>
                </a:cubicBezTo>
                <a:cubicBezTo>
                  <a:pt x="96" y="220"/>
                  <a:pt x="96" y="220"/>
                  <a:pt x="96" y="220"/>
                </a:cubicBezTo>
                <a:cubicBezTo>
                  <a:pt x="96" y="218"/>
                  <a:pt x="94" y="216"/>
                  <a:pt x="92" y="216"/>
                </a:cubicBezTo>
                <a:cubicBezTo>
                  <a:pt x="60" y="216"/>
                  <a:pt x="60" y="216"/>
                  <a:pt x="60" y="216"/>
                </a:cubicBezTo>
                <a:cubicBezTo>
                  <a:pt x="58" y="216"/>
                  <a:pt x="56" y="218"/>
                  <a:pt x="56" y="220"/>
                </a:cubicBezTo>
                <a:cubicBezTo>
                  <a:pt x="56" y="248"/>
                  <a:pt x="56" y="248"/>
                  <a:pt x="56" y="248"/>
                </a:cubicBezTo>
                <a:cubicBezTo>
                  <a:pt x="0" y="248"/>
                  <a:pt x="0" y="248"/>
                  <a:pt x="0" y="248"/>
                </a:cubicBezTo>
                <a:cubicBezTo>
                  <a:pt x="0" y="256"/>
                  <a:pt x="0" y="256"/>
                  <a:pt x="0" y="256"/>
                </a:cubicBezTo>
                <a:cubicBezTo>
                  <a:pt x="256" y="256"/>
                  <a:pt x="256" y="256"/>
                  <a:pt x="256" y="256"/>
                </a:cubicBezTo>
                <a:cubicBezTo>
                  <a:pt x="256" y="248"/>
                  <a:pt x="256" y="248"/>
                  <a:pt x="256" y="248"/>
                </a:cubicBezTo>
                <a:cubicBezTo>
                  <a:pt x="200" y="248"/>
                  <a:pt x="200" y="248"/>
                  <a:pt x="200" y="248"/>
                </a:cubicBezTo>
                <a:lnTo>
                  <a:pt x="200" y="220"/>
                </a:lnTo>
                <a:close/>
                <a:moveTo>
                  <a:pt x="88" y="248"/>
                </a:moveTo>
                <a:cubicBezTo>
                  <a:pt x="64" y="248"/>
                  <a:pt x="64" y="248"/>
                  <a:pt x="64" y="248"/>
                </a:cubicBezTo>
                <a:cubicBezTo>
                  <a:pt x="64" y="224"/>
                  <a:pt x="64" y="224"/>
                  <a:pt x="64" y="224"/>
                </a:cubicBezTo>
                <a:cubicBezTo>
                  <a:pt x="88" y="224"/>
                  <a:pt x="88" y="224"/>
                  <a:pt x="88" y="224"/>
                </a:cubicBezTo>
                <a:lnTo>
                  <a:pt x="88" y="248"/>
                </a:lnTo>
                <a:close/>
                <a:moveTo>
                  <a:pt x="152" y="102"/>
                </a:moveTo>
                <a:cubicBezTo>
                  <a:pt x="152" y="119"/>
                  <a:pt x="165" y="132"/>
                  <a:pt x="182" y="132"/>
                </a:cubicBezTo>
                <a:cubicBezTo>
                  <a:pt x="182" y="132"/>
                  <a:pt x="182" y="132"/>
                  <a:pt x="182" y="132"/>
                </a:cubicBezTo>
                <a:cubicBezTo>
                  <a:pt x="187" y="132"/>
                  <a:pt x="192" y="131"/>
                  <a:pt x="196" y="129"/>
                </a:cubicBezTo>
                <a:cubicBezTo>
                  <a:pt x="196" y="148"/>
                  <a:pt x="196" y="148"/>
                  <a:pt x="196" y="148"/>
                </a:cubicBezTo>
                <a:cubicBezTo>
                  <a:pt x="196" y="152"/>
                  <a:pt x="192" y="156"/>
                  <a:pt x="188" y="156"/>
                </a:cubicBezTo>
                <a:cubicBezTo>
                  <a:pt x="172" y="156"/>
                  <a:pt x="172" y="156"/>
                  <a:pt x="172" y="156"/>
                </a:cubicBezTo>
                <a:cubicBezTo>
                  <a:pt x="168" y="156"/>
                  <a:pt x="164" y="152"/>
                  <a:pt x="164" y="148"/>
                </a:cubicBezTo>
                <a:cubicBezTo>
                  <a:pt x="164" y="140"/>
                  <a:pt x="164" y="140"/>
                  <a:pt x="164" y="140"/>
                </a:cubicBezTo>
                <a:cubicBezTo>
                  <a:pt x="156" y="140"/>
                  <a:pt x="156" y="140"/>
                  <a:pt x="156" y="140"/>
                </a:cubicBezTo>
                <a:cubicBezTo>
                  <a:pt x="156" y="148"/>
                  <a:pt x="156" y="148"/>
                  <a:pt x="156" y="148"/>
                </a:cubicBezTo>
                <a:cubicBezTo>
                  <a:pt x="156" y="154"/>
                  <a:pt x="160" y="160"/>
                  <a:pt x="165" y="162"/>
                </a:cubicBezTo>
                <a:cubicBezTo>
                  <a:pt x="164" y="164"/>
                  <a:pt x="164" y="166"/>
                  <a:pt x="164" y="168"/>
                </a:cubicBezTo>
                <a:cubicBezTo>
                  <a:pt x="164" y="175"/>
                  <a:pt x="169" y="185"/>
                  <a:pt x="176" y="187"/>
                </a:cubicBezTo>
                <a:cubicBezTo>
                  <a:pt x="176" y="204"/>
                  <a:pt x="176" y="204"/>
                  <a:pt x="176" y="204"/>
                </a:cubicBezTo>
                <a:cubicBezTo>
                  <a:pt x="176" y="206"/>
                  <a:pt x="178" y="208"/>
                  <a:pt x="180" y="208"/>
                </a:cubicBezTo>
                <a:cubicBezTo>
                  <a:pt x="182" y="208"/>
                  <a:pt x="184" y="206"/>
                  <a:pt x="184" y="204"/>
                </a:cubicBezTo>
                <a:cubicBezTo>
                  <a:pt x="184" y="187"/>
                  <a:pt x="184" y="187"/>
                  <a:pt x="184" y="187"/>
                </a:cubicBezTo>
                <a:cubicBezTo>
                  <a:pt x="191" y="185"/>
                  <a:pt x="196" y="175"/>
                  <a:pt x="196" y="168"/>
                </a:cubicBezTo>
                <a:cubicBezTo>
                  <a:pt x="196" y="166"/>
                  <a:pt x="196" y="164"/>
                  <a:pt x="195" y="162"/>
                </a:cubicBezTo>
                <a:cubicBezTo>
                  <a:pt x="200" y="160"/>
                  <a:pt x="204" y="154"/>
                  <a:pt x="204" y="148"/>
                </a:cubicBezTo>
                <a:cubicBezTo>
                  <a:pt x="204" y="122"/>
                  <a:pt x="204" y="122"/>
                  <a:pt x="204" y="122"/>
                </a:cubicBezTo>
                <a:cubicBezTo>
                  <a:pt x="208" y="118"/>
                  <a:pt x="210" y="113"/>
                  <a:pt x="211" y="108"/>
                </a:cubicBezTo>
                <a:cubicBezTo>
                  <a:pt x="212" y="105"/>
                  <a:pt x="213" y="102"/>
                  <a:pt x="215" y="101"/>
                </a:cubicBezTo>
                <a:cubicBezTo>
                  <a:pt x="225" y="91"/>
                  <a:pt x="225" y="91"/>
                  <a:pt x="225" y="91"/>
                </a:cubicBezTo>
                <a:cubicBezTo>
                  <a:pt x="226" y="89"/>
                  <a:pt x="229" y="88"/>
                  <a:pt x="232" y="87"/>
                </a:cubicBezTo>
                <a:cubicBezTo>
                  <a:pt x="232" y="87"/>
                  <a:pt x="232" y="87"/>
                  <a:pt x="232" y="87"/>
                </a:cubicBezTo>
                <a:cubicBezTo>
                  <a:pt x="232" y="87"/>
                  <a:pt x="232" y="87"/>
                  <a:pt x="233" y="87"/>
                </a:cubicBezTo>
                <a:cubicBezTo>
                  <a:pt x="233" y="87"/>
                  <a:pt x="234" y="87"/>
                  <a:pt x="235" y="87"/>
                </a:cubicBezTo>
                <a:cubicBezTo>
                  <a:pt x="235" y="87"/>
                  <a:pt x="235" y="87"/>
                  <a:pt x="235" y="86"/>
                </a:cubicBezTo>
                <a:cubicBezTo>
                  <a:pt x="236" y="86"/>
                  <a:pt x="237" y="86"/>
                  <a:pt x="237" y="86"/>
                </a:cubicBezTo>
                <a:cubicBezTo>
                  <a:pt x="238" y="86"/>
                  <a:pt x="238" y="86"/>
                  <a:pt x="238" y="86"/>
                </a:cubicBezTo>
                <a:cubicBezTo>
                  <a:pt x="239" y="85"/>
                  <a:pt x="239" y="85"/>
                  <a:pt x="240" y="84"/>
                </a:cubicBezTo>
                <a:cubicBezTo>
                  <a:pt x="240" y="84"/>
                  <a:pt x="240" y="84"/>
                  <a:pt x="240" y="84"/>
                </a:cubicBezTo>
                <a:cubicBezTo>
                  <a:pt x="241" y="84"/>
                  <a:pt x="242" y="83"/>
                  <a:pt x="243" y="83"/>
                </a:cubicBezTo>
                <a:cubicBezTo>
                  <a:pt x="243" y="83"/>
                  <a:pt x="243" y="83"/>
                  <a:pt x="243" y="83"/>
                </a:cubicBezTo>
                <a:cubicBezTo>
                  <a:pt x="247" y="80"/>
                  <a:pt x="250" y="77"/>
                  <a:pt x="252" y="72"/>
                </a:cubicBezTo>
                <a:cubicBezTo>
                  <a:pt x="252" y="72"/>
                  <a:pt x="252" y="72"/>
                  <a:pt x="252" y="72"/>
                </a:cubicBezTo>
                <a:cubicBezTo>
                  <a:pt x="253" y="71"/>
                  <a:pt x="253" y="71"/>
                  <a:pt x="254" y="70"/>
                </a:cubicBezTo>
                <a:cubicBezTo>
                  <a:pt x="254" y="70"/>
                  <a:pt x="254" y="69"/>
                  <a:pt x="254" y="69"/>
                </a:cubicBezTo>
                <a:cubicBezTo>
                  <a:pt x="254" y="69"/>
                  <a:pt x="254" y="68"/>
                  <a:pt x="255" y="67"/>
                </a:cubicBezTo>
                <a:cubicBezTo>
                  <a:pt x="255" y="67"/>
                  <a:pt x="255" y="67"/>
                  <a:pt x="255" y="66"/>
                </a:cubicBezTo>
                <a:cubicBezTo>
                  <a:pt x="255" y="66"/>
                  <a:pt x="255" y="65"/>
                  <a:pt x="255" y="65"/>
                </a:cubicBezTo>
                <a:cubicBezTo>
                  <a:pt x="255" y="64"/>
                  <a:pt x="255" y="64"/>
                  <a:pt x="255" y="64"/>
                </a:cubicBezTo>
                <a:cubicBezTo>
                  <a:pt x="256" y="63"/>
                  <a:pt x="256" y="62"/>
                  <a:pt x="256" y="62"/>
                </a:cubicBezTo>
                <a:cubicBezTo>
                  <a:pt x="256" y="61"/>
                  <a:pt x="256" y="61"/>
                  <a:pt x="256" y="61"/>
                </a:cubicBezTo>
                <a:cubicBezTo>
                  <a:pt x="256" y="60"/>
                  <a:pt x="256" y="59"/>
                  <a:pt x="256" y="59"/>
                </a:cubicBezTo>
                <a:cubicBezTo>
                  <a:pt x="256" y="59"/>
                  <a:pt x="256" y="58"/>
                  <a:pt x="256" y="58"/>
                </a:cubicBezTo>
                <a:cubicBezTo>
                  <a:pt x="256" y="58"/>
                  <a:pt x="256" y="58"/>
                  <a:pt x="256" y="58"/>
                </a:cubicBezTo>
                <a:cubicBezTo>
                  <a:pt x="256" y="58"/>
                  <a:pt x="256" y="58"/>
                  <a:pt x="256" y="58"/>
                </a:cubicBezTo>
                <a:cubicBezTo>
                  <a:pt x="256" y="57"/>
                  <a:pt x="256" y="57"/>
                  <a:pt x="256" y="56"/>
                </a:cubicBezTo>
                <a:cubicBezTo>
                  <a:pt x="256" y="56"/>
                  <a:pt x="256" y="55"/>
                  <a:pt x="256" y="55"/>
                </a:cubicBezTo>
                <a:cubicBezTo>
                  <a:pt x="256" y="54"/>
                  <a:pt x="256" y="54"/>
                  <a:pt x="256" y="54"/>
                </a:cubicBezTo>
                <a:cubicBezTo>
                  <a:pt x="256" y="53"/>
                  <a:pt x="255" y="52"/>
                  <a:pt x="255" y="52"/>
                </a:cubicBezTo>
                <a:cubicBezTo>
                  <a:pt x="255" y="52"/>
                  <a:pt x="255" y="52"/>
                  <a:pt x="255" y="52"/>
                </a:cubicBezTo>
                <a:cubicBezTo>
                  <a:pt x="255" y="49"/>
                  <a:pt x="254" y="46"/>
                  <a:pt x="252" y="43"/>
                </a:cubicBezTo>
                <a:cubicBezTo>
                  <a:pt x="252" y="0"/>
                  <a:pt x="252" y="0"/>
                  <a:pt x="252" y="0"/>
                </a:cubicBezTo>
                <a:cubicBezTo>
                  <a:pt x="244" y="0"/>
                  <a:pt x="244" y="0"/>
                  <a:pt x="244" y="0"/>
                </a:cubicBezTo>
                <a:cubicBezTo>
                  <a:pt x="244" y="34"/>
                  <a:pt x="244" y="34"/>
                  <a:pt x="244" y="34"/>
                </a:cubicBezTo>
                <a:cubicBezTo>
                  <a:pt x="241" y="31"/>
                  <a:pt x="237" y="30"/>
                  <a:pt x="232" y="29"/>
                </a:cubicBezTo>
                <a:cubicBezTo>
                  <a:pt x="232" y="29"/>
                  <a:pt x="232" y="29"/>
                  <a:pt x="232" y="29"/>
                </a:cubicBezTo>
                <a:cubicBezTo>
                  <a:pt x="232" y="29"/>
                  <a:pt x="231" y="28"/>
                  <a:pt x="230" y="28"/>
                </a:cubicBezTo>
                <a:cubicBezTo>
                  <a:pt x="230" y="28"/>
                  <a:pt x="230" y="28"/>
                  <a:pt x="229" y="28"/>
                </a:cubicBezTo>
                <a:cubicBezTo>
                  <a:pt x="229" y="28"/>
                  <a:pt x="228" y="28"/>
                  <a:pt x="228" y="28"/>
                </a:cubicBezTo>
                <a:cubicBezTo>
                  <a:pt x="227" y="28"/>
                  <a:pt x="227" y="28"/>
                  <a:pt x="226" y="28"/>
                </a:cubicBezTo>
                <a:cubicBezTo>
                  <a:pt x="226" y="28"/>
                  <a:pt x="226" y="28"/>
                  <a:pt x="226" y="28"/>
                </a:cubicBezTo>
                <a:cubicBezTo>
                  <a:pt x="226" y="28"/>
                  <a:pt x="226" y="28"/>
                  <a:pt x="226" y="28"/>
                </a:cubicBezTo>
                <a:cubicBezTo>
                  <a:pt x="226" y="28"/>
                  <a:pt x="226" y="28"/>
                  <a:pt x="226" y="28"/>
                </a:cubicBezTo>
                <a:cubicBezTo>
                  <a:pt x="225" y="28"/>
                  <a:pt x="224" y="28"/>
                  <a:pt x="223" y="28"/>
                </a:cubicBezTo>
                <a:cubicBezTo>
                  <a:pt x="223" y="28"/>
                  <a:pt x="222" y="28"/>
                  <a:pt x="222" y="28"/>
                </a:cubicBezTo>
                <a:cubicBezTo>
                  <a:pt x="222" y="28"/>
                  <a:pt x="221" y="28"/>
                  <a:pt x="220" y="29"/>
                </a:cubicBezTo>
                <a:cubicBezTo>
                  <a:pt x="220" y="29"/>
                  <a:pt x="220" y="29"/>
                  <a:pt x="219" y="29"/>
                </a:cubicBezTo>
                <a:cubicBezTo>
                  <a:pt x="219" y="29"/>
                  <a:pt x="218" y="29"/>
                  <a:pt x="218" y="29"/>
                </a:cubicBezTo>
                <a:cubicBezTo>
                  <a:pt x="217" y="29"/>
                  <a:pt x="217" y="29"/>
                  <a:pt x="217" y="30"/>
                </a:cubicBezTo>
                <a:cubicBezTo>
                  <a:pt x="216" y="30"/>
                  <a:pt x="216" y="30"/>
                  <a:pt x="216" y="30"/>
                </a:cubicBezTo>
                <a:cubicBezTo>
                  <a:pt x="216" y="0"/>
                  <a:pt x="216" y="0"/>
                  <a:pt x="216" y="0"/>
                </a:cubicBezTo>
                <a:cubicBezTo>
                  <a:pt x="208" y="0"/>
                  <a:pt x="208" y="0"/>
                  <a:pt x="208" y="0"/>
                </a:cubicBezTo>
                <a:cubicBezTo>
                  <a:pt x="208" y="34"/>
                  <a:pt x="208" y="34"/>
                  <a:pt x="208" y="34"/>
                </a:cubicBezTo>
                <a:cubicBezTo>
                  <a:pt x="205" y="36"/>
                  <a:pt x="203" y="38"/>
                  <a:pt x="201" y="41"/>
                </a:cubicBezTo>
                <a:cubicBezTo>
                  <a:pt x="201" y="41"/>
                  <a:pt x="201" y="41"/>
                  <a:pt x="201" y="41"/>
                </a:cubicBezTo>
                <a:cubicBezTo>
                  <a:pt x="201" y="42"/>
                  <a:pt x="200" y="43"/>
                  <a:pt x="200" y="44"/>
                </a:cubicBezTo>
                <a:cubicBezTo>
                  <a:pt x="200" y="44"/>
                  <a:pt x="200" y="44"/>
                  <a:pt x="200" y="44"/>
                </a:cubicBezTo>
                <a:cubicBezTo>
                  <a:pt x="199" y="45"/>
                  <a:pt x="199" y="45"/>
                  <a:pt x="199" y="46"/>
                </a:cubicBezTo>
                <a:cubicBezTo>
                  <a:pt x="198" y="46"/>
                  <a:pt x="198" y="46"/>
                  <a:pt x="198" y="47"/>
                </a:cubicBezTo>
                <a:cubicBezTo>
                  <a:pt x="198" y="47"/>
                  <a:pt x="198" y="48"/>
                  <a:pt x="198" y="49"/>
                </a:cubicBezTo>
                <a:cubicBezTo>
                  <a:pt x="197" y="49"/>
                  <a:pt x="197" y="49"/>
                  <a:pt x="197" y="49"/>
                </a:cubicBezTo>
                <a:cubicBezTo>
                  <a:pt x="197" y="50"/>
                  <a:pt x="197" y="51"/>
                  <a:pt x="197" y="51"/>
                </a:cubicBezTo>
                <a:cubicBezTo>
                  <a:pt x="197" y="52"/>
                  <a:pt x="197" y="52"/>
                  <a:pt x="197" y="52"/>
                </a:cubicBezTo>
                <a:cubicBezTo>
                  <a:pt x="197" y="52"/>
                  <a:pt x="197" y="52"/>
                  <a:pt x="197" y="52"/>
                </a:cubicBezTo>
                <a:cubicBezTo>
                  <a:pt x="196" y="55"/>
                  <a:pt x="195" y="58"/>
                  <a:pt x="193" y="59"/>
                </a:cubicBezTo>
                <a:cubicBezTo>
                  <a:pt x="183" y="69"/>
                  <a:pt x="183" y="69"/>
                  <a:pt x="183" y="69"/>
                </a:cubicBezTo>
                <a:cubicBezTo>
                  <a:pt x="182" y="71"/>
                  <a:pt x="179" y="72"/>
                  <a:pt x="176" y="73"/>
                </a:cubicBezTo>
                <a:cubicBezTo>
                  <a:pt x="162" y="75"/>
                  <a:pt x="152" y="88"/>
                  <a:pt x="152" y="102"/>
                </a:cubicBezTo>
                <a:close/>
                <a:moveTo>
                  <a:pt x="180" y="180"/>
                </a:moveTo>
                <a:cubicBezTo>
                  <a:pt x="176" y="180"/>
                  <a:pt x="172" y="173"/>
                  <a:pt x="172" y="168"/>
                </a:cubicBezTo>
                <a:cubicBezTo>
                  <a:pt x="172" y="166"/>
                  <a:pt x="172" y="164"/>
                  <a:pt x="180" y="164"/>
                </a:cubicBezTo>
                <a:cubicBezTo>
                  <a:pt x="188" y="164"/>
                  <a:pt x="188" y="166"/>
                  <a:pt x="188" y="168"/>
                </a:cubicBezTo>
                <a:cubicBezTo>
                  <a:pt x="188" y="173"/>
                  <a:pt x="184" y="180"/>
                  <a:pt x="180" y="180"/>
                </a:cubicBezTo>
                <a:close/>
                <a:moveTo>
                  <a:pt x="178" y="80"/>
                </a:moveTo>
                <a:cubicBezTo>
                  <a:pt x="182" y="80"/>
                  <a:pt x="186" y="78"/>
                  <a:pt x="189" y="75"/>
                </a:cubicBezTo>
                <a:cubicBezTo>
                  <a:pt x="197" y="66"/>
                  <a:pt x="197" y="66"/>
                  <a:pt x="197" y="66"/>
                </a:cubicBezTo>
                <a:cubicBezTo>
                  <a:pt x="198" y="68"/>
                  <a:pt x="200" y="68"/>
                  <a:pt x="202" y="68"/>
                </a:cubicBezTo>
                <a:cubicBezTo>
                  <a:pt x="204" y="67"/>
                  <a:pt x="205" y="65"/>
                  <a:pt x="205" y="63"/>
                </a:cubicBezTo>
                <a:cubicBezTo>
                  <a:pt x="204" y="61"/>
                  <a:pt x="204" y="60"/>
                  <a:pt x="204" y="58"/>
                </a:cubicBezTo>
                <a:cubicBezTo>
                  <a:pt x="204" y="57"/>
                  <a:pt x="204" y="55"/>
                  <a:pt x="204" y="54"/>
                </a:cubicBezTo>
                <a:cubicBezTo>
                  <a:pt x="205" y="53"/>
                  <a:pt x="205" y="52"/>
                  <a:pt x="205" y="50"/>
                </a:cubicBezTo>
                <a:cubicBezTo>
                  <a:pt x="205" y="50"/>
                  <a:pt x="206" y="50"/>
                  <a:pt x="206" y="50"/>
                </a:cubicBezTo>
                <a:cubicBezTo>
                  <a:pt x="206" y="49"/>
                  <a:pt x="206" y="48"/>
                  <a:pt x="207" y="47"/>
                </a:cubicBezTo>
                <a:cubicBezTo>
                  <a:pt x="207" y="47"/>
                  <a:pt x="207" y="46"/>
                  <a:pt x="207" y="46"/>
                </a:cubicBezTo>
                <a:cubicBezTo>
                  <a:pt x="208" y="45"/>
                  <a:pt x="209" y="45"/>
                  <a:pt x="209" y="44"/>
                </a:cubicBezTo>
                <a:cubicBezTo>
                  <a:pt x="209" y="44"/>
                  <a:pt x="210" y="43"/>
                  <a:pt x="210" y="43"/>
                </a:cubicBezTo>
                <a:cubicBezTo>
                  <a:pt x="210" y="43"/>
                  <a:pt x="211" y="42"/>
                  <a:pt x="212" y="41"/>
                </a:cubicBezTo>
                <a:cubicBezTo>
                  <a:pt x="212" y="41"/>
                  <a:pt x="212" y="41"/>
                  <a:pt x="212" y="41"/>
                </a:cubicBezTo>
                <a:cubicBezTo>
                  <a:pt x="213" y="40"/>
                  <a:pt x="214" y="40"/>
                  <a:pt x="215" y="39"/>
                </a:cubicBezTo>
                <a:cubicBezTo>
                  <a:pt x="215" y="39"/>
                  <a:pt x="215" y="39"/>
                  <a:pt x="215" y="39"/>
                </a:cubicBezTo>
                <a:cubicBezTo>
                  <a:pt x="216" y="38"/>
                  <a:pt x="217" y="38"/>
                  <a:pt x="218" y="37"/>
                </a:cubicBezTo>
                <a:cubicBezTo>
                  <a:pt x="218" y="37"/>
                  <a:pt x="219" y="37"/>
                  <a:pt x="219" y="37"/>
                </a:cubicBezTo>
                <a:cubicBezTo>
                  <a:pt x="220" y="37"/>
                  <a:pt x="221" y="37"/>
                  <a:pt x="222" y="36"/>
                </a:cubicBezTo>
                <a:cubicBezTo>
                  <a:pt x="222" y="36"/>
                  <a:pt x="222" y="36"/>
                  <a:pt x="222" y="36"/>
                </a:cubicBezTo>
                <a:cubicBezTo>
                  <a:pt x="224" y="36"/>
                  <a:pt x="225" y="36"/>
                  <a:pt x="226" y="36"/>
                </a:cubicBezTo>
                <a:cubicBezTo>
                  <a:pt x="226" y="36"/>
                  <a:pt x="226" y="36"/>
                  <a:pt x="226" y="36"/>
                </a:cubicBezTo>
                <a:cubicBezTo>
                  <a:pt x="226" y="36"/>
                  <a:pt x="227" y="36"/>
                  <a:pt x="227" y="36"/>
                </a:cubicBezTo>
                <a:cubicBezTo>
                  <a:pt x="228" y="36"/>
                  <a:pt x="228" y="36"/>
                  <a:pt x="228" y="36"/>
                </a:cubicBezTo>
                <a:cubicBezTo>
                  <a:pt x="228" y="36"/>
                  <a:pt x="229" y="36"/>
                  <a:pt x="229" y="36"/>
                </a:cubicBezTo>
                <a:cubicBezTo>
                  <a:pt x="238" y="37"/>
                  <a:pt x="247" y="46"/>
                  <a:pt x="248" y="55"/>
                </a:cubicBezTo>
                <a:cubicBezTo>
                  <a:pt x="248" y="56"/>
                  <a:pt x="248" y="56"/>
                  <a:pt x="248" y="56"/>
                </a:cubicBezTo>
                <a:cubicBezTo>
                  <a:pt x="248" y="56"/>
                  <a:pt x="248" y="56"/>
                  <a:pt x="248" y="57"/>
                </a:cubicBezTo>
                <a:cubicBezTo>
                  <a:pt x="248" y="57"/>
                  <a:pt x="248" y="57"/>
                  <a:pt x="248" y="58"/>
                </a:cubicBezTo>
                <a:cubicBezTo>
                  <a:pt x="248" y="59"/>
                  <a:pt x="248" y="60"/>
                  <a:pt x="248" y="61"/>
                </a:cubicBezTo>
                <a:cubicBezTo>
                  <a:pt x="248" y="61"/>
                  <a:pt x="248" y="62"/>
                  <a:pt x="248" y="62"/>
                </a:cubicBezTo>
                <a:cubicBezTo>
                  <a:pt x="247" y="63"/>
                  <a:pt x="247" y="64"/>
                  <a:pt x="247" y="65"/>
                </a:cubicBezTo>
                <a:cubicBezTo>
                  <a:pt x="247" y="65"/>
                  <a:pt x="247" y="65"/>
                  <a:pt x="247" y="66"/>
                </a:cubicBezTo>
                <a:cubicBezTo>
                  <a:pt x="246" y="67"/>
                  <a:pt x="246" y="68"/>
                  <a:pt x="245" y="69"/>
                </a:cubicBezTo>
                <a:cubicBezTo>
                  <a:pt x="245" y="69"/>
                  <a:pt x="245" y="69"/>
                  <a:pt x="245" y="69"/>
                </a:cubicBezTo>
                <a:cubicBezTo>
                  <a:pt x="244" y="70"/>
                  <a:pt x="244" y="71"/>
                  <a:pt x="243" y="71"/>
                </a:cubicBezTo>
                <a:cubicBezTo>
                  <a:pt x="243" y="72"/>
                  <a:pt x="243" y="72"/>
                  <a:pt x="243" y="72"/>
                </a:cubicBezTo>
                <a:cubicBezTo>
                  <a:pt x="242" y="73"/>
                  <a:pt x="242" y="73"/>
                  <a:pt x="241" y="74"/>
                </a:cubicBezTo>
                <a:cubicBezTo>
                  <a:pt x="241" y="74"/>
                  <a:pt x="240" y="75"/>
                  <a:pt x="240" y="75"/>
                </a:cubicBezTo>
                <a:cubicBezTo>
                  <a:pt x="239" y="75"/>
                  <a:pt x="239" y="76"/>
                  <a:pt x="238" y="77"/>
                </a:cubicBezTo>
                <a:cubicBezTo>
                  <a:pt x="238" y="77"/>
                  <a:pt x="237" y="77"/>
                  <a:pt x="237" y="77"/>
                </a:cubicBezTo>
                <a:cubicBezTo>
                  <a:pt x="236" y="78"/>
                  <a:pt x="235" y="78"/>
                  <a:pt x="234" y="78"/>
                </a:cubicBezTo>
                <a:cubicBezTo>
                  <a:pt x="234" y="78"/>
                  <a:pt x="234" y="79"/>
                  <a:pt x="234" y="79"/>
                </a:cubicBezTo>
                <a:cubicBezTo>
                  <a:pt x="233" y="79"/>
                  <a:pt x="231" y="79"/>
                  <a:pt x="230" y="80"/>
                </a:cubicBezTo>
                <a:cubicBezTo>
                  <a:pt x="229" y="80"/>
                  <a:pt x="227" y="80"/>
                  <a:pt x="226" y="80"/>
                </a:cubicBezTo>
                <a:cubicBezTo>
                  <a:pt x="224" y="80"/>
                  <a:pt x="223" y="80"/>
                  <a:pt x="221" y="79"/>
                </a:cubicBezTo>
                <a:cubicBezTo>
                  <a:pt x="219" y="79"/>
                  <a:pt x="217" y="80"/>
                  <a:pt x="216" y="82"/>
                </a:cubicBezTo>
                <a:cubicBezTo>
                  <a:pt x="216" y="84"/>
                  <a:pt x="216" y="86"/>
                  <a:pt x="218" y="87"/>
                </a:cubicBezTo>
                <a:cubicBezTo>
                  <a:pt x="209" y="95"/>
                  <a:pt x="209" y="95"/>
                  <a:pt x="209" y="95"/>
                </a:cubicBezTo>
                <a:cubicBezTo>
                  <a:pt x="206" y="98"/>
                  <a:pt x="204" y="102"/>
                  <a:pt x="204" y="106"/>
                </a:cubicBezTo>
                <a:cubicBezTo>
                  <a:pt x="202" y="117"/>
                  <a:pt x="192" y="124"/>
                  <a:pt x="182" y="124"/>
                </a:cubicBezTo>
                <a:cubicBezTo>
                  <a:pt x="170" y="124"/>
                  <a:pt x="160" y="114"/>
                  <a:pt x="160" y="102"/>
                </a:cubicBezTo>
                <a:cubicBezTo>
                  <a:pt x="160" y="92"/>
                  <a:pt x="167" y="82"/>
                  <a:pt x="178" y="80"/>
                </a:cubicBezTo>
                <a:close/>
                <a:moveTo>
                  <a:pt x="0" y="59"/>
                </a:moveTo>
                <a:cubicBezTo>
                  <a:pt x="0" y="59"/>
                  <a:pt x="0" y="60"/>
                  <a:pt x="0" y="61"/>
                </a:cubicBezTo>
                <a:cubicBezTo>
                  <a:pt x="0" y="61"/>
                  <a:pt x="0" y="61"/>
                  <a:pt x="0" y="62"/>
                </a:cubicBezTo>
                <a:cubicBezTo>
                  <a:pt x="0" y="62"/>
                  <a:pt x="0" y="63"/>
                  <a:pt x="1" y="64"/>
                </a:cubicBezTo>
                <a:cubicBezTo>
                  <a:pt x="1" y="64"/>
                  <a:pt x="1" y="64"/>
                  <a:pt x="1" y="65"/>
                </a:cubicBezTo>
                <a:cubicBezTo>
                  <a:pt x="1" y="65"/>
                  <a:pt x="1" y="66"/>
                  <a:pt x="1" y="66"/>
                </a:cubicBezTo>
                <a:cubicBezTo>
                  <a:pt x="1" y="67"/>
                  <a:pt x="1" y="67"/>
                  <a:pt x="1" y="67"/>
                </a:cubicBezTo>
                <a:cubicBezTo>
                  <a:pt x="2" y="68"/>
                  <a:pt x="2" y="69"/>
                  <a:pt x="2" y="69"/>
                </a:cubicBezTo>
                <a:cubicBezTo>
                  <a:pt x="2" y="69"/>
                  <a:pt x="2" y="70"/>
                  <a:pt x="2" y="70"/>
                </a:cubicBezTo>
                <a:cubicBezTo>
                  <a:pt x="3" y="71"/>
                  <a:pt x="3" y="71"/>
                  <a:pt x="4" y="72"/>
                </a:cubicBezTo>
                <a:cubicBezTo>
                  <a:pt x="4" y="72"/>
                  <a:pt x="4" y="72"/>
                  <a:pt x="4" y="72"/>
                </a:cubicBezTo>
                <a:cubicBezTo>
                  <a:pt x="6" y="77"/>
                  <a:pt x="9" y="80"/>
                  <a:pt x="13" y="83"/>
                </a:cubicBezTo>
                <a:cubicBezTo>
                  <a:pt x="13" y="83"/>
                  <a:pt x="13" y="83"/>
                  <a:pt x="13" y="83"/>
                </a:cubicBezTo>
                <a:cubicBezTo>
                  <a:pt x="14" y="83"/>
                  <a:pt x="15" y="84"/>
                  <a:pt x="16" y="84"/>
                </a:cubicBezTo>
                <a:cubicBezTo>
                  <a:pt x="16" y="84"/>
                  <a:pt x="16" y="84"/>
                  <a:pt x="16" y="84"/>
                </a:cubicBezTo>
                <a:cubicBezTo>
                  <a:pt x="17" y="85"/>
                  <a:pt x="17" y="85"/>
                  <a:pt x="18" y="86"/>
                </a:cubicBezTo>
                <a:cubicBezTo>
                  <a:pt x="18" y="86"/>
                  <a:pt x="18" y="86"/>
                  <a:pt x="19" y="86"/>
                </a:cubicBezTo>
                <a:cubicBezTo>
                  <a:pt x="19" y="86"/>
                  <a:pt x="20" y="86"/>
                  <a:pt x="21" y="86"/>
                </a:cubicBezTo>
                <a:cubicBezTo>
                  <a:pt x="21" y="87"/>
                  <a:pt x="21" y="87"/>
                  <a:pt x="21" y="87"/>
                </a:cubicBezTo>
                <a:cubicBezTo>
                  <a:pt x="22" y="87"/>
                  <a:pt x="23" y="87"/>
                  <a:pt x="23" y="87"/>
                </a:cubicBezTo>
                <a:cubicBezTo>
                  <a:pt x="24" y="87"/>
                  <a:pt x="24" y="87"/>
                  <a:pt x="24" y="87"/>
                </a:cubicBezTo>
                <a:cubicBezTo>
                  <a:pt x="24" y="87"/>
                  <a:pt x="24" y="87"/>
                  <a:pt x="24" y="87"/>
                </a:cubicBezTo>
                <a:cubicBezTo>
                  <a:pt x="27" y="88"/>
                  <a:pt x="30" y="89"/>
                  <a:pt x="31" y="91"/>
                </a:cubicBezTo>
                <a:cubicBezTo>
                  <a:pt x="41" y="101"/>
                  <a:pt x="41" y="101"/>
                  <a:pt x="41" y="101"/>
                </a:cubicBezTo>
                <a:cubicBezTo>
                  <a:pt x="43" y="102"/>
                  <a:pt x="44" y="105"/>
                  <a:pt x="45" y="108"/>
                </a:cubicBezTo>
                <a:cubicBezTo>
                  <a:pt x="47" y="122"/>
                  <a:pt x="60" y="132"/>
                  <a:pt x="74" y="132"/>
                </a:cubicBezTo>
                <a:cubicBezTo>
                  <a:pt x="74" y="132"/>
                  <a:pt x="74" y="132"/>
                  <a:pt x="74" y="132"/>
                </a:cubicBezTo>
                <a:cubicBezTo>
                  <a:pt x="81" y="132"/>
                  <a:pt x="87" y="130"/>
                  <a:pt x="92" y="126"/>
                </a:cubicBezTo>
                <a:cubicBezTo>
                  <a:pt x="92" y="148"/>
                  <a:pt x="92" y="148"/>
                  <a:pt x="92" y="148"/>
                </a:cubicBezTo>
                <a:cubicBezTo>
                  <a:pt x="92" y="152"/>
                  <a:pt x="88" y="156"/>
                  <a:pt x="84" y="156"/>
                </a:cubicBezTo>
                <a:cubicBezTo>
                  <a:pt x="68" y="156"/>
                  <a:pt x="68" y="156"/>
                  <a:pt x="68" y="156"/>
                </a:cubicBezTo>
                <a:cubicBezTo>
                  <a:pt x="64" y="156"/>
                  <a:pt x="60" y="152"/>
                  <a:pt x="60" y="148"/>
                </a:cubicBezTo>
                <a:cubicBezTo>
                  <a:pt x="60" y="140"/>
                  <a:pt x="60" y="140"/>
                  <a:pt x="60" y="140"/>
                </a:cubicBezTo>
                <a:cubicBezTo>
                  <a:pt x="52" y="140"/>
                  <a:pt x="52" y="140"/>
                  <a:pt x="52" y="140"/>
                </a:cubicBezTo>
                <a:cubicBezTo>
                  <a:pt x="52" y="148"/>
                  <a:pt x="52" y="148"/>
                  <a:pt x="52" y="148"/>
                </a:cubicBezTo>
                <a:cubicBezTo>
                  <a:pt x="52" y="155"/>
                  <a:pt x="57" y="161"/>
                  <a:pt x="63" y="163"/>
                </a:cubicBezTo>
                <a:cubicBezTo>
                  <a:pt x="61" y="166"/>
                  <a:pt x="60" y="169"/>
                  <a:pt x="60" y="172"/>
                </a:cubicBezTo>
                <a:cubicBezTo>
                  <a:pt x="60" y="175"/>
                  <a:pt x="61" y="178"/>
                  <a:pt x="62" y="180"/>
                </a:cubicBezTo>
                <a:cubicBezTo>
                  <a:pt x="56" y="180"/>
                  <a:pt x="56" y="180"/>
                  <a:pt x="56" y="180"/>
                </a:cubicBezTo>
                <a:cubicBezTo>
                  <a:pt x="54" y="180"/>
                  <a:pt x="52" y="182"/>
                  <a:pt x="52" y="184"/>
                </a:cubicBezTo>
                <a:cubicBezTo>
                  <a:pt x="52" y="193"/>
                  <a:pt x="52" y="193"/>
                  <a:pt x="52" y="193"/>
                </a:cubicBezTo>
                <a:cubicBezTo>
                  <a:pt x="50" y="195"/>
                  <a:pt x="48" y="197"/>
                  <a:pt x="48" y="200"/>
                </a:cubicBezTo>
                <a:cubicBezTo>
                  <a:pt x="48" y="201"/>
                  <a:pt x="48" y="201"/>
                  <a:pt x="48" y="202"/>
                </a:cubicBezTo>
                <a:cubicBezTo>
                  <a:pt x="37" y="213"/>
                  <a:pt x="37" y="213"/>
                  <a:pt x="37" y="213"/>
                </a:cubicBezTo>
                <a:cubicBezTo>
                  <a:pt x="36" y="214"/>
                  <a:pt x="36" y="216"/>
                  <a:pt x="36" y="217"/>
                </a:cubicBezTo>
                <a:cubicBezTo>
                  <a:pt x="40" y="229"/>
                  <a:pt x="40" y="229"/>
                  <a:pt x="40" y="229"/>
                </a:cubicBezTo>
                <a:cubicBezTo>
                  <a:pt x="41" y="231"/>
                  <a:pt x="42" y="232"/>
                  <a:pt x="44" y="232"/>
                </a:cubicBezTo>
                <a:cubicBezTo>
                  <a:pt x="44" y="232"/>
                  <a:pt x="45" y="232"/>
                  <a:pt x="45" y="232"/>
                </a:cubicBezTo>
                <a:cubicBezTo>
                  <a:pt x="47" y="231"/>
                  <a:pt x="48" y="229"/>
                  <a:pt x="48" y="227"/>
                </a:cubicBezTo>
                <a:cubicBezTo>
                  <a:pt x="45" y="217"/>
                  <a:pt x="45" y="217"/>
                  <a:pt x="45" y="217"/>
                </a:cubicBezTo>
                <a:cubicBezTo>
                  <a:pt x="54" y="208"/>
                  <a:pt x="54" y="208"/>
                  <a:pt x="54" y="208"/>
                </a:cubicBezTo>
                <a:cubicBezTo>
                  <a:pt x="55" y="208"/>
                  <a:pt x="55" y="208"/>
                  <a:pt x="56" y="208"/>
                </a:cubicBezTo>
                <a:cubicBezTo>
                  <a:pt x="60" y="208"/>
                  <a:pt x="64" y="204"/>
                  <a:pt x="64" y="200"/>
                </a:cubicBezTo>
                <a:cubicBezTo>
                  <a:pt x="64" y="197"/>
                  <a:pt x="62" y="195"/>
                  <a:pt x="60" y="193"/>
                </a:cubicBezTo>
                <a:cubicBezTo>
                  <a:pt x="60" y="188"/>
                  <a:pt x="60" y="188"/>
                  <a:pt x="60" y="188"/>
                </a:cubicBezTo>
                <a:cubicBezTo>
                  <a:pt x="92" y="188"/>
                  <a:pt x="92" y="188"/>
                  <a:pt x="92" y="188"/>
                </a:cubicBezTo>
                <a:cubicBezTo>
                  <a:pt x="92" y="193"/>
                  <a:pt x="92" y="193"/>
                  <a:pt x="92" y="193"/>
                </a:cubicBezTo>
                <a:cubicBezTo>
                  <a:pt x="90" y="195"/>
                  <a:pt x="88" y="197"/>
                  <a:pt x="88" y="200"/>
                </a:cubicBezTo>
                <a:cubicBezTo>
                  <a:pt x="88" y="204"/>
                  <a:pt x="92" y="208"/>
                  <a:pt x="96" y="208"/>
                </a:cubicBezTo>
                <a:cubicBezTo>
                  <a:pt x="97" y="208"/>
                  <a:pt x="97" y="208"/>
                  <a:pt x="98" y="208"/>
                </a:cubicBezTo>
                <a:cubicBezTo>
                  <a:pt x="107" y="217"/>
                  <a:pt x="107" y="217"/>
                  <a:pt x="107" y="217"/>
                </a:cubicBezTo>
                <a:cubicBezTo>
                  <a:pt x="104" y="227"/>
                  <a:pt x="104" y="227"/>
                  <a:pt x="104" y="227"/>
                </a:cubicBezTo>
                <a:cubicBezTo>
                  <a:pt x="104" y="229"/>
                  <a:pt x="105" y="231"/>
                  <a:pt x="107" y="232"/>
                </a:cubicBezTo>
                <a:cubicBezTo>
                  <a:pt x="107" y="232"/>
                  <a:pt x="108" y="232"/>
                  <a:pt x="108" y="232"/>
                </a:cubicBezTo>
                <a:cubicBezTo>
                  <a:pt x="110" y="232"/>
                  <a:pt x="111" y="231"/>
                  <a:pt x="112" y="229"/>
                </a:cubicBezTo>
                <a:cubicBezTo>
                  <a:pt x="116" y="217"/>
                  <a:pt x="116" y="217"/>
                  <a:pt x="116" y="217"/>
                </a:cubicBezTo>
                <a:cubicBezTo>
                  <a:pt x="116" y="216"/>
                  <a:pt x="116" y="214"/>
                  <a:pt x="115" y="213"/>
                </a:cubicBezTo>
                <a:cubicBezTo>
                  <a:pt x="104" y="202"/>
                  <a:pt x="104" y="202"/>
                  <a:pt x="104" y="202"/>
                </a:cubicBezTo>
                <a:cubicBezTo>
                  <a:pt x="104" y="201"/>
                  <a:pt x="104" y="201"/>
                  <a:pt x="104" y="200"/>
                </a:cubicBezTo>
                <a:cubicBezTo>
                  <a:pt x="104" y="197"/>
                  <a:pt x="102" y="195"/>
                  <a:pt x="100" y="193"/>
                </a:cubicBezTo>
                <a:cubicBezTo>
                  <a:pt x="100" y="184"/>
                  <a:pt x="100" y="184"/>
                  <a:pt x="100" y="184"/>
                </a:cubicBezTo>
                <a:cubicBezTo>
                  <a:pt x="100" y="182"/>
                  <a:pt x="98" y="180"/>
                  <a:pt x="96" y="180"/>
                </a:cubicBezTo>
                <a:cubicBezTo>
                  <a:pt x="90" y="180"/>
                  <a:pt x="90" y="180"/>
                  <a:pt x="90" y="180"/>
                </a:cubicBezTo>
                <a:cubicBezTo>
                  <a:pt x="91" y="178"/>
                  <a:pt x="92" y="175"/>
                  <a:pt x="92" y="172"/>
                </a:cubicBezTo>
                <a:cubicBezTo>
                  <a:pt x="92" y="169"/>
                  <a:pt x="91" y="166"/>
                  <a:pt x="89" y="163"/>
                </a:cubicBezTo>
                <a:cubicBezTo>
                  <a:pt x="95" y="161"/>
                  <a:pt x="100" y="155"/>
                  <a:pt x="100" y="148"/>
                </a:cubicBezTo>
                <a:cubicBezTo>
                  <a:pt x="100" y="117"/>
                  <a:pt x="100" y="117"/>
                  <a:pt x="100" y="117"/>
                </a:cubicBezTo>
                <a:cubicBezTo>
                  <a:pt x="102" y="113"/>
                  <a:pt x="104" y="108"/>
                  <a:pt x="104" y="102"/>
                </a:cubicBezTo>
                <a:cubicBezTo>
                  <a:pt x="104" y="88"/>
                  <a:pt x="94" y="75"/>
                  <a:pt x="80" y="73"/>
                </a:cubicBezTo>
                <a:cubicBezTo>
                  <a:pt x="77" y="72"/>
                  <a:pt x="74" y="71"/>
                  <a:pt x="73" y="69"/>
                </a:cubicBezTo>
                <a:cubicBezTo>
                  <a:pt x="63" y="59"/>
                  <a:pt x="63" y="59"/>
                  <a:pt x="63" y="59"/>
                </a:cubicBezTo>
                <a:cubicBezTo>
                  <a:pt x="61" y="58"/>
                  <a:pt x="60" y="55"/>
                  <a:pt x="59" y="52"/>
                </a:cubicBezTo>
                <a:cubicBezTo>
                  <a:pt x="59" y="52"/>
                  <a:pt x="59" y="52"/>
                  <a:pt x="59" y="52"/>
                </a:cubicBezTo>
                <a:cubicBezTo>
                  <a:pt x="59" y="52"/>
                  <a:pt x="59" y="52"/>
                  <a:pt x="59" y="51"/>
                </a:cubicBezTo>
                <a:cubicBezTo>
                  <a:pt x="59" y="51"/>
                  <a:pt x="59" y="50"/>
                  <a:pt x="59" y="49"/>
                </a:cubicBezTo>
                <a:cubicBezTo>
                  <a:pt x="59" y="49"/>
                  <a:pt x="59" y="49"/>
                  <a:pt x="58" y="49"/>
                </a:cubicBezTo>
                <a:cubicBezTo>
                  <a:pt x="58" y="48"/>
                  <a:pt x="58" y="47"/>
                  <a:pt x="58" y="46"/>
                </a:cubicBezTo>
                <a:cubicBezTo>
                  <a:pt x="58" y="46"/>
                  <a:pt x="58" y="46"/>
                  <a:pt x="58" y="46"/>
                </a:cubicBezTo>
                <a:cubicBezTo>
                  <a:pt x="56" y="43"/>
                  <a:pt x="54" y="40"/>
                  <a:pt x="52" y="38"/>
                </a:cubicBezTo>
                <a:cubicBezTo>
                  <a:pt x="52" y="0"/>
                  <a:pt x="52" y="0"/>
                  <a:pt x="52" y="0"/>
                </a:cubicBezTo>
                <a:cubicBezTo>
                  <a:pt x="44" y="0"/>
                  <a:pt x="44" y="0"/>
                  <a:pt x="44" y="0"/>
                </a:cubicBezTo>
                <a:cubicBezTo>
                  <a:pt x="44" y="31"/>
                  <a:pt x="44" y="31"/>
                  <a:pt x="44" y="31"/>
                </a:cubicBezTo>
                <a:cubicBezTo>
                  <a:pt x="40" y="29"/>
                  <a:pt x="35" y="28"/>
                  <a:pt x="30" y="28"/>
                </a:cubicBezTo>
                <a:cubicBezTo>
                  <a:pt x="30" y="28"/>
                  <a:pt x="30" y="28"/>
                  <a:pt x="30" y="28"/>
                </a:cubicBezTo>
                <a:cubicBezTo>
                  <a:pt x="30" y="28"/>
                  <a:pt x="30" y="28"/>
                  <a:pt x="30" y="28"/>
                </a:cubicBezTo>
                <a:cubicBezTo>
                  <a:pt x="30" y="28"/>
                  <a:pt x="30" y="28"/>
                  <a:pt x="30" y="28"/>
                </a:cubicBezTo>
                <a:cubicBezTo>
                  <a:pt x="29" y="28"/>
                  <a:pt x="29" y="28"/>
                  <a:pt x="28" y="28"/>
                </a:cubicBezTo>
                <a:cubicBezTo>
                  <a:pt x="28" y="28"/>
                  <a:pt x="27" y="28"/>
                  <a:pt x="27" y="28"/>
                </a:cubicBezTo>
                <a:cubicBezTo>
                  <a:pt x="26" y="28"/>
                  <a:pt x="26" y="28"/>
                  <a:pt x="26" y="28"/>
                </a:cubicBezTo>
                <a:cubicBezTo>
                  <a:pt x="25" y="28"/>
                  <a:pt x="24" y="29"/>
                  <a:pt x="24" y="29"/>
                </a:cubicBezTo>
                <a:cubicBezTo>
                  <a:pt x="24" y="29"/>
                  <a:pt x="24" y="29"/>
                  <a:pt x="24" y="29"/>
                </a:cubicBezTo>
                <a:cubicBezTo>
                  <a:pt x="19" y="30"/>
                  <a:pt x="15" y="31"/>
                  <a:pt x="12" y="34"/>
                </a:cubicBezTo>
                <a:cubicBezTo>
                  <a:pt x="12" y="0"/>
                  <a:pt x="12" y="0"/>
                  <a:pt x="12" y="0"/>
                </a:cubicBezTo>
                <a:cubicBezTo>
                  <a:pt x="4" y="0"/>
                  <a:pt x="4" y="0"/>
                  <a:pt x="4" y="0"/>
                </a:cubicBezTo>
                <a:cubicBezTo>
                  <a:pt x="4" y="43"/>
                  <a:pt x="4" y="43"/>
                  <a:pt x="4" y="43"/>
                </a:cubicBezTo>
                <a:cubicBezTo>
                  <a:pt x="2" y="46"/>
                  <a:pt x="1" y="49"/>
                  <a:pt x="1" y="52"/>
                </a:cubicBezTo>
                <a:cubicBezTo>
                  <a:pt x="1" y="52"/>
                  <a:pt x="1" y="52"/>
                  <a:pt x="1" y="52"/>
                </a:cubicBezTo>
                <a:cubicBezTo>
                  <a:pt x="1" y="52"/>
                  <a:pt x="0" y="53"/>
                  <a:pt x="0" y="54"/>
                </a:cubicBezTo>
                <a:cubicBezTo>
                  <a:pt x="0" y="54"/>
                  <a:pt x="0" y="54"/>
                  <a:pt x="0" y="55"/>
                </a:cubicBezTo>
                <a:cubicBezTo>
                  <a:pt x="0" y="55"/>
                  <a:pt x="0" y="56"/>
                  <a:pt x="0" y="56"/>
                </a:cubicBezTo>
                <a:cubicBezTo>
                  <a:pt x="0" y="57"/>
                  <a:pt x="0" y="57"/>
                  <a:pt x="0" y="58"/>
                </a:cubicBezTo>
                <a:cubicBezTo>
                  <a:pt x="0" y="58"/>
                  <a:pt x="0" y="58"/>
                  <a:pt x="0" y="58"/>
                </a:cubicBezTo>
                <a:cubicBezTo>
                  <a:pt x="0" y="58"/>
                  <a:pt x="0" y="58"/>
                  <a:pt x="0" y="58"/>
                </a:cubicBezTo>
                <a:cubicBezTo>
                  <a:pt x="0" y="58"/>
                  <a:pt x="0" y="59"/>
                  <a:pt x="0" y="59"/>
                </a:cubicBezTo>
                <a:close/>
                <a:moveTo>
                  <a:pt x="76" y="180"/>
                </a:moveTo>
                <a:cubicBezTo>
                  <a:pt x="72" y="180"/>
                  <a:pt x="68" y="176"/>
                  <a:pt x="68" y="172"/>
                </a:cubicBezTo>
                <a:cubicBezTo>
                  <a:pt x="68" y="168"/>
                  <a:pt x="72" y="164"/>
                  <a:pt x="76" y="164"/>
                </a:cubicBezTo>
                <a:cubicBezTo>
                  <a:pt x="80" y="164"/>
                  <a:pt x="84" y="168"/>
                  <a:pt x="84" y="172"/>
                </a:cubicBezTo>
                <a:cubicBezTo>
                  <a:pt x="84" y="176"/>
                  <a:pt x="80" y="180"/>
                  <a:pt x="76" y="180"/>
                </a:cubicBezTo>
                <a:close/>
                <a:moveTo>
                  <a:pt x="8" y="57"/>
                </a:moveTo>
                <a:cubicBezTo>
                  <a:pt x="8" y="56"/>
                  <a:pt x="8" y="56"/>
                  <a:pt x="8" y="56"/>
                </a:cubicBezTo>
                <a:cubicBezTo>
                  <a:pt x="8" y="56"/>
                  <a:pt x="8" y="55"/>
                  <a:pt x="8" y="55"/>
                </a:cubicBezTo>
                <a:cubicBezTo>
                  <a:pt x="9" y="46"/>
                  <a:pt x="18" y="37"/>
                  <a:pt x="27" y="36"/>
                </a:cubicBezTo>
                <a:cubicBezTo>
                  <a:pt x="27" y="36"/>
                  <a:pt x="28" y="36"/>
                  <a:pt x="28" y="36"/>
                </a:cubicBezTo>
                <a:cubicBezTo>
                  <a:pt x="28" y="36"/>
                  <a:pt x="28" y="36"/>
                  <a:pt x="29" y="36"/>
                </a:cubicBezTo>
                <a:cubicBezTo>
                  <a:pt x="29" y="36"/>
                  <a:pt x="30" y="36"/>
                  <a:pt x="30" y="36"/>
                </a:cubicBezTo>
                <a:cubicBezTo>
                  <a:pt x="30" y="36"/>
                  <a:pt x="30" y="36"/>
                  <a:pt x="30" y="36"/>
                </a:cubicBezTo>
                <a:cubicBezTo>
                  <a:pt x="31" y="36"/>
                  <a:pt x="32" y="36"/>
                  <a:pt x="34" y="36"/>
                </a:cubicBezTo>
                <a:cubicBezTo>
                  <a:pt x="34" y="36"/>
                  <a:pt x="34" y="36"/>
                  <a:pt x="34" y="36"/>
                </a:cubicBezTo>
                <a:cubicBezTo>
                  <a:pt x="35" y="37"/>
                  <a:pt x="36" y="37"/>
                  <a:pt x="37" y="37"/>
                </a:cubicBezTo>
                <a:cubicBezTo>
                  <a:pt x="37" y="37"/>
                  <a:pt x="38" y="37"/>
                  <a:pt x="38" y="37"/>
                </a:cubicBezTo>
                <a:cubicBezTo>
                  <a:pt x="39" y="38"/>
                  <a:pt x="40" y="38"/>
                  <a:pt x="41" y="39"/>
                </a:cubicBezTo>
                <a:cubicBezTo>
                  <a:pt x="41" y="39"/>
                  <a:pt x="41" y="39"/>
                  <a:pt x="41" y="39"/>
                </a:cubicBezTo>
                <a:cubicBezTo>
                  <a:pt x="42" y="40"/>
                  <a:pt x="43" y="40"/>
                  <a:pt x="44" y="41"/>
                </a:cubicBezTo>
                <a:cubicBezTo>
                  <a:pt x="44" y="41"/>
                  <a:pt x="44" y="41"/>
                  <a:pt x="44" y="41"/>
                </a:cubicBezTo>
                <a:cubicBezTo>
                  <a:pt x="45" y="42"/>
                  <a:pt x="46" y="43"/>
                  <a:pt x="46" y="43"/>
                </a:cubicBezTo>
                <a:cubicBezTo>
                  <a:pt x="46" y="43"/>
                  <a:pt x="47" y="44"/>
                  <a:pt x="47" y="44"/>
                </a:cubicBezTo>
                <a:cubicBezTo>
                  <a:pt x="47" y="45"/>
                  <a:pt x="48" y="45"/>
                  <a:pt x="49" y="46"/>
                </a:cubicBezTo>
                <a:cubicBezTo>
                  <a:pt x="49" y="46"/>
                  <a:pt x="49" y="47"/>
                  <a:pt x="49" y="47"/>
                </a:cubicBezTo>
                <a:cubicBezTo>
                  <a:pt x="50" y="48"/>
                  <a:pt x="50" y="49"/>
                  <a:pt x="50" y="50"/>
                </a:cubicBezTo>
                <a:cubicBezTo>
                  <a:pt x="50" y="50"/>
                  <a:pt x="51" y="50"/>
                  <a:pt x="51" y="51"/>
                </a:cubicBezTo>
                <a:cubicBezTo>
                  <a:pt x="51" y="52"/>
                  <a:pt x="51" y="53"/>
                  <a:pt x="52" y="54"/>
                </a:cubicBezTo>
                <a:cubicBezTo>
                  <a:pt x="52" y="55"/>
                  <a:pt x="52" y="57"/>
                  <a:pt x="52" y="58"/>
                </a:cubicBezTo>
                <a:cubicBezTo>
                  <a:pt x="52" y="60"/>
                  <a:pt x="52" y="61"/>
                  <a:pt x="51" y="63"/>
                </a:cubicBezTo>
                <a:cubicBezTo>
                  <a:pt x="51" y="65"/>
                  <a:pt x="52" y="67"/>
                  <a:pt x="54" y="68"/>
                </a:cubicBezTo>
                <a:cubicBezTo>
                  <a:pt x="56" y="68"/>
                  <a:pt x="58" y="68"/>
                  <a:pt x="59" y="66"/>
                </a:cubicBezTo>
                <a:cubicBezTo>
                  <a:pt x="67" y="75"/>
                  <a:pt x="67" y="75"/>
                  <a:pt x="67" y="75"/>
                </a:cubicBezTo>
                <a:cubicBezTo>
                  <a:pt x="70" y="78"/>
                  <a:pt x="74" y="80"/>
                  <a:pt x="78" y="80"/>
                </a:cubicBezTo>
                <a:cubicBezTo>
                  <a:pt x="89" y="82"/>
                  <a:pt x="96" y="92"/>
                  <a:pt x="96" y="102"/>
                </a:cubicBezTo>
                <a:cubicBezTo>
                  <a:pt x="96" y="114"/>
                  <a:pt x="86" y="124"/>
                  <a:pt x="74" y="124"/>
                </a:cubicBezTo>
                <a:cubicBezTo>
                  <a:pt x="64" y="124"/>
                  <a:pt x="54" y="117"/>
                  <a:pt x="52" y="106"/>
                </a:cubicBezTo>
                <a:cubicBezTo>
                  <a:pt x="52" y="102"/>
                  <a:pt x="50" y="98"/>
                  <a:pt x="47" y="95"/>
                </a:cubicBezTo>
                <a:cubicBezTo>
                  <a:pt x="38" y="87"/>
                  <a:pt x="38" y="87"/>
                  <a:pt x="38" y="87"/>
                </a:cubicBezTo>
                <a:cubicBezTo>
                  <a:pt x="40" y="86"/>
                  <a:pt x="40" y="84"/>
                  <a:pt x="40" y="82"/>
                </a:cubicBezTo>
                <a:cubicBezTo>
                  <a:pt x="39" y="80"/>
                  <a:pt x="37" y="79"/>
                  <a:pt x="35" y="79"/>
                </a:cubicBezTo>
                <a:cubicBezTo>
                  <a:pt x="33" y="80"/>
                  <a:pt x="32" y="80"/>
                  <a:pt x="30" y="80"/>
                </a:cubicBezTo>
                <a:cubicBezTo>
                  <a:pt x="29" y="80"/>
                  <a:pt x="27" y="80"/>
                  <a:pt x="26" y="80"/>
                </a:cubicBezTo>
                <a:cubicBezTo>
                  <a:pt x="25" y="79"/>
                  <a:pt x="23" y="79"/>
                  <a:pt x="22" y="79"/>
                </a:cubicBezTo>
                <a:cubicBezTo>
                  <a:pt x="22" y="79"/>
                  <a:pt x="22" y="78"/>
                  <a:pt x="22" y="78"/>
                </a:cubicBezTo>
                <a:cubicBezTo>
                  <a:pt x="21" y="78"/>
                  <a:pt x="20" y="78"/>
                  <a:pt x="19" y="77"/>
                </a:cubicBezTo>
                <a:cubicBezTo>
                  <a:pt x="19" y="77"/>
                  <a:pt x="18" y="77"/>
                  <a:pt x="18" y="77"/>
                </a:cubicBezTo>
                <a:cubicBezTo>
                  <a:pt x="17" y="76"/>
                  <a:pt x="17" y="75"/>
                  <a:pt x="16" y="75"/>
                </a:cubicBezTo>
                <a:cubicBezTo>
                  <a:pt x="16" y="75"/>
                  <a:pt x="15" y="74"/>
                  <a:pt x="15" y="74"/>
                </a:cubicBezTo>
                <a:cubicBezTo>
                  <a:pt x="14" y="73"/>
                  <a:pt x="14" y="73"/>
                  <a:pt x="13" y="72"/>
                </a:cubicBezTo>
                <a:cubicBezTo>
                  <a:pt x="13" y="72"/>
                  <a:pt x="13" y="72"/>
                  <a:pt x="13" y="71"/>
                </a:cubicBezTo>
                <a:cubicBezTo>
                  <a:pt x="12" y="71"/>
                  <a:pt x="12" y="70"/>
                  <a:pt x="11" y="69"/>
                </a:cubicBezTo>
                <a:cubicBezTo>
                  <a:pt x="11" y="69"/>
                  <a:pt x="11" y="69"/>
                  <a:pt x="11" y="69"/>
                </a:cubicBezTo>
                <a:cubicBezTo>
                  <a:pt x="10" y="68"/>
                  <a:pt x="10" y="67"/>
                  <a:pt x="9" y="66"/>
                </a:cubicBezTo>
                <a:cubicBezTo>
                  <a:pt x="9" y="65"/>
                  <a:pt x="9" y="65"/>
                  <a:pt x="9" y="65"/>
                </a:cubicBezTo>
                <a:cubicBezTo>
                  <a:pt x="9" y="64"/>
                  <a:pt x="9" y="63"/>
                  <a:pt x="8" y="62"/>
                </a:cubicBezTo>
                <a:cubicBezTo>
                  <a:pt x="8" y="62"/>
                  <a:pt x="8" y="61"/>
                  <a:pt x="8" y="61"/>
                </a:cubicBezTo>
                <a:cubicBezTo>
                  <a:pt x="8" y="60"/>
                  <a:pt x="8" y="59"/>
                  <a:pt x="8" y="58"/>
                </a:cubicBezTo>
                <a:cubicBezTo>
                  <a:pt x="8" y="57"/>
                  <a:pt x="8" y="57"/>
                  <a:pt x="8" y="57"/>
                </a:cubicBezTo>
                <a:close/>
                <a:moveTo>
                  <a:pt x="148" y="44"/>
                </a:moveTo>
                <a:cubicBezTo>
                  <a:pt x="149" y="45"/>
                  <a:pt x="151" y="45"/>
                  <a:pt x="152" y="45"/>
                </a:cubicBezTo>
                <a:cubicBezTo>
                  <a:pt x="153" y="45"/>
                  <a:pt x="153" y="45"/>
                  <a:pt x="154" y="45"/>
                </a:cubicBezTo>
                <a:cubicBezTo>
                  <a:pt x="156" y="44"/>
                  <a:pt x="156" y="41"/>
                  <a:pt x="155" y="39"/>
                </a:cubicBezTo>
                <a:cubicBezTo>
                  <a:pt x="149" y="30"/>
                  <a:pt x="139" y="24"/>
                  <a:pt x="128" y="24"/>
                </a:cubicBezTo>
                <a:cubicBezTo>
                  <a:pt x="117" y="24"/>
                  <a:pt x="107" y="30"/>
                  <a:pt x="101" y="39"/>
                </a:cubicBezTo>
                <a:cubicBezTo>
                  <a:pt x="100" y="41"/>
                  <a:pt x="100" y="44"/>
                  <a:pt x="102" y="45"/>
                </a:cubicBezTo>
                <a:cubicBezTo>
                  <a:pt x="104" y="46"/>
                  <a:pt x="106" y="45"/>
                  <a:pt x="108" y="44"/>
                </a:cubicBezTo>
                <a:cubicBezTo>
                  <a:pt x="112" y="36"/>
                  <a:pt x="120" y="32"/>
                  <a:pt x="128" y="32"/>
                </a:cubicBezTo>
                <a:cubicBezTo>
                  <a:pt x="136" y="32"/>
                  <a:pt x="144" y="36"/>
                  <a:pt x="148" y="44"/>
                </a:cubicBezTo>
                <a:close/>
                <a:moveTo>
                  <a:pt x="120" y="56"/>
                </a:moveTo>
                <a:cubicBezTo>
                  <a:pt x="120" y="60"/>
                  <a:pt x="124" y="64"/>
                  <a:pt x="128" y="64"/>
                </a:cubicBezTo>
                <a:cubicBezTo>
                  <a:pt x="132" y="64"/>
                  <a:pt x="136" y="60"/>
                  <a:pt x="136" y="56"/>
                </a:cubicBezTo>
                <a:cubicBezTo>
                  <a:pt x="136" y="52"/>
                  <a:pt x="132" y="48"/>
                  <a:pt x="128" y="48"/>
                </a:cubicBezTo>
                <a:cubicBezTo>
                  <a:pt x="124" y="48"/>
                  <a:pt x="120" y="52"/>
                  <a:pt x="120" y="56"/>
                </a:cubicBezTo>
                <a:close/>
                <a:moveTo>
                  <a:pt x="82" y="31"/>
                </a:moveTo>
                <a:cubicBezTo>
                  <a:pt x="84" y="33"/>
                  <a:pt x="86" y="32"/>
                  <a:pt x="88" y="30"/>
                </a:cubicBezTo>
                <a:cubicBezTo>
                  <a:pt x="96" y="16"/>
                  <a:pt x="112" y="8"/>
                  <a:pt x="128" y="8"/>
                </a:cubicBezTo>
                <a:cubicBezTo>
                  <a:pt x="144" y="8"/>
                  <a:pt x="160" y="16"/>
                  <a:pt x="168" y="30"/>
                </a:cubicBezTo>
                <a:cubicBezTo>
                  <a:pt x="169" y="31"/>
                  <a:pt x="171" y="32"/>
                  <a:pt x="172" y="32"/>
                </a:cubicBezTo>
                <a:cubicBezTo>
                  <a:pt x="173" y="32"/>
                  <a:pt x="173" y="32"/>
                  <a:pt x="174" y="31"/>
                </a:cubicBezTo>
                <a:cubicBezTo>
                  <a:pt x="176" y="30"/>
                  <a:pt x="176" y="28"/>
                  <a:pt x="175" y="26"/>
                </a:cubicBezTo>
                <a:cubicBezTo>
                  <a:pt x="165" y="10"/>
                  <a:pt x="147" y="0"/>
                  <a:pt x="128" y="0"/>
                </a:cubicBezTo>
                <a:cubicBezTo>
                  <a:pt x="109" y="0"/>
                  <a:pt x="91" y="10"/>
                  <a:pt x="81" y="26"/>
                </a:cubicBezTo>
                <a:cubicBezTo>
                  <a:pt x="80" y="28"/>
                  <a:pt x="80" y="30"/>
                  <a:pt x="82" y="3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84" name="Freeform 95">
            <a:extLst>
              <a:ext uri="{FF2B5EF4-FFF2-40B4-BE49-F238E27FC236}">
                <a16:creationId xmlns:a16="http://schemas.microsoft.com/office/drawing/2014/main" id="{E1901E6D-4892-45B3-8C6C-FCCFE5B5FE18}"/>
              </a:ext>
            </a:extLst>
          </p:cNvPr>
          <p:cNvSpPr>
            <a:spLocks noChangeAspect="1" noEditPoints="1"/>
          </p:cNvSpPr>
          <p:nvPr/>
        </p:nvSpPr>
        <p:spPr bwMode="auto">
          <a:xfrm>
            <a:off x="9281902" y="2428875"/>
            <a:ext cx="400050" cy="400050"/>
          </a:xfrm>
          <a:custGeom>
            <a:avLst/>
            <a:gdLst>
              <a:gd name="T0" fmla="*/ 44 w 256"/>
              <a:gd name="T1" fmla="*/ 128 h 256"/>
              <a:gd name="T2" fmla="*/ 48 w 256"/>
              <a:gd name="T3" fmla="*/ 56 h 256"/>
              <a:gd name="T4" fmla="*/ 0 w 256"/>
              <a:gd name="T5" fmla="*/ 92 h 256"/>
              <a:gd name="T6" fmla="*/ 160 w 256"/>
              <a:gd name="T7" fmla="*/ 112 h 256"/>
              <a:gd name="T8" fmla="*/ 160 w 256"/>
              <a:gd name="T9" fmla="*/ 104 h 256"/>
              <a:gd name="T10" fmla="*/ 238 w 256"/>
              <a:gd name="T11" fmla="*/ 224 h 256"/>
              <a:gd name="T12" fmla="*/ 192 w 256"/>
              <a:gd name="T13" fmla="*/ 200 h 256"/>
              <a:gd name="T14" fmla="*/ 232 w 256"/>
              <a:gd name="T15" fmla="*/ 148 h 256"/>
              <a:gd name="T16" fmla="*/ 120 w 256"/>
              <a:gd name="T17" fmla="*/ 128 h 256"/>
              <a:gd name="T18" fmla="*/ 140 w 256"/>
              <a:gd name="T19" fmla="*/ 56 h 256"/>
              <a:gd name="T20" fmla="*/ 168 w 256"/>
              <a:gd name="T21" fmla="*/ 48 h 256"/>
              <a:gd name="T22" fmla="*/ 184 w 256"/>
              <a:gd name="T23" fmla="*/ 56 h 256"/>
              <a:gd name="T24" fmla="*/ 196 w 256"/>
              <a:gd name="T25" fmla="*/ 68 h 256"/>
              <a:gd name="T26" fmla="*/ 204 w 256"/>
              <a:gd name="T27" fmla="*/ 68 h 256"/>
              <a:gd name="T28" fmla="*/ 216 w 256"/>
              <a:gd name="T29" fmla="*/ 56 h 256"/>
              <a:gd name="T30" fmla="*/ 232 w 256"/>
              <a:gd name="T31" fmla="*/ 28 h 256"/>
              <a:gd name="T32" fmla="*/ 168 w 256"/>
              <a:gd name="T33" fmla="*/ 4 h 256"/>
              <a:gd name="T34" fmla="*/ 144 w 256"/>
              <a:gd name="T35" fmla="*/ 4 h 256"/>
              <a:gd name="T36" fmla="*/ 79 w 256"/>
              <a:gd name="T37" fmla="*/ 10 h 256"/>
              <a:gd name="T38" fmla="*/ 37 w 256"/>
              <a:gd name="T39" fmla="*/ 77 h 256"/>
              <a:gd name="T40" fmla="*/ 32 w 256"/>
              <a:gd name="T41" fmla="*/ 92 h 256"/>
              <a:gd name="T42" fmla="*/ 77 w 256"/>
              <a:gd name="T43" fmla="*/ 164 h 256"/>
              <a:gd name="T44" fmla="*/ 96 w 256"/>
              <a:gd name="T45" fmla="*/ 200 h 256"/>
              <a:gd name="T46" fmla="*/ 50 w 256"/>
              <a:gd name="T47" fmla="*/ 224 h 256"/>
              <a:gd name="T48" fmla="*/ 32 w 256"/>
              <a:gd name="T49" fmla="*/ 252 h 256"/>
              <a:gd name="T50" fmla="*/ 256 w 256"/>
              <a:gd name="T51" fmla="*/ 252 h 256"/>
              <a:gd name="T52" fmla="*/ 208 w 256"/>
              <a:gd name="T53" fmla="*/ 60 h 256"/>
              <a:gd name="T54" fmla="*/ 208 w 256"/>
              <a:gd name="T55" fmla="*/ 56 h 256"/>
              <a:gd name="T56" fmla="*/ 204 w 256"/>
              <a:gd name="T57" fmla="*/ 8 h 256"/>
              <a:gd name="T58" fmla="*/ 196 w 256"/>
              <a:gd name="T59" fmla="*/ 32 h 256"/>
              <a:gd name="T60" fmla="*/ 176 w 256"/>
              <a:gd name="T61" fmla="*/ 48 h 256"/>
              <a:gd name="T62" fmla="*/ 168 w 256"/>
              <a:gd name="T63" fmla="*/ 16 h 256"/>
              <a:gd name="T64" fmla="*/ 144 w 256"/>
              <a:gd name="T65" fmla="*/ 16 h 256"/>
              <a:gd name="T66" fmla="*/ 100 w 256"/>
              <a:gd name="T67" fmla="*/ 8 h 256"/>
              <a:gd name="T68" fmla="*/ 113 w 256"/>
              <a:gd name="T69" fmla="*/ 48 h 256"/>
              <a:gd name="T70" fmla="*/ 100 w 256"/>
              <a:gd name="T71" fmla="*/ 48 h 256"/>
              <a:gd name="T72" fmla="*/ 73 w 256"/>
              <a:gd name="T73" fmla="*/ 34 h 256"/>
              <a:gd name="T74" fmla="*/ 89 w 256"/>
              <a:gd name="T75" fmla="*/ 84 h 256"/>
              <a:gd name="T76" fmla="*/ 60 w 256"/>
              <a:gd name="T77" fmla="*/ 64 h 256"/>
              <a:gd name="T78" fmla="*/ 84 w 256"/>
              <a:gd name="T79" fmla="*/ 160 h 256"/>
              <a:gd name="T80" fmla="*/ 43 w 256"/>
              <a:gd name="T81" fmla="*/ 103 h 256"/>
              <a:gd name="T82" fmla="*/ 43 w 256"/>
              <a:gd name="T83" fmla="*/ 81 h 256"/>
              <a:gd name="T84" fmla="*/ 84 w 256"/>
              <a:gd name="T85" fmla="*/ 91 h 256"/>
              <a:gd name="T86" fmla="*/ 115 w 256"/>
              <a:gd name="T87" fmla="*/ 134 h 256"/>
              <a:gd name="T88" fmla="*/ 224 w 256"/>
              <a:gd name="T89" fmla="*/ 148 h 256"/>
              <a:gd name="T90" fmla="*/ 172 w 256"/>
              <a:gd name="T91" fmla="*/ 156 h 256"/>
              <a:gd name="T92" fmla="*/ 148 w 256"/>
              <a:gd name="T93" fmla="*/ 168 h 256"/>
              <a:gd name="T94" fmla="*/ 140 w 256"/>
              <a:gd name="T95" fmla="*/ 168 h 256"/>
              <a:gd name="T96" fmla="*/ 116 w 256"/>
              <a:gd name="T97" fmla="*/ 156 h 256"/>
              <a:gd name="T98" fmla="*/ 84 w 256"/>
              <a:gd name="T99" fmla="*/ 160 h 256"/>
              <a:gd name="T100" fmla="*/ 104 w 256"/>
              <a:gd name="T101" fmla="*/ 200 h 256"/>
              <a:gd name="T102" fmla="*/ 248 w 256"/>
              <a:gd name="T103" fmla="*/ 248 h 256"/>
              <a:gd name="T104" fmla="*/ 52 w 256"/>
              <a:gd name="T105" fmla="*/ 232 h 256"/>
              <a:gd name="T106" fmla="*/ 218 w 256"/>
              <a:gd name="T107" fmla="*/ 208 h 256"/>
              <a:gd name="T108" fmla="*/ 248 w 256"/>
              <a:gd name="T109" fmla="*/ 232 h 256"/>
              <a:gd name="T110" fmla="*/ 184 w 256"/>
              <a:gd name="T111" fmla="*/ 232 h 256"/>
              <a:gd name="T112" fmla="*/ 104 w 256"/>
              <a:gd name="T113" fmla="*/ 2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6" h="256">
                <a:moveTo>
                  <a:pt x="48" y="136"/>
                </a:moveTo>
                <a:cubicBezTo>
                  <a:pt x="48" y="128"/>
                  <a:pt x="48" y="128"/>
                  <a:pt x="48" y="128"/>
                </a:cubicBezTo>
                <a:cubicBezTo>
                  <a:pt x="44" y="128"/>
                  <a:pt x="44" y="128"/>
                  <a:pt x="44" y="128"/>
                </a:cubicBezTo>
                <a:cubicBezTo>
                  <a:pt x="24" y="128"/>
                  <a:pt x="8" y="112"/>
                  <a:pt x="8" y="92"/>
                </a:cubicBezTo>
                <a:cubicBezTo>
                  <a:pt x="8" y="72"/>
                  <a:pt x="24" y="56"/>
                  <a:pt x="44" y="56"/>
                </a:cubicBezTo>
                <a:cubicBezTo>
                  <a:pt x="48" y="56"/>
                  <a:pt x="48" y="56"/>
                  <a:pt x="48" y="56"/>
                </a:cubicBezTo>
                <a:cubicBezTo>
                  <a:pt x="48" y="48"/>
                  <a:pt x="48" y="48"/>
                  <a:pt x="48" y="48"/>
                </a:cubicBezTo>
                <a:cubicBezTo>
                  <a:pt x="44" y="48"/>
                  <a:pt x="44" y="48"/>
                  <a:pt x="44" y="48"/>
                </a:cubicBezTo>
                <a:cubicBezTo>
                  <a:pt x="20" y="48"/>
                  <a:pt x="0" y="68"/>
                  <a:pt x="0" y="92"/>
                </a:cubicBezTo>
                <a:cubicBezTo>
                  <a:pt x="0" y="116"/>
                  <a:pt x="20" y="136"/>
                  <a:pt x="44" y="136"/>
                </a:cubicBezTo>
                <a:lnTo>
                  <a:pt x="48" y="136"/>
                </a:lnTo>
                <a:close/>
                <a:moveTo>
                  <a:pt x="160" y="112"/>
                </a:moveTo>
                <a:cubicBezTo>
                  <a:pt x="240" y="112"/>
                  <a:pt x="240" y="112"/>
                  <a:pt x="240" y="112"/>
                </a:cubicBezTo>
                <a:cubicBezTo>
                  <a:pt x="240" y="104"/>
                  <a:pt x="240" y="104"/>
                  <a:pt x="240" y="104"/>
                </a:cubicBezTo>
                <a:cubicBezTo>
                  <a:pt x="160" y="104"/>
                  <a:pt x="160" y="104"/>
                  <a:pt x="160" y="104"/>
                </a:cubicBezTo>
                <a:lnTo>
                  <a:pt x="160" y="112"/>
                </a:lnTo>
                <a:close/>
                <a:moveTo>
                  <a:pt x="252" y="224"/>
                </a:moveTo>
                <a:cubicBezTo>
                  <a:pt x="238" y="224"/>
                  <a:pt x="238" y="224"/>
                  <a:pt x="238" y="224"/>
                </a:cubicBezTo>
                <a:cubicBezTo>
                  <a:pt x="223" y="202"/>
                  <a:pt x="223" y="202"/>
                  <a:pt x="223" y="202"/>
                </a:cubicBezTo>
                <a:cubicBezTo>
                  <a:pt x="223" y="201"/>
                  <a:pt x="221" y="200"/>
                  <a:pt x="220" y="200"/>
                </a:cubicBezTo>
                <a:cubicBezTo>
                  <a:pt x="192" y="200"/>
                  <a:pt x="192" y="200"/>
                  <a:pt x="192" y="200"/>
                </a:cubicBezTo>
                <a:cubicBezTo>
                  <a:pt x="192" y="176"/>
                  <a:pt x="192" y="176"/>
                  <a:pt x="192" y="176"/>
                </a:cubicBezTo>
                <a:cubicBezTo>
                  <a:pt x="204" y="176"/>
                  <a:pt x="204" y="176"/>
                  <a:pt x="204" y="176"/>
                </a:cubicBezTo>
                <a:cubicBezTo>
                  <a:pt x="219" y="176"/>
                  <a:pt x="232" y="163"/>
                  <a:pt x="232" y="148"/>
                </a:cubicBezTo>
                <a:cubicBezTo>
                  <a:pt x="232" y="132"/>
                  <a:pt x="232" y="132"/>
                  <a:pt x="232" y="132"/>
                </a:cubicBezTo>
                <a:cubicBezTo>
                  <a:pt x="232" y="130"/>
                  <a:pt x="230" y="128"/>
                  <a:pt x="228" y="128"/>
                </a:cubicBezTo>
                <a:cubicBezTo>
                  <a:pt x="120" y="128"/>
                  <a:pt x="120" y="128"/>
                  <a:pt x="120" y="128"/>
                </a:cubicBezTo>
                <a:cubicBezTo>
                  <a:pt x="94" y="91"/>
                  <a:pt x="94" y="91"/>
                  <a:pt x="94" y="91"/>
                </a:cubicBezTo>
                <a:cubicBezTo>
                  <a:pt x="115" y="56"/>
                  <a:pt x="115" y="56"/>
                  <a:pt x="115" y="56"/>
                </a:cubicBezTo>
                <a:cubicBezTo>
                  <a:pt x="140" y="56"/>
                  <a:pt x="140" y="56"/>
                  <a:pt x="140" y="56"/>
                </a:cubicBezTo>
                <a:cubicBezTo>
                  <a:pt x="142" y="56"/>
                  <a:pt x="144" y="54"/>
                  <a:pt x="144" y="52"/>
                </a:cubicBezTo>
                <a:cubicBezTo>
                  <a:pt x="144" y="48"/>
                  <a:pt x="144" y="48"/>
                  <a:pt x="144" y="48"/>
                </a:cubicBezTo>
                <a:cubicBezTo>
                  <a:pt x="168" y="48"/>
                  <a:pt x="168" y="48"/>
                  <a:pt x="168" y="48"/>
                </a:cubicBezTo>
                <a:cubicBezTo>
                  <a:pt x="168" y="52"/>
                  <a:pt x="168" y="52"/>
                  <a:pt x="168" y="52"/>
                </a:cubicBezTo>
                <a:cubicBezTo>
                  <a:pt x="168" y="54"/>
                  <a:pt x="170" y="56"/>
                  <a:pt x="172" y="56"/>
                </a:cubicBezTo>
                <a:cubicBezTo>
                  <a:pt x="184" y="56"/>
                  <a:pt x="184" y="56"/>
                  <a:pt x="184" y="56"/>
                </a:cubicBezTo>
                <a:cubicBezTo>
                  <a:pt x="184" y="64"/>
                  <a:pt x="184" y="64"/>
                  <a:pt x="184" y="64"/>
                </a:cubicBezTo>
                <a:cubicBezTo>
                  <a:pt x="184" y="66"/>
                  <a:pt x="186" y="68"/>
                  <a:pt x="188" y="68"/>
                </a:cubicBezTo>
                <a:cubicBezTo>
                  <a:pt x="196" y="68"/>
                  <a:pt x="196" y="68"/>
                  <a:pt x="196" y="68"/>
                </a:cubicBezTo>
                <a:cubicBezTo>
                  <a:pt x="196" y="80"/>
                  <a:pt x="196" y="80"/>
                  <a:pt x="196" y="80"/>
                </a:cubicBezTo>
                <a:cubicBezTo>
                  <a:pt x="204" y="80"/>
                  <a:pt x="204" y="80"/>
                  <a:pt x="204" y="80"/>
                </a:cubicBezTo>
                <a:cubicBezTo>
                  <a:pt x="204" y="68"/>
                  <a:pt x="204" y="68"/>
                  <a:pt x="204" y="68"/>
                </a:cubicBezTo>
                <a:cubicBezTo>
                  <a:pt x="212" y="68"/>
                  <a:pt x="212" y="68"/>
                  <a:pt x="212" y="68"/>
                </a:cubicBezTo>
                <a:cubicBezTo>
                  <a:pt x="214" y="68"/>
                  <a:pt x="216" y="66"/>
                  <a:pt x="216" y="64"/>
                </a:cubicBezTo>
                <a:cubicBezTo>
                  <a:pt x="216" y="56"/>
                  <a:pt x="216" y="56"/>
                  <a:pt x="216" y="56"/>
                </a:cubicBezTo>
                <a:cubicBezTo>
                  <a:pt x="228" y="56"/>
                  <a:pt x="228" y="56"/>
                  <a:pt x="228" y="56"/>
                </a:cubicBezTo>
                <a:cubicBezTo>
                  <a:pt x="230" y="56"/>
                  <a:pt x="232" y="54"/>
                  <a:pt x="232" y="52"/>
                </a:cubicBezTo>
                <a:cubicBezTo>
                  <a:pt x="232" y="28"/>
                  <a:pt x="232" y="28"/>
                  <a:pt x="232" y="28"/>
                </a:cubicBezTo>
                <a:cubicBezTo>
                  <a:pt x="232" y="13"/>
                  <a:pt x="219" y="0"/>
                  <a:pt x="204" y="0"/>
                </a:cubicBezTo>
                <a:cubicBezTo>
                  <a:pt x="172" y="0"/>
                  <a:pt x="172" y="0"/>
                  <a:pt x="172" y="0"/>
                </a:cubicBezTo>
                <a:cubicBezTo>
                  <a:pt x="170" y="0"/>
                  <a:pt x="168" y="2"/>
                  <a:pt x="168" y="4"/>
                </a:cubicBezTo>
                <a:cubicBezTo>
                  <a:pt x="168" y="8"/>
                  <a:pt x="168" y="8"/>
                  <a:pt x="168" y="8"/>
                </a:cubicBezTo>
                <a:cubicBezTo>
                  <a:pt x="144" y="8"/>
                  <a:pt x="144" y="8"/>
                  <a:pt x="144" y="8"/>
                </a:cubicBezTo>
                <a:cubicBezTo>
                  <a:pt x="144" y="4"/>
                  <a:pt x="144" y="4"/>
                  <a:pt x="144" y="4"/>
                </a:cubicBezTo>
                <a:cubicBezTo>
                  <a:pt x="144" y="2"/>
                  <a:pt x="142" y="0"/>
                  <a:pt x="140" y="0"/>
                </a:cubicBezTo>
                <a:cubicBezTo>
                  <a:pt x="100" y="0"/>
                  <a:pt x="100" y="0"/>
                  <a:pt x="100" y="0"/>
                </a:cubicBezTo>
                <a:cubicBezTo>
                  <a:pt x="91" y="0"/>
                  <a:pt x="84" y="4"/>
                  <a:pt x="79" y="10"/>
                </a:cubicBezTo>
                <a:cubicBezTo>
                  <a:pt x="78" y="10"/>
                  <a:pt x="78" y="10"/>
                  <a:pt x="78" y="10"/>
                </a:cubicBezTo>
                <a:cubicBezTo>
                  <a:pt x="37" y="76"/>
                  <a:pt x="37" y="76"/>
                  <a:pt x="37" y="76"/>
                </a:cubicBezTo>
                <a:cubicBezTo>
                  <a:pt x="37" y="76"/>
                  <a:pt x="37" y="76"/>
                  <a:pt x="37" y="77"/>
                </a:cubicBezTo>
                <a:cubicBezTo>
                  <a:pt x="34" y="81"/>
                  <a:pt x="34" y="81"/>
                  <a:pt x="34" y="81"/>
                </a:cubicBezTo>
                <a:cubicBezTo>
                  <a:pt x="34" y="81"/>
                  <a:pt x="34" y="81"/>
                  <a:pt x="34" y="81"/>
                </a:cubicBezTo>
                <a:cubicBezTo>
                  <a:pt x="33" y="84"/>
                  <a:pt x="32" y="88"/>
                  <a:pt x="32" y="92"/>
                </a:cubicBezTo>
                <a:cubicBezTo>
                  <a:pt x="32" y="98"/>
                  <a:pt x="34" y="104"/>
                  <a:pt x="37" y="108"/>
                </a:cubicBezTo>
                <a:cubicBezTo>
                  <a:pt x="37" y="108"/>
                  <a:pt x="37" y="109"/>
                  <a:pt x="37" y="109"/>
                </a:cubicBezTo>
                <a:cubicBezTo>
                  <a:pt x="77" y="164"/>
                  <a:pt x="77" y="164"/>
                  <a:pt x="77" y="164"/>
                </a:cubicBezTo>
                <a:cubicBezTo>
                  <a:pt x="77" y="164"/>
                  <a:pt x="77" y="164"/>
                  <a:pt x="77" y="164"/>
                </a:cubicBezTo>
                <a:cubicBezTo>
                  <a:pt x="82" y="171"/>
                  <a:pt x="89" y="175"/>
                  <a:pt x="96" y="176"/>
                </a:cubicBezTo>
                <a:cubicBezTo>
                  <a:pt x="96" y="200"/>
                  <a:pt x="96" y="200"/>
                  <a:pt x="96" y="200"/>
                </a:cubicBezTo>
                <a:cubicBezTo>
                  <a:pt x="68" y="200"/>
                  <a:pt x="68" y="200"/>
                  <a:pt x="68" y="200"/>
                </a:cubicBezTo>
                <a:cubicBezTo>
                  <a:pt x="67" y="200"/>
                  <a:pt x="65" y="201"/>
                  <a:pt x="65" y="202"/>
                </a:cubicBezTo>
                <a:cubicBezTo>
                  <a:pt x="50" y="224"/>
                  <a:pt x="50" y="224"/>
                  <a:pt x="50" y="224"/>
                </a:cubicBezTo>
                <a:cubicBezTo>
                  <a:pt x="36" y="224"/>
                  <a:pt x="36" y="224"/>
                  <a:pt x="36" y="224"/>
                </a:cubicBezTo>
                <a:cubicBezTo>
                  <a:pt x="34" y="224"/>
                  <a:pt x="32" y="226"/>
                  <a:pt x="32" y="228"/>
                </a:cubicBezTo>
                <a:cubicBezTo>
                  <a:pt x="32" y="252"/>
                  <a:pt x="32" y="252"/>
                  <a:pt x="32" y="252"/>
                </a:cubicBezTo>
                <a:cubicBezTo>
                  <a:pt x="32" y="254"/>
                  <a:pt x="34" y="256"/>
                  <a:pt x="36" y="256"/>
                </a:cubicBezTo>
                <a:cubicBezTo>
                  <a:pt x="252" y="256"/>
                  <a:pt x="252" y="256"/>
                  <a:pt x="252" y="256"/>
                </a:cubicBezTo>
                <a:cubicBezTo>
                  <a:pt x="254" y="256"/>
                  <a:pt x="256" y="254"/>
                  <a:pt x="256" y="252"/>
                </a:cubicBezTo>
                <a:cubicBezTo>
                  <a:pt x="256" y="228"/>
                  <a:pt x="256" y="228"/>
                  <a:pt x="256" y="228"/>
                </a:cubicBezTo>
                <a:cubicBezTo>
                  <a:pt x="256" y="226"/>
                  <a:pt x="254" y="224"/>
                  <a:pt x="252" y="224"/>
                </a:cubicBezTo>
                <a:close/>
                <a:moveTo>
                  <a:pt x="208" y="60"/>
                </a:moveTo>
                <a:cubicBezTo>
                  <a:pt x="192" y="60"/>
                  <a:pt x="192" y="60"/>
                  <a:pt x="192" y="60"/>
                </a:cubicBezTo>
                <a:cubicBezTo>
                  <a:pt x="192" y="56"/>
                  <a:pt x="192" y="56"/>
                  <a:pt x="192" y="56"/>
                </a:cubicBezTo>
                <a:cubicBezTo>
                  <a:pt x="208" y="56"/>
                  <a:pt x="208" y="56"/>
                  <a:pt x="208" y="56"/>
                </a:cubicBezTo>
                <a:lnTo>
                  <a:pt x="208" y="60"/>
                </a:lnTo>
                <a:close/>
                <a:moveTo>
                  <a:pt x="176" y="8"/>
                </a:moveTo>
                <a:cubicBezTo>
                  <a:pt x="204" y="8"/>
                  <a:pt x="204" y="8"/>
                  <a:pt x="204" y="8"/>
                </a:cubicBezTo>
                <a:cubicBezTo>
                  <a:pt x="214" y="8"/>
                  <a:pt x="222" y="15"/>
                  <a:pt x="224" y="24"/>
                </a:cubicBezTo>
                <a:cubicBezTo>
                  <a:pt x="196" y="24"/>
                  <a:pt x="196" y="24"/>
                  <a:pt x="196" y="24"/>
                </a:cubicBezTo>
                <a:cubicBezTo>
                  <a:pt x="196" y="32"/>
                  <a:pt x="196" y="32"/>
                  <a:pt x="196" y="32"/>
                </a:cubicBezTo>
                <a:cubicBezTo>
                  <a:pt x="224" y="32"/>
                  <a:pt x="224" y="32"/>
                  <a:pt x="224" y="32"/>
                </a:cubicBezTo>
                <a:cubicBezTo>
                  <a:pt x="224" y="48"/>
                  <a:pt x="224" y="48"/>
                  <a:pt x="224" y="48"/>
                </a:cubicBezTo>
                <a:cubicBezTo>
                  <a:pt x="176" y="48"/>
                  <a:pt x="176" y="48"/>
                  <a:pt x="176" y="48"/>
                </a:cubicBezTo>
                <a:lnTo>
                  <a:pt x="176" y="8"/>
                </a:lnTo>
                <a:close/>
                <a:moveTo>
                  <a:pt x="144" y="16"/>
                </a:moveTo>
                <a:cubicBezTo>
                  <a:pt x="168" y="16"/>
                  <a:pt x="168" y="16"/>
                  <a:pt x="168" y="16"/>
                </a:cubicBezTo>
                <a:cubicBezTo>
                  <a:pt x="168" y="40"/>
                  <a:pt x="168" y="40"/>
                  <a:pt x="168" y="40"/>
                </a:cubicBezTo>
                <a:cubicBezTo>
                  <a:pt x="144" y="40"/>
                  <a:pt x="144" y="40"/>
                  <a:pt x="144" y="40"/>
                </a:cubicBezTo>
                <a:lnTo>
                  <a:pt x="144" y="16"/>
                </a:lnTo>
                <a:close/>
                <a:moveTo>
                  <a:pt x="83" y="17"/>
                </a:moveTo>
                <a:cubicBezTo>
                  <a:pt x="83" y="17"/>
                  <a:pt x="83" y="17"/>
                  <a:pt x="83" y="17"/>
                </a:cubicBezTo>
                <a:cubicBezTo>
                  <a:pt x="87" y="11"/>
                  <a:pt x="93" y="8"/>
                  <a:pt x="100" y="8"/>
                </a:cubicBezTo>
                <a:cubicBezTo>
                  <a:pt x="136" y="8"/>
                  <a:pt x="136" y="8"/>
                  <a:pt x="136" y="8"/>
                </a:cubicBezTo>
                <a:cubicBezTo>
                  <a:pt x="136" y="48"/>
                  <a:pt x="136" y="48"/>
                  <a:pt x="136" y="48"/>
                </a:cubicBezTo>
                <a:cubicBezTo>
                  <a:pt x="113" y="48"/>
                  <a:pt x="113" y="48"/>
                  <a:pt x="113" y="48"/>
                </a:cubicBezTo>
                <a:cubicBezTo>
                  <a:pt x="112" y="47"/>
                  <a:pt x="112" y="47"/>
                  <a:pt x="112" y="47"/>
                </a:cubicBezTo>
                <a:cubicBezTo>
                  <a:pt x="111" y="48"/>
                  <a:pt x="111" y="48"/>
                  <a:pt x="111" y="48"/>
                </a:cubicBezTo>
                <a:cubicBezTo>
                  <a:pt x="100" y="48"/>
                  <a:pt x="100" y="48"/>
                  <a:pt x="100" y="48"/>
                </a:cubicBezTo>
                <a:cubicBezTo>
                  <a:pt x="89" y="48"/>
                  <a:pt x="80" y="39"/>
                  <a:pt x="80" y="28"/>
                </a:cubicBezTo>
                <a:cubicBezTo>
                  <a:pt x="80" y="24"/>
                  <a:pt x="81" y="20"/>
                  <a:pt x="83" y="17"/>
                </a:cubicBezTo>
                <a:close/>
                <a:moveTo>
                  <a:pt x="73" y="34"/>
                </a:moveTo>
                <a:cubicBezTo>
                  <a:pt x="75" y="47"/>
                  <a:pt x="87" y="56"/>
                  <a:pt x="100" y="56"/>
                </a:cubicBezTo>
                <a:cubicBezTo>
                  <a:pt x="106" y="56"/>
                  <a:pt x="106" y="56"/>
                  <a:pt x="106" y="56"/>
                </a:cubicBezTo>
                <a:cubicBezTo>
                  <a:pt x="89" y="84"/>
                  <a:pt x="89" y="84"/>
                  <a:pt x="89" y="84"/>
                </a:cubicBezTo>
                <a:cubicBezTo>
                  <a:pt x="83" y="76"/>
                  <a:pt x="83" y="76"/>
                  <a:pt x="83" y="76"/>
                </a:cubicBezTo>
                <a:cubicBezTo>
                  <a:pt x="83" y="76"/>
                  <a:pt x="83" y="76"/>
                  <a:pt x="83" y="76"/>
                </a:cubicBezTo>
                <a:cubicBezTo>
                  <a:pt x="78" y="68"/>
                  <a:pt x="69" y="64"/>
                  <a:pt x="60" y="64"/>
                </a:cubicBezTo>
                <a:cubicBezTo>
                  <a:pt x="58" y="64"/>
                  <a:pt x="56" y="64"/>
                  <a:pt x="53" y="65"/>
                </a:cubicBezTo>
                <a:lnTo>
                  <a:pt x="73" y="34"/>
                </a:lnTo>
                <a:close/>
                <a:moveTo>
                  <a:pt x="84" y="160"/>
                </a:moveTo>
                <a:cubicBezTo>
                  <a:pt x="84" y="160"/>
                  <a:pt x="84" y="160"/>
                  <a:pt x="84" y="160"/>
                </a:cubicBezTo>
                <a:cubicBezTo>
                  <a:pt x="44" y="104"/>
                  <a:pt x="44" y="104"/>
                  <a:pt x="44" y="104"/>
                </a:cubicBezTo>
                <a:cubicBezTo>
                  <a:pt x="44" y="104"/>
                  <a:pt x="44" y="103"/>
                  <a:pt x="43" y="103"/>
                </a:cubicBezTo>
                <a:cubicBezTo>
                  <a:pt x="41" y="100"/>
                  <a:pt x="40" y="96"/>
                  <a:pt x="40" y="92"/>
                </a:cubicBezTo>
                <a:cubicBezTo>
                  <a:pt x="40" y="88"/>
                  <a:pt x="41" y="84"/>
                  <a:pt x="43" y="81"/>
                </a:cubicBezTo>
                <a:cubicBezTo>
                  <a:pt x="43" y="81"/>
                  <a:pt x="43" y="81"/>
                  <a:pt x="43" y="81"/>
                </a:cubicBezTo>
                <a:cubicBezTo>
                  <a:pt x="47" y="75"/>
                  <a:pt x="53" y="72"/>
                  <a:pt x="60" y="72"/>
                </a:cubicBezTo>
                <a:cubicBezTo>
                  <a:pt x="66" y="72"/>
                  <a:pt x="73" y="75"/>
                  <a:pt x="76" y="80"/>
                </a:cubicBezTo>
                <a:cubicBezTo>
                  <a:pt x="84" y="91"/>
                  <a:pt x="84" y="91"/>
                  <a:pt x="84" y="91"/>
                </a:cubicBezTo>
                <a:cubicBezTo>
                  <a:pt x="83" y="92"/>
                  <a:pt x="83" y="92"/>
                  <a:pt x="83" y="92"/>
                </a:cubicBezTo>
                <a:cubicBezTo>
                  <a:pt x="86" y="94"/>
                  <a:pt x="86" y="94"/>
                  <a:pt x="86" y="94"/>
                </a:cubicBezTo>
                <a:cubicBezTo>
                  <a:pt x="115" y="134"/>
                  <a:pt x="115" y="134"/>
                  <a:pt x="115" y="134"/>
                </a:cubicBezTo>
                <a:cubicBezTo>
                  <a:pt x="116" y="135"/>
                  <a:pt x="117" y="136"/>
                  <a:pt x="118" y="136"/>
                </a:cubicBezTo>
                <a:cubicBezTo>
                  <a:pt x="224" y="136"/>
                  <a:pt x="224" y="136"/>
                  <a:pt x="224" y="136"/>
                </a:cubicBezTo>
                <a:cubicBezTo>
                  <a:pt x="224" y="148"/>
                  <a:pt x="224" y="148"/>
                  <a:pt x="224" y="148"/>
                </a:cubicBezTo>
                <a:cubicBezTo>
                  <a:pt x="224" y="159"/>
                  <a:pt x="215" y="168"/>
                  <a:pt x="204" y="168"/>
                </a:cubicBezTo>
                <a:cubicBezTo>
                  <a:pt x="172" y="168"/>
                  <a:pt x="172" y="168"/>
                  <a:pt x="172" y="168"/>
                </a:cubicBezTo>
                <a:cubicBezTo>
                  <a:pt x="172" y="156"/>
                  <a:pt x="172" y="156"/>
                  <a:pt x="172" y="156"/>
                </a:cubicBezTo>
                <a:cubicBezTo>
                  <a:pt x="164" y="156"/>
                  <a:pt x="164" y="156"/>
                  <a:pt x="164" y="156"/>
                </a:cubicBezTo>
                <a:cubicBezTo>
                  <a:pt x="164" y="168"/>
                  <a:pt x="164" y="168"/>
                  <a:pt x="164" y="168"/>
                </a:cubicBezTo>
                <a:cubicBezTo>
                  <a:pt x="148" y="168"/>
                  <a:pt x="148" y="168"/>
                  <a:pt x="148" y="168"/>
                </a:cubicBezTo>
                <a:cubicBezTo>
                  <a:pt x="148" y="156"/>
                  <a:pt x="148" y="156"/>
                  <a:pt x="148" y="156"/>
                </a:cubicBezTo>
                <a:cubicBezTo>
                  <a:pt x="140" y="156"/>
                  <a:pt x="140" y="156"/>
                  <a:pt x="140" y="156"/>
                </a:cubicBezTo>
                <a:cubicBezTo>
                  <a:pt x="140" y="168"/>
                  <a:pt x="140" y="168"/>
                  <a:pt x="140" y="168"/>
                </a:cubicBezTo>
                <a:cubicBezTo>
                  <a:pt x="124" y="168"/>
                  <a:pt x="124" y="168"/>
                  <a:pt x="124" y="168"/>
                </a:cubicBezTo>
                <a:cubicBezTo>
                  <a:pt x="124" y="156"/>
                  <a:pt x="124" y="156"/>
                  <a:pt x="124" y="156"/>
                </a:cubicBezTo>
                <a:cubicBezTo>
                  <a:pt x="116" y="156"/>
                  <a:pt x="116" y="156"/>
                  <a:pt x="116" y="156"/>
                </a:cubicBezTo>
                <a:cubicBezTo>
                  <a:pt x="116" y="168"/>
                  <a:pt x="116" y="168"/>
                  <a:pt x="116" y="168"/>
                </a:cubicBezTo>
                <a:cubicBezTo>
                  <a:pt x="100" y="168"/>
                  <a:pt x="100" y="168"/>
                  <a:pt x="100" y="168"/>
                </a:cubicBezTo>
                <a:cubicBezTo>
                  <a:pt x="94" y="168"/>
                  <a:pt x="88" y="165"/>
                  <a:pt x="84" y="160"/>
                </a:cubicBezTo>
                <a:close/>
                <a:moveTo>
                  <a:pt x="184" y="176"/>
                </a:moveTo>
                <a:cubicBezTo>
                  <a:pt x="184" y="200"/>
                  <a:pt x="184" y="200"/>
                  <a:pt x="184" y="200"/>
                </a:cubicBezTo>
                <a:cubicBezTo>
                  <a:pt x="104" y="200"/>
                  <a:pt x="104" y="200"/>
                  <a:pt x="104" y="200"/>
                </a:cubicBezTo>
                <a:cubicBezTo>
                  <a:pt x="104" y="176"/>
                  <a:pt x="104" y="176"/>
                  <a:pt x="104" y="176"/>
                </a:cubicBezTo>
                <a:lnTo>
                  <a:pt x="184" y="176"/>
                </a:lnTo>
                <a:close/>
                <a:moveTo>
                  <a:pt x="248" y="248"/>
                </a:moveTo>
                <a:cubicBezTo>
                  <a:pt x="40" y="248"/>
                  <a:pt x="40" y="248"/>
                  <a:pt x="40" y="248"/>
                </a:cubicBezTo>
                <a:cubicBezTo>
                  <a:pt x="40" y="232"/>
                  <a:pt x="40" y="232"/>
                  <a:pt x="40" y="232"/>
                </a:cubicBezTo>
                <a:cubicBezTo>
                  <a:pt x="52" y="232"/>
                  <a:pt x="52" y="232"/>
                  <a:pt x="52" y="232"/>
                </a:cubicBezTo>
                <a:cubicBezTo>
                  <a:pt x="53" y="232"/>
                  <a:pt x="55" y="231"/>
                  <a:pt x="55" y="230"/>
                </a:cubicBezTo>
                <a:cubicBezTo>
                  <a:pt x="70" y="208"/>
                  <a:pt x="70" y="208"/>
                  <a:pt x="70" y="208"/>
                </a:cubicBezTo>
                <a:cubicBezTo>
                  <a:pt x="218" y="208"/>
                  <a:pt x="218" y="208"/>
                  <a:pt x="218" y="208"/>
                </a:cubicBezTo>
                <a:cubicBezTo>
                  <a:pt x="233" y="230"/>
                  <a:pt x="233" y="230"/>
                  <a:pt x="233" y="230"/>
                </a:cubicBezTo>
                <a:cubicBezTo>
                  <a:pt x="233" y="231"/>
                  <a:pt x="235" y="232"/>
                  <a:pt x="236" y="232"/>
                </a:cubicBezTo>
                <a:cubicBezTo>
                  <a:pt x="248" y="232"/>
                  <a:pt x="248" y="232"/>
                  <a:pt x="248" y="232"/>
                </a:cubicBezTo>
                <a:lnTo>
                  <a:pt x="248" y="248"/>
                </a:lnTo>
                <a:close/>
                <a:moveTo>
                  <a:pt x="104" y="232"/>
                </a:moveTo>
                <a:cubicBezTo>
                  <a:pt x="184" y="232"/>
                  <a:pt x="184" y="232"/>
                  <a:pt x="184" y="232"/>
                </a:cubicBezTo>
                <a:cubicBezTo>
                  <a:pt x="184" y="224"/>
                  <a:pt x="184" y="224"/>
                  <a:pt x="184" y="224"/>
                </a:cubicBezTo>
                <a:cubicBezTo>
                  <a:pt x="104" y="224"/>
                  <a:pt x="104" y="224"/>
                  <a:pt x="104" y="224"/>
                </a:cubicBezTo>
                <a:lnTo>
                  <a:pt x="104" y="23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90" name="Freeform 99">
            <a:extLst>
              <a:ext uri="{FF2B5EF4-FFF2-40B4-BE49-F238E27FC236}">
                <a16:creationId xmlns:a16="http://schemas.microsoft.com/office/drawing/2014/main" id="{5EAEF4C5-5844-4B64-83B4-5E425F950D49}"/>
              </a:ext>
            </a:extLst>
          </p:cNvPr>
          <p:cNvSpPr>
            <a:spLocks noChangeAspect="1" noEditPoints="1"/>
          </p:cNvSpPr>
          <p:nvPr/>
        </p:nvSpPr>
        <p:spPr bwMode="auto">
          <a:xfrm>
            <a:off x="10249548" y="2435225"/>
            <a:ext cx="400050" cy="387350"/>
          </a:xfrm>
          <a:custGeom>
            <a:avLst/>
            <a:gdLst>
              <a:gd name="T0" fmla="*/ 64 w 256"/>
              <a:gd name="T1" fmla="*/ 200 h 248"/>
              <a:gd name="T2" fmla="*/ 80 w 256"/>
              <a:gd name="T3" fmla="*/ 200 h 248"/>
              <a:gd name="T4" fmla="*/ 68 w 256"/>
              <a:gd name="T5" fmla="*/ 220 h 248"/>
              <a:gd name="T6" fmla="*/ 76 w 256"/>
              <a:gd name="T7" fmla="*/ 228 h 248"/>
              <a:gd name="T8" fmla="*/ 36 w 256"/>
              <a:gd name="T9" fmla="*/ 196 h 248"/>
              <a:gd name="T10" fmla="*/ 52 w 256"/>
              <a:gd name="T11" fmla="*/ 212 h 248"/>
              <a:gd name="T12" fmla="*/ 28 w 256"/>
              <a:gd name="T13" fmla="*/ 212 h 248"/>
              <a:gd name="T14" fmla="*/ 36 w 256"/>
              <a:gd name="T15" fmla="*/ 220 h 248"/>
              <a:gd name="T16" fmla="*/ 96 w 256"/>
              <a:gd name="T17" fmla="*/ 224 h 248"/>
              <a:gd name="T18" fmla="*/ 120 w 256"/>
              <a:gd name="T19" fmla="*/ 224 h 248"/>
              <a:gd name="T20" fmla="*/ 180 w 256"/>
              <a:gd name="T21" fmla="*/ 196 h 248"/>
              <a:gd name="T22" fmla="*/ 188 w 256"/>
              <a:gd name="T23" fmla="*/ 204 h 248"/>
              <a:gd name="T24" fmla="*/ 220 w 256"/>
              <a:gd name="T25" fmla="*/ 196 h 248"/>
              <a:gd name="T26" fmla="*/ 236 w 256"/>
              <a:gd name="T27" fmla="*/ 212 h 248"/>
              <a:gd name="T28" fmla="*/ 212 w 256"/>
              <a:gd name="T29" fmla="*/ 212 h 248"/>
              <a:gd name="T30" fmla="*/ 220 w 256"/>
              <a:gd name="T31" fmla="*/ 220 h 248"/>
              <a:gd name="T32" fmla="*/ 176 w 256"/>
              <a:gd name="T33" fmla="*/ 224 h 248"/>
              <a:gd name="T34" fmla="*/ 192 w 256"/>
              <a:gd name="T35" fmla="*/ 224 h 248"/>
              <a:gd name="T36" fmla="*/ 100 w 256"/>
              <a:gd name="T37" fmla="*/ 196 h 248"/>
              <a:gd name="T38" fmla="*/ 116 w 256"/>
              <a:gd name="T39" fmla="*/ 204 h 248"/>
              <a:gd name="T40" fmla="*/ 220 w 256"/>
              <a:gd name="T41" fmla="*/ 176 h 248"/>
              <a:gd name="T42" fmla="*/ 36 w 256"/>
              <a:gd name="T43" fmla="*/ 248 h 248"/>
              <a:gd name="T44" fmla="*/ 220 w 256"/>
              <a:gd name="T45" fmla="*/ 176 h 248"/>
              <a:gd name="T46" fmla="*/ 8 w 256"/>
              <a:gd name="T47" fmla="*/ 212 h 248"/>
              <a:gd name="T48" fmla="*/ 248 w 256"/>
              <a:gd name="T49" fmla="*/ 212 h 248"/>
              <a:gd name="T50" fmla="*/ 140 w 256"/>
              <a:gd name="T51" fmla="*/ 220 h 248"/>
              <a:gd name="T52" fmla="*/ 156 w 256"/>
              <a:gd name="T53" fmla="*/ 228 h 248"/>
              <a:gd name="T54" fmla="*/ 156 w 256"/>
              <a:gd name="T55" fmla="*/ 196 h 248"/>
              <a:gd name="T56" fmla="*/ 140 w 256"/>
              <a:gd name="T57" fmla="*/ 204 h 248"/>
              <a:gd name="T58" fmla="*/ 156 w 256"/>
              <a:gd name="T59" fmla="*/ 196 h 248"/>
              <a:gd name="T60" fmla="*/ 96 w 256"/>
              <a:gd name="T61" fmla="*/ 36 h 248"/>
              <a:gd name="T62" fmla="*/ 112 w 256"/>
              <a:gd name="T63" fmla="*/ 36 h 248"/>
              <a:gd name="T64" fmla="*/ 144 w 256"/>
              <a:gd name="T65" fmla="*/ 36 h 248"/>
              <a:gd name="T66" fmla="*/ 158 w 256"/>
              <a:gd name="T67" fmla="*/ 39 h 248"/>
              <a:gd name="T68" fmla="*/ 212 w 256"/>
              <a:gd name="T69" fmla="*/ 8 h 248"/>
              <a:gd name="T70" fmla="*/ 220 w 256"/>
              <a:gd name="T71" fmla="*/ 8 h 248"/>
              <a:gd name="T72" fmla="*/ 36 w 256"/>
              <a:gd name="T73" fmla="*/ 8 h 248"/>
              <a:gd name="T74" fmla="*/ 44 w 256"/>
              <a:gd name="T75" fmla="*/ 8 h 248"/>
              <a:gd name="T76" fmla="*/ 152 w 256"/>
              <a:gd name="T77" fmla="*/ 31 h 248"/>
              <a:gd name="T78" fmla="*/ 128 w 256"/>
              <a:gd name="T79" fmla="*/ 32 h 248"/>
              <a:gd name="T80" fmla="*/ 104 w 256"/>
              <a:gd name="T81" fmla="*/ 31 h 248"/>
              <a:gd name="T82" fmla="*/ 152 w 256"/>
              <a:gd name="T83" fmla="*/ 121 h 248"/>
              <a:gd name="T84" fmla="*/ 128 w 256"/>
              <a:gd name="T85" fmla="*/ 100 h 248"/>
              <a:gd name="T86" fmla="*/ 108 w 256"/>
              <a:gd name="T87" fmla="*/ 120 h 248"/>
              <a:gd name="T88" fmla="*/ 120 w 256"/>
              <a:gd name="T89" fmla="*/ 132 h 248"/>
              <a:gd name="T90" fmla="*/ 128 w 256"/>
              <a:gd name="T91" fmla="*/ 124 h 248"/>
              <a:gd name="T92" fmla="*/ 172 w 256"/>
              <a:gd name="T93" fmla="*/ 108 h 248"/>
              <a:gd name="T94" fmla="*/ 128 w 256"/>
              <a:gd name="T95" fmla="*/ 76 h 248"/>
              <a:gd name="T96" fmla="*/ 88 w 256"/>
              <a:gd name="T97" fmla="*/ 10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6" h="248">
                <a:moveTo>
                  <a:pt x="76" y="196"/>
                </a:moveTo>
                <a:cubicBezTo>
                  <a:pt x="68" y="196"/>
                  <a:pt x="68" y="196"/>
                  <a:pt x="68" y="196"/>
                </a:cubicBezTo>
                <a:cubicBezTo>
                  <a:pt x="66" y="196"/>
                  <a:pt x="64" y="198"/>
                  <a:pt x="64" y="200"/>
                </a:cubicBezTo>
                <a:cubicBezTo>
                  <a:pt x="64" y="202"/>
                  <a:pt x="66" y="204"/>
                  <a:pt x="68" y="204"/>
                </a:cubicBezTo>
                <a:cubicBezTo>
                  <a:pt x="76" y="204"/>
                  <a:pt x="76" y="204"/>
                  <a:pt x="76" y="204"/>
                </a:cubicBezTo>
                <a:cubicBezTo>
                  <a:pt x="78" y="204"/>
                  <a:pt x="80" y="202"/>
                  <a:pt x="80" y="200"/>
                </a:cubicBezTo>
                <a:cubicBezTo>
                  <a:pt x="80" y="198"/>
                  <a:pt x="78" y="196"/>
                  <a:pt x="76" y="196"/>
                </a:cubicBezTo>
                <a:close/>
                <a:moveTo>
                  <a:pt x="76" y="220"/>
                </a:moveTo>
                <a:cubicBezTo>
                  <a:pt x="68" y="220"/>
                  <a:pt x="68" y="220"/>
                  <a:pt x="68" y="220"/>
                </a:cubicBezTo>
                <a:cubicBezTo>
                  <a:pt x="66" y="220"/>
                  <a:pt x="64" y="222"/>
                  <a:pt x="64" y="224"/>
                </a:cubicBezTo>
                <a:cubicBezTo>
                  <a:pt x="64" y="226"/>
                  <a:pt x="66" y="228"/>
                  <a:pt x="68" y="228"/>
                </a:cubicBezTo>
                <a:cubicBezTo>
                  <a:pt x="76" y="228"/>
                  <a:pt x="76" y="228"/>
                  <a:pt x="76" y="228"/>
                </a:cubicBezTo>
                <a:cubicBezTo>
                  <a:pt x="78" y="228"/>
                  <a:pt x="80" y="226"/>
                  <a:pt x="80" y="224"/>
                </a:cubicBezTo>
                <a:cubicBezTo>
                  <a:pt x="80" y="222"/>
                  <a:pt x="78" y="220"/>
                  <a:pt x="76" y="220"/>
                </a:cubicBezTo>
                <a:close/>
                <a:moveTo>
                  <a:pt x="36" y="196"/>
                </a:moveTo>
                <a:cubicBezTo>
                  <a:pt x="27" y="196"/>
                  <a:pt x="20" y="203"/>
                  <a:pt x="20" y="212"/>
                </a:cubicBezTo>
                <a:cubicBezTo>
                  <a:pt x="20" y="221"/>
                  <a:pt x="27" y="228"/>
                  <a:pt x="36" y="228"/>
                </a:cubicBezTo>
                <a:cubicBezTo>
                  <a:pt x="45" y="228"/>
                  <a:pt x="52" y="221"/>
                  <a:pt x="52" y="212"/>
                </a:cubicBezTo>
                <a:cubicBezTo>
                  <a:pt x="52" y="203"/>
                  <a:pt x="45" y="196"/>
                  <a:pt x="36" y="196"/>
                </a:cubicBezTo>
                <a:close/>
                <a:moveTo>
                  <a:pt x="36" y="220"/>
                </a:moveTo>
                <a:cubicBezTo>
                  <a:pt x="32" y="220"/>
                  <a:pt x="28" y="216"/>
                  <a:pt x="28" y="212"/>
                </a:cubicBezTo>
                <a:cubicBezTo>
                  <a:pt x="28" y="208"/>
                  <a:pt x="32" y="204"/>
                  <a:pt x="36" y="204"/>
                </a:cubicBezTo>
                <a:cubicBezTo>
                  <a:pt x="40" y="204"/>
                  <a:pt x="44" y="208"/>
                  <a:pt x="44" y="212"/>
                </a:cubicBezTo>
                <a:cubicBezTo>
                  <a:pt x="44" y="216"/>
                  <a:pt x="40" y="220"/>
                  <a:pt x="36" y="220"/>
                </a:cubicBezTo>
                <a:close/>
                <a:moveTo>
                  <a:pt x="116" y="220"/>
                </a:moveTo>
                <a:cubicBezTo>
                  <a:pt x="100" y="220"/>
                  <a:pt x="100" y="220"/>
                  <a:pt x="100" y="220"/>
                </a:cubicBezTo>
                <a:cubicBezTo>
                  <a:pt x="98" y="220"/>
                  <a:pt x="96" y="222"/>
                  <a:pt x="96" y="224"/>
                </a:cubicBezTo>
                <a:cubicBezTo>
                  <a:pt x="96" y="226"/>
                  <a:pt x="98" y="228"/>
                  <a:pt x="100" y="228"/>
                </a:cubicBezTo>
                <a:cubicBezTo>
                  <a:pt x="116" y="228"/>
                  <a:pt x="116" y="228"/>
                  <a:pt x="116" y="228"/>
                </a:cubicBezTo>
                <a:cubicBezTo>
                  <a:pt x="118" y="228"/>
                  <a:pt x="120" y="226"/>
                  <a:pt x="120" y="224"/>
                </a:cubicBezTo>
                <a:cubicBezTo>
                  <a:pt x="120" y="222"/>
                  <a:pt x="118" y="220"/>
                  <a:pt x="116" y="220"/>
                </a:cubicBezTo>
                <a:close/>
                <a:moveTo>
                  <a:pt x="188" y="196"/>
                </a:moveTo>
                <a:cubicBezTo>
                  <a:pt x="180" y="196"/>
                  <a:pt x="180" y="196"/>
                  <a:pt x="180" y="196"/>
                </a:cubicBezTo>
                <a:cubicBezTo>
                  <a:pt x="178" y="196"/>
                  <a:pt x="176" y="198"/>
                  <a:pt x="176" y="200"/>
                </a:cubicBezTo>
                <a:cubicBezTo>
                  <a:pt x="176" y="202"/>
                  <a:pt x="178" y="204"/>
                  <a:pt x="180" y="204"/>
                </a:cubicBezTo>
                <a:cubicBezTo>
                  <a:pt x="188" y="204"/>
                  <a:pt x="188" y="204"/>
                  <a:pt x="188" y="204"/>
                </a:cubicBezTo>
                <a:cubicBezTo>
                  <a:pt x="190" y="204"/>
                  <a:pt x="192" y="202"/>
                  <a:pt x="192" y="200"/>
                </a:cubicBezTo>
                <a:cubicBezTo>
                  <a:pt x="192" y="198"/>
                  <a:pt x="190" y="196"/>
                  <a:pt x="188" y="196"/>
                </a:cubicBezTo>
                <a:close/>
                <a:moveTo>
                  <a:pt x="220" y="196"/>
                </a:moveTo>
                <a:cubicBezTo>
                  <a:pt x="211" y="196"/>
                  <a:pt x="204" y="203"/>
                  <a:pt x="204" y="212"/>
                </a:cubicBezTo>
                <a:cubicBezTo>
                  <a:pt x="204" y="221"/>
                  <a:pt x="211" y="228"/>
                  <a:pt x="220" y="228"/>
                </a:cubicBezTo>
                <a:cubicBezTo>
                  <a:pt x="229" y="228"/>
                  <a:pt x="236" y="221"/>
                  <a:pt x="236" y="212"/>
                </a:cubicBezTo>
                <a:cubicBezTo>
                  <a:pt x="236" y="203"/>
                  <a:pt x="229" y="196"/>
                  <a:pt x="220" y="196"/>
                </a:cubicBezTo>
                <a:close/>
                <a:moveTo>
                  <a:pt x="220" y="220"/>
                </a:moveTo>
                <a:cubicBezTo>
                  <a:pt x="216" y="220"/>
                  <a:pt x="212" y="216"/>
                  <a:pt x="212" y="212"/>
                </a:cubicBezTo>
                <a:cubicBezTo>
                  <a:pt x="212" y="208"/>
                  <a:pt x="216" y="204"/>
                  <a:pt x="220" y="204"/>
                </a:cubicBezTo>
                <a:cubicBezTo>
                  <a:pt x="224" y="204"/>
                  <a:pt x="228" y="208"/>
                  <a:pt x="228" y="212"/>
                </a:cubicBezTo>
                <a:cubicBezTo>
                  <a:pt x="228" y="216"/>
                  <a:pt x="224" y="220"/>
                  <a:pt x="220" y="220"/>
                </a:cubicBezTo>
                <a:close/>
                <a:moveTo>
                  <a:pt x="188" y="220"/>
                </a:moveTo>
                <a:cubicBezTo>
                  <a:pt x="180" y="220"/>
                  <a:pt x="180" y="220"/>
                  <a:pt x="180" y="220"/>
                </a:cubicBezTo>
                <a:cubicBezTo>
                  <a:pt x="178" y="220"/>
                  <a:pt x="176" y="222"/>
                  <a:pt x="176" y="224"/>
                </a:cubicBezTo>
                <a:cubicBezTo>
                  <a:pt x="176" y="226"/>
                  <a:pt x="178" y="228"/>
                  <a:pt x="180" y="228"/>
                </a:cubicBezTo>
                <a:cubicBezTo>
                  <a:pt x="188" y="228"/>
                  <a:pt x="188" y="228"/>
                  <a:pt x="188" y="228"/>
                </a:cubicBezTo>
                <a:cubicBezTo>
                  <a:pt x="190" y="228"/>
                  <a:pt x="192" y="226"/>
                  <a:pt x="192" y="224"/>
                </a:cubicBezTo>
                <a:cubicBezTo>
                  <a:pt x="192" y="222"/>
                  <a:pt x="190" y="220"/>
                  <a:pt x="188" y="220"/>
                </a:cubicBezTo>
                <a:close/>
                <a:moveTo>
                  <a:pt x="116" y="196"/>
                </a:moveTo>
                <a:cubicBezTo>
                  <a:pt x="100" y="196"/>
                  <a:pt x="100" y="196"/>
                  <a:pt x="100" y="196"/>
                </a:cubicBezTo>
                <a:cubicBezTo>
                  <a:pt x="98" y="196"/>
                  <a:pt x="96" y="198"/>
                  <a:pt x="96" y="200"/>
                </a:cubicBezTo>
                <a:cubicBezTo>
                  <a:pt x="96" y="202"/>
                  <a:pt x="98" y="204"/>
                  <a:pt x="100" y="204"/>
                </a:cubicBezTo>
                <a:cubicBezTo>
                  <a:pt x="116" y="204"/>
                  <a:pt x="116" y="204"/>
                  <a:pt x="116" y="204"/>
                </a:cubicBezTo>
                <a:cubicBezTo>
                  <a:pt x="118" y="204"/>
                  <a:pt x="120" y="202"/>
                  <a:pt x="120" y="200"/>
                </a:cubicBezTo>
                <a:cubicBezTo>
                  <a:pt x="120" y="198"/>
                  <a:pt x="118" y="196"/>
                  <a:pt x="116" y="196"/>
                </a:cubicBezTo>
                <a:close/>
                <a:moveTo>
                  <a:pt x="220" y="176"/>
                </a:moveTo>
                <a:cubicBezTo>
                  <a:pt x="36" y="176"/>
                  <a:pt x="36" y="176"/>
                  <a:pt x="36" y="176"/>
                </a:cubicBezTo>
                <a:cubicBezTo>
                  <a:pt x="16" y="176"/>
                  <a:pt x="0" y="192"/>
                  <a:pt x="0" y="212"/>
                </a:cubicBezTo>
                <a:cubicBezTo>
                  <a:pt x="0" y="232"/>
                  <a:pt x="16" y="248"/>
                  <a:pt x="36" y="248"/>
                </a:cubicBezTo>
                <a:cubicBezTo>
                  <a:pt x="220" y="248"/>
                  <a:pt x="220" y="248"/>
                  <a:pt x="220" y="248"/>
                </a:cubicBezTo>
                <a:cubicBezTo>
                  <a:pt x="240" y="248"/>
                  <a:pt x="256" y="232"/>
                  <a:pt x="256" y="212"/>
                </a:cubicBezTo>
                <a:cubicBezTo>
                  <a:pt x="256" y="192"/>
                  <a:pt x="240" y="176"/>
                  <a:pt x="220" y="176"/>
                </a:cubicBezTo>
                <a:close/>
                <a:moveTo>
                  <a:pt x="220" y="240"/>
                </a:moveTo>
                <a:cubicBezTo>
                  <a:pt x="36" y="240"/>
                  <a:pt x="36" y="240"/>
                  <a:pt x="36" y="240"/>
                </a:cubicBezTo>
                <a:cubicBezTo>
                  <a:pt x="21" y="240"/>
                  <a:pt x="8" y="227"/>
                  <a:pt x="8" y="212"/>
                </a:cubicBezTo>
                <a:cubicBezTo>
                  <a:pt x="8" y="197"/>
                  <a:pt x="21" y="184"/>
                  <a:pt x="36" y="184"/>
                </a:cubicBezTo>
                <a:cubicBezTo>
                  <a:pt x="220" y="184"/>
                  <a:pt x="220" y="184"/>
                  <a:pt x="220" y="184"/>
                </a:cubicBezTo>
                <a:cubicBezTo>
                  <a:pt x="235" y="184"/>
                  <a:pt x="248" y="197"/>
                  <a:pt x="248" y="212"/>
                </a:cubicBezTo>
                <a:cubicBezTo>
                  <a:pt x="248" y="227"/>
                  <a:pt x="235" y="240"/>
                  <a:pt x="220" y="240"/>
                </a:cubicBezTo>
                <a:close/>
                <a:moveTo>
                  <a:pt x="156" y="220"/>
                </a:moveTo>
                <a:cubicBezTo>
                  <a:pt x="140" y="220"/>
                  <a:pt x="140" y="220"/>
                  <a:pt x="140" y="220"/>
                </a:cubicBezTo>
                <a:cubicBezTo>
                  <a:pt x="138" y="220"/>
                  <a:pt x="136" y="222"/>
                  <a:pt x="136" y="224"/>
                </a:cubicBezTo>
                <a:cubicBezTo>
                  <a:pt x="136" y="226"/>
                  <a:pt x="138" y="228"/>
                  <a:pt x="140" y="228"/>
                </a:cubicBezTo>
                <a:cubicBezTo>
                  <a:pt x="156" y="228"/>
                  <a:pt x="156" y="228"/>
                  <a:pt x="156" y="228"/>
                </a:cubicBezTo>
                <a:cubicBezTo>
                  <a:pt x="158" y="228"/>
                  <a:pt x="160" y="226"/>
                  <a:pt x="160" y="224"/>
                </a:cubicBezTo>
                <a:cubicBezTo>
                  <a:pt x="160" y="222"/>
                  <a:pt x="158" y="220"/>
                  <a:pt x="156" y="220"/>
                </a:cubicBezTo>
                <a:close/>
                <a:moveTo>
                  <a:pt x="156" y="196"/>
                </a:moveTo>
                <a:cubicBezTo>
                  <a:pt x="140" y="196"/>
                  <a:pt x="140" y="196"/>
                  <a:pt x="140" y="196"/>
                </a:cubicBezTo>
                <a:cubicBezTo>
                  <a:pt x="138" y="196"/>
                  <a:pt x="136" y="198"/>
                  <a:pt x="136" y="200"/>
                </a:cubicBezTo>
                <a:cubicBezTo>
                  <a:pt x="136" y="202"/>
                  <a:pt x="138" y="204"/>
                  <a:pt x="140" y="204"/>
                </a:cubicBezTo>
                <a:cubicBezTo>
                  <a:pt x="156" y="204"/>
                  <a:pt x="156" y="204"/>
                  <a:pt x="156" y="204"/>
                </a:cubicBezTo>
                <a:cubicBezTo>
                  <a:pt x="158" y="204"/>
                  <a:pt x="160" y="202"/>
                  <a:pt x="160" y="200"/>
                </a:cubicBezTo>
                <a:cubicBezTo>
                  <a:pt x="160" y="198"/>
                  <a:pt x="158" y="196"/>
                  <a:pt x="156" y="196"/>
                </a:cubicBezTo>
                <a:close/>
                <a:moveTo>
                  <a:pt x="44" y="8"/>
                </a:moveTo>
                <a:cubicBezTo>
                  <a:pt x="96" y="8"/>
                  <a:pt x="96" y="8"/>
                  <a:pt x="96" y="8"/>
                </a:cubicBezTo>
                <a:cubicBezTo>
                  <a:pt x="96" y="36"/>
                  <a:pt x="96" y="36"/>
                  <a:pt x="96" y="36"/>
                </a:cubicBezTo>
                <a:cubicBezTo>
                  <a:pt x="96" y="37"/>
                  <a:pt x="97" y="39"/>
                  <a:pt x="98" y="39"/>
                </a:cubicBezTo>
                <a:cubicBezTo>
                  <a:pt x="99" y="40"/>
                  <a:pt x="100" y="40"/>
                  <a:pt x="101" y="40"/>
                </a:cubicBezTo>
                <a:cubicBezTo>
                  <a:pt x="112" y="36"/>
                  <a:pt x="112" y="36"/>
                  <a:pt x="112" y="36"/>
                </a:cubicBezTo>
                <a:cubicBezTo>
                  <a:pt x="127" y="40"/>
                  <a:pt x="127" y="40"/>
                  <a:pt x="127" y="40"/>
                </a:cubicBezTo>
                <a:cubicBezTo>
                  <a:pt x="128" y="40"/>
                  <a:pt x="128" y="40"/>
                  <a:pt x="129" y="40"/>
                </a:cubicBezTo>
                <a:cubicBezTo>
                  <a:pt x="144" y="36"/>
                  <a:pt x="144" y="36"/>
                  <a:pt x="144" y="36"/>
                </a:cubicBezTo>
                <a:cubicBezTo>
                  <a:pt x="155" y="40"/>
                  <a:pt x="155" y="40"/>
                  <a:pt x="155" y="40"/>
                </a:cubicBezTo>
                <a:cubicBezTo>
                  <a:pt x="155" y="40"/>
                  <a:pt x="156" y="40"/>
                  <a:pt x="156" y="40"/>
                </a:cubicBezTo>
                <a:cubicBezTo>
                  <a:pt x="157" y="40"/>
                  <a:pt x="158" y="40"/>
                  <a:pt x="158" y="39"/>
                </a:cubicBezTo>
                <a:cubicBezTo>
                  <a:pt x="159" y="39"/>
                  <a:pt x="160" y="37"/>
                  <a:pt x="160" y="36"/>
                </a:cubicBezTo>
                <a:cubicBezTo>
                  <a:pt x="160" y="8"/>
                  <a:pt x="160" y="8"/>
                  <a:pt x="160" y="8"/>
                </a:cubicBezTo>
                <a:cubicBezTo>
                  <a:pt x="212" y="8"/>
                  <a:pt x="212" y="8"/>
                  <a:pt x="212" y="8"/>
                </a:cubicBezTo>
                <a:cubicBezTo>
                  <a:pt x="212" y="160"/>
                  <a:pt x="212" y="160"/>
                  <a:pt x="212" y="160"/>
                </a:cubicBezTo>
                <a:cubicBezTo>
                  <a:pt x="220" y="160"/>
                  <a:pt x="220" y="160"/>
                  <a:pt x="220" y="160"/>
                </a:cubicBezTo>
                <a:cubicBezTo>
                  <a:pt x="220" y="8"/>
                  <a:pt x="220" y="8"/>
                  <a:pt x="220" y="8"/>
                </a:cubicBezTo>
                <a:cubicBezTo>
                  <a:pt x="220" y="4"/>
                  <a:pt x="216" y="0"/>
                  <a:pt x="212" y="0"/>
                </a:cubicBezTo>
                <a:cubicBezTo>
                  <a:pt x="44" y="0"/>
                  <a:pt x="44" y="0"/>
                  <a:pt x="44" y="0"/>
                </a:cubicBezTo>
                <a:cubicBezTo>
                  <a:pt x="40" y="0"/>
                  <a:pt x="36" y="4"/>
                  <a:pt x="36" y="8"/>
                </a:cubicBezTo>
                <a:cubicBezTo>
                  <a:pt x="36" y="160"/>
                  <a:pt x="36" y="160"/>
                  <a:pt x="36" y="160"/>
                </a:cubicBezTo>
                <a:cubicBezTo>
                  <a:pt x="44" y="160"/>
                  <a:pt x="44" y="160"/>
                  <a:pt x="44" y="160"/>
                </a:cubicBezTo>
                <a:lnTo>
                  <a:pt x="44" y="8"/>
                </a:lnTo>
                <a:close/>
                <a:moveTo>
                  <a:pt x="104" y="8"/>
                </a:moveTo>
                <a:cubicBezTo>
                  <a:pt x="152" y="8"/>
                  <a:pt x="152" y="8"/>
                  <a:pt x="152" y="8"/>
                </a:cubicBezTo>
                <a:cubicBezTo>
                  <a:pt x="152" y="31"/>
                  <a:pt x="152" y="31"/>
                  <a:pt x="152" y="31"/>
                </a:cubicBezTo>
                <a:cubicBezTo>
                  <a:pt x="145" y="28"/>
                  <a:pt x="145" y="28"/>
                  <a:pt x="145" y="28"/>
                </a:cubicBezTo>
                <a:cubicBezTo>
                  <a:pt x="145" y="28"/>
                  <a:pt x="144" y="28"/>
                  <a:pt x="143" y="28"/>
                </a:cubicBezTo>
                <a:cubicBezTo>
                  <a:pt x="128" y="32"/>
                  <a:pt x="128" y="32"/>
                  <a:pt x="128" y="32"/>
                </a:cubicBezTo>
                <a:cubicBezTo>
                  <a:pt x="113" y="28"/>
                  <a:pt x="113" y="28"/>
                  <a:pt x="113" y="28"/>
                </a:cubicBezTo>
                <a:cubicBezTo>
                  <a:pt x="112" y="28"/>
                  <a:pt x="111" y="28"/>
                  <a:pt x="111" y="28"/>
                </a:cubicBezTo>
                <a:cubicBezTo>
                  <a:pt x="104" y="31"/>
                  <a:pt x="104" y="31"/>
                  <a:pt x="104" y="31"/>
                </a:cubicBezTo>
                <a:lnTo>
                  <a:pt x="104" y="8"/>
                </a:lnTo>
                <a:close/>
                <a:moveTo>
                  <a:pt x="148" y="120"/>
                </a:moveTo>
                <a:cubicBezTo>
                  <a:pt x="149" y="121"/>
                  <a:pt x="151" y="121"/>
                  <a:pt x="152" y="121"/>
                </a:cubicBezTo>
                <a:cubicBezTo>
                  <a:pt x="153" y="121"/>
                  <a:pt x="153" y="121"/>
                  <a:pt x="154" y="121"/>
                </a:cubicBezTo>
                <a:cubicBezTo>
                  <a:pt x="156" y="120"/>
                  <a:pt x="156" y="117"/>
                  <a:pt x="155" y="115"/>
                </a:cubicBezTo>
                <a:cubicBezTo>
                  <a:pt x="149" y="106"/>
                  <a:pt x="139" y="100"/>
                  <a:pt x="128" y="100"/>
                </a:cubicBezTo>
                <a:cubicBezTo>
                  <a:pt x="117" y="100"/>
                  <a:pt x="107" y="106"/>
                  <a:pt x="101" y="115"/>
                </a:cubicBezTo>
                <a:cubicBezTo>
                  <a:pt x="100" y="117"/>
                  <a:pt x="100" y="120"/>
                  <a:pt x="102" y="121"/>
                </a:cubicBezTo>
                <a:cubicBezTo>
                  <a:pt x="104" y="122"/>
                  <a:pt x="106" y="121"/>
                  <a:pt x="108" y="120"/>
                </a:cubicBezTo>
                <a:cubicBezTo>
                  <a:pt x="112" y="112"/>
                  <a:pt x="120" y="108"/>
                  <a:pt x="128" y="108"/>
                </a:cubicBezTo>
                <a:cubicBezTo>
                  <a:pt x="136" y="108"/>
                  <a:pt x="144" y="112"/>
                  <a:pt x="148" y="120"/>
                </a:cubicBezTo>
                <a:close/>
                <a:moveTo>
                  <a:pt x="120" y="132"/>
                </a:moveTo>
                <a:cubicBezTo>
                  <a:pt x="120" y="136"/>
                  <a:pt x="124" y="140"/>
                  <a:pt x="128" y="140"/>
                </a:cubicBezTo>
                <a:cubicBezTo>
                  <a:pt x="132" y="140"/>
                  <a:pt x="136" y="136"/>
                  <a:pt x="136" y="132"/>
                </a:cubicBezTo>
                <a:cubicBezTo>
                  <a:pt x="136" y="128"/>
                  <a:pt x="132" y="124"/>
                  <a:pt x="128" y="124"/>
                </a:cubicBezTo>
                <a:cubicBezTo>
                  <a:pt x="124" y="124"/>
                  <a:pt x="120" y="128"/>
                  <a:pt x="120" y="132"/>
                </a:cubicBezTo>
                <a:close/>
                <a:moveTo>
                  <a:pt x="168" y="106"/>
                </a:moveTo>
                <a:cubicBezTo>
                  <a:pt x="169" y="107"/>
                  <a:pt x="171" y="108"/>
                  <a:pt x="172" y="108"/>
                </a:cubicBezTo>
                <a:cubicBezTo>
                  <a:pt x="173" y="108"/>
                  <a:pt x="173" y="108"/>
                  <a:pt x="174" y="107"/>
                </a:cubicBezTo>
                <a:cubicBezTo>
                  <a:pt x="176" y="106"/>
                  <a:pt x="176" y="104"/>
                  <a:pt x="175" y="102"/>
                </a:cubicBezTo>
                <a:cubicBezTo>
                  <a:pt x="165" y="86"/>
                  <a:pt x="147" y="76"/>
                  <a:pt x="128" y="76"/>
                </a:cubicBezTo>
                <a:cubicBezTo>
                  <a:pt x="109" y="76"/>
                  <a:pt x="91" y="86"/>
                  <a:pt x="81" y="102"/>
                </a:cubicBezTo>
                <a:cubicBezTo>
                  <a:pt x="80" y="104"/>
                  <a:pt x="80" y="106"/>
                  <a:pt x="82" y="107"/>
                </a:cubicBezTo>
                <a:cubicBezTo>
                  <a:pt x="84" y="109"/>
                  <a:pt x="86" y="108"/>
                  <a:pt x="88" y="106"/>
                </a:cubicBezTo>
                <a:cubicBezTo>
                  <a:pt x="96" y="92"/>
                  <a:pt x="112" y="84"/>
                  <a:pt x="128" y="84"/>
                </a:cubicBezTo>
                <a:cubicBezTo>
                  <a:pt x="144" y="84"/>
                  <a:pt x="160" y="92"/>
                  <a:pt x="168" y="10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96" name="Freeform 103">
            <a:extLst>
              <a:ext uri="{FF2B5EF4-FFF2-40B4-BE49-F238E27FC236}">
                <a16:creationId xmlns:a16="http://schemas.microsoft.com/office/drawing/2014/main" id="{59B784BF-FCBF-414F-8515-DA3F7B09F3D8}"/>
              </a:ext>
            </a:extLst>
          </p:cNvPr>
          <p:cNvSpPr>
            <a:spLocks noChangeAspect="1" noEditPoints="1"/>
          </p:cNvSpPr>
          <p:nvPr/>
        </p:nvSpPr>
        <p:spPr bwMode="auto">
          <a:xfrm>
            <a:off x="11215607" y="2428875"/>
            <a:ext cx="403225" cy="400050"/>
          </a:xfrm>
          <a:custGeom>
            <a:avLst/>
            <a:gdLst>
              <a:gd name="T0" fmla="*/ 224 w 258"/>
              <a:gd name="T1" fmla="*/ 8 h 256"/>
              <a:gd name="T2" fmla="*/ 232 w 258"/>
              <a:gd name="T3" fmla="*/ 116 h 256"/>
              <a:gd name="T4" fmla="*/ 228 w 258"/>
              <a:gd name="T5" fmla="*/ 0 h 256"/>
              <a:gd name="T6" fmla="*/ 0 w 258"/>
              <a:gd name="T7" fmla="*/ 4 h 256"/>
              <a:gd name="T8" fmla="*/ 4 w 258"/>
              <a:gd name="T9" fmla="*/ 184 h 256"/>
              <a:gd name="T10" fmla="*/ 88 w 258"/>
              <a:gd name="T11" fmla="*/ 176 h 256"/>
              <a:gd name="T12" fmla="*/ 8 w 258"/>
              <a:gd name="T13" fmla="*/ 8 h 256"/>
              <a:gd name="T14" fmla="*/ 200 w 258"/>
              <a:gd name="T15" fmla="*/ 32 h 256"/>
              <a:gd name="T16" fmla="*/ 192 w 258"/>
              <a:gd name="T17" fmla="*/ 100 h 256"/>
              <a:gd name="T18" fmla="*/ 136 w 258"/>
              <a:gd name="T19" fmla="*/ 104 h 256"/>
              <a:gd name="T20" fmla="*/ 128 w 258"/>
              <a:gd name="T21" fmla="*/ 32 h 256"/>
              <a:gd name="T22" fmla="*/ 136 w 258"/>
              <a:gd name="T23" fmla="*/ 104 h 256"/>
              <a:gd name="T24" fmla="*/ 168 w 258"/>
              <a:gd name="T25" fmla="*/ 32 h 256"/>
              <a:gd name="T26" fmla="*/ 160 w 258"/>
              <a:gd name="T27" fmla="*/ 96 h 256"/>
              <a:gd name="T28" fmla="*/ 72 w 258"/>
              <a:gd name="T29" fmla="*/ 132 h 256"/>
              <a:gd name="T30" fmla="*/ 64 w 258"/>
              <a:gd name="T31" fmla="*/ 32 h 256"/>
              <a:gd name="T32" fmla="*/ 72 w 258"/>
              <a:gd name="T33" fmla="*/ 132 h 256"/>
              <a:gd name="T34" fmla="*/ 100 w 258"/>
              <a:gd name="T35" fmla="*/ 132 h 256"/>
              <a:gd name="T36" fmla="*/ 92 w 258"/>
              <a:gd name="T37" fmla="*/ 32 h 256"/>
              <a:gd name="T38" fmla="*/ 40 w 258"/>
              <a:gd name="T39" fmla="*/ 152 h 256"/>
              <a:gd name="T40" fmla="*/ 32 w 258"/>
              <a:gd name="T41" fmla="*/ 32 h 256"/>
              <a:gd name="T42" fmla="*/ 40 w 258"/>
              <a:gd name="T43" fmla="*/ 152 h 256"/>
              <a:gd name="T44" fmla="*/ 239 w 258"/>
              <a:gd name="T45" fmla="*/ 205 h 256"/>
              <a:gd name="T46" fmla="*/ 233 w 258"/>
              <a:gd name="T47" fmla="*/ 211 h 256"/>
              <a:gd name="T48" fmla="*/ 243 w 258"/>
              <a:gd name="T49" fmla="*/ 243 h 256"/>
              <a:gd name="T50" fmla="*/ 202 w 258"/>
              <a:gd name="T51" fmla="*/ 224 h 256"/>
              <a:gd name="T52" fmla="*/ 172 w 258"/>
              <a:gd name="T53" fmla="*/ 112 h 256"/>
              <a:gd name="T54" fmla="*/ 172 w 258"/>
              <a:gd name="T55" fmla="*/ 232 h 256"/>
              <a:gd name="T56" fmla="*/ 215 w 258"/>
              <a:gd name="T57" fmla="*/ 249 h 256"/>
              <a:gd name="T58" fmla="*/ 249 w 258"/>
              <a:gd name="T59" fmla="*/ 249 h 256"/>
              <a:gd name="T60" fmla="*/ 172 w 258"/>
              <a:gd name="T61" fmla="*/ 224 h 256"/>
              <a:gd name="T62" fmla="*/ 172 w 258"/>
              <a:gd name="T63" fmla="*/ 120 h 256"/>
              <a:gd name="T64" fmla="*/ 172 w 258"/>
              <a:gd name="T65"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8" h="256">
                <a:moveTo>
                  <a:pt x="8" y="8"/>
                </a:moveTo>
                <a:cubicBezTo>
                  <a:pt x="224" y="8"/>
                  <a:pt x="224" y="8"/>
                  <a:pt x="224" y="8"/>
                </a:cubicBezTo>
                <a:cubicBezTo>
                  <a:pt x="224" y="116"/>
                  <a:pt x="224" y="116"/>
                  <a:pt x="224" y="116"/>
                </a:cubicBezTo>
                <a:cubicBezTo>
                  <a:pt x="232" y="116"/>
                  <a:pt x="232" y="116"/>
                  <a:pt x="232" y="116"/>
                </a:cubicBezTo>
                <a:cubicBezTo>
                  <a:pt x="232" y="4"/>
                  <a:pt x="232" y="4"/>
                  <a:pt x="232" y="4"/>
                </a:cubicBezTo>
                <a:cubicBezTo>
                  <a:pt x="232" y="2"/>
                  <a:pt x="230" y="0"/>
                  <a:pt x="228" y="0"/>
                </a:cubicBezTo>
                <a:cubicBezTo>
                  <a:pt x="4" y="0"/>
                  <a:pt x="4" y="0"/>
                  <a:pt x="4" y="0"/>
                </a:cubicBezTo>
                <a:cubicBezTo>
                  <a:pt x="2" y="0"/>
                  <a:pt x="0" y="2"/>
                  <a:pt x="0" y="4"/>
                </a:cubicBezTo>
                <a:cubicBezTo>
                  <a:pt x="0" y="180"/>
                  <a:pt x="0" y="180"/>
                  <a:pt x="0" y="180"/>
                </a:cubicBezTo>
                <a:cubicBezTo>
                  <a:pt x="0" y="182"/>
                  <a:pt x="2" y="184"/>
                  <a:pt x="4" y="184"/>
                </a:cubicBezTo>
                <a:cubicBezTo>
                  <a:pt x="88" y="184"/>
                  <a:pt x="88" y="184"/>
                  <a:pt x="88" y="184"/>
                </a:cubicBezTo>
                <a:cubicBezTo>
                  <a:pt x="88" y="176"/>
                  <a:pt x="88" y="176"/>
                  <a:pt x="88" y="176"/>
                </a:cubicBezTo>
                <a:cubicBezTo>
                  <a:pt x="8" y="176"/>
                  <a:pt x="8" y="176"/>
                  <a:pt x="8" y="176"/>
                </a:cubicBezTo>
                <a:lnTo>
                  <a:pt x="8" y="8"/>
                </a:lnTo>
                <a:close/>
                <a:moveTo>
                  <a:pt x="200" y="100"/>
                </a:moveTo>
                <a:cubicBezTo>
                  <a:pt x="200" y="32"/>
                  <a:pt x="200" y="32"/>
                  <a:pt x="200" y="32"/>
                </a:cubicBezTo>
                <a:cubicBezTo>
                  <a:pt x="192" y="32"/>
                  <a:pt x="192" y="32"/>
                  <a:pt x="192" y="32"/>
                </a:cubicBezTo>
                <a:cubicBezTo>
                  <a:pt x="192" y="100"/>
                  <a:pt x="192" y="100"/>
                  <a:pt x="192" y="100"/>
                </a:cubicBezTo>
                <a:lnTo>
                  <a:pt x="200" y="100"/>
                </a:lnTo>
                <a:close/>
                <a:moveTo>
                  <a:pt x="136" y="104"/>
                </a:moveTo>
                <a:cubicBezTo>
                  <a:pt x="136" y="32"/>
                  <a:pt x="136" y="32"/>
                  <a:pt x="136" y="32"/>
                </a:cubicBezTo>
                <a:cubicBezTo>
                  <a:pt x="128" y="32"/>
                  <a:pt x="128" y="32"/>
                  <a:pt x="128" y="32"/>
                </a:cubicBezTo>
                <a:cubicBezTo>
                  <a:pt x="128" y="104"/>
                  <a:pt x="128" y="104"/>
                  <a:pt x="128" y="104"/>
                </a:cubicBezTo>
                <a:lnTo>
                  <a:pt x="136" y="104"/>
                </a:lnTo>
                <a:close/>
                <a:moveTo>
                  <a:pt x="168" y="96"/>
                </a:moveTo>
                <a:cubicBezTo>
                  <a:pt x="168" y="32"/>
                  <a:pt x="168" y="32"/>
                  <a:pt x="168" y="32"/>
                </a:cubicBezTo>
                <a:cubicBezTo>
                  <a:pt x="160" y="32"/>
                  <a:pt x="160" y="32"/>
                  <a:pt x="160" y="32"/>
                </a:cubicBezTo>
                <a:cubicBezTo>
                  <a:pt x="160" y="96"/>
                  <a:pt x="160" y="96"/>
                  <a:pt x="160" y="96"/>
                </a:cubicBezTo>
                <a:lnTo>
                  <a:pt x="168" y="96"/>
                </a:lnTo>
                <a:close/>
                <a:moveTo>
                  <a:pt x="72" y="132"/>
                </a:moveTo>
                <a:cubicBezTo>
                  <a:pt x="72" y="32"/>
                  <a:pt x="72" y="32"/>
                  <a:pt x="72" y="32"/>
                </a:cubicBezTo>
                <a:cubicBezTo>
                  <a:pt x="64" y="32"/>
                  <a:pt x="64" y="32"/>
                  <a:pt x="64" y="32"/>
                </a:cubicBezTo>
                <a:cubicBezTo>
                  <a:pt x="64" y="132"/>
                  <a:pt x="64" y="132"/>
                  <a:pt x="64" y="132"/>
                </a:cubicBezTo>
                <a:lnTo>
                  <a:pt x="72" y="132"/>
                </a:lnTo>
                <a:close/>
                <a:moveTo>
                  <a:pt x="92" y="132"/>
                </a:moveTo>
                <a:cubicBezTo>
                  <a:pt x="100" y="132"/>
                  <a:pt x="100" y="132"/>
                  <a:pt x="100" y="132"/>
                </a:cubicBezTo>
                <a:cubicBezTo>
                  <a:pt x="100" y="32"/>
                  <a:pt x="100" y="32"/>
                  <a:pt x="100" y="32"/>
                </a:cubicBezTo>
                <a:cubicBezTo>
                  <a:pt x="92" y="32"/>
                  <a:pt x="92" y="32"/>
                  <a:pt x="92" y="32"/>
                </a:cubicBezTo>
                <a:lnTo>
                  <a:pt x="92" y="132"/>
                </a:lnTo>
                <a:close/>
                <a:moveTo>
                  <a:pt x="40" y="152"/>
                </a:moveTo>
                <a:cubicBezTo>
                  <a:pt x="40" y="32"/>
                  <a:pt x="40" y="32"/>
                  <a:pt x="40" y="32"/>
                </a:cubicBezTo>
                <a:cubicBezTo>
                  <a:pt x="32" y="32"/>
                  <a:pt x="32" y="32"/>
                  <a:pt x="32" y="32"/>
                </a:cubicBezTo>
                <a:cubicBezTo>
                  <a:pt x="32" y="152"/>
                  <a:pt x="32" y="152"/>
                  <a:pt x="32" y="152"/>
                </a:cubicBezTo>
                <a:lnTo>
                  <a:pt x="40" y="152"/>
                </a:lnTo>
                <a:close/>
                <a:moveTo>
                  <a:pt x="249" y="215"/>
                </a:moveTo>
                <a:cubicBezTo>
                  <a:pt x="239" y="205"/>
                  <a:pt x="239" y="205"/>
                  <a:pt x="239" y="205"/>
                </a:cubicBezTo>
                <a:cubicBezTo>
                  <a:pt x="237" y="204"/>
                  <a:pt x="235" y="204"/>
                  <a:pt x="233" y="205"/>
                </a:cubicBezTo>
                <a:cubicBezTo>
                  <a:pt x="232" y="207"/>
                  <a:pt x="232" y="209"/>
                  <a:pt x="233" y="211"/>
                </a:cubicBezTo>
                <a:cubicBezTo>
                  <a:pt x="243" y="221"/>
                  <a:pt x="243" y="221"/>
                  <a:pt x="243" y="221"/>
                </a:cubicBezTo>
                <a:cubicBezTo>
                  <a:pt x="250" y="227"/>
                  <a:pt x="250" y="237"/>
                  <a:pt x="243" y="243"/>
                </a:cubicBezTo>
                <a:cubicBezTo>
                  <a:pt x="237" y="250"/>
                  <a:pt x="227" y="250"/>
                  <a:pt x="221" y="243"/>
                </a:cubicBezTo>
                <a:cubicBezTo>
                  <a:pt x="202" y="224"/>
                  <a:pt x="202" y="224"/>
                  <a:pt x="202" y="224"/>
                </a:cubicBezTo>
                <a:cubicBezTo>
                  <a:pt x="220" y="214"/>
                  <a:pt x="232" y="194"/>
                  <a:pt x="232" y="172"/>
                </a:cubicBezTo>
                <a:cubicBezTo>
                  <a:pt x="232" y="139"/>
                  <a:pt x="205" y="112"/>
                  <a:pt x="172" y="112"/>
                </a:cubicBezTo>
                <a:cubicBezTo>
                  <a:pt x="139" y="112"/>
                  <a:pt x="112" y="139"/>
                  <a:pt x="112" y="172"/>
                </a:cubicBezTo>
                <a:cubicBezTo>
                  <a:pt x="112" y="205"/>
                  <a:pt x="139" y="232"/>
                  <a:pt x="172" y="232"/>
                </a:cubicBezTo>
                <a:cubicBezTo>
                  <a:pt x="180" y="232"/>
                  <a:pt x="187" y="230"/>
                  <a:pt x="194" y="228"/>
                </a:cubicBezTo>
                <a:cubicBezTo>
                  <a:pt x="215" y="249"/>
                  <a:pt x="215" y="249"/>
                  <a:pt x="215" y="249"/>
                </a:cubicBezTo>
                <a:cubicBezTo>
                  <a:pt x="220" y="254"/>
                  <a:pt x="226" y="256"/>
                  <a:pt x="232" y="256"/>
                </a:cubicBezTo>
                <a:cubicBezTo>
                  <a:pt x="238" y="256"/>
                  <a:pt x="244" y="254"/>
                  <a:pt x="249" y="249"/>
                </a:cubicBezTo>
                <a:cubicBezTo>
                  <a:pt x="258" y="240"/>
                  <a:pt x="258" y="225"/>
                  <a:pt x="249" y="215"/>
                </a:cubicBezTo>
                <a:close/>
                <a:moveTo>
                  <a:pt x="172" y="224"/>
                </a:moveTo>
                <a:cubicBezTo>
                  <a:pt x="143" y="224"/>
                  <a:pt x="120" y="201"/>
                  <a:pt x="120" y="172"/>
                </a:cubicBezTo>
                <a:cubicBezTo>
                  <a:pt x="120" y="143"/>
                  <a:pt x="143" y="120"/>
                  <a:pt x="172" y="120"/>
                </a:cubicBezTo>
                <a:cubicBezTo>
                  <a:pt x="201" y="120"/>
                  <a:pt x="224" y="143"/>
                  <a:pt x="224" y="172"/>
                </a:cubicBezTo>
                <a:cubicBezTo>
                  <a:pt x="224" y="201"/>
                  <a:pt x="201" y="224"/>
                  <a:pt x="172" y="22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02" name="Freeform 107">
            <a:extLst>
              <a:ext uri="{FF2B5EF4-FFF2-40B4-BE49-F238E27FC236}">
                <a16:creationId xmlns:a16="http://schemas.microsoft.com/office/drawing/2014/main" id="{2573BEA9-31B4-417E-A7A4-021F6D7731FF}"/>
              </a:ext>
            </a:extLst>
          </p:cNvPr>
          <p:cNvSpPr>
            <a:spLocks noChangeAspect="1" noEditPoints="1"/>
          </p:cNvSpPr>
          <p:nvPr/>
        </p:nvSpPr>
        <p:spPr bwMode="auto">
          <a:xfrm>
            <a:off x="573088" y="3410745"/>
            <a:ext cx="400050" cy="374650"/>
          </a:xfrm>
          <a:custGeom>
            <a:avLst/>
            <a:gdLst>
              <a:gd name="T0" fmla="*/ 248 w 256"/>
              <a:gd name="T1" fmla="*/ 19 h 240"/>
              <a:gd name="T2" fmla="*/ 247 w 256"/>
              <a:gd name="T3" fmla="*/ 18 h 240"/>
              <a:gd name="T4" fmla="*/ 246 w 256"/>
              <a:gd name="T5" fmla="*/ 17 h 240"/>
              <a:gd name="T6" fmla="*/ 245 w 256"/>
              <a:gd name="T7" fmla="*/ 16 h 240"/>
              <a:gd name="T8" fmla="*/ 245 w 256"/>
              <a:gd name="T9" fmla="*/ 16 h 240"/>
              <a:gd name="T10" fmla="*/ 140 w 256"/>
              <a:gd name="T11" fmla="*/ 0 h 240"/>
              <a:gd name="T12" fmla="*/ 11 w 256"/>
              <a:gd name="T13" fmla="*/ 16 h 240"/>
              <a:gd name="T14" fmla="*/ 10 w 256"/>
              <a:gd name="T15" fmla="*/ 17 h 240"/>
              <a:gd name="T16" fmla="*/ 9 w 256"/>
              <a:gd name="T17" fmla="*/ 17 h 240"/>
              <a:gd name="T18" fmla="*/ 8 w 256"/>
              <a:gd name="T19" fmla="*/ 18 h 240"/>
              <a:gd name="T20" fmla="*/ 8 w 256"/>
              <a:gd name="T21" fmla="*/ 19 h 240"/>
              <a:gd name="T22" fmla="*/ 3 w 256"/>
              <a:gd name="T23" fmla="*/ 76 h 240"/>
              <a:gd name="T24" fmla="*/ 112 w 256"/>
              <a:gd name="T25" fmla="*/ 108 h 240"/>
              <a:gd name="T26" fmla="*/ 116 w 256"/>
              <a:gd name="T27" fmla="*/ 105 h 240"/>
              <a:gd name="T28" fmla="*/ 140 w 256"/>
              <a:gd name="T29" fmla="*/ 105 h 240"/>
              <a:gd name="T30" fmla="*/ 144 w 256"/>
              <a:gd name="T31" fmla="*/ 108 h 240"/>
              <a:gd name="T32" fmla="*/ 236 w 256"/>
              <a:gd name="T33" fmla="*/ 81 h 240"/>
              <a:gd name="T34" fmla="*/ 132 w 256"/>
              <a:gd name="T35" fmla="*/ 230 h 240"/>
              <a:gd name="T36" fmla="*/ 128 w 256"/>
              <a:gd name="T37" fmla="*/ 140 h 240"/>
              <a:gd name="T38" fmla="*/ 124 w 256"/>
              <a:gd name="T39" fmla="*/ 230 h 240"/>
              <a:gd name="T40" fmla="*/ 16 w 256"/>
              <a:gd name="T41" fmla="*/ 104 h 240"/>
              <a:gd name="T42" fmla="*/ 8 w 256"/>
              <a:gd name="T43" fmla="*/ 104 h 240"/>
              <a:gd name="T44" fmla="*/ 10 w 256"/>
              <a:gd name="T45" fmla="*/ 192 h 240"/>
              <a:gd name="T46" fmla="*/ 127 w 256"/>
              <a:gd name="T47" fmla="*/ 240 h 240"/>
              <a:gd name="T48" fmla="*/ 128 w 256"/>
              <a:gd name="T49" fmla="*/ 240 h 240"/>
              <a:gd name="T50" fmla="*/ 128 w 256"/>
              <a:gd name="T51" fmla="*/ 240 h 240"/>
              <a:gd name="T52" fmla="*/ 130 w 256"/>
              <a:gd name="T53" fmla="*/ 240 h 240"/>
              <a:gd name="T54" fmla="*/ 244 w 256"/>
              <a:gd name="T55" fmla="*/ 184 h 240"/>
              <a:gd name="T56" fmla="*/ 253 w 256"/>
              <a:gd name="T57" fmla="*/ 76 h 240"/>
              <a:gd name="T58" fmla="*/ 248 w 256"/>
              <a:gd name="T59" fmla="*/ 19 h 240"/>
              <a:gd name="T60" fmla="*/ 8 w 256"/>
              <a:gd name="T61" fmla="*/ 69 h 240"/>
              <a:gd name="T62" fmla="*/ 123 w 256"/>
              <a:gd name="T63" fmla="*/ 47 h 240"/>
              <a:gd name="T64" fmla="*/ 36 w 256"/>
              <a:gd name="T65" fmla="*/ 21 h 240"/>
              <a:gd name="T66" fmla="*/ 221 w 256"/>
              <a:gd name="T67" fmla="*/ 21 h 240"/>
              <a:gd name="T68" fmla="*/ 36 w 256"/>
              <a:gd name="T69" fmla="*/ 21 h 240"/>
              <a:gd name="T70" fmla="*/ 133 w 256"/>
              <a:gd name="T71" fmla="*/ 47 h 240"/>
              <a:gd name="T72" fmla="*/ 248 w 256"/>
              <a:gd name="T73" fmla="*/ 69 h 240"/>
              <a:gd name="T74" fmla="*/ 96 w 256"/>
              <a:gd name="T75" fmla="*/ 200 h 240"/>
              <a:gd name="T76" fmla="*/ 100 w 256"/>
              <a:gd name="T77" fmla="*/ 182 h 240"/>
              <a:gd name="T78" fmla="*/ 104 w 256"/>
              <a:gd name="T79" fmla="*/ 184 h 240"/>
              <a:gd name="T80" fmla="*/ 107 w 256"/>
              <a:gd name="T81" fmla="*/ 177 h 240"/>
              <a:gd name="T82" fmla="*/ 99 w 256"/>
              <a:gd name="T83" fmla="*/ 169 h 240"/>
              <a:gd name="T84" fmla="*/ 97 w 256"/>
              <a:gd name="T85" fmla="*/ 168 h 240"/>
              <a:gd name="T86" fmla="*/ 96 w 256"/>
              <a:gd name="T87" fmla="*/ 168 h 240"/>
              <a:gd name="T88" fmla="*/ 95 w 256"/>
              <a:gd name="T89" fmla="*/ 168 h 240"/>
              <a:gd name="T90" fmla="*/ 94 w 256"/>
              <a:gd name="T91" fmla="*/ 168 h 240"/>
              <a:gd name="T92" fmla="*/ 84 w 256"/>
              <a:gd name="T93" fmla="*/ 178 h 240"/>
              <a:gd name="T94" fmla="*/ 92 w 256"/>
              <a:gd name="T95" fmla="*/ 178 h 240"/>
              <a:gd name="T96" fmla="*/ 96 w 256"/>
              <a:gd name="T97" fmla="*/ 200 h 240"/>
              <a:gd name="T98" fmla="*/ 68 w 256"/>
              <a:gd name="T99" fmla="*/ 184 h 240"/>
              <a:gd name="T100" fmla="*/ 69 w 256"/>
              <a:gd name="T101" fmla="*/ 171 h 240"/>
              <a:gd name="T102" fmla="*/ 75 w 256"/>
              <a:gd name="T103" fmla="*/ 171 h 240"/>
              <a:gd name="T104" fmla="*/ 67 w 256"/>
              <a:gd name="T105" fmla="*/ 157 h 240"/>
              <a:gd name="T106" fmla="*/ 66 w 256"/>
              <a:gd name="T107" fmla="*/ 156 h 240"/>
              <a:gd name="T108" fmla="*/ 64 w 256"/>
              <a:gd name="T109" fmla="*/ 156 h 240"/>
              <a:gd name="T110" fmla="*/ 64 w 256"/>
              <a:gd name="T111" fmla="*/ 156 h 240"/>
              <a:gd name="T112" fmla="*/ 62 w 256"/>
              <a:gd name="T113" fmla="*/ 156 h 240"/>
              <a:gd name="T114" fmla="*/ 54 w 256"/>
              <a:gd name="T115" fmla="*/ 160 h 240"/>
              <a:gd name="T116" fmla="*/ 58 w 256"/>
              <a:gd name="T117" fmla="*/ 168 h 240"/>
              <a:gd name="T118" fmla="*/ 60 w 256"/>
              <a:gd name="T119" fmla="*/ 184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6" h="240">
                <a:moveTo>
                  <a:pt x="248" y="19"/>
                </a:moveTo>
                <a:cubicBezTo>
                  <a:pt x="248" y="19"/>
                  <a:pt x="248" y="19"/>
                  <a:pt x="248" y="19"/>
                </a:cubicBezTo>
                <a:cubicBezTo>
                  <a:pt x="248" y="19"/>
                  <a:pt x="248" y="19"/>
                  <a:pt x="248" y="18"/>
                </a:cubicBezTo>
                <a:cubicBezTo>
                  <a:pt x="247" y="18"/>
                  <a:pt x="247" y="18"/>
                  <a:pt x="247" y="18"/>
                </a:cubicBezTo>
                <a:cubicBezTo>
                  <a:pt x="247" y="18"/>
                  <a:pt x="247" y="17"/>
                  <a:pt x="247" y="17"/>
                </a:cubicBezTo>
                <a:cubicBezTo>
                  <a:pt x="247" y="17"/>
                  <a:pt x="246" y="17"/>
                  <a:pt x="246" y="17"/>
                </a:cubicBezTo>
                <a:cubicBezTo>
                  <a:pt x="246" y="17"/>
                  <a:pt x="246" y="17"/>
                  <a:pt x="246" y="17"/>
                </a:cubicBezTo>
                <a:cubicBezTo>
                  <a:pt x="246" y="17"/>
                  <a:pt x="246" y="16"/>
                  <a:pt x="245" y="16"/>
                </a:cubicBezTo>
                <a:cubicBezTo>
                  <a:pt x="245" y="16"/>
                  <a:pt x="245" y="16"/>
                  <a:pt x="245" y="16"/>
                </a:cubicBezTo>
                <a:cubicBezTo>
                  <a:pt x="245" y="16"/>
                  <a:pt x="245" y="16"/>
                  <a:pt x="245" y="16"/>
                </a:cubicBezTo>
                <a:cubicBezTo>
                  <a:pt x="141" y="0"/>
                  <a:pt x="141" y="0"/>
                  <a:pt x="141" y="0"/>
                </a:cubicBezTo>
                <a:cubicBezTo>
                  <a:pt x="140" y="0"/>
                  <a:pt x="140" y="0"/>
                  <a:pt x="140" y="0"/>
                </a:cubicBezTo>
                <a:cubicBezTo>
                  <a:pt x="12" y="16"/>
                  <a:pt x="12" y="16"/>
                  <a:pt x="12" y="16"/>
                </a:cubicBezTo>
                <a:cubicBezTo>
                  <a:pt x="11" y="16"/>
                  <a:pt x="11" y="16"/>
                  <a:pt x="11" y="16"/>
                </a:cubicBezTo>
                <a:cubicBezTo>
                  <a:pt x="11" y="16"/>
                  <a:pt x="11" y="16"/>
                  <a:pt x="11" y="16"/>
                </a:cubicBezTo>
                <a:cubicBezTo>
                  <a:pt x="10" y="16"/>
                  <a:pt x="10" y="17"/>
                  <a:pt x="10" y="17"/>
                </a:cubicBezTo>
                <a:cubicBezTo>
                  <a:pt x="10" y="17"/>
                  <a:pt x="10" y="17"/>
                  <a:pt x="10" y="17"/>
                </a:cubicBezTo>
                <a:cubicBezTo>
                  <a:pt x="10" y="17"/>
                  <a:pt x="9" y="17"/>
                  <a:pt x="9" y="17"/>
                </a:cubicBezTo>
                <a:cubicBezTo>
                  <a:pt x="9" y="17"/>
                  <a:pt x="9" y="17"/>
                  <a:pt x="9" y="18"/>
                </a:cubicBezTo>
                <a:cubicBezTo>
                  <a:pt x="9" y="18"/>
                  <a:pt x="9" y="18"/>
                  <a:pt x="8" y="18"/>
                </a:cubicBezTo>
                <a:cubicBezTo>
                  <a:pt x="8" y="19"/>
                  <a:pt x="8" y="19"/>
                  <a:pt x="8" y="19"/>
                </a:cubicBezTo>
                <a:cubicBezTo>
                  <a:pt x="8" y="19"/>
                  <a:pt x="8" y="19"/>
                  <a:pt x="8" y="19"/>
                </a:cubicBezTo>
                <a:cubicBezTo>
                  <a:pt x="0" y="71"/>
                  <a:pt x="0" y="71"/>
                  <a:pt x="0" y="71"/>
                </a:cubicBezTo>
                <a:cubicBezTo>
                  <a:pt x="0" y="73"/>
                  <a:pt x="1" y="75"/>
                  <a:pt x="3" y="76"/>
                </a:cubicBezTo>
                <a:cubicBezTo>
                  <a:pt x="111" y="108"/>
                  <a:pt x="111" y="108"/>
                  <a:pt x="111" y="108"/>
                </a:cubicBezTo>
                <a:cubicBezTo>
                  <a:pt x="111" y="108"/>
                  <a:pt x="112" y="108"/>
                  <a:pt x="112" y="108"/>
                </a:cubicBezTo>
                <a:cubicBezTo>
                  <a:pt x="113" y="108"/>
                  <a:pt x="113" y="108"/>
                  <a:pt x="114" y="107"/>
                </a:cubicBezTo>
                <a:cubicBezTo>
                  <a:pt x="115" y="107"/>
                  <a:pt x="116" y="106"/>
                  <a:pt x="116" y="105"/>
                </a:cubicBezTo>
                <a:cubicBezTo>
                  <a:pt x="128" y="60"/>
                  <a:pt x="128" y="60"/>
                  <a:pt x="128" y="60"/>
                </a:cubicBezTo>
                <a:cubicBezTo>
                  <a:pt x="140" y="105"/>
                  <a:pt x="140" y="105"/>
                  <a:pt x="140" y="105"/>
                </a:cubicBezTo>
                <a:cubicBezTo>
                  <a:pt x="140" y="106"/>
                  <a:pt x="141" y="107"/>
                  <a:pt x="142" y="107"/>
                </a:cubicBezTo>
                <a:cubicBezTo>
                  <a:pt x="143" y="108"/>
                  <a:pt x="143" y="108"/>
                  <a:pt x="144" y="108"/>
                </a:cubicBezTo>
                <a:cubicBezTo>
                  <a:pt x="144" y="108"/>
                  <a:pt x="145" y="108"/>
                  <a:pt x="145" y="108"/>
                </a:cubicBezTo>
                <a:cubicBezTo>
                  <a:pt x="236" y="81"/>
                  <a:pt x="236" y="81"/>
                  <a:pt x="236" y="81"/>
                </a:cubicBezTo>
                <a:cubicBezTo>
                  <a:pt x="236" y="181"/>
                  <a:pt x="236" y="181"/>
                  <a:pt x="236" y="181"/>
                </a:cubicBezTo>
                <a:cubicBezTo>
                  <a:pt x="132" y="230"/>
                  <a:pt x="132" y="230"/>
                  <a:pt x="132" y="230"/>
                </a:cubicBezTo>
                <a:cubicBezTo>
                  <a:pt x="132" y="144"/>
                  <a:pt x="132" y="144"/>
                  <a:pt x="132" y="144"/>
                </a:cubicBezTo>
                <a:cubicBezTo>
                  <a:pt x="132" y="142"/>
                  <a:pt x="130" y="140"/>
                  <a:pt x="128" y="140"/>
                </a:cubicBezTo>
                <a:cubicBezTo>
                  <a:pt x="126" y="140"/>
                  <a:pt x="124" y="142"/>
                  <a:pt x="124" y="144"/>
                </a:cubicBezTo>
                <a:cubicBezTo>
                  <a:pt x="124" y="230"/>
                  <a:pt x="124" y="230"/>
                  <a:pt x="124" y="230"/>
                </a:cubicBezTo>
                <a:cubicBezTo>
                  <a:pt x="16" y="185"/>
                  <a:pt x="16" y="185"/>
                  <a:pt x="16" y="185"/>
                </a:cubicBezTo>
                <a:cubicBezTo>
                  <a:pt x="16" y="104"/>
                  <a:pt x="16" y="104"/>
                  <a:pt x="16" y="104"/>
                </a:cubicBezTo>
                <a:cubicBezTo>
                  <a:pt x="16" y="102"/>
                  <a:pt x="14" y="100"/>
                  <a:pt x="12" y="100"/>
                </a:cubicBezTo>
                <a:cubicBezTo>
                  <a:pt x="10" y="100"/>
                  <a:pt x="8" y="102"/>
                  <a:pt x="8" y="104"/>
                </a:cubicBezTo>
                <a:cubicBezTo>
                  <a:pt x="8" y="188"/>
                  <a:pt x="8" y="188"/>
                  <a:pt x="8" y="188"/>
                </a:cubicBezTo>
                <a:cubicBezTo>
                  <a:pt x="8" y="190"/>
                  <a:pt x="9" y="191"/>
                  <a:pt x="10" y="192"/>
                </a:cubicBezTo>
                <a:cubicBezTo>
                  <a:pt x="126" y="240"/>
                  <a:pt x="126" y="240"/>
                  <a:pt x="126" y="240"/>
                </a:cubicBezTo>
                <a:cubicBezTo>
                  <a:pt x="127" y="240"/>
                  <a:pt x="127" y="240"/>
                  <a:pt x="127" y="240"/>
                </a:cubicBezTo>
                <a:cubicBezTo>
                  <a:pt x="127" y="240"/>
                  <a:pt x="128" y="240"/>
                  <a:pt x="128" y="240"/>
                </a:cubicBezTo>
                <a:cubicBezTo>
                  <a:pt x="128" y="240"/>
                  <a:pt x="128" y="240"/>
                  <a:pt x="128" y="240"/>
                </a:cubicBezTo>
                <a:cubicBezTo>
                  <a:pt x="128" y="240"/>
                  <a:pt x="128" y="240"/>
                  <a:pt x="128" y="240"/>
                </a:cubicBezTo>
                <a:cubicBezTo>
                  <a:pt x="128" y="240"/>
                  <a:pt x="128" y="240"/>
                  <a:pt x="128" y="240"/>
                </a:cubicBezTo>
                <a:cubicBezTo>
                  <a:pt x="129" y="240"/>
                  <a:pt x="129" y="240"/>
                  <a:pt x="129" y="240"/>
                </a:cubicBezTo>
                <a:cubicBezTo>
                  <a:pt x="130" y="240"/>
                  <a:pt x="130" y="240"/>
                  <a:pt x="130" y="240"/>
                </a:cubicBezTo>
                <a:cubicBezTo>
                  <a:pt x="242" y="188"/>
                  <a:pt x="242" y="188"/>
                  <a:pt x="242" y="188"/>
                </a:cubicBezTo>
                <a:cubicBezTo>
                  <a:pt x="243" y="187"/>
                  <a:pt x="244" y="186"/>
                  <a:pt x="244" y="184"/>
                </a:cubicBezTo>
                <a:cubicBezTo>
                  <a:pt x="244" y="79"/>
                  <a:pt x="244" y="79"/>
                  <a:pt x="244" y="79"/>
                </a:cubicBezTo>
                <a:cubicBezTo>
                  <a:pt x="253" y="76"/>
                  <a:pt x="253" y="76"/>
                  <a:pt x="253" y="76"/>
                </a:cubicBezTo>
                <a:cubicBezTo>
                  <a:pt x="255" y="75"/>
                  <a:pt x="256" y="73"/>
                  <a:pt x="256" y="71"/>
                </a:cubicBezTo>
                <a:lnTo>
                  <a:pt x="248" y="19"/>
                </a:lnTo>
                <a:close/>
                <a:moveTo>
                  <a:pt x="109" y="99"/>
                </a:moveTo>
                <a:cubicBezTo>
                  <a:pt x="8" y="69"/>
                  <a:pt x="8" y="69"/>
                  <a:pt x="8" y="69"/>
                </a:cubicBezTo>
                <a:cubicBezTo>
                  <a:pt x="15" y="25"/>
                  <a:pt x="15" y="25"/>
                  <a:pt x="15" y="25"/>
                </a:cubicBezTo>
                <a:cubicBezTo>
                  <a:pt x="123" y="47"/>
                  <a:pt x="123" y="47"/>
                  <a:pt x="123" y="47"/>
                </a:cubicBezTo>
                <a:lnTo>
                  <a:pt x="109" y="99"/>
                </a:lnTo>
                <a:close/>
                <a:moveTo>
                  <a:pt x="36" y="21"/>
                </a:moveTo>
                <a:cubicBezTo>
                  <a:pt x="140" y="8"/>
                  <a:pt x="140" y="8"/>
                  <a:pt x="140" y="8"/>
                </a:cubicBezTo>
                <a:cubicBezTo>
                  <a:pt x="221" y="21"/>
                  <a:pt x="221" y="21"/>
                  <a:pt x="221" y="21"/>
                </a:cubicBezTo>
                <a:cubicBezTo>
                  <a:pt x="128" y="40"/>
                  <a:pt x="128" y="40"/>
                  <a:pt x="128" y="40"/>
                </a:cubicBezTo>
                <a:lnTo>
                  <a:pt x="36" y="21"/>
                </a:lnTo>
                <a:close/>
                <a:moveTo>
                  <a:pt x="147" y="99"/>
                </a:moveTo>
                <a:cubicBezTo>
                  <a:pt x="133" y="47"/>
                  <a:pt x="133" y="47"/>
                  <a:pt x="133" y="47"/>
                </a:cubicBezTo>
                <a:cubicBezTo>
                  <a:pt x="241" y="25"/>
                  <a:pt x="241" y="25"/>
                  <a:pt x="241" y="25"/>
                </a:cubicBezTo>
                <a:cubicBezTo>
                  <a:pt x="248" y="69"/>
                  <a:pt x="248" y="69"/>
                  <a:pt x="248" y="69"/>
                </a:cubicBezTo>
                <a:lnTo>
                  <a:pt x="147" y="99"/>
                </a:lnTo>
                <a:close/>
                <a:moveTo>
                  <a:pt x="96" y="200"/>
                </a:moveTo>
                <a:cubicBezTo>
                  <a:pt x="98" y="200"/>
                  <a:pt x="100" y="198"/>
                  <a:pt x="100" y="196"/>
                </a:cubicBezTo>
                <a:cubicBezTo>
                  <a:pt x="100" y="182"/>
                  <a:pt x="100" y="182"/>
                  <a:pt x="100" y="182"/>
                </a:cubicBezTo>
                <a:cubicBezTo>
                  <a:pt x="101" y="183"/>
                  <a:pt x="101" y="183"/>
                  <a:pt x="101" y="183"/>
                </a:cubicBezTo>
                <a:cubicBezTo>
                  <a:pt x="102" y="184"/>
                  <a:pt x="103" y="184"/>
                  <a:pt x="104" y="184"/>
                </a:cubicBezTo>
                <a:cubicBezTo>
                  <a:pt x="105" y="184"/>
                  <a:pt x="106" y="184"/>
                  <a:pt x="107" y="183"/>
                </a:cubicBezTo>
                <a:cubicBezTo>
                  <a:pt x="108" y="181"/>
                  <a:pt x="108" y="179"/>
                  <a:pt x="107" y="177"/>
                </a:cubicBezTo>
                <a:cubicBezTo>
                  <a:pt x="99" y="169"/>
                  <a:pt x="99" y="169"/>
                  <a:pt x="99" y="169"/>
                </a:cubicBezTo>
                <a:cubicBezTo>
                  <a:pt x="99" y="169"/>
                  <a:pt x="99" y="169"/>
                  <a:pt x="99" y="169"/>
                </a:cubicBezTo>
                <a:cubicBezTo>
                  <a:pt x="98" y="169"/>
                  <a:pt x="98" y="169"/>
                  <a:pt x="98" y="168"/>
                </a:cubicBezTo>
                <a:cubicBezTo>
                  <a:pt x="98" y="168"/>
                  <a:pt x="97" y="168"/>
                  <a:pt x="97" y="168"/>
                </a:cubicBezTo>
                <a:cubicBezTo>
                  <a:pt x="97" y="168"/>
                  <a:pt x="97" y="168"/>
                  <a:pt x="96" y="168"/>
                </a:cubicBezTo>
                <a:cubicBezTo>
                  <a:pt x="96" y="168"/>
                  <a:pt x="96" y="168"/>
                  <a:pt x="96" y="168"/>
                </a:cubicBezTo>
                <a:cubicBezTo>
                  <a:pt x="96" y="168"/>
                  <a:pt x="96" y="168"/>
                  <a:pt x="96" y="168"/>
                </a:cubicBezTo>
                <a:cubicBezTo>
                  <a:pt x="95" y="168"/>
                  <a:pt x="95" y="168"/>
                  <a:pt x="95" y="168"/>
                </a:cubicBezTo>
                <a:cubicBezTo>
                  <a:pt x="95" y="168"/>
                  <a:pt x="94" y="168"/>
                  <a:pt x="94" y="168"/>
                </a:cubicBezTo>
                <a:cubicBezTo>
                  <a:pt x="94" y="168"/>
                  <a:pt x="94" y="168"/>
                  <a:pt x="94" y="168"/>
                </a:cubicBezTo>
                <a:cubicBezTo>
                  <a:pt x="86" y="172"/>
                  <a:pt x="86" y="172"/>
                  <a:pt x="86" y="172"/>
                </a:cubicBezTo>
                <a:cubicBezTo>
                  <a:pt x="84" y="173"/>
                  <a:pt x="83" y="176"/>
                  <a:pt x="84" y="178"/>
                </a:cubicBezTo>
                <a:cubicBezTo>
                  <a:pt x="85" y="180"/>
                  <a:pt x="88" y="181"/>
                  <a:pt x="90" y="180"/>
                </a:cubicBezTo>
                <a:cubicBezTo>
                  <a:pt x="92" y="178"/>
                  <a:pt x="92" y="178"/>
                  <a:pt x="92" y="178"/>
                </a:cubicBezTo>
                <a:cubicBezTo>
                  <a:pt x="92" y="196"/>
                  <a:pt x="92" y="196"/>
                  <a:pt x="92" y="196"/>
                </a:cubicBezTo>
                <a:cubicBezTo>
                  <a:pt x="92" y="198"/>
                  <a:pt x="94" y="200"/>
                  <a:pt x="96" y="200"/>
                </a:cubicBezTo>
                <a:close/>
                <a:moveTo>
                  <a:pt x="64" y="188"/>
                </a:moveTo>
                <a:cubicBezTo>
                  <a:pt x="66" y="188"/>
                  <a:pt x="68" y="186"/>
                  <a:pt x="68" y="184"/>
                </a:cubicBezTo>
                <a:cubicBezTo>
                  <a:pt x="68" y="170"/>
                  <a:pt x="68" y="170"/>
                  <a:pt x="68" y="170"/>
                </a:cubicBezTo>
                <a:cubicBezTo>
                  <a:pt x="69" y="171"/>
                  <a:pt x="69" y="171"/>
                  <a:pt x="69" y="171"/>
                </a:cubicBezTo>
                <a:cubicBezTo>
                  <a:pt x="70" y="172"/>
                  <a:pt x="71" y="172"/>
                  <a:pt x="72" y="172"/>
                </a:cubicBezTo>
                <a:cubicBezTo>
                  <a:pt x="73" y="172"/>
                  <a:pt x="74" y="172"/>
                  <a:pt x="75" y="171"/>
                </a:cubicBezTo>
                <a:cubicBezTo>
                  <a:pt x="76" y="169"/>
                  <a:pt x="76" y="167"/>
                  <a:pt x="75" y="165"/>
                </a:cubicBezTo>
                <a:cubicBezTo>
                  <a:pt x="67" y="157"/>
                  <a:pt x="67" y="157"/>
                  <a:pt x="67" y="157"/>
                </a:cubicBezTo>
                <a:cubicBezTo>
                  <a:pt x="67" y="157"/>
                  <a:pt x="67" y="157"/>
                  <a:pt x="67" y="157"/>
                </a:cubicBezTo>
                <a:cubicBezTo>
                  <a:pt x="66" y="157"/>
                  <a:pt x="66" y="157"/>
                  <a:pt x="66" y="156"/>
                </a:cubicBezTo>
                <a:cubicBezTo>
                  <a:pt x="66" y="156"/>
                  <a:pt x="65" y="156"/>
                  <a:pt x="65" y="156"/>
                </a:cubicBezTo>
                <a:cubicBezTo>
                  <a:pt x="65" y="156"/>
                  <a:pt x="65" y="156"/>
                  <a:pt x="64" y="156"/>
                </a:cubicBezTo>
                <a:cubicBezTo>
                  <a:pt x="64" y="156"/>
                  <a:pt x="64" y="156"/>
                  <a:pt x="64" y="156"/>
                </a:cubicBezTo>
                <a:cubicBezTo>
                  <a:pt x="64" y="156"/>
                  <a:pt x="64" y="156"/>
                  <a:pt x="64" y="156"/>
                </a:cubicBezTo>
                <a:cubicBezTo>
                  <a:pt x="63" y="156"/>
                  <a:pt x="63" y="156"/>
                  <a:pt x="63" y="156"/>
                </a:cubicBezTo>
                <a:cubicBezTo>
                  <a:pt x="63" y="156"/>
                  <a:pt x="62" y="156"/>
                  <a:pt x="62" y="156"/>
                </a:cubicBezTo>
                <a:cubicBezTo>
                  <a:pt x="62" y="156"/>
                  <a:pt x="62" y="156"/>
                  <a:pt x="62" y="156"/>
                </a:cubicBezTo>
                <a:cubicBezTo>
                  <a:pt x="54" y="160"/>
                  <a:pt x="54" y="160"/>
                  <a:pt x="54" y="160"/>
                </a:cubicBezTo>
                <a:cubicBezTo>
                  <a:pt x="52" y="161"/>
                  <a:pt x="51" y="164"/>
                  <a:pt x="52" y="166"/>
                </a:cubicBezTo>
                <a:cubicBezTo>
                  <a:pt x="53" y="168"/>
                  <a:pt x="56" y="169"/>
                  <a:pt x="58" y="168"/>
                </a:cubicBezTo>
                <a:cubicBezTo>
                  <a:pt x="60" y="166"/>
                  <a:pt x="60" y="166"/>
                  <a:pt x="60" y="166"/>
                </a:cubicBezTo>
                <a:cubicBezTo>
                  <a:pt x="60" y="184"/>
                  <a:pt x="60" y="184"/>
                  <a:pt x="60" y="184"/>
                </a:cubicBezTo>
                <a:cubicBezTo>
                  <a:pt x="60" y="186"/>
                  <a:pt x="62" y="188"/>
                  <a:pt x="64" y="18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28" name="Freeform 69">
            <a:extLst>
              <a:ext uri="{FF2B5EF4-FFF2-40B4-BE49-F238E27FC236}">
                <a16:creationId xmlns:a16="http://schemas.microsoft.com/office/drawing/2014/main" id="{84E26B10-9BAB-4CCF-9C52-B964731B73E9}"/>
              </a:ext>
            </a:extLst>
          </p:cNvPr>
          <p:cNvSpPr>
            <a:spLocks noChangeAspect="1" noEditPoints="1"/>
          </p:cNvSpPr>
          <p:nvPr/>
        </p:nvSpPr>
        <p:spPr bwMode="auto">
          <a:xfrm>
            <a:off x="6378964" y="2428875"/>
            <a:ext cx="400050" cy="400050"/>
          </a:xfrm>
          <a:custGeom>
            <a:avLst/>
            <a:gdLst>
              <a:gd name="T0" fmla="*/ 8 w 256"/>
              <a:gd name="T1" fmla="*/ 20 h 256"/>
              <a:gd name="T2" fmla="*/ 160 w 256"/>
              <a:gd name="T3" fmla="*/ 120 h 256"/>
              <a:gd name="T4" fmla="*/ 148 w 256"/>
              <a:gd name="T5" fmla="*/ 0 h 256"/>
              <a:gd name="T6" fmla="*/ 20 w 256"/>
              <a:gd name="T7" fmla="*/ 256 h 256"/>
              <a:gd name="T8" fmla="*/ 84 w 256"/>
              <a:gd name="T9" fmla="*/ 96 h 256"/>
              <a:gd name="T10" fmla="*/ 84 w 256"/>
              <a:gd name="T11" fmla="*/ 96 h 256"/>
              <a:gd name="T12" fmla="*/ 94 w 256"/>
              <a:gd name="T13" fmla="*/ 114 h 256"/>
              <a:gd name="T14" fmla="*/ 92 w 256"/>
              <a:gd name="T15" fmla="*/ 228 h 256"/>
              <a:gd name="T16" fmla="*/ 148 w 256"/>
              <a:gd name="T17" fmla="*/ 124 h 256"/>
              <a:gd name="T18" fmla="*/ 108 w 256"/>
              <a:gd name="T19" fmla="*/ 208 h 256"/>
              <a:gd name="T20" fmla="*/ 28 w 256"/>
              <a:gd name="T21" fmla="*/ 28 h 256"/>
              <a:gd name="T22" fmla="*/ 190 w 256"/>
              <a:gd name="T23" fmla="*/ 153 h 256"/>
              <a:gd name="T24" fmla="*/ 190 w 256"/>
              <a:gd name="T25" fmla="*/ 153 h 256"/>
              <a:gd name="T26" fmla="*/ 218 w 256"/>
              <a:gd name="T27" fmla="*/ 189 h 256"/>
              <a:gd name="T28" fmla="*/ 241 w 256"/>
              <a:gd name="T29" fmla="*/ 175 h 256"/>
              <a:gd name="T30" fmla="*/ 242 w 256"/>
              <a:gd name="T31" fmla="*/ 148 h 256"/>
              <a:gd name="T32" fmla="*/ 206 w 256"/>
              <a:gd name="T33" fmla="*/ 134 h 256"/>
              <a:gd name="T34" fmla="*/ 174 w 256"/>
              <a:gd name="T35" fmla="*/ 131 h 256"/>
              <a:gd name="T36" fmla="*/ 149 w 256"/>
              <a:gd name="T37" fmla="*/ 137 h 256"/>
              <a:gd name="T38" fmla="*/ 135 w 256"/>
              <a:gd name="T39" fmla="*/ 173 h 256"/>
              <a:gd name="T40" fmla="*/ 132 w 256"/>
              <a:gd name="T41" fmla="*/ 205 h 256"/>
              <a:gd name="T42" fmla="*/ 138 w 256"/>
              <a:gd name="T43" fmla="*/ 231 h 256"/>
              <a:gd name="T44" fmla="*/ 174 w 256"/>
              <a:gd name="T45" fmla="*/ 245 h 256"/>
              <a:gd name="T46" fmla="*/ 206 w 256"/>
              <a:gd name="T47" fmla="*/ 247 h 256"/>
              <a:gd name="T48" fmla="*/ 231 w 256"/>
              <a:gd name="T49" fmla="*/ 242 h 256"/>
              <a:gd name="T50" fmla="*/ 245 w 256"/>
              <a:gd name="T51" fmla="*/ 205 h 256"/>
              <a:gd name="T52" fmla="*/ 248 w 256"/>
              <a:gd name="T53" fmla="*/ 173 h 256"/>
              <a:gd name="T54" fmla="*/ 233 w 256"/>
              <a:gd name="T55" fmla="*/ 214 h 256"/>
              <a:gd name="T56" fmla="*/ 223 w 256"/>
              <a:gd name="T57" fmla="*/ 234 h 256"/>
              <a:gd name="T58" fmla="*/ 198 w 256"/>
              <a:gd name="T59" fmla="*/ 247 h 256"/>
              <a:gd name="T60" fmla="*/ 165 w 256"/>
              <a:gd name="T61" fmla="*/ 232 h 256"/>
              <a:gd name="T62" fmla="*/ 143 w 256"/>
              <a:gd name="T63" fmla="*/ 225 h 256"/>
              <a:gd name="T64" fmla="*/ 135 w 256"/>
              <a:gd name="T65" fmla="*/ 197 h 256"/>
              <a:gd name="T66" fmla="*/ 142 w 256"/>
              <a:gd name="T67" fmla="*/ 177 h 256"/>
              <a:gd name="T68" fmla="*/ 155 w 256"/>
              <a:gd name="T69" fmla="*/ 143 h 256"/>
              <a:gd name="T70" fmla="*/ 182 w 256"/>
              <a:gd name="T71" fmla="*/ 134 h 256"/>
              <a:gd name="T72" fmla="*/ 203 w 256"/>
              <a:gd name="T73" fmla="*/ 142 h 256"/>
              <a:gd name="T74" fmla="*/ 237 w 256"/>
              <a:gd name="T75" fmla="*/ 154 h 256"/>
              <a:gd name="T76" fmla="*/ 238 w 256"/>
              <a:gd name="T77" fmla="*/ 177 h 256"/>
              <a:gd name="T78" fmla="*/ 119 w 256"/>
              <a:gd name="T79" fmla="*/ 111 h 256"/>
              <a:gd name="T80" fmla="*/ 116 w 256"/>
              <a:gd name="T81" fmla="*/ 91 h 256"/>
              <a:gd name="T82" fmla="*/ 107 w 256"/>
              <a:gd name="T83" fmla="*/ 87 h 256"/>
              <a:gd name="T84" fmla="*/ 87 w 256"/>
              <a:gd name="T85" fmla="*/ 79 h 256"/>
              <a:gd name="T86" fmla="*/ 73 w 256"/>
              <a:gd name="T87" fmla="*/ 75 h 256"/>
              <a:gd name="T88" fmla="*/ 58 w 256"/>
              <a:gd name="T89" fmla="*/ 91 h 256"/>
              <a:gd name="T90" fmla="*/ 45 w 256"/>
              <a:gd name="T91" fmla="*/ 108 h 256"/>
              <a:gd name="T92" fmla="*/ 49 w 256"/>
              <a:gd name="T93" fmla="*/ 117 h 256"/>
              <a:gd name="T94" fmla="*/ 52 w 256"/>
              <a:gd name="T95" fmla="*/ 137 h 256"/>
              <a:gd name="T96" fmla="*/ 61 w 256"/>
              <a:gd name="T97" fmla="*/ 141 h 256"/>
              <a:gd name="T98" fmla="*/ 81 w 256"/>
              <a:gd name="T99" fmla="*/ 149 h 256"/>
              <a:gd name="T100" fmla="*/ 95 w 256"/>
              <a:gd name="T101" fmla="*/ 153 h 256"/>
              <a:gd name="T102" fmla="*/ 111 w 256"/>
              <a:gd name="T103" fmla="*/ 137 h 256"/>
              <a:gd name="T104" fmla="*/ 123 w 256"/>
              <a:gd name="T105" fmla="*/ 120 h 256"/>
              <a:gd name="T106" fmla="*/ 115 w 256"/>
              <a:gd name="T107" fmla="*/ 124 h 256"/>
              <a:gd name="T108" fmla="*/ 99 w 256"/>
              <a:gd name="T109" fmla="*/ 142 h 256"/>
              <a:gd name="T110" fmla="*/ 75 w 256"/>
              <a:gd name="T111" fmla="*/ 145 h 256"/>
              <a:gd name="T112" fmla="*/ 56 w 256"/>
              <a:gd name="T113" fmla="*/ 129 h 256"/>
              <a:gd name="T114" fmla="*/ 53 w 256"/>
              <a:gd name="T115" fmla="*/ 104 h 256"/>
              <a:gd name="T116" fmla="*/ 69 w 256"/>
              <a:gd name="T117" fmla="*/ 86 h 256"/>
              <a:gd name="T118" fmla="*/ 94 w 256"/>
              <a:gd name="T119" fmla="*/ 83 h 256"/>
              <a:gd name="T120" fmla="*/ 113 w 256"/>
              <a:gd name="T121" fmla="*/ 99 h 256"/>
              <a:gd name="T122" fmla="*/ 115 w 256"/>
              <a:gd name="T123"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140" y="248"/>
                </a:moveTo>
                <a:cubicBezTo>
                  <a:pt x="20" y="248"/>
                  <a:pt x="20" y="248"/>
                  <a:pt x="20" y="248"/>
                </a:cubicBezTo>
                <a:cubicBezTo>
                  <a:pt x="13" y="248"/>
                  <a:pt x="8" y="243"/>
                  <a:pt x="8" y="236"/>
                </a:cubicBezTo>
                <a:cubicBezTo>
                  <a:pt x="8" y="20"/>
                  <a:pt x="8" y="20"/>
                  <a:pt x="8" y="20"/>
                </a:cubicBezTo>
                <a:cubicBezTo>
                  <a:pt x="8" y="13"/>
                  <a:pt x="13" y="8"/>
                  <a:pt x="20" y="8"/>
                </a:cubicBezTo>
                <a:cubicBezTo>
                  <a:pt x="148" y="8"/>
                  <a:pt x="148" y="8"/>
                  <a:pt x="148" y="8"/>
                </a:cubicBezTo>
                <a:cubicBezTo>
                  <a:pt x="155" y="8"/>
                  <a:pt x="160" y="13"/>
                  <a:pt x="160" y="20"/>
                </a:cubicBezTo>
                <a:cubicBezTo>
                  <a:pt x="160" y="120"/>
                  <a:pt x="160" y="120"/>
                  <a:pt x="160" y="120"/>
                </a:cubicBezTo>
                <a:cubicBezTo>
                  <a:pt x="160" y="122"/>
                  <a:pt x="162" y="124"/>
                  <a:pt x="164" y="124"/>
                </a:cubicBezTo>
                <a:cubicBezTo>
                  <a:pt x="166" y="124"/>
                  <a:pt x="168" y="122"/>
                  <a:pt x="168" y="120"/>
                </a:cubicBezTo>
                <a:cubicBezTo>
                  <a:pt x="168" y="20"/>
                  <a:pt x="168" y="20"/>
                  <a:pt x="168" y="20"/>
                </a:cubicBezTo>
                <a:cubicBezTo>
                  <a:pt x="168" y="9"/>
                  <a:pt x="159" y="0"/>
                  <a:pt x="148" y="0"/>
                </a:cubicBezTo>
                <a:cubicBezTo>
                  <a:pt x="20" y="0"/>
                  <a:pt x="20" y="0"/>
                  <a:pt x="20" y="0"/>
                </a:cubicBezTo>
                <a:cubicBezTo>
                  <a:pt x="9" y="0"/>
                  <a:pt x="0" y="9"/>
                  <a:pt x="0" y="20"/>
                </a:cubicBezTo>
                <a:cubicBezTo>
                  <a:pt x="0" y="236"/>
                  <a:pt x="0" y="236"/>
                  <a:pt x="0" y="236"/>
                </a:cubicBezTo>
                <a:cubicBezTo>
                  <a:pt x="0" y="247"/>
                  <a:pt x="9" y="256"/>
                  <a:pt x="20" y="256"/>
                </a:cubicBezTo>
                <a:cubicBezTo>
                  <a:pt x="140" y="256"/>
                  <a:pt x="140" y="256"/>
                  <a:pt x="140" y="256"/>
                </a:cubicBezTo>
                <a:cubicBezTo>
                  <a:pt x="142" y="256"/>
                  <a:pt x="144" y="254"/>
                  <a:pt x="144" y="252"/>
                </a:cubicBezTo>
                <a:cubicBezTo>
                  <a:pt x="144" y="250"/>
                  <a:pt x="142" y="248"/>
                  <a:pt x="140" y="248"/>
                </a:cubicBezTo>
                <a:close/>
                <a:moveTo>
                  <a:pt x="84" y="96"/>
                </a:moveTo>
                <a:cubicBezTo>
                  <a:pt x="74" y="96"/>
                  <a:pt x="66" y="104"/>
                  <a:pt x="66" y="114"/>
                </a:cubicBezTo>
                <a:cubicBezTo>
                  <a:pt x="66" y="124"/>
                  <a:pt x="74" y="132"/>
                  <a:pt x="84" y="132"/>
                </a:cubicBezTo>
                <a:cubicBezTo>
                  <a:pt x="94" y="132"/>
                  <a:pt x="102" y="124"/>
                  <a:pt x="102" y="114"/>
                </a:cubicBezTo>
                <a:cubicBezTo>
                  <a:pt x="102" y="104"/>
                  <a:pt x="94" y="96"/>
                  <a:pt x="84" y="96"/>
                </a:cubicBezTo>
                <a:close/>
                <a:moveTo>
                  <a:pt x="84" y="124"/>
                </a:moveTo>
                <a:cubicBezTo>
                  <a:pt x="79" y="124"/>
                  <a:pt x="74" y="120"/>
                  <a:pt x="74" y="114"/>
                </a:cubicBezTo>
                <a:cubicBezTo>
                  <a:pt x="74" y="108"/>
                  <a:pt x="79" y="104"/>
                  <a:pt x="84" y="104"/>
                </a:cubicBezTo>
                <a:cubicBezTo>
                  <a:pt x="90" y="104"/>
                  <a:pt x="94" y="108"/>
                  <a:pt x="94" y="114"/>
                </a:cubicBezTo>
                <a:cubicBezTo>
                  <a:pt x="94" y="120"/>
                  <a:pt x="90" y="124"/>
                  <a:pt x="84" y="124"/>
                </a:cubicBezTo>
                <a:close/>
                <a:moveTo>
                  <a:pt x="76" y="228"/>
                </a:moveTo>
                <a:cubicBezTo>
                  <a:pt x="76" y="232"/>
                  <a:pt x="80" y="236"/>
                  <a:pt x="84" y="236"/>
                </a:cubicBezTo>
                <a:cubicBezTo>
                  <a:pt x="89" y="236"/>
                  <a:pt x="92" y="232"/>
                  <a:pt x="92" y="228"/>
                </a:cubicBezTo>
                <a:cubicBezTo>
                  <a:pt x="92" y="224"/>
                  <a:pt x="89" y="220"/>
                  <a:pt x="84" y="220"/>
                </a:cubicBezTo>
                <a:cubicBezTo>
                  <a:pt x="80" y="220"/>
                  <a:pt x="76" y="224"/>
                  <a:pt x="76" y="228"/>
                </a:cubicBezTo>
                <a:close/>
                <a:moveTo>
                  <a:pt x="144" y="128"/>
                </a:moveTo>
                <a:cubicBezTo>
                  <a:pt x="146" y="128"/>
                  <a:pt x="148" y="126"/>
                  <a:pt x="148" y="124"/>
                </a:cubicBezTo>
                <a:cubicBezTo>
                  <a:pt x="148" y="20"/>
                  <a:pt x="148" y="20"/>
                  <a:pt x="148" y="20"/>
                </a:cubicBezTo>
                <a:cubicBezTo>
                  <a:pt x="20" y="20"/>
                  <a:pt x="20" y="20"/>
                  <a:pt x="20" y="20"/>
                </a:cubicBezTo>
                <a:cubicBezTo>
                  <a:pt x="20" y="208"/>
                  <a:pt x="20" y="208"/>
                  <a:pt x="20" y="208"/>
                </a:cubicBezTo>
                <a:cubicBezTo>
                  <a:pt x="108" y="208"/>
                  <a:pt x="108" y="208"/>
                  <a:pt x="108" y="208"/>
                </a:cubicBezTo>
                <a:cubicBezTo>
                  <a:pt x="110" y="208"/>
                  <a:pt x="112" y="206"/>
                  <a:pt x="112" y="204"/>
                </a:cubicBezTo>
                <a:cubicBezTo>
                  <a:pt x="112" y="202"/>
                  <a:pt x="110" y="200"/>
                  <a:pt x="108" y="200"/>
                </a:cubicBezTo>
                <a:cubicBezTo>
                  <a:pt x="28" y="200"/>
                  <a:pt x="28" y="200"/>
                  <a:pt x="28" y="200"/>
                </a:cubicBezTo>
                <a:cubicBezTo>
                  <a:pt x="28" y="28"/>
                  <a:pt x="28" y="28"/>
                  <a:pt x="28" y="28"/>
                </a:cubicBezTo>
                <a:cubicBezTo>
                  <a:pt x="140" y="28"/>
                  <a:pt x="140" y="28"/>
                  <a:pt x="140" y="28"/>
                </a:cubicBezTo>
                <a:cubicBezTo>
                  <a:pt x="140" y="124"/>
                  <a:pt x="140" y="124"/>
                  <a:pt x="140" y="124"/>
                </a:cubicBezTo>
                <a:cubicBezTo>
                  <a:pt x="140" y="126"/>
                  <a:pt x="142" y="128"/>
                  <a:pt x="144" y="128"/>
                </a:cubicBezTo>
                <a:close/>
                <a:moveTo>
                  <a:pt x="190" y="153"/>
                </a:moveTo>
                <a:cubicBezTo>
                  <a:pt x="170" y="153"/>
                  <a:pt x="154" y="170"/>
                  <a:pt x="154" y="189"/>
                </a:cubicBezTo>
                <a:cubicBezTo>
                  <a:pt x="154" y="209"/>
                  <a:pt x="170" y="225"/>
                  <a:pt x="190" y="225"/>
                </a:cubicBezTo>
                <a:cubicBezTo>
                  <a:pt x="210" y="225"/>
                  <a:pt x="226" y="209"/>
                  <a:pt x="226" y="189"/>
                </a:cubicBezTo>
                <a:cubicBezTo>
                  <a:pt x="226" y="170"/>
                  <a:pt x="210" y="153"/>
                  <a:pt x="190" y="153"/>
                </a:cubicBezTo>
                <a:close/>
                <a:moveTo>
                  <a:pt x="190" y="217"/>
                </a:moveTo>
                <a:cubicBezTo>
                  <a:pt x="174" y="217"/>
                  <a:pt x="162" y="205"/>
                  <a:pt x="162" y="189"/>
                </a:cubicBezTo>
                <a:cubicBezTo>
                  <a:pt x="162" y="174"/>
                  <a:pt x="174" y="161"/>
                  <a:pt x="190" y="161"/>
                </a:cubicBezTo>
                <a:cubicBezTo>
                  <a:pt x="205" y="161"/>
                  <a:pt x="218" y="174"/>
                  <a:pt x="218" y="189"/>
                </a:cubicBezTo>
                <a:cubicBezTo>
                  <a:pt x="218" y="205"/>
                  <a:pt x="205" y="217"/>
                  <a:pt x="190" y="217"/>
                </a:cubicBezTo>
                <a:close/>
                <a:moveTo>
                  <a:pt x="248" y="173"/>
                </a:moveTo>
                <a:cubicBezTo>
                  <a:pt x="245" y="173"/>
                  <a:pt x="245" y="173"/>
                  <a:pt x="245" y="173"/>
                </a:cubicBezTo>
                <a:cubicBezTo>
                  <a:pt x="241" y="175"/>
                  <a:pt x="241" y="175"/>
                  <a:pt x="241" y="175"/>
                </a:cubicBezTo>
                <a:cubicBezTo>
                  <a:pt x="245" y="173"/>
                  <a:pt x="245" y="173"/>
                  <a:pt x="245" y="173"/>
                </a:cubicBezTo>
                <a:cubicBezTo>
                  <a:pt x="240" y="162"/>
                  <a:pt x="240" y="162"/>
                  <a:pt x="240" y="162"/>
                </a:cubicBezTo>
                <a:cubicBezTo>
                  <a:pt x="242" y="160"/>
                  <a:pt x="242" y="160"/>
                  <a:pt x="242" y="160"/>
                </a:cubicBezTo>
                <a:cubicBezTo>
                  <a:pt x="245" y="157"/>
                  <a:pt x="245" y="152"/>
                  <a:pt x="242" y="148"/>
                </a:cubicBezTo>
                <a:cubicBezTo>
                  <a:pt x="231" y="137"/>
                  <a:pt x="231" y="137"/>
                  <a:pt x="231" y="137"/>
                </a:cubicBezTo>
                <a:cubicBezTo>
                  <a:pt x="228" y="134"/>
                  <a:pt x="223" y="134"/>
                  <a:pt x="220" y="137"/>
                </a:cubicBezTo>
                <a:cubicBezTo>
                  <a:pt x="218" y="139"/>
                  <a:pt x="218" y="139"/>
                  <a:pt x="218" y="139"/>
                </a:cubicBezTo>
                <a:cubicBezTo>
                  <a:pt x="206" y="134"/>
                  <a:pt x="206" y="134"/>
                  <a:pt x="206" y="134"/>
                </a:cubicBezTo>
                <a:cubicBezTo>
                  <a:pt x="206" y="131"/>
                  <a:pt x="206" y="131"/>
                  <a:pt x="206" y="131"/>
                </a:cubicBezTo>
                <a:cubicBezTo>
                  <a:pt x="206" y="127"/>
                  <a:pt x="202" y="123"/>
                  <a:pt x="198" y="123"/>
                </a:cubicBezTo>
                <a:cubicBezTo>
                  <a:pt x="182" y="123"/>
                  <a:pt x="182" y="123"/>
                  <a:pt x="182" y="123"/>
                </a:cubicBezTo>
                <a:cubicBezTo>
                  <a:pt x="178" y="123"/>
                  <a:pt x="174" y="127"/>
                  <a:pt x="174" y="131"/>
                </a:cubicBezTo>
                <a:cubicBezTo>
                  <a:pt x="174" y="134"/>
                  <a:pt x="174" y="134"/>
                  <a:pt x="174" y="134"/>
                </a:cubicBezTo>
                <a:cubicBezTo>
                  <a:pt x="162" y="139"/>
                  <a:pt x="162" y="139"/>
                  <a:pt x="162" y="139"/>
                </a:cubicBezTo>
                <a:cubicBezTo>
                  <a:pt x="160" y="137"/>
                  <a:pt x="160" y="137"/>
                  <a:pt x="160" y="137"/>
                </a:cubicBezTo>
                <a:cubicBezTo>
                  <a:pt x="157" y="134"/>
                  <a:pt x="152" y="134"/>
                  <a:pt x="149" y="137"/>
                </a:cubicBezTo>
                <a:cubicBezTo>
                  <a:pt x="138" y="148"/>
                  <a:pt x="138" y="148"/>
                  <a:pt x="138" y="148"/>
                </a:cubicBezTo>
                <a:cubicBezTo>
                  <a:pt x="134" y="152"/>
                  <a:pt x="134" y="157"/>
                  <a:pt x="138" y="160"/>
                </a:cubicBezTo>
                <a:cubicBezTo>
                  <a:pt x="140" y="162"/>
                  <a:pt x="140" y="162"/>
                  <a:pt x="140" y="162"/>
                </a:cubicBezTo>
                <a:cubicBezTo>
                  <a:pt x="135" y="173"/>
                  <a:pt x="135" y="173"/>
                  <a:pt x="135" y="173"/>
                </a:cubicBezTo>
                <a:cubicBezTo>
                  <a:pt x="132" y="173"/>
                  <a:pt x="132" y="173"/>
                  <a:pt x="132" y="173"/>
                </a:cubicBezTo>
                <a:cubicBezTo>
                  <a:pt x="128" y="173"/>
                  <a:pt x="124" y="177"/>
                  <a:pt x="124" y="181"/>
                </a:cubicBezTo>
                <a:cubicBezTo>
                  <a:pt x="124" y="197"/>
                  <a:pt x="124" y="197"/>
                  <a:pt x="124" y="197"/>
                </a:cubicBezTo>
                <a:cubicBezTo>
                  <a:pt x="124" y="202"/>
                  <a:pt x="128" y="205"/>
                  <a:pt x="132" y="205"/>
                </a:cubicBezTo>
                <a:cubicBezTo>
                  <a:pt x="135" y="205"/>
                  <a:pt x="135" y="205"/>
                  <a:pt x="135" y="205"/>
                </a:cubicBezTo>
                <a:cubicBezTo>
                  <a:pt x="140" y="217"/>
                  <a:pt x="140" y="217"/>
                  <a:pt x="140" y="217"/>
                </a:cubicBezTo>
                <a:cubicBezTo>
                  <a:pt x="138" y="219"/>
                  <a:pt x="138" y="219"/>
                  <a:pt x="138" y="219"/>
                </a:cubicBezTo>
                <a:cubicBezTo>
                  <a:pt x="134" y="222"/>
                  <a:pt x="134" y="227"/>
                  <a:pt x="138" y="231"/>
                </a:cubicBezTo>
                <a:cubicBezTo>
                  <a:pt x="149" y="242"/>
                  <a:pt x="149" y="242"/>
                  <a:pt x="149" y="242"/>
                </a:cubicBezTo>
                <a:cubicBezTo>
                  <a:pt x="152" y="245"/>
                  <a:pt x="157" y="245"/>
                  <a:pt x="160" y="242"/>
                </a:cubicBezTo>
                <a:cubicBezTo>
                  <a:pt x="162" y="240"/>
                  <a:pt x="162" y="240"/>
                  <a:pt x="162" y="240"/>
                </a:cubicBezTo>
                <a:cubicBezTo>
                  <a:pt x="174" y="245"/>
                  <a:pt x="174" y="245"/>
                  <a:pt x="174" y="245"/>
                </a:cubicBezTo>
                <a:cubicBezTo>
                  <a:pt x="174" y="247"/>
                  <a:pt x="174" y="247"/>
                  <a:pt x="174" y="247"/>
                </a:cubicBezTo>
                <a:cubicBezTo>
                  <a:pt x="174" y="252"/>
                  <a:pt x="178" y="255"/>
                  <a:pt x="182" y="255"/>
                </a:cubicBezTo>
                <a:cubicBezTo>
                  <a:pt x="198" y="255"/>
                  <a:pt x="198" y="255"/>
                  <a:pt x="198" y="255"/>
                </a:cubicBezTo>
                <a:cubicBezTo>
                  <a:pt x="202" y="255"/>
                  <a:pt x="206" y="252"/>
                  <a:pt x="206" y="247"/>
                </a:cubicBezTo>
                <a:cubicBezTo>
                  <a:pt x="206" y="245"/>
                  <a:pt x="206" y="245"/>
                  <a:pt x="206" y="245"/>
                </a:cubicBezTo>
                <a:cubicBezTo>
                  <a:pt x="218" y="240"/>
                  <a:pt x="218" y="240"/>
                  <a:pt x="218" y="240"/>
                </a:cubicBezTo>
                <a:cubicBezTo>
                  <a:pt x="220" y="242"/>
                  <a:pt x="220" y="242"/>
                  <a:pt x="220" y="242"/>
                </a:cubicBezTo>
                <a:cubicBezTo>
                  <a:pt x="223" y="245"/>
                  <a:pt x="228" y="245"/>
                  <a:pt x="231" y="242"/>
                </a:cubicBezTo>
                <a:cubicBezTo>
                  <a:pt x="242" y="231"/>
                  <a:pt x="242" y="231"/>
                  <a:pt x="242" y="231"/>
                </a:cubicBezTo>
                <a:cubicBezTo>
                  <a:pt x="245" y="227"/>
                  <a:pt x="245" y="222"/>
                  <a:pt x="242" y="219"/>
                </a:cubicBezTo>
                <a:cubicBezTo>
                  <a:pt x="240" y="217"/>
                  <a:pt x="240" y="217"/>
                  <a:pt x="240" y="217"/>
                </a:cubicBezTo>
                <a:cubicBezTo>
                  <a:pt x="245" y="205"/>
                  <a:pt x="245" y="205"/>
                  <a:pt x="245" y="205"/>
                </a:cubicBezTo>
                <a:cubicBezTo>
                  <a:pt x="248" y="205"/>
                  <a:pt x="248" y="205"/>
                  <a:pt x="248" y="205"/>
                </a:cubicBezTo>
                <a:cubicBezTo>
                  <a:pt x="252" y="205"/>
                  <a:pt x="256" y="202"/>
                  <a:pt x="256" y="197"/>
                </a:cubicBezTo>
                <a:cubicBezTo>
                  <a:pt x="256" y="181"/>
                  <a:pt x="256" y="181"/>
                  <a:pt x="256" y="181"/>
                </a:cubicBezTo>
                <a:cubicBezTo>
                  <a:pt x="256" y="177"/>
                  <a:pt x="252" y="173"/>
                  <a:pt x="248" y="173"/>
                </a:cubicBezTo>
                <a:close/>
                <a:moveTo>
                  <a:pt x="248" y="197"/>
                </a:moveTo>
                <a:cubicBezTo>
                  <a:pt x="245" y="197"/>
                  <a:pt x="245" y="197"/>
                  <a:pt x="245" y="197"/>
                </a:cubicBezTo>
                <a:cubicBezTo>
                  <a:pt x="242" y="197"/>
                  <a:pt x="239" y="199"/>
                  <a:pt x="238" y="202"/>
                </a:cubicBezTo>
                <a:cubicBezTo>
                  <a:pt x="233" y="214"/>
                  <a:pt x="233" y="214"/>
                  <a:pt x="233" y="214"/>
                </a:cubicBezTo>
                <a:cubicBezTo>
                  <a:pt x="232" y="217"/>
                  <a:pt x="232" y="221"/>
                  <a:pt x="235" y="223"/>
                </a:cubicBezTo>
                <a:cubicBezTo>
                  <a:pt x="237" y="225"/>
                  <a:pt x="237" y="225"/>
                  <a:pt x="237" y="225"/>
                </a:cubicBezTo>
                <a:cubicBezTo>
                  <a:pt x="225" y="236"/>
                  <a:pt x="225" y="236"/>
                  <a:pt x="225" y="236"/>
                </a:cubicBezTo>
                <a:cubicBezTo>
                  <a:pt x="223" y="234"/>
                  <a:pt x="223" y="234"/>
                  <a:pt x="223" y="234"/>
                </a:cubicBezTo>
                <a:cubicBezTo>
                  <a:pt x="221" y="232"/>
                  <a:pt x="218" y="231"/>
                  <a:pt x="215" y="232"/>
                </a:cubicBezTo>
                <a:cubicBezTo>
                  <a:pt x="203" y="237"/>
                  <a:pt x="203" y="237"/>
                  <a:pt x="203" y="237"/>
                </a:cubicBezTo>
                <a:cubicBezTo>
                  <a:pt x="200" y="239"/>
                  <a:pt x="198" y="241"/>
                  <a:pt x="198" y="245"/>
                </a:cubicBezTo>
                <a:cubicBezTo>
                  <a:pt x="198" y="247"/>
                  <a:pt x="198" y="247"/>
                  <a:pt x="198" y="247"/>
                </a:cubicBezTo>
                <a:cubicBezTo>
                  <a:pt x="182" y="247"/>
                  <a:pt x="182" y="247"/>
                  <a:pt x="182" y="247"/>
                </a:cubicBezTo>
                <a:cubicBezTo>
                  <a:pt x="182" y="245"/>
                  <a:pt x="182" y="245"/>
                  <a:pt x="182" y="245"/>
                </a:cubicBezTo>
                <a:cubicBezTo>
                  <a:pt x="182" y="241"/>
                  <a:pt x="180" y="239"/>
                  <a:pt x="177" y="237"/>
                </a:cubicBezTo>
                <a:cubicBezTo>
                  <a:pt x="165" y="232"/>
                  <a:pt x="165" y="232"/>
                  <a:pt x="165" y="232"/>
                </a:cubicBezTo>
                <a:cubicBezTo>
                  <a:pt x="164" y="232"/>
                  <a:pt x="163" y="232"/>
                  <a:pt x="162" y="232"/>
                </a:cubicBezTo>
                <a:cubicBezTo>
                  <a:pt x="160" y="232"/>
                  <a:pt x="158" y="233"/>
                  <a:pt x="157" y="234"/>
                </a:cubicBezTo>
                <a:cubicBezTo>
                  <a:pt x="155" y="236"/>
                  <a:pt x="155" y="236"/>
                  <a:pt x="155" y="236"/>
                </a:cubicBezTo>
                <a:cubicBezTo>
                  <a:pt x="143" y="225"/>
                  <a:pt x="143" y="225"/>
                  <a:pt x="143" y="225"/>
                </a:cubicBezTo>
                <a:cubicBezTo>
                  <a:pt x="145" y="223"/>
                  <a:pt x="145" y="223"/>
                  <a:pt x="145" y="223"/>
                </a:cubicBezTo>
                <a:cubicBezTo>
                  <a:pt x="148" y="221"/>
                  <a:pt x="148" y="217"/>
                  <a:pt x="147" y="214"/>
                </a:cubicBezTo>
                <a:cubicBezTo>
                  <a:pt x="142" y="202"/>
                  <a:pt x="142" y="202"/>
                  <a:pt x="142" y="202"/>
                </a:cubicBezTo>
                <a:cubicBezTo>
                  <a:pt x="141" y="199"/>
                  <a:pt x="138" y="197"/>
                  <a:pt x="135" y="197"/>
                </a:cubicBezTo>
                <a:cubicBezTo>
                  <a:pt x="132" y="197"/>
                  <a:pt x="132" y="197"/>
                  <a:pt x="132" y="197"/>
                </a:cubicBezTo>
                <a:cubicBezTo>
                  <a:pt x="132" y="181"/>
                  <a:pt x="132" y="181"/>
                  <a:pt x="132" y="181"/>
                </a:cubicBezTo>
                <a:cubicBezTo>
                  <a:pt x="135" y="181"/>
                  <a:pt x="135" y="181"/>
                  <a:pt x="135" y="181"/>
                </a:cubicBezTo>
                <a:cubicBezTo>
                  <a:pt x="138" y="181"/>
                  <a:pt x="141" y="180"/>
                  <a:pt x="142" y="177"/>
                </a:cubicBezTo>
                <a:cubicBezTo>
                  <a:pt x="147" y="165"/>
                  <a:pt x="147" y="165"/>
                  <a:pt x="147" y="165"/>
                </a:cubicBezTo>
                <a:cubicBezTo>
                  <a:pt x="148" y="162"/>
                  <a:pt x="148" y="158"/>
                  <a:pt x="145" y="156"/>
                </a:cubicBezTo>
                <a:cubicBezTo>
                  <a:pt x="143" y="154"/>
                  <a:pt x="143" y="154"/>
                  <a:pt x="143" y="154"/>
                </a:cubicBezTo>
                <a:cubicBezTo>
                  <a:pt x="155" y="143"/>
                  <a:pt x="155" y="143"/>
                  <a:pt x="155" y="143"/>
                </a:cubicBezTo>
                <a:cubicBezTo>
                  <a:pt x="157" y="145"/>
                  <a:pt x="157" y="145"/>
                  <a:pt x="157" y="145"/>
                </a:cubicBezTo>
                <a:cubicBezTo>
                  <a:pt x="159" y="147"/>
                  <a:pt x="162" y="148"/>
                  <a:pt x="165" y="147"/>
                </a:cubicBezTo>
                <a:cubicBezTo>
                  <a:pt x="177" y="142"/>
                  <a:pt x="177" y="142"/>
                  <a:pt x="177" y="142"/>
                </a:cubicBezTo>
                <a:cubicBezTo>
                  <a:pt x="180" y="140"/>
                  <a:pt x="182" y="138"/>
                  <a:pt x="182" y="134"/>
                </a:cubicBezTo>
                <a:cubicBezTo>
                  <a:pt x="182" y="131"/>
                  <a:pt x="182" y="131"/>
                  <a:pt x="182" y="131"/>
                </a:cubicBezTo>
                <a:cubicBezTo>
                  <a:pt x="198" y="131"/>
                  <a:pt x="198" y="131"/>
                  <a:pt x="198" y="131"/>
                </a:cubicBezTo>
                <a:cubicBezTo>
                  <a:pt x="198" y="134"/>
                  <a:pt x="198" y="134"/>
                  <a:pt x="198" y="134"/>
                </a:cubicBezTo>
                <a:cubicBezTo>
                  <a:pt x="198" y="138"/>
                  <a:pt x="200" y="140"/>
                  <a:pt x="203" y="142"/>
                </a:cubicBezTo>
                <a:cubicBezTo>
                  <a:pt x="215" y="147"/>
                  <a:pt x="215" y="147"/>
                  <a:pt x="215" y="147"/>
                </a:cubicBezTo>
                <a:cubicBezTo>
                  <a:pt x="218" y="148"/>
                  <a:pt x="221" y="147"/>
                  <a:pt x="223" y="145"/>
                </a:cubicBezTo>
                <a:cubicBezTo>
                  <a:pt x="225" y="143"/>
                  <a:pt x="225" y="143"/>
                  <a:pt x="225" y="143"/>
                </a:cubicBezTo>
                <a:cubicBezTo>
                  <a:pt x="237" y="154"/>
                  <a:pt x="237" y="154"/>
                  <a:pt x="237" y="154"/>
                </a:cubicBezTo>
                <a:cubicBezTo>
                  <a:pt x="235" y="156"/>
                  <a:pt x="235" y="156"/>
                  <a:pt x="235" y="156"/>
                </a:cubicBezTo>
                <a:cubicBezTo>
                  <a:pt x="232" y="158"/>
                  <a:pt x="232" y="162"/>
                  <a:pt x="233" y="165"/>
                </a:cubicBezTo>
                <a:cubicBezTo>
                  <a:pt x="238" y="177"/>
                  <a:pt x="238" y="177"/>
                  <a:pt x="238" y="177"/>
                </a:cubicBezTo>
                <a:cubicBezTo>
                  <a:pt x="238" y="177"/>
                  <a:pt x="238" y="177"/>
                  <a:pt x="238" y="177"/>
                </a:cubicBezTo>
                <a:cubicBezTo>
                  <a:pt x="239" y="180"/>
                  <a:pt x="242" y="181"/>
                  <a:pt x="245" y="181"/>
                </a:cubicBezTo>
                <a:cubicBezTo>
                  <a:pt x="248" y="181"/>
                  <a:pt x="248" y="181"/>
                  <a:pt x="248" y="181"/>
                </a:cubicBezTo>
                <a:lnTo>
                  <a:pt x="248" y="197"/>
                </a:lnTo>
                <a:close/>
                <a:moveTo>
                  <a:pt x="119" y="111"/>
                </a:moveTo>
                <a:cubicBezTo>
                  <a:pt x="121" y="111"/>
                  <a:pt x="122" y="109"/>
                  <a:pt x="123" y="108"/>
                </a:cubicBezTo>
                <a:cubicBezTo>
                  <a:pt x="123" y="106"/>
                  <a:pt x="123" y="105"/>
                  <a:pt x="123" y="103"/>
                </a:cubicBezTo>
                <a:cubicBezTo>
                  <a:pt x="119" y="94"/>
                  <a:pt x="119" y="94"/>
                  <a:pt x="119" y="94"/>
                </a:cubicBezTo>
                <a:cubicBezTo>
                  <a:pt x="119" y="93"/>
                  <a:pt x="117" y="92"/>
                  <a:pt x="116" y="91"/>
                </a:cubicBezTo>
                <a:cubicBezTo>
                  <a:pt x="114" y="90"/>
                  <a:pt x="113" y="90"/>
                  <a:pt x="111" y="91"/>
                </a:cubicBezTo>
                <a:cubicBezTo>
                  <a:pt x="111" y="91"/>
                  <a:pt x="111" y="91"/>
                  <a:pt x="111" y="91"/>
                </a:cubicBezTo>
                <a:cubicBezTo>
                  <a:pt x="107" y="88"/>
                  <a:pt x="107" y="88"/>
                  <a:pt x="107" y="88"/>
                </a:cubicBezTo>
                <a:cubicBezTo>
                  <a:pt x="107" y="87"/>
                  <a:pt x="107" y="87"/>
                  <a:pt x="107" y="87"/>
                </a:cubicBezTo>
                <a:cubicBezTo>
                  <a:pt x="108" y="84"/>
                  <a:pt x="107" y="80"/>
                  <a:pt x="104" y="79"/>
                </a:cubicBezTo>
                <a:cubicBezTo>
                  <a:pt x="95" y="75"/>
                  <a:pt x="95" y="75"/>
                  <a:pt x="95" y="75"/>
                </a:cubicBezTo>
                <a:cubicBezTo>
                  <a:pt x="92" y="74"/>
                  <a:pt x="88" y="75"/>
                  <a:pt x="87" y="79"/>
                </a:cubicBezTo>
                <a:cubicBezTo>
                  <a:pt x="87" y="79"/>
                  <a:pt x="87" y="79"/>
                  <a:pt x="87" y="79"/>
                </a:cubicBezTo>
                <a:cubicBezTo>
                  <a:pt x="82" y="79"/>
                  <a:pt x="82" y="79"/>
                  <a:pt x="82" y="79"/>
                </a:cubicBezTo>
                <a:cubicBezTo>
                  <a:pt x="81" y="79"/>
                  <a:pt x="81" y="79"/>
                  <a:pt x="81" y="79"/>
                </a:cubicBezTo>
                <a:cubicBezTo>
                  <a:pt x="81" y="77"/>
                  <a:pt x="79" y="76"/>
                  <a:pt x="78" y="75"/>
                </a:cubicBezTo>
                <a:cubicBezTo>
                  <a:pt x="76" y="75"/>
                  <a:pt x="75" y="75"/>
                  <a:pt x="73" y="75"/>
                </a:cubicBezTo>
                <a:cubicBezTo>
                  <a:pt x="64" y="79"/>
                  <a:pt x="64" y="79"/>
                  <a:pt x="64" y="79"/>
                </a:cubicBezTo>
                <a:cubicBezTo>
                  <a:pt x="61" y="80"/>
                  <a:pt x="60" y="84"/>
                  <a:pt x="61" y="87"/>
                </a:cubicBezTo>
                <a:cubicBezTo>
                  <a:pt x="61" y="88"/>
                  <a:pt x="61" y="88"/>
                  <a:pt x="61" y="88"/>
                </a:cubicBezTo>
                <a:cubicBezTo>
                  <a:pt x="58" y="91"/>
                  <a:pt x="58" y="91"/>
                  <a:pt x="58" y="91"/>
                </a:cubicBezTo>
                <a:cubicBezTo>
                  <a:pt x="57" y="91"/>
                  <a:pt x="57" y="91"/>
                  <a:pt x="57" y="91"/>
                </a:cubicBezTo>
                <a:cubicBezTo>
                  <a:pt x="54" y="90"/>
                  <a:pt x="50" y="91"/>
                  <a:pt x="49" y="94"/>
                </a:cubicBezTo>
                <a:cubicBezTo>
                  <a:pt x="45" y="103"/>
                  <a:pt x="45" y="103"/>
                  <a:pt x="45" y="103"/>
                </a:cubicBezTo>
                <a:cubicBezTo>
                  <a:pt x="45" y="105"/>
                  <a:pt x="45" y="106"/>
                  <a:pt x="45" y="108"/>
                </a:cubicBezTo>
                <a:cubicBezTo>
                  <a:pt x="46" y="109"/>
                  <a:pt x="47" y="111"/>
                  <a:pt x="49" y="111"/>
                </a:cubicBezTo>
                <a:cubicBezTo>
                  <a:pt x="49" y="111"/>
                  <a:pt x="49" y="111"/>
                  <a:pt x="49" y="111"/>
                </a:cubicBezTo>
                <a:cubicBezTo>
                  <a:pt x="49" y="117"/>
                  <a:pt x="49" y="117"/>
                  <a:pt x="49" y="117"/>
                </a:cubicBezTo>
                <a:cubicBezTo>
                  <a:pt x="49" y="117"/>
                  <a:pt x="49" y="117"/>
                  <a:pt x="49" y="117"/>
                </a:cubicBezTo>
                <a:cubicBezTo>
                  <a:pt x="47" y="117"/>
                  <a:pt x="46" y="119"/>
                  <a:pt x="45" y="120"/>
                </a:cubicBezTo>
                <a:cubicBezTo>
                  <a:pt x="45" y="122"/>
                  <a:pt x="45" y="123"/>
                  <a:pt x="45" y="125"/>
                </a:cubicBezTo>
                <a:cubicBezTo>
                  <a:pt x="49" y="134"/>
                  <a:pt x="49" y="134"/>
                  <a:pt x="49" y="134"/>
                </a:cubicBezTo>
                <a:cubicBezTo>
                  <a:pt x="50" y="135"/>
                  <a:pt x="51" y="136"/>
                  <a:pt x="52" y="137"/>
                </a:cubicBezTo>
                <a:cubicBezTo>
                  <a:pt x="54" y="138"/>
                  <a:pt x="56" y="138"/>
                  <a:pt x="57" y="137"/>
                </a:cubicBezTo>
                <a:cubicBezTo>
                  <a:pt x="58" y="137"/>
                  <a:pt x="58" y="137"/>
                  <a:pt x="58" y="137"/>
                </a:cubicBezTo>
                <a:cubicBezTo>
                  <a:pt x="61" y="140"/>
                  <a:pt x="61" y="140"/>
                  <a:pt x="61" y="140"/>
                </a:cubicBezTo>
                <a:cubicBezTo>
                  <a:pt x="61" y="141"/>
                  <a:pt x="61" y="141"/>
                  <a:pt x="61" y="141"/>
                </a:cubicBezTo>
                <a:cubicBezTo>
                  <a:pt x="60" y="144"/>
                  <a:pt x="61" y="148"/>
                  <a:pt x="64" y="149"/>
                </a:cubicBezTo>
                <a:cubicBezTo>
                  <a:pt x="73" y="153"/>
                  <a:pt x="73" y="153"/>
                  <a:pt x="73" y="153"/>
                </a:cubicBezTo>
                <a:cubicBezTo>
                  <a:pt x="74" y="153"/>
                  <a:pt x="75" y="153"/>
                  <a:pt x="75" y="153"/>
                </a:cubicBezTo>
                <a:cubicBezTo>
                  <a:pt x="78" y="153"/>
                  <a:pt x="80" y="152"/>
                  <a:pt x="81" y="149"/>
                </a:cubicBezTo>
                <a:cubicBezTo>
                  <a:pt x="82" y="149"/>
                  <a:pt x="82" y="149"/>
                  <a:pt x="82" y="149"/>
                </a:cubicBezTo>
                <a:cubicBezTo>
                  <a:pt x="87" y="149"/>
                  <a:pt x="87" y="149"/>
                  <a:pt x="87" y="149"/>
                </a:cubicBezTo>
                <a:cubicBezTo>
                  <a:pt x="87" y="149"/>
                  <a:pt x="87" y="149"/>
                  <a:pt x="87" y="149"/>
                </a:cubicBezTo>
                <a:cubicBezTo>
                  <a:pt x="88" y="153"/>
                  <a:pt x="92" y="154"/>
                  <a:pt x="95" y="153"/>
                </a:cubicBezTo>
                <a:cubicBezTo>
                  <a:pt x="104" y="149"/>
                  <a:pt x="104" y="149"/>
                  <a:pt x="104" y="149"/>
                </a:cubicBezTo>
                <a:cubicBezTo>
                  <a:pt x="107" y="148"/>
                  <a:pt x="108" y="144"/>
                  <a:pt x="107" y="141"/>
                </a:cubicBezTo>
                <a:cubicBezTo>
                  <a:pt x="107" y="140"/>
                  <a:pt x="107" y="140"/>
                  <a:pt x="107" y="140"/>
                </a:cubicBezTo>
                <a:cubicBezTo>
                  <a:pt x="111" y="137"/>
                  <a:pt x="111" y="137"/>
                  <a:pt x="111" y="137"/>
                </a:cubicBezTo>
                <a:cubicBezTo>
                  <a:pt x="111" y="137"/>
                  <a:pt x="111" y="137"/>
                  <a:pt x="111" y="137"/>
                </a:cubicBezTo>
                <a:cubicBezTo>
                  <a:pt x="114" y="138"/>
                  <a:pt x="118" y="137"/>
                  <a:pt x="119" y="134"/>
                </a:cubicBezTo>
                <a:cubicBezTo>
                  <a:pt x="123" y="125"/>
                  <a:pt x="123" y="125"/>
                  <a:pt x="123" y="125"/>
                </a:cubicBezTo>
                <a:cubicBezTo>
                  <a:pt x="123" y="123"/>
                  <a:pt x="123" y="122"/>
                  <a:pt x="123" y="120"/>
                </a:cubicBezTo>
                <a:cubicBezTo>
                  <a:pt x="122" y="119"/>
                  <a:pt x="121" y="117"/>
                  <a:pt x="119" y="117"/>
                </a:cubicBezTo>
                <a:cubicBezTo>
                  <a:pt x="119" y="117"/>
                  <a:pt x="119" y="117"/>
                  <a:pt x="119" y="117"/>
                </a:cubicBezTo>
                <a:cubicBezTo>
                  <a:pt x="119" y="111"/>
                  <a:pt x="119" y="111"/>
                  <a:pt x="119" y="111"/>
                </a:cubicBezTo>
                <a:close/>
                <a:moveTo>
                  <a:pt x="115" y="124"/>
                </a:moveTo>
                <a:cubicBezTo>
                  <a:pt x="113" y="129"/>
                  <a:pt x="113" y="129"/>
                  <a:pt x="113" y="129"/>
                </a:cubicBezTo>
                <a:cubicBezTo>
                  <a:pt x="110" y="128"/>
                  <a:pt x="107" y="129"/>
                  <a:pt x="106" y="130"/>
                </a:cubicBezTo>
                <a:cubicBezTo>
                  <a:pt x="100" y="136"/>
                  <a:pt x="100" y="136"/>
                  <a:pt x="100" y="136"/>
                </a:cubicBezTo>
                <a:cubicBezTo>
                  <a:pt x="99" y="137"/>
                  <a:pt x="98" y="140"/>
                  <a:pt x="99" y="142"/>
                </a:cubicBezTo>
                <a:cubicBezTo>
                  <a:pt x="94" y="145"/>
                  <a:pt x="94" y="145"/>
                  <a:pt x="94" y="145"/>
                </a:cubicBezTo>
                <a:cubicBezTo>
                  <a:pt x="93" y="142"/>
                  <a:pt x="90" y="141"/>
                  <a:pt x="88" y="141"/>
                </a:cubicBezTo>
                <a:cubicBezTo>
                  <a:pt x="80" y="141"/>
                  <a:pt x="80" y="141"/>
                  <a:pt x="80" y="141"/>
                </a:cubicBezTo>
                <a:cubicBezTo>
                  <a:pt x="78" y="141"/>
                  <a:pt x="76" y="142"/>
                  <a:pt x="75" y="145"/>
                </a:cubicBezTo>
                <a:cubicBezTo>
                  <a:pt x="69" y="142"/>
                  <a:pt x="69" y="142"/>
                  <a:pt x="69" y="142"/>
                </a:cubicBezTo>
                <a:cubicBezTo>
                  <a:pt x="70" y="140"/>
                  <a:pt x="70" y="137"/>
                  <a:pt x="68" y="136"/>
                </a:cubicBezTo>
                <a:cubicBezTo>
                  <a:pt x="63" y="130"/>
                  <a:pt x="63" y="130"/>
                  <a:pt x="63" y="130"/>
                </a:cubicBezTo>
                <a:cubicBezTo>
                  <a:pt x="61" y="129"/>
                  <a:pt x="58" y="128"/>
                  <a:pt x="56" y="129"/>
                </a:cubicBezTo>
                <a:cubicBezTo>
                  <a:pt x="53" y="124"/>
                  <a:pt x="53" y="124"/>
                  <a:pt x="53" y="124"/>
                </a:cubicBezTo>
                <a:cubicBezTo>
                  <a:pt x="56" y="123"/>
                  <a:pt x="57" y="120"/>
                  <a:pt x="57" y="118"/>
                </a:cubicBezTo>
                <a:cubicBezTo>
                  <a:pt x="57" y="110"/>
                  <a:pt x="57" y="110"/>
                  <a:pt x="57" y="110"/>
                </a:cubicBezTo>
                <a:cubicBezTo>
                  <a:pt x="57" y="108"/>
                  <a:pt x="56" y="105"/>
                  <a:pt x="53" y="104"/>
                </a:cubicBezTo>
                <a:cubicBezTo>
                  <a:pt x="56" y="99"/>
                  <a:pt x="56" y="99"/>
                  <a:pt x="56" y="99"/>
                </a:cubicBezTo>
                <a:cubicBezTo>
                  <a:pt x="58" y="100"/>
                  <a:pt x="61" y="99"/>
                  <a:pt x="63" y="98"/>
                </a:cubicBezTo>
                <a:cubicBezTo>
                  <a:pt x="68" y="92"/>
                  <a:pt x="68" y="92"/>
                  <a:pt x="68" y="92"/>
                </a:cubicBezTo>
                <a:cubicBezTo>
                  <a:pt x="70" y="91"/>
                  <a:pt x="70" y="88"/>
                  <a:pt x="69" y="86"/>
                </a:cubicBezTo>
                <a:cubicBezTo>
                  <a:pt x="75" y="83"/>
                  <a:pt x="75" y="83"/>
                  <a:pt x="75" y="83"/>
                </a:cubicBezTo>
                <a:cubicBezTo>
                  <a:pt x="76" y="86"/>
                  <a:pt x="78" y="87"/>
                  <a:pt x="80" y="87"/>
                </a:cubicBezTo>
                <a:cubicBezTo>
                  <a:pt x="88" y="87"/>
                  <a:pt x="88" y="87"/>
                  <a:pt x="88" y="87"/>
                </a:cubicBezTo>
                <a:cubicBezTo>
                  <a:pt x="90" y="87"/>
                  <a:pt x="93" y="86"/>
                  <a:pt x="94" y="83"/>
                </a:cubicBezTo>
                <a:cubicBezTo>
                  <a:pt x="99" y="86"/>
                  <a:pt x="99" y="86"/>
                  <a:pt x="99" y="86"/>
                </a:cubicBezTo>
                <a:cubicBezTo>
                  <a:pt x="98" y="88"/>
                  <a:pt x="99" y="91"/>
                  <a:pt x="100" y="92"/>
                </a:cubicBezTo>
                <a:cubicBezTo>
                  <a:pt x="106" y="98"/>
                  <a:pt x="106" y="98"/>
                  <a:pt x="106" y="98"/>
                </a:cubicBezTo>
                <a:cubicBezTo>
                  <a:pt x="107" y="99"/>
                  <a:pt x="110" y="100"/>
                  <a:pt x="113" y="99"/>
                </a:cubicBezTo>
                <a:cubicBezTo>
                  <a:pt x="115" y="104"/>
                  <a:pt x="115" y="104"/>
                  <a:pt x="115" y="104"/>
                </a:cubicBezTo>
                <a:cubicBezTo>
                  <a:pt x="112" y="105"/>
                  <a:pt x="111" y="108"/>
                  <a:pt x="111" y="110"/>
                </a:cubicBezTo>
                <a:cubicBezTo>
                  <a:pt x="111" y="118"/>
                  <a:pt x="111" y="118"/>
                  <a:pt x="111" y="118"/>
                </a:cubicBezTo>
                <a:cubicBezTo>
                  <a:pt x="111" y="120"/>
                  <a:pt x="112" y="123"/>
                  <a:pt x="115" y="12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8" name="Freeform 73">
            <a:extLst>
              <a:ext uri="{FF2B5EF4-FFF2-40B4-BE49-F238E27FC236}">
                <a16:creationId xmlns:a16="http://schemas.microsoft.com/office/drawing/2014/main" id="{194919DB-1A8A-46CF-9645-AD42057EAE07}"/>
              </a:ext>
            </a:extLst>
          </p:cNvPr>
          <p:cNvSpPr>
            <a:spLocks noChangeAspect="1" noEditPoints="1"/>
          </p:cNvSpPr>
          <p:nvPr/>
        </p:nvSpPr>
        <p:spPr bwMode="auto">
          <a:xfrm>
            <a:off x="1541528" y="3371411"/>
            <a:ext cx="398462" cy="400050"/>
          </a:xfrm>
          <a:custGeom>
            <a:avLst/>
            <a:gdLst>
              <a:gd name="T0" fmla="*/ 120 w 256"/>
              <a:gd name="T1" fmla="*/ 204 h 256"/>
              <a:gd name="T2" fmla="*/ 96 w 256"/>
              <a:gd name="T3" fmla="*/ 196 h 256"/>
              <a:gd name="T4" fmla="*/ 248 w 256"/>
              <a:gd name="T5" fmla="*/ 220 h 256"/>
              <a:gd name="T6" fmla="*/ 212 w 256"/>
              <a:gd name="T7" fmla="*/ 118 h 256"/>
              <a:gd name="T8" fmla="*/ 196 w 256"/>
              <a:gd name="T9" fmla="*/ 0 h 256"/>
              <a:gd name="T10" fmla="*/ 196 w 256"/>
              <a:gd name="T11" fmla="*/ 120 h 256"/>
              <a:gd name="T12" fmla="*/ 204 w 256"/>
              <a:gd name="T13" fmla="*/ 220 h 256"/>
              <a:gd name="T14" fmla="*/ 200 w 256"/>
              <a:gd name="T15" fmla="*/ 228 h 256"/>
              <a:gd name="T16" fmla="*/ 248 w 256"/>
              <a:gd name="T17" fmla="*/ 256 h 256"/>
              <a:gd name="T18" fmla="*/ 256 w 256"/>
              <a:gd name="T19" fmla="*/ 228 h 256"/>
              <a:gd name="T20" fmla="*/ 196 w 256"/>
              <a:gd name="T21" fmla="*/ 112 h 256"/>
              <a:gd name="T22" fmla="*/ 196 w 256"/>
              <a:gd name="T23" fmla="*/ 8 h 256"/>
              <a:gd name="T24" fmla="*/ 196 w 256"/>
              <a:gd name="T25" fmla="*/ 112 h 256"/>
              <a:gd name="T26" fmla="*/ 194 w 256"/>
              <a:gd name="T27" fmla="*/ 52 h 256"/>
              <a:gd name="T28" fmla="*/ 173 w 256"/>
              <a:gd name="T29" fmla="*/ 37 h 256"/>
              <a:gd name="T30" fmla="*/ 188 w 256"/>
              <a:gd name="T31" fmla="*/ 58 h 256"/>
              <a:gd name="T32" fmla="*/ 196 w 256"/>
              <a:gd name="T33" fmla="*/ 68 h 256"/>
              <a:gd name="T34" fmla="*/ 196 w 256"/>
              <a:gd name="T35" fmla="*/ 52 h 256"/>
              <a:gd name="T36" fmla="*/ 180 w 256"/>
              <a:gd name="T37" fmla="*/ 136 h 256"/>
              <a:gd name="T38" fmla="*/ 144 w 256"/>
              <a:gd name="T39" fmla="*/ 220 h 256"/>
              <a:gd name="T40" fmla="*/ 136 w 256"/>
              <a:gd name="T41" fmla="*/ 108 h 256"/>
              <a:gd name="T42" fmla="*/ 16 w 256"/>
              <a:gd name="T43" fmla="*/ 116 h 256"/>
              <a:gd name="T44" fmla="*/ 8 w 256"/>
              <a:gd name="T45" fmla="*/ 220 h 256"/>
              <a:gd name="T46" fmla="*/ 0 w 256"/>
              <a:gd name="T47" fmla="*/ 256 h 256"/>
              <a:gd name="T48" fmla="*/ 8 w 256"/>
              <a:gd name="T49" fmla="*/ 228 h 256"/>
              <a:gd name="T50" fmla="*/ 188 w 256"/>
              <a:gd name="T51" fmla="*/ 136 h 256"/>
              <a:gd name="T52" fmla="*/ 68 w 256"/>
              <a:gd name="T53" fmla="*/ 116 h 256"/>
              <a:gd name="T54" fmla="*/ 92 w 256"/>
              <a:gd name="T55" fmla="*/ 132 h 256"/>
              <a:gd name="T56" fmla="*/ 68 w 256"/>
              <a:gd name="T57" fmla="*/ 116 h 256"/>
              <a:gd name="T58" fmla="*/ 24 w 256"/>
              <a:gd name="T59" fmla="*/ 220 h 256"/>
              <a:gd name="T60" fmla="*/ 60 w 256"/>
              <a:gd name="T61" fmla="*/ 116 h 256"/>
              <a:gd name="T62" fmla="*/ 64 w 256"/>
              <a:gd name="T63" fmla="*/ 140 h 256"/>
              <a:gd name="T64" fmla="*/ 100 w 256"/>
              <a:gd name="T65" fmla="*/ 136 h 256"/>
              <a:gd name="T66" fmla="*/ 136 w 256"/>
              <a:gd name="T67" fmla="*/ 1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256">
                <a:moveTo>
                  <a:pt x="96" y="204"/>
                </a:moveTo>
                <a:cubicBezTo>
                  <a:pt x="120" y="204"/>
                  <a:pt x="120" y="204"/>
                  <a:pt x="120" y="204"/>
                </a:cubicBezTo>
                <a:cubicBezTo>
                  <a:pt x="120" y="196"/>
                  <a:pt x="120" y="196"/>
                  <a:pt x="120" y="196"/>
                </a:cubicBezTo>
                <a:cubicBezTo>
                  <a:pt x="96" y="196"/>
                  <a:pt x="96" y="196"/>
                  <a:pt x="96" y="196"/>
                </a:cubicBezTo>
                <a:lnTo>
                  <a:pt x="96" y="204"/>
                </a:lnTo>
                <a:close/>
                <a:moveTo>
                  <a:pt x="248" y="220"/>
                </a:moveTo>
                <a:cubicBezTo>
                  <a:pt x="212" y="220"/>
                  <a:pt x="212" y="220"/>
                  <a:pt x="212" y="220"/>
                </a:cubicBezTo>
                <a:cubicBezTo>
                  <a:pt x="212" y="118"/>
                  <a:pt x="212" y="118"/>
                  <a:pt x="212" y="118"/>
                </a:cubicBezTo>
                <a:cubicBezTo>
                  <a:pt x="237" y="111"/>
                  <a:pt x="256" y="88"/>
                  <a:pt x="256" y="60"/>
                </a:cubicBezTo>
                <a:cubicBezTo>
                  <a:pt x="256" y="27"/>
                  <a:pt x="229" y="0"/>
                  <a:pt x="196" y="0"/>
                </a:cubicBezTo>
                <a:cubicBezTo>
                  <a:pt x="163" y="0"/>
                  <a:pt x="136" y="27"/>
                  <a:pt x="136" y="60"/>
                </a:cubicBezTo>
                <a:cubicBezTo>
                  <a:pt x="136" y="93"/>
                  <a:pt x="163" y="120"/>
                  <a:pt x="196" y="120"/>
                </a:cubicBezTo>
                <a:cubicBezTo>
                  <a:pt x="199" y="120"/>
                  <a:pt x="201" y="120"/>
                  <a:pt x="204" y="119"/>
                </a:cubicBezTo>
                <a:cubicBezTo>
                  <a:pt x="204" y="220"/>
                  <a:pt x="204" y="220"/>
                  <a:pt x="204" y="220"/>
                </a:cubicBezTo>
                <a:cubicBezTo>
                  <a:pt x="200" y="220"/>
                  <a:pt x="200" y="220"/>
                  <a:pt x="200" y="220"/>
                </a:cubicBezTo>
                <a:cubicBezTo>
                  <a:pt x="200" y="228"/>
                  <a:pt x="200" y="228"/>
                  <a:pt x="200" y="228"/>
                </a:cubicBezTo>
                <a:cubicBezTo>
                  <a:pt x="248" y="228"/>
                  <a:pt x="248" y="228"/>
                  <a:pt x="248" y="228"/>
                </a:cubicBezTo>
                <a:cubicBezTo>
                  <a:pt x="248" y="256"/>
                  <a:pt x="248" y="256"/>
                  <a:pt x="248" y="256"/>
                </a:cubicBezTo>
                <a:cubicBezTo>
                  <a:pt x="256" y="256"/>
                  <a:pt x="256" y="256"/>
                  <a:pt x="256" y="256"/>
                </a:cubicBezTo>
                <a:cubicBezTo>
                  <a:pt x="256" y="228"/>
                  <a:pt x="256" y="228"/>
                  <a:pt x="256" y="228"/>
                </a:cubicBezTo>
                <a:cubicBezTo>
                  <a:pt x="256" y="224"/>
                  <a:pt x="252" y="220"/>
                  <a:pt x="248" y="220"/>
                </a:cubicBezTo>
                <a:close/>
                <a:moveTo>
                  <a:pt x="196" y="112"/>
                </a:moveTo>
                <a:cubicBezTo>
                  <a:pt x="167" y="112"/>
                  <a:pt x="144" y="89"/>
                  <a:pt x="144" y="60"/>
                </a:cubicBezTo>
                <a:cubicBezTo>
                  <a:pt x="144" y="31"/>
                  <a:pt x="167" y="8"/>
                  <a:pt x="196" y="8"/>
                </a:cubicBezTo>
                <a:cubicBezTo>
                  <a:pt x="225" y="8"/>
                  <a:pt x="248" y="31"/>
                  <a:pt x="248" y="60"/>
                </a:cubicBezTo>
                <a:cubicBezTo>
                  <a:pt x="248" y="89"/>
                  <a:pt x="225" y="112"/>
                  <a:pt x="196" y="112"/>
                </a:cubicBezTo>
                <a:close/>
                <a:moveTo>
                  <a:pt x="196" y="52"/>
                </a:moveTo>
                <a:cubicBezTo>
                  <a:pt x="195" y="52"/>
                  <a:pt x="195" y="52"/>
                  <a:pt x="194" y="52"/>
                </a:cubicBezTo>
                <a:cubicBezTo>
                  <a:pt x="179" y="37"/>
                  <a:pt x="179" y="37"/>
                  <a:pt x="179" y="37"/>
                </a:cubicBezTo>
                <a:cubicBezTo>
                  <a:pt x="177" y="36"/>
                  <a:pt x="175" y="36"/>
                  <a:pt x="173" y="37"/>
                </a:cubicBezTo>
                <a:cubicBezTo>
                  <a:pt x="172" y="39"/>
                  <a:pt x="172" y="41"/>
                  <a:pt x="173" y="43"/>
                </a:cubicBezTo>
                <a:cubicBezTo>
                  <a:pt x="188" y="58"/>
                  <a:pt x="188" y="58"/>
                  <a:pt x="188" y="58"/>
                </a:cubicBezTo>
                <a:cubicBezTo>
                  <a:pt x="188" y="59"/>
                  <a:pt x="188" y="59"/>
                  <a:pt x="188" y="60"/>
                </a:cubicBezTo>
                <a:cubicBezTo>
                  <a:pt x="188" y="64"/>
                  <a:pt x="192" y="68"/>
                  <a:pt x="196" y="68"/>
                </a:cubicBezTo>
                <a:cubicBezTo>
                  <a:pt x="200" y="68"/>
                  <a:pt x="204" y="64"/>
                  <a:pt x="204" y="60"/>
                </a:cubicBezTo>
                <a:cubicBezTo>
                  <a:pt x="204" y="56"/>
                  <a:pt x="200" y="52"/>
                  <a:pt x="196" y="52"/>
                </a:cubicBezTo>
                <a:close/>
                <a:moveTo>
                  <a:pt x="184" y="132"/>
                </a:moveTo>
                <a:cubicBezTo>
                  <a:pt x="182" y="132"/>
                  <a:pt x="180" y="134"/>
                  <a:pt x="180" y="136"/>
                </a:cubicBezTo>
                <a:cubicBezTo>
                  <a:pt x="180" y="220"/>
                  <a:pt x="180" y="220"/>
                  <a:pt x="180" y="220"/>
                </a:cubicBezTo>
                <a:cubicBezTo>
                  <a:pt x="144" y="220"/>
                  <a:pt x="144" y="220"/>
                  <a:pt x="144" y="220"/>
                </a:cubicBezTo>
                <a:cubicBezTo>
                  <a:pt x="144" y="116"/>
                  <a:pt x="144" y="116"/>
                  <a:pt x="144" y="116"/>
                </a:cubicBezTo>
                <a:cubicBezTo>
                  <a:pt x="144" y="112"/>
                  <a:pt x="140" y="108"/>
                  <a:pt x="136" y="108"/>
                </a:cubicBezTo>
                <a:cubicBezTo>
                  <a:pt x="24" y="108"/>
                  <a:pt x="24" y="108"/>
                  <a:pt x="24" y="108"/>
                </a:cubicBezTo>
                <a:cubicBezTo>
                  <a:pt x="20" y="108"/>
                  <a:pt x="16" y="112"/>
                  <a:pt x="16" y="116"/>
                </a:cubicBezTo>
                <a:cubicBezTo>
                  <a:pt x="16" y="220"/>
                  <a:pt x="16" y="220"/>
                  <a:pt x="16" y="220"/>
                </a:cubicBezTo>
                <a:cubicBezTo>
                  <a:pt x="8" y="220"/>
                  <a:pt x="8" y="220"/>
                  <a:pt x="8" y="220"/>
                </a:cubicBezTo>
                <a:cubicBezTo>
                  <a:pt x="4" y="220"/>
                  <a:pt x="0" y="224"/>
                  <a:pt x="0" y="228"/>
                </a:cubicBezTo>
                <a:cubicBezTo>
                  <a:pt x="0" y="256"/>
                  <a:pt x="0" y="256"/>
                  <a:pt x="0" y="256"/>
                </a:cubicBezTo>
                <a:cubicBezTo>
                  <a:pt x="8" y="256"/>
                  <a:pt x="8" y="256"/>
                  <a:pt x="8" y="256"/>
                </a:cubicBezTo>
                <a:cubicBezTo>
                  <a:pt x="8" y="228"/>
                  <a:pt x="8" y="228"/>
                  <a:pt x="8" y="228"/>
                </a:cubicBezTo>
                <a:cubicBezTo>
                  <a:pt x="188" y="228"/>
                  <a:pt x="188" y="228"/>
                  <a:pt x="188" y="228"/>
                </a:cubicBezTo>
                <a:cubicBezTo>
                  <a:pt x="188" y="136"/>
                  <a:pt x="188" y="136"/>
                  <a:pt x="188" y="136"/>
                </a:cubicBezTo>
                <a:cubicBezTo>
                  <a:pt x="188" y="134"/>
                  <a:pt x="186" y="132"/>
                  <a:pt x="184" y="132"/>
                </a:cubicBezTo>
                <a:close/>
                <a:moveTo>
                  <a:pt x="68" y="116"/>
                </a:moveTo>
                <a:cubicBezTo>
                  <a:pt x="92" y="116"/>
                  <a:pt x="92" y="116"/>
                  <a:pt x="92" y="116"/>
                </a:cubicBezTo>
                <a:cubicBezTo>
                  <a:pt x="92" y="132"/>
                  <a:pt x="92" y="132"/>
                  <a:pt x="92" y="132"/>
                </a:cubicBezTo>
                <a:cubicBezTo>
                  <a:pt x="68" y="132"/>
                  <a:pt x="68" y="132"/>
                  <a:pt x="68" y="132"/>
                </a:cubicBezTo>
                <a:lnTo>
                  <a:pt x="68" y="116"/>
                </a:lnTo>
                <a:close/>
                <a:moveTo>
                  <a:pt x="136" y="220"/>
                </a:moveTo>
                <a:cubicBezTo>
                  <a:pt x="24" y="220"/>
                  <a:pt x="24" y="220"/>
                  <a:pt x="24" y="220"/>
                </a:cubicBezTo>
                <a:cubicBezTo>
                  <a:pt x="24" y="116"/>
                  <a:pt x="24" y="116"/>
                  <a:pt x="24" y="116"/>
                </a:cubicBezTo>
                <a:cubicBezTo>
                  <a:pt x="60" y="116"/>
                  <a:pt x="60" y="116"/>
                  <a:pt x="60" y="116"/>
                </a:cubicBezTo>
                <a:cubicBezTo>
                  <a:pt x="60" y="136"/>
                  <a:pt x="60" y="136"/>
                  <a:pt x="60" y="136"/>
                </a:cubicBezTo>
                <a:cubicBezTo>
                  <a:pt x="60" y="138"/>
                  <a:pt x="62" y="140"/>
                  <a:pt x="64" y="140"/>
                </a:cubicBezTo>
                <a:cubicBezTo>
                  <a:pt x="96" y="140"/>
                  <a:pt x="96" y="140"/>
                  <a:pt x="96" y="140"/>
                </a:cubicBezTo>
                <a:cubicBezTo>
                  <a:pt x="98" y="140"/>
                  <a:pt x="100" y="138"/>
                  <a:pt x="100" y="136"/>
                </a:cubicBezTo>
                <a:cubicBezTo>
                  <a:pt x="100" y="116"/>
                  <a:pt x="100" y="116"/>
                  <a:pt x="100" y="116"/>
                </a:cubicBezTo>
                <a:cubicBezTo>
                  <a:pt x="136" y="116"/>
                  <a:pt x="136" y="116"/>
                  <a:pt x="136" y="116"/>
                </a:cubicBezTo>
                <a:lnTo>
                  <a:pt x="136" y="22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2" name="Freeform 77">
            <a:extLst>
              <a:ext uri="{FF2B5EF4-FFF2-40B4-BE49-F238E27FC236}">
                <a16:creationId xmlns:a16="http://schemas.microsoft.com/office/drawing/2014/main" id="{70A78BFC-4083-4755-B49C-05A1DE582DC8}"/>
              </a:ext>
            </a:extLst>
          </p:cNvPr>
          <p:cNvSpPr>
            <a:spLocks noChangeAspect="1" noEditPoints="1"/>
          </p:cNvSpPr>
          <p:nvPr/>
        </p:nvSpPr>
        <p:spPr bwMode="auto">
          <a:xfrm>
            <a:off x="2508380" y="3380289"/>
            <a:ext cx="400050" cy="400050"/>
          </a:xfrm>
          <a:custGeom>
            <a:avLst/>
            <a:gdLst>
              <a:gd name="T0" fmla="*/ 128 w 256"/>
              <a:gd name="T1" fmla="*/ 228 h 256"/>
              <a:gd name="T2" fmla="*/ 140 w 256"/>
              <a:gd name="T3" fmla="*/ 236 h 256"/>
              <a:gd name="T4" fmla="*/ 148 w 256"/>
              <a:gd name="T5" fmla="*/ 256 h 256"/>
              <a:gd name="T6" fmla="*/ 212 w 256"/>
              <a:gd name="T7" fmla="*/ 236 h 256"/>
              <a:gd name="T8" fmla="*/ 220 w 256"/>
              <a:gd name="T9" fmla="*/ 256 h 256"/>
              <a:gd name="T10" fmla="*/ 216 w 256"/>
              <a:gd name="T11" fmla="*/ 228 h 256"/>
              <a:gd name="T12" fmla="*/ 24 w 256"/>
              <a:gd name="T13" fmla="*/ 228 h 256"/>
              <a:gd name="T14" fmla="*/ 36 w 256"/>
              <a:gd name="T15" fmla="*/ 236 h 256"/>
              <a:gd name="T16" fmla="*/ 44 w 256"/>
              <a:gd name="T17" fmla="*/ 256 h 256"/>
              <a:gd name="T18" fmla="*/ 104 w 256"/>
              <a:gd name="T19" fmla="*/ 236 h 256"/>
              <a:gd name="T20" fmla="*/ 112 w 256"/>
              <a:gd name="T21" fmla="*/ 256 h 256"/>
              <a:gd name="T22" fmla="*/ 108 w 256"/>
              <a:gd name="T23" fmla="*/ 228 h 256"/>
              <a:gd name="T24" fmla="*/ 240 w 256"/>
              <a:gd name="T25" fmla="*/ 200 h 256"/>
              <a:gd name="T26" fmla="*/ 236 w 256"/>
              <a:gd name="T27" fmla="*/ 100 h 256"/>
              <a:gd name="T28" fmla="*/ 152 w 256"/>
              <a:gd name="T29" fmla="*/ 4 h 256"/>
              <a:gd name="T30" fmla="*/ 40 w 256"/>
              <a:gd name="T31" fmla="*/ 0 h 256"/>
              <a:gd name="T32" fmla="*/ 36 w 256"/>
              <a:gd name="T33" fmla="*/ 84 h 256"/>
              <a:gd name="T34" fmla="*/ 44 w 256"/>
              <a:gd name="T35" fmla="*/ 8 h 256"/>
              <a:gd name="T36" fmla="*/ 76 w 256"/>
              <a:gd name="T37" fmla="*/ 24 h 256"/>
              <a:gd name="T38" fmla="*/ 108 w 256"/>
              <a:gd name="T39" fmla="*/ 28 h 256"/>
              <a:gd name="T40" fmla="*/ 112 w 256"/>
              <a:gd name="T41" fmla="*/ 8 h 256"/>
              <a:gd name="T42" fmla="*/ 144 w 256"/>
              <a:gd name="T43" fmla="*/ 100 h 256"/>
              <a:gd name="T44" fmla="*/ 16 w 256"/>
              <a:gd name="T45" fmla="*/ 104 h 256"/>
              <a:gd name="T46" fmla="*/ 24 w 256"/>
              <a:gd name="T47" fmla="*/ 184 h 256"/>
              <a:gd name="T48" fmla="*/ 56 w 256"/>
              <a:gd name="T49" fmla="*/ 108 h 256"/>
              <a:gd name="T50" fmla="*/ 60 w 256"/>
              <a:gd name="T51" fmla="*/ 128 h 256"/>
              <a:gd name="T52" fmla="*/ 92 w 256"/>
              <a:gd name="T53" fmla="*/ 124 h 256"/>
              <a:gd name="T54" fmla="*/ 124 w 256"/>
              <a:gd name="T55" fmla="*/ 108 h 256"/>
              <a:gd name="T56" fmla="*/ 4 w 256"/>
              <a:gd name="T57" fmla="*/ 200 h 256"/>
              <a:gd name="T58" fmla="*/ 0 w 256"/>
              <a:gd name="T59" fmla="*/ 256 h 256"/>
              <a:gd name="T60" fmla="*/ 8 w 256"/>
              <a:gd name="T61" fmla="*/ 208 h 256"/>
              <a:gd name="T62" fmla="*/ 248 w 256"/>
              <a:gd name="T63" fmla="*/ 228 h 256"/>
              <a:gd name="T64" fmla="*/ 236 w 256"/>
              <a:gd name="T65" fmla="*/ 236 h 256"/>
              <a:gd name="T66" fmla="*/ 248 w 256"/>
              <a:gd name="T67" fmla="*/ 256 h 256"/>
              <a:gd name="T68" fmla="*/ 256 w 256"/>
              <a:gd name="T69" fmla="*/ 204 h 256"/>
              <a:gd name="T70" fmla="*/ 104 w 256"/>
              <a:gd name="T71" fmla="*/ 20 h 256"/>
              <a:gd name="T72" fmla="*/ 84 w 256"/>
              <a:gd name="T73" fmla="*/ 8 h 256"/>
              <a:gd name="T74" fmla="*/ 104 w 256"/>
              <a:gd name="T75" fmla="*/ 20 h 256"/>
              <a:gd name="T76" fmla="*/ 64 w 256"/>
              <a:gd name="T77" fmla="*/ 120 h 256"/>
              <a:gd name="T78" fmla="*/ 84 w 256"/>
              <a:gd name="T79" fmla="*/ 108 h 256"/>
              <a:gd name="T80" fmla="*/ 172 w 256"/>
              <a:gd name="T81" fmla="*/ 108 h 256"/>
              <a:gd name="T82" fmla="*/ 192 w 256"/>
              <a:gd name="T83" fmla="*/ 120 h 256"/>
              <a:gd name="T84" fmla="*/ 172 w 256"/>
              <a:gd name="T85" fmla="*/ 108 h 256"/>
              <a:gd name="T86" fmla="*/ 132 w 256"/>
              <a:gd name="T87" fmla="*/ 200 h 256"/>
              <a:gd name="T88" fmla="*/ 164 w 256"/>
              <a:gd name="T89" fmla="*/ 108 h 256"/>
              <a:gd name="T90" fmla="*/ 168 w 256"/>
              <a:gd name="T91" fmla="*/ 128 h 256"/>
              <a:gd name="T92" fmla="*/ 200 w 256"/>
              <a:gd name="T93" fmla="*/ 124 h 256"/>
              <a:gd name="T94" fmla="*/ 232 w 256"/>
              <a:gd name="T95" fmla="*/ 108 h 256"/>
              <a:gd name="T96" fmla="*/ 192 w 256"/>
              <a:gd name="T97" fmla="*/ 184 h 256"/>
              <a:gd name="T98" fmla="*/ 216 w 256"/>
              <a:gd name="T99" fmla="*/ 176 h 256"/>
              <a:gd name="T100" fmla="*/ 192 w 256"/>
              <a:gd name="T101" fmla="*/ 184 h 256"/>
              <a:gd name="T102" fmla="*/ 104 w 256"/>
              <a:gd name="T103" fmla="*/ 84 h 256"/>
              <a:gd name="T104" fmla="*/ 128 w 256"/>
              <a:gd name="T105" fmla="*/ 76 h 256"/>
              <a:gd name="T106" fmla="*/ 84 w 256"/>
              <a:gd name="T107" fmla="*/ 176 h 256"/>
              <a:gd name="T108" fmla="*/ 108 w 256"/>
              <a:gd name="T109" fmla="*/ 184 h 256"/>
              <a:gd name="T110" fmla="*/ 84 w 256"/>
              <a:gd name="T111" fmla="*/ 17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56">
                <a:moveTo>
                  <a:pt x="216" y="228"/>
                </a:moveTo>
                <a:cubicBezTo>
                  <a:pt x="128" y="228"/>
                  <a:pt x="128" y="228"/>
                  <a:pt x="128" y="228"/>
                </a:cubicBezTo>
                <a:cubicBezTo>
                  <a:pt x="128" y="236"/>
                  <a:pt x="128" y="236"/>
                  <a:pt x="128" y="236"/>
                </a:cubicBezTo>
                <a:cubicBezTo>
                  <a:pt x="140" y="236"/>
                  <a:pt x="140" y="236"/>
                  <a:pt x="140" y="236"/>
                </a:cubicBezTo>
                <a:cubicBezTo>
                  <a:pt x="140" y="256"/>
                  <a:pt x="140" y="256"/>
                  <a:pt x="140" y="256"/>
                </a:cubicBezTo>
                <a:cubicBezTo>
                  <a:pt x="148" y="256"/>
                  <a:pt x="148" y="256"/>
                  <a:pt x="148" y="256"/>
                </a:cubicBezTo>
                <a:cubicBezTo>
                  <a:pt x="148" y="236"/>
                  <a:pt x="148" y="236"/>
                  <a:pt x="148" y="236"/>
                </a:cubicBezTo>
                <a:cubicBezTo>
                  <a:pt x="212" y="236"/>
                  <a:pt x="212" y="236"/>
                  <a:pt x="212" y="236"/>
                </a:cubicBezTo>
                <a:cubicBezTo>
                  <a:pt x="212" y="256"/>
                  <a:pt x="212" y="256"/>
                  <a:pt x="212" y="256"/>
                </a:cubicBezTo>
                <a:cubicBezTo>
                  <a:pt x="220" y="256"/>
                  <a:pt x="220" y="256"/>
                  <a:pt x="220" y="256"/>
                </a:cubicBezTo>
                <a:cubicBezTo>
                  <a:pt x="220" y="232"/>
                  <a:pt x="220" y="232"/>
                  <a:pt x="220" y="232"/>
                </a:cubicBezTo>
                <a:cubicBezTo>
                  <a:pt x="220" y="230"/>
                  <a:pt x="218" y="228"/>
                  <a:pt x="216" y="228"/>
                </a:cubicBezTo>
                <a:close/>
                <a:moveTo>
                  <a:pt x="108" y="228"/>
                </a:moveTo>
                <a:cubicBezTo>
                  <a:pt x="24" y="228"/>
                  <a:pt x="24" y="228"/>
                  <a:pt x="24" y="228"/>
                </a:cubicBezTo>
                <a:cubicBezTo>
                  <a:pt x="24" y="236"/>
                  <a:pt x="24" y="236"/>
                  <a:pt x="24" y="236"/>
                </a:cubicBezTo>
                <a:cubicBezTo>
                  <a:pt x="36" y="236"/>
                  <a:pt x="36" y="236"/>
                  <a:pt x="36" y="236"/>
                </a:cubicBezTo>
                <a:cubicBezTo>
                  <a:pt x="36" y="256"/>
                  <a:pt x="36" y="256"/>
                  <a:pt x="36" y="256"/>
                </a:cubicBezTo>
                <a:cubicBezTo>
                  <a:pt x="44" y="256"/>
                  <a:pt x="44" y="256"/>
                  <a:pt x="44" y="256"/>
                </a:cubicBezTo>
                <a:cubicBezTo>
                  <a:pt x="44" y="236"/>
                  <a:pt x="44" y="236"/>
                  <a:pt x="44" y="236"/>
                </a:cubicBezTo>
                <a:cubicBezTo>
                  <a:pt x="104" y="236"/>
                  <a:pt x="104" y="236"/>
                  <a:pt x="104" y="236"/>
                </a:cubicBezTo>
                <a:cubicBezTo>
                  <a:pt x="104" y="256"/>
                  <a:pt x="104" y="256"/>
                  <a:pt x="104" y="256"/>
                </a:cubicBezTo>
                <a:cubicBezTo>
                  <a:pt x="112" y="256"/>
                  <a:pt x="112" y="256"/>
                  <a:pt x="112" y="256"/>
                </a:cubicBezTo>
                <a:cubicBezTo>
                  <a:pt x="112" y="232"/>
                  <a:pt x="112" y="232"/>
                  <a:pt x="112" y="232"/>
                </a:cubicBezTo>
                <a:cubicBezTo>
                  <a:pt x="112" y="230"/>
                  <a:pt x="110" y="228"/>
                  <a:pt x="108" y="228"/>
                </a:cubicBezTo>
                <a:close/>
                <a:moveTo>
                  <a:pt x="252" y="200"/>
                </a:moveTo>
                <a:cubicBezTo>
                  <a:pt x="240" y="200"/>
                  <a:pt x="240" y="200"/>
                  <a:pt x="240" y="200"/>
                </a:cubicBezTo>
                <a:cubicBezTo>
                  <a:pt x="240" y="104"/>
                  <a:pt x="240" y="104"/>
                  <a:pt x="240" y="104"/>
                </a:cubicBezTo>
                <a:cubicBezTo>
                  <a:pt x="240" y="102"/>
                  <a:pt x="238" y="100"/>
                  <a:pt x="236" y="100"/>
                </a:cubicBezTo>
                <a:cubicBezTo>
                  <a:pt x="152" y="100"/>
                  <a:pt x="152" y="100"/>
                  <a:pt x="152" y="100"/>
                </a:cubicBezTo>
                <a:cubicBezTo>
                  <a:pt x="152" y="4"/>
                  <a:pt x="152" y="4"/>
                  <a:pt x="152" y="4"/>
                </a:cubicBezTo>
                <a:cubicBezTo>
                  <a:pt x="152" y="2"/>
                  <a:pt x="150" y="0"/>
                  <a:pt x="148" y="0"/>
                </a:cubicBezTo>
                <a:cubicBezTo>
                  <a:pt x="40" y="0"/>
                  <a:pt x="40" y="0"/>
                  <a:pt x="40" y="0"/>
                </a:cubicBezTo>
                <a:cubicBezTo>
                  <a:pt x="38" y="0"/>
                  <a:pt x="36" y="2"/>
                  <a:pt x="36" y="4"/>
                </a:cubicBezTo>
                <a:cubicBezTo>
                  <a:pt x="36" y="84"/>
                  <a:pt x="36" y="84"/>
                  <a:pt x="36" y="84"/>
                </a:cubicBezTo>
                <a:cubicBezTo>
                  <a:pt x="44" y="84"/>
                  <a:pt x="44" y="84"/>
                  <a:pt x="44" y="84"/>
                </a:cubicBezTo>
                <a:cubicBezTo>
                  <a:pt x="44" y="8"/>
                  <a:pt x="44" y="8"/>
                  <a:pt x="44" y="8"/>
                </a:cubicBezTo>
                <a:cubicBezTo>
                  <a:pt x="76" y="8"/>
                  <a:pt x="76" y="8"/>
                  <a:pt x="76" y="8"/>
                </a:cubicBezTo>
                <a:cubicBezTo>
                  <a:pt x="76" y="24"/>
                  <a:pt x="76" y="24"/>
                  <a:pt x="76" y="24"/>
                </a:cubicBezTo>
                <a:cubicBezTo>
                  <a:pt x="76" y="26"/>
                  <a:pt x="78" y="28"/>
                  <a:pt x="80" y="28"/>
                </a:cubicBezTo>
                <a:cubicBezTo>
                  <a:pt x="108" y="28"/>
                  <a:pt x="108" y="28"/>
                  <a:pt x="108" y="28"/>
                </a:cubicBezTo>
                <a:cubicBezTo>
                  <a:pt x="110" y="28"/>
                  <a:pt x="112" y="26"/>
                  <a:pt x="112" y="24"/>
                </a:cubicBezTo>
                <a:cubicBezTo>
                  <a:pt x="112" y="8"/>
                  <a:pt x="112" y="8"/>
                  <a:pt x="112" y="8"/>
                </a:cubicBezTo>
                <a:cubicBezTo>
                  <a:pt x="144" y="8"/>
                  <a:pt x="144" y="8"/>
                  <a:pt x="144" y="8"/>
                </a:cubicBezTo>
                <a:cubicBezTo>
                  <a:pt x="144" y="100"/>
                  <a:pt x="144" y="100"/>
                  <a:pt x="144" y="100"/>
                </a:cubicBezTo>
                <a:cubicBezTo>
                  <a:pt x="20" y="100"/>
                  <a:pt x="20" y="100"/>
                  <a:pt x="20" y="100"/>
                </a:cubicBezTo>
                <a:cubicBezTo>
                  <a:pt x="18" y="100"/>
                  <a:pt x="16" y="102"/>
                  <a:pt x="16" y="104"/>
                </a:cubicBezTo>
                <a:cubicBezTo>
                  <a:pt x="16" y="184"/>
                  <a:pt x="16" y="184"/>
                  <a:pt x="16" y="184"/>
                </a:cubicBezTo>
                <a:cubicBezTo>
                  <a:pt x="24" y="184"/>
                  <a:pt x="24" y="184"/>
                  <a:pt x="24" y="184"/>
                </a:cubicBezTo>
                <a:cubicBezTo>
                  <a:pt x="24" y="108"/>
                  <a:pt x="24" y="108"/>
                  <a:pt x="24" y="108"/>
                </a:cubicBezTo>
                <a:cubicBezTo>
                  <a:pt x="56" y="108"/>
                  <a:pt x="56" y="108"/>
                  <a:pt x="56" y="108"/>
                </a:cubicBezTo>
                <a:cubicBezTo>
                  <a:pt x="56" y="124"/>
                  <a:pt x="56" y="124"/>
                  <a:pt x="56" y="124"/>
                </a:cubicBezTo>
                <a:cubicBezTo>
                  <a:pt x="56" y="126"/>
                  <a:pt x="58" y="128"/>
                  <a:pt x="60" y="128"/>
                </a:cubicBezTo>
                <a:cubicBezTo>
                  <a:pt x="88" y="128"/>
                  <a:pt x="88" y="128"/>
                  <a:pt x="88" y="128"/>
                </a:cubicBezTo>
                <a:cubicBezTo>
                  <a:pt x="90" y="128"/>
                  <a:pt x="92" y="126"/>
                  <a:pt x="92" y="124"/>
                </a:cubicBezTo>
                <a:cubicBezTo>
                  <a:pt x="92" y="108"/>
                  <a:pt x="92" y="108"/>
                  <a:pt x="92" y="108"/>
                </a:cubicBezTo>
                <a:cubicBezTo>
                  <a:pt x="124" y="108"/>
                  <a:pt x="124" y="108"/>
                  <a:pt x="124" y="108"/>
                </a:cubicBezTo>
                <a:cubicBezTo>
                  <a:pt x="124" y="200"/>
                  <a:pt x="124" y="200"/>
                  <a:pt x="124" y="200"/>
                </a:cubicBezTo>
                <a:cubicBezTo>
                  <a:pt x="4" y="200"/>
                  <a:pt x="4" y="200"/>
                  <a:pt x="4" y="200"/>
                </a:cubicBezTo>
                <a:cubicBezTo>
                  <a:pt x="2" y="200"/>
                  <a:pt x="0" y="202"/>
                  <a:pt x="0" y="204"/>
                </a:cubicBezTo>
                <a:cubicBezTo>
                  <a:pt x="0" y="256"/>
                  <a:pt x="0" y="256"/>
                  <a:pt x="0" y="256"/>
                </a:cubicBezTo>
                <a:cubicBezTo>
                  <a:pt x="8" y="256"/>
                  <a:pt x="8" y="256"/>
                  <a:pt x="8" y="256"/>
                </a:cubicBezTo>
                <a:cubicBezTo>
                  <a:pt x="8" y="208"/>
                  <a:pt x="8" y="208"/>
                  <a:pt x="8" y="208"/>
                </a:cubicBezTo>
                <a:cubicBezTo>
                  <a:pt x="248" y="208"/>
                  <a:pt x="248" y="208"/>
                  <a:pt x="248" y="208"/>
                </a:cubicBezTo>
                <a:cubicBezTo>
                  <a:pt x="248" y="228"/>
                  <a:pt x="248" y="228"/>
                  <a:pt x="248" y="228"/>
                </a:cubicBezTo>
                <a:cubicBezTo>
                  <a:pt x="236" y="228"/>
                  <a:pt x="236" y="228"/>
                  <a:pt x="236" y="228"/>
                </a:cubicBezTo>
                <a:cubicBezTo>
                  <a:pt x="236" y="236"/>
                  <a:pt x="236" y="236"/>
                  <a:pt x="236" y="236"/>
                </a:cubicBezTo>
                <a:cubicBezTo>
                  <a:pt x="248" y="236"/>
                  <a:pt x="248" y="236"/>
                  <a:pt x="248" y="236"/>
                </a:cubicBezTo>
                <a:cubicBezTo>
                  <a:pt x="248" y="256"/>
                  <a:pt x="248" y="256"/>
                  <a:pt x="248" y="256"/>
                </a:cubicBezTo>
                <a:cubicBezTo>
                  <a:pt x="256" y="256"/>
                  <a:pt x="256" y="256"/>
                  <a:pt x="256" y="256"/>
                </a:cubicBezTo>
                <a:cubicBezTo>
                  <a:pt x="256" y="204"/>
                  <a:pt x="256" y="204"/>
                  <a:pt x="256" y="204"/>
                </a:cubicBezTo>
                <a:cubicBezTo>
                  <a:pt x="256" y="202"/>
                  <a:pt x="254" y="200"/>
                  <a:pt x="252" y="200"/>
                </a:cubicBezTo>
                <a:close/>
                <a:moveTo>
                  <a:pt x="104" y="20"/>
                </a:moveTo>
                <a:cubicBezTo>
                  <a:pt x="84" y="20"/>
                  <a:pt x="84" y="20"/>
                  <a:pt x="84" y="20"/>
                </a:cubicBezTo>
                <a:cubicBezTo>
                  <a:pt x="84" y="8"/>
                  <a:pt x="84" y="8"/>
                  <a:pt x="84" y="8"/>
                </a:cubicBezTo>
                <a:cubicBezTo>
                  <a:pt x="104" y="8"/>
                  <a:pt x="104" y="8"/>
                  <a:pt x="104" y="8"/>
                </a:cubicBezTo>
                <a:lnTo>
                  <a:pt x="104" y="20"/>
                </a:lnTo>
                <a:close/>
                <a:moveTo>
                  <a:pt x="84" y="120"/>
                </a:moveTo>
                <a:cubicBezTo>
                  <a:pt x="64" y="120"/>
                  <a:pt x="64" y="120"/>
                  <a:pt x="64" y="120"/>
                </a:cubicBezTo>
                <a:cubicBezTo>
                  <a:pt x="64" y="108"/>
                  <a:pt x="64" y="108"/>
                  <a:pt x="64" y="108"/>
                </a:cubicBezTo>
                <a:cubicBezTo>
                  <a:pt x="84" y="108"/>
                  <a:pt x="84" y="108"/>
                  <a:pt x="84" y="108"/>
                </a:cubicBezTo>
                <a:lnTo>
                  <a:pt x="84" y="120"/>
                </a:lnTo>
                <a:close/>
                <a:moveTo>
                  <a:pt x="172" y="108"/>
                </a:moveTo>
                <a:cubicBezTo>
                  <a:pt x="192" y="108"/>
                  <a:pt x="192" y="108"/>
                  <a:pt x="192" y="108"/>
                </a:cubicBezTo>
                <a:cubicBezTo>
                  <a:pt x="192" y="120"/>
                  <a:pt x="192" y="120"/>
                  <a:pt x="192" y="120"/>
                </a:cubicBezTo>
                <a:cubicBezTo>
                  <a:pt x="172" y="120"/>
                  <a:pt x="172" y="120"/>
                  <a:pt x="172" y="120"/>
                </a:cubicBezTo>
                <a:lnTo>
                  <a:pt x="172" y="108"/>
                </a:lnTo>
                <a:close/>
                <a:moveTo>
                  <a:pt x="232" y="200"/>
                </a:moveTo>
                <a:cubicBezTo>
                  <a:pt x="132" y="200"/>
                  <a:pt x="132" y="200"/>
                  <a:pt x="132" y="200"/>
                </a:cubicBezTo>
                <a:cubicBezTo>
                  <a:pt x="132" y="108"/>
                  <a:pt x="132" y="108"/>
                  <a:pt x="132" y="108"/>
                </a:cubicBezTo>
                <a:cubicBezTo>
                  <a:pt x="164" y="108"/>
                  <a:pt x="164" y="108"/>
                  <a:pt x="164" y="108"/>
                </a:cubicBezTo>
                <a:cubicBezTo>
                  <a:pt x="164" y="124"/>
                  <a:pt x="164" y="124"/>
                  <a:pt x="164" y="124"/>
                </a:cubicBezTo>
                <a:cubicBezTo>
                  <a:pt x="164" y="126"/>
                  <a:pt x="166" y="128"/>
                  <a:pt x="168" y="128"/>
                </a:cubicBezTo>
                <a:cubicBezTo>
                  <a:pt x="196" y="128"/>
                  <a:pt x="196" y="128"/>
                  <a:pt x="196" y="128"/>
                </a:cubicBezTo>
                <a:cubicBezTo>
                  <a:pt x="198" y="128"/>
                  <a:pt x="200" y="126"/>
                  <a:pt x="200" y="124"/>
                </a:cubicBezTo>
                <a:cubicBezTo>
                  <a:pt x="200" y="108"/>
                  <a:pt x="200" y="108"/>
                  <a:pt x="200" y="108"/>
                </a:cubicBezTo>
                <a:cubicBezTo>
                  <a:pt x="232" y="108"/>
                  <a:pt x="232" y="108"/>
                  <a:pt x="232" y="108"/>
                </a:cubicBezTo>
                <a:lnTo>
                  <a:pt x="232" y="200"/>
                </a:lnTo>
                <a:close/>
                <a:moveTo>
                  <a:pt x="192" y="184"/>
                </a:moveTo>
                <a:cubicBezTo>
                  <a:pt x="216" y="184"/>
                  <a:pt x="216" y="184"/>
                  <a:pt x="216" y="184"/>
                </a:cubicBezTo>
                <a:cubicBezTo>
                  <a:pt x="216" y="176"/>
                  <a:pt x="216" y="176"/>
                  <a:pt x="216" y="176"/>
                </a:cubicBezTo>
                <a:cubicBezTo>
                  <a:pt x="192" y="176"/>
                  <a:pt x="192" y="176"/>
                  <a:pt x="192" y="176"/>
                </a:cubicBezTo>
                <a:lnTo>
                  <a:pt x="192" y="184"/>
                </a:lnTo>
                <a:close/>
                <a:moveTo>
                  <a:pt x="104" y="76"/>
                </a:moveTo>
                <a:cubicBezTo>
                  <a:pt x="104" y="84"/>
                  <a:pt x="104" y="84"/>
                  <a:pt x="104" y="84"/>
                </a:cubicBezTo>
                <a:cubicBezTo>
                  <a:pt x="128" y="84"/>
                  <a:pt x="128" y="84"/>
                  <a:pt x="128" y="84"/>
                </a:cubicBezTo>
                <a:cubicBezTo>
                  <a:pt x="128" y="76"/>
                  <a:pt x="128" y="76"/>
                  <a:pt x="128" y="76"/>
                </a:cubicBezTo>
                <a:lnTo>
                  <a:pt x="104" y="76"/>
                </a:lnTo>
                <a:close/>
                <a:moveTo>
                  <a:pt x="84" y="176"/>
                </a:moveTo>
                <a:cubicBezTo>
                  <a:pt x="84" y="184"/>
                  <a:pt x="84" y="184"/>
                  <a:pt x="84" y="184"/>
                </a:cubicBezTo>
                <a:cubicBezTo>
                  <a:pt x="108" y="184"/>
                  <a:pt x="108" y="184"/>
                  <a:pt x="108" y="184"/>
                </a:cubicBezTo>
                <a:cubicBezTo>
                  <a:pt x="108" y="176"/>
                  <a:pt x="108" y="176"/>
                  <a:pt x="108" y="176"/>
                </a:cubicBezTo>
                <a:lnTo>
                  <a:pt x="84" y="17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6" name="Freeform 81">
            <a:extLst>
              <a:ext uri="{FF2B5EF4-FFF2-40B4-BE49-F238E27FC236}">
                <a16:creationId xmlns:a16="http://schemas.microsoft.com/office/drawing/2014/main" id="{2DA1CE6F-E83E-4E7D-A592-CB90CC662654}"/>
              </a:ext>
            </a:extLst>
          </p:cNvPr>
          <p:cNvSpPr>
            <a:spLocks noChangeAspect="1" noEditPoints="1"/>
          </p:cNvSpPr>
          <p:nvPr/>
        </p:nvSpPr>
        <p:spPr bwMode="auto">
          <a:xfrm>
            <a:off x="3476026" y="3398045"/>
            <a:ext cx="400050" cy="400050"/>
          </a:xfrm>
          <a:custGeom>
            <a:avLst/>
            <a:gdLst>
              <a:gd name="T0" fmla="*/ 85 w 256"/>
              <a:gd name="T1" fmla="*/ 84 h 256"/>
              <a:gd name="T2" fmla="*/ 115 w 256"/>
              <a:gd name="T3" fmla="*/ 84 h 256"/>
              <a:gd name="T4" fmla="*/ 132 w 256"/>
              <a:gd name="T5" fmla="*/ 80 h 256"/>
              <a:gd name="T6" fmla="*/ 148 w 256"/>
              <a:gd name="T7" fmla="*/ 84 h 256"/>
              <a:gd name="T8" fmla="*/ 152 w 256"/>
              <a:gd name="T9" fmla="*/ 80 h 256"/>
              <a:gd name="T10" fmla="*/ 224 w 256"/>
              <a:gd name="T11" fmla="*/ 48 h 256"/>
              <a:gd name="T12" fmla="*/ 232 w 256"/>
              <a:gd name="T13" fmla="*/ 120 h 256"/>
              <a:gd name="T14" fmla="*/ 232 w 256"/>
              <a:gd name="T15" fmla="*/ 46 h 256"/>
              <a:gd name="T16" fmla="*/ 187 w 256"/>
              <a:gd name="T17" fmla="*/ 1 h 256"/>
              <a:gd name="T18" fmla="*/ 48 w 256"/>
              <a:gd name="T19" fmla="*/ 0 h 256"/>
              <a:gd name="T20" fmla="*/ 2 w 256"/>
              <a:gd name="T21" fmla="*/ 41 h 256"/>
              <a:gd name="T22" fmla="*/ 0 w 256"/>
              <a:gd name="T23" fmla="*/ 48 h 256"/>
              <a:gd name="T24" fmla="*/ 8 w 256"/>
              <a:gd name="T25" fmla="*/ 232 h 256"/>
              <a:gd name="T26" fmla="*/ 124 w 256"/>
              <a:gd name="T27" fmla="*/ 224 h 256"/>
              <a:gd name="T28" fmla="*/ 8 w 256"/>
              <a:gd name="T29" fmla="*/ 48 h 256"/>
              <a:gd name="T30" fmla="*/ 80 w 256"/>
              <a:gd name="T31" fmla="*/ 80 h 256"/>
              <a:gd name="T32" fmla="*/ 144 w 256"/>
              <a:gd name="T33" fmla="*/ 75 h 256"/>
              <a:gd name="T34" fmla="*/ 131 w 256"/>
              <a:gd name="T35" fmla="*/ 72 h 256"/>
              <a:gd name="T36" fmla="*/ 101 w 256"/>
              <a:gd name="T37" fmla="*/ 72 h 256"/>
              <a:gd name="T38" fmla="*/ 88 w 256"/>
              <a:gd name="T39" fmla="*/ 75 h 256"/>
              <a:gd name="T40" fmla="*/ 144 w 256"/>
              <a:gd name="T41" fmla="*/ 48 h 256"/>
              <a:gd name="T42" fmla="*/ 183 w 256"/>
              <a:gd name="T43" fmla="*/ 8 h 256"/>
              <a:gd name="T44" fmla="*/ 151 w 256"/>
              <a:gd name="T45" fmla="*/ 40 h 256"/>
              <a:gd name="T46" fmla="*/ 183 w 256"/>
              <a:gd name="T47" fmla="*/ 8 h 256"/>
              <a:gd name="T48" fmla="*/ 142 w 256"/>
              <a:gd name="T49" fmla="*/ 40 h 256"/>
              <a:gd name="T50" fmla="*/ 107 w 256"/>
              <a:gd name="T51" fmla="*/ 8 h 256"/>
              <a:gd name="T52" fmla="*/ 15 w 256"/>
              <a:gd name="T53" fmla="*/ 40 h 256"/>
              <a:gd name="T54" fmla="*/ 98 w 256"/>
              <a:gd name="T55" fmla="*/ 8 h 256"/>
              <a:gd name="T56" fmla="*/ 15 w 256"/>
              <a:gd name="T57" fmla="*/ 40 h 256"/>
              <a:gd name="T58" fmla="*/ 136 w 256"/>
              <a:gd name="T59" fmla="*/ 196 h 256"/>
              <a:gd name="T60" fmla="*/ 256 w 256"/>
              <a:gd name="T61" fmla="*/ 196 h 256"/>
              <a:gd name="T62" fmla="*/ 196 w 256"/>
              <a:gd name="T63" fmla="*/ 248 h 256"/>
              <a:gd name="T64" fmla="*/ 196 w 256"/>
              <a:gd name="T65" fmla="*/ 144 h 256"/>
              <a:gd name="T66" fmla="*/ 196 w 256"/>
              <a:gd name="T67" fmla="*/ 248 h 256"/>
              <a:gd name="T68" fmla="*/ 137 w 256"/>
              <a:gd name="T69" fmla="*/ 149 h 256"/>
              <a:gd name="T70" fmla="*/ 140 w 256"/>
              <a:gd name="T71" fmla="*/ 156 h 256"/>
              <a:gd name="T72" fmla="*/ 155 w 256"/>
              <a:gd name="T73" fmla="*/ 143 h 256"/>
              <a:gd name="T74" fmla="*/ 149 w 256"/>
              <a:gd name="T75" fmla="*/ 137 h 256"/>
              <a:gd name="T76" fmla="*/ 252 w 256"/>
              <a:gd name="T77" fmla="*/ 156 h 256"/>
              <a:gd name="T78" fmla="*/ 255 w 256"/>
              <a:gd name="T79" fmla="*/ 149 h 256"/>
              <a:gd name="T80" fmla="*/ 237 w 256"/>
              <a:gd name="T81" fmla="*/ 137 h 256"/>
              <a:gd name="T82" fmla="*/ 249 w 256"/>
              <a:gd name="T83" fmla="*/ 155 h 256"/>
              <a:gd name="T84" fmla="*/ 212 w 256"/>
              <a:gd name="T85" fmla="*/ 120 h 256"/>
              <a:gd name="T86" fmla="*/ 188 w 256"/>
              <a:gd name="T87" fmla="*/ 112 h 256"/>
              <a:gd name="T88" fmla="*/ 180 w 256"/>
              <a:gd name="T89" fmla="*/ 128 h 256"/>
              <a:gd name="T90" fmla="*/ 188 w 256"/>
              <a:gd name="T91" fmla="*/ 120 h 256"/>
              <a:gd name="T92" fmla="*/ 204 w 256"/>
              <a:gd name="T93" fmla="*/ 128 h 256"/>
              <a:gd name="T94" fmla="*/ 196 w 256"/>
              <a:gd name="T95" fmla="*/ 188 h 256"/>
              <a:gd name="T96" fmla="*/ 179 w 256"/>
              <a:gd name="T97" fmla="*/ 173 h 256"/>
              <a:gd name="T98" fmla="*/ 173 w 256"/>
              <a:gd name="T99" fmla="*/ 179 h 256"/>
              <a:gd name="T100" fmla="*/ 188 w 256"/>
              <a:gd name="T101" fmla="*/ 196 h 256"/>
              <a:gd name="T102" fmla="*/ 204 w 256"/>
              <a:gd name="T103" fmla="*/ 19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6">
                <a:moveTo>
                  <a:pt x="82" y="83"/>
                </a:moveTo>
                <a:cubicBezTo>
                  <a:pt x="83" y="84"/>
                  <a:pt x="84" y="84"/>
                  <a:pt x="85" y="84"/>
                </a:cubicBezTo>
                <a:cubicBezTo>
                  <a:pt x="100" y="80"/>
                  <a:pt x="100" y="80"/>
                  <a:pt x="100" y="80"/>
                </a:cubicBezTo>
                <a:cubicBezTo>
                  <a:pt x="115" y="84"/>
                  <a:pt x="115" y="84"/>
                  <a:pt x="115" y="84"/>
                </a:cubicBezTo>
                <a:cubicBezTo>
                  <a:pt x="116" y="84"/>
                  <a:pt x="116" y="84"/>
                  <a:pt x="117" y="84"/>
                </a:cubicBezTo>
                <a:cubicBezTo>
                  <a:pt x="132" y="80"/>
                  <a:pt x="132" y="80"/>
                  <a:pt x="132" y="80"/>
                </a:cubicBezTo>
                <a:cubicBezTo>
                  <a:pt x="147" y="84"/>
                  <a:pt x="147" y="84"/>
                  <a:pt x="147" y="84"/>
                </a:cubicBezTo>
                <a:cubicBezTo>
                  <a:pt x="147" y="84"/>
                  <a:pt x="148" y="84"/>
                  <a:pt x="148" y="84"/>
                </a:cubicBezTo>
                <a:cubicBezTo>
                  <a:pt x="149" y="84"/>
                  <a:pt x="150" y="84"/>
                  <a:pt x="150" y="83"/>
                </a:cubicBezTo>
                <a:cubicBezTo>
                  <a:pt x="151" y="83"/>
                  <a:pt x="152" y="81"/>
                  <a:pt x="152" y="80"/>
                </a:cubicBezTo>
                <a:cubicBezTo>
                  <a:pt x="152" y="48"/>
                  <a:pt x="152" y="48"/>
                  <a:pt x="152" y="48"/>
                </a:cubicBezTo>
                <a:cubicBezTo>
                  <a:pt x="224" y="48"/>
                  <a:pt x="224" y="48"/>
                  <a:pt x="224" y="48"/>
                </a:cubicBezTo>
                <a:cubicBezTo>
                  <a:pt x="224" y="120"/>
                  <a:pt x="224" y="120"/>
                  <a:pt x="224" y="120"/>
                </a:cubicBezTo>
                <a:cubicBezTo>
                  <a:pt x="232" y="120"/>
                  <a:pt x="232" y="120"/>
                  <a:pt x="232" y="120"/>
                </a:cubicBezTo>
                <a:cubicBezTo>
                  <a:pt x="232" y="48"/>
                  <a:pt x="232" y="48"/>
                  <a:pt x="232" y="48"/>
                </a:cubicBezTo>
                <a:cubicBezTo>
                  <a:pt x="232" y="47"/>
                  <a:pt x="232" y="47"/>
                  <a:pt x="232" y="46"/>
                </a:cubicBezTo>
                <a:cubicBezTo>
                  <a:pt x="233" y="44"/>
                  <a:pt x="232" y="42"/>
                  <a:pt x="231" y="41"/>
                </a:cubicBezTo>
                <a:cubicBezTo>
                  <a:pt x="187" y="1"/>
                  <a:pt x="187" y="1"/>
                  <a:pt x="187" y="1"/>
                </a:cubicBezTo>
                <a:cubicBezTo>
                  <a:pt x="186" y="0"/>
                  <a:pt x="185" y="0"/>
                  <a:pt x="184" y="0"/>
                </a:cubicBezTo>
                <a:cubicBezTo>
                  <a:pt x="48" y="0"/>
                  <a:pt x="48" y="0"/>
                  <a:pt x="48" y="0"/>
                </a:cubicBezTo>
                <a:cubicBezTo>
                  <a:pt x="47" y="0"/>
                  <a:pt x="46" y="0"/>
                  <a:pt x="46" y="1"/>
                </a:cubicBezTo>
                <a:cubicBezTo>
                  <a:pt x="2" y="41"/>
                  <a:pt x="2" y="41"/>
                  <a:pt x="2" y="41"/>
                </a:cubicBezTo>
                <a:cubicBezTo>
                  <a:pt x="0" y="42"/>
                  <a:pt x="0" y="44"/>
                  <a:pt x="0" y="45"/>
                </a:cubicBezTo>
                <a:cubicBezTo>
                  <a:pt x="0" y="46"/>
                  <a:pt x="0" y="47"/>
                  <a:pt x="0" y="48"/>
                </a:cubicBezTo>
                <a:cubicBezTo>
                  <a:pt x="0" y="224"/>
                  <a:pt x="0" y="224"/>
                  <a:pt x="0" y="224"/>
                </a:cubicBezTo>
                <a:cubicBezTo>
                  <a:pt x="0" y="228"/>
                  <a:pt x="4" y="232"/>
                  <a:pt x="8" y="232"/>
                </a:cubicBezTo>
                <a:cubicBezTo>
                  <a:pt x="124" y="232"/>
                  <a:pt x="124" y="232"/>
                  <a:pt x="124" y="232"/>
                </a:cubicBezTo>
                <a:cubicBezTo>
                  <a:pt x="124" y="224"/>
                  <a:pt x="124" y="224"/>
                  <a:pt x="124" y="224"/>
                </a:cubicBezTo>
                <a:cubicBezTo>
                  <a:pt x="8" y="224"/>
                  <a:pt x="8" y="224"/>
                  <a:pt x="8" y="224"/>
                </a:cubicBezTo>
                <a:cubicBezTo>
                  <a:pt x="8" y="48"/>
                  <a:pt x="8" y="48"/>
                  <a:pt x="8" y="48"/>
                </a:cubicBezTo>
                <a:cubicBezTo>
                  <a:pt x="80" y="48"/>
                  <a:pt x="80" y="48"/>
                  <a:pt x="80" y="48"/>
                </a:cubicBezTo>
                <a:cubicBezTo>
                  <a:pt x="80" y="80"/>
                  <a:pt x="80" y="80"/>
                  <a:pt x="80" y="80"/>
                </a:cubicBezTo>
                <a:cubicBezTo>
                  <a:pt x="80" y="81"/>
                  <a:pt x="81" y="83"/>
                  <a:pt x="82" y="83"/>
                </a:cubicBezTo>
                <a:close/>
                <a:moveTo>
                  <a:pt x="144" y="75"/>
                </a:moveTo>
                <a:cubicBezTo>
                  <a:pt x="133" y="72"/>
                  <a:pt x="133" y="72"/>
                  <a:pt x="133" y="72"/>
                </a:cubicBezTo>
                <a:cubicBezTo>
                  <a:pt x="132" y="72"/>
                  <a:pt x="132" y="72"/>
                  <a:pt x="131" y="72"/>
                </a:cubicBezTo>
                <a:cubicBezTo>
                  <a:pt x="116" y="76"/>
                  <a:pt x="116" y="76"/>
                  <a:pt x="116" y="76"/>
                </a:cubicBezTo>
                <a:cubicBezTo>
                  <a:pt x="101" y="72"/>
                  <a:pt x="101" y="72"/>
                  <a:pt x="101" y="72"/>
                </a:cubicBezTo>
                <a:cubicBezTo>
                  <a:pt x="100" y="72"/>
                  <a:pt x="100" y="72"/>
                  <a:pt x="99" y="72"/>
                </a:cubicBezTo>
                <a:cubicBezTo>
                  <a:pt x="88" y="75"/>
                  <a:pt x="88" y="75"/>
                  <a:pt x="88" y="75"/>
                </a:cubicBezTo>
                <a:cubicBezTo>
                  <a:pt x="88" y="48"/>
                  <a:pt x="88" y="48"/>
                  <a:pt x="88" y="48"/>
                </a:cubicBezTo>
                <a:cubicBezTo>
                  <a:pt x="144" y="48"/>
                  <a:pt x="144" y="48"/>
                  <a:pt x="144" y="48"/>
                </a:cubicBezTo>
                <a:lnTo>
                  <a:pt x="144" y="75"/>
                </a:lnTo>
                <a:close/>
                <a:moveTo>
                  <a:pt x="183" y="8"/>
                </a:moveTo>
                <a:cubicBezTo>
                  <a:pt x="218" y="40"/>
                  <a:pt x="218" y="40"/>
                  <a:pt x="218" y="40"/>
                </a:cubicBezTo>
                <a:cubicBezTo>
                  <a:pt x="151" y="40"/>
                  <a:pt x="151" y="40"/>
                  <a:pt x="151" y="40"/>
                </a:cubicBezTo>
                <a:cubicBezTo>
                  <a:pt x="138" y="8"/>
                  <a:pt x="138" y="8"/>
                  <a:pt x="138" y="8"/>
                </a:cubicBezTo>
                <a:lnTo>
                  <a:pt x="183" y="8"/>
                </a:lnTo>
                <a:close/>
                <a:moveTo>
                  <a:pt x="129" y="8"/>
                </a:moveTo>
                <a:cubicBezTo>
                  <a:pt x="142" y="40"/>
                  <a:pt x="142" y="40"/>
                  <a:pt x="142" y="40"/>
                </a:cubicBezTo>
                <a:cubicBezTo>
                  <a:pt x="91" y="40"/>
                  <a:pt x="91" y="40"/>
                  <a:pt x="91" y="40"/>
                </a:cubicBezTo>
                <a:cubicBezTo>
                  <a:pt x="107" y="8"/>
                  <a:pt x="107" y="8"/>
                  <a:pt x="107" y="8"/>
                </a:cubicBezTo>
                <a:lnTo>
                  <a:pt x="129" y="8"/>
                </a:lnTo>
                <a:close/>
                <a:moveTo>
                  <a:pt x="15" y="40"/>
                </a:moveTo>
                <a:cubicBezTo>
                  <a:pt x="50" y="8"/>
                  <a:pt x="50" y="8"/>
                  <a:pt x="50" y="8"/>
                </a:cubicBezTo>
                <a:cubicBezTo>
                  <a:pt x="98" y="8"/>
                  <a:pt x="98" y="8"/>
                  <a:pt x="98" y="8"/>
                </a:cubicBezTo>
                <a:cubicBezTo>
                  <a:pt x="82" y="40"/>
                  <a:pt x="82" y="40"/>
                  <a:pt x="82" y="40"/>
                </a:cubicBezTo>
                <a:lnTo>
                  <a:pt x="15" y="40"/>
                </a:lnTo>
                <a:close/>
                <a:moveTo>
                  <a:pt x="196" y="136"/>
                </a:moveTo>
                <a:cubicBezTo>
                  <a:pt x="163" y="136"/>
                  <a:pt x="136" y="163"/>
                  <a:pt x="136" y="196"/>
                </a:cubicBezTo>
                <a:cubicBezTo>
                  <a:pt x="136" y="229"/>
                  <a:pt x="163" y="256"/>
                  <a:pt x="196" y="256"/>
                </a:cubicBezTo>
                <a:cubicBezTo>
                  <a:pt x="229" y="256"/>
                  <a:pt x="256" y="229"/>
                  <a:pt x="256" y="196"/>
                </a:cubicBezTo>
                <a:cubicBezTo>
                  <a:pt x="256" y="163"/>
                  <a:pt x="229" y="136"/>
                  <a:pt x="196" y="136"/>
                </a:cubicBezTo>
                <a:close/>
                <a:moveTo>
                  <a:pt x="196" y="248"/>
                </a:moveTo>
                <a:cubicBezTo>
                  <a:pt x="167" y="248"/>
                  <a:pt x="144" y="225"/>
                  <a:pt x="144" y="196"/>
                </a:cubicBezTo>
                <a:cubicBezTo>
                  <a:pt x="144" y="167"/>
                  <a:pt x="167" y="144"/>
                  <a:pt x="196" y="144"/>
                </a:cubicBezTo>
                <a:cubicBezTo>
                  <a:pt x="225" y="144"/>
                  <a:pt x="248" y="167"/>
                  <a:pt x="248" y="196"/>
                </a:cubicBezTo>
                <a:cubicBezTo>
                  <a:pt x="248" y="225"/>
                  <a:pt x="225" y="248"/>
                  <a:pt x="196" y="248"/>
                </a:cubicBezTo>
                <a:close/>
                <a:moveTo>
                  <a:pt x="149" y="137"/>
                </a:moveTo>
                <a:cubicBezTo>
                  <a:pt x="137" y="149"/>
                  <a:pt x="137" y="149"/>
                  <a:pt x="137" y="149"/>
                </a:cubicBezTo>
                <a:cubicBezTo>
                  <a:pt x="136" y="151"/>
                  <a:pt x="136" y="153"/>
                  <a:pt x="137" y="155"/>
                </a:cubicBezTo>
                <a:cubicBezTo>
                  <a:pt x="138" y="156"/>
                  <a:pt x="139" y="156"/>
                  <a:pt x="140" y="156"/>
                </a:cubicBezTo>
                <a:cubicBezTo>
                  <a:pt x="141" y="156"/>
                  <a:pt x="142" y="156"/>
                  <a:pt x="143" y="155"/>
                </a:cubicBezTo>
                <a:cubicBezTo>
                  <a:pt x="155" y="143"/>
                  <a:pt x="155" y="143"/>
                  <a:pt x="155" y="143"/>
                </a:cubicBezTo>
                <a:cubicBezTo>
                  <a:pt x="156" y="141"/>
                  <a:pt x="156" y="139"/>
                  <a:pt x="155" y="137"/>
                </a:cubicBezTo>
                <a:cubicBezTo>
                  <a:pt x="153" y="136"/>
                  <a:pt x="151" y="136"/>
                  <a:pt x="149" y="137"/>
                </a:cubicBezTo>
                <a:close/>
                <a:moveTo>
                  <a:pt x="249" y="155"/>
                </a:moveTo>
                <a:cubicBezTo>
                  <a:pt x="250" y="156"/>
                  <a:pt x="251" y="156"/>
                  <a:pt x="252" y="156"/>
                </a:cubicBezTo>
                <a:cubicBezTo>
                  <a:pt x="253" y="156"/>
                  <a:pt x="254" y="156"/>
                  <a:pt x="255" y="155"/>
                </a:cubicBezTo>
                <a:cubicBezTo>
                  <a:pt x="256" y="153"/>
                  <a:pt x="256" y="151"/>
                  <a:pt x="255" y="149"/>
                </a:cubicBezTo>
                <a:cubicBezTo>
                  <a:pt x="243" y="137"/>
                  <a:pt x="243" y="137"/>
                  <a:pt x="243" y="137"/>
                </a:cubicBezTo>
                <a:cubicBezTo>
                  <a:pt x="241" y="136"/>
                  <a:pt x="239" y="136"/>
                  <a:pt x="237" y="137"/>
                </a:cubicBezTo>
                <a:cubicBezTo>
                  <a:pt x="236" y="139"/>
                  <a:pt x="236" y="141"/>
                  <a:pt x="237" y="143"/>
                </a:cubicBezTo>
                <a:lnTo>
                  <a:pt x="249" y="155"/>
                </a:lnTo>
                <a:close/>
                <a:moveTo>
                  <a:pt x="212" y="128"/>
                </a:moveTo>
                <a:cubicBezTo>
                  <a:pt x="212" y="120"/>
                  <a:pt x="212" y="120"/>
                  <a:pt x="212" y="120"/>
                </a:cubicBezTo>
                <a:cubicBezTo>
                  <a:pt x="212" y="116"/>
                  <a:pt x="208" y="112"/>
                  <a:pt x="204" y="112"/>
                </a:cubicBezTo>
                <a:cubicBezTo>
                  <a:pt x="188" y="112"/>
                  <a:pt x="188" y="112"/>
                  <a:pt x="188" y="112"/>
                </a:cubicBezTo>
                <a:cubicBezTo>
                  <a:pt x="184" y="112"/>
                  <a:pt x="180" y="116"/>
                  <a:pt x="180" y="120"/>
                </a:cubicBezTo>
                <a:cubicBezTo>
                  <a:pt x="180" y="128"/>
                  <a:pt x="180" y="128"/>
                  <a:pt x="180" y="128"/>
                </a:cubicBezTo>
                <a:cubicBezTo>
                  <a:pt x="188" y="128"/>
                  <a:pt x="188" y="128"/>
                  <a:pt x="188" y="128"/>
                </a:cubicBezTo>
                <a:cubicBezTo>
                  <a:pt x="188" y="120"/>
                  <a:pt x="188" y="120"/>
                  <a:pt x="188" y="120"/>
                </a:cubicBezTo>
                <a:cubicBezTo>
                  <a:pt x="204" y="120"/>
                  <a:pt x="204" y="120"/>
                  <a:pt x="204" y="120"/>
                </a:cubicBezTo>
                <a:cubicBezTo>
                  <a:pt x="204" y="128"/>
                  <a:pt x="204" y="128"/>
                  <a:pt x="204" y="128"/>
                </a:cubicBezTo>
                <a:lnTo>
                  <a:pt x="212" y="128"/>
                </a:lnTo>
                <a:close/>
                <a:moveTo>
                  <a:pt x="196" y="188"/>
                </a:moveTo>
                <a:cubicBezTo>
                  <a:pt x="195" y="188"/>
                  <a:pt x="195" y="188"/>
                  <a:pt x="194" y="188"/>
                </a:cubicBezTo>
                <a:cubicBezTo>
                  <a:pt x="179" y="173"/>
                  <a:pt x="179" y="173"/>
                  <a:pt x="179" y="173"/>
                </a:cubicBezTo>
                <a:cubicBezTo>
                  <a:pt x="177" y="172"/>
                  <a:pt x="175" y="172"/>
                  <a:pt x="173" y="173"/>
                </a:cubicBezTo>
                <a:cubicBezTo>
                  <a:pt x="172" y="175"/>
                  <a:pt x="172" y="177"/>
                  <a:pt x="173" y="179"/>
                </a:cubicBezTo>
                <a:cubicBezTo>
                  <a:pt x="188" y="194"/>
                  <a:pt x="188" y="194"/>
                  <a:pt x="188" y="194"/>
                </a:cubicBezTo>
                <a:cubicBezTo>
                  <a:pt x="188" y="195"/>
                  <a:pt x="188" y="195"/>
                  <a:pt x="188" y="196"/>
                </a:cubicBezTo>
                <a:cubicBezTo>
                  <a:pt x="188" y="200"/>
                  <a:pt x="192" y="204"/>
                  <a:pt x="196" y="204"/>
                </a:cubicBezTo>
                <a:cubicBezTo>
                  <a:pt x="200" y="204"/>
                  <a:pt x="204" y="200"/>
                  <a:pt x="204" y="196"/>
                </a:cubicBezTo>
                <a:cubicBezTo>
                  <a:pt x="204" y="192"/>
                  <a:pt x="200" y="188"/>
                  <a:pt x="196" y="18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2" name="Freeform 85">
            <a:extLst>
              <a:ext uri="{FF2B5EF4-FFF2-40B4-BE49-F238E27FC236}">
                <a16:creationId xmlns:a16="http://schemas.microsoft.com/office/drawing/2014/main" id="{0CB7CBB9-D185-495E-8BA9-15171CDD9261}"/>
              </a:ext>
            </a:extLst>
          </p:cNvPr>
          <p:cNvSpPr>
            <a:spLocks noChangeAspect="1" noEditPoints="1"/>
          </p:cNvSpPr>
          <p:nvPr/>
        </p:nvSpPr>
        <p:spPr bwMode="auto">
          <a:xfrm>
            <a:off x="5411318" y="3398839"/>
            <a:ext cx="400050" cy="398463"/>
          </a:xfrm>
          <a:custGeom>
            <a:avLst/>
            <a:gdLst>
              <a:gd name="T0" fmla="*/ 175 w 256"/>
              <a:gd name="T1" fmla="*/ 244 h 255"/>
              <a:gd name="T2" fmla="*/ 81 w 256"/>
              <a:gd name="T3" fmla="*/ 244 h 255"/>
              <a:gd name="T4" fmla="*/ 0 w 256"/>
              <a:gd name="T5" fmla="*/ 243 h 255"/>
              <a:gd name="T6" fmla="*/ 58 w 256"/>
              <a:gd name="T7" fmla="*/ 254 h 255"/>
              <a:gd name="T8" fmla="*/ 151 w 256"/>
              <a:gd name="T9" fmla="*/ 248 h 255"/>
              <a:gd name="T10" fmla="*/ 253 w 256"/>
              <a:gd name="T11" fmla="*/ 248 h 255"/>
              <a:gd name="T12" fmla="*/ 120 w 256"/>
              <a:gd name="T13" fmla="*/ 144 h 255"/>
              <a:gd name="T14" fmla="*/ 120 w 256"/>
              <a:gd name="T15" fmla="*/ 136 h 255"/>
              <a:gd name="T16" fmla="*/ 120 w 256"/>
              <a:gd name="T17" fmla="*/ 108 h 255"/>
              <a:gd name="T18" fmla="*/ 176 w 256"/>
              <a:gd name="T19" fmla="*/ 108 h 255"/>
              <a:gd name="T20" fmla="*/ 224 w 256"/>
              <a:gd name="T21" fmla="*/ 136 h 255"/>
              <a:gd name="T22" fmla="*/ 184 w 256"/>
              <a:gd name="T23" fmla="*/ 136 h 255"/>
              <a:gd name="T24" fmla="*/ 184 w 256"/>
              <a:gd name="T25" fmla="*/ 144 h 255"/>
              <a:gd name="T26" fmla="*/ 128 w 256"/>
              <a:gd name="T27" fmla="*/ 29 h 255"/>
              <a:gd name="T28" fmla="*/ 160 w 256"/>
              <a:gd name="T29" fmla="*/ 8 h 255"/>
              <a:gd name="T30" fmla="*/ 172 w 256"/>
              <a:gd name="T31" fmla="*/ 65 h 255"/>
              <a:gd name="T32" fmla="*/ 180 w 256"/>
              <a:gd name="T33" fmla="*/ 64 h 255"/>
              <a:gd name="T34" fmla="*/ 168 w 256"/>
              <a:gd name="T35" fmla="*/ 4 h 255"/>
              <a:gd name="T36" fmla="*/ 120 w 256"/>
              <a:gd name="T37" fmla="*/ 4 h 255"/>
              <a:gd name="T38" fmla="*/ 108 w 256"/>
              <a:gd name="T39" fmla="*/ 64 h 255"/>
              <a:gd name="T40" fmla="*/ 116 w 256"/>
              <a:gd name="T41" fmla="*/ 65 h 255"/>
              <a:gd name="T42" fmla="*/ 32 w 256"/>
              <a:gd name="T43" fmla="*/ 200 h 255"/>
              <a:gd name="T44" fmla="*/ 40 w 256"/>
              <a:gd name="T45" fmla="*/ 232 h 255"/>
              <a:gd name="T46" fmla="*/ 32 w 256"/>
              <a:gd name="T47" fmla="*/ 188 h 255"/>
              <a:gd name="T48" fmla="*/ 10 w 256"/>
              <a:gd name="T49" fmla="*/ 168 h 255"/>
              <a:gd name="T50" fmla="*/ 224 w 256"/>
              <a:gd name="T51" fmla="*/ 192 h 255"/>
              <a:gd name="T52" fmla="*/ 208 w 256"/>
              <a:gd name="T53" fmla="*/ 184 h 255"/>
              <a:gd name="T54" fmla="*/ 216 w 256"/>
              <a:gd name="T55" fmla="*/ 192 h 255"/>
              <a:gd name="T56" fmla="*/ 224 w 256"/>
              <a:gd name="T57" fmla="*/ 232 h 255"/>
              <a:gd name="T58" fmla="*/ 244 w 256"/>
              <a:gd name="T59" fmla="*/ 197 h 255"/>
              <a:gd name="T60" fmla="*/ 252 w 256"/>
              <a:gd name="T61" fmla="*/ 160 h 255"/>
              <a:gd name="T62" fmla="*/ 0 w 256"/>
              <a:gd name="T63" fmla="*/ 165 h 255"/>
              <a:gd name="T64" fmla="*/ 176 w 256"/>
              <a:gd name="T65" fmla="*/ 232 h 255"/>
              <a:gd name="T66" fmla="*/ 168 w 256"/>
              <a:gd name="T67" fmla="*/ 188 h 255"/>
              <a:gd name="T68" fmla="*/ 88 w 256"/>
              <a:gd name="T69" fmla="*/ 188 h 255"/>
              <a:gd name="T70" fmla="*/ 68 w 256"/>
              <a:gd name="T71" fmla="*/ 188 h 255"/>
              <a:gd name="T72" fmla="*/ 80 w 256"/>
              <a:gd name="T73" fmla="*/ 232 h 255"/>
              <a:gd name="T74" fmla="*/ 88 w 256"/>
              <a:gd name="T75" fmla="*/ 200 h 255"/>
              <a:gd name="T76" fmla="*/ 172 w 256"/>
              <a:gd name="T77" fmla="*/ 236 h 255"/>
              <a:gd name="T78" fmla="*/ 12 w 256"/>
              <a:gd name="T79" fmla="*/ 128 h 255"/>
              <a:gd name="T80" fmla="*/ 20 w 256"/>
              <a:gd name="T81" fmla="*/ 132 h 255"/>
              <a:gd name="T82" fmla="*/ 108 w 256"/>
              <a:gd name="T83" fmla="*/ 152 h 255"/>
              <a:gd name="T84" fmla="*/ 92 w 256"/>
              <a:gd name="T85" fmla="*/ 124 h 255"/>
              <a:gd name="T86" fmla="*/ 200 w 256"/>
              <a:gd name="T87" fmla="*/ 112 h 255"/>
              <a:gd name="T88" fmla="*/ 236 w 256"/>
              <a:gd name="T89" fmla="*/ 152 h 255"/>
              <a:gd name="T90" fmla="*/ 240 w 256"/>
              <a:gd name="T91" fmla="*/ 108 h 255"/>
              <a:gd name="T92" fmla="*/ 204 w 256"/>
              <a:gd name="T93" fmla="*/ 84 h 255"/>
              <a:gd name="T94" fmla="*/ 84 w 256"/>
              <a:gd name="T95" fmla="*/ 124 h 255"/>
              <a:gd name="T96" fmla="*/ 20 w 256"/>
              <a:gd name="T97" fmla="*/ 60 h 255"/>
              <a:gd name="T98" fmla="*/ 0 w 256"/>
              <a:gd name="T99" fmla="*/ 66 h 255"/>
              <a:gd name="T100" fmla="*/ 64 w 256"/>
              <a:gd name="T101" fmla="*/ 124 h 255"/>
              <a:gd name="T102" fmla="*/ 18 w 256"/>
              <a:gd name="T103" fmla="*/ 6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5">
                <a:moveTo>
                  <a:pt x="251" y="240"/>
                </a:moveTo>
                <a:cubicBezTo>
                  <a:pt x="217" y="245"/>
                  <a:pt x="217" y="245"/>
                  <a:pt x="217" y="245"/>
                </a:cubicBezTo>
                <a:cubicBezTo>
                  <a:pt x="203" y="247"/>
                  <a:pt x="189" y="247"/>
                  <a:pt x="175" y="244"/>
                </a:cubicBezTo>
                <a:cubicBezTo>
                  <a:pt x="152" y="240"/>
                  <a:pt x="152" y="240"/>
                  <a:pt x="152" y="240"/>
                </a:cubicBezTo>
                <a:cubicBezTo>
                  <a:pt x="136" y="237"/>
                  <a:pt x="120" y="237"/>
                  <a:pt x="104" y="240"/>
                </a:cubicBezTo>
                <a:cubicBezTo>
                  <a:pt x="81" y="244"/>
                  <a:pt x="81" y="244"/>
                  <a:pt x="81" y="244"/>
                </a:cubicBezTo>
                <a:cubicBezTo>
                  <a:pt x="67" y="247"/>
                  <a:pt x="53" y="247"/>
                  <a:pt x="39" y="245"/>
                </a:cubicBezTo>
                <a:cubicBezTo>
                  <a:pt x="5" y="240"/>
                  <a:pt x="5" y="240"/>
                  <a:pt x="5" y="240"/>
                </a:cubicBezTo>
                <a:cubicBezTo>
                  <a:pt x="2" y="240"/>
                  <a:pt x="0" y="241"/>
                  <a:pt x="0" y="243"/>
                </a:cubicBezTo>
                <a:cubicBezTo>
                  <a:pt x="0" y="245"/>
                  <a:pt x="1" y="248"/>
                  <a:pt x="3" y="248"/>
                </a:cubicBezTo>
                <a:cubicBezTo>
                  <a:pt x="38" y="253"/>
                  <a:pt x="38" y="253"/>
                  <a:pt x="38" y="253"/>
                </a:cubicBezTo>
                <a:cubicBezTo>
                  <a:pt x="45" y="254"/>
                  <a:pt x="51" y="254"/>
                  <a:pt x="58" y="254"/>
                </a:cubicBezTo>
                <a:cubicBezTo>
                  <a:pt x="66" y="254"/>
                  <a:pt x="74" y="253"/>
                  <a:pt x="82" y="252"/>
                </a:cubicBezTo>
                <a:cubicBezTo>
                  <a:pt x="105" y="248"/>
                  <a:pt x="105" y="248"/>
                  <a:pt x="105" y="248"/>
                </a:cubicBezTo>
                <a:cubicBezTo>
                  <a:pt x="120" y="245"/>
                  <a:pt x="136" y="245"/>
                  <a:pt x="151" y="248"/>
                </a:cubicBezTo>
                <a:cubicBezTo>
                  <a:pt x="174" y="252"/>
                  <a:pt x="174" y="252"/>
                  <a:pt x="174" y="252"/>
                </a:cubicBezTo>
                <a:cubicBezTo>
                  <a:pt x="189" y="255"/>
                  <a:pt x="203" y="255"/>
                  <a:pt x="218" y="253"/>
                </a:cubicBezTo>
                <a:cubicBezTo>
                  <a:pt x="253" y="248"/>
                  <a:pt x="253" y="248"/>
                  <a:pt x="253" y="248"/>
                </a:cubicBezTo>
                <a:cubicBezTo>
                  <a:pt x="255" y="248"/>
                  <a:pt x="256" y="245"/>
                  <a:pt x="256" y="243"/>
                </a:cubicBezTo>
                <a:cubicBezTo>
                  <a:pt x="256" y="241"/>
                  <a:pt x="254" y="240"/>
                  <a:pt x="251" y="240"/>
                </a:cubicBezTo>
                <a:close/>
                <a:moveTo>
                  <a:pt x="120" y="144"/>
                </a:moveTo>
                <a:cubicBezTo>
                  <a:pt x="144" y="144"/>
                  <a:pt x="144" y="144"/>
                  <a:pt x="144" y="144"/>
                </a:cubicBezTo>
                <a:cubicBezTo>
                  <a:pt x="144" y="136"/>
                  <a:pt x="144" y="136"/>
                  <a:pt x="144" y="136"/>
                </a:cubicBezTo>
                <a:cubicBezTo>
                  <a:pt x="120" y="136"/>
                  <a:pt x="120" y="136"/>
                  <a:pt x="120" y="136"/>
                </a:cubicBezTo>
                <a:lnTo>
                  <a:pt x="120" y="144"/>
                </a:lnTo>
                <a:close/>
                <a:moveTo>
                  <a:pt x="176" y="108"/>
                </a:moveTo>
                <a:cubicBezTo>
                  <a:pt x="120" y="108"/>
                  <a:pt x="120" y="108"/>
                  <a:pt x="120" y="108"/>
                </a:cubicBezTo>
                <a:cubicBezTo>
                  <a:pt x="120" y="116"/>
                  <a:pt x="120" y="116"/>
                  <a:pt x="120" y="116"/>
                </a:cubicBezTo>
                <a:cubicBezTo>
                  <a:pt x="176" y="116"/>
                  <a:pt x="176" y="116"/>
                  <a:pt x="176" y="116"/>
                </a:cubicBezTo>
                <a:lnTo>
                  <a:pt x="176" y="108"/>
                </a:lnTo>
                <a:close/>
                <a:moveTo>
                  <a:pt x="200" y="144"/>
                </a:moveTo>
                <a:cubicBezTo>
                  <a:pt x="224" y="144"/>
                  <a:pt x="224" y="144"/>
                  <a:pt x="224" y="144"/>
                </a:cubicBezTo>
                <a:cubicBezTo>
                  <a:pt x="224" y="136"/>
                  <a:pt x="224" y="136"/>
                  <a:pt x="224" y="136"/>
                </a:cubicBezTo>
                <a:cubicBezTo>
                  <a:pt x="200" y="136"/>
                  <a:pt x="200" y="136"/>
                  <a:pt x="200" y="136"/>
                </a:cubicBezTo>
                <a:lnTo>
                  <a:pt x="200" y="144"/>
                </a:lnTo>
                <a:close/>
                <a:moveTo>
                  <a:pt x="184" y="136"/>
                </a:moveTo>
                <a:cubicBezTo>
                  <a:pt x="160" y="136"/>
                  <a:pt x="160" y="136"/>
                  <a:pt x="160" y="136"/>
                </a:cubicBezTo>
                <a:cubicBezTo>
                  <a:pt x="160" y="144"/>
                  <a:pt x="160" y="144"/>
                  <a:pt x="160" y="144"/>
                </a:cubicBezTo>
                <a:cubicBezTo>
                  <a:pt x="184" y="144"/>
                  <a:pt x="184" y="144"/>
                  <a:pt x="184" y="144"/>
                </a:cubicBezTo>
                <a:lnTo>
                  <a:pt x="184" y="136"/>
                </a:lnTo>
                <a:close/>
                <a:moveTo>
                  <a:pt x="116" y="65"/>
                </a:moveTo>
                <a:cubicBezTo>
                  <a:pt x="128" y="29"/>
                  <a:pt x="128" y="29"/>
                  <a:pt x="128" y="29"/>
                </a:cubicBezTo>
                <a:cubicBezTo>
                  <a:pt x="128" y="29"/>
                  <a:pt x="128" y="28"/>
                  <a:pt x="128" y="28"/>
                </a:cubicBezTo>
                <a:cubicBezTo>
                  <a:pt x="128" y="8"/>
                  <a:pt x="128" y="8"/>
                  <a:pt x="128" y="8"/>
                </a:cubicBezTo>
                <a:cubicBezTo>
                  <a:pt x="160" y="8"/>
                  <a:pt x="160" y="8"/>
                  <a:pt x="160" y="8"/>
                </a:cubicBezTo>
                <a:cubicBezTo>
                  <a:pt x="160" y="28"/>
                  <a:pt x="160" y="28"/>
                  <a:pt x="160" y="28"/>
                </a:cubicBezTo>
                <a:cubicBezTo>
                  <a:pt x="160" y="28"/>
                  <a:pt x="160" y="29"/>
                  <a:pt x="160" y="29"/>
                </a:cubicBezTo>
                <a:cubicBezTo>
                  <a:pt x="172" y="65"/>
                  <a:pt x="172" y="65"/>
                  <a:pt x="172" y="65"/>
                </a:cubicBezTo>
                <a:cubicBezTo>
                  <a:pt x="172" y="76"/>
                  <a:pt x="172" y="76"/>
                  <a:pt x="172" y="76"/>
                </a:cubicBezTo>
                <a:cubicBezTo>
                  <a:pt x="180" y="76"/>
                  <a:pt x="180" y="76"/>
                  <a:pt x="180" y="76"/>
                </a:cubicBezTo>
                <a:cubicBezTo>
                  <a:pt x="180" y="64"/>
                  <a:pt x="180" y="64"/>
                  <a:pt x="180" y="64"/>
                </a:cubicBezTo>
                <a:cubicBezTo>
                  <a:pt x="180" y="63"/>
                  <a:pt x="180" y="63"/>
                  <a:pt x="180" y="63"/>
                </a:cubicBezTo>
                <a:cubicBezTo>
                  <a:pt x="168" y="27"/>
                  <a:pt x="168" y="27"/>
                  <a:pt x="168" y="27"/>
                </a:cubicBezTo>
                <a:cubicBezTo>
                  <a:pt x="168" y="4"/>
                  <a:pt x="168" y="4"/>
                  <a:pt x="168" y="4"/>
                </a:cubicBezTo>
                <a:cubicBezTo>
                  <a:pt x="168" y="2"/>
                  <a:pt x="166" y="0"/>
                  <a:pt x="164" y="0"/>
                </a:cubicBezTo>
                <a:cubicBezTo>
                  <a:pt x="124" y="0"/>
                  <a:pt x="124" y="0"/>
                  <a:pt x="124" y="0"/>
                </a:cubicBezTo>
                <a:cubicBezTo>
                  <a:pt x="122" y="0"/>
                  <a:pt x="120" y="2"/>
                  <a:pt x="120" y="4"/>
                </a:cubicBezTo>
                <a:cubicBezTo>
                  <a:pt x="120" y="27"/>
                  <a:pt x="120" y="27"/>
                  <a:pt x="120" y="27"/>
                </a:cubicBezTo>
                <a:cubicBezTo>
                  <a:pt x="108" y="63"/>
                  <a:pt x="108" y="63"/>
                  <a:pt x="108" y="63"/>
                </a:cubicBezTo>
                <a:cubicBezTo>
                  <a:pt x="108" y="63"/>
                  <a:pt x="108" y="63"/>
                  <a:pt x="108" y="64"/>
                </a:cubicBezTo>
                <a:cubicBezTo>
                  <a:pt x="108" y="76"/>
                  <a:pt x="108" y="76"/>
                  <a:pt x="108" y="76"/>
                </a:cubicBezTo>
                <a:cubicBezTo>
                  <a:pt x="116" y="76"/>
                  <a:pt x="116" y="76"/>
                  <a:pt x="116" y="76"/>
                </a:cubicBezTo>
                <a:lnTo>
                  <a:pt x="116" y="65"/>
                </a:lnTo>
                <a:close/>
                <a:moveTo>
                  <a:pt x="12" y="197"/>
                </a:moveTo>
                <a:cubicBezTo>
                  <a:pt x="13" y="199"/>
                  <a:pt x="14" y="200"/>
                  <a:pt x="16" y="200"/>
                </a:cubicBezTo>
                <a:cubicBezTo>
                  <a:pt x="32" y="200"/>
                  <a:pt x="32" y="200"/>
                  <a:pt x="32" y="200"/>
                </a:cubicBezTo>
                <a:cubicBezTo>
                  <a:pt x="32" y="232"/>
                  <a:pt x="32" y="232"/>
                  <a:pt x="32" y="232"/>
                </a:cubicBezTo>
                <a:cubicBezTo>
                  <a:pt x="32" y="234"/>
                  <a:pt x="34" y="236"/>
                  <a:pt x="36" y="236"/>
                </a:cubicBezTo>
                <a:cubicBezTo>
                  <a:pt x="38" y="236"/>
                  <a:pt x="40" y="234"/>
                  <a:pt x="40" y="232"/>
                </a:cubicBezTo>
                <a:cubicBezTo>
                  <a:pt x="40" y="188"/>
                  <a:pt x="40" y="188"/>
                  <a:pt x="40" y="188"/>
                </a:cubicBezTo>
                <a:cubicBezTo>
                  <a:pt x="40" y="186"/>
                  <a:pt x="38" y="184"/>
                  <a:pt x="36" y="184"/>
                </a:cubicBezTo>
                <a:cubicBezTo>
                  <a:pt x="34" y="184"/>
                  <a:pt x="32" y="186"/>
                  <a:pt x="32" y="188"/>
                </a:cubicBezTo>
                <a:cubicBezTo>
                  <a:pt x="32" y="192"/>
                  <a:pt x="32" y="192"/>
                  <a:pt x="32" y="192"/>
                </a:cubicBezTo>
                <a:cubicBezTo>
                  <a:pt x="19" y="192"/>
                  <a:pt x="19" y="192"/>
                  <a:pt x="19" y="192"/>
                </a:cubicBezTo>
                <a:cubicBezTo>
                  <a:pt x="10" y="168"/>
                  <a:pt x="10" y="168"/>
                  <a:pt x="10" y="168"/>
                </a:cubicBezTo>
                <a:cubicBezTo>
                  <a:pt x="246" y="168"/>
                  <a:pt x="246" y="168"/>
                  <a:pt x="246" y="168"/>
                </a:cubicBezTo>
                <a:cubicBezTo>
                  <a:pt x="237" y="192"/>
                  <a:pt x="237" y="192"/>
                  <a:pt x="237" y="192"/>
                </a:cubicBezTo>
                <a:cubicBezTo>
                  <a:pt x="224" y="192"/>
                  <a:pt x="224" y="192"/>
                  <a:pt x="224" y="192"/>
                </a:cubicBezTo>
                <a:cubicBezTo>
                  <a:pt x="224" y="188"/>
                  <a:pt x="224" y="188"/>
                  <a:pt x="224" y="188"/>
                </a:cubicBezTo>
                <a:cubicBezTo>
                  <a:pt x="224" y="186"/>
                  <a:pt x="222" y="184"/>
                  <a:pt x="220" y="184"/>
                </a:cubicBezTo>
                <a:cubicBezTo>
                  <a:pt x="208" y="184"/>
                  <a:pt x="208" y="184"/>
                  <a:pt x="208" y="184"/>
                </a:cubicBezTo>
                <a:cubicBezTo>
                  <a:pt x="206" y="184"/>
                  <a:pt x="204" y="186"/>
                  <a:pt x="204" y="188"/>
                </a:cubicBezTo>
                <a:cubicBezTo>
                  <a:pt x="204" y="190"/>
                  <a:pt x="206" y="192"/>
                  <a:pt x="208" y="192"/>
                </a:cubicBezTo>
                <a:cubicBezTo>
                  <a:pt x="216" y="192"/>
                  <a:pt x="216" y="192"/>
                  <a:pt x="216" y="192"/>
                </a:cubicBezTo>
                <a:cubicBezTo>
                  <a:pt x="216" y="232"/>
                  <a:pt x="216" y="232"/>
                  <a:pt x="216" y="232"/>
                </a:cubicBezTo>
                <a:cubicBezTo>
                  <a:pt x="216" y="234"/>
                  <a:pt x="218" y="236"/>
                  <a:pt x="220" y="236"/>
                </a:cubicBezTo>
                <a:cubicBezTo>
                  <a:pt x="222" y="236"/>
                  <a:pt x="224" y="234"/>
                  <a:pt x="224" y="232"/>
                </a:cubicBezTo>
                <a:cubicBezTo>
                  <a:pt x="224" y="200"/>
                  <a:pt x="224" y="200"/>
                  <a:pt x="224" y="200"/>
                </a:cubicBezTo>
                <a:cubicBezTo>
                  <a:pt x="240" y="200"/>
                  <a:pt x="240" y="200"/>
                  <a:pt x="240" y="200"/>
                </a:cubicBezTo>
                <a:cubicBezTo>
                  <a:pt x="242" y="200"/>
                  <a:pt x="243" y="199"/>
                  <a:pt x="244" y="197"/>
                </a:cubicBezTo>
                <a:cubicBezTo>
                  <a:pt x="256" y="165"/>
                  <a:pt x="256" y="165"/>
                  <a:pt x="256" y="165"/>
                </a:cubicBezTo>
                <a:cubicBezTo>
                  <a:pt x="256" y="164"/>
                  <a:pt x="256" y="163"/>
                  <a:pt x="255" y="162"/>
                </a:cubicBezTo>
                <a:cubicBezTo>
                  <a:pt x="255" y="160"/>
                  <a:pt x="253" y="160"/>
                  <a:pt x="252" y="160"/>
                </a:cubicBezTo>
                <a:cubicBezTo>
                  <a:pt x="4" y="160"/>
                  <a:pt x="4" y="160"/>
                  <a:pt x="4" y="160"/>
                </a:cubicBezTo>
                <a:cubicBezTo>
                  <a:pt x="3" y="160"/>
                  <a:pt x="1" y="160"/>
                  <a:pt x="1" y="162"/>
                </a:cubicBezTo>
                <a:cubicBezTo>
                  <a:pt x="0" y="163"/>
                  <a:pt x="0" y="164"/>
                  <a:pt x="0" y="165"/>
                </a:cubicBezTo>
                <a:lnTo>
                  <a:pt x="12" y="197"/>
                </a:lnTo>
                <a:close/>
                <a:moveTo>
                  <a:pt x="172" y="236"/>
                </a:moveTo>
                <a:cubicBezTo>
                  <a:pt x="174" y="236"/>
                  <a:pt x="176" y="234"/>
                  <a:pt x="176" y="232"/>
                </a:cubicBezTo>
                <a:cubicBezTo>
                  <a:pt x="176" y="188"/>
                  <a:pt x="176" y="188"/>
                  <a:pt x="176" y="188"/>
                </a:cubicBezTo>
                <a:cubicBezTo>
                  <a:pt x="176" y="186"/>
                  <a:pt x="174" y="184"/>
                  <a:pt x="172" y="184"/>
                </a:cubicBezTo>
                <a:cubicBezTo>
                  <a:pt x="170" y="184"/>
                  <a:pt x="168" y="186"/>
                  <a:pt x="168" y="188"/>
                </a:cubicBezTo>
                <a:cubicBezTo>
                  <a:pt x="168" y="192"/>
                  <a:pt x="168" y="192"/>
                  <a:pt x="168" y="192"/>
                </a:cubicBezTo>
                <a:cubicBezTo>
                  <a:pt x="88" y="192"/>
                  <a:pt x="88" y="192"/>
                  <a:pt x="88" y="192"/>
                </a:cubicBezTo>
                <a:cubicBezTo>
                  <a:pt x="88" y="188"/>
                  <a:pt x="88" y="188"/>
                  <a:pt x="88" y="188"/>
                </a:cubicBezTo>
                <a:cubicBezTo>
                  <a:pt x="88" y="186"/>
                  <a:pt x="86" y="184"/>
                  <a:pt x="84" y="184"/>
                </a:cubicBezTo>
                <a:cubicBezTo>
                  <a:pt x="72" y="184"/>
                  <a:pt x="72" y="184"/>
                  <a:pt x="72" y="184"/>
                </a:cubicBezTo>
                <a:cubicBezTo>
                  <a:pt x="70" y="184"/>
                  <a:pt x="68" y="186"/>
                  <a:pt x="68" y="188"/>
                </a:cubicBezTo>
                <a:cubicBezTo>
                  <a:pt x="68" y="190"/>
                  <a:pt x="70" y="192"/>
                  <a:pt x="72" y="192"/>
                </a:cubicBezTo>
                <a:cubicBezTo>
                  <a:pt x="80" y="192"/>
                  <a:pt x="80" y="192"/>
                  <a:pt x="80" y="192"/>
                </a:cubicBezTo>
                <a:cubicBezTo>
                  <a:pt x="80" y="232"/>
                  <a:pt x="80" y="232"/>
                  <a:pt x="80" y="232"/>
                </a:cubicBezTo>
                <a:cubicBezTo>
                  <a:pt x="80" y="234"/>
                  <a:pt x="82" y="236"/>
                  <a:pt x="84" y="236"/>
                </a:cubicBezTo>
                <a:cubicBezTo>
                  <a:pt x="86" y="236"/>
                  <a:pt x="88" y="234"/>
                  <a:pt x="88" y="232"/>
                </a:cubicBezTo>
                <a:cubicBezTo>
                  <a:pt x="88" y="200"/>
                  <a:pt x="88" y="200"/>
                  <a:pt x="88" y="200"/>
                </a:cubicBezTo>
                <a:cubicBezTo>
                  <a:pt x="168" y="200"/>
                  <a:pt x="168" y="200"/>
                  <a:pt x="168" y="200"/>
                </a:cubicBezTo>
                <a:cubicBezTo>
                  <a:pt x="168" y="232"/>
                  <a:pt x="168" y="232"/>
                  <a:pt x="168" y="232"/>
                </a:cubicBezTo>
                <a:cubicBezTo>
                  <a:pt x="168" y="234"/>
                  <a:pt x="170" y="236"/>
                  <a:pt x="172" y="236"/>
                </a:cubicBezTo>
                <a:close/>
                <a:moveTo>
                  <a:pt x="30" y="124"/>
                </a:moveTo>
                <a:cubicBezTo>
                  <a:pt x="16" y="124"/>
                  <a:pt x="16" y="124"/>
                  <a:pt x="16" y="124"/>
                </a:cubicBezTo>
                <a:cubicBezTo>
                  <a:pt x="14" y="124"/>
                  <a:pt x="12" y="126"/>
                  <a:pt x="12" y="128"/>
                </a:cubicBezTo>
                <a:cubicBezTo>
                  <a:pt x="12" y="152"/>
                  <a:pt x="12" y="152"/>
                  <a:pt x="12" y="152"/>
                </a:cubicBezTo>
                <a:cubicBezTo>
                  <a:pt x="20" y="152"/>
                  <a:pt x="20" y="152"/>
                  <a:pt x="20" y="152"/>
                </a:cubicBezTo>
                <a:cubicBezTo>
                  <a:pt x="20" y="132"/>
                  <a:pt x="20" y="132"/>
                  <a:pt x="20" y="132"/>
                </a:cubicBezTo>
                <a:cubicBezTo>
                  <a:pt x="100" y="132"/>
                  <a:pt x="100" y="132"/>
                  <a:pt x="100" y="132"/>
                </a:cubicBezTo>
                <a:cubicBezTo>
                  <a:pt x="100" y="152"/>
                  <a:pt x="100" y="152"/>
                  <a:pt x="100" y="152"/>
                </a:cubicBezTo>
                <a:cubicBezTo>
                  <a:pt x="108" y="152"/>
                  <a:pt x="108" y="152"/>
                  <a:pt x="108" y="152"/>
                </a:cubicBezTo>
                <a:cubicBezTo>
                  <a:pt x="108" y="128"/>
                  <a:pt x="108" y="128"/>
                  <a:pt x="108" y="128"/>
                </a:cubicBezTo>
                <a:cubicBezTo>
                  <a:pt x="108" y="126"/>
                  <a:pt x="106" y="124"/>
                  <a:pt x="104" y="124"/>
                </a:cubicBezTo>
                <a:cubicBezTo>
                  <a:pt x="92" y="124"/>
                  <a:pt x="92" y="124"/>
                  <a:pt x="92" y="124"/>
                </a:cubicBezTo>
                <a:cubicBezTo>
                  <a:pt x="92" y="92"/>
                  <a:pt x="92" y="92"/>
                  <a:pt x="92" y="92"/>
                </a:cubicBezTo>
                <a:cubicBezTo>
                  <a:pt x="200" y="92"/>
                  <a:pt x="200" y="92"/>
                  <a:pt x="200" y="92"/>
                </a:cubicBezTo>
                <a:cubicBezTo>
                  <a:pt x="200" y="112"/>
                  <a:pt x="200" y="112"/>
                  <a:pt x="200" y="112"/>
                </a:cubicBezTo>
                <a:cubicBezTo>
                  <a:pt x="200" y="114"/>
                  <a:pt x="202" y="116"/>
                  <a:pt x="204" y="116"/>
                </a:cubicBezTo>
                <a:cubicBezTo>
                  <a:pt x="236" y="116"/>
                  <a:pt x="236" y="116"/>
                  <a:pt x="236" y="116"/>
                </a:cubicBezTo>
                <a:cubicBezTo>
                  <a:pt x="236" y="152"/>
                  <a:pt x="236" y="152"/>
                  <a:pt x="236" y="152"/>
                </a:cubicBezTo>
                <a:cubicBezTo>
                  <a:pt x="244" y="152"/>
                  <a:pt x="244" y="152"/>
                  <a:pt x="244" y="152"/>
                </a:cubicBezTo>
                <a:cubicBezTo>
                  <a:pt x="244" y="112"/>
                  <a:pt x="244" y="112"/>
                  <a:pt x="244" y="112"/>
                </a:cubicBezTo>
                <a:cubicBezTo>
                  <a:pt x="244" y="110"/>
                  <a:pt x="242" y="108"/>
                  <a:pt x="240" y="108"/>
                </a:cubicBezTo>
                <a:cubicBezTo>
                  <a:pt x="208" y="108"/>
                  <a:pt x="208" y="108"/>
                  <a:pt x="208" y="108"/>
                </a:cubicBezTo>
                <a:cubicBezTo>
                  <a:pt x="208" y="88"/>
                  <a:pt x="208" y="88"/>
                  <a:pt x="208" y="88"/>
                </a:cubicBezTo>
                <a:cubicBezTo>
                  <a:pt x="208" y="86"/>
                  <a:pt x="206" y="84"/>
                  <a:pt x="204" y="84"/>
                </a:cubicBezTo>
                <a:cubicBezTo>
                  <a:pt x="88" y="84"/>
                  <a:pt x="88" y="84"/>
                  <a:pt x="88" y="84"/>
                </a:cubicBezTo>
                <a:cubicBezTo>
                  <a:pt x="86" y="84"/>
                  <a:pt x="84" y="86"/>
                  <a:pt x="84" y="88"/>
                </a:cubicBezTo>
                <a:cubicBezTo>
                  <a:pt x="84" y="124"/>
                  <a:pt x="84" y="124"/>
                  <a:pt x="84" y="124"/>
                </a:cubicBezTo>
                <a:cubicBezTo>
                  <a:pt x="74" y="124"/>
                  <a:pt x="74" y="124"/>
                  <a:pt x="74" y="124"/>
                </a:cubicBezTo>
                <a:cubicBezTo>
                  <a:pt x="23" y="61"/>
                  <a:pt x="23" y="61"/>
                  <a:pt x="23" y="61"/>
                </a:cubicBezTo>
                <a:cubicBezTo>
                  <a:pt x="22" y="60"/>
                  <a:pt x="21" y="60"/>
                  <a:pt x="20" y="60"/>
                </a:cubicBezTo>
                <a:cubicBezTo>
                  <a:pt x="4" y="60"/>
                  <a:pt x="4" y="60"/>
                  <a:pt x="4" y="60"/>
                </a:cubicBezTo>
                <a:cubicBezTo>
                  <a:pt x="3" y="60"/>
                  <a:pt x="1" y="61"/>
                  <a:pt x="1" y="62"/>
                </a:cubicBezTo>
                <a:cubicBezTo>
                  <a:pt x="0" y="63"/>
                  <a:pt x="0" y="64"/>
                  <a:pt x="0" y="66"/>
                </a:cubicBezTo>
                <a:lnTo>
                  <a:pt x="30" y="124"/>
                </a:lnTo>
                <a:close/>
                <a:moveTo>
                  <a:pt x="18" y="68"/>
                </a:moveTo>
                <a:cubicBezTo>
                  <a:pt x="64" y="124"/>
                  <a:pt x="64" y="124"/>
                  <a:pt x="64" y="124"/>
                </a:cubicBezTo>
                <a:cubicBezTo>
                  <a:pt x="38" y="124"/>
                  <a:pt x="38" y="124"/>
                  <a:pt x="38" y="124"/>
                </a:cubicBezTo>
                <a:cubicBezTo>
                  <a:pt x="10" y="68"/>
                  <a:pt x="10" y="68"/>
                  <a:pt x="10" y="68"/>
                </a:cubicBezTo>
                <a:lnTo>
                  <a:pt x="18" y="6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3" name="Freeform 89">
            <a:extLst>
              <a:ext uri="{FF2B5EF4-FFF2-40B4-BE49-F238E27FC236}">
                <a16:creationId xmlns:a16="http://schemas.microsoft.com/office/drawing/2014/main" id="{4873C55B-5C5B-4335-8D09-F406437F710C}"/>
              </a:ext>
            </a:extLst>
          </p:cNvPr>
          <p:cNvSpPr>
            <a:spLocks noChangeAspect="1" noEditPoints="1"/>
          </p:cNvSpPr>
          <p:nvPr/>
        </p:nvSpPr>
        <p:spPr bwMode="auto">
          <a:xfrm>
            <a:off x="6385314" y="3398045"/>
            <a:ext cx="387350" cy="400050"/>
          </a:xfrm>
          <a:custGeom>
            <a:avLst/>
            <a:gdLst>
              <a:gd name="T0" fmla="*/ 236 w 248"/>
              <a:gd name="T1" fmla="*/ 165 h 256"/>
              <a:gd name="T2" fmla="*/ 242 w 248"/>
              <a:gd name="T3" fmla="*/ 141 h 256"/>
              <a:gd name="T4" fmla="*/ 98 w 248"/>
              <a:gd name="T5" fmla="*/ 61 h 256"/>
              <a:gd name="T6" fmla="*/ 230 w 248"/>
              <a:gd name="T7" fmla="*/ 159 h 256"/>
              <a:gd name="T8" fmla="*/ 144 w 248"/>
              <a:gd name="T9" fmla="*/ 116 h 256"/>
              <a:gd name="T10" fmla="*/ 116 w 248"/>
              <a:gd name="T11" fmla="*/ 105 h 256"/>
              <a:gd name="T12" fmla="*/ 95 w 248"/>
              <a:gd name="T13" fmla="*/ 51 h 256"/>
              <a:gd name="T14" fmla="*/ 100 w 248"/>
              <a:gd name="T15" fmla="*/ 16 h 256"/>
              <a:gd name="T16" fmla="*/ 78 w 248"/>
              <a:gd name="T17" fmla="*/ 1 h 256"/>
              <a:gd name="T18" fmla="*/ 0 w 248"/>
              <a:gd name="T19" fmla="*/ 124 h 256"/>
              <a:gd name="T20" fmla="*/ 20 w 248"/>
              <a:gd name="T21" fmla="*/ 135 h 256"/>
              <a:gd name="T22" fmla="*/ 28 w 248"/>
              <a:gd name="T23" fmla="*/ 256 h 256"/>
              <a:gd name="T24" fmla="*/ 64 w 248"/>
              <a:gd name="T25" fmla="*/ 89 h 256"/>
              <a:gd name="T26" fmla="*/ 112 w 248"/>
              <a:gd name="T27" fmla="*/ 116 h 256"/>
              <a:gd name="T28" fmla="*/ 141 w 248"/>
              <a:gd name="T29" fmla="*/ 125 h 256"/>
              <a:gd name="T30" fmla="*/ 228 w 248"/>
              <a:gd name="T31" fmla="*/ 228 h 256"/>
              <a:gd name="T32" fmla="*/ 216 w 248"/>
              <a:gd name="T33" fmla="*/ 256 h 256"/>
              <a:gd name="T34" fmla="*/ 224 w 248"/>
              <a:gd name="T35" fmla="*/ 240 h 256"/>
              <a:gd name="T36" fmla="*/ 236 w 248"/>
              <a:gd name="T37" fmla="*/ 236 h 256"/>
              <a:gd name="T38" fmla="*/ 240 w 248"/>
              <a:gd name="T39" fmla="*/ 256 h 256"/>
              <a:gd name="T40" fmla="*/ 248 w 248"/>
              <a:gd name="T41" fmla="*/ 240 h 256"/>
              <a:gd name="T42" fmla="*/ 23 w 248"/>
              <a:gd name="T43" fmla="*/ 127 h 256"/>
              <a:gd name="T44" fmla="*/ 76 w 248"/>
              <a:gd name="T45" fmla="*/ 8 h 256"/>
              <a:gd name="T46" fmla="*/ 88 w 248"/>
              <a:gd name="T47" fmla="*/ 46 h 256"/>
              <a:gd name="T48" fmla="*/ 128 w 248"/>
              <a:gd name="T49" fmla="*/ 124 h 256"/>
              <a:gd name="T50" fmla="*/ 128 w 248"/>
              <a:gd name="T51" fmla="*/ 108 h 256"/>
              <a:gd name="T52" fmla="*/ 128 w 248"/>
              <a:gd name="T53" fmla="*/ 124 h 256"/>
              <a:gd name="T54" fmla="*/ 104 w 248"/>
              <a:gd name="T55" fmla="*/ 120 h 256"/>
              <a:gd name="T56" fmla="*/ 96 w 248"/>
              <a:gd name="T57" fmla="*/ 147 h 256"/>
              <a:gd name="T58" fmla="*/ 52 w 248"/>
              <a:gd name="T59" fmla="*/ 228 h 256"/>
              <a:gd name="T60" fmla="*/ 48 w 248"/>
              <a:gd name="T61" fmla="*/ 256 h 256"/>
              <a:gd name="T62" fmla="*/ 56 w 248"/>
              <a:gd name="T63" fmla="*/ 236 h 256"/>
              <a:gd name="T64" fmla="*/ 64 w 248"/>
              <a:gd name="T65" fmla="*/ 234 h 256"/>
              <a:gd name="T66" fmla="*/ 104 w 248"/>
              <a:gd name="T67" fmla="*/ 148 h 256"/>
              <a:gd name="T68" fmla="*/ 187 w 248"/>
              <a:gd name="T69" fmla="*/ 228 h 256"/>
              <a:gd name="T70" fmla="*/ 156 w 248"/>
              <a:gd name="T71" fmla="*/ 140 h 256"/>
              <a:gd name="T72" fmla="*/ 148 w 248"/>
              <a:gd name="T73" fmla="*/ 148 h 256"/>
              <a:gd name="T74" fmla="*/ 180 w 248"/>
              <a:gd name="T75" fmla="*/ 233 h 256"/>
              <a:gd name="T76" fmla="*/ 192 w 248"/>
              <a:gd name="T77" fmla="*/ 236 h 256"/>
              <a:gd name="T78" fmla="*/ 200 w 248"/>
              <a:gd name="T79" fmla="*/ 256 h 256"/>
              <a:gd name="T80" fmla="*/ 196 w 248"/>
              <a:gd name="T81" fmla="*/ 228 h 256"/>
              <a:gd name="T82" fmla="*/ 128 w 248"/>
              <a:gd name="T83" fmla="*/ 164 h 256"/>
              <a:gd name="T84" fmla="*/ 120 w 248"/>
              <a:gd name="T85" fmla="*/ 166 h 256"/>
              <a:gd name="T86" fmla="*/ 84 w 248"/>
              <a:gd name="T87" fmla="*/ 256 h 256"/>
              <a:gd name="T88" fmla="*/ 88 w 248"/>
              <a:gd name="T89" fmla="*/ 256 h 256"/>
              <a:gd name="T90" fmla="*/ 124 w 248"/>
              <a:gd name="T91" fmla="*/ 231 h 256"/>
              <a:gd name="T92" fmla="*/ 160 w 248"/>
              <a:gd name="T93" fmla="*/ 256 h 256"/>
              <a:gd name="T94" fmla="*/ 160 w 248"/>
              <a:gd name="T95" fmla="*/ 256 h 256"/>
              <a:gd name="T96" fmla="*/ 164 w 248"/>
              <a:gd name="T97" fmla="*/ 251 h 256"/>
              <a:gd name="T98" fmla="*/ 94 w 248"/>
              <a:gd name="T99" fmla="*/ 242 h 256"/>
              <a:gd name="T100" fmla="*/ 117 w 248"/>
              <a:gd name="T101" fmla="*/ 226 h 256"/>
              <a:gd name="T102" fmla="*/ 109 w 248"/>
              <a:gd name="T103" fmla="*/ 211 h 256"/>
              <a:gd name="T104" fmla="*/ 140 w 248"/>
              <a:gd name="T105" fmla="*/ 210 h 256"/>
              <a:gd name="T106" fmla="*/ 109 w 248"/>
              <a:gd name="T107" fmla="*/ 211 h 256"/>
              <a:gd name="T108" fmla="*/ 143 w 248"/>
              <a:gd name="T109" fmla="*/ 218 h 256"/>
              <a:gd name="T110" fmla="*/ 131 w 248"/>
              <a:gd name="T111" fmla="*/ 22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8" h="256">
                <a:moveTo>
                  <a:pt x="236" y="228"/>
                </a:moveTo>
                <a:cubicBezTo>
                  <a:pt x="236" y="165"/>
                  <a:pt x="236" y="165"/>
                  <a:pt x="236" y="165"/>
                </a:cubicBezTo>
                <a:cubicBezTo>
                  <a:pt x="244" y="145"/>
                  <a:pt x="244" y="145"/>
                  <a:pt x="244" y="145"/>
                </a:cubicBezTo>
                <a:cubicBezTo>
                  <a:pt x="244" y="144"/>
                  <a:pt x="244" y="142"/>
                  <a:pt x="242" y="141"/>
                </a:cubicBezTo>
                <a:cubicBezTo>
                  <a:pt x="103" y="54"/>
                  <a:pt x="103" y="54"/>
                  <a:pt x="103" y="54"/>
                </a:cubicBezTo>
                <a:cubicBezTo>
                  <a:pt x="98" y="61"/>
                  <a:pt x="98" y="61"/>
                  <a:pt x="98" y="61"/>
                </a:cubicBezTo>
                <a:cubicBezTo>
                  <a:pt x="235" y="146"/>
                  <a:pt x="235" y="146"/>
                  <a:pt x="235" y="146"/>
                </a:cubicBezTo>
                <a:cubicBezTo>
                  <a:pt x="230" y="159"/>
                  <a:pt x="230" y="159"/>
                  <a:pt x="230" y="159"/>
                </a:cubicBezTo>
                <a:cubicBezTo>
                  <a:pt x="144" y="117"/>
                  <a:pt x="144" y="117"/>
                  <a:pt x="144" y="117"/>
                </a:cubicBezTo>
                <a:cubicBezTo>
                  <a:pt x="144" y="117"/>
                  <a:pt x="144" y="116"/>
                  <a:pt x="144" y="116"/>
                </a:cubicBezTo>
                <a:cubicBezTo>
                  <a:pt x="144" y="107"/>
                  <a:pt x="137" y="100"/>
                  <a:pt x="128" y="100"/>
                </a:cubicBezTo>
                <a:cubicBezTo>
                  <a:pt x="123" y="100"/>
                  <a:pt x="119" y="102"/>
                  <a:pt x="116" y="105"/>
                </a:cubicBezTo>
                <a:cubicBezTo>
                  <a:pt x="69" y="83"/>
                  <a:pt x="69" y="83"/>
                  <a:pt x="69" y="83"/>
                </a:cubicBezTo>
                <a:cubicBezTo>
                  <a:pt x="95" y="51"/>
                  <a:pt x="95" y="51"/>
                  <a:pt x="95" y="51"/>
                </a:cubicBezTo>
                <a:cubicBezTo>
                  <a:pt x="96" y="50"/>
                  <a:pt x="96" y="49"/>
                  <a:pt x="96" y="48"/>
                </a:cubicBezTo>
                <a:cubicBezTo>
                  <a:pt x="100" y="16"/>
                  <a:pt x="100" y="16"/>
                  <a:pt x="100" y="16"/>
                </a:cubicBezTo>
                <a:cubicBezTo>
                  <a:pt x="100" y="15"/>
                  <a:pt x="99" y="13"/>
                  <a:pt x="98" y="13"/>
                </a:cubicBezTo>
                <a:cubicBezTo>
                  <a:pt x="78" y="1"/>
                  <a:pt x="78" y="1"/>
                  <a:pt x="78" y="1"/>
                </a:cubicBezTo>
                <a:cubicBezTo>
                  <a:pt x="77" y="0"/>
                  <a:pt x="76" y="0"/>
                  <a:pt x="75" y="0"/>
                </a:cubicBezTo>
                <a:cubicBezTo>
                  <a:pt x="33" y="17"/>
                  <a:pt x="8" y="58"/>
                  <a:pt x="0" y="124"/>
                </a:cubicBezTo>
                <a:cubicBezTo>
                  <a:pt x="0" y="125"/>
                  <a:pt x="1" y="127"/>
                  <a:pt x="3" y="128"/>
                </a:cubicBezTo>
                <a:cubicBezTo>
                  <a:pt x="20" y="135"/>
                  <a:pt x="20" y="135"/>
                  <a:pt x="20" y="135"/>
                </a:cubicBezTo>
                <a:cubicBezTo>
                  <a:pt x="20" y="256"/>
                  <a:pt x="20" y="256"/>
                  <a:pt x="20" y="256"/>
                </a:cubicBezTo>
                <a:cubicBezTo>
                  <a:pt x="28" y="256"/>
                  <a:pt x="28" y="256"/>
                  <a:pt x="28" y="256"/>
                </a:cubicBezTo>
                <a:cubicBezTo>
                  <a:pt x="28" y="133"/>
                  <a:pt x="28" y="133"/>
                  <a:pt x="28" y="133"/>
                </a:cubicBezTo>
                <a:cubicBezTo>
                  <a:pt x="64" y="89"/>
                  <a:pt x="64" y="89"/>
                  <a:pt x="64" y="89"/>
                </a:cubicBezTo>
                <a:cubicBezTo>
                  <a:pt x="112" y="113"/>
                  <a:pt x="112" y="113"/>
                  <a:pt x="112" y="113"/>
                </a:cubicBezTo>
                <a:cubicBezTo>
                  <a:pt x="112" y="114"/>
                  <a:pt x="112" y="115"/>
                  <a:pt x="112" y="116"/>
                </a:cubicBezTo>
                <a:cubicBezTo>
                  <a:pt x="112" y="125"/>
                  <a:pt x="119" y="132"/>
                  <a:pt x="128" y="132"/>
                </a:cubicBezTo>
                <a:cubicBezTo>
                  <a:pt x="133" y="132"/>
                  <a:pt x="138" y="129"/>
                  <a:pt x="141" y="125"/>
                </a:cubicBezTo>
                <a:cubicBezTo>
                  <a:pt x="228" y="167"/>
                  <a:pt x="228" y="167"/>
                  <a:pt x="228" y="167"/>
                </a:cubicBezTo>
                <a:cubicBezTo>
                  <a:pt x="228" y="228"/>
                  <a:pt x="228" y="228"/>
                  <a:pt x="228" y="228"/>
                </a:cubicBezTo>
                <a:cubicBezTo>
                  <a:pt x="221" y="228"/>
                  <a:pt x="216" y="233"/>
                  <a:pt x="216" y="240"/>
                </a:cubicBezTo>
                <a:cubicBezTo>
                  <a:pt x="216" y="256"/>
                  <a:pt x="216" y="256"/>
                  <a:pt x="216" y="256"/>
                </a:cubicBezTo>
                <a:cubicBezTo>
                  <a:pt x="224" y="256"/>
                  <a:pt x="224" y="256"/>
                  <a:pt x="224" y="256"/>
                </a:cubicBezTo>
                <a:cubicBezTo>
                  <a:pt x="224" y="240"/>
                  <a:pt x="224" y="240"/>
                  <a:pt x="224" y="240"/>
                </a:cubicBezTo>
                <a:cubicBezTo>
                  <a:pt x="224" y="238"/>
                  <a:pt x="226" y="236"/>
                  <a:pt x="228" y="236"/>
                </a:cubicBezTo>
                <a:cubicBezTo>
                  <a:pt x="236" y="236"/>
                  <a:pt x="236" y="236"/>
                  <a:pt x="236" y="236"/>
                </a:cubicBezTo>
                <a:cubicBezTo>
                  <a:pt x="238" y="236"/>
                  <a:pt x="240" y="238"/>
                  <a:pt x="240" y="240"/>
                </a:cubicBezTo>
                <a:cubicBezTo>
                  <a:pt x="240" y="256"/>
                  <a:pt x="240" y="256"/>
                  <a:pt x="240" y="256"/>
                </a:cubicBezTo>
                <a:cubicBezTo>
                  <a:pt x="248" y="256"/>
                  <a:pt x="248" y="256"/>
                  <a:pt x="248" y="256"/>
                </a:cubicBezTo>
                <a:cubicBezTo>
                  <a:pt x="248" y="240"/>
                  <a:pt x="248" y="240"/>
                  <a:pt x="248" y="240"/>
                </a:cubicBezTo>
                <a:cubicBezTo>
                  <a:pt x="248" y="233"/>
                  <a:pt x="243" y="228"/>
                  <a:pt x="236" y="228"/>
                </a:cubicBezTo>
                <a:close/>
                <a:moveTo>
                  <a:pt x="23" y="127"/>
                </a:moveTo>
                <a:cubicBezTo>
                  <a:pt x="8" y="121"/>
                  <a:pt x="8" y="121"/>
                  <a:pt x="8" y="121"/>
                </a:cubicBezTo>
                <a:cubicBezTo>
                  <a:pt x="16" y="62"/>
                  <a:pt x="39" y="24"/>
                  <a:pt x="76" y="8"/>
                </a:cubicBezTo>
                <a:cubicBezTo>
                  <a:pt x="92" y="18"/>
                  <a:pt x="92" y="18"/>
                  <a:pt x="92" y="18"/>
                </a:cubicBezTo>
                <a:cubicBezTo>
                  <a:pt x="88" y="46"/>
                  <a:pt x="88" y="46"/>
                  <a:pt x="88" y="46"/>
                </a:cubicBezTo>
                <a:lnTo>
                  <a:pt x="23" y="127"/>
                </a:lnTo>
                <a:close/>
                <a:moveTo>
                  <a:pt x="128" y="124"/>
                </a:moveTo>
                <a:cubicBezTo>
                  <a:pt x="124" y="124"/>
                  <a:pt x="120" y="120"/>
                  <a:pt x="120" y="116"/>
                </a:cubicBezTo>
                <a:cubicBezTo>
                  <a:pt x="120" y="112"/>
                  <a:pt x="124" y="108"/>
                  <a:pt x="128" y="108"/>
                </a:cubicBezTo>
                <a:cubicBezTo>
                  <a:pt x="132" y="108"/>
                  <a:pt x="136" y="112"/>
                  <a:pt x="136" y="116"/>
                </a:cubicBezTo>
                <a:cubicBezTo>
                  <a:pt x="136" y="120"/>
                  <a:pt x="132" y="124"/>
                  <a:pt x="128" y="124"/>
                </a:cubicBezTo>
                <a:close/>
                <a:moveTo>
                  <a:pt x="104" y="148"/>
                </a:moveTo>
                <a:cubicBezTo>
                  <a:pt x="104" y="120"/>
                  <a:pt x="104" y="120"/>
                  <a:pt x="104" y="120"/>
                </a:cubicBezTo>
                <a:cubicBezTo>
                  <a:pt x="96" y="120"/>
                  <a:pt x="96" y="120"/>
                  <a:pt x="96" y="120"/>
                </a:cubicBezTo>
                <a:cubicBezTo>
                  <a:pt x="96" y="147"/>
                  <a:pt x="96" y="147"/>
                  <a:pt x="96" y="147"/>
                </a:cubicBezTo>
                <a:cubicBezTo>
                  <a:pt x="57" y="228"/>
                  <a:pt x="57" y="228"/>
                  <a:pt x="57" y="228"/>
                </a:cubicBezTo>
                <a:cubicBezTo>
                  <a:pt x="52" y="228"/>
                  <a:pt x="52" y="228"/>
                  <a:pt x="52" y="228"/>
                </a:cubicBezTo>
                <a:cubicBezTo>
                  <a:pt x="50" y="228"/>
                  <a:pt x="48" y="230"/>
                  <a:pt x="48" y="232"/>
                </a:cubicBezTo>
                <a:cubicBezTo>
                  <a:pt x="48" y="256"/>
                  <a:pt x="48" y="256"/>
                  <a:pt x="48" y="256"/>
                </a:cubicBezTo>
                <a:cubicBezTo>
                  <a:pt x="56" y="256"/>
                  <a:pt x="56" y="256"/>
                  <a:pt x="56" y="256"/>
                </a:cubicBezTo>
                <a:cubicBezTo>
                  <a:pt x="56" y="236"/>
                  <a:pt x="56" y="236"/>
                  <a:pt x="56" y="236"/>
                </a:cubicBezTo>
                <a:cubicBezTo>
                  <a:pt x="60" y="236"/>
                  <a:pt x="60" y="236"/>
                  <a:pt x="60" y="236"/>
                </a:cubicBezTo>
                <a:cubicBezTo>
                  <a:pt x="62" y="236"/>
                  <a:pt x="63" y="235"/>
                  <a:pt x="64" y="234"/>
                </a:cubicBezTo>
                <a:cubicBezTo>
                  <a:pt x="104" y="150"/>
                  <a:pt x="104" y="150"/>
                  <a:pt x="104" y="150"/>
                </a:cubicBezTo>
                <a:cubicBezTo>
                  <a:pt x="104" y="149"/>
                  <a:pt x="104" y="149"/>
                  <a:pt x="104" y="148"/>
                </a:cubicBezTo>
                <a:close/>
                <a:moveTo>
                  <a:pt x="196" y="228"/>
                </a:moveTo>
                <a:cubicBezTo>
                  <a:pt x="187" y="228"/>
                  <a:pt x="187" y="228"/>
                  <a:pt x="187" y="228"/>
                </a:cubicBezTo>
                <a:cubicBezTo>
                  <a:pt x="156" y="147"/>
                  <a:pt x="156" y="147"/>
                  <a:pt x="156" y="147"/>
                </a:cubicBezTo>
                <a:cubicBezTo>
                  <a:pt x="156" y="140"/>
                  <a:pt x="156" y="140"/>
                  <a:pt x="156" y="140"/>
                </a:cubicBezTo>
                <a:cubicBezTo>
                  <a:pt x="148" y="140"/>
                  <a:pt x="148" y="140"/>
                  <a:pt x="148" y="140"/>
                </a:cubicBezTo>
                <a:cubicBezTo>
                  <a:pt x="148" y="148"/>
                  <a:pt x="148" y="148"/>
                  <a:pt x="148" y="148"/>
                </a:cubicBezTo>
                <a:cubicBezTo>
                  <a:pt x="148" y="148"/>
                  <a:pt x="148" y="149"/>
                  <a:pt x="148" y="149"/>
                </a:cubicBezTo>
                <a:cubicBezTo>
                  <a:pt x="180" y="233"/>
                  <a:pt x="180" y="233"/>
                  <a:pt x="180" y="233"/>
                </a:cubicBezTo>
                <a:cubicBezTo>
                  <a:pt x="181" y="235"/>
                  <a:pt x="182" y="236"/>
                  <a:pt x="184" y="236"/>
                </a:cubicBezTo>
                <a:cubicBezTo>
                  <a:pt x="192" y="236"/>
                  <a:pt x="192" y="236"/>
                  <a:pt x="192" y="236"/>
                </a:cubicBezTo>
                <a:cubicBezTo>
                  <a:pt x="192" y="256"/>
                  <a:pt x="192" y="256"/>
                  <a:pt x="192" y="256"/>
                </a:cubicBezTo>
                <a:cubicBezTo>
                  <a:pt x="200" y="256"/>
                  <a:pt x="200" y="256"/>
                  <a:pt x="200" y="256"/>
                </a:cubicBezTo>
                <a:cubicBezTo>
                  <a:pt x="200" y="232"/>
                  <a:pt x="200" y="232"/>
                  <a:pt x="200" y="232"/>
                </a:cubicBezTo>
                <a:cubicBezTo>
                  <a:pt x="200" y="230"/>
                  <a:pt x="198" y="228"/>
                  <a:pt x="196" y="228"/>
                </a:cubicBezTo>
                <a:close/>
                <a:moveTo>
                  <a:pt x="132" y="167"/>
                </a:moveTo>
                <a:cubicBezTo>
                  <a:pt x="131" y="165"/>
                  <a:pt x="130" y="164"/>
                  <a:pt x="128" y="164"/>
                </a:cubicBezTo>
                <a:cubicBezTo>
                  <a:pt x="124" y="164"/>
                  <a:pt x="124" y="164"/>
                  <a:pt x="124" y="164"/>
                </a:cubicBezTo>
                <a:cubicBezTo>
                  <a:pt x="122" y="164"/>
                  <a:pt x="121" y="165"/>
                  <a:pt x="120" y="166"/>
                </a:cubicBezTo>
                <a:cubicBezTo>
                  <a:pt x="82" y="250"/>
                  <a:pt x="82" y="250"/>
                  <a:pt x="82" y="250"/>
                </a:cubicBezTo>
                <a:cubicBezTo>
                  <a:pt x="81" y="252"/>
                  <a:pt x="82" y="255"/>
                  <a:pt x="84" y="256"/>
                </a:cubicBezTo>
                <a:cubicBezTo>
                  <a:pt x="85" y="256"/>
                  <a:pt x="86" y="256"/>
                  <a:pt x="87" y="256"/>
                </a:cubicBezTo>
                <a:cubicBezTo>
                  <a:pt x="87" y="256"/>
                  <a:pt x="88" y="256"/>
                  <a:pt x="88" y="256"/>
                </a:cubicBezTo>
                <a:cubicBezTo>
                  <a:pt x="89" y="256"/>
                  <a:pt x="90" y="256"/>
                  <a:pt x="90" y="255"/>
                </a:cubicBezTo>
                <a:cubicBezTo>
                  <a:pt x="124" y="231"/>
                  <a:pt x="124" y="231"/>
                  <a:pt x="124" y="231"/>
                </a:cubicBezTo>
                <a:cubicBezTo>
                  <a:pt x="158" y="255"/>
                  <a:pt x="158" y="255"/>
                  <a:pt x="158" y="255"/>
                </a:cubicBezTo>
                <a:cubicBezTo>
                  <a:pt x="158" y="256"/>
                  <a:pt x="159" y="256"/>
                  <a:pt x="160" y="256"/>
                </a:cubicBezTo>
                <a:cubicBezTo>
                  <a:pt x="160" y="256"/>
                  <a:pt x="160" y="256"/>
                  <a:pt x="160" y="256"/>
                </a:cubicBezTo>
                <a:cubicBezTo>
                  <a:pt x="160" y="256"/>
                  <a:pt x="160" y="256"/>
                  <a:pt x="160" y="256"/>
                </a:cubicBezTo>
                <a:cubicBezTo>
                  <a:pt x="161" y="256"/>
                  <a:pt x="161" y="256"/>
                  <a:pt x="162" y="256"/>
                </a:cubicBezTo>
                <a:cubicBezTo>
                  <a:pt x="164" y="255"/>
                  <a:pt x="165" y="253"/>
                  <a:pt x="164" y="251"/>
                </a:cubicBezTo>
                <a:lnTo>
                  <a:pt x="132" y="167"/>
                </a:lnTo>
                <a:close/>
                <a:moveTo>
                  <a:pt x="94" y="242"/>
                </a:moveTo>
                <a:cubicBezTo>
                  <a:pt x="106" y="218"/>
                  <a:pt x="106" y="218"/>
                  <a:pt x="106" y="218"/>
                </a:cubicBezTo>
                <a:cubicBezTo>
                  <a:pt x="117" y="226"/>
                  <a:pt x="117" y="226"/>
                  <a:pt x="117" y="226"/>
                </a:cubicBezTo>
                <a:lnTo>
                  <a:pt x="94" y="242"/>
                </a:lnTo>
                <a:close/>
                <a:moveTo>
                  <a:pt x="109" y="211"/>
                </a:moveTo>
                <a:cubicBezTo>
                  <a:pt x="126" y="174"/>
                  <a:pt x="126" y="174"/>
                  <a:pt x="126" y="174"/>
                </a:cubicBezTo>
                <a:cubicBezTo>
                  <a:pt x="140" y="210"/>
                  <a:pt x="140" y="210"/>
                  <a:pt x="140" y="210"/>
                </a:cubicBezTo>
                <a:cubicBezTo>
                  <a:pt x="124" y="221"/>
                  <a:pt x="124" y="221"/>
                  <a:pt x="124" y="221"/>
                </a:cubicBezTo>
                <a:lnTo>
                  <a:pt x="109" y="211"/>
                </a:lnTo>
                <a:close/>
                <a:moveTo>
                  <a:pt x="131" y="226"/>
                </a:moveTo>
                <a:cubicBezTo>
                  <a:pt x="143" y="218"/>
                  <a:pt x="143" y="218"/>
                  <a:pt x="143" y="218"/>
                </a:cubicBezTo>
                <a:cubicBezTo>
                  <a:pt x="152" y="241"/>
                  <a:pt x="152" y="241"/>
                  <a:pt x="152" y="241"/>
                </a:cubicBezTo>
                <a:lnTo>
                  <a:pt x="131" y="22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50" name="Freeform 96">
            <a:extLst>
              <a:ext uri="{FF2B5EF4-FFF2-40B4-BE49-F238E27FC236}">
                <a16:creationId xmlns:a16="http://schemas.microsoft.com/office/drawing/2014/main" id="{1C900CD9-FB07-4177-815D-C2F7E2619144}"/>
              </a:ext>
            </a:extLst>
          </p:cNvPr>
          <p:cNvSpPr>
            <a:spLocks noChangeAspect="1" noEditPoints="1"/>
          </p:cNvSpPr>
          <p:nvPr/>
        </p:nvSpPr>
        <p:spPr bwMode="auto">
          <a:xfrm>
            <a:off x="7346610" y="3398045"/>
            <a:ext cx="400050" cy="400050"/>
          </a:xfrm>
          <a:custGeom>
            <a:avLst/>
            <a:gdLst>
              <a:gd name="T0" fmla="*/ 124 w 256"/>
              <a:gd name="T1" fmla="*/ 184 h 256"/>
              <a:gd name="T2" fmla="*/ 132 w 256"/>
              <a:gd name="T3" fmla="*/ 192 h 256"/>
              <a:gd name="T4" fmla="*/ 132 w 256"/>
              <a:gd name="T5" fmla="*/ 204 h 256"/>
              <a:gd name="T6" fmla="*/ 124 w 256"/>
              <a:gd name="T7" fmla="*/ 212 h 256"/>
              <a:gd name="T8" fmla="*/ 132 w 256"/>
              <a:gd name="T9" fmla="*/ 204 h 256"/>
              <a:gd name="T10" fmla="*/ 180 w 256"/>
              <a:gd name="T11" fmla="*/ 216 h 256"/>
              <a:gd name="T12" fmla="*/ 160 w 256"/>
              <a:gd name="T13" fmla="*/ 224 h 256"/>
              <a:gd name="T14" fmla="*/ 172 w 256"/>
              <a:gd name="T15" fmla="*/ 232 h 256"/>
              <a:gd name="T16" fmla="*/ 188 w 256"/>
              <a:gd name="T17" fmla="*/ 212 h 256"/>
              <a:gd name="T18" fmla="*/ 192 w 256"/>
              <a:gd name="T19" fmla="*/ 204 h 256"/>
              <a:gd name="T20" fmla="*/ 188 w 256"/>
              <a:gd name="T21" fmla="*/ 192 h 256"/>
              <a:gd name="T22" fmla="*/ 192 w 256"/>
              <a:gd name="T23" fmla="*/ 184 h 256"/>
              <a:gd name="T24" fmla="*/ 188 w 256"/>
              <a:gd name="T25" fmla="*/ 172 h 256"/>
              <a:gd name="T26" fmla="*/ 192 w 256"/>
              <a:gd name="T27" fmla="*/ 164 h 256"/>
              <a:gd name="T28" fmla="*/ 188 w 256"/>
              <a:gd name="T29" fmla="*/ 152 h 256"/>
              <a:gd name="T30" fmla="*/ 172 w 256"/>
              <a:gd name="T31" fmla="*/ 119 h 256"/>
              <a:gd name="T32" fmla="*/ 164 w 256"/>
              <a:gd name="T33" fmla="*/ 0 h 256"/>
              <a:gd name="T34" fmla="*/ 128 w 256"/>
              <a:gd name="T35" fmla="*/ 84 h 256"/>
              <a:gd name="T36" fmla="*/ 164 w 256"/>
              <a:gd name="T37" fmla="*/ 92 h 256"/>
              <a:gd name="T38" fmla="*/ 128 w 256"/>
              <a:gd name="T39" fmla="*/ 116 h 256"/>
              <a:gd name="T40" fmla="*/ 166 w 256"/>
              <a:gd name="T41" fmla="*/ 124 h 256"/>
              <a:gd name="T42" fmla="*/ 132 w 256"/>
              <a:gd name="T43" fmla="*/ 164 h 256"/>
              <a:gd name="T44" fmla="*/ 124 w 256"/>
              <a:gd name="T45" fmla="*/ 172 h 256"/>
              <a:gd name="T46" fmla="*/ 132 w 256"/>
              <a:gd name="T47" fmla="*/ 164 h 256"/>
              <a:gd name="T48" fmla="*/ 136 w 256"/>
              <a:gd name="T49" fmla="*/ 236 h 256"/>
              <a:gd name="T50" fmla="*/ 152 w 256"/>
              <a:gd name="T51" fmla="*/ 152 h 256"/>
              <a:gd name="T52" fmla="*/ 144 w 256"/>
              <a:gd name="T53" fmla="*/ 220 h 256"/>
              <a:gd name="T54" fmla="*/ 120 w 256"/>
              <a:gd name="T55" fmla="*/ 228 h 256"/>
              <a:gd name="T56" fmla="*/ 112 w 256"/>
              <a:gd name="T57" fmla="*/ 152 h 256"/>
              <a:gd name="T58" fmla="*/ 104 w 256"/>
              <a:gd name="T59" fmla="*/ 220 h 256"/>
              <a:gd name="T60" fmla="*/ 68 w 256"/>
              <a:gd name="T61" fmla="*/ 216 h 256"/>
              <a:gd name="T62" fmla="*/ 96 w 256"/>
              <a:gd name="T63" fmla="*/ 232 h 256"/>
              <a:gd name="T64" fmla="*/ 84 w 256"/>
              <a:gd name="T65" fmla="*/ 224 h 256"/>
              <a:gd name="T66" fmla="*/ 76 w 256"/>
              <a:gd name="T67" fmla="*/ 153 h 256"/>
              <a:gd name="T68" fmla="*/ 100 w 256"/>
              <a:gd name="T69" fmla="*/ 124 h 256"/>
              <a:gd name="T70" fmla="*/ 92 w 256"/>
              <a:gd name="T71" fmla="*/ 116 h 256"/>
              <a:gd name="T72" fmla="*/ 100 w 256"/>
              <a:gd name="T73" fmla="*/ 92 h 256"/>
              <a:gd name="T74" fmla="*/ 92 w 256"/>
              <a:gd name="T75" fmla="*/ 84 h 256"/>
              <a:gd name="T76" fmla="*/ 84 w 256"/>
              <a:gd name="T77" fmla="*/ 0 h 256"/>
              <a:gd name="T78" fmla="*/ 68 w 256"/>
              <a:gd name="T79" fmla="*/ 150 h 256"/>
              <a:gd name="T80" fmla="*/ 68 w 256"/>
              <a:gd name="T81" fmla="*/ 164 h 256"/>
              <a:gd name="T82" fmla="*/ 64 w 256"/>
              <a:gd name="T83" fmla="*/ 172 h 256"/>
              <a:gd name="T84" fmla="*/ 68 w 256"/>
              <a:gd name="T85" fmla="*/ 184 h 256"/>
              <a:gd name="T86" fmla="*/ 64 w 256"/>
              <a:gd name="T87" fmla="*/ 192 h 256"/>
              <a:gd name="T88" fmla="*/ 68 w 256"/>
              <a:gd name="T89" fmla="*/ 204 h 256"/>
              <a:gd name="T90" fmla="*/ 64 w 256"/>
              <a:gd name="T91" fmla="*/ 212 h 256"/>
              <a:gd name="T92" fmla="*/ 68 w 256"/>
              <a:gd name="T93" fmla="*/ 216 h 256"/>
              <a:gd name="T94" fmla="*/ 204 w 256"/>
              <a:gd name="T95" fmla="*/ 120 h 256"/>
              <a:gd name="T96" fmla="*/ 168 w 256"/>
              <a:gd name="T97" fmla="*/ 248 h 256"/>
              <a:gd name="T98" fmla="*/ 52 w 256"/>
              <a:gd name="T99" fmla="*/ 212 h 256"/>
              <a:gd name="T100" fmla="*/ 48 w 256"/>
              <a:gd name="T101" fmla="*/ 116 h 256"/>
              <a:gd name="T102" fmla="*/ 0 w 256"/>
              <a:gd name="T103" fmla="*/ 124 h 256"/>
              <a:gd name="T104" fmla="*/ 44 w 256"/>
              <a:gd name="T105" fmla="*/ 212 h 256"/>
              <a:gd name="T106" fmla="*/ 168 w 256"/>
              <a:gd name="T107" fmla="*/ 256 h 256"/>
              <a:gd name="T108" fmla="*/ 212 w 256"/>
              <a:gd name="T109" fmla="*/ 124 h 256"/>
              <a:gd name="T110" fmla="*/ 256 w 256"/>
              <a:gd name="T111" fmla="*/ 1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56">
                <a:moveTo>
                  <a:pt x="132" y="184"/>
                </a:moveTo>
                <a:cubicBezTo>
                  <a:pt x="124" y="184"/>
                  <a:pt x="124" y="184"/>
                  <a:pt x="124" y="184"/>
                </a:cubicBezTo>
                <a:cubicBezTo>
                  <a:pt x="124" y="192"/>
                  <a:pt x="124" y="192"/>
                  <a:pt x="124" y="192"/>
                </a:cubicBezTo>
                <a:cubicBezTo>
                  <a:pt x="132" y="192"/>
                  <a:pt x="132" y="192"/>
                  <a:pt x="132" y="192"/>
                </a:cubicBezTo>
                <a:lnTo>
                  <a:pt x="132" y="184"/>
                </a:lnTo>
                <a:close/>
                <a:moveTo>
                  <a:pt x="132" y="204"/>
                </a:moveTo>
                <a:cubicBezTo>
                  <a:pt x="124" y="204"/>
                  <a:pt x="124" y="204"/>
                  <a:pt x="124" y="204"/>
                </a:cubicBezTo>
                <a:cubicBezTo>
                  <a:pt x="124" y="212"/>
                  <a:pt x="124" y="212"/>
                  <a:pt x="124" y="212"/>
                </a:cubicBezTo>
                <a:cubicBezTo>
                  <a:pt x="132" y="212"/>
                  <a:pt x="132" y="212"/>
                  <a:pt x="132" y="212"/>
                </a:cubicBezTo>
                <a:lnTo>
                  <a:pt x="132" y="204"/>
                </a:lnTo>
                <a:close/>
                <a:moveTo>
                  <a:pt x="180" y="153"/>
                </a:moveTo>
                <a:cubicBezTo>
                  <a:pt x="180" y="216"/>
                  <a:pt x="180" y="216"/>
                  <a:pt x="180" y="216"/>
                </a:cubicBezTo>
                <a:cubicBezTo>
                  <a:pt x="180" y="220"/>
                  <a:pt x="176" y="224"/>
                  <a:pt x="172" y="224"/>
                </a:cubicBezTo>
                <a:cubicBezTo>
                  <a:pt x="160" y="224"/>
                  <a:pt x="160" y="224"/>
                  <a:pt x="160" y="224"/>
                </a:cubicBezTo>
                <a:cubicBezTo>
                  <a:pt x="160" y="232"/>
                  <a:pt x="160" y="232"/>
                  <a:pt x="160" y="232"/>
                </a:cubicBezTo>
                <a:cubicBezTo>
                  <a:pt x="172" y="232"/>
                  <a:pt x="172" y="232"/>
                  <a:pt x="172" y="232"/>
                </a:cubicBezTo>
                <a:cubicBezTo>
                  <a:pt x="181" y="232"/>
                  <a:pt x="188" y="225"/>
                  <a:pt x="188" y="216"/>
                </a:cubicBezTo>
                <a:cubicBezTo>
                  <a:pt x="188" y="212"/>
                  <a:pt x="188" y="212"/>
                  <a:pt x="188" y="212"/>
                </a:cubicBezTo>
                <a:cubicBezTo>
                  <a:pt x="192" y="212"/>
                  <a:pt x="192" y="212"/>
                  <a:pt x="192" y="212"/>
                </a:cubicBezTo>
                <a:cubicBezTo>
                  <a:pt x="192" y="204"/>
                  <a:pt x="192" y="204"/>
                  <a:pt x="192" y="204"/>
                </a:cubicBezTo>
                <a:cubicBezTo>
                  <a:pt x="188" y="204"/>
                  <a:pt x="188" y="204"/>
                  <a:pt x="188" y="204"/>
                </a:cubicBezTo>
                <a:cubicBezTo>
                  <a:pt x="188" y="192"/>
                  <a:pt x="188" y="192"/>
                  <a:pt x="188" y="192"/>
                </a:cubicBezTo>
                <a:cubicBezTo>
                  <a:pt x="192" y="192"/>
                  <a:pt x="192" y="192"/>
                  <a:pt x="192" y="192"/>
                </a:cubicBezTo>
                <a:cubicBezTo>
                  <a:pt x="192" y="184"/>
                  <a:pt x="192" y="184"/>
                  <a:pt x="192" y="184"/>
                </a:cubicBezTo>
                <a:cubicBezTo>
                  <a:pt x="188" y="184"/>
                  <a:pt x="188" y="184"/>
                  <a:pt x="188" y="184"/>
                </a:cubicBezTo>
                <a:cubicBezTo>
                  <a:pt x="188" y="172"/>
                  <a:pt x="188" y="172"/>
                  <a:pt x="188" y="172"/>
                </a:cubicBezTo>
                <a:cubicBezTo>
                  <a:pt x="192" y="172"/>
                  <a:pt x="192" y="172"/>
                  <a:pt x="192" y="172"/>
                </a:cubicBezTo>
                <a:cubicBezTo>
                  <a:pt x="192" y="164"/>
                  <a:pt x="192" y="164"/>
                  <a:pt x="192" y="164"/>
                </a:cubicBezTo>
                <a:cubicBezTo>
                  <a:pt x="188" y="164"/>
                  <a:pt x="188" y="164"/>
                  <a:pt x="188" y="164"/>
                </a:cubicBezTo>
                <a:cubicBezTo>
                  <a:pt x="188" y="152"/>
                  <a:pt x="188" y="152"/>
                  <a:pt x="188" y="152"/>
                </a:cubicBezTo>
                <a:cubicBezTo>
                  <a:pt x="188" y="151"/>
                  <a:pt x="188" y="151"/>
                  <a:pt x="188" y="150"/>
                </a:cubicBezTo>
                <a:cubicBezTo>
                  <a:pt x="172" y="119"/>
                  <a:pt x="172" y="119"/>
                  <a:pt x="172" y="119"/>
                </a:cubicBezTo>
                <a:cubicBezTo>
                  <a:pt x="172" y="0"/>
                  <a:pt x="172" y="0"/>
                  <a:pt x="172" y="0"/>
                </a:cubicBezTo>
                <a:cubicBezTo>
                  <a:pt x="164" y="0"/>
                  <a:pt x="164" y="0"/>
                  <a:pt x="164" y="0"/>
                </a:cubicBezTo>
                <a:cubicBezTo>
                  <a:pt x="164" y="84"/>
                  <a:pt x="164" y="84"/>
                  <a:pt x="164" y="84"/>
                </a:cubicBezTo>
                <a:cubicBezTo>
                  <a:pt x="128" y="84"/>
                  <a:pt x="128" y="84"/>
                  <a:pt x="128" y="84"/>
                </a:cubicBezTo>
                <a:cubicBezTo>
                  <a:pt x="128" y="92"/>
                  <a:pt x="128" y="92"/>
                  <a:pt x="128" y="92"/>
                </a:cubicBezTo>
                <a:cubicBezTo>
                  <a:pt x="164" y="92"/>
                  <a:pt x="164" y="92"/>
                  <a:pt x="164" y="92"/>
                </a:cubicBezTo>
                <a:cubicBezTo>
                  <a:pt x="164" y="116"/>
                  <a:pt x="164" y="116"/>
                  <a:pt x="164" y="116"/>
                </a:cubicBezTo>
                <a:cubicBezTo>
                  <a:pt x="128" y="116"/>
                  <a:pt x="128" y="116"/>
                  <a:pt x="128" y="116"/>
                </a:cubicBezTo>
                <a:cubicBezTo>
                  <a:pt x="128" y="124"/>
                  <a:pt x="128" y="124"/>
                  <a:pt x="128" y="124"/>
                </a:cubicBezTo>
                <a:cubicBezTo>
                  <a:pt x="166" y="124"/>
                  <a:pt x="166" y="124"/>
                  <a:pt x="166" y="124"/>
                </a:cubicBezTo>
                <a:lnTo>
                  <a:pt x="180" y="153"/>
                </a:lnTo>
                <a:close/>
                <a:moveTo>
                  <a:pt x="132" y="164"/>
                </a:moveTo>
                <a:cubicBezTo>
                  <a:pt x="124" y="164"/>
                  <a:pt x="124" y="164"/>
                  <a:pt x="124" y="164"/>
                </a:cubicBezTo>
                <a:cubicBezTo>
                  <a:pt x="124" y="172"/>
                  <a:pt x="124" y="172"/>
                  <a:pt x="124" y="172"/>
                </a:cubicBezTo>
                <a:cubicBezTo>
                  <a:pt x="132" y="172"/>
                  <a:pt x="132" y="172"/>
                  <a:pt x="132" y="172"/>
                </a:cubicBezTo>
                <a:lnTo>
                  <a:pt x="132" y="164"/>
                </a:lnTo>
                <a:close/>
                <a:moveTo>
                  <a:pt x="120" y="236"/>
                </a:moveTo>
                <a:cubicBezTo>
                  <a:pt x="136" y="236"/>
                  <a:pt x="136" y="236"/>
                  <a:pt x="136" y="236"/>
                </a:cubicBezTo>
                <a:cubicBezTo>
                  <a:pt x="145" y="236"/>
                  <a:pt x="152" y="229"/>
                  <a:pt x="152" y="220"/>
                </a:cubicBezTo>
                <a:cubicBezTo>
                  <a:pt x="152" y="152"/>
                  <a:pt x="152" y="152"/>
                  <a:pt x="152" y="152"/>
                </a:cubicBezTo>
                <a:cubicBezTo>
                  <a:pt x="144" y="152"/>
                  <a:pt x="144" y="152"/>
                  <a:pt x="144" y="152"/>
                </a:cubicBezTo>
                <a:cubicBezTo>
                  <a:pt x="144" y="220"/>
                  <a:pt x="144" y="220"/>
                  <a:pt x="144" y="220"/>
                </a:cubicBezTo>
                <a:cubicBezTo>
                  <a:pt x="144" y="224"/>
                  <a:pt x="140" y="228"/>
                  <a:pt x="136" y="228"/>
                </a:cubicBezTo>
                <a:cubicBezTo>
                  <a:pt x="120" y="228"/>
                  <a:pt x="120" y="228"/>
                  <a:pt x="120" y="228"/>
                </a:cubicBezTo>
                <a:cubicBezTo>
                  <a:pt x="116" y="228"/>
                  <a:pt x="112" y="224"/>
                  <a:pt x="112" y="220"/>
                </a:cubicBezTo>
                <a:cubicBezTo>
                  <a:pt x="112" y="152"/>
                  <a:pt x="112" y="152"/>
                  <a:pt x="112" y="152"/>
                </a:cubicBezTo>
                <a:cubicBezTo>
                  <a:pt x="104" y="152"/>
                  <a:pt x="104" y="152"/>
                  <a:pt x="104" y="152"/>
                </a:cubicBezTo>
                <a:cubicBezTo>
                  <a:pt x="104" y="220"/>
                  <a:pt x="104" y="220"/>
                  <a:pt x="104" y="220"/>
                </a:cubicBezTo>
                <a:cubicBezTo>
                  <a:pt x="104" y="229"/>
                  <a:pt x="111" y="236"/>
                  <a:pt x="120" y="236"/>
                </a:cubicBezTo>
                <a:close/>
                <a:moveTo>
                  <a:pt x="68" y="216"/>
                </a:moveTo>
                <a:cubicBezTo>
                  <a:pt x="68" y="225"/>
                  <a:pt x="75" y="232"/>
                  <a:pt x="84" y="232"/>
                </a:cubicBezTo>
                <a:cubicBezTo>
                  <a:pt x="96" y="232"/>
                  <a:pt x="96" y="232"/>
                  <a:pt x="96" y="232"/>
                </a:cubicBezTo>
                <a:cubicBezTo>
                  <a:pt x="96" y="224"/>
                  <a:pt x="96" y="224"/>
                  <a:pt x="96" y="224"/>
                </a:cubicBezTo>
                <a:cubicBezTo>
                  <a:pt x="84" y="224"/>
                  <a:pt x="84" y="224"/>
                  <a:pt x="84" y="224"/>
                </a:cubicBezTo>
                <a:cubicBezTo>
                  <a:pt x="80" y="224"/>
                  <a:pt x="76" y="220"/>
                  <a:pt x="76" y="216"/>
                </a:cubicBezTo>
                <a:cubicBezTo>
                  <a:pt x="76" y="153"/>
                  <a:pt x="76" y="153"/>
                  <a:pt x="76" y="153"/>
                </a:cubicBezTo>
                <a:cubicBezTo>
                  <a:pt x="90" y="124"/>
                  <a:pt x="90" y="124"/>
                  <a:pt x="90" y="124"/>
                </a:cubicBezTo>
                <a:cubicBezTo>
                  <a:pt x="100" y="124"/>
                  <a:pt x="100" y="124"/>
                  <a:pt x="100" y="124"/>
                </a:cubicBezTo>
                <a:cubicBezTo>
                  <a:pt x="100" y="116"/>
                  <a:pt x="100" y="116"/>
                  <a:pt x="100" y="116"/>
                </a:cubicBezTo>
                <a:cubicBezTo>
                  <a:pt x="92" y="116"/>
                  <a:pt x="92" y="116"/>
                  <a:pt x="92" y="116"/>
                </a:cubicBezTo>
                <a:cubicBezTo>
                  <a:pt x="92" y="92"/>
                  <a:pt x="92" y="92"/>
                  <a:pt x="92" y="92"/>
                </a:cubicBezTo>
                <a:cubicBezTo>
                  <a:pt x="100" y="92"/>
                  <a:pt x="100" y="92"/>
                  <a:pt x="100" y="92"/>
                </a:cubicBezTo>
                <a:cubicBezTo>
                  <a:pt x="100" y="84"/>
                  <a:pt x="100" y="84"/>
                  <a:pt x="100" y="84"/>
                </a:cubicBezTo>
                <a:cubicBezTo>
                  <a:pt x="92" y="84"/>
                  <a:pt x="92" y="84"/>
                  <a:pt x="92" y="84"/>
                </a:cubicBezTo>
                <a:cubicBezTo>
                  <a:pt x="92" y="0"/>
                  <a:pt x="92" y="0"/>
                  <a:pt x="92" y="0"/>
                </a:cubicBezTo>
                <a:cubicBezTo>
                  <a:pt x="84" y="0"/>
                  <a:pt x="84" y="0"/>
                  <a:pt x="84" y="0"/>
                </a:cubicBezTo>
                <a:cubicBezTo>
                  <a:pt x="84" y="119"/>
                  <a:pt x="84" y="119"/>
                  <a:pt x="84" y="119"/>
                </a:cubicBezTo>
                <a:cubicBezTo>
                  <a:pt x="68" y="150"/>
                  <a:pt x="68" y="150"/>
                  <a:pt x="68" y="150"/>
                </a:cubicBezTo>
                <a:cubicBezTo>
                  <a:pt x="68" y="151"/>
                  <a:pt x="68" y="151"/>
                  <a:pt x="68" y="152"/>
                </a:cubicBezTo>
                <a:cubicBezTo>
                  <a:pt x="68" y="164"/>
                  <a:pt x="68" y="164"/>
                  <a:pt x="68" y="164"/>
                </a:cubicBezTo>
                <a:cubicBezTo>
                  <a:pt x="64" y="164"/>
                  <a:pt x="64" y="164"/>
                  <a:pt x="64" y="164"/>
                </a:cubicBezTo>
                <a:cubicBezTo>
                  <a:pt x="64" y="172"/>
                  <a:pt x="64" y="172"/>
                  <a:pt x="64" y="172"/>
                </a:cubicBezTo>
                <a:cubicBezTo>
                  <a:pt x="68" y="172"/>
                  <a:pt x="68" y="172"/>
                  <a:pt x="68" y="172"/>
                </a:cubicBezTo>
                <a:cubicBezTo>
                  <a:pt x="68" y="184"/>
                  <a:pt x="68" y="184"/>
                  <a:pt x="68" y="184"/>
                </a:cubicBezTo>
                <a:cubicBezTo>
                  <a:pt x="64" y="184"/>
                  <a:pt x="64" y="184"/>
                  <a:pt x="64" y="184"/>
                </a:cubicBezTo>
                <a:cubicBezTo>
                  <a:pt x="64" y="192"/>
                  <a:pt x="64" y="192"/>
                  <a:pt x="64" y="192"/>
                </a:cubicBezTo>
                <a:cubicBezTo>
                  <a:pt x="68" y="192"/>
                  <a:pt x="68" y="192"/>
                  <a:pt x="68" y="192"/>
                </a:cubicBezTo>
                <a:cubicBezTo>
                  <a:pt x="68" y="204"/>
                  <a:pt x="68" y="204"/>
                  <a:pt x="68" y="204"/>
                </a:cubicBezTo>
                <a:cubicBezTo>
                  <a:pt x="64" y="204"/>
                  <a:pt x="64" y="204"/>
                  <a:pt x="64" y="204"/>
                </a:cubicBezTo>
                <a:cubicBezTo>
                  <a:pt x="64" y="212"/>
                  <a:pt x="64" y="212"/>
                  <a:pt x="64" y="212"/>
                </a:cubicBezTo>
                <a:cubicBezTo>
                  <a:pt x="68" y="212"/>
                  <a:pt x="68" y="212"/>
                  <a:pt x="68" y="212"/>
                </a:cubicBezTo>
                <a:lnTo>
                  <a:pt x="68" y="216"/>
                </a:lnTo>
                <a:close/>
                <a:moveTo>
                  <a:pt x="208" y="116"/>
                </a:moveTo>
                <a:cubicBezTo>
                  <a:pt x="206" y="116"/>
                  <a:pt x="204" y="118"/>
                  <a:pt x="204" y="120"/>
                </a:cubicBezTo>
                <a:cubicBezTo>
                  <a:pt x="204" y="212"/>
                  <a:pt x="204" y="212"/>
                  <a:pt x="204" y="212"/>
                </a:cubicBezTo>
                <a:cubicBezTo>
                  <a:pt x="204" y="232"/>
                  <a:pt x="188" y="248"/>
                  <a:pt x="168" y="248"/>
                </a:cubicBezTo>
                <a:cubicBezTo>
                  <a:pt x="88" y="248"/>
                  <a:pt x="88" y="248"/>
                  <a:pt x="88" y="248"/>
                </a:cubicBezTo>
                <a:cubicBezTo>
                  <a:pt x="68" y="248"/>
                  <a:pt x="52" y="232"/>
                  <a:pt x="52" y="212"/>
                </a:cubicBezTo>
                <a:cubicBezTo>
                  <a:pt x="52" y="120"/>
                  <a:pt x="52" y="120"/>
                  <a:pt x="52" y="120"/>
                </a:cubicBezTo>
                <a:cubicBezTo>
                  <a:pt x="52" y="118"/>
                  <a:pt x="50" y="116"/>
                  <a:pt x="48" y="116"/>
                </a:cubicBezTo>
                <a:cubicBezTo>
                  <a:pt x="0" y="116"/>
                  <a:pt x="0" y="116"/>
                  <a:pt x="0" y="116"/>
                </a:cubicBezTo>
                <a:cubicBezTo>
                  <a:pt x="0" y="124"/>
                  <a:pt x="0" y="124"/>
                  <a:pt x="0" y="124"/>
                </a:cubicBezTo>
                <a:cubicBezTo>
                  <a:pt x="44" y="124"/>
                  <a:pt x="44" y="124"/>
                  <a:pt x="44" y="124"/>
                </a:cubicBezTo>
                <a:cubicBezTo>
                  <a:pt x="44" y="212"/>
                  <a:pt x="44" y="212"/>
                  <a:pt x="44" y="212"/>
                </a:cubicBezTo>
                <a:cubicBezTo>
                  <a:pt x="44" y="236"/>
                  <a:pt x="64" y="256"/>
                  <a:pt x="88" y="256"/>
                </a:cubicBezTo>
                <a:cubicBezTo>
                  <a:pt x="168" y="256"/>
                  <a:pt x="168" y="256"/>
                  <a:pt x="168" y="256"/>
                </a:cubicBezTo>
                <a:cubicBezTo>
                  <a:pt x="192" y="256"/>
                  <a:pt x="212" y="236"/>
                  <a:pt x="212" y="212"/>
                </a:cubicBezTo>
                <a:cubicBezTo>
                  <a:pt x="212" y="124"/>
                  <a:pt x="212" y="124"/>
                  <a:pt x="212" y="124"/>
                </a:cubicBezTo>
                <a:cubicBezTo>
                  <a:pt x="256" y="124"/>
                  <a:pt x="256" y="124"/>
                  <a:pt x="256" y="124"/>
                </a:cubicBezTo>
                <a:cubicBezTo>
                  <a:pt x="256" y="116"/>
                  <a:pt x="256" y="116"/>
                  <a:pt x="256" y="116"/>
                </a:cubicBezTo>
                <a:lnTo>
                  <a:pt x="208" y="11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26" name="Freeform 100">
            <a:extLst>
              <a:ext uri="{FF2B5EF4-FFF2-40B4-BE49-F238E27FC236}">
                <a16:creationId xmlns:a16="http://schemas.microsoft.com/office/drawing/2014/main" id="{0117E0D7-D600-4048-BF93-6A205FCF2D5B}"/>
              </a:ext>
            </a:extLst>
          </p:cNvPr>
          <p:cNvSpPr>
            <a:spLocks noChangeAspect="1" noEditPoints="1"/>
          </p:cNvSpPr>
          <p:nvPr/>
        </p:nvSpPr>
        <p:spPr bwMode="auto">
          <a:xfrm>
            <a:off x="8314256" y="3456783"/>
            <a:ext cx="400050" cy="282575"/>
          </a:xfrm>
          <a:custGeom>
            <a:avLst/>
            <a:gdLst>
              <a:gd name="T0" fmla="*/ 216 w 256"/>
              <a:gd name="T1" fmla="*/ 108 h 180"/>
              <a:gd name="T2" fmla="*/ 200 w 256"/>
              <a:gd name="T3" fmla="*/ 108 h 180"/>
              <a:gd name="T4" fmla="*/ 210 w 256"/>
              <a:gd name="T5" fmla="*/ 87 h 180"/>
              <a:gd name="T6" fmla="*/ 236 w 256"/>
              <a:gd name="T7" fmla="*/ 88 h 180"/>
              <a:gd name="T8" fmla="*/ 213 w 256"/>
              <a:gd name="T9" fmla="*/ 80 h 180"/>
              <a:gd name="T10" fmla="*/ 208 w 256"/>
              <a:gd name="T11" fmla="*/ 64 h 180"/>
              <a:gd name="T12" fmla="*/ 224 w 256"/>
              <a:gd name="T13" fmla="*/ 56 h 180"/>
              <a:gd name="T14" fmla="*/ 200 w 256"/>
              <a:gd name="T15" fmla="*/ 73 h 180"/>
              <a:gd name="T16" fmla="*/ 255 w 256"/>
              <a:gd name="T17" fmla="*/ 122 h 180"/>
              <a:gd name="T18" fmla="*/ 233 w 256"/>
              <a:gd name="T19" fmla="*/ 40 h 180"/>
              <a:gd name="T20" fmla="*/ 164 w 256"/>
              <a:gd name="T21" fmla="*/ 16 h 180"/>
              <a:gd name="T22" fmla="*/ 60 w 256"/>
              <a:gd name="T23" fmla="*/ 8 h 180"/>
              <a:gd name="T24" fmla="*/ 44 w 256"/>
              <a:gd name="T25" fmla="*/ 8 h 180"/>
              <a:gd name="T26" fmla="*/ 28 w 256"/>
              <a:gd name="T27" fmla="*/ 16 h 180"/>
              <a:gd name="T28" fmla="*/ 40 w 256"/>
              <a:gd name="T29" fmla="*/ 132 h 180"/>
              <a:gd name="T30" fmla="*/ 8 w 256"/>
              <a:gd name="T31" fmla="*/ 148 h 180"/>
              <a:gd name="T32" fmla="*/ 0 w 256"/>
              <a:gd name="T33" fmla="*/ 136 h 180"/>
              <a:gd name="T34" fmla="*/ 32 w 256"/>
              <a:gd name="T35" fmla="*/ 156 h 180"/>
              <a:gd name="T36" fmla="*/ 88 w 256"/>
              <a:gd name="T37" fmla="*/ 156 h 180"/>
              <a:gd name="T38" fmla="*/ 212 w 256"/>
              <a:gd name="T39" fmla="*/ 180 h 180"/>
              <a:gd name="T40" fmla="*/ 252 w 256"/>
              <a:gd name="T41" fmla="*/ 156 h 180"/>
              <a:gd name="T42" fmla="*/ 255 w 256"/>
              <a:gd name="T43" fmla="*/ 125 h 180"/>
              <a:gd name="T44" fmla="*/ 8 w 256"/>
              <a:gd name="T45" fmla="*/ 74 h 180"/>
              <a:gd name="T46" fmla="*/ 36 w 256"/>
              <a:gd name="T47" fmla="*/ 124 h 180"/>
              <a:gd name="T48" fmla="*/ 233 w 256"/>
              <a:gd name="T49" fmla="*/ 48 h 180"/>
              <a:gd name="T50" fmla="*/ 247 w 256"/>
              <a:gd name="T51" fmla="*/ 122 h 180"/>
              <a:gd name="T52" fmla="*/ 192 w 256"/>
              <a:gd name="T53" fmla="*/ 122 h 180"/>
              <a:gd name="T54" fmla="*/ 40 w 256"/>
              <a:gd name="T55" fmla="*/ 152 h 180"/>
              <a:gd name="T56" fmla="*/ 60 w 256"/>
              <a:gd name="T57" fmla="*/ 172 h 180"/>
              <a:gd name="T58" fmla="*/ 88 w 256"/>
              <a:gd name="T59" fmla="*/ 148 h 180"/>
              <a:gd name="T60" fmla="*/ 144 w 256"/>
              <a:gd name="T61" fmla="*/ 128 h 180"/>
              <a:gd name="T62" fmla="*/ 44 w 256"/>
              <a:gd name="T63" fmla="*/ 104 h 180"/>
              <a:gd name="T64" fmla="*/ 44 w 256"/>
              <a:gd name="T65" fmla="*/ 96 h 180"/>
              <a:gd name="T66" fmla="*/ 52 w 256"/>
              <a:gd name="T67" fmla="*/ 68 h 180"/>
              <a:gd name="T68" fmla="*/ 52 w 256"/>
              <a:gd name="T69" fmla="*/ 48 h 180"/>
              <a:gd name="T70" fmla="*/ 44 w 256"/>
              <a:gd name="T71" fmla="*/ 24 h 180"/>
              <a:gd name="T72" fmla="*/ 68 w 256"/>
              <a:gd name="T73" fmla="*/ 112 h 180"/>
              <a:gd name="T74" fmla="*/ 184 w 256"/>
              <a:gd name="T75" fmla="*/ 74 h 180"/>
              <a:gd name="T76" fmla="*/ 168 w 256"/>
              <a:gd name="T77" fmla="*/ 132 h 180"/>
              <a:gd name="T78" fmla="*/ 184 w 256"/>
              <a:gd name="T79" fmla="*/ 122 h 180"/>
              <a:gd name="T80" fmla="*/ 188 w 256"/>
              <a:gd name="T81" fmla="*/ 132 h 180"/>
              <a:gd name="T82" fmla="*/ 212 w 256"/>
              <a:gd name="T83" fmla="*/ 172 h 180"/>
              <a:gd name="T84" fmla="*/ 232 w 256"/>
              <a:gd name="T85" fmla="*/ 152 h 180"/>
              <a:gd name="T86" fmla="*/ 240 w 256"/>
              <a:gd name="T87" fmla="*/ 148 h 180"/>
              <a:gd name="T88" fmla="*/ 248 w 256"/>
              <a:gd name="T89" fmla="*/ 132 h 180"/>
              <a:gd name="T90" fmla="*/ 129 w 256"/>
              <a:gd name="T91" fmla="*/ 45 h 180"/>
              <a:gd name="T92" fmla="*/ 129 w 256"/>
              <a:gd name="T93" fmla="*/ 99 h 180"/>
              <a:gd name="T94" fmla="*/ 159 w 256"/>
              <a:gd name="T95" fmla="*/ 75 h 180"/>
              <a:gd name="T96" fmla="*/ 132 w 256"/>
              <a:gd name="T97" fmla="*/ 90 h 180"/>
              <a:gd name="T98" fmla="*/ 150 w 256"/>
              <a:gd name="T99" fmla="*/ 72 h 180"/>
              <a:gd name="T100" fmla="*/ 136 w 256"/>
              <a:gd name="T101" fmla="*/ 8 h 180"/>
              <a:gd name="T102" fmla="*/ 120 w 256"/>
              <a:gd name="T103"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180">
                <a:moveTo>
                  <a:pt x="204" y="112"/>
                </a:moveTo>
                <a:cubicBezTo>
                  <a:pt x="212" y="112"/>
                  <a:pt x="212" y="112"/>
                  <a:pt x="212" y="112"/>
                </a:cubicBezTo>
                <a:cubicBezTo>
                  <a:pt x="214" y="112"/>
                  <a:pt x="216" y="110"/>
                  <a:pt x="216" y="108"/>
                </a:cubicBezTo>
                <a:cubicBezTo>
                  <a:pt x="216" y="106"/>
                  <a:pt x="214" y="104"/>
                  <a:pt x="212" y="104"/>
                </a:cubicBezTo>
                <a:cubicBezTo>
                  <a:pt x="204" y="104"/>
                  <a:pt x="204" y="104"/>
                  <a:pt x="204" y="104"/>
                </a:cubicBezTo>
                <a:cubicBezTo>
                  <a:pt x="202" y="104"/>
                  <a:pt x="200" y="106"/>
                  <a:pt x="200" y="108"/>
                </a:cubicBezTo>
                <a:cubicBezTo>
                  <a:pt x="200" y="110"/>
                  <a:pt x="202" y="112"/>
                  <a:pt x="204" y="112"/>
                </a:cubicBezTo>
                <a:close/>
                <a:moveTo>
                  <a:pt x="209" y="87"/>
                </a:moveTo>
                <a:cubicBezTo>
                  <a:pt x="210" y="87"/>
                  <a:pt x="210" y="87"/>
                  <a:pt x="210" y="87"/>
                </a:cubicBezTo>
                <a:cubicBezTo>
                  <a:pt x="216" y="90"/>
                  <a:pt x="223" y="92"/>
                  <a:pt x="229" y="92"/>
                </a:cubicBezTo>
                <a:cubicBezTo>
                  <a:pt x="232" y="92"/>
                  <a:pt x="232" y="92"/>
                  <a:pt x="232" y="92"/>
                </a:cubicBezTo>
                <a:cubicBezTo>
                  <a:pt x="234" y="92"/>
                  <a:pt x="236" y="90"/>
                  <a:pt x="236" y="88"/>
                </a:cubicBezTo>
                <a:cubicBezTo>
                  <a:pt x="236" y="86"/>
                  <a:pt x="234" y="84"/>
                  <a:pt x="232" y="84"/>
                </a:cubicBezTo>
                <a:cubicBezTo>
                  <a:pt x="229" y="84"/>
                  <a:pt x="229" y="84"/>
                  <a:pt x="229" y="84"/>
                </a:cubicBezTo>
                <a:cubicBezTo>
                  <a:pt x="224" y="84"/>
                  <a:pt x="218" y="83"/>
                  <a:pt x="213" y="80"/>
                </a:cubicBezTo>
                <a:cubicBezTo>
                  <a:pt x="212" y="80"/>
                  <a:pt x="212" y="80"/>
                  <a:pt x="212" y="80"/>
                </a:cubicBezTo>
                <a:cubicBezTo>
                  <a:pt x="210" y="78"/>
                  <a:pt x="208" y="76"/>
                  <a:pt x="208" y="73"/>
                </a:cubicBezTo>
                <a:cubicBezTo>
                  <a:pt x="208" y="64"/>
                  <a:pt x="208" y="64"/>
                  <a:pt x="208" y="64"/>
                </a:cubicBezTo>
                <a:cubicBezTo>
                  <a:pt x="224" y="64"/>
                  <a:pt x="224" y="64"/>
                  <a:pt x="224" y="64"/>
                </a:cubicBezTo>
                <a:cubicBezTo>
                  <a:pt x="226" y="64"/>
                  <a:pt x="228" y="62"/>
                  <a:pt x="228" y="60"/>
                </a:cubicBezTo>
                <a:cubicBezTo>
                  <a:pt x="228" y="58"/>
                  <a:pt x="226" y="56"/>
                  <a:pt x="224" y="56"/>
                </a:cubicBezTo>
                <a:cubicBezTo>
                  <a:pt x="204" y="56"/>
                  <a:pt x="204" y="56"/>
                  <a:pt x="204" y="56"/>
                </a:cubicBezTo>
                <a:cubicBezTo>
                  <a:pt x="202" y="56"/>
                  <a:pt x="200" y="58"/>
                  <a:pt x="200" y="60"/>
                </a:cubicBezTo>
                <a:cubicBezTo>
                  <a:pt x="200" y="73"/>
                  <a:pt x="200" y="73"/>
                  <a:pt x="200" y="73"/>
                </a:cubicBezTo>
                <a:cubicBezTo>
                  <a:pt x="200" y="79"/>
                  <a:pt x="203" y="84"/>
                  <a:pt x="209" y="87"/>
                </a:cubicBezTo>
                <a:close/>
                <a:moveTo>
                  <a:pt x="255" y="125"/>
                </a:moveTo>
                <a:cubicBezTo>
                  <a:pt x="255" y="124"/>
                  <a:pt x="255" y="123"/>
                  <a:pt x="255" y="122"/>
                </a:cubicBezTo>
                <a:cubicBezTo>
                  <a:pt x="256" y="117"/>
                  <a:pt x="256" y="89"/>
                  <a:pt x="255" y="85"/>
                </a:cubicBezTo>
                <a:cubicBezTo>
                  <a:pt x="255" y="82"/>
                  <a:pt x="248" y="57"/>
                  <a:pt x="243" y="48"/>
                </a:cubicBezTo>
                <a:cubicBezTo>
                  <a:pt x="240" y="41"/>
                  <a:pt x="236" y="40"/>
                  <a:pt x="233" y="40"/>
                </a:cubicBezTo>
                <a:cubicBezTo>
                  <a:pt x="194" y="40"/>
                  <a:pt x="194" y="40"/>
                  <a:pt x="194" y="40"/>
                </a:cubicBezTo>
                <a:cubicBezTo>
                  <a:pt x="191" y="40"/>
                  <a:pt x="189" y="41"/>
                  <a:pt x="187" y="42"/>
                </a:cubicBezTo>
                <a:cubicBezTo>
                  <a:pt x="182" y="27"/>
                  <a:pt x="174" y="16"/>
                  <a:pt x="164" y="16"/>
                </a:cubicBezTo>
                <a:cubicBezTo>
                  <a:pt x="68" y="16"/>
                  <a:pt x="68" y="16"/>
                  <a:pt x="68" y="16"/>
                </a:cubicBezTo>
                <a:cubicBezTo>
                  <a:pt x="68" y="8"/>
                  <a:pt x="68" y="8"/>
                  <a:pt x="68" y="8"/>
                </a:cubicBezTo>
                <a:cubicBezTo>
                  <a:pt x="60" y="8"/>
                  <a:pt x="60" y="8"/>
                  <a:pt x="60" y="8"/>
                </a:cubicBezTo>
                <a:cubicBezTo>
                  <a:pt x="60" y="16"/>
                  <a:pt x="60" y="16"/>
                  <a:pt x="60" y="16"/>
                </a:cubicBezTo>
                <a:cubicBezTo>
                  <a:pt x="44" y="16"/>
                  <a:pt x="44" y="16"/>
                  <a:pt x="44" y="16"/>
                </a:cubicBezTo>
                <a:cubicBezTo>
                  <a:pt x="44" y="8"/>
                  <a:pt x="44" y="8"/>
                  <a:pt x="44" y="8"/>
                </a:cubicBezTo>
                <a:cubicBezTo>
                  <a:pt x="36" y="8"/>
                  <a:pt x="36" y="8"/>
                  <a:pt x="36" y="8"/>
                </a:cubicBezTo>
                <a:cubicBezTo>
                  <a:pt x="36" y="16"/>
                  <a:pt x="36" y="16"/>
                  <a:pt x="36" y="16"/>
                </a:cubicBezTo>
                <a:cubicBezTo>
                  <a:pt x="28" y="16"/>
                  <a:pt x="28" y="16"/>
                  <a:pt x="28" y="16"/>
                </a:cubicBezTo>
                <a:cubicBezTo>
                  <a:pt x="13" y="16"/>
                  <a:pt x="0" y="43"/>
                  <a:pt x="0" y="74"/>
                </a:cubicBezTo>
                <a:cubicBezTo>
                  <a:pt x="0" y="105"/>
                  <a:pt x="13" y="132"/>
                  <a:pt x="28" y="132"/>
                </a:cubicBezTo>
                <a:cubicBezTo>
                  <a:pt x="40" y="132"/>
                  <a:pt x="40" y="132"/>
                  <a:pt x="40" y="132"/>
                </a:cubicBezTo>
                <a:cubicBezTo>
                  <a:pt x="36" y="136"/>
                  <a:pt x="33" y="142"/>
                  <a:pt x="32" y="148"/>
                </a:cubicBezTo>
                <a:cubicBezTo>
                  <a:pt x="32" y="148"/>
                  <a:pt x="32" y="148"/>
                  <a:pt x="32" y="148"/>
                </a:cubicBezTo>
                <a:cubicBezTo>
                  <a:pt x="8" y="148"/>
                  <a:pt x="8" y="148"/>
                  <a:pt x="8" y="148"/>
                </a:cubicBezTo>
                <a:cubicBezTo>
                  <a:pt x="8" y="136"/>
                  <a:pt x="8" y="136"/>
                  <a:pt x="8" y="136"/>
                </a:cubicBezTo>
                <a:cubicBezTo>
                  <a:pt x="8" y="134"/>
                  <a:pt x="6" y="132"/>
                  <a:pt x="4" y="132"/>
                </a:cubicBezTo>
                <a:cubicBezTo>
                  <a:pt x="2" y="132"/>
                  <a:pt x="0" y="134"/>
                  <a:pt x="0" y="136"/>
                </a:cubicBezTo>
                <a:cubicBezTo>
                  <a:pt x="0" y="152"/>
                  <a:pt x="0" y="152"/>
                  <a:pt x="0" y="152"/>
                </a:cubicBezTo>
                <a:cubicBezTo>
                  <a:pt x="0" y="154"/>
                  <a:pt x="2" y="156"/>
                  <a:pt x="4" y="156"/>
                </a:cubicBezTo>
                <a:cubicBezTo>
                  <a:pt x="32" y="156"/>
                  <a:pt x="32" y="156"/>
                  <a:pt x="32" y="156"/>
                </a:cubicBezTo>
                <a:cubicBezTo>
                  <a:pt x="32" y="156"/>
                  <a:pt x="32" y="156"/>
                  <a:pt x="32" y="156"/>
                </a:cubicBezTo>
                <a:cubicBezTo>
                  <a:pt x="34" y="170"/>
                  <a:pt x="46" y="180"/>
                  <a:pt x="60" y="180"/>
                </a:cubicBezTo>
                <a:cubicBezTo>
                  <a:pt x="74" y="180"/>
                  <a:pt x="86" y="170"/>
                  <a:pt x="88" y="156"/>
                </a:cubicBezTo>
                <a:cubicBezTo>
                  <a:pt x="88" y="156"/>
                  <a:pt x="88" y="156"/>
                  <a:pt x="88" y="156"/>
                </a:cubicBezTo>
                <a:cubicBezTo>
                  <a:pt x="184" y="156"/>
                  <a:pt x="184" y="156"/>
                  <a:pt x="184" y="156"/>
                </a:cubicBezTo>
                <a:cubicBezTo>
                  <a:pt x="186" y="170"/>
                  <a:pt x="198" y="180"/>
                  <a:pt x="212" y="180"/>
                </a:cubicBezTo>
                <a:cubicBezTo>
                  <a:pt x="226" y="180"/>
                  <a:pt x="238" y="170"/>
                  <a:pt x="240" y="156"/>
                </a:cubicBezTo>
                <a:cubicBezTo>
                  <a:pt x="240" y="156"/>
                  <a:pt x="240" y="156"/>
                  <a:pt x="240" y="156"/>
                </a:cubicBezTo>
                <a:cubicBezTo>
                  <a:pt x="252" y="156"/>
                  <a:pt x="252" y="156"/>
                  <a:pt x="252" y="156"/>
                </a:cubicBezTo>
                <a:cubicBezTo>
                  <a:pt x="254" y="156"/>
                  <a:pt x="256" y="154"/>
                  <a:pt x="256" y="152"/>
                </a:cubicBezTo>
                <a:cubicBezTo>
                  <a:pt x="256" y="128"/>
                  <a:pt x="256" y="128"/>
                  <a:pt x="256" y="128"/>
                </a:cubicBezTo>
                <a:cubicBezTo>
                  <a:pt x="256" y="127"/>
                  <a:pt x="256" y="126"/>
                  <a:pt x="255" y="125"/>
                </a:cubicBezTo>
                <a:close/>
                <a:moveTo>
                  <a:pt x="36" y="124"/>
                </a:moveTo>
                <a:cubicBezTo>
                  <a:pt x="28" y="124"/>
                  <a:pt x="28" y="124"/>
                  <a:pt x="28" y="124"/>
                </a:cubicBezTo>
                <a:cubicBezTo>
                  <a:pt x="20" y="124"/>
                  <a:pt x="8" y="104"/>
                  <a:pt x="8" y="74"/>
                </a:cubicBezTo>
                <a:cubicBezTo>
                  <a:pt x="8" y="44"/>
                  <a:pt x="20" y="24"/>
                  <a:pt x="28" y="24"/>
                </a:cubicBezTo>
                <a:cubicBezTo>
                  <a:pt x="36" y="24"/>
                  <a:pt x="36" y="24"/>
                  <a:pt x="36" y="24"/>
                </a:cubicBezTo>
                <a:lnTo>
                  <a:pt x="36" y="124"/>
                </a:lnTo>
                <a:close/>
                <a:moveTo>
                  <a:pt x="192" y="50"/>
                </a:moveTo>
                <a:cubicBezTo>
                  <a:pt x="192" y="49"/>
                  <a:pt x="193" y="48"/>
                  <a:pt x="194" y="48"/>
                </a:cubicBezTo>
                <a:cubicBezTo>
                  <a:pt x="233" y="48"/>
                  <a:pt x="233" y="48"/>
                  <a:pt x="233" y="48"/>
                </a:cubicBezTo>
                <a:cubicBezTo>
                  <a:pt x="234" y="48"/>
                  <a:pt x="235" y="49"/>
                  <a:pt x="236" y="51"/>
                </a:cubicBezTo>
                <a:cubicBezTo>
                  <a:pt x="240" y="60"/>
                  <a:pt x="247" y="84"/>
                  <a:pt x="247" y="86"/>
                </a:cubicBezTo>
                <a:cubicBezTo>
                  <a:pt x="248" y="89"/>
                  <a:pt x="248" y="110"/>
                  <a:pt x="247" y="122"/>
                </a:cubicBezTo>
                <a:cubicBezTo>
                  <a:pt x="247" y="123"/>
                  <a:pt x="247" y="124"/>
                  <a:pt x="246" y="124"/>
                </a:cubicBezTo>
                <a:cubicBezTo>
                  <a:pt x="194" y="124"/>
                  <a:pt x="194" y="124"/>
                  <a:pt x="194" y="124"/>
                </a:cubicBezTo>
                <a:cubicBezTo>
                  <a:pt x="193" y="124"/>
                  <a:pt x="192" y="123"/>
                  <a:pt x="192" y="122"/>
                </a:cubicBezTo>
                <a:lnTo>
                  <a:pt x="192" y="50"/>
                </a:lnTo>
                <a:close/>
                <a:moveTo>
                  <a:pt x="60" y="172"/>
                </a:moveTo>
                <a:cubicBezTo>
                  <a:pt x="49" y="172"/>
                  <a:pt x="40" y="163"/>
                  <a:pt x="40" y="152"/>
                </a:cubicBezTo>
                <a:cubicBezTo>
                  <a:pt x="40" y="141"/>
                  <a:pt x="49" y="132"/>
                  <a:pt x="60" y="132"/>
                </a:cubicBezTo>
                <a:cubicBezTo>
                  <a:pt x="71" y="132"/>
                  <a:pt x="80" y="141"/>
                  <a:pt x="80" y="152"/>
                </a:cubicBezTo>
                <a:cubicBezTo>
                  <a:pt x="80" y="163"/>
                  <a:pt x="71" y="172"/>
                  <a:pt x="60" y="172"/>
                </a:cubicBezTo>
                <a:close/>
                <a:moveTo>
                  <a:pt x="184" y="148"/>
                </a:moveTo>
                <a:cubicBezTo>
                  <a:pt x="88" y="148"/>
                  <a:pt x="88" y="148"/>
                  <a:pt x="88" y="148"/>
                </a:cubicBezTo>
                <a:cubicBezTo>
                  <a:pt x="88" y="148"/>
                  <a:pt x="88" y="148"/>
                  <a:pt x="88" y="148"/>
                </a:cubicBezTo>
                <a:cubicBezTo>
                  <a:pt x="87" y="142"/>
                  <a:pt x="84" y="136"/>
                  <a:pt x="80" y="132"/>
                </a:cubicBezTo>
                <a:cubicBezTo>
                  <a:pt x="140" y="132"/>
                  <a:pt x="140" y="132"/>
                  <a:pt x="140" y="132"/>
                </a:cubicBezTo>
                <a:cubicBezTo>
                  <a:pt x="142" y="132"/>
                  <a:pt x="144" y="130"/>
                  <a:pt x="144" y="128"/>
                </a:cubicBezTo>
                <a:cubicBezTo>
                  <a:pt x="144" y="126"/>
                  <a:pt x="142" y="124"/>
                  <a:pt x="140" y="124"/>
                </a:cubicBezTo>
                <a:cubicBezTo>
                  <a:pt x="44" y="124"/>
                  <a:pt x="44" y="124"/>
                  <a:pt x="44" y="124"/>
                </a:cubicBezTo>
                <a:cubicBezTo>
                  <a:pt x="44" y="104"/>
                  <a:pt x="44" y="104"/>
                  <a:pt x="44" y="104"/>
                </a:cubicBezTo>
                <a:cubicBezTo>
                  <a:pt x="52" y="104"/>
                  <a:pt x="52" y="104"/>
                  <a:pt x="52" y="104"/>
                </a:cubicBezTo>
                <a:cubicBezTo>
                  <a:pt x="52" y="96"/>
                  <a:pt x="52" y="96"/>
                  <a:pt x="52" y="96"/>
                </a:cubicBezTo>
                <a:cubicBezTo>
                  <a:pt x="44" y="96"/>
                  <a:pt x="44" y="96"/>
                  <a:pt x="44" y="96"/>
                </a:cubicBezTo>
                <a:cubicBezTo>
                  <a:pt x="44" y="76"/>
                  <a:pt x="44" y="76"/>
                  <a:pt x="44" y="76"/>
                </a:cubicBezTo>
                <a:cubicBezTo>
                  <a:pt x="52" y="76"/>
                  <a:pt x="52" y="76"/>
                  <a:pt x="52" y="76"/>
                </a:cubicBezTo>
                <a:cubicBezTo>
                  <a:pt x="52" y="68"/>
                  <a:pt x="52" y="68"/>
                  <a:pt x="52" y="68"/>
                </a:cubicBezTo>
                <a:cubicBezTo>
                  <a:pt x="44" y="68"/>
                  <a:pt x="44" y="68"/>
                  <a:pt x="44" y="68"/>
                </a:cubicBezTo>
                <a:cubicBezTo>
                  <a:pt x="44" y="48"/>
                  <a:pt x="44" y="48"/>
                  <a:pt x="44" y="48"/>
                </a:cubicBezTo>
                <a:cubicBezTo>
                  <a:pt x="52" y="48"/>
                  <a:pt x="52" y="48"/>
                  <a:pt x="52" y="48"/>
                </a:cubicBezTo>
                <a:cubicBezTo>
                  <a:pt x="52" y="40"/>
                  <a:pt x="52" y="40"/>
                  <a:pt x="52" y="40"/>
                </a:cubicBezTo>
                <a:cubicBezTo>
                  <a:pt x="44" y="40"/>
                  <a:pt x="44" y="40"/>
                  <a:pt x="44" y="40"/>
                </a:cubicBezTo>
                <a:cubicBezTo>
                  <a:pt x="44" y="24"/>
                  <a:pt x="44" y="24"/>
                  <a:pt x="44" y="24"/>
                </a:cubicBezTo>
                <a:cubicBezTo>
                  <a:pt x="60" y="24"/>
                  <a:pt x="60" y="24"/>
                  <a:pt x="60" y="24"/>
                </a:cubicBezTo>
                <a:cubicBezTo>
                  <a:pt x="60" y="112"/>
                  <a:pt x="60" y="112"/>
                  <a:pt x="60" y="112"/>
                </a:cubicBezTo>
                <a:cubicBezTo>
                  <a:pt x="68" y="112"/>
                  <a:pt x="68" y="112"/>
                  <a:pt x="68" y="112"/>
                </a:cubicBezTo>
                <a:cubicBezTo>
                  <a:pt x="68" y="24"/>
                  <a:pt x="68" y="24"/>
                  <a:pt x="68" y="24"/>
                </a:cubicBezTo>
                <a:cubicBezTo>
                  <a:pt x="164" y="24"/>
                  <a:pt x="164" y="24"/>
                  <a:pt x="164" y="24"/>
                </a:cubicBezTo>
                <a:cubicBezTo>
                  <a:pt x="172" y="24"/>
                  <a:pt x="184" y="44"/>
                  <a:pt x="184" y="74"/>
                </a:cubicBezTo>
                <a:cubicBezTo>
                  <a:pt x="184" y="99"/>
                  <a:pt x="175" y="120"/>
                  <a:pt x="166" y="124"/>
                </a:cubicBezTo>
                <a:cubicBezTo>
                  <a:pt x="164" y="125"/>
                  <a:pt x="163" y="128"/>
                  <a:pt x="164" y="130"/>
                </a:cubicBezTo>
                <a:cubicBezTo>
                  <a:pt x="165" y="131"/>
                  <a:pt x="167" y="132"/>
                  <a:pt x="168" y="132"/>
                </a:cubicBezTo>
                <a:cubicBezTo>
                  <a:pt x="169" y="132"/>
                  <a:pt x="169" y="132"/>
                  <a:pt x="170" y="132"/>
                </a:cubicBezTo>
                <a:cubicBezTo>
                  <a:pt x="175" y="129"/>
                  <a:pt x="180" y="123"/>
                  <a:pt x="184" y="114"/>
                </a:cubicBezTo>
                <a:cubicBezTo>
                  <a:pt x="184" y="122"/>
                  <a:pt x="184" y="122"/>
                  <a:pt x="184" y="122"/>
                </a:cubicBezTo>
                <a:cubicBezTo>
                  <a:pt x="184" y="124"/>
                  <a:pt x="184" y="125"/>
                  <a:pt x="185" y="126"/>
                </a:cubicBezTo>
                <a:cubicBezTo>
                  <a:pt x="184" y="126"/>
                  <a:pt x="184" y="127"/>
                  <a:pt x="184" y="128"/>
                </a:cubicBezTo>
                <a:cubicBezTo>
                  <a:pt x="184" y="130"/>
                  <a:pt x="186" y="132"/>
                  <a:pt x="188" y="132"/>
                </a:cubicBezTo>
                <a:cubicBezTo>
                  <a:pt x="192" y="132"/>
                  <a:pt x="192" y="132"/>
                  <a:pt x="192" y="132"/>
                </a:cubicBezTo>
                <a:cubicBezTo>
                  <a:pt x="188" y="136"/>
                  <a:pt x="185" y="142"/>
                  <a:pt x="184" y="148"/>
                </a:cubicBezTo>
                <a:close/>
                <a:moveTo>
                  <a:pt x="212" y="172"/>
                </a:moveTo>
                <a:cubicBezTo>
                  <a:pt x="201" y="172"/>
                  <a:pt x="192" y="163"/>
                  <a:pt x="192" y="152"/>
                </a:cubicBezTo>
                <a:cubicBezTo>
                  <a:pt x="192" y="141"/>
                  <a:pt x="201" y="132"/>
                  <a:pt x="212" y="132"/>
                </a:cubicBezTo>
                <a:cubicBezTo>
                  <a:pt x="223" y="132"/>
                  <a:pt x="232" y="141"/>
                  <a:pt x="232" y="152"/>
                </a:cubicBezTo>
                <a:cubicBezTo>
                  <a:pt x="232" y="163"/>
                  <a:pt x="223" y="172"/>
                  <a:pt x="212" y="172"/>
                </a:cubicBezTo>
                <a:close/>
                <a:moveTo>
                  <a:pt x="248" y="148"/>
                </a:moveTo>
                <a:cubicBezTo>
                  <a:pt x="240" y="148"/>
                  <a:pt x="240" y="148"/>
                  <a:pt x="240" y="148"/>
                </a:cubicBezTo>
                <a:cubicBezTo>
                  <a:pt x="240" y="148"/>
                  <a:pt x="240" y="148"/>
                  <a:pt x="240" y="148"/>
                </a:cubicBezTo>
                <a:cubicBezTo>
                  <a:pt x="239" y="142"/>
                  <a:pt x="236" y="136"/>
                  <a:pt x="232" y="132"/>
                </a:cubicBezTo>
                <a:cubicBezTo>
                  <a:pt x="248" y="132"/>
                  <a:pt x="248" y="132"/>
                  <a:pt x="248" y="132"/>
                </a:cubicBezTo>
                <a:lnTo>
                  <a:pt x="248" y="148"/>
                </a:lnTo>
                <a:close/>
                <a:moveTo>
                  <a:pt x="135" y="45"/>
                </a:moveTo>
                <a:cubicBezTo>
                  <a:pt x="133" y="44"/>
                  <a:pt x="131" y="44"/>
                  <a:pt x="129" y="45"/>
                </a:cubicBezTo>
                <a:cubicBezTo>
                  <a:pt x="105" y="69"/>
                  <a:pt x="105" y="69"/>
                  <a:pt x="105" y="69"/>
                </a:cubicBezTo>
                <a:cubicBezTo>
                  <a:pt x="104" y="71"/>
                  <a:pt x="104" y="73"/>
                  <a:pt x="105" y="75"/>
                </a:cubicBezTo>
                <a:cubicBezTo>
                  <a:pt x="129" y="99"/>
                  <a:pt x="129" y="99"/>
                  <a:pt x="129" y="99"/>
                </a:cubicBezTo>
                <a:cubicBezTo>
                  <a:pt x="130" y="100"/>
                  <a:pt x="131" y="100"/>
                  <a:pt x="132" y="100"/>
                </a:cubicBezTo>
                <a:cubicBezTo>
                  <a:pt x="133" y="100"/>
                  <a:pt x="134" y="100"/>
                  <a:pt x="135" y="99"/>
                </a:cubicBezTo>
                <a:cubicBezTo>
                  <a:pt x="159" y="75"/>
                  <a:pt x="159" y="75"/>
                  <a:pt x="159" y="75"/>
                </a:cubicBezTo>
                <a:cubicBezTo>
                  <a:pt x="160" y="73"/>
                  <a:pt x="160" y="71"/>
                  <a:pt x="159" y="69"/>
                </a:cubicBezTo>
                <a:lnTo>
                  <a:pt x="135" y="45"/>
                </a:lnTo>
                <a:close/>
                <a:moveTo>
                  <a:pt x="132" y="90"/>
                </a:moveTo>
                <a:cubicBezTo>
                  <a:pt x="114" y="72"/>
                  <a:pt x="114" y="72"/>
                  <a:pt x="114" y="72"/>
                </a:cubicBezTo>
                <a:cubicBezTo>
                  <a:pt x="132" y="54"/>
                  <a:pt x="132" y="54"/>
                  <a:pt x="132" y="54"/>
                </a:cubicBezTo>
                <a:cubicBezTo>
                  <a:pt x="150" y="72"/>
                  <a:pt x="150" y="72"/>
                  <a:pt x="150" y="72"/>
                </a:cubicBezTo>
                <a:lnTo>
                  <a:pt x="132" y="90"/>
                </a:lnTo>
                <a:close/>
                <a:moveTo>
                  <a:pt x="120" y="8"/>
                </a:moveTo>
                <a:cubicBezTo>
                  <a:pt x="136" y="8"/>
                  <a:pt x="136" y="8"/>
                  <a:pt x="136" y="8"/>
                </a:cubicBezTo>
                <a:cubicBezTo>
                  <a:pt x="138" y="8"/>
                  <a:pt x="140" y="6"/>
                  <a:pt x="140" y="4"/>
                </a:cubicBezTo>
                <a:cubicBezTo>
                  <a:pt x="140" y="2"/>
                  <a:pt x="138" y="0"/>
                  <a:pt x="136" y="0"/>
                </a:cubicBezTo>
                <a:cubicBezTo>
                  <a:pt x="120" y="0"/>
                  <a:pt x="120" y="0"/>
                  <a:pt x="120" y="0"/>
                </a:cubicBezTo>
                <a:cubicBezTo>
                  <a:pt x="118" y="0"/>
                  <a:pt x="116" y="2"/>
                  <a:pt x="116" y="4"/>
                </a:cubicBezTo>
                <a:cubicBezTo>
                  <a:pt x="116" y="6"/>
                  <a:pt x="118" y="8"/>
                  <a:pt x="120" y="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36" name="Freeform 104">
            <a:extLst>
              <a:ext uri="{FF2B5EF4-FFF2-40B4-BE49-F238E27FC236}">
                <a16:creationId xmlns:a16="http://schemas.microsoft.com/office/drawing/2014/main" id="{EA77E3B7-CF82-442F-9E2E-54DEE6AF2D61}"/>
              </a:ext>
            </a:extLst>
          </p:cNvPr>
          <p:cNvSpPr>
            <a:spLocks noChangeAspect="1" noEditPoints="1"/>
          </p:cNvSpPr>
          <p:nvPr/>
        </p:nvSpPr>
        <p:spPr bwMode="auto">
          <a:xfrm>
            <a:off x="9285077" y="3397251"/>
            <a:ext cx="393700" cy="401638"/>
          </a:xfrm>
          <a:custGeom>
            <a:avLst/>
            <a:gdLst>
              <a:gd name="T0" fmla="*/ 127 w 252"/>
              <a:gd name="T1" fmla="*/ 244 h 257"/>
              <a:gd name="T2" fmla="*/ 14 w 252"/>
              <a:gd name="T3" fmla="*/ 221 h 257"/>
              <a:gd name="T4" fmla="*/ 92 w 252"/>
              <a:gd name="T5" fmla="*/ 256 h 257"/>
              <a:gd name="T6" fmla="*/ 226 w 252"/>
              <a:gd name="T7" fmla="*/ 255 h 257"/>
              <a:gd name="T8" fmla="*/ 156 w 252"/>
              <a:gd name="T9" fmla="*/ 228 h 257"/>
              <a:gd name="T10" fmla="*/ 137 w 252"/>
              <a:gd name="T11" fmla="*/ 198 h 257"/>
              <a:gd name="T12" fmla="*/ 199 w 252"/>
              <a:gd name="T13" fmla="*/ 198 h 257"/>
              <a:gd name="T14" fmla="*/ 188 w 252"/>
              <a:gd name="T15" fmla="*/ 224 h 257"/>
              <a:gd name="T16" fmla="*/ 113 w 252"/>
              <a:gd name="T17" fmla="*/ 121 h 257"/>
              <a:gd name="T18" fmla="*/ 163 w 252"/>
              <a:gd name="T19" fmla="*/ 163 h 257"/>
              <a:gd name="T20" fmla="*/ 180 w 252"/>
              <a:gd name="T21" fmla="*/ 152 h 257"/>
              <a:gd name="T22" fmla="*/ 137 w 252"/>
              <a:gd name="T23" fmla="*/ 136 h 257"/>
              <a:gd name="T24" fmla="*/ 128 w 252"/>
              <a:gd name="T25" fmla="*/ 128 h 257"/>
              <a:gd name="T26" fmla="*/ 125 w 252"/>
              <a:gd name="T27" fmla="*/ 92 h 257"/>
              <a:gd name="T28" fmla="*/ 144 w 252"/>
              <a:gd name="T29" fmla="*/ 60 h 257"/>
              <a:gd name="T30" fmla="*/ 143 w 252"/>
              <a:gd name="T31" fmla="*/ 34 h 257"/>
              <a:gd name="T32" fmla="*/ 110 w 252"/>
              <a:gd name="T33" fmla="*/ 16 h 257"/>
              <a:gd name="T34" fmla="*/ 92 w 252"/>
              <a:gd name="T35" fmla="*/ 8 h 257"/>
              <a:gd name="T36" fmla="*/ 44 w 252"/>
              <a:gd name="T37" fmla="*/ 4 h 257"/>
              <a:gd name="T38" fmla="*/ 4 w 252"/>
              <a:gd name="T39" fmla="*/ 16 h 257"/>
              <a:gd name="T40" fmla="*/ 18 w 252"/>
              <a:gd name="T41" fmla="*/ 63 h 257"/>
              <a:gd name="T42" fmla="*/ 24 w 252"/>
              <a:gd name="T43" fmla="*/ 92 h 257"/>
              <a:gd name="T44" fmla="*/ 0 w 252"/>
              <a:gd name="T45" fmla="*/ 135 h 257"/>
              <a:gd name="T46" fmla="*/ 75 w 252"/>
              <a:gd name="T47" fmla="*/ 236 h 257"/>
              <a:gd name="T48" fmla="*/ 39 w 252"/>
              <a:gd name="T49" fmla="*/ 213 h 257"/>
              <a:gd name="T50" fmla="*/ 8 w 252"/>
              <a:gd name="T51" fmla="*/ 116 h 257"/>
              <a:gd name="T52" fmla="*/ 93 w 252"/>
              <a:gd name="T53" fmla="*/ 181 h 257"/>
              <a:gd name="T54" fmla="*/ 185 w 252"/>
              <a:gd name="T55" fmla="*/ 174 h 257"/>
              <a:gd name="T56" fmla="*/ 243 w 252"/>
              <a:gd name="T57" fmla="*/ 168 h 257"/>
              <a:gd name="T58" fmla="*/ 224 w 252"/>
              <a:gd name="T59" fmla="*/ 237 h 257"/>
              <a:gd name="T60" fmla="*/ 248 w 252"/>
              <a:gd name="T61" fmla="*/ 159 h 257"/>
              <a:gd name="T62" fmla="*/ 87 w 252"/>
              <a:gd name="T63" fmla="*/ 24 h 257"/>
              <a:gd name="T64" fmla="*/ 79 w 252"/>
              <a:gd name="T65" fmla="*/ 32 h 257"/>
              <a:gd name="T66" fmla="*/ 8 w 252"/>
              <a:gd name="T67" fmla="*/ 46 h 257"/>
              <a:gd name="T68" fmla="*/ 219 w 252"/>
              <a:gd name="T69" fmla="*/ 166 h 257"/>
              <a:gd name="T70" fmla="*/ 159 w 252"/>
              <a:gd name="T71" fmla="*/ 168 h 257"/>
              <a:gd name="T72" fmla="*/ 35 w 252"/>
              <a:gd name="T73" fmla="*/ 146 h 257"/>
              <a:gd name="T74" fmla="*/ 41 w 252"/>
              <a:gd name="T75" fmla="*/ 115 h 257"/>
              <a:gd name="T76" fmla="*/ 52 w 252"/>
              <a:gd name="T77" fmla="*/ 112 h 257"/>
              <a:gd name="T78" fmla="*/ 24 w 252"/>
              <a:gd name="T79" fmla="*/ 57 h 257"/>
              <a:gd name="T80" fmla="*/ 21 w 252"/>
              <a:gd name="T81" fmla="*/ 32 h 257"/>
              <a:gd name="T82" fmla="*/ 48 w 252"/>
              <a:gd name="T83" fmla="*/ 32 h 257"/>
              <a:gd name="T84" fmla="*/ 136 w 252"/>
              <a:gd name="T85" fmla="*/ 57 h 257"/>
              <a:gd name="T86" fmla="*/ 72 w 252"/>
              <a:gd name="T87" fmla="*/ 108 h 257"/>
              <a:gd name="T88" fmla="*/ 124 w 252"/>
              <a:gd name="T89" fmla="*/ 112 h 257"/>
              <a:gd name="T90" fmla="*/ 237 w 252"/>
              <a:gd name="T91" fmla="*/ 162 h 257"/>
              <a:gd name="T92" fmla="*/ 40 w 252"/>
              <a:gd name="T93" fmla="*/ 67 h 257"/>
              <a:gd name="T94" fmla="*/ 85 w 252"/>
              <a:gd name="T95" fmla="*/ 121 h 257"/>
              <a:gd name="T96" fmla="*/ 64 w 252"/>
              <a:gd name="T97" fmla="*/ 132 h 257"/>
              <a:gd name="T98" fmla="*/ 84 w 252"/>
              <a:gd name="T99" fmla="*/ 148 h 257"/>
              <a:gd name="T100" fmla="*/ 117 w 252"/>
              <a:gd name="T101" fmla="*/ 156 h 257"/>
              <a:gd name="T102" fmla="*/ 131 w 252"/>
              <a:gd name="T103" fmla="*/ 15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2" h="257">
                <a:moveTo>
                  <a:pt x="230" y="249"/>
                </a:moveTo>
                <a:cubicBezTo>
                  <a:pt x="229" y="248"/>
                  <a:pt x="209" y="236"/>
                  <a:pt x="176" y="236"/>
                </a:cubicBezTo>
                <a:cubicBezTo>
                  <a:pt x="161" y="236"/>
                  <a:pt x="148" y="239"/>
                  <a:pt x="138" y="242"/>
                </a:cubicBezTo>
                <a:cubicBezTo>
                  <a:pt x="134" y="243"/>
                  <a:pt x="130" y="243"/>
                  <a:pt x="127" y="244"/>
                </a:cubicBezTo>
                <a:cubicBezTo>
                  <a:pt x="117" y="246"/>
                  <a:pt x="103" y="248"/>
                  <a:pt x="92" y="248"/>
                </a:cubicBezTo>
                <a:cubicBezTo>
                  <a:pt x="40" y="248"/>
                  <a:pt x="30" y="236"/>
                  <a:pt x="20" y="223"/>
                </a:cubicBezTo>
                <a:cubicBezTo>
                  <a:pt x="19" y="222"/>
                  <a:pt x="19" y="222"/>
                  <a:pt x="19" y="222"/>
                </a:cubicBezTo>
                <a:cubicBezTo>
                  <a:pt x="18" y="220"/>
                  <a:pt x="15" y="219"/>
                  <a:pt x="14" y="221"/>
                </a:cubicBezTo>
                <a:cubicBezTo>
                  <a:pt x="12" y="222"/>
                  <a:pt x="11" y="225"/>
                  <a:pt x="13" y="227"/>
                </a:cubicBezTo>
                <a:cubicBezTo>
                  <a:pt x="14" y="228"/>
                  <a:pt x="14" y="228"/>
                  <a:pt x="14" y="228"/>
                </a:cubicBezTo>
                <a:cubicBezTo>
                  <a:pt x="25" y="241"/>
                  <a:pt x="36" y="256"/>
                  <a:pt x="92" y="256"/>
                </a:cubicBezTo>
                <a:cubicBezTo>
                  <a:pt x="92" y="256"/>
                  <a:pt x="92" y="256"/>
                  <a:pt x="92" y="256"/>
                </a:cubicBezTo>
                <a:cubicBezTo>
                  <a:pt x="106" y="256"/>
                  <a:pt x="124" y="253"/>
                  <a:pt x="129" y="252"/>
                </a:cubicBezTo>
                <a:cubicBezTo>
                  <a:pt x="132" y="251"/>
                  <a:pt x="136" y="250"/>
                  <a:pt x="139" y="249"/>
                </a:cubicBezTo>
                <a:cubicBezTo>
                  <a:pt x="150" y="247"/>
                  <a:pt x="162" y="244"/>
                  <a:pt x="176" y="244"/>
                </a:cubicBezTo>
                <a:cubicBezTo>
                  <a:pt x="206" y="244"/>
                  <a:pt x="226" y="255"/>
                  <a:pt x="226" y="255"/>
                </a:cubicBezTo>
                <a:cubicBezTo>
                  <a:pt x="228" y="257"/>
                  <a:pt x="230" y="256"/>
                  <a:pt x="231" y="254"/>
                </a:cubicBezTo>
                <a:cubicBezTo>
                  <a:pt x="233" y="252"/>
                  <a:pt x="232" y="250"/>
                  <a:pt x="230" y="249"/>
                </a:cubicBezTo>
                <a:close/>
                <a:moveTo>
                  <a:pt x="152" y="225"/>
                </a:moveTo>
                <a:cubicBezTo>
                  <a:pt x="153" y="227"/>
                  <a:pt x="154" y="228"/>
                  <a:pt x="156" y="228"/>
                </a:cubicBezTo>
                <a:cubicBezTo>
                  <a:pt x="156" y="228"/>
                  <a:pt x="157" y="228"/>
                  <a:pt x="157" y="228"/>
                </a:cubicBezTo>
                <a:cubicBezTo>
                  <a:pt x="159" y="227"/>
                  <a:pt x="160" y="225"/>
                  <a:pt x="160" y="223"/>
                </a:cubicBezTo>
                <a:cubicBezTo>
                  <a:pt x="156" y="206"/>
                  <a:pt x="143" y="197"/>
                  <a:pt x="142" y="197"/>
                </a:cubicBezTo>
                <a:cubicBezTo>
                  <a:pt x="140" y="195"/>
                  <a:pt x="138" y="196"/>
                  <a:pt x="137" y="198"/>
                </a:cubicBezTo>
                <a:cubicBezTo>
                  <a:pt x="135" y="200"/>
                  <a:pt x="136" y="202"/>
                  <a:pt x="138" y="203"/>
                </a:cubicBezTo>
                <a:cubicBezTo>
                  <a:pt x="138" y="203"/>
                  <a:pt x="149" y="211"/>
                  <a:pt x="152" y="225"/>
                </a:cubicBezTo>
                <a:close/>
                <a:moveTo>
                  <a:pt x="192" y="220"/>
                </a:moveTo>
                <a:cubicBezTo>
                  <a:pt x="192" y="209"/>
                  <a:pt x="199" y="198"/>
                  <a:pt x="199" y="198"/>
                </a:cubicBezTo>
                <a:cubicBezTo>
                  <a:pt x="201" y="196"/>
                  <a:pt x="200" y="194"/>
                  <a:pt x="198" y="193"/>
                </a:cubicBezTo>
                <a:cubicBezTo>
                  <a:pt x="196" y="191"/>
                  <a:pt x="194" y="192"/>
                  <a:pt x="193" y="194"/>
                </a:cubicBezTo>
                <a:cubicBezTo>
                  <a:pt x="192" y="194"/>
                  <a:pt x="184" y="207"/>
                  <a:pt x="184" y="220"/>
                </a:cubicBezTo>
                <a:cubicBezTo>
                  <a:pt x="184" y="222"/>
                  <a:pt x="186" y="224"/>
                  <a:pt x="188" y="224"/>
                </a:cubicBezTo>
                <a:cubicBezTo>
                  <a:pt x="190" y="224"/>
                  <a:pt x="192" y="222"/>
                  <a:pt x="192" y="220"/>
                </a:cubicBezTo>
                <a:close/>
                <a:moveTo>
                  <a:pt x="127" y="128"/>
                </a:moveTo>
                <a:cubicBezTo>
                  <a:pt x="119" y="121"/>
                  <a:pt x="119" y="121"/>
                  <a:pt x="119" y="121"/>
                </a:cubicBezTo>
                <a:cubicBezTo>
                  <a:pt x="117" y="120"/>
                  <a:pt x="114" y="120"/>
                  <a:pt x="113" y="121"/>
                </a:cubicBezTo>
                <a:cubicBezTo>
                  <a:pt x="112" y="123"/>
                  <a:pt x="112" y="126"/>
                  <a:pt x="113" y="127"/>
                </a:cubicBezTo>
                <a:cubicBezTo>
                  <a:pt x="157" y="163"/>
                  <a:pt x="157" y="163"/>
                  <a:pt x="157" y="163"/>
                </a:cubicBezTo>
                <a:cubicBezTo>
                  <a:pt x="158" y="164"/>
                  <a:pt x="159" y="164"/>
                  <a:pt x="160" y="164"/>
                </a:cubicBezTo>
                <a:cubicBezTo>
                  <a:pt x="161" y="164"/>
                  <a:pt x="162" y="164"/>
                  <a:pt x="163" y="163"/>
                </a:cubicBezTo>
                <a:cubicBezTo>
                  <a:pt x="164" y="161"/>
                  <a:pt x="164" y="158"/>
                  <a:pt x="163" y="157"/>
                </a:cubicBezTo>
                <a:cubicBezTo>
                  <a:pt x="161" y="156"/>
                  <a:pt x="161" y="156"/>
                  <a:pt x="161" y="156"/>
                </a:cubicBezTo>
                <a:cubicBezTo>
                  <a:pt x="176" y="156"/>
                  <a:pt x="176" y="156"/>
                  <a:pt x="176" y="156"/>
                </a:cubicBezTo>
                <a:cubicBezTo>
                  <a:pt x="178" y="156"/>
                  <a:pt x="180" y="154"/>
                  <a:pt x="180" y="152"/>
                </a:cubicBezTo>
                <a:cubicBezTo>
                  <a:pt x="180" y="150"/>
                  <a:pt x="178" y="148"/>
                  <a:pt x="176" y="148"/>
                </a:cubicBezTo>
                <a:cubicBezTo>
                  <a:pt x="152" y="148"/>
                  <a:pt x="152" y="148"/>
                  <a:pt x="152" y="148"/>
                </a:cubicBezTo>
                <a:cubicBezTo>
                  <a:pt x="152" y="148"/>
                  <a:pt x="152" y="148"/>
                  <a:pt x="152" y="148"/>
                </a:cubicBezTo>
                <a:cubicBezTo>
                  <a:pt x="137" y="136"/>
                  <a:pt x="137" y="136"/>
                  <a:pt x="137" y="136"/>
                </a:cubicBezTo>
                <a:cubicBezTo>
                  <a:pt x="148" y="136"/>
                  <a:pt x="148" y="136"/>
                  <a:pt x="148" y="136"/>
                </a:cubicBezTo>
                <a:cubicBezTo>
                  <a:pt x="150" y="136"/>
                  <a:pt x="152" y="134"/>
                  <a:pt x="152" y="132"/>
                </a:cubicBezTo>
                <a:cubicBezTo>
                  <a:pt x="152" y="130"/>
                  <a:pt x="150" y="128"/>
                  <a:pt x="148" y="128"/>
                </a:cubicBezTo>
                <a:cubicBezTo>
                  <a:pt x="128" y="128"/>
                  <a:pt x="128" y="128"/>
                  <a:pt x="128" y="128"/>
                </a:cubicBezTo>
                <a:cubicBezTo>
                  <a:pt x="128" y="128"/>
                  <a:pt x="128" y="128"/>
                  <a:pt x="127" y="128"/>
                </a:cubicBezTo>
                <a:close/>
                <a:moveTo>
                  <a:pt x="248" y="159"/>
                </a:moveTo>
                <a:cubicBezTo>
                  <a:pt x="148" y="98"/>
                  <a:pt x="148" y="98"/>
                  <a:pt x="148" y="98"/>
                </a:cubicBezTo>
                <a:cubicBezTo>
                  <a:pt x="141" y="94"/>
                  <a:pt x="133" y="92"/>
                  <a:pt x="125" y="92"/>
                </a:cubicBezTo>
                <a:cubicBezTo>
                  <a:pt x="124" y="92"/>
                  <a:pt x="124" y="92"/>
                  <a:pt x="124" y="92"/>
                </a:cubicBezTo>
                <a:cubicBezTo>
                  <a:pt x="124" y="67"/>
                  <a:pt x="124" y="67"/>
                  <a:pt x="124" y="67"/>
                </a:cubicBezTo>
                <a:cubicBezTo>
                  <a:pt x="141" y="64"/>
                  <a:pt x="141" y="64"/>
                  <a:pt x="141" y="64"/>
                </a:cubicBezTo>
                <a:cubicBezTo>
                  <a:pt x="143" y="64"/>
                  <a:pt x="144" y="62"/>
                  <a:pt x="144" y="60"/>
                </a:cubicBezTo>
                <a:cubicBezTo>
                  <a:pt x="144" y="36"/>
                  <a:pt x="144" y="36"/>
                  <a:pt x="144" y="36"/>
                </a:cubicBezTo>
                <a:cubicBezTo>
                  <a:pt x="144" y="36"/>
                  <a:pt x="144" y="36"/>
                  <a:pt x="144" y="35"/>
                </a:cubicBezTo>
                <a:cubicBezTo>
                  <a:pt x="144" y="35"/>
                  <a:pt x="144" y="35"/>
                  <a:pt x="144" y="35"/>
                </a:cubicBezTo>
                <a:cubicBezTo>
                  <a:pt x="144" y="34"/>
                  <a:pt x="143" y="34"/>
                  <a:pt x="143" y="34"/>
                </a:cubicBezTo>
                <a:cubicBezTo>
                  <a:pt x="143" y="34"/>
                  <a:pt x="143" y="33"/>
                  <a:pt x="143" y="33"/>
                </a:cubicBezTo>
                <a:cubicBezTo>
                  <a:pt x="143" y="33"/>
                  <a:pt x="142" y="33"/>
                  <a:pt x="142" y="33"/>
                </a:cubicBezTo>
                <a:cubicBezTo>
                  <a:pt x="142" y="33"/>
                  <a:pt x="142" y="33"/>
                  <a:pt x="142" y="32"/>
                </a:cubicBezTo>
                <a:cubicBezTo>
                  <a:pt x="110" y="16"/>
                  <a:pt x="110" y="16"/>
                  <a:pt x="110" y="16"/>
                </a:cubicBezTo>
                <a:cubicBezTo>
                  <a:pt x="109" y="16"/>
                  <a:pt x="109" y="16"/>
                  <a:pt x="108" y="16"/>
                </a:cubicBezTo>
                <a:cubicBezTo>
                  <a:pt x="86" y="16"/>
                  <a:pt x="86" y="16"/>
                  <a:pt x="86" y="16"/>
                </a:cubicBezTo>
                <a:cubicBezTo>
                  <a:pt x="85" y="8"/>
                  <a:pt x="85" y="8"/>
                  <a:pt x="85" y="8"/>
                </a:cubicBezTo>
                <a:cubicBezTo>
                  <a:pt x="92" y="8"/>
                  <a:pt x="92" y="8"/>
                  <a:pt x="92" y="8"/>
                </a:cubicBezTo>
                <a:cubicBezTo>
                  <a:pt x="94" y="8"/>
                  <a:pt x="96" y="6"/>
                  <a:pt x="96" y="4"/>
                </a:cubicBezTo>
                <a:cubicBezTo>
                  <a:pt x="96" y="2"/>
                  <a:pt x="94" y="0"/>
                  <a:pt x="92" y="0"/>
                </a:cubicBezTo>
                <a:cubicBezTo>
                  <a:pt x="48" y="0"/>
                  <a:pt x="48" y="0"/>
                  <a:pt x="48" y="0"/>
                </a:cubicBezTo>
                <a:cubicBezTo>
                  <a:pt x="46" y="0"/>
                  <a:pt x="44" y="2"/>
                  <a:pt x="44" y="4"/>
                </a:cubicBezTo>
                <a:cubicBezTo>
                  <a:pt x="44" y="6"/>
                  <a:pt x="46" y="8"/>
                  <a:pt x="48" y="8"/>
                </a:cubicBezTo>
                <a:cubicBezTo>
                  <a:pt x="59" y="8"/>
                  <a:pt x="59" y="8"/>
                  <a:pt x="59" y="8"/>
                </a:cubicBezTo>
                <a:cubicBezTo>
                  <a:pt x="58" y="16"/>
                  <a:pt x="58" y="16"/>
                  <a:pt x="58" y="16"/>
                </a:cubicBezTo>
                <a:cubicBezTo>
                  <a:pt x="4" y="16"/>
                  <a:pt x="4" y="16"/>
                  <a:pt x="4" y="16"/>
                </a:cubicBezTo>
                <a:cubicBezTo>
                  <a:pt x="2" y="16"/>
                  <a:pt x="0" y="18"/>
                  <a:pt x="0" y="20"/>
                </a:cubicBezTo>
                <a:cubicBezTo>
                  <a:pt x="0" y="48"/>
                  <a:pt x="0" y="48"/>
                  <a:pt x="0" y="48"/>
                </a:cubicBezTo>
                <a:cubicBezTo>
                  <a:pt x="0" y="49"/>
                  <a:pt x="1" y="50"/>
                  <a:pt x="2" y="51"/>
                </a:cubicBezTo>
                <a:cubicBezTo>
                  <a:pt x="18" y="63"/>
                  <a:pt x="18" y="63"/>
                  <a:pt x="18" y="63"/>
                </a:cubicBezTo>
                <a:cubicBezTo>
                  <a:pt x="18" y="63"/>
                  <a:pt x="18" y="63"/>
                  <a:pt x="18" y="63"/>
                </a:cubicBezTo>
                <a:cubicBezTo>
                  <a:pt x="18" y="64"/>
                  <a:pt x="19" y="64"/>
                  <a:pt x="19" y="64"/>
                </a:cubicBezTo>
                <a:cubicBezTo>
                  <a:pt x="24" y="65"/>
                  <a:pt x="24" y="65"/>
                  <a:pt x="24" y="65"/>
                </a:cubicBezTo>
                <a:cubicBezTo>
                  <a:pt x="24" y="92"/>
                  <a:pt x="24" y="92"/>
                  <a:pt x="24" y="92"/>
                </a:cubicBezTo>
                <a:cubicBezTo>
                  <a:pt x="24" y="92"/>
                  <a:pt x="24" y="93"/>
                  <a:pt x="24" y="93"/>
                </a:cubicBezTo>
                <a:cubicBezTo>
                  <a:pt x="14" y="97"/>
                  <a:pt x="14" y="97"/>
                  <a:pt x="14" y="97"/>
                </a:cubicBezTo>
                <a:cubicBezTo>
                  <a:pt x="5" y="99"/>
                  <a:pt x="0" y="107"/>
                  <a:pt x="0" y="116"/>
                </a:cubicBezTo>
                <a:cubicBezTo>
                  <a:pt x="0" y="135"/>
                  <a:pt x="0" y="135"/>
                  <a:pt x="0" y="135"/>
                </a:cubicBezTo>
                <a:cubicBezTo>
                  <a:pt x="0" y="142"/>
                  <a:pt x="1" y="148"/>
                  <a:pt x="3" y="154"/>
                </a:cubicBezTo>
                <a:cubicBezTo>
                  <a:pt x="20" y="197"/>
                  <a:pt x="20" y="197"/>
                  <a:pt x="20" y="197"/>
                </a:cubicBezTo>
                <a:cubicBezTo>
                  <a:pt x="23" y="205"/>
                  <a:pt x="27" y="212"/>
                  <a:pt x="33" y="218"/>
                </a:cubicBezTo>
                <a:cubicBezTo>
                  <a:pt x="34" y="219"/>
                  <a:pt x="46" y="232"/>
                  <a:pt x="75" y="236"/>
                </a:cubicBezTo>
                <a:cubicBezTo>
                  <a:pt x="76" y="236"/>
                  <a:pt x="76" y="236"/>
                  <a:pt x="76" y="236"/>
                </a:cubicBezTo>
                <a:cubicBezTo>
                  <a:pt x="78" y="236"/>
                  <a:pt x="80" y="235"/>
                  <a:pt x="80" y="233"/>
                </a:cubicBezTo>
                <a:cubicBezTo>
                  <a:pt x="80" y="230"/>
                  <a:pt x="79" y="228"/>
                  <a:pt x="77" y="228"/>
                </a:cubicBezTo>
                <a:cubicBezTo>
                  <a:pt x="50" y="224"/>
                  <a:pt x="39" y="213"/>
                  <a:pt x="39" y="213"/>
                </a:cubicBezTo>
                <a:cubicBezTo>
                  <a:pt x="34" y="207"/>
                  <a:pt x="30" y="201"/>
                  <a:pt x="27" y="194"/>
                </a:cubicBezTo>
                <a:cubicBezTo>
                  <a:pt x="11" y="151"/>
                  <a:pt x="11" y="151"/>
                  <a:pt x="11" y="151"/>
                </a:cubicBezTo>
                <a:cubicBezTo>
                  <a:pt x="9" y="146"/>
                  <a:pt x="8" y="141"/>
                  <a:pt x="8" y="135"/>
                </a:cubicBezTo>
                <a:cubicBezTo>
                  <a:pt x="8" y="116"/>
                  <a:pt x="8" y="116"/>
                  <a:pt x="8" y="116"/>
                </a:cubicBezTo>
                <a:cubicBezTo>
                  <a:pt x="8" y="115"/>
                  <a:pt x="8" y="114"/>
                  <a:pt x="8" y="113"/>
                </a:cubicBezTo>
                <a:cubicBezTo>
                  <a:pt x="28" y="150"/>
                  <a:pt x="28" y="150"/>
                  <a:pt x="28" y="150"/>
                </a:cubicBezTo>
                <a:cubicBezTo>
                  <a:pt x="34" y="161"/>
                  <a:pt x="44" y="169"/>
                  <a:pt x="56" y="172"/>
                </a:cubicBezTo>
                <a:cubicBezTo>
                  <a:pt x="93" y="181"/>
                  <a:pt x="93" y="181"/>
                  <a:pt x="93" y="181"/>
                </a:cubicBezTo>
                <a:cubicBezTo>
                  <a:pt x="101" y="183"/>
                  <a:pt x="109" y="184"/>
                  <a:pt x="117" y="184"/>
                </a:cubicBezTo>
                <a:cubicBezTo>
                  <a:pt x="127" y="184"/>
                  <a:pt x="137" y="183"/>
                  <a:pt x="147" y="180"/>
                </a:cubicBezTo>
                <a:cubicBezTo>
                  <a:pt x="162" y="175"/>
                  <a:pt x="162" y="175"/>
                  <a:pt x="162" y="175"/>
                </a:cubicBezTo>
                <a:cubicBezTo>
                  <a:pt x="165" y="174"/>
                  <a:pt x="174" y="172"/>
                  <a:pt x="185" y="174"/>
                </a:cubicBezTo>
                <a:cubicBezTo>
                  <a:pt x="189" y="175"/>
                  <a:pt x="196" y="176"/>
                  <a:pt x="200" y="176"/>
                </a:cubicBezTo>
                <a:cubicBezTo>
                  <a:pt x="203" y="176"/>
                  <a:pt x="203" y="176"/>
                  <a:pt x="203" y="176"/>
                </a:cubicBezTo>
                <a:cubicBezTo>
                  <a:pt x="209" y="176"/>
                  <a:pt x="215" y="175"/>
                  <a:pt x="221" y="174"/>
                </a:cubicBezTo>
                <a:cubicBezTo>
                  <a:pt x="243" y="168"/>
                  <a:pt x="243" y="168"/>
                  <a:pt x="243" y="168"/>
                </a:cubicBezTo>
                <a:cubicBezTo>
                  <a:pt x="240" y="178"/>
                  <a:pt x="239" y="189"/>
                  <a:pt x="237" y="202"/>
                </a:cubicBezTo>
                <a:cubicBezTo>
                  <a:pt x="236" y="213"/>
                  <a:pt x="231" y="223"/>
                  <a:pt x="222" y="230"/>
                </a:cubicBezTo>
                <a:cubicBezTo>
                  <a:pt x="220" y="231"/>
                  <a:pt x="219" y="234"/>
                  <a:pt x="221" y="235"/>
                </a:cubicBezTo>
                <a:cubicBezTo>
                  <a:pt x="222" y="237"/>
                  <a:pt x="223" y="237"/>
                  <a:pt x="224" y="237"/>
                </a:cubicBezTo>
                <a:cubicBezTo>
                  <a:pt x="225" y="237"/>
                  <a:pt x="226" y="237"/>
                  <a:pt x="226" y="236"/>
                </a:cubicBezTo>
                <a:cubicBezTo>
                  <a:pt x="237" y="228"/>
                  <a:pt x="244" y="216"/>
                  <a:pt x="245" y="203"/>
                </a:cubicBezTo>
                <a:cubicBezTo>
                  <a:pt x="247" y="189"/>
                  <a:pt x="249" y="178"/>
                  <a:pt x="251" y="168"/>
                </a:cubicBezTo>
                <a:cubicBezTo>
                  <a:pt x="252" y="164"/>
                  <a:pt x="251" y="161"/>
                  <a:pt x="248" y="159"/>
                </a:cubicBezTo>
                <a:close/>
                <a:moveTo>
                  <a:pt x="107" y="24"/>
                </a:moveTo>
                <a:cubicBezTo>
                  <a:pt x="123" y="32"/>
                  <a:pt x="123" y="32"/>
                  <a:pt x="123" y="32"/>
                </a:cubicBezTo>
                <a:cubicBezTo>
                  <a:pt x="88" y="32"/>
                  <a:pt x="88" y="32"/>
                  <a:pt x="88" y="32"/>
                </a:cubicBezTo>
                <a:cubicBezTo>
                  <a:pt x="87" y="24"/>
                  <a:pt x="87" y="24"/>
                  <a:pt x="87" y="24"/>
                </a:cubicBezTo>
                <a:lnTo>
                  <a:pt x="107" y="24"/>
                </a:lnTo>
                <a:close/>
                <a:moveTo>
                  <a:pt x="68" y="8"/>
                </a:moveTo>
                <a:cubicBezTo>
                  <a:pt x="76" y="8"/>
                  <a:pt x="76" y="8"/>
                  <a:pt x="76" y="8"/>
                </a:cubicBezTo>
                <a:cubicBezTo>
                  <a:pt x="79" y="32"/>
                  <a:pt x="79" y="32"/>
                  <a:pt x="79" y="32"/>
                </a:cubicBezTo>
                <a:cubicBezTo>
                  <a:pt x="65" y="32"/>
                  <a:pt x="65" y="32"/>
                  <a:pt x="65" y="32"/>
                </a:cubicBezTo>
                <a:lnTo>
                  <a:pt x="68" y="8"/>
                </a:lnTo>
                <a:close/>
                <a:moveTo>
                  <a:pt x="16" y="52"/>
                </a:moveTo>
                <a:cubicBezTo>
                  <a:pt x="8" y="46"/>
                  <a:pt x="8" y="46"/>
                  <a:pt x="8" y="46"/>
                </a:cubicBezTo>
                <a:cubicBezTo>
                  <a:pt x="8" y="32"/>
                  <a:pt x="8" y="32"/>
                  <a:pt x="8" y="32"/>
                </a:cubicBezTo>
                <a:cubicBezTo>
                  <a:pt x="16" y="38"/>
                  <a:pt x="16" y="38"/>
                  <a:pt x="16" y="38"/>
                </a:cubicBezTo>
                <a:lnTo>
                  <a:pt x="16" y="52"/>
                </a:lnTo>
                <a:close/>
                <a:moveTo>
                  <a:pt x="219" y="166"/>
                </a:moveTo>
                <a:cubicBezTo>
                  <a:pt x="214" y="167"/>
                  <a:pt x="209" y="168"/>
                  <a:pt x="203" y="168"/>
                </a:cubicBezTo>
                <a:cubicBezTo>
                  <a:pt x="200" y="168"/>
                  <a:pt x="200" y="168"/>
                  <a:pt x="200" y="168"/>
                </a:cubicBezTo>
                <a:cubicBezTo>
                  <a:pt x="196" y="168"/>
                  <a:pt x="191" y="167"/>
                  <a:pt x="187" y="166"/>
                </a:cubicBezTo>
                <a:cubicBezTo>
                  <a:pt x="174" y="164"/>
                  <a:pt x="163" y="167"/>
                  <a:pt x="159" y="168"/>
                </a:cubicBezTo>
                <a:cubicBezTo>
                  <a:pt x="144" y="172"/>
                  <a:pt x="144" y="172"/>
                  <a:pt x="144" y="172"/>
                </a:cubicBezTo>
                <a:cubicBezTo>
                  <a:pt x="128" y="177"/>
                  <a:pt x="111" y="178"/>
                  <a:pt x="95" y="174"/>
                </a:cubicBezTo>
                <a:cubicBezTo>
                  <a:pt x="58" y="164"/>
                  <a:pt x="58" y="164"/>
                  <a:pt x="58" y="164"/>
                </a:cubicBezTo>
                <a:cubicBezTo>
                  <a:pt x="48" y="162"/>
                  <a:pt x="40" y="155"/>
                  <a:pt x="35" y="146"/>
                </a:cubicBezTo>
                <a:cubicBezTo>
                  <a:pt x="13" y="106"/>
                  <a:pt x="13" y="106"/>
                  <a:pt x="13" y="106"/>
                </a:cubicBezTo>
                <a:cubicBezTo>
                  <a:pt x="14" y="105"/>
                  <a:pt x="15" y="104"/>
                  <a:pt x="16" y="104"/>
                </a:cubicBezTo>
                <a:cubicBezTo>
                  <a:pt x="29" y="100"/>
                  <a:pt x="29" y="100"/>
                  <a:pt x="29" y="100"/>
                </a:cubicBezTo>
                <a:cubicBezTo>
                  <a:pt x="41" y="115"/>
                  <a:pt x="41" y="115"/>
                  <a:pt x="41" y="115"/>
                </a:cubicBezTo>
                <a:cubicBezTo>
                  <a:pt x="41" y="114"/>
                  <a:pt x="41" y="114"/>
                  <a:pt x="41" y="114"/>
                </a:cubicBezTo>
                <a:cubicBezTo>
                  <a:pt x="42" y="115"/>
                  <a:pt x="43" y="116"/>
                  <a:pt x="44" y="116"/>
                </a:cubicBezTo>
                <a:cubicBezTo>
                  <a:pt x="48" y="116"/>
                  <a:pt x="48" y="116"/>
                  <a:pt x="48" y="116"/>
                </a:cubicBezTo>
                <a:cubicBezTo>
                  <a:pt x="50" y="116"/>
                  <a:pt x="52" y="114"/>
                  <a:pt x="52" y="112"/>
                </a:cubicBezTo>
                <a:cubicBezTo>
                  <a:pt x="52" y="110"/>
                  <a:pt x="50" y="108"/>
                  <a:pt x="48" y="108"/>
                </a:cubicBezTo>
                <a:cubicBezTo>
                  <a:pt x="48" y="64"/>
                  <a:pt x="48" y="64"/>
                  <a:pt x="48" y="64"/>
                </a:cubicBezTo>
                <a:cubicBezTo>
                  <a:pt x="48" y="62"/>
                  <a:pt x="47" y="60"/>
                  <a:pt x="45" y="60"/>
                </a:cubicBezTo>
                <a:cubicBezTo>
                  <a:pt x="24" y="57"/>
                  <a:pt x="24" y="57"/>
                  <a:pt x="24" y="57"/>
                </a:cubicBezTo>
                <a:cubicBezTo>
                  <a:pt x="24" y="40"/>
                  <a:pt x="24" y="40"/>
                  <a:pt x="24" y="40"/>
                </a:cubicBezTo>
                <a:cubicBezTo>
                  <a:pt x="26" y="40"/>
                  <a:pt x="28" y="38"/>
                  <a:pt x="28" y="36"/>
                </a:cubicBezTo>
                <a:cubicBezTo>
                  <a:pt x="28" y="34"/>
                  <a:pt x="26" y="32"/>
                  <a:pt x="24" y="32"/>
                </a:cubicBezTo>
                <a:cubicBezTo>
                  <a:pt x="21" y="32"/>
                  <a:pt x="21" y="32"/>
                  <a:pt x="21" y="32"/>
                </a:cubicBezTo>
                <a:cubicBezTo>
                  <a:pt x="11" y="24"/>
                  <a:pt x="11" y="24"/>
                  <a:pt x="11" y="24"/>
                </a:cubicBezTo>
                <a:cubicBezTo>
                  <a:pt x="57" y="24"/>
                  <a:pt x="57" y="24"/>
                  <a:pt x="57" y="24"/>
                </a:cubicBezTo>
                <a:cubicBezTo>
                  <a:pt x="56" y="32"/>
                  <a:pt x="56" y="32"/>
                  <a:pt x="56" y="32"/>
                </a:cubicBezTo>
                <a:cubicBezTo>
                  <a:pt x="48" y="32"/>
                  <a:pt x="48" y="32"/>
                  <a:pt x="48" y="32"/>
                </a:cubicBezTo>
                <a:cubicBezTo>
                  <a:pt x="46" y="32"/>
                  <a:pt x="44" y="34"/>
                  <a:pt x="44" y="36"/>
                </a:cubicBezTo>
                <a:cubicBezTo>
                  <a:pt x="44" y="38"/>
                  <a:pt x="46" y="40"/>
                  <a:pt x="48" y="40"/>
                </a:cubicBezTo>
                <a:cubicBezTo>
                  <a:pt x="136" y="40"/>
                  <a:pt x="136" y="40"/>
                  <a:pt x="136" y="40"/>
                </a:cubicBezTo>
                <a:cubicBezTo>
                  <a:pt x="136" y="57"/>
                  <a:pt x="136" y="57"/>
                  <a:pt x="136" y="57"/>
                </a:cubicBezTo>
                <a:cubicBezTo>
                  <a:pt x="119" y="60"/>
                  <a:pt x="119" y="60"/>
                  <a:pt x="119" y="60"/>
                </a:cubicBezTo>
                <a:cubicBezTo>
                  <a:pt x="117" y="60"/>
                  <a:pt x="116" y="62"/>
                  <a:pt x="116" y="64"/>
                </a:cubicBezTo>
                <a:cubicBezTo>
                  <a:pt x="116" y="108"/>
                  <a:pt x="116" y="108"/>
                  <a:pt x="116" y="108"/>
                </a:cubicBezTo>
                <a:cubicBezTo>
                  <a:pt x="72" y="108"/>
                  <a:pt x="72" y="108"/>
                  <a:pt x="72" y="108"/>
                </a:cubicBezTo>
                <a:cubicBezTo>
                  <a:pt x="70" y="108"/>
                  <a:pt x="68" y="110"/>
                  <a:pt x="68" y="112"/>
                </a:cubicBezTo>
                <a:cubicBezTo>
                  <a:pt x="68" y="114"/>
                  <a:pt x="70" y="116"/>
                  <a:pt x="72" y="116"/>
                </a:cubicBezTo>
                <a:cubicBezTo>
                  <a:pt x="120" y="116"/>
                  <a:pt x="120" y="116"/>
                  <a:pt x="120" y="116"/>
                </a:cubicBezTo>
                <a:cubicBezTo>
                  <a:pt x="122" y="116"/>
                  <a:pt x="124" y="114"/>
                  <a:pt x="124" y="112"/>
                </a:cubicBezTo>
                <a:cubicBezTo>
                  <a:pt x="124" y="100"/>
                  <a:pt x="124" y="100"/>
                  <a:pt x="124" y="100"/>
                </a:cubicBezTo>
                <a:cubicBezTo>
                  <a:pt x="125" y="100"/>
                  <a:pt x="125" y="100"/>
                  <a:pt x="125" y="100"/>
                </a:cubicBezTo>
                <a:cubicBezTo>
                  <a:pt x="131" y="100"/>
                  <a:pt x="138" y="102"/>
                  <a:pt x="143" y="105"/>
                </a:cubicBezTo>
                <a:cubicBezTo>
                  <a:pt x="237" y="162"/>
                  <a:pt x="237" y="162"/>
                  <a:pt x="237" y="162"/>
                </a:cubicBezTo>
                <a:lnTo>
                  <a:pt x="219" y="166"/>
                </a:lnTo>
                <a:close/>
                <a:moveTo>
                  <a:pt x="32" y="91"/>
                </a:moveTo>
                <a:cubicBezTo>
                  <a:pt x="32" y="66"/>
                  <a:pt x="32" y="66"/>
                  <a:pt x="32" y="66"/>
                </a:cubicBezTo>
                <a:cubicBezTo>
                  <a:pt x="40" y="67"/>
                  <a:pt x="40" y="67"/>
                  <a:pt x="40" y="67"/>
                </a:cubicBezTo>
                <a:cubicBezTo>
                  <a:pt x="40" y="101"/>
                  <a:pt x="40" y="101"/>
                  <a:pt x="40" y="101"/>
                </a:cubicBezTo>
                <a:lnTo>
                  <a:pt x="32" y="91"/>
                </a:lnTo>
                <a:close/>
                <a:moveTo>
                  <a:pt x="91" y="121"/>
                </a:moveTo>
                <a:cubicBezTo>
                  <a:pt x="89" y="120"/>
                  <a:pt x="87" y="120"/>
                  <a:pt x="85" y="121"/>
                </a:cubicBezTo>
                <a:cubicBezTo>
                  <a:pt x="84" y="123"/>
                  <a:pt x="84" y="125"/>
                  <a:pt x="85" y="127"/>
                </a:cubicBezTo>
                <a:cubicBezTo>
                  <a:pt x="86" y="128"/>
                  <a:pt x="86" y="128"/>
                  <a:pt x="86" y="128"/>
                </a:cubicBezTo>
                <a:cubicBezTo>
                  <a:pt x="68" y="128"/>
                  <a:pt x="68" y="128"/>
                  <a:pt x="68" y="128"/>
                </a:cubicBezTo>
                <a:cubicBezTo>
                  <a:pt x="66" y="128"/>
                  <a:pt x="64" y="130"/>
                  <a:pt x="64" y="132"/>
                </a:cubicBezTo>
                <a:cubicBezTo>
                  <a:pt x="64" y="134"/>
                  <a:pt x="66" y="136"/>
                  <a:pt x="68" y="136"/>
                </a:cubicBezTo>
                <a:cubicBezTo>
                  <a:pt x="95" y="136"/>
                  <a:pt x="95" y="136"/>
                  <a:pt x="95" y="136"/>
                </a:cubicBezTo>
                <a:cubicBezTo>
                  <a:pt x="109" y="148"/>
                  <a:pt x="109" y="148"/>
                  <a:pt x="109" y="148"/>
                </a:cubicBezTo>
                <a:cubicBezTo>
                  <a:pt x="84" y="148"/>
                  <a:pt x="84" y="148"/>
                  <a:pt x="84" y="148"/>
                </a:cubicBezTo>
                <a:cubicBezTo>
                  <a:pt x="82" y="148"/>
                  <a:pt x="80" y="150"/>
                  <a:pt x="80" y="152"/>
                </a:cubicBezTo>
                <a:cubicBezTo>
                  <a:pt x="80" y="154"/>
                  <a:pt x="82" y="156"/>
                  <a:pt x="84" y="156"/>
                </a:cubicBezTo>
                <a:cubicBezTo>
                  <a:pt x="116" y="156"/>
                  <a:pt x="116" y="156"/>
                  <a:pt x="116" y="156"/>
                </a:cubicBezTo>
                <a:cubicBezTo>
                  <a:pt x="116" y="156"/>
                  <a:pt x="117" y="156"/>
                  <a:pt x="117" y="156"/>
                </a:cubicBezTo>
                <a:cubicBezTo>
                  <a:pt x="125" y="163"/>
                  <a:pt x="125" y="163"/>
                  <a:pt x="125" y="163"/>
                </a:cubicBezTo>
                <a:cubicBezTo>
                  <a:pt x="126" y="164"/>
                  <a:pt x="127" y="164"/>
                  <a:pt x="128" y="164"/>
                </a:cubicBezTo>
                <a:cubicBezTo>
                  <a:pt x="129" y="164"/>
                  <a:pt x="130" y="164"/>
                  <a:pt x="131" y="163"/>
                </a:cubicBezTo>
                <a:cubicBezTo>
                  <a:pt x="132" y="161"/>
                  <a:pt x="132" y="159"/>
                  <a:pt x="131" y="157"/>
                </a:cubicBezTo>
                <a:lnTo>
                  <a:pt x="91" y="12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60" name="Freeform 111">
            <a:extLst>
              <a:ext uri="{FF2B5EF4-FFF2-40B4-BE49-F238E27FC236}">
                <a16:creationId xmlns:a16="http://schemas.microsoft.com/office/drawing/2014/main" id="{C7A7610C-4950-4A55-B822-B753E8A899FF}"/>
              </a:ext>
            </a:extLst>
          </p:cNvPr>
          <p:cNvSpPr>
            <a:spLocks noChangeAspect="1" noEditPoints="1"/>
          </p:cNvSpPr>
          <p:nvPr/>
        </p:nvSpPr>
        <p:spPr bwMode="auto">
          <a:xfrm>
            <a:off x="11217194" y="3389167"/>
            <a:ext cx="400050" cy="400050"/>
          </a:xfrm>
          <a:custGeom>
            <a:avLst/>
            <a:gdLst>
              <a:gd name="T0" fmla="*/ 146 w 256"/>
              <a:gd name="T1" fmla="*/ 4 h 256"/>
              <a:gd name="T2" fmla="*/ 36 w 256"/>
              <a:gd name="T3" fmla="*/ 256 h 256"/>
              <a:gd name="T4" fmla="*/ 44 w 256"/>
              <a:gd name="T5" fmla="*/ 40 h 256"/>
              <a:gd name="T6" fmla="*/ 176 w 256"/>
              <a:gd name="T7" fmla="*/ 13 h 256"/>
              <a:gd name="T8" fmla="*/ 176 w 256"/>
              <a:gd name="T9" fmla="*/ 256 h 256"/>
              <a:gd name="T10" fmla="*/ 184 w 256"/>
              <a:gd name="T11" fmla="*/ 0 h 256"/>
              <a:gd name="T12" fmla="*/ 176 w 256"/>
              <a:gd name="T13" fmla="*/ 5 h 256"/>
              <a:gd name="T14" fmla="*/ 228 w 256"/>
              <a:gd name="T15" fmla="*/ 4 h 256"/>
              <a:gd name="T16" fmla="*/ 220 w 256"/>
              <a:gd name="T17" fmla="*/ 13 h 256"/>
              <a:gd name="T18" fmla="*/ 197 w 256"/>
              <a:gd name="T19" fmla="*/ 8 h 256"/>
              <a:gd name="T20" fmla="*/ 199 w 256"/>
              <a:gd name="T21" fmla="*/ 16 h 256"/>
              <a:gd name="T22" fmla="*/ 220 w 256"/>
              <a:gd name="T23" fmla="*/ 36 h 256"/>
              <a:gd name="T24" fmla="*/ 196 w 256"/>
              <a:gd name="T25" fmla="*/ 44 h 256"/>
              <a:gd name="T26" fmla="*/ 220 w 256"/>
              <a:gd name="T27" fmla="*/ 68 h 256"/>
              <a:gd name="T28" fmla="*/ 196 w 256"/>
              <a:gd name="T29" fmla="*/ 76 h 256"/>
              <a:gd name="T30" fmla="*/ 220 w 256"/>
              <a:gd name="T31" fmla="*/ 100 h 256"/>
              <a:gd name="T32" fmla="*/ 196 w 256"/>
              <a:gd name="T33" fmla="*/ 108 h 256"/>
              <a:gd name="T34" fmla="*/ 220 w 256"/>
              <a:gd name="T35" fmla="*/ 132 h 256"/>
              <a:gd name="T36" fmla="*/ 196 w 256"/>
              <a:gd name="T37" fmla="*/ 140 h 256"/>
              <a:gd name="T38" fmla="*/ 220 w 256"/>
              <a:gd name="T39" fmla="*/ 164 h 256"/>
              <a:gd name="T40" fmla="*/ 196 w 256"/>
              <a:gd name="T41" fmla="*/ 172 h 256"/>
              <a:gd name="T42" fmla="*/ 220 w 256"/>
              <a:gd name="T43" fmla="*/ 196 h 256"/>
              <a:gd name="T44" fmla="*/ 196 w 256"/>
              <a:gd name="T45" fmla="*/ 204 h 256"/>
              <a:gd name="T46" fmla="*/ 220 w 256"/>
              <a:gd name="T47" fmla="*/ 228 h 256"/>
              <a:gd name="T48" fmla="*/ 196 w 256"/>
              <a:gd name="T49" fmla="*/ 236 h 256"/>
              <a:gd name="T50" fmla="*/ 220 w 256"/>
              <a:gd name="T51" fmla="*/ 256 h 256"/>
              <a:gd name="T52" fmla="*/ 228 w 256"/>
              <a:gd name="T53" fmla="*/ 24 h 256"/>
              <a:gd name="T54" fmla="*/ 248 w 256"/>
              <a:gd name="T55" fmla="*/ 256 h 256"/>
              <a:gd name="T56" fmla="*/ 256 w 256"/>
              <a:gd name="T57" fmla="*/ 40 h 256"/>
              <a:gd name="T58" fmla="*/ 18 w 256"/>
              <a:gd name="T59" fmla="*/ 43 h 256"/>
              <a:gd name="T60" fmla="*/ 0 w 256"/>
              <a:gd name="T61" fmla="*/ 256 h 256"/>
              <a:gd name="T62" fmla="*/ 8 w 256"/>
              <a:gd name="T63" fmla="*/ 64 h 256"/>
              <a:gd name="T64" fmla="*/ 25 w 256"/>
              <a:gd name="T65" fmla="*/ 49 h 256"/>
              <a:gd name="T66" fmla="*/ 18 w 256"/>
              <a:gd name="T67" fmla="*/ 4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256">
                <a:moveTo>
                  <a:pt x="176" y="5"/>
                </a:moveTo>
                <a:cubicBezTo>
                  <a:pt x="166" y="4"/>
                  <a:pt x="156" y="4"/>
                  <a:pt x="146" y="4"/>
                </a:cubicBezTo>
                <a:cubicBezTo>
                  <a:pt x="93" y="4"/>
                  <a:pt x="36" y="17"/>
                  <a:pt x="36" y="40"/>
                </a:cubicBezTo>
                <a:cubicBezTo>
                  <a:pt x="36" y="256"/>
                  <a:pt x="36" y="256"/>
                  <a:pt x="36" y="256"/>
                </a:cubicBezTo>
                <a:cubicBezTo>
                  <a:pt x="44" y="256"/>
                  <a:pt x="44" y="256"/>
                  <a:pt x="44" y="256"/>
                </a:cubicBezTo>
                <a:cubicBezTo>
                  <a:pt x="44" y="40"/>
                  <a:pt x="44" y="40"/>
                  <a:pt x="44" y="40"/>
                </a:cubicBezTo>
                <a:cubicBezTo>
                  <a:pt x="44" y="27"/>
                  <a:pt x="86" y="12"/>
                  <a:pt x="146" y="12"/>
                </a:cubicBezTo>
                <a:cubicBezTo>
                  <a:pt x="156" y="12"/>
                  <a:pt x="166" y="12"/>
                  <a:pt x="176" y="13"/>
                </a:cubicBezTo>
                <a:cubicBezTo>
                  <a:pt x="176" y="13"/>
                  <a:pt x="176" y="13"/>
                  <a:pt x="176" y="13"/>
                </a:cubicBezTo>
                <a:cubicBezTo>
                  <a:pt x="176" y="256"/>
                  <a:pt x="176" y="256"/>
                  <a:pt x="176" y="256"/>
                </a:cubicBezTo>
                <a:cubicBezTo>
                  <a:pt x="184" y="256"/>
                  <a:pt x="184" y="256"/>
                  <a:pt x="184" y="256"/>
                </a:cubicBezTo>
                <a:cubicBezTo>
                  <a:pt x="184" y="0"/>
                  <a:pt x="184" y="0"/>
                  <a:pt x="184" y="0"/>
                </a:cubicBezTo>
                <a:cubicBezTo>
                  <a:pt x="176" y="0"/>
                  <a:pt x="176" y="0"/>
                  <a:pt x="176" y="0"/>
                </a:cubicBezTo>
                <a:lnTo>
                  <a:pt x="176" y="5"/>
                </a:lnTo>
                <a:close/>
                <a:moveTo>
                  <a:pt x="228" y="15"/>
                </a:moveTo>
                <a:cubicBezTo>
                  <a:pt x="228" y="4"/>
                  <a:pt x="228" y="4"/>
                  <a:pt x="228" y="4"/>
                </a:cubicBezTo>
                <a:cubicBezTo>
                  <a:pt x="220" y="4"/>
                  <a:pt x="220" y="4"/>
                  <a:pt x="220" y="4"/>
                </a:cubicBezTo>
                <a:cubicBezTo>
                  <a:pt x="220" y="13"/>
                  <a:pt x="220" y="13"/>
                  <a:pt x="220" y="13"/>
                </a:cubicBezTo>
                <a:cubicBezTo>
                  <a:pt x="214" y="11"/>
                  <a:pt x="208" y="10"/>
                  <a:pt x="201" y="9"/>
                </a:cubicBezTo>
                <a:cubicBezTo>
                  <a:pt x="197" y="8"/>
                  <a:pt x="197" y="8"/>
                  <a:pt x="197" y="8"/>
                </a:cubicBezTo>
                <a:cubicBezTo>
                  <a:pt x="195" y="16"/>
                  <a:pt x="195" y="16"/>
                  <a:pt x="195" y="16"/>
                </a:cubicBezTo>
                <a:cubicBezTo>
                  <a:pt x="199" y="16"/>
                  <a:pt x="199" y="16"/>
                  <a:pt x="199" y="16"/>
                </a:cubicBezTo>
                <a:cubicBezTo>
                  <a:pt x="207" y="18"/>
                  <a:pt x="214" y="19"/>
                  <a:pt x="220" y="21"/>
                </a:cubicBezTo>
                <a:cubicBezTo>
                  <a:pt x="220" y="36"/>
                  <a:pt x="220" y="36"/>
                  <a:pt x="220" y="36"/>
                </a:cubicBezTo>
                <a:cubicBezTo>
                  <a:pt x="196" y="36"/>
                  <a:pt x="196" y="36"/>
                  <a:pt x="196" y="36"/>
                </a:cubicBezTo>
                <a:cubicBezTo>
                  <a:pt x="196" y="44"/>
                  <a:pt x="196" y="44"/>
                  <a:pt x="196" y="44"/>
                </a:cubicBezTo>
                <a:cubicBezTo>
                  <a:pt x="220" y="44"/>
                  <a:pt x="220" y="44"/>
                  <a:pt x="220" y="44"/>
                </a:cubicBezTo>
                <a:cubicBezTo>
                  <a:pt x="220" y="68"/>
                  <a:pt x="220" y="68"/>
                  <a:pt x="220" y="68"/>
                </a:cubicBezTo>
                <a:cubicBezTo>
                  <a:pt x="196" y="68"/>
                  <a:pt x="196" y="68"/>
                  <a:pt x="196" y="68"/>
                </a:cubicBezTo>
                <a:cubicBezTo>
                  <a:pt x="196" y="76"/>
                  <a:pt x="196" y="76"/>
                  <a:pt x="196" y="76"/>
                </a:cubicBezTo>
                <a:cubicBezTo>
                  <a:pt x="220" y="76"/>
                  <a:pt x="220" y="76"/>
                  <a:pt x="220" y="76"/>
                </a:cubicBezTo>
                <a:cubicBezTo>
                  <a:pt x="220" y="100"/>
                  <a:pt x="220" y="100"/>
                  <a:pt x="220" y="100"/>
                </a:cubicBezTo>
                <a:cubicBezTo>
                  <a:pt x="196" y="100"/>
                  <a:pt x="196" y="100"/>
                  <a:pt x="196" y="100"/>
                </a:cubicBezTo>
                <a:cubicBezTo>
                  <a:pt x="196" y="108"/>
                  <a:pt x="196" y="108"/>
                  <a:pt x="196" y="108"/>
                </a:cubicBezTo>
                <a:cubicBezTo>
                  <a:pt x="220" y="108"/>
                  <a:pt x="220" y="108"/>
                  <a:pt x="220" y="108"/>
                </a:cubicBezTo>
                <a:cubicBezTo>
                  <a:pt x="220" y="132"/>
                  <a:pt x="220" y="132"/>
                  <a:pt x="220" y="132"/>
                </a:cubicBezTo>
                <a:cubicBezTo>
                  <a:pt x="196" y="132"/>
                  <a:pt x="196" y="132"/>
                  <a:pt x="196" y="132"/>
                </a:cubicBezTo>
                <a:cubicBezTo>
                  <a:pt x="196" y="140"/>
                  <a:pt x="196" y="140"/>
                  <a:pt x="196" y="140"/>
                </a:cubicBezTo>
                <a:cubicBezTo>
                  <a:pt x="220" y="140"/>
                  <a:pt x="220" y="140"/>
                  <a:pt x="220" y="140"/>
                </a:cubicBezTo>
                <a:cubicBezTo>
                  <a:pt x="220" y="164"/>
                  <a:pt x="220" y="164"/>
                  <a:pt x="220" y="164"/>
                </a:cubicBezTo>
                <a:cubicBezTo>
                  <a:pt x="196" y="164"/>
                  <a:pt x="196" y="164"/>
                  <a:pt x="196" y="164"/>
                </a:cubicBezTo>
                <a:cubicBezTo>
                  <a:pt x="196" y="172"/>
                  <a:pt x="196" y="172"/>
                  <a:pt x="196" y="172"/>
                </a:cubicBezTo>
                <a:cubicBezTo>
                  <a:pt x="220" y="172"/>
                  <a:pt x="220" y="172"/>
                  <a:pt x="220" y="172"/>
                </a:cubicBezTo>
                <a:cubicBezTo>
                  <a:pt x="220" y="196"/>
                  <a:pt x="220" y="196"/>
                  <a:pt x="220" y="196"/>
                </a:cubicBezTo>
                <a:cubicBezTo>
                  <a:pt x="196" y="196"/>
                  <a:pt x="196" y="196"/>
                  <a:pt x="196" y="196"/>
                </a:cubicBezTo>
                <a:cubicBezTo>
                  <a:pt x="196" y="204"/>
                  <a:pt x="196" y="204"/>
                  <a:pt x="196" y="204"/>
                </a:cubicBezTo>
                <a:cubicBezTo>
                  <a:pt x="220" y="204"/>
                  <a:pt x="220" y="204"/>
                  <a:pt x="220" y="204"/>
                </a:cubicBezTo>
                <a:cubicBezTo>
                  <a:pt x="220" y="228"/>
                  <a:pt x="220" y="228"/>
                  <a:pt x="220" y="228"/>
                </a:cubicBezTo>
                <a:cubicBezTo>
                  <a:pt x="196" y="228"/>
                  <a:pt x="196" y="228"/>
                  <a:pt x="196" y="228"/>
                </a:cubicBezTo>
                <a:cubicBezTo>
                  <a:pt x="196" y="236"/>
                  <a:pt x="196" y="236"/>
                  <a:pt x="196" y="236"/>
                </a:cubicBezTo>
                <a:cubicBezTo>
                  <a:pt x="220" y="236"/>
                  <a:pt x="220" y="236"/>
                  <a:pt x="220" y="236"/>
                </a:cubicBezTo>
                <a:cubicBezTo>
                  <a:pt x="220" y="256"/>
                  <a:pt x="220" y="256"/>
                  <a:pt x="220" y="256"/>
                </a:cubicBezTo>
                <a:cubicBezTo>
                  <a:pt x="228" y="256"/>
                  <a:pt x="228" y="256"/>
                  <a:pt x="228" y="256"/>
                </a:cubicBezTo>
                <a:cubicBezTo>
                  <a:pt x="228" y="24"/>
                  <a:pt x="228" y="24"/>
                  <a:pt x="228" y="24"/>
                </a:cubicBezTo>
                <a:cubicBezTo>
                  <a:pt x="242" y="29"/>
                  <a:pt x="248" y="35"/>
                  <a:pt x="248" y="40"/>
                </a:cubicBezTo>
                <a:cubicBezTo>
                  <a:pt x="248" y="256"/>
                  <a:pt x="248" y="256"/>
                  <a:pt x="248" y="256"/>
                </a:cubicBezTo>
                <a:cubicBezTo>
                  <a:pt x="256" y="256"/>
                  <a:pt x="256" y="256"/>
                  <a:pt x="256" y="256"/>
                </a:cubicBezTo>
                <a:cubicBezTo>
                  <a:pt x="256" y="40"/>
                  <a:pt x="256" y="40"/>
                  <a:pt x="256" y="40"/>
                </a:cubicBezTo>
                <a:cubicBezTo>
                  <a:pt x="256" y="30"/>
                  <a:pt x="246" y="22"/>
                  <a:pt x="228" y="15"/>
                </a:cubicBezTo>
                <a:close/>
                <a:moveTo>
                  <a:pt x="18" y="43"/>
                </a:moveTo>
                <a:cubicBezTo>
                  <a:pt x="6" y="49"/>
                  <a:pt x="0" y="56"/>
                  <a:pt x="0" y="64"/>
                </a:cubicBezTo>
                <a:cubicBezTo>
                  <a:pt x="0" y="256"/>
                  <a:pt x="0" y="256"/>
                  <a:pt x="0" y="256"/>
                </a:cubicBezTo>
                <a:cubicBezTo>
                  <a:pt x="8" y="256"/>
                  <a:pt x="8" y="256"/>
                  <a:pt x="8" y="256"/>
                </a:cubicBezTo>
                <a:cubicBezTo>
                  <a:pt x="8" y="64"/>
                  <a:pt x="8" y="64"/>
                  <a:pt x="8" y="64"/>
                </a:cubicBezTo>
                <a:cubicBezTo>
                  <a:pt x="8" y="60"/>
                  <a:pt x="13" y="55"/>
                  <a:pt x="22" y="51"/>
                </a:cubicBezTo>
                <a:cubicBezTo>
                  <a:pt x="25" y="49"/>
                  <a:pt x="25" y="49"/>
                  <a:pt x="25" y="49"/>
                </a:cubicBezTo>
                <a:cubicBezTo>
                  <a:pt x="22" y="42"/>
                  <a:pt x="22" y="42"/>
                  <a:pt x="22" y="42"/>
                </a:cubicBezTo>
                <a:lnTo>
                  <a:pt x="18" y="43"/>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9" name="Freeform 115">
            <a:extLst>
              <a:ext uri="{FF2B5EF4-FFF2-40B4-BE49-F238E27FC236}">
                <a16:creationId xmlns:a16="http://schemas.microsoft.com/office/drawing/2014/main" id="{0141A457-D75E-4405-B7C6-24E9488D3745}"/>
              </a:ext>
            </a:extLst>
          </p:cNvPr>
          <p:cNvSpPr>
            <a:spLocks noChangeAspect="1" noEditPoints="1"/>
          </p:cNvSpPr>
          <p:nvPr/>
        </p:nvSpPr>
        <p:spPr bwMode="auto">
          <a:xfrm>
            <a:off x="573088" y="4364038"/>
            <a:ext cx="400050" cy="400050"/>
          </a:xfrm>
          <a:custGeom>
            <a:avLst/>
            <a:gdLst>
              <a:gd name="T0" fmla="*/ 80 w 256"/>
              <a:gd name="T1" fmla="*/ 232 h 256"/>
              <a:gd name="T2" fmla="*/ 128 w 256"/>
              <a:gd name="T3" fmla="*/ 232 h 256"/>
              <a:gd name="T4" fmla="*/ 104 w 256"/>
              <a:gd name="T5" fmla="*/ 248 h 256"/>
              <a:gd name="T6" fmla="*/ 104 w 256"/>
              <a:gd name="T7" fmla="*/ 216 h 256"/>
              <a:gd name="T8" fmla="*/ 104 w 256"/>
              <a:gd name="T9" fmla="*/ 248 h 256"/>
              <a:gd name="T10" fmla="*/ 252 w 256"/>
              <a:gd name="T11" fmla="*/ 64 h 256"/>
              <a:gd name="T12" fmla="*/ 228 w 256"/>
              <a:gd name="T13" fmla="*/ 72 h 256"/>
              <a:gd name="T14" fmla="*/ 212 w 256"/>
              <a:gd name="T15" fmla="*/ 153 h 256"/>
              <a:gd name="T16" fmla="*/ 70 w 256"/>
              <a:gd name="T17" fmla="*/ 160 h 256"/>
              <a:gd name="T18" fmla="*/ 23 w 256"/>
              <a:gd name="T19" fmla="*/ 16 h 256"/>
              <a:gd name="T20" fmla="*/ 8 w 256"/>
              <a:gd name="T21" fmla="*/ 12 h 256"/>
              <a:gd name="T22" fmla="*/ 8 w 256"/>
              <a:gd name="T23" fmla="*/ 28 h 256"/>
              <a:gd name="T24" fmla="*/ 23 w 256"/>
              <a:gd name="T25" fmla="*/ 24 h 256"/>
              <a:gd name="T26" fmla="*/ 65 w 256"/>
              <a:gd name="T27" fmla="*/ 176 h 256"/>
              <a:gd name="T28" fmla="*/ 204 w 256"/>
              <a:gd name="T29" fmla="*/ 192 h 256"/>
              <a:gd name="T30" fmla="*/ 204 w 256"/>
              <a:gd name="T31" fmla="*/ 184 h 256"/>
              <a:gd name="T32" fmla="*/ 73 w 256"/>
              <a:gd name="T33" fmla="*/ 175 h 256"/>
              <a:gd name="T34" fmla="*/ 201 w 256"/>
              <a:gd name="T35" fmla="*/ 168 h 256"/>
              <a:gd name="T36" fmla="*/ 256 w 256"/>
              <a:gd name="T37" fmla="*/ 70 h 256"/>
              <a:gd name="T38" fmla="*/ 176 w 256"/>
              <a:gd name="T39" fmla="*/ 208 h 256"/>
              <a:gd name="T40" fmla="*/ 176 w 256"/>
              <a:gd name="T41" fmla="*/ 256 h 256"/>
              <a:gd name="T42" fmla="*/ 176 w 256"/>
              <a:gd name="T43" fmla="*/ 208 h 256"/>
              <a:gd name="T44" fmla="*/ 160 w 256"/>
              <a:gd name="T45" fmla="*/ 232 h 256"/>
              <a:gd name="T46" fmla="*/ 192 w 256"/>
              <a:gd name="T47" fmla="*/ 232 h 256"/>
              <a:gd name="T48" fmla="*/ 141 w 256"/>
              <a:gd name="T49" fmla="*/ 58 h 256"/>
              <a:gd name="T50" fmla="*/ 144 w 256"/>
              <a:gd name="T51" fmla="*/ 100 h 256"/>
              <a:gd name="T52" fmla="*/ 147 w 256"/>
              <a:gd name="T53" fmla="*/ 58 h 256"/>
              <a:gd name="T54" fmla="*/ 144 w 256"/>
              <a:gd name="T55" fmla="*/ 92 h 256"/>
              <a:gd name="T56" fmla="*/ 144 w 256"/>
              <a:gd name="T57" fmla="*/ 67 h 256"/>
              <a:gd name="T58" fmla="*/ 144 w 256"/>
              <a:gd name="T59" fmla="*/ 92 h 256"/>
              <a:gd name="T60" fmla="*/ 80 w 256"/>
              <a:gd name="T61" fmla="*/ 116 h 256"/>
              <a:gd name="T62" fmla="*/ 88 w 256"/>
              <a:gd name="T63" fmla="*/ 120 h 256"/>
              <a:gd name="T64" fmla="*/ 96 w 256"/>
              <a:gd name="T65" fmla="*/ 144 h 256"/>
              <a:gd name="T66" fmla="*/ 192 w 256"/>
              <a:gd name="T67" fmla="*/ 120 h 256"/>
              <a:gd name="T68" fmla="*/ 200 w 256"/>
              <a:gd name="T69" fmla="*/ 144 h 256"/>
              <a:gd name="T70" fmla="*/ 204 w 256"/>
              <a:gd name="T71" fmla="*/ 120 h 256"/>
              <a:gd name="T72" fmla="*/ 204 w 256"/>
              <a:gd name="T73" fmla="*/ 112 h 256"/>
              <a:gd name="T74" fmla="*/ 200 w 256"/>
              <a:gd name="T75" fmla="*/ 44 h 256"/>
              <a:gd name="T76" fmla="*/ 208 w 256"/>
              <a:gd name="T77" fmla="*/ 40 h 256"/>
              <a:gd name="T78" fmla="*/ 200 w 256"/>
              <a:gd name="T79" fmla="*/ 36 h 256"/>
              <a:gd name="T80" fmla="*/ 204 w 256"/>
              <a:gd name="T81" fmla="*/ 8 h 256"/>
              <a:gd name="T82" fmla="*/ 204 w 256"/>
              <a:gd name="T83" fmla="*/ 0 h 256"/>
              <a:gd name="T84" fmla="*/ 80 w 256"/>
              <a:gd name="T85" fmla="*/ 4 h 256"/>
              <a:gd name="T86" fmla="*/ 88 w 256"/>
              <a:gd name="T87" fmla="*/ 8 h 256"/>
              <a:gd name="T88" fmla="*/ 84 w 256"/>
              <a:gd name="T89" fmla="*/ 36 h 256"/>
              <a:gd name="T90" fmla="*/ 84 w 256"/>
              <a:gd name="T91" fmla="*/ 44 h 256"/>
              <a:gd name="T92" fmla="*/ 88 w 256"/>
              <a:gd name="T93" fmla="*/ 112 h 256"/>
              <a:gd name="T94" fmla="*/ 96 w 256"/>
              <a:gd name="T95" fmla="*/ 8 h 256"/>
              <a:gd name="T96" fmla="*/ 192 w 256"/>
              <a:gd name="T97" fmla="*/ 36 h 256"/>
              <a:gd name="T98" fmla="*/ 96 w 256"/>
              <a:gd name="T99" fmla="*/ 8 h 256"/>
              <a:gd name="T100" fmla="*/ 192 w 256"/>
              <a:gd name="T101" fmla="*/ 44 h 256"/>
              <a:gd name="T102" fmla="*/ 96 w 256"/>
              <a:gd name="T103" fmla="*/ 11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6">
                <a:moveTo>
                  <a:pt x="104" y="208"/>
                </a:moveTo>
                <a:cubicBezTo>
                  <a:pt x="91" y="208"/>
                  <a:pt x="80" y="219"/>
                  <a:pt x="80" y="232"/>
                </a:cubicBezTo>
                <a:cubicBezTo>
                  <a:pt x="80" y="245"/>
                  <a:pt x="91" y="256"/>
                  <a:pt x="104" y="256"/>
                </a:cubicBezTo>
                <a:cubicBezTo>
                  <a:pt x="117" y="256"/>
                  <a:pt x="128" y="245"/>
                  <a:pt x="128" y="232"/>
                </a:cubicBezTo>
                <a:cubicBezTo>
                  <a:pt x="128" y="219"/>
                  <a:pt x="117" y="208"/>
                  <a:pt x="104" y="208"/>
                </a:cubicBezTo>
                <a:close/>
                <a:moveTo>
                  <a:pt x="104" y="248"/>
                </a:moveTo>
                <a:cubicBezTo>
                  <a:pt x="95" y="248"/>
                  <a:pt x="88" y="241"/>
                  <a:pt x="88" y="232"/>
                </a:cubicBezTo>
                <a:cubicBezTo>
                  <a:pt x="88" y="223"/>
                  <a:pt x="95" y="216"/>
                  <a:pt x="104" y="216"/>
                </a:cubicBezTo>
                <a:cubicBezTo>
                  <a:pt x="113" y="216"/>
                  <a:pt x="120" y="223"/>
                  <a:pt x="120" y="232"/>
                </a:cubicBezTo>
                <a:cubicBezTo>
                  <a:pt x="120" y="241"/>
                  <a:pt x="113" y="248"/>
                  <a:pt x="104" y="248"/>
                </a:cubicBezTo>
                <a:close/>
                <a:moveTo>
                  <a:pt x="255" y="66"/>
                </a:moveTo>
                <a:cubicBezTo>
                  <a:pt x="255" y="65"/>
                  <a:pt x="253" y="64"/>
                  <a:pt x="252" y="64"/>
                </a:cubicBezTo>
                <a:cubicBezTo>
                  <a:pt x="228" y="64"/>
                  <a:pt x="228" y="64"/>
                  <a:pt x="228" y="64"/>
                </a:cubicBezTo>
                <a:cubicBezTo>
                  <a:pt x="228" y="72"/>
                  <a:pt x="228" y="72"/>
                  <a:pt x="228" y="72"/>
                </a:cubicBezTo>
                <a:cubicBezTo>
                  <a:pt x="246" y="72"/>
                  <a:pt x="246" y="72"/>
                  <a:pt x="246" y="72"/>
                </a:cubicBezTo>
                <a:cubicBezTo>
                  <a:pt x="212" y="153"/>
                  <a:pt x="212" y="153"/>
                  <a:pt x="212" y="153"/>
                </a:cubicBezTo>
                <a:cubicBezTo>
                  <a:pt x="211" y="157"/>
                  <a:pt x="206" y="160"/>
                  <a:pt x="201" y="160"/>
                </a:cubicBezTo>
                <a:cubicBezTo>
                  <a:pt x="70" y="160"/>
                  <a:pt x="70" y="160"/>
                  <a:pt x="70" y="160"/>
                </a:cubicBezTo>
                <a:cubicBezTo>
                  <a:pt x="43" y="32"/>
                  <a:pt x="43" y="32"/>
                  <a:pt x="43" y="32"/>
                </a:cubicBezTo>
                <a:cubicBezTo>
                  <a:pt x="41" y="23"/>
                  <a:pt x="32" y="16"/>
                  <a:pt x="23" y="16"/>
                </a:cubicBezTo>
                <a:cubicBezTo>
                  <a:pt x="15" y="16"/>
                  <a:pt x="15" y="16"/>
                  <a:pt x="15" y="16"/>
                </a:cubicBezTo>
                <a:cubicBezTo>
                  <a:pt x="13" y="14"/>
                  <a:pt x="11" y="12"/>
                  <a:pt x="8" y="12"/>
                </a:cubicBezTo>
                <a:cubicBezTo>
                  <a:pt x="4" y="12"/>
                  <a:pt x="0" y="16"/>
                  <a:pt x="0" y="20"/>
                </a:cubicBezTo>
                <a:cubicBezTo>
                  <a:pt x="0" y="24"/>
                  <a:pt x="4" y="28"/>
                  <a:pt x="8" y="28"/>
                </a:cubicBezTo>
                <a:cubicBezTo>
                  <a:pt x="11" y="28"/>
                  <a:pt x="13" y="26"/>
                  <a:pt x="15" y="24"/>
                </a:cubicBezTo>
                <a:cubicBezTo>
                  <a:pt x="23" y="24"/>
                  <a:pt x="23" y="24"/>
                  <a:pt x="23" y="24"/>
                </a:cubicBezTo>
                <a:cubicBezTo>
                  <a:pt x="29" y="24"/>
                  <a:pt x="34" y="28"/>
                  <a:pt x="35" y="33"/>
                </a:cubicBezTo>
                <a:cubicBezTo>
                  <a:pt x="65" y="176"/>
                  <a:pt x="65" y="176"/>
                  <a:pt x="65" y="176"/>
                </a:cubicBezTo>
                <a:cubicBezTo>
                  <a:pt x="67" y="185"/>
                  <a:pt x="76" y="192"/>
                  <a:pt x="85" y="192"/>
                </a:cubicBezTo>
                <a:cubicBezTo>
                  <a:pt x="204" y="192"/>
                  <a:pt x="204" y="192"/>
                  <a:pt x="204" y="192"/>
                </a:cubicBezTo>
                <a:cubicBezTo>
                  <a:pt x="206" y="192"/>
                  <a:pt x="208" y="190"/>
                  <a:pt x="208" y="188"/>
                </a:cubicBezTo>
                <a:cubicBezTo>
                  <a:pt x="208" y="186"/>
                  <a:pt x="206" y="184"/>
                  <a:pt x="204" y="184"/>
                </a:cubicBezTo>
                <a:cubicBezTo>
                  <a:pt x="85" y="184"/>
                  <a:pt x="85" y="184"/>
                  <a:pt x="85" y="184"/>
                </a:cubicBezTo>
                <a:cubicBezTo>
                  <a:pt x="79" y="184"/>
                  <a:pt x="74" y="180"/>
                  <a:pt x="73" y="175"/>
                </a:cubicBezTo>
                <a:cubicBezTo>
                  <a:pt x="72" y="168"/>
                  <a:pt x="72" y="168"/>
                  <a:pt x="72" y="168"/>
                </a:cubicBezTo>
                <a:cubicBezTo>
                  <a:pt x="201" y="168"/>
                  <a:pt x="201" y="168"/>
                  <a:pt x="201" y="168"/>
                </a:cubicBezTo>
                <a:cubicBezTo>
                  <a:pt x="209" y="168"/>
                  <a:pt x="217" y="163"/>
                  <a:pt x="220" y="156"/>
                </a:cubicBezTo>
                <a:cubicBezTo>
                  <a:pt x="256" y="70"/>
                  <a:pt x="256" y="70"/>
                  <a:pt x="256" y="70"/>
                </a:cubicBezTo>
                <a:cubicBezTo>
                  <a:pt x="256" y="68"/>
                  <a:pt x="256" y="67"/>
                  <a:pt x="255" y="66"/>
                </a:cubicBezTo>
                <a:close/>
                <a:moveTo>
                  <a:pt x="176" y="208"/>
                </a:moveTo>
                <a:cubicBezTo>
                  <a:pt x="163" y="208"/>
                  <a:pt x="152" y="219"/>
                  <a:pt x="152" y="232"/>
                </a:cubicBezTo>
                <a:cubicBezTo>
                  <a:pt x="152" y="245"/>
                  <a:pt x="163" y="256"/>
                  <a:pt x="176" y="256"/>
                </a:cubicBezTo>
                <a:cubicBezTo>
                  <a:pt x="189" y="256"/>
                  <a:pt x="200" y="245"/>
                  <a:pt x="200" y="232"/>
                </a:cubicBezTo>
                <a:cubicBezTo>
                  <a:pt x="200" y="219"/>
                  <a:pt x="189" y="208"/>
                  <a:pt x="176" y="208"/>
                </a:cubicBezTo>
                <a:close/>
                <a:moveTo>
                  <a:pt x="176" y="248"/>
                </a:moveTo>
                <a:cubicBezTo>
                  <a:pt x="167" y="248"/>
                  <a:pt x="160" y="241"/>
                  <a:pt x="160" y="232"/>
                </a:cubicBezTo>
                <a:cubicBezTo>
                  <a:pt x="160" y="223"/>
                  <a:pt x="167" y="216"/>
                  <a:pt x="176" y="216"/>
                </a:cubicBezTo>
                <a:cubicBezTo>
                  <a:pt x="185" y="216"/>
                  <a:pt x="192" y="223"/>
                  <a:pt x="192" y="232"/>
                </a:cubicBezTo>
                <a:cubicBezTo>
                  <a:pt x="192" y="241"/>
                  <a:pt x="185" y="248"/>
                  <a:pt x="176" y="248"/>
                </a:cubicBezTo>
                <a:close/>
                <a:moveTo>
                  <a:pt x="141" y="58"/>
                </a:moveTo>
                <a:cubicBezTo>
                  <a:pt x="139" y="61"/>
                  <a:pt x="128" y="77"/>
                  <a:pt x="128" y="84"/>
                </a:cubicBezTo>
                <a:cubicBezTo>
                  <a:pt x="128" y="93"/>
                  <a:pt x="135" y="100"/>
                  <a:pt x="144" y="100"/>
                </a:cubicBezTo>
                <a:cubicBezTo>
                  <a:pt x="153" y="100"/>
                  <a:pt x="160" y="93"/>
                  <a:pt x="160" y="84"/>
                </a:cubicBezTo>
                <a:cubicBezTo>
                  <a:pt x="160" y="77"/>
                  <a:pt x="149" y="61"/>
                  <a:pt x="147" y="58"/>
                </a:cubicBezTo>
                <a:cubicBezTo>
                  <a:pt x="146" y="56"/>
                  <a:pt x="142" y="56"/>
                  <a:pt x="141" y="58"/>
                </a:cubicBezTo>
                <a:close/>
                <a:moveTo>
                  <a:pt x="144" y="92"/>
                </a:moveTo>
                <a:cubicBezTo>
                  <a:pt x="140" y="92"/>
                  <a:pt x="136" y="88"/>
                  <a:pt x="136" y="84"/>
                </a:cubicBezTo>
                <a:cubicBezTo>
                  <a:pt x="136" y="81"/>
                  <a:pt x="140" y="74"/>
                  <a:pt x="144" y="67"/>
                </a:cubicBezTo>
                <a:cubicBezTo>
                  <a:pt x="148" y="74"/>
                  <a:pt x="152" y="81"/>
                  <a:pt x="152" y="84"/>
                </a:cubicBezTo>
                <a:cubicBezTo>
                  <a:pt x="152" y="88"/>
                  <a:pt x="148" y="92"/>
                  <a:pt x="144" y="92"/>
                </a:cubicBezTo>
                <a:close/>
                <a:moveTo>
                  <a:pt x="84" y="112"/>
                </a:moveTo>
                <a:cubicBezTo>
                  <a:pt x="82" y="112"/>
                  <a:pt x="80" y="114"/>
                  <a:pt x="80" y="116"/>
                </a:cubicBezTo>
                <a:cubicBezTo>
                  <a:pt x="80" y="118"/>
                  <a:pt x="82" y="120"/>
                  <a:pt x="84" y="120"/>
                </a:cubicBezTo>
                <a:cubicBezTo>
                  <a:pt x="88" y="120"/>
                  <a:pt x="88" y="120"/>
                  <a:pt x="88" y="120"/>
                </a:cubicBezTo>
                <a:cubicBezTo>
                  <a:pt x="88" y="144"/>
                  <a:pt x="88" y="144"/>
                  <a:pt x="88" y="144"/>
                </a:cubicBezTo>
                <a:cubicBezTo>
                  <a:pt x="96" y="144"/>
                  <a:pt x="96" y="144"/>
                  <a:pt x="96" y="144"/>
                </a:cubicBezTo>
                <a:cubicBezTo>
                  <a:pt x="96" y="120"/>
                  <a:pt x="96" y="120"/>
                  <a:pt x="96" y="120"/>
                </a:cubicBezTo>
                <a:cubicBezTo>
                  <a:pt x="192" y="120"/>
                  <a:pt x="192" y="120"/>
                  <a:pt x="192" y="120"/>
                </a:cubicBezTo>
                <a:cubicBezTo>
                  <a:pt x="192" y="144"/>
                  <a:pt x="192" y="144"/>
                  <a:pt x="192" y="144"/>
                </a:cubicBezTo>
                <a:cubicBezTo>
                  <a:pt x="200" y="144"/>
                  <a:pt x="200" y="144"/>
                  <a:pt x="200" y="144"/>
                </a:cubicBezTo>
                <a:cubicBezTo>
                  <a:pt x="200" y="120"/>
                  <a:pt x="200" y="120"/>
                  <a:pt x="200" y="120"/>
                </a:cubicBezTo>
                <a:cubicBezTo>
                  <a:pt x="204" y="120"/>
                  <a:pt x="204" y="120"/>
                  <a:pt x="204" y="120"/>
                </a:cubicBezTo>
                <a:cubicBezTo>
                  <a:pt x="206" y="120"/>
                  <a:pt x="208" y="118"/>
                  <a:pt x="208" y="116"/>
                </a:cubicBezTo>
                <a:cubicBezTo>
                  <a:pt x="208" y="114"/>
                  <a:pt x="206" y="112"/>
                  <a:pt x="204" y="112"/>
                </a:cubicBezTo>
                <a:cubicBezTo>
                  <a:pt x="200" y="112"/>
                  <a:pt x="200" y="112"/>
                  <a:pt x="200" y="112"/>
                </a:cubicBezTo>
                <a:cubicBezTo>
                  <a:pt x="200" y="44"/>
                  <a:pt x="200" y="44"/>
                  <a:pt x="200" y="44"/>
                </a:cubicBezTo>
                <a:cubicBezTo>
                  <a:pt x="204" y="44"/>
                  <a:pt x="204" y="44"/>
                  <a:pt x="204" y="44"/>
                </a:cubicBezTo>
                <a:cubicBezTo>
                  <a:pt x="206" y="44"/>
                  <a:pt x="208" y="42"/>
                  <a:pt x="208" y="40"/>
                </a:cubicBezTo>
                <a:cubicBezTo>
                  <a:pt x="208" y="38"/>
                  <a:pt x="206" y="36"/>
                  <a:pt x="204" y="36"/>
                </a:cubicBezTo>
                <a:cubicBezTo>
                  <a:pt x="200" y="36"/>
                  <a:pt x="200" y="36"/>
                  <a:pt x="200" y="36"/>
                </a:cubicBezTo>
                <a:cubicBezTo>
                  <a:pt x="200" y="8"/>
                  <a:pt x="200" y="8"/>
                  <a:pt x="200" y="8"/>
                </a:cubicBezTo>
                <a:cubicBezTo>
                  <a:pt x="204" y="8"/>
                  <a:pt x="204" y="8"/>
                  <a:pt x="204" y="8"/>
                </a:cubicBezTo>
                <a:cubicBezTo>
                  <a:pt x="206" y="8"/>
                  <a:pt x="208" y="6"/>
                  <a:pt x="208" y="4"/>
                </a:cubicBezTo>
                <a:cubicBezTo>
                  <a:pt x="208" y="2"/>
                  <a:pt x="206" y="0"/>
                  <a:pt x="204" y="0"/>
                </a:cubicBezTo>
                <a:cubicBezTo>
                  <a:pt x="84" y="0"/>
                  <a:pt x="84" y="0"/>
                  <a:pt x="84" y="0"/>
                </a:cubicBezTo>
                <a:cubicBezTo>
                  <a:pt x="82" y="0"/>
                  <a:pt x="80" y="2"/>
                  <a:pt x="80" y="4"/>
                </a:cubicBezTo>
                <a:cubicBezTo>
                  <a:pt x="80" y="6"/>
                  <a:pt x="82" y="8"/>
                  <a:pt x="84" y="8"/>
                </a:cubicBezTo>
                <a:cubicBezTo>
                  <a:pt x="88" y="8"/>
                  <a:pt x="88" y="8"/>
                  <a:pt x="88" y="8"/>
                </a:cubicBezTo>
                <a:cubicBezTo>
                  <a:pt x="88" y="36"/>
                  <a:pt x="88" y="36"/>
                  <a:pt x="88" y="36"/>
                </a:cubicBezTo>
                <a:cubicBezTo>
                  <a:pt x="84" y="36"/>
                  <a:pt x="84" y="36"/>
                  <a:pt x="84" y="36"/>
                </a:cubicBezTo>
                <a:cubicBezTo>
                  <a:pt x="82" y="36"/>
                  <a:pt x="80" y="38"/>
                  <a:pt x="80" y="40"/>
                </a:cubicBezTo>
                <a:cubicBezTo>
                  <a:pt x="80" y="42"/>
                  <a:pt x="82" y="44"/>
                  <a:pt x="84" y="44"/>
                </a:cubicBezTo>
                <a:cubicBezTo>
                  <a:pt x="88" y="44"/>
                  <a:pt x="88" y="44"/>
                  <a:pt x="88" y="44"/>
                </a:cubicBezTo>
                <a:cubicBezTo>
                  <a:pt x="88" y="112"/>
                  <a:pt x="88" y="112"/>
                  <a:pt x="88" y="112"/>
                </a:cubicBezTo>
                <a:lnTo>
                  <a:pt x="84" y="112"/>
                </a:lnTo>
                <a:close/>
                <a:moveTo>
                  <a:pt x="96" y="8"/>
                </a:moveTo>
                <a:cubicBezTo>
                  <a:pt x="192" y="8"/>
                  <a:pt x="192" y="8"/>
                  <a:pt x="192" y="8"/>
                </a:cubicBezTo>
                <a:cubicBezTo>
                  <a:pt x="192" y="36"/>
                  <a:pt x="192" y="36"/>
                  <a:pt x="192" y="36"/>
                </a:cubicBezTo>
                <a:cubicBezTo>
                  <a:pt x="96" y="36"/>
                  <a:pt x="96" y="36"/>
                  <a:pt x="96" y="36"/>
                </a:cubicBezTo>
                <a:lnTo>
                  <a:pt x="96" y="8"/>
                </a:lnTo>
                <a:close/>
                <a:moveTo>
                  <a:pt x="96" y="44"/>
                </a:moveTo>
                <a:cubicBezTo>
                  <a:pt x="192" y="44"/>
                  <a:pt x="192" y="44"/>
                  <a:pt x="192" y="44"/>
                </a:cubicBezTo>
                <a:cubicBezTo>
                  <a:pt x="192" y="112"/>
                  <a:pt x="192" y="112"/>
                  <a:pt x="192" y="112"/>
                </a:cubicBezTo>
                <a:cubicBezTo>
                  <a:pt x="96" y="112"/>
                  <a:pt x="96" y="112"/>
                  <a:pt x="96" y="112"/>
                </a:cubicBezTo>
                <a:lnTo>
                  <a:pt x="96" y="4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3" name="Freeform 119">
            <a:extLst>
              <a:ext uri="{FF2B5EF4-FFF2-40B4-BE49-F238E27FC236}">
                <a16:creationId xmlns:a16="http://schemas.microsoft.com/office/drawing/2014/main" id="{42A6A27E-25E1-443D-9646-ACC06D642E3D}"/>
              </a:ext>
            </a:extLst>
          </p:cNvPr>
          <p:cNvSpPr>
            <a:spLocks noChangeAspect="1" noEditPoints="1"/>
          </p:cNvSpPr>
          <p:nvPr/>
        </p:nvSpPr>
        <p:spPr bwMode="auto">
          <a:xfrm>
            <a:off x="1557403" y="4355160"/>
            <a:ext cx="366712" cy="400050"/>
          </a:xfrm>
          <a:custGeom>
            <a:avLst/>
            <a:gdLst>
              <a:gd name="T0" fmla="*/ 4 w 236"/>
              <a:gd name="T1" fmla="*/ 232 h 256"/>
              <a:gd name="T2" fmla="*/ 0 w 236"/>
              <a:gd name="T3" fmla="*/ 256 h 256"/>
              <a:gd name="T4" fmla="*/ 8 w 236"/>
              <a:gd name="T5" fmla="*/ 240 h 256"/>
              <a:gd name="T6" fmla="*/ 184 w 236"/>
              <a:gd name="T7" fmla="*/ 256 h 256"/>
              <a:gd name="T8" fmla="*/ 192 w 236"/>
              <a:gd name="T9" fmla="*/ 236 h 256"/>
              <a:gd name="T10" fmla="*/ 230 w 236"/>
              <a:gd name="T11" fmla="*/ 70 h 256"/>
              <a:gd name="T12" fmla="*/ 176 w 236"/>
              <a:gd name="T13" fmla="*/ 26 h 256"/>
              <a:gd name="T14" fmla="*/ 160 w 236"/>
              <a:gd name="T15" fmla="*/ 0 h 256"/>
              <a:gd name="T16" fmla="*/ 16 w 236"/>
              <a:gd name="T17" fmla="*/ 16 h 256"/>
              <a:gd name="T18" fmla="*/ 24 w 236"/>
              <a:gd name="T19" fmla="*/ 224 h 256"/>
              <a:gd name="T20" fmla="*/ 32 w 236"/>
              <a:gd name="T21" fmla="*/ 8 h 256"/>
              <a:gd name="T22" fmla="*/ 168 w 236"/>
              <a:gd name="T23" fmla="*/ 16 h 256"/>
              <a:gd name="T24" fmla="*/ 176 w 236"/>
              <a:gd name="T25" fmla="*/ 224 h 256"/>
              <a:gd name="T26" fmla="*/ 186 w 236"/>
              <a:gd name="T27" fmla="*/ 140 h 256"/>
              <a:gd name="T28" fmla="*/ 196 w 236"/>
              <a:gd name="T29" fmla="*/ 206 h 256"/>
              <a:gd name="T30" fmla="*/ 232 w 236"/>
              <a:gd name="T31" fmla="*/ 206 h 256"/>
              <a:gd name="T32" fmla="*/ 236 w 236"/>
              <a:gd name="T33" fmla="*/ 136 h 256"/>
              <a:gd name="T34" fmla="*/ 230 w 236"/>
              <a:gd name="T35" fmla="*/ 70 h 256"/>
              <a:gd name="T36" fmla="*/ 214 w 236"/>
              <a:gd name="T37" fmla="*/ 216 h 256"/>
              <a:gd name="T38" fmla="*/ 204 w 236"/>
              <a:gd name="T39" fmla="*/ 150 h 256"/>
              <a:gd name="T40" fmla="*/ 176 w 236"/>
              <a:gd name="T41" fmla="*/ 132 h 256"/>
              <a:gd name="T42" fmla="*/ 188 w 236"/>
              <a:gd name="T43" fmla="*/ 74 h 256"/>
              <a:gd name="T44" fmla="*/ 200 w 236"/>
              <a:gd name="T45" fmla="*/ 120 h 256"/>
              <a:gd name="T46" fmla="*/ 200 w 236"/>
              <a:gd name="T47" fmla="*/ 112 h 256"/>
              <a:gd name="T48" fmla="*/ 196 w 236"/>
              <a:gd name="T49" fmla="*/ 96 h 256"/>
              <a:gd name="T50" fmla="*/ 215 w 236"/>
              <a:gd name="T51" fmla="*/ 131 h 256"/>
              <a:gd name="T52" fmla="*/ 224 w 236"/>
              <a:gd name="T53" fmla="*/ 206 h 256"/>
              <a:gd name="T54" fmla="*/ 226 w 236"/>
              <a:gd name="T55" fmla="*/ 132 h 256"/>
              <a:gd name="T56" fmla="*/ 212 w 236"/>
              <a:gd name="T57" fmla="*/ 91 h 256"/>
              <a:gd name="T58" fmla="*/ 196 w 236"/>
              <a:gd name="T59" fmla="*/ 88 h 256"/>
              <a:gd name="T60" fmla="*/ 195 w 236"/>
              <a:gd name="T61" fmla="*/ 69 h 256"/>
              <a:gd name="T62" fmla="*/ 176 w 236"/>
              <a:gd name="T63" fmla="*/ 37 h 256"/>
              <a:gd name="T64" fmla="*/ 210 w 236"/>
              <a:gd name="T65" fmla="*/ 67 h 256"/>
              <a:gd name="T66" fmla="*/ 228 w 236"/>
              <a:gd name="T67" fmla="*/ 81 h 256"/>
              <a:gd name="T68" fmla="*/ 68 w 236"/>
              <a:gd name="T69" fmla="*/ 64 h 256"/>
              <a:gd name="T70" fmla="*/ 76 w 236"/>
              <a:gd name="T71" fmla="*/ 48 h 256"/>
              <a:gd name="T72" fmla="*/ 68 w 236"/>
              <a:gd name="T73" fmla="*/ 64 h 256"/>
              <a:gd name="T74" fmla="*/ 124 w 236"/>
              <a:gd name="T75" fmla="*/ 64 h 256"/>
              <a:gd name="T76" fmla="*/ 116 w 236"/>
              <a:gd name="T77" fmla="*/ 48 h 256"/>
              <a:gd name="T78" fmla="*/ 144 w 236"/>
              <a:gd name="T79" fmla="*/ 84 h 256"/>
              <a:gd name="T80" fmla="*/ 148 w 236"/>
              <a:gd name="T81" fmla="*/ 32 h 256"/>
              <a:gd name="T82" fmla="*/ 48 w 236"/>
              <a:gd name="T83" fmla="*/ 28 h 256"/>
              <a:gd name="T84" fmla="*/ 44 w 236"/>
              <a:gd name="T85" fmla="*/ 80 h 256"/>
              <a:gd name="T86" fmla="*/ 144 w 236"/>
              <a:gd name="T87" fmla="*/ 84 h 256"/>
              <a:gd name="T88" fmla="*/ 140 w 236"/>
              <a:gd name="T89" fmla="*/ 36 h 256"/>
              <a:gd name="T90" fmla="*/ 52 w 236"/>
              <a:gd name="T91" fmla="*/ 76 h 256"/>
              <a:gd name="T92" fmla="*/ 92 w 236"/>
              <a:gd name="T93" fmla="*/ 64 h 256"/>
              <a:gd name="T94" fmla="*/ 100 w 236"/>
              <a:gd name="T95" fmla="*/ 48 h 256"/>
              <a:gd name="T96" fmla="*/ 92 w 236"/>
              <a:gd name="T97" fmla="*/ 6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6" h="256">
                <a:moveTo>
                  <a:pt x="188" y="232"/>
                </a:moveTo>
                <a:cubicBezTo>
                  <a:pt x="4" y="232"/>
                  <a:pt x="4" y="232"/>
                  <a:pt x="4" y="232"/>
                </a:cubicBezTo>
                <a:cubicBezTo>
                  <a:pt x="2" y="232"/>
                  <a:pt x="0" y="234"/>
                  <a:pt x="0" y="236"/>
                </a:cubicBezTo>
                <a:cubicBezTo>
                  <a:pt x="0" y="256"/>
                  <a:pt x="0" y="256"/>
                  <a:pt x="0" y="256"/>
                </a:cubicBezTo>
                <a:cubicBezTo>
                  <a:pt x="8" y="256"/>
                  <a:pt x="8" y="256"/>
                  <a:pt x="8" y="256"/>
                </a:cubicBezTo>
                <a:cubicBezTo>
                  <a:pt x="8" y="240"/>
                  <a:pt x="8" y="240"/>
                  <a:pt x="8" y="240"/>
                </a:cubicBezTo>
                <a:cubicBezTo>
                  <a:pt x="184" y="240"/>
                  <a:pt x="184" y="240"/>
                  <a:pt x="184" y="240"/>
                </a:cubicBezTo>
                <a:cubicBezTo>
                  <a:pt x="184" y="256"/>
                  <a:pt x="184" y="256"/>
                  <a:pt x="184" y="256"/>
                </a:cubicBezTo>
                <a:cubicBezTo>
                  <a:pt x="192" y="256"/>
                  <a:pt x="192" y="256"/>
                  <a:pt x="192" y="256"/>
                </a:cubicBezTo>
                <a:cubicBezTo>
                  <a:pt x="192" y="236"/>
                  <a:pt x="192" y="236"/>
                  <a:pt x="192" y="236"/>
                </a:cubicBezTo>
                <a:cubicBezTo>
                  <a:pt x="192" y="234"/>
                  <a:pt x="190" y="232"/>
                  <a:pt x="188" y="232"/>
                </a:cubicBezTo>
                <a:close/>
                <a:moveTo>
                  <a:pt x="230" y="70"/>
                </a:moveTo>
                <a:cubicBezTo>
                  <a:pt x="214" y="61"/>
                  <a:pt x="214" y="61"/>
                  <a:pt x="214" y="61"/>
                </a:cubicBezTo>
                <a:cubicBezTo>
                  <a:pt x="176" y="26"/>
                  <a:pt x="176" y="26"/>
                  <a:pt x="176" y="26"/>
                </a:cubicBezTo>
                <a:cubicBezTo>
                  <a:pt x="176" y="16"/>
                  <a:pt x="176" y="16"/>
                  <a:pt x="176" y="16"/>
                </a:cubicBezTo>
                <a:cubicBezTo>
                  <a:pt x="176" y="7"/>
                  <a:pt x="169" y="0"/>
                  <a:pt x="160" y="0"/>
                </a:cubicBezTo>
                <a:cubicBezTo>
                  <a:pt x="32" y="0"/>
                  <a:pt x="32" y="0"/>
                  <a:pt x="32" y="0"/>
                </a:cubicBezTo>
                <a:cubicBezTo>
                  <a:pt x="23" y="0"/>
                  <a:pt x="16" y="7"/>
                  <a:pt x="16" y="16"/>
                </a:cubicBezTo>
                <a:cubicBezTo>
                  <a:pt x="16" y="224"/>
                  <a:pt x="16" y="224"/>
                  <a:pt x="16" y="224"/>
                </a:cubicBezTo>
                <a:cubicBezTo>
                  <a:pt x="24" y="224"/>
                  <a:pt x="24" y="224"/>
                  <a:pt x="24" y="224"/>
                </a:cubicBezTo>
                <a:cubicBezTo>
                  <a:pt x="24" y="16"/>
                  <a:pt x="24" y="16"/>
                  <a:pt x="24" y="16"/>
                </a:cubicBezTo>
                <a:cubicBezTo>
                  <a:pt x="24" y="12"/>
                  <a:pt x="28" y="8"/>
                  <a:pt x="32" y="8"/>
                </a:cubicBezTo>
                <a:cubicBezTo>
                  <a:pt x="160" y="8"/>
                  <a:pt x="160" y="8"/>
                  <a:pt x="160" y="8"/>
                </a:cubicBezTo>
                <a:cubicBezTo>
                  <a:pt x="164" y="8"/>
                  <a:pt x="168" y="12"/>
                  <a:pt x="168" y="16"/>
                </a:cubicBezTo>
                <a:cubicBezTo>
                  <a:pt x="168" y="224"/>
                  <a:pt x="168" y="224"/>
                  <a:pt x="168" y="224"/>
                </a:cubicBezTo>
                <a:cubicBezTo>
                  <a:pt x="176" y="224"/>
                  <a:pt x="176" y="224"/>
                  <a:pt x="176" y="224"/>
                </a:cubicBezTo>
                <a:cubicBezTo>
                  <a:pt x="176" y="140"/>
                  <a:pt x="176" y="140"/>
                  <a:pt x="176" y="140"/>
                </a:cubicBezTo>
                <a:cubicBezTo>
                  <a:pt x="186" y="140"/>
                  <a:pt x="186" y="140"/>
                  <a:pt x="186" y="140"/>
                </a:cubicBezTo>
                <a:cubicBezTo>
                  <a:pt x="192" y="140"/>
                  <a:pt x="196" y="144"/>
                  <a:pt x="196" y="150"/>
                </a:cubicBezTo>
                <a:cubicBezTo>
                  <a:pt x="196" y="206"/>
                  <a:pt x="196" y="206"/>
                  <a:pt x="196" y="206"/>
                </a:cubicBezTo>
                <a:cubicBezTo>
                  <a:pt x="196" y="216"/>
                  <a:pt x="204" y="224"/>
                  <a:pt x="214" y="224"/>
                </a:cubicBezTo>
                <a:cubicBezTo>
                  <a:pt x="224" y="224"/>
                  <a:pt x="232" y="216"/>
                  <a:pt x="232" y="206"/>
                </a:cubicBezTo>
                <a:cubicBezTo>
                  <a:pt x="232" y="140"/>
                  <a:pt x="232" y="140"/>
                  <a:pt x="232" y="140"/>
                </a:cubicBezTo>
                <a:cubicBezTo>
                  <a:pt x="234" y="140"/>
                  <a:pt x="236" y="138"/>
                  <a:pt x="236" y="136"/>
                </a:cubicBezTo>
                <a:cubicBezTo>
                  <a:pt x="236" y="81"/>
                  <a:pt x="236" y="81"/>
                  <a:pt x="236" y="81"/>
                </a:cubicBezTo>
                <a:cubicBezTo>
                  <a:pt x="236" y="76"/>
                  <a:pt x="234" y="72"/>
                  <a:pt x="230" y="70"/>
                </a:cubicBezTo>
                <a:close/>
                <a:moveTo>
                  <a:pt x="224" y="206"/>
                </a:moveTo>
                <a:cubicBezTo>
                  <a:pt x="224" y="212"/>
                  <a:pt x="220" y="216"/>
                  <a:pt x="214" y="216"/>
                </a:cubicBezTo>
                <a:cubicBezTo>
                  <a:pt x="208" y="216"/>
                  <a:pt x="204" y="212"/>
                  <a:pt x="204" y="206"/>
                </a:cubicBezTo>
                <a:cubicBezTo>
                  <a:pt x="204" y="150"/>
                  <a:pt x="204" y="150"/>
                  <a:pt x="204" y="150"/>
                </a:cubicBezTo>
                <a:cubicBezTo>
                  <a:pt x="204" y="140"/>
                  <a:pt x="196" y="132"/>
                  <a:pt x="186" y="132"/>
                </a:cubicBezTo>
                <a:cubicBezTo>
                  <a:pt x="176" y="132"/>
                  <a:pt x="176" y="132"/>
                  <a:pt x="176" y="132"/>
                </a:cubicBezTo>
                <a:cubicBezTo>
                  <a:pt x="176" y="62"/>
                  <a:pt x="176" y="62"/>
                  <a:pt x="176" y="62"/>
                </a:cubicBezTo>
                <a:cubicBezTo>
                  <a:pt x="188" y="74"/>
                  <a:pt x="188" y="74"/>
                  <a:pt x="188" y="74"/>
                </a:cubicBezTo>
                <a:cubicBezTo>
                  <a:pt x="188" y="108"/>
                  <a:pt x="188" y="108"/>
                  <a:pt x="188" y="108"/>
                </a:cubicBezTo>
                <a:cubicBezTo>
                  <a:pt x="188" y="115"/>
                  <a:pt x="193" y="120"/>
                  <a:pt x="200" y="120"/>
                </a:cubicBezTo>
                <a:cubicBezTo>
                  <a:pt x="202" y="120"/>
                  <a:pt x="204" y="118"/>
                  <a:pt x="204" y="116"/>
                </a:cubicBezTo>
                <a:cubicBezTo>
                  <a:pt x="204" y="114"/>
                  <a:pt x="202" y="112"/>
                  <a:pt x="200" y="112"/>
                </a:cubicBezTo>
                <a:cubicBezTo>
                  <a:pt x="198" y="112"/>
                  <a:pt x="196" y="110"/>
                  <a:pt x="196" y="108"/>
                </a:cubicBezTo>
                <a:cubicBezTo>
                  <a:pt x="196" y="96"/>
                  <a:pt x="196" y="96"/>
                  <a:pt x="196" y="96"/>
                </a:cubicBezTo>
                <a:cubicBezTo>
                  <a:pt x="205" y="96"/>
                  <a:pt x="205" y="96"/>
                  <a:pt x="205" y="96"/>
                </a:cubicBezTo>
                <a:cubicBezTo>
                  <a:pt x="215" y="131"/>
                  <a:pt x="215" y="131"/>
                  <a:pt x="215" y="131"/>
                </a:cubicBezTo>
                <a:cubicBezTo>
                  <a:pt x="216" y="136"/>
                  <a:pt x="220" y="139"/>
                  <a:pt x="224" y="140"/>
                </a:cubicBezTo>
                <a:lnTo>
                  <a:pt x="224" y="206"/>
                </a:lnTo>
                <a:close/>
                <a:moveTo>
                  <a:pt x="228" y="132"/>
                </a:moveTo>
                <a:cubicBezTo>
                  <a:pt x="226" y="132"/>
                  <a:pt x="226" y="132"/>
                  <a:pt x="226" y="132"/>
                </a:cubicBezTo>
                <a:cubicBezTo>
                  <a:pt x="224" y="132"/>
                  <a:pt x="223" y="131"/>
                  <a:pt x="222" y="129"/>
                </a:cubicBezTo>
                <a:cubicBezTo>
                  <a:pt x="212" y="91"/>
                  <a:pt x="212" y="91"/>
                  <a:pt x="212" y="91"/>
                </a:cubicBezTo>
                <a:cubicBezTo>
                  <a:pt x="211" y="89"/>
                  <a:pt x="210" y="88"/>
                  <a:pt x="208" y="88"/>
                </a:cubicBezTo>
                <a:cubicBezTo>
                  <a:pt x="196" y="88"/>
                  <a:pt x="196" y="88"/>
                  <a:pt x="196" y="88"/>
                </a:cubicBezTo>
                <a:cubicBezTo>
                  <a:pt x="196" y="72"/>
                  <a:pt x="196" y="72"/>
                  <a:pt x="196" y="72"/>
                </a:cubicBezTo>
                <a:cubicBezTo>
                  <a:pt x="196" y="71"/>
                  <a:pt x="196" y="70"/>
                  <a:pt x="195" y="69"/>
                </a:cubicBezTo>
                <a:cubicBezTo>
                  <a:pt x="176" y="50"/>
                  <a:pt x="176" y="50"/>
                  <a:pt x="176" y="50"/>
                </a:cubicBezTo>
                <a:cubicBezTo>
                  <a:pt x="176" y="37"/>
                  <a:pt x="176" y="37"/>
                  <a:pt x="176" y="37"/>
                </a:cubicBezTo>
                <a:cubicBezTo>
                  <a:pt x="209" y="67"/>
                  <a:pt x="209" y="67"/>
                  <a:pt x="209" y="67"/>
                </a:cubicBezTo>
                <a:cubicBezTo>
                  <a:pt x="210" y="67"/>
                  <a:pt x="210" y="67"/>
                  <a:pt x="210" y="67"/>
                </a:cubicBezTo>
                <a:cubicBezTo>
                  <a:pt x="226" y="77"/>
                  <a:pt x="226" y="77"/>
                  <a:pt x="226" y="77"/>
                </a:cubicBezTo>
                <a:cubicBezTo>
                  <a:pt x="227" y="78"/>
                  <a:pt x="228" y="79"/>
                  <a:pt x="228" y="81"/>
                </a:cubicBezTo>
                <a:lnTo>
                  <a:pt x="228" y="132"/>
                </a:lnTo>
                <a:close/>
                <a:moveTo>
                  <a:pt x="68" y="64"/>
                </a:moveTo>
                <a:cubicBezTo>
                  <a:pt x="76" y="64"/>
                  <a:pt x="76" y="64"/>
                  <a:pt x="76" y="64"/>
                </a:cubicBezTo>
                <a:cubicBezTo>
                  <a:pt x="76" y="48"/>
                  <a:pt x="76" y="48"/>
                  <a:pt x="76" y="48"/>
                </a:cubicBezTo>
                <a:cubicBezTo>
                  <a:pt x="68" y="48"/>
                  <a:pt x="68" y="48"/>
                  <a:pt x="68" y="48"/>
                </a:cubicBezTo>
                <a:lnTo>
                  <a:pt x="68" y="64"/>
                </a:lnTo>
                <a:close/>
                <a:moveTo>
                  <a:pt x="116" y="64"/>
                </a:moveTo>
                <a:cubicBezTo>
                  <a:pt x="124" y="64"/>
                  <a:pt x="124" y="64"/>
                  <a:pt x="124" y="64"/>
                </a:cubicBezTo>
                <a:cubicBezTo>
                  <a:pt x="124" y="48"/>
                  <a:pt x="124" y="48"/>
                  <a:pt x="124" y="48"/>
                </a:cubicBezTo>
                <a:cubicBezTo>
                  <a:pt x="116" y="48"/>
                  <a:pt x="116" y="48"/>
                  <a:pt x="116" y="48"/>
                </a:cubicBezTo>
                <a:lnTo>
                  <a:pt x="116" y="64"/>
                </a:lnTo>
                <a:close/>
                <a:moveTo>
                  <a:pt x="144" y="84"/>
                </a:moveTo>
                <a:cubicBezTo>
                  <a:pt x="146" y="84"/>
                  <a:pt x="148" y="82"/>
                  <a:pt x="148" y="80"/>
                </a:cubicBezTo>
                <a:cubicBezTo>
                  <a:pt x="148" y="32"/>
                  <a:pt x="148" y="32"/>
                  <a:pt x="148" y="32"/>
                </a:cubicBezTo>
                <a:cubicBezTo>
                  <a:pt x="148" y="30"/>
                  <a:pt x="146" y="28"/>
                  <a:pt x="144" y="28"/>
                </a:cubicBezTo>
                <a:cubicBezTo>
                  <a:pt x="48" y="28"/>
                  <a:pt x="48" y="28"/>
                  <a:pt x="48" y="28"/>
                </a:cubicBezTo>
                <a:cubicBezTo>
                  <a:pt x="46" y="28"/>
                  <a:pt x="44" y="30"/>
                  <a:pt x="44" y="32"/>
                </a:cubicBezTo>
                <a:cubicBezTo>
                  <a:pt x="44" y="80"/>
                  <a:pt x="44" y="80"/>
                  <a:pt x="44" y="80"/>
                </a:cubicBezTo>
                <a:cubicBezTo>
                  <a:pt x="44" y="82"/>
                  <a:pt x="46" y="84"/>
                  <a:pt x="48" y="84"/>
                </a:cubicBezTo>
                <a:lnTo>
                  <a:pt x="144" y="84"/>
                </a:lnTo>
                <a:close/>
                <a:moveTo>
                  <a:pt x="52" y="36"/>
                </a:moveTo>
                <a:cubicBezTo>
                  <a:pt x="140" y="36"/>
                  <a:pt x="140" y="36"/>
                  <a:pt x="140" y="36"/>
                </a:cubicBezTo>
                <a:cubicBezTo>
                  <a:pt x="140" y="76"/>
                  <a:pt x="140" y="76"/>
                  <a:pt x="140" y="76"/>
                </a:cubicBezTo>
                <a:cubicBezTo>
                  <a:pt x="52" y="76"/>
                  <a:pt x="52" y="76"/>
                  <a:pt x="52" y="76"/>
                </a:cubicBezTo>
                <a:lnTo>
                  <a:pt x="52" y="36"/>
                </a:lnTo>
                <a:close/>
                <a:moveTo>
                  <a:pt x="92" y="64"/>
                </a:moveTo>
                <a:cubicBezTo>
                  <a:pt x="100" y="64"/>
                  <a:pt x="100" y="64"/>
                  <a:pt x="100" y="64"/>
                </a:cubicBezTo>
                <a:cubicBezTo>
                  <a:pt x="100" y="48"/>
                  <a:pt x="100" y="48"/>
                  <a:pt x="100" y="48"/>
                </a:cubicBezTo>
                <a:cubicBezTo>
                  <a:pt x="92" y="48"/>
                  <a:pt x="92" y="48"/>
                  <a:pt x="92" y="48"/>
                </a:cubicBezTo>
                <a:lnTo>
                  <a:pt x="92" y="6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1" name="Freeform 123">
            <a:extLst>
              <a:ext uri="{FF2B5EF4-FFF2-40B4-BE49-F238E27FC236}">
                <a16:creationId xmlns:a16="http://schemas.microsoft.com/office/drawing/2014/main" id="{1AD6BF02-3FE4-4366-949F-9582AE1723D9}"/>
              </a:ext>
            </a:extLst>
          </p:cNvPr>
          <p:cNvSpPr>
            <a:spLocks noChangeAspect="1" noEditPoints="1"/>
          </p:cNvSpPr>
          <p:nvPr/>
        </p:nvSpPr>
        <p:spPr bwMode="auto">
          <a:xfrm>
            <a:off x="2546480" y="4355160"/>
            <a:ext cx="323850" cy="400050"/>
          </a:xfrm>
          <a:custGeom>
            <a:avLst/>
            <a:gdLst>
              <a:gd name="T0" fmla="*/ 88 w 208"/>
              <a:gd name="T1" fmla="*/ 44 h 256"/>
              <a:gd name="T2" fmla="*/ 88 w 208"/>
              <a:gd name="T3" fmla="*/ 52 h 256"/>
              <a:gd name="T4" fmla="*/ 172 w 208"/>
              <a:gd name="T5" fmla="*/ 48 h 256"/>
              <a:gd name="T6" fmla="*/ 168 w 208"/>
              <a:gd name="T7" fmla="*/ 144 h 256"/>
              <a:gd name="T8" fmla="*/ 104 w 208"/>
              <a:gd name="T9" fmla="*/ 148 h 256"/>
              <a:gd name="T10" fmla="*/ 168 w 208"/>
              <a:gd name="T11" fmla="*/ 152 h 256"/>
              <a:gd name="T12" fmla="*/ 168 w 208"/>
              <a:gd name="T13" fmla="*/ 144 h 256"/>
              <a:gd name="T14" fmla="*/ 104 w 208"/>
              <a:gd name="T15" fmla="*/ 116 h 256"/>
              <a:gd name="T16" fmla="*/ 104 w 208"/>
              <a:gd name="T17" fmla="*/ 124 h 256"/>
              <a:gd name="T18" fmla="*/ 172 w 208"/>
              <a:gd name="T19" fmla="*/ 120 h 256"/>
              <a:gd name="T20" fmla="*/ 168 w 208"/>
              <a:gd name="T21" fmla="*/ 220 h 256"/>
              <a:gd name="T22" fmla="*/ 112 w 208"/>
              <a:gd name="T23" fmla="*/ 224 h 256"/>
              <a:gd name="T24" fmla="*/ 168 w 208"/>
              <a:gd name="T25" fmla="*/ 228 h 256"/>
              <a:gd name="T26" fmla="*/ 168 w 208"/>
              <a:gd name="T27" fmla="*/ 220 h 256"/>
              <a:gd name="T28" fmla="*/ 192 w 208"/>
              <a:gd name="T29" fmla="*/ 116 h 256"/>
              <a:gd name="T30" fmla="*/ 208 w 208"/>
              <a:gd name="T31" fmla="*/ 34 h 256"/>
              <a:gd name="T32" fmla="*/ 172 w 208"/>
              <a:gd name="T33" fmla="*/ 16 h 256"/>
              <a:gd name="T34" fmla="*/ 160 w 208"/>
              <a:gd name="T35" fmla="*/ 0 h 256"/>
              <a:gd name="T36" fmla="*/ 128 w 208"/>
              <a:gd name="T37" fmla="*/ 12 h 256"/>
              <a:gd name="T38" fmla="*/ 18 w 208"/>
              <a:gd name="T39" fmla="*/ 16 h 256"/>
              <a:gd name="T40" fmla="*/ 16 w 208"/>
              <a:gd name="T41" fmla="*/ 52 h 256"/>
              <a:gd name="T42" fmla="*/ 0 w 208"/>
              <a:gd name="T43" fmla="*/ 134 h 256"/>
              <a:gd name="T44" fmla="*/ 16 w 208"/>
              <a:gd name="T45" fmla="*/ 220 h 256"/>
              <a:gd name="T46" fmla="*/ 18 w 208"/>
              <a:gd name="T47" fmla="*/ 256 h 256"/>
              <a:gd name="T48" fmla="*/ 208 w 208"/>
              <a:gd name="T49" fmla="*/ 238 h 256"/>
              <a:gd name="T50" fmla="*/ 192 w 208"/>
              <a:gd name="T51" fmla="*/ 152 h 256"/>
              <a:gd name="T52" fmla="*/ 136 w 208"/>
              <a:gd name="T53" fmla="*/ 12 h 256"/>
              <a:gd name="T54" fmla="*/ 160 w 208"/>
              <a:gd name="T55" fmla="*/ 8 h 256"/>
              <a:gd name="T56" fmla="*/ 164 w 208"/>
              <a:gd name="T57" fmla="*/ 16 h 256"/>
              <a:gd name="T58" fmla="*/ 136 w 208"/>
              <a:gd name="T59" fmla="*/ 12 h 256"/>
              <a:gd name="T60" fmla="*/ 190 w 208"/>
              <a:gd name="T61" fmla="*/ 228 h 256"/>
              <a:gd name="T62" fmla="*/ 190 w 208"/>
              <a:gd name="T63" fmla="*/ 248 h 256"/>
              <a:gd name="T64" fmla="*/ 8 w 208"/>
              <a:gd name="T65" fmla="*/ 238 h 256"/>
              <a:gd name="T66" fmla="*/ 64 w 208"/>
              <a:gd name="T67" fmla="*/ 228 h 256"/>
              <a:gd name="T68" fmla="*/ 64 w 208"/>
              <a:gd name="T69" fmla="*/ 220 h 256"/>
              <a:gd name="T70" fmla="*/ 24 w 208"/>
              <a:gd name="T71" fmla="*/ 152 h 256"/>
              <a:gd name="T72" fmla="*/ 60 w 208"/>
              <a:gd name="T73" fmla="*/ 148 h 256"/>
              <a:gd name="T74" fmla="*/ 18 w 208"/>
              <a:gd name="T75" fmla="*/ 144 h 256"/>
              <a:gd name="T76" fmla="*/ 18 w 208"/>
              <a:gd name="T77" fmla="*/ 124 h 256"/>
              <a:gd name="T78" fmla="*/ 56 w 208"/>
              <a:gd name="T79" fmla="*/ 120 h 256"/>
              <a:gd name="T80" fmla="*/ 24 w 208"/>
              <a:gd name="T81" fmla="*/ 116 h 256"/>
              <a:gd name="T82" fmla="*/ 36 w 208"/>
              <a:gd name="T83" fmla="*/ 52 h 256"/>
              <a:gd name="T84" fmla="*/ 36 w 208"/>
              <a:gd name="T85" fmla="*/ 44 h 256"/>
              <a:gd name="T86" fmla="*/ 8 w 208"/>
              <a:gd name="T87" fmla="*/ 34 h 256"/>
              <a:gd name="T88" fmla="*/ 190 w 208"/>
              <a:gd name="T89" fmla="*/ 24 h 256"/>
              <a:gd name="T90" fmla="*/ 190 w 208"/>
              <a:gd name="T91" fmla="*/ 44 h 256"/>
              <a:gd name="T92" fmla="*/ 184 w 208"/>
              <a:gd name="T93" fmla="*/ 48 h 256"/>
              <a:gd name="T94" fmla="*/ 188 w 208"/>
              <a:gd name="T95" fmla="*/ 124 h 256"/>
              <a:gd name="T96" fmla="*/ 200 w 208"/>
              <a:gd name="T97" fmla="*/ 134 h 256"/>
              <a:gd name="T98" fmla="*/ 188 w 208"/>
              <a:gd name="T99" fmla="*/ 144 h 256"/>
              <a:gd name="T100" fmla="*/ 184 w 208"/>
              <a:gd name="T10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8" h="256">
                <a:moveTo>
                  <a:pt x="168" y="44"/>
                </a:moveTo>
                <a:cubicBezTo>
                  <a:pt x="88" y="44"/>
                  <a:pt x="88" y="44"/>
                  <a:pt x="88" y="44"/>
                </a:cubicBezTo>
                <a:cubicBezTo>
                  <a:pt x="86" y="44"/>
                  <a:pt x="84" y="46"/>
                  <a:pt x="84" y="48"/>
                </a:cubicBezTo>
                <a:cubicBezTo>
                  <a:pt x="84" y="50"/>
                  <a:pt x="86" y="52"/>
                  <a:pt x="88" y="52"/>
                </a:cubicBezTo>
                <a:cubicBezTo>
                  <a:pt x="168" y="52"/>
                  <a:pt x="168" y="52"/>
                  <a:pt x="168" y="52"/>
                </a:cubicBezTo>
                <a:cubicBezTo>
                  <a:pt x="170" y="52"/>
                  <a:pt x="172" y="50"/>
                  <a:pt x="172" y="48"/>
                </a:cubicBezTo>
                <a:cubicBezTo>
                  <a:pt x="172" y="46"/>
                  <a:pt x="170" y="44"/>
                  <a:pt x="168" y="44"/>
                </a:cubicBezTo>
                <a:close/>
                <a:moveTo>
                  <a:pt x="168" y="144"/>
                </a:moveTo>
                <a:cubicBezTo>
                  <a:pt x="108" y="144"/>
                  <a:pt x="108" y="144"/>
                  <a:pt x="108" y="144"/>
                </a:cubicBezTo>
                <a:cubicBezTo>
                  <a:pt x="106" y="144"/>
                  <a:pt x="104" y="146"/>
                  <a:pt x="104" y="148"/>
                </a:cubicBezTo>
                <a:cubicBezTo>
                  <a:pt x="104" y="150"/>
                  <a:pt x="106" y="152"/>
                  <a:pt x="108" y="152"/>
                </a:cubicBezTo>
                <a:cubicBezTo>
                  <a:pt x="168" y="152"/>
                  <a:pt x="168" y="152"/>
                  <a:pt x="168" y="152"/>
                </a:cubicBezTo>
                <a:cubicBezTo>
                  <a:pt x="170" y="152"/>
                  <a:pt x="172" y="150"/>
                  <a:pt x="172" y="148"/>
                </a:cubicBezTo>
                <a:cubicBezTo>
                  <a:pt x="172" y="146"/>
                  <a:pt x="170" y="144"/>
                  <a:pt x="168" y="144"/>
                </a:cubicBezTo>
                <a:close/>
                <a:moveTo>
                  <a:pt x="168" y="116"/>
                </a:moveTo>
                <a:cubicBezTo>
                  <a:pt x="104" y="116"/>
                  <a:pt x="104" y="116"/>
                  <a:pt x="104" y="116"/>
                </a:cubicBezTo>
                <a:cubicBezTo>
                  <a:pt x="102" y="116"/>
                  <a:pt x="100" y="118"/>
                  <a:pt x="100" y="120"/>
                </a:cubicBezTo>
                <a:cubicBezTo>
                  <a:pt x="100" y="122"/>
                  <a:pt x="102" y="124"/>
                  <a:pt x="104" y="124"/>
                </a:cubicBezTo>
                <a:cubicBezTo>
                  <a:pt x="168" y="124"/>
                  <a:pt x="168" y="124"/>
                  <a:pt x="168" y="124"/>
                </a:cubicBezTo>
                <a:cubicBezTo>
                  <a:pt x="170" y="124"/>
                  <a:pt x="172" y="122"/>
                  <a:pt x="172" y="120"/>
                </a:cubicBezTo>
                <a:cubicBezTo>
                  <a:pt x="172" y="118"/>
                  <a:pt x="170" y="116"/>
                  <a:pt x="168" y="116"/>
                </a:cubicBezTo>
                <a:close/>
                <a:moveTo>
                  <a:pt x="168" y="220"/>
                </a:moveTo>
                <a:cubicBezTo>
                  <a:pt x="116" y="220"/>
                  <a:pt x="116" y="220"/>
                  <a:pt x="116" y="220"/>
                </a:cubicBezTo>
                <a:cubicBezTo>
                  <a:pt x="114" y="220"/>
                  <a:pt x="112" y="222"/>
                  <a:pt x="112" y="224"/>
                </a:cubicBezTo>
                <a:cubicBezTo>
                  <a:pt x="112" y="226"/>
                  <a:pt x="114" y="228"/>
                  <a:pt x="116" y="228"/>
                </a:cubicBezTo>
                <a:cubicBezTo>
                  <a:pt x="168" y="228"/>
                  <a:pt x="168" y="228"/>
                  <a:pt x="168" y="228"/>
                </a:cubicBezTo>
                <a:cubicBezTo>
                  <a:pt x="170" y="228"/>
                  <a:pt x="172" y="226"/>
                  <a:pt x="172" y="224"/>
                </a:cubicBezTo>
                <a:cubicBezTo>
                  <a:pt x="172" y="222"/>
                  <a:pt x="170" y="220"/>
                  <a:pt x="168" y="220"/>
                </a:cubicBezTo>
                <a:close/>
                <a:moveTo>
                  <a:pt x="208" y="134"/>
                </a:moveTo>
                <a:cubicBezTo>
                  <a:pt x="208" y="125"/>
                  <a:pt x="201" y="117"/>
                  <a:pt x="192" y="116"/>
                </a:cubicBezTo>
                <a:cubicBezTo>
                  <a:pt x="192" y="52"/>
                  <a:pt x="192" y="52"/>
                  <a:pt x="192" y="52"/>
                </a:cubicBezTo>
                <a:cubicBezTo>
                  <a:pt x="201" y="51"/>
                  <a:pt x="208" y="43"/>
                  <a:pt x="208" y="34"/>
                </a:cubicBezTo>
                <a:cubicBezTo>
                  <a:pt x="208" y="24"/>
                  <a:pt x="200" y="16"/>
                  <a:pt x="190" y="16"/>
                </a:cubicBezTo>
                <a:cubicBezTo>
                  <a:pt x="172" y="16"/>
                  <a:pt x="172" y="16"/>
                  <a:pt x="172" y="16"/>
                </a:cubicBezTo>
                <a:cubicBezTo>
                  <a:pt x="172" y="12"/>
                  <a:pt x="172" y="12"/>
                  <a:pt x="172" y="12"/>
                </a:cubicBezTo>
                <a:cubicBezTo>
                  <a:pt x="172" y="5"/>
                  <a:pt x="167" y="0"/>
                  <a:pt x="160" y="0"/>
                </a:cubicBezTo>
                <a:cubicBezTo>
                  <a:pt x="140" y="0"/>
                  <a:pt x="140" y="0"/>
                  <a:pt x="140" y="0"/>
                </a:cubicBezTo>
                <a:cubicBezTo>
                  <a:pt x="133" y="0"/>
                  <a:pt x="128" y="5"/>
                  <a:pt x="128" y="12"/>
                </a:cubicBezTo>
                <a:cubicBezTo>
                  <a:pt x="128" y="16"/>
                  <a:pt x="128" y="16"/>
                  <a:pt x="128" y="16"/>
                </a:cubicBezTo>
                <a:cubicBezTo>
                  <a:pt x="18" y="16"/>
                  <a:pt x="18" y="16"/>
                  <a:pt x="18" y="16"/>
                </a:cubicBezTo>
                <a:cubicBezTo>
                  <a:pt x="8" y="16"/>
                  <a:pt x="0" y="24"/>
                  <a:pt x="0" y="34"/>
                </a:cubicBezTo>
                <a:cubicBezTo>
                  <a:pt x="0" y="43"/>
                  <a:pt x="7" y="51"/>
                  <a:pt x="16" y="52"/>
                </a:cubicBezTo>
                <a:cubicBezTo>
                  <a:pt x="16" y="116"/>
                  <a:pt x="16" y="116"/>
                  <a:pt x="16" y="116"/>
                </a:cubicBezTo>
                <a:cubicBezTo>
                  <a:pt x="7" y="117"/>
                  <a:pt x="0" y="125"/>
                  <a:pt x="0" y="134"/>
                </a:cubicBezTo>
                <a:cubicBezTo>
                  <a:pt x="0" y="143"/>
                  <a:pt x="7" y="151"/>
                  <a:pt x="16" y="152"/>
                </a:cubicBezTo>
                <a:cubicBezTo>
                  <a:pt x="16" y="220"/>
                  <a:pt x="16" y="220"/>
                  <a:pt x="16" y="220"/>
                </a:cubicBezTo>
                <a:cubicBezTo>
                  <a:pt x="7" y="221"/>
                  <a:pt x="0" y="229"/>
                  <a:pt x="0" y="238"/>
                </a:cubicBezTo>
                <a:cubicBezTo>
                  <a:pt x="0" y="248"/>
                  <a:pt x="8" y="256"/>
                  <a:pt x="18" y="256"/>
                </a:cubicBezTo>
                <a:cubicBezTo>
                  <a:pt x="190" y="256"/>
                  <a:pt x="190" y="256"/>
                  <a:pt x="190" y="256"/>
                </a:cubicBezTo>
                <a:cubicBezTo>
                  <a:pt x="200" y="256"/>
                  <a:pt x="208" y="248"/>
                  <a:pt x="208" y="238"/>
                </a:cubicBezTo>
                <a:cubicBezTo>
                  <a:pt x="208" y="229"/>
                  <a:pt x="201" y="221"/>
                  <a:pt x="192" y="220"/>
                </a:cubicBezTo>
                <a:cubicBezTo>
                  <a:pt x="192" y="152"/>
                  <a:pt x="192" y="152"/>
                  <a:pt x="192" y="152"/>
                </a:cubicBezTo>
                <a:cubicBezTo>
                  <a:pt x="201" y="151"/>
                  <a:pt x="208" y="143"/>
                  <a:pt x="208" y="134"/>
                </a:cubicBezTo>
                <a:close/>
                <a:moveTo>
                  <a:pt x="136" y="12"/>
                </a:moveTo>
                <a:cubicBezTo>
                  <a:pt x="136" y="10"/>
                  <a:pt x="138" y="8"/>
                  <a:pt x="140" y="8"/>
                </a:cubicBezTo>
                <a:cubicBezTo>
                  <a:pt x="160" y="8"/>
                  <a:pt x="160" y="8"/>
                  <a:pt x="160" y="8"/>
                </a:cubicBezTo>
                <a:cubicBezTo>
                  <a:pt x="162" y="8"/>
                  <a:pt x="164" y="10"/>
                  <a:pt x="164" y="12"/>
                </a:cubicBezTo>
                <a:cubicBezTo>
                  <a:pt x="164" y="16"/>
                  <a:pt x="164" y="16"/>
                  <a:pt x="164" y="16"/>
                </a:cubicBezTo>
                <a:cubicBezTo>
                  <a:pt x="136" y="16"/>
                  <a:pt x="136" y="16"/>
                  <a:pt x="136" y="16"/>
                </a:cubicBezTo>
                <a:lnTo>
                  <a:pt x="136" y="12"/>
                </a:lnTo>
                <a:close/>
                <a:moveTo>
                  <a:pt x="188" y="228"/>
                </a:moveTo>
                <a:cubicBezTo>
                  <a:pt x="190" y="228"/>
                  <a:pt x="190" y="228"/>
                  <a:pt x="190" y="228"/>
                </a:cubicBezTo>
                <a:cubicBezTo>
                  <a:pt x="196" y="228"/>
                  <a:pt x="200" y="232"/>
                  <a:pt x="200" y="238"/>
                </a:cubicBezTo>
                <a:cubicBezTo>
                  <a:pt x="200" y="244"/>
                  <a:pt x="196" y="248"/>
                  <a:pt x="190" y="248"/>
                </a:cubicBezTo>
                <a:cubicBezTo>
                  <a:pt x="18" y="248"/>
                  <a:pt x="18" y="248"/>
                  <a:pt x="18" y="248"/>
                </a:cubicBezTo>
                <a:cubicBezTo>
                  <a:pt x="12" y="248"/>
                  <a:pt x="8" y="244"/>
                  <a:pt x="8" y="238"/>
                </a:cubicBezTo>
                <a:cubicBezTo>
                  <a:pt x="8" y="232"/>
                  <a:pt x="12" y="228"/>
                  <a:pt x="18" y="228"/>
                </a:cubicBezTo>
                <a:cubicBezTo>
                  <a:pt x="64" y="228"/>
                  <a:pt x="64" y="228"/>
                  <a:pt x="64" y="228"/>
                </a:cubicBezTo>
                <a:cubicBezTo>
                  <a:pt x="66" y="228"/>
                  <a:pt x="68" y="226"/>
                  <a:pt x="68" y="224"/>
                </a:cubicBezTo>
                <a:cubicBezTo>
                  <a:pt x="68" y="222"/>
                  <a:pt x="66" y="220"/>
                  <a:pt x="64" y="220"/>
                </a:cubicBezTo>
                <a:cubicBezTo>
                  <a:pt x="24" y="220"/>
                  <a:pt x="24" y="220"/>
                  <a:pt x="24" y="220"/>
                </a:cubicBezTo>
                <a:cubicBezTo>
                  <a:pt x="24" y="152"/>
                  <a:pt x="24" y="152"/>
                  <a:pt x="24" y="152"/>
                </a:cubicBezTo>
                <a:cubicBezTo>
                  <a:pt x="56" y="152"/>
                  <a:pt x="56" y="152"/>
                  <a:pt x="56" y="152"/>
                </a:cubicBezTo>
                <a:cubicBezTo>
                  <a:pt x="58" y="152"/>
                  <a:pt x="60" y="150"/>
                  <a:pt x="60" y="148"/>
                </a:cubicBezTo>
                <a:cubicBezTo>
                  <a:pt x="60" y="146"/>
                  <a:pt x="58" y="144"/>
                  <a:pt x="56" y="144"/>
                </a:cubicBezTo>
                <a:cubicBezTo>
                  <a:pt x="18" y="144"/>
                  <a:pt x="18" y="144"/>
                  <a:pt x="18" y="144"/>
                </a:cubicBezTo>
                <a:cubicBezTo>
                  <a:pt x="12" y="144"/>
                  <a:pt x="8" y="140"/>
                  <a:pt x="8" y="134"/>
                </a:cubicBezTo>
                <a:cubicBezTo>
                  <a:pt x="8" y="128"/>
                  <a:pt x="12" y="124"/>
                  <a:pt x="18" y="124"/>
                </a:cubicBezTo>
                <a:cubicBezTo>
                  <a:pt x="52" y="124"/>
                  <a:pt x="52" y="124"/>
                  <a:pt x="52" y="124"/>
                </a:cubicBezTo>
                <a:cubicBezTo>
                  <a:pt x="54" y="124"/>
                  <a:pt x="56" y="122"/>
                  <a:pt x="56" y="120"/>
                </a:cubicBezTo>
                <a:cubicBezTo>
                  <a:pt x="56" y="118"/>
                  <a:pt x="54" y="116"/>
                  <a:pt x="52" y="116"/>
                </a:cubicBezTo>
                <a:cubicBezTo>
                  <a:pt x="24" y="116"/>
                  <a:pt x="24" y="116"/>
                  <a:pt x="24" y="116"/>
                </a:cubicBezTo>
                <a:cubicBezTo>
                  <a:pt x="24" y="52"/>
                  <a:pt x="24" y="52"/>
                  <a:pt x="24" y="52"/>
                </a:cubicBezTo>
                <a:cubicBezTo>
                  <a:pt x="36" y="52"/>
                  <a:pt x="36" y="52"/>
                  <a:pt x="36" y="52"/>
                </a:cubicBezTo>
                <a:cubicBezTo>
                  <a:pt x="38" y="52"/>
                  <a:pt x="40" y="50"/>
                  <a:pt x="40" y="48"/>
                </a:cubicBezTo>
                <a:cubicBezTo>
                  <a:pt x="40" y="46"/>
                  <a:pt x="38" y="44"/>
                  <a:pt x="36" y="44"/>
                </a:cubicBezTo>
                <a:cubicBezTo>
                  <a:pt x="18" y="44"/>
                  <a:pt x="18" y="44"/>
                  <a:pt x="18" y="44"/>
                </a:cubicBezTo>
                <a:cubicBezTo>
                  <a:pt x="12" y="44"/>
                  <a:pt x="8" y="40"/>
                  <a:pt x="8" y="34"/>
                </a:cubicBezTo>
                <a:cubicBezTo>
                  <a:pt x="8" y="28"/>
                  <a:pt x="12" y="24"/>
                  <a:pt x="18" y="24"/>
                </a:cubicBezTo>
                <a:cubicBezTo>
                  <a:pt x="190" y="24"/>
                  <a:pt x="190" y="24"/>
                  <a:pt x="190" y="24"/>
                </a:cubicBezTo>
                <a:cubicBezTo>
                  <a:pt x="196" y="24"/>
                  <a:pt x="200" y="28"/>
                  <a:pt x="200" y="34"/>
                </a:cubicBezTo>
                <a:cubicBezTo>
                  <a:pt x="200" y="40"/>
                  <a:pt x="196" y="44"/>
                  <a:pt x="190" y="44"/>
                </a:cubicBezTo>
                <a:cubicBezTo>
                  <a:pt x="188" y="44"/>
                  <a:pt x="188" y="44"/>
                  <a:pt x="188" y="44"/>
                </a:cubicBezTo>
                <a:cubicBezTo>
                  <a:pt x="186" y="44"/>
                  <a:pt x="184" y="46"/>
                  <a:pt x="184" y="48"/>
                </a:cubicBezTo>
                <a:cubicBezTo>
                  <a:pt x="184" y="120"/>
                  <a:pt x="184" y="120"/>
                  <a:pt x="184" y="120"/>
                </a:cubicBezTo>
                <a:cubicBezTo>
                  <a:pt x="184" y="122"/>
                  <a:pt x="186" y="124"/>
                  <a:pt x="188" y="124"/>
                </a:cubicBezTo>
                <a:cubicBezTo>
                  <a:pt x="190" y="124"/>
                  <a:pt x="190" y="124"/>
                  <a:pt x="190" y="124"/>
                </a:cubicBezTo>
                <a:cubicBezTo>
                  <a:pt x="196" y="124"/>
                  <a:pt x="200" y="128"/>
                  <a:pt x="200" y="134"/>
                </a:cubicBezTo>
                <a:cubicBezTo>
                  <a:pt x="200" y="140"/>
                  <a:pt x="196" y="144"/>
                  <a:pt x="190" y="144"/>
                </a:cubicBezTo>
                <a:cubicBezTo>
                  <a:pt x="188" y="144"/>
                  <a:pt x="188" y="144"/>
                  <a:pt x="188" y="144"/>
                </a:cubicBezTo>
                <a:cubicBezTo>
                  <a:pt x="186" y="144"/>
                  <a:pt x="184" y="146"/>
                  <a:pt x="184" y="148"/>
                </a:cubicBezTo>
                <a:cubicBezTo>
                  <a:pt x="184" y="224"/>
                  <a:pt x="184" y="224"/>
                  <a:pt x="184" y="224"/>
                </a:cubicBezTo>
                <a:cubicBezTo>
                  <a:pt x="184" y="226"/>
                  <a:pt x="186" y="228"/>
                  <a:pt x="188" y="22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9" name="Freeform 127">
            <a:extLst>
              <a:ext uri="{FF2B5EF4-FFF2-40B4-BE49-F238E27FC236}">
                <a16:creationId xmlns:a16="http://schemas.microsoft.com/office/drawing/2014/main" id="{8EBBB55C-BF66-40B9-A075-D8F73A53C65F}"/>
              </a:ext>
            </a:extLst>
          </p:cNvPr>
          <p:cNvSpPr>
            <a:spLocks noChangeAspect="1" noEditPoints="1"/>
          </p:cNvSpPr>
          <p:nvPr/>
        </p:nvSpPr>
        <p:spPr bwMode="auto">
          <a:xfrm>
            <a:off x="3507776" y="4355160"/>
            <a:ext cx="336550" cy="400050"/>
          </a:xfrm>
          <a:custGeom>
            <a:avLst/>
            <a:gdLst>
              <a:gd name="T0" fmla="*/ 111 w 216"/>
              <a:gd name="T1" fmla="*/ 114 h 256"/>
              <a:gd name="T2" fmla="*/ 76 w 216"/>
              <a:gd name="T3" fmla="*/ 168 h 256"/>
              <a:gd name="T4" fmla="*/ 140 w 216"/>
              <a:gd name="T5" fmla="*/ 168 h 256"/>
              <a:gd name="T6" fmla="*/ 108 w 216"/>
              <a:gd name="T7" fmla="*/ 123 h 256"/>
              <a:gd name="T8" fmla="*/ 108 w 216"/>
              <a:gd name="T9" fmla="*/ 192 h 256"/>
              <a:gd name="T10" fmla="*/ 24 w 216"/>
              <a:gd name="T11" fmla="*/ 12 h 256"/>
              <a:gd name="T12" fmla="*/ 52 w 216"/>
              <a:gd name="T13" fmla="*/ 8 h 256"/>
              <a:gd name="T14" fmla="*/ 56 w 216"/>
              <a:gd name="T15" fmla="*/ 20 h 256"/>
              <a:gd name="T16" fmla="*/ 64 w 216"/>
              <a:gd name="T17" fmla="*/ 12 h 256"/>
              <a:gd name="T18" fmla="*/ 28 w 216"/>
              <a:gd name="T19" fmla="*/ 0 h 256"/>
              <a:gd name="T20" fmla="*/ 16 w 216"/>
              <a:gd name="T21" fmla="*/ 20 h 256"/>
              <a:gd name="T22" fmla="*/ 24 w 216"/>
              <a:gd name="T23" fmla="*/ 12 h 256"/>
              <a:gd name="T24" fmla="*/ 212 w 216"/>
              <a:gd name="T25" fmla="*/ 147 h 256"/>
              <a:gd name="T26" fmla="*/ 119 w 216"/>
              <a:gd name="T27" fmla="*/ 63 h 256"/>
              <a:gd name="T28" fmla="*/ 44 w 216"/>
              <a:gd name="T29" fmla="*/ 56 h 256"/>
              <a:gd name="T30" fmla="*/ 44 w 216"/>
              <a:gd name="T31" fmla="*/ 64 h 256"/>
              <a:gd name="T32" fmla="*/ 115 w 216"/>
              <a:gd name="T33" fmla="*/ 69 h 256"/>
              <a:gd name="T34" fmla="*/ 204 w 216"/>
              <a:gd name="T35" fmla="*/ 147 h 256"/>
              <a:gd name="T36" fmla="*/ 152 w 216"/>
              <a:gd name="T37" fmla="*/ 220 h 256"/>
              <a:gd name="T38" fmla="*/ 206 w 216"/>
              <a:gd name="T39" fmla="*/ 228 h 256"/>
              <a:gd name="T40" fmla="*/ 205 w 216"/>
              <a:gd name="T41" fmla="*/ 245 h 256"/>
              <a:gd name="T42" fmla="*/ 15 w 216"/>
              <a:gd name="T43" fmla="*/ 248 h 256"/>
              <a:gd name="T44" fmla="*/ 9 w 216"/>
              <a:gd name="T45" fmla="*/ 231 h 256"/>
              <a:gd name="T46" fmla="*/ 64 w 216"/>
              <a:gd name="T47" fmla="*/ 228 h 256"/>
              <a:gd name="T48" fmla="*/ 12 w 216"/>
              <a:gd name="T49" fmla="*/ 220 h 256"/>
              <a:gd name="T50" fmla="*/ 20 w 216"/>
              <a:gd name="T51" fmla="*/ 36 h 256"/>
              <a:gd name="T52" fmla="*/ 81 w 216"/>
              <a:gd name="T53" fmla="*/ 32 h 256"/>
              <a:gd name="T54" fmla="*/ 109 w 216"/>
              <a:gd name="T55" fmla="*/ 8 h 256"/>
              <a:gd name="T56" fmla="*/ 139 w 216"/>
              <a:gd name="T57" fmla="*/ 12 h 256"/>
              <a:gd name="T58" fmla="*/ 196 w 216"/>
              <a:gd name="T59" fmla="*/ 66 h 256"/>
              <a:gd name="T60" fmla="*/ 200 w 216"/>
              <a:gd name="T61" fmla="*/ 104 h 256"/>
              <a:gd name="T62" fmla="*/ 204 w 216"/>
              <a:gd name="T63" fmla="*/ 66 h 256"/>
              <a:gd name="T64" fmla="*/ 144 w 216"/>
              <a:gd name="T65" fmla="*/ 5 h 256"/>
              <a:gd name="T66" fmla="*/ 109 w 216"/>
              <a:gd name="T67" fmla="*/ 0 h 256"/>
              <a:gd name="T68" fmla="*/ 74 w 216"/>
              <a:gd name="T69" fmla="*/ 28 h 256"/>
              <a:gd name="T70" fmla="*/ 4 w 216"/>
              <a:gd name="T71" fmla="*/ 44 h 256"/>
              <a:gd name="T72" fmla="*/ 1 w 216"/>
              <a:gd name="T73" fmla="*/ 233 h 256"/>
              <a:gd name="T74" fmla="*/ 15 w 216"/>
              <a:gd name="T75" fmla="*/ 256 h 256"/>
              <a:gd name="T76" fmla="*/ 213 w 216"/>
              <a:gd name="T77" fmla="*/ 246 h 256"/>
              <a:gd name="T78" fmla="*/ 212 w 216"/>
              <a:gd name="T79" fmla="*/ 222 h 256"/>
              <a:gd name="T80" fmla="*/ 180 w 216"/>
              <a:gd name="T81" fmla="*/ 84 h 256"/>
              <a:gd name="T82" fmla="*/ 174 w 216"/>
              <a:gd name="T83" fmla="*/ 61 h 256"/>
              <a:gd name="T84" fmla="*/ 124 w 216"/>
              <a:gd name="T85" fmla="*/ 24 h 256"/>
              <a:gd name="T86" fmla="*/ 105 w 216"/>
              <a:gd name="T87" fmla="*/ 31 h 256"/>
              <a:gd name="T88" fmla="*/ 102 w 216"/>
              <a:gd name="T89" fmla="*/ 43 h 256"/>
              <a:gd name="T90" fmla="*/ 112 w 216"/>
              <a:gd name="T91" fmla="*/ 36 h 256"/>
              <a:gd name="T92" fmla="*/ 124 w 216"/>
              <a:gd name="T93" fmla="*/ 32 h 256"/>
              <a:gd name="T94" fmla="*/ 169 w 216"/>
              <a:gd name="T95" fmla="*/ 67 h 256"/>
              <a:gd name="T96" fmla="*/ 172 w 216"/>
              <a:gd name="T97" fmla="*/ 8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6" h="256">
                <a:moveTo>
                  <a:pt x="140" y="168"/>
                </a:moveTo>
                <a:cubicBezTo>
                  <a:pt x="140" y="152"/>
                  <a:pt x="114" y="117"/>
                  <a:pt x="111" y="114"/>
                </a:cubicBezTo>
                <a:cubicBezTo>
                  <a:pt x="110" y="112"/>
                  <a:pt x="106" y="112"/>
                  <a:pt x="105" y="114"/>
                </a:cubicBezTo>
                <a:cubicBezTo>
                  <a:pt x="102" y="117"/>
                  <a:pt x="76" y="152"/>
                  <a:pt x="76" y="168"/>
                </a:cubicBezTo>
                <a:cubicBezTo>
                  <a:pt x="76" y="186"/>
                  <a:pt x="90" y="200"/>
                  <a:pt x="108" y="200"/>
                </a:cubicBezTo>
                <a:cubicBezTo>
                  <a:pt x="126" y="200"/>
                  <a:pt x="140" y="186"/>
                  <a:pt x="140" y="168"/>
                </a:cubicBezTo>
                <a:close/>
                <a:moveTo>
                  <a:pt x="84" y="168"/>
                </a:moveTo>
                <a:cubicBezTo>
                  <a:pt x="84" y="158"/>
                  <a:pt x="99" y="135"/>
                  <a:pt x="108" y="123"/>
                </a:cubicBezTo>
                <a:cubicBezTo>
                  <a:pt x="117" y="135"/>
                  <a:pt x="132" y="158"/>
                  <a:pt x="132" y="168"/>
                </a:cubicBezTo>
                <a:cubicBezTo>
                  <a:pt x="132" y="181"/>
                  <a:pt x="121" y="192"/>
                  <a:pt x="108" y="192"/>
                </a:cubicBezTo>
                <a:cubicBezTo>
                  <a:pt x="95" y="192"/>
                  <a:pt x="84" y="181"/>
                  <a:pt x="84" y="168"/>
                </a:cubicBezTo>
                <a:close/>
                <a:moveTo>
                  <a:pt x="24" y="12"/>
                </a:moveTo>
                <a:cubicBezTo>
                  <a:pt x="24" y="10"/>
                  <a:pt x="26" y="8"/>
                  <a:pt x="28" y="8"/>
                </a:cubicBezTo>
                <a:cubicBezTo>
                  <a:pt x="52" y="8"/>
                  <a:pt x="52" y="8"/>
                  <a:pt x="52" y="8"/>
                </a:cubicBezTo>
                <a:cubicBezTo>
                  <a:pt x="54" y="8"/>
                  <a:pt x="56" y="10"/>
                  <a:pt x="56" y="12"/>
                </a:cubicBezTo>
                <a:cubicBezTo>
                  <a:pt x="56" y="20"/>
                  <a:pt x="56" y="20"/>
                  <a:pt x="56" y="20"/>
                </a:cubicBezTo>
                <a:cubicBezTo>
                  <a:pt x="64" y="20"/>
                  <a:pt x="64" y="20"/>
                  <a:pt x="64" y="20"/>
                </a:cubicBezTo>
                <a:cubicBezTo>
                  <a:pt x="64" y="12"/>
                  <a:pt x="64" y="12"/>
                  <a:pt x="64" y="12"/>
                </a:cubicBezTo>
                <a:cubicBezTo>
                  <a:pt x="64" y="5"/>
                  <a:pt x="59" y="0"/>
                  <a:pt x="52" y="0"/>
                </a:cubicBezTo>
                <a:cubicBezTo>
                  <a:pt x="28" y="0"/>
                  <a:pt x="28" y="0"/>
                  <a:pt x="28" y="0"/>
                </a:cubicBezTo>
                <a:cubicBezTo>
                  <a:pt x="21" y="0"/>
                  <a:pt x="16" y="5"/>
                  <a:pt x="16" y="12"/>
                </a:cubicBezTo>
                <a:cubicBezTo>
                  <a:pt x="16" y="20"/>
                  <a:pt x="16" y="20"/>
                  <a:pt x="16" y="20"/>
                </a:cubicBezTo>
                <a:cubicBezTo>
                  <a:pt x="24" y="20"/>
                  <a:pt x="24" y="20"/>
                  <a:pt x="24" y="20"/>
                </a:cubicBezTo>
                <a:lnTo>
                  <a:pt x="24" y="12"/>
                </a:lnTo>
                <a:close/>
                <a:moveTo>
                  <a:pt x="212" y="222"/>
                </a:moveTo>
                <a:cubicBezTo>
                  <a:pt x="212" y="147"/>
                  <a:pt x="212" y="147"/>
                  <a:pt x="212" y="147"/>
                </a:cubicBezTo>
                <a:cubicBezTo>
                  <a:pt x="212" y="137"/>
                  <a:pt x="207" y="128"/>
                  <a:pt x="199" y="122"/>
                </a:cubicBezTo>
                <a:cubicBezTo>
                  <a:pt x="119" y="63"/>
                  <a:pt x="119" y="63"/>
                  <a:pt x="119" y="63"/>
                </a:cubicBezTo>
                <a:cubicBezTo>
                  <a:pt x="113" y="58"/>
                  <a:pt x="106" y="56"/>
                  <a:pt x="98" y="56"/>
                </a:cubicBezTo>
                <a:cubicBezTo>
                  <a:pt x="44" y="56"/>
                  <a:pt x="44" y="56"/>
                  <a:pt x="44" y="56"/>
                </a:cubicBezTo>
                <a:cubicBezTo>
                  <a:pt x="42" y="56"/>
                  <a:pt x="40" y="58"/>
                  <a:pt x="40" y="60"/>
                </a:cubicBezTo>
                <a:cubicBezTo>
                  <a:pt x="40" y="62"/>
                  <a:pt x="42" y="64"/>
                  <a:pt x="44" y="64"/>
                </a:cubicBezTo>
                <a:cubicBezTo>
                  <a:pt x="98" y="64"/>
                  <a:pt x="98" y="64"/>
                  <a:pt x="98" y="64"/>
                </a:cubicBezTo>
                <a:cubicBezTo>
                  <a:pt x="104" y="64"/>
                  <a:pt x="110" y="66"/>
                  <a:pt x="115" y="69"/>
                </a:cubicBezTo>
                <a:cubicBezTo>
                  <a:pt x="194" y="128"/>
                  <a:pt x="194" y="128"/>
                  <a:pt x="194" y="128"/>
                </a:cubicBezTo>
                <a:cubicBezTo>
                  <a:pt x="200" y="133"/>
                  <a:pt x="204" y="140"/>
                  <a:pt x="204" y="147"/>
                </a:cubicBezTo>
                <a:cubicBezTo>
                  <a:pt x="204" y="220"/>
                  <a:pt x="204" y="220"/>
                  <a:pt x="204" y="220"/>
                </a:cubicBezTo>
                <a:cubicBezTo>
                  <a:pt x="152" y="220"/>
                  <a:pt x="152" y="220"/>
                  <a:pt x="152" y="220"/>
                </a:cubicBezTo>
                <a:cubicBezTo>
                  <a:pt x="152" y="228"/>
                  <a:pt x="152" y="228"/>
                  <a:pt x="152" y="228"/>
                </a:cubicBezTo>
                <a:cubicBezTo>
                  <a:pt x="206" y="228"/>
                  <a:pt x="206" y="228"/>
                  <a:pt x="206" y="228"/>
                </a:cubicBezTo>
                <a:cubicBezTo>
                  <a:pt x="207" y="229"/>
                  <a:pt x="208" y="230"/>
                  <a:pt x="207" y="231"/>
                </a:cubicBezTo>
                <a:cubicBezTo>
                  <a:pt x="205" y="245"/>
                  <a:pt x="205" y="245"/>
                  <a:pt x="205" y="245"/>
                </a:cubicBezTo>
                <a:cubicBezTo>
                  <a:pt x="205" y="247"/>
                  <a:pt x="203" y="248"/>
                  <a:pt x="201" y="248"/>
                </a:cubicBezTo>
                <a:cubicBezTo>
                  <a:pt x="15" y="248"/>
                  <a:pt x="15" y="248"/>
                  <a:pt x="15" y="248"/>
                </a:cubicBezTo>
                <a:cubicBezTo>
                  <a:pt x="13" y="248"/>
                  <a:pt x="11" y="247"/>
                  <a:pt x="11" y="245"/>
                </a:cubicBezTo>
                <a:cubicBezTo>
                  <a:pt x="9" y="231"/>
                  <a:pt x="9" y="231"/>
                  <a:pt x="9" y="231"/>
                </a:cubicBezTo>
                <a:cubicBezTo>
                  <a:pt x="8" y="230"/>
                  <a:pt x="9" y="229"/>
                  <a:pt x="10" y="228"/>
                </a:cubicBezTo>
                <a:cubicBezTo>
                  <a:pt x="64" y="228"/>
                  <a:pt x="64" y="228"/>
                  <a:pt x="64" y="228"/>
                </a:cubicBezTo>
                <a:cubicBezTo>
                  <a:pt x="64" y="220"/>
                  <a:pt x="64" y="220"/>
                  <a:pt x="64" y="220"/>
                </a:cubicBezTo>
                <a:cubicBezTo>
                  <a:pt x="12" y="220"/>
                  <a:pt x="12" y="220"/>
                  <a:pt x="12" y="220"/>
                </a:cubicBezTo>
                <a:cubicBezTo>
                  <a:pt x="12" y="44"/>
                  <a:pt x="12" y="44"/>
                  <a:pt x="12" y="44"/>
                </a:cubicBezTo>
                <a:cubicBezTo>
                  <a:pt x="12" y="40"/>
                  <a:pt x="16" y="36"/>
                  <a:pt x="20" y="36"/>
                </a:cubicBezTo>
                <a:cubicBezTo>
                  <a:pt x="77" y="36"/>
                  <a:pt x="77" y="36"/>
                  <a:pt x="77" y="36"/>
                </a:cubicBezTo>
                <a:cubicBezTo>
                  <a:pt x="79" y="36"/>
                  <a:pt x="81" y="34"/>
                  <a:pt x="81" y="32"/>
                </a:cubicBezTo>
                <a:cubicBezTo>
                  <a:pt x="97" y="14"/>
                  <a:pt x="97" y="14"/>
                  <a:pt x="97" y="14"/>
                </a:cubicBezTo>
                <a:cubicBezTo>
                  <a:pt x="100" y="10"/>
                  <a:pt x="105" y="8"/>
                  <a:pt x="109" y="8"/>
                </a:cubicBezTo>
                <a:cubicBezTo>
                  <a:pt x="129" y="8"/>
                  <a:pt x="129" y="8"/>
                  <a:pt x="129" y="8"/>
                </a:cubicBezTo>
                <a:cubicBezTo>
                  <a:pt x="133" y="8"/>
                  <a:pt x="136" y="9"/>
                  <a:pt x="139" y="12"/>
                </a:cubicBezTo>
                <a:cubicBezTo>
                  <a:pt x="190" y="53"/>
                  <a:pt x="190" y="53"/>
                  <a:pt x="190" y="53"/>
                </a:cubicBezTo>
                <a:cubicBezTo>
                  <a:pt x="194" y="56"/>
                  <a:pt x="196" y="61"/>
                  <a:pt x="196" y="66"/>
                </a:cubicBezTo>
                <a:cubicBezTo>
                  <a:pt x="196" y="100"/>
                  <a:pt x="196" y="100"/>
                  <a:pt x="196" y="100"/>
                </a:cubicBezTo>
                <a:cubicBezTo>
                  <a:pt x="196" y="102"/>
                  <a:pt x="198" y="104"/>
                  <a:pt x="200" y="104"/>
                </a:cubicBezTo>
                <a:cubicBezTo>
                  <a:pt x="202" y="104"/>
                  <a:pt x="204" y="102"/>
                  <a:pt x="204" y="100"/>
                </a:cubicBezTo>
                <a:cubicBezTo>
                  <a:pt x="204" y="66"/>
                  <a:pt x="204" y="66"/>
                  <a:pt x="204" y="66"/>
                </a:cubicBezTo>
                <a:cubicBezTo>
                  <a:pt x="204" y="58"/>
                  <a:pt x="201" y="51"/>
                  <a:pt x="195" y="47"/>
                </a:cubicBezTo>
                <a:cubicBezTo>
                  <a:pt x="144" y="5"/>
                  <a:pt x="144" y="5"/>
                  <a:pt x="144" y="5"/>
                </a:cubicBezTo>
                <a:cubicBezTo>
                  <a:pt x="140" y="2"/>
                  <a:pt x="134" y="0"/>
                  <a:pt x="129" y="0"/>
                </a:cubicBezTo>
                <a:cubicBezTo>
                  <a:pt x="109" y="0"/>
                  <a:pt x="109" y="0"/>
                  <a:pt x="109" y="0"/>
                </a:cubicBezTo>
                <a:cubicBezTo>
                  <a:pt x="102" y="0"/>
                  <a:pt x="96" y="3"/>
                  <a:pt x="91" y="8"/>
                </a:cubicBezTo>
                <a:cubicBezTo>
                  <a:pt x="74" y="28"/>
                  <a:pt x="74" y="28"/>
                  <a:pt x="74" y="28"/>
                </a:cubicBezTo>
                <a:cubicBezTo>
                  <a:pt x="20" y="28"/>
                  <a:pt x="20" y="28"/>
                  <a:pt x="20" y="28"/>
                </a:cubicBezTo>
                <a:cubicBezTo>
                  <a:pt x="11" y="28"/>
                  <a:pt x="4" y="35"/>
                  <a:pt x="4" y="44"/>
                </a:cubicBezTo>
                <a:cubicBezTo>
                  <a:pt x="4" y="222"/>
                  <a:pt x="4" y="222"/>
                  <a:pt x="4" y="222"/>
                </a:cubicBezTo>
                <a:cubicBezTo>
                  <a:pt x="1" y="225"/>
                  <a:pt x="0" y="229"/>
                  <a:pt x="1" y="233"/>
                </a:cubicBezTo>
                <a:cubicBezTo>
                  <a:pt x="3" y="246"/>
                  <a:pt x="3" y="246"/>
                  <a:pt x="3" y="246"/>
                </a:cubicBezTo>
                <a:cubicBezTo>
                  <a:pt x="4" y="252"/>
                  <a:pt x="9" y="256"/>
                  <a:pt x="15" y="256"/>
                </a:cubicBezTo>
                <a:cubicBezTo>
                  <a:pt x="201" y="256"/>
                  <a:pt x="201" y="256"/>
                  <a:pt x="201" y="256"/>
                </a:cubicBezTo>
                <a:cubicBezTo>
                  <a:pt x="207" y="256"/>
                  <a:pt x="212" y="252"/>
                  <a:pt x="213" y="246"/>
                </a:cubicBezTo>
                <a:cubicBezTo>
                  <a:pt x="215" y="233"/>
                  <a:pt x="215" y="233"/>
                  <a:pt x="215" y="233"/>
                </a:cubicBezTo>
                <a:cubicBezTo>
                  <a:pt x="216" y="229"/>
                  <a:pt x="215" y="225"/>
                  <a:pt x="212" y="222"/>
                </a:cubicBezTo>
                <a:close/>
                <a:moveTo>
                  <a:pt x="176" y="88"/>
                </a:moveTo>
                <a:cubicBezTo>
                  <a:pt x="178" y="88"/>
                  <a:pt x="180" y="86"/>
                  <a:pt x="180" y="84"/>
                </a:cubicBezTo>
                <a:cubicBezTo>
                  <a:pt x="180" y="74"/>
                  <a:pt x="180" y="74"/>
                  <a:pt x="180" y="74"/>
                </a:cubicBezTo>
                <a:cubicBezTo>
                  <a:pt x="180" y="69"/>
                  <a:pt x="178" y="64"/>
                  <a:pt x="174" y="61"/>
                </a:cubicBezTo>
                <a:cubicBezTo>
                  <a:pt x="134" y="28"/>
                  <a:pt x="134" y="28"/>
                  <a:pt x="134" y="28"/>
                </a:cubicBezTo>
                <a:cubicBezTo>
                  <a:pt x="131" y="25"/>
                  <a:pt x="127" y="24"/>
                  <a:pt x="124" y="24"/>
                </a:cubicBezTo>
                <a:cubicBezTo>
                  <a:pt x="118" y="24"/>
                  <a:pt x="118" y="24"/>
                  <a:pt x="118" y="24"/>
                </a:cubicBezTo>
                <a:cubicBezTo>
                  <a:pt x="113" y="24"/>
                  <a:pt x="108" y="27"/>
                  <a:pt x="105" y="31"/>
                </a:cubicBezTo>
                <a:cubicBezTo>
                  <a:pt x="101" y="38"/>
                  <a:pt x="101" y="38"/>
                  <a:pt x="101" y="38"/>
                </a:cubicBezTo>
                <a:cubicBezTo>
                  <a:pt x="99" y="40"/>
                  <a:pt x="100" y="42"/>
                  <a:pt x="102" y="43"/>
                </a:cubicBezTo>
                <a:cubicBezTo>
                  <a:pt x="104" y="45"/>
                  <a:pt x="106" y="44"/>
                  <a:pt x="107" y="42"/>
                </a:cubicBezTo>
                <a:cubicBezTo>
                  <a:pt x="112" y="36"/>
                  <a:pt x="112" y="36"/>
                  <a:pt x="112" y="36"/>
                </a:cubicBezTo>
                <a:cubicBezTo>
                  <a:pt x="113" y="33"/>
                  <a:pt x="116" y="32"/>
                  <a:pt x="118" y="32"/>
                </a:cubicBezTo>
                <a:cubicBezTo>
                  <a:pt x="124" y="32"/>
                  <a:pt x="124" y="32"/>
                  <a:pt x="124" y="32"/>
                </a:cubicBezTo>
                <a:cubicBezTo>
                  <a:pt x="126" y="32"/>
                  <a:pt x="127" y="33"/>
                  <a:pt x="129" y="34"/>
                </a:cubicBezTo>
                <a:cubicBezTo>
                  <a:pt x="169" y="67"/>
                  <a:pt x="169" y="67"/>
                  <a:pt x="169" y="67"/>
                </a:cubicBezTo>
                <a:cubicBezTo>
                  <a:pt x="171" y="69"/>
                  <a:pt x="172" y="71"/>
                  <a:pt x="172" y="74"/>
                </a:cubicBezTo>
                <a:cubicBezTo>
                  <a:pt x="172" y="84"/>
                  <a:pt x="172" y="84"/>
                  <a:pt x="172" y="84"/>
                </a:cubicBezTo>
                <a:cubicBezTo>
                  <a:pt x="172" y="86"/>
                  <a:pt x="174" y="88"/>
                  <a:pt x="176" y="8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8" name="Freeform 131">
            <a:extLst>
              <a:ext uri="{FF2B5EF4-FFF2-40B4-BE49-F238E27FC236}">
                <a16:creationId xmlns:a16="http://schemas.microsoft.com/office/drawing/2014/main" id="{D9870B68-90E0-4DE0-B1A4-BCF8C75C5B68}"/>
              </a:ext>
            </a:extLst>
          </p:cNvPr>
          <p:cNvSpPr>
            <a:spLocks noChangeAspect="1" noEditPoints="1"/>
          </p:cNvSpPr>
          <p:nvPr/>
        </p:nvSpPr>
        <p:spPr bwMode="auto">
          <a:xfrm>
            <a:off x="4499235" y="4364038"/>
            <a:ext cx="288925" cy="400050"/>
          </a:xfrm>
          <a:custGeom>
            <a:avLst/>
            <a:gdLst>
              <a:gd name="T0" fmla="*/ 92 w 184"/>
              <a:gd name="T1" fmla="*/ 120 h 256"/>
              <a:gd name="T2" fmla="*/ 76 w 184"/>
              <a:gd name="T3" fmla="*/ 125 h 256"/>
              <a:gd name="T4" fmla="*/ 84 w 184"/>
              <a:gd name="T5" fmla="*/ 82 h 256"/>
              <a:gd name="T6" fmla="*/ 40 w 184"/>
              <a:gd name="T7" fmla="*/ 128 h 256"/>
              <a:gd name="T8" fmla="*/ 46 w 184"/>
              <a:gd name="T9" fmla="*/ 144 h 256"/>
              <a:gd name="T10" fmla="*/ 76 w 184"/>
              <a:gd name="T11" fmla="*/ 125 h 256"/>
              <a:gd name="T12" fmla="*/ 76 w 184"/>
              <a:gd name="T13" fmla="*/ 87 h 256"/>
              <a:gd name="T14" fmla="*/ 48 w 184"/>
              <a:gd name="T15" fmla="*/ 134 h 256"/>
              <a:gd name="T16" fmla="*/ 100 w 184"/>
              <a:gd name="T17" fmla="*/ 82 h 256"/>
              <a:gd name="T18" fmla="*/ 108 w 184"/>
              <a:gd name="T19" fmla="*/ 125 h 256"/>
              <a:gd name="T20" fmla="*/ 138 w 184"/>
              <a:gd name="T21" fmla="*/ 144 h 256"/>
              <a:gd name="T22" fmla="*/ 144 w 184"/>
              <a:gd name="T23" fmla="*/ 128 h 256"/>
              <a:gd name="T24" fmla="*/ 115 w 184"/>
              <a:gd name="T25" fmla="*/ 122 h 256"/>
              <a:gd name="T26" fmla="*/ 136 w 184"/>
              <a:gd name="T27" fmla="*/ 128 h 256"/>
              <a:gd name="T28" fmla="*/ 103 w 184"/>
              <a:gd name="T29" fmla="*/ 143 h 256"/>
              <a:gd name="T30" fmla="*/ 81 w 184"/>
              <a:gd name="T31" fmla="*/ 143 h 256"/>
              <a:gd name="T32" fmla="*/ 54 w 184"/>
              <a:gd name="T33" fmla="*/ 164 h 256"/>
              <a:gd name="T34" fmla="*/ 131 w 184"/>
              <a:gd name="T35" fmla="*/ 161 h 256"/>
              <a:gd name="T36" fmla="*/ 64 w 184"/>
              <a:gd name="T37" fmla="*/ 162 h 256"/>
              <a:gd name="T38" fmla="*/ 120 w 184"/>
              <a:gd name="T39" fmla="*/ 162 h 256"/>
              <a:gd name="T40" fmla="*/ 88 w 184"/>
              <a:gd name="T41" fmla="*/ 24 h 256"/>
              <a:gd name="T42" fmla="*/ 120 w 184"/>
              <a:gd name="T43" fmla="*/ 24 h 256"/>
              <a:gd name="T44" fmla="*/ 172 w 184"/>
              <a:gd name="T45" fmla="*/ 32 h 256"/>
              <a:gd name="T46" fmla="*/ 176 w 184"/>
              <a:gd name="T47" fmla="*/ 0 h 256"/>
              <a:gd name="T48" fmla="*/ 140 w 184"/>
              <a:gd name="T49" fmla="*/ 24 h 256"/>
              <a:gd name="T50" fmla="*/ 92 w 184"/>
              <a:gd name="T51" fmla="*/ 48 h 256"/>
              <a:gd name="T52" fmla="*/ 56 w 184"/>
              <a:gd name="T53" fmla="*/ 32 h 256"/>
              <a:gd name="T54" fmla="*/ 8 w 184"/>
              <a:gd name="T55" fmla="*/ 20 h 256"/>
              <a:gd name="T56" fmla="*/ 0 w 184"/>
              <a:gd name="T57" fmla="*/ 20 h 256"/>
              <a:gd name="T58" fmla="*/ 16 w 184"/>
              <a:gd name="T59" fmla="*/ 40 h 256"/>
              <a:gd name="T60" fmla="*/ 40 w 184"/>
              <a:gd name="T61" fmla="*/ 32 h 256"/>
              <a:gd name="T62" fmla="*/ 40 w 184"/>
              <a:gd name="T63" fmla="*/ 189 h 256"/>
              <a:gd name="T64" fmla="*/ 28 w 184"/>
              <a:gd name="T65" fmla="*/ 216 h 256"/>
              <a:gd name="T66" fmla="*/ 12 w 184"/>
              <a:gd name="T67" fmla="*/ 224 h 256"/>
              <a:gd name="T68" fmla="*/ 8 w 184"/>
              <a:gd name="T69" fmla="*/ 256 h 256"/>
              <a:gd name="T70" fmla="*/ 56 w 184"/>
              <a:gd name="T71" fmla="*/ 232 h 256"/>
              <a:gd name="T72" fmla="*/ 48 w 184"/>
              <a:gd name="T73" fmla="*/ 195 h 256"/>
              <a:gd name="T74" fmla="*/ 136 w 184"/>
              <a:gd name="T75" fmla="*/ 228 h 256"/>
              <a:gd name="T76" fmla="*/ 176 w 184"/>
              <a:gd name="T77" fmla="*/ 236 h 256"/>
              <a:gd name="T78" fmla="*/ 184 w 184"/>
              <a:gd name="T79" fmla="*/ 236 h 256"/>
              <a:gd name="T80" fmla="*/ 168 w 184"/>
              <a:gd name="T81" fmla="*/ 216 h 256"/>
              <a:gd name="T82" fmla="*/ 144 w 184"/>
              <a:gd name="T83" fmla="*/ 224 h 256"/>
              <a:gd name="T84" fmla="*/ 144 w 184"/>
              <a:gd name="T85" fmla="*/ 67 h 256"/>
              <a:gd name="T86" fmla="*/ 156 w 184"/>
              <a:gd name="T87" fmla="*/ 40 h 256"/>
              <a:gd name="T88" fmla="*/ 92 w 184"/>
              <a:gd name="T89" fmla="*/ 200 h 256"/>
              <a:gd name="T90" fmla="*/ 164 w 184"/>
              <a:gd name="T91" fmla="*/ 128 h 256"/>
              <a:gd name="T92" fmla="*/ 120 w 184"/>
              <a:gd name="T93"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4" h="256">
                <a:moveTo>
                  <a:pt x="92" y="136"/>
                </a:moveTo>
                <a:cubicBezTo>
                  <a:pt x="96" y="136"/>
                  <a:pt x="100" y="132"/>
                  <a:pt x="100" y="128"/>
                </a:cubicBezTo>
                <a:cubicBezTo>
                  <a:pt x="100" y="124"/>
                  <a:pt x="96" y="120"/>
                  <a:pt x="92" y="120"/>
                </a:cubicBezTo>
                <a:cubicBezTo>
                  <a:pt x="88" y="120"/>
                  <a:pt x="84" y="124"/>
                  <a:pt x="84" y="128"/>
                </a:cubicBezTo>
                <a:cubicBezTo>
                  <a:pt x="84" y="132"/>
                  <a:pt x="88" y="136"/>
                  <a:pt x="92" y="136"/>
                </a:cubicBezTo>
                <a:close/>
                <a:moveTo>
                  <a:pt x="76" y="125"/>
                </a:moveTo>
                <a:cubicBezTo>
                  <a:pt x="77" y="121"/>
                  <a:pt x="79" y="118"/>
                  <a:pt x="82" y="115"/>
                </a:cubicBezTo>
                <a:cubicBezTo>
                  <a:pt x="83" y="115"/>
                  <a:pt x="84" y="113"/>
                  <a:pt x="84" y="112"/>
                </a:cubicBezTo>
                <a:cubicBezTo>
                  <a:pt x="84" y="82"/>
                  <a:pt x="84" y="82"/>
                  <a:pt x="84" y="82"/>
                </a:cubicBezTo>
                <a:cubicBezTo>
                  <a:pt x="84" y="80"/>
                  <a:pt x="83" y="79"/>
                  <a:pt x="82" y="78"/>
                </a:cubicBezTo>
                <a:cubicBezTo>
                  <a:pt x="81" y="78"/>
                  <a:pt x="80" y="77"/>
                  <a:pt x="79" y="78"/>
                </a:cubicBezTo>
                <a:cubicBezTo>
                  <a:pt x="56" y="84"/>
                  <a:pt x="40" y="104"/>
                  <a:pt x="40" y="128"/>
                </a:cubicBezTo>
                <a:cubicBezTo>
                  <a:pt x="40" y="132"/>
                  <a:pt x="41" y="137"/>
                  <a:pt x="42" y="141"/>
                </a:cubicBezTo>
                <a:cubicBezTo>
                  <a:pt x="42" y="142"/>
                  <a:pt x="43" y="143"/>
                  <a:pt x="44" y="144"/>
                </a:cubicBezTo>
                <a:cubicBezTo>
                  <a:pt x="45" y="144"/>
                  <a:pt x="45" y="144"/>
                  <a:pt x="46" y="144"/>
                </a:cubicBezTo>
                <a:cubicBezTo>
                  <a:pt x="46" y="144"/>
                  <a:pt x="47" y="144"/>
                  <a:pt x="48" y="144"/>
                </a:cubicBezTo>
                <a:cubicBezTo>
                  <a:pt x="74" y="128"/>
                  <a:pt x="74" y="128"/>
                  <a:pt x="74" y="128"/>
                </a:cubicBezTo>
                <a:cubicBezTo>
                  <a:pt x="75" y="128"/>
                  <a:pt x="76" y="127"/>
                  <a:pt x="76" y="125"/>
                </a:cubicBezTo>
                <a:close/>
                <a:moveTo>
                  <a:pt x="48" y="134"/>
                </a:moveTo>
                <a:cubicBezTo>
                  <a:pt x="48" y="132"/>
                  <a:pt x="48" y="130"/>
                  <a:pt x="48" y="128"/>
                </a:cubicBezTo>
                <a:cubicBezTo>
                  <a:pt x="48" y="110"/>
                  <a:pt x="59" y="94"/>
                  <a:pt x="76" y="87"/>
                </a:cubicBezTo>
                <a:cubicBezTo>
                  <a:pt x="76" y="110"/>
                  <a:pt x="76" y="110"/>
                  <a:pt x="76" y="110"/>
                </a:cubicBezTo>
                <a:cubicBezTo>
                  <a:pt x="72" y="113"/>
                  <a:pt x="70" y="118"/>
                  <a:pt x="69" y="122"/>
                </a:cubicBezTo>
                <a:lnTo>
                  <a:pt x="48" y="134"/>
                </a:lnTo>
                <a:close/>
                <a:moveTo>
                  <a:pt x="105" y="78"/>
                </a:moveTo>
                <a:cubicBezTo>
                  <a:pt x="104" y="77"/>
                  <a:pt x="103" y="78"/>
                  <a:pt x="102" y="78"/>
                </a:cubicBezTo>
                <a:cubicBezTo>
                  <a:pt x="101" y="79"/>
                  <a:pt x="100" y="80"/>
                  <a:pt x="100" y="82"/>
                </a:cubicBezTo>
                <a:cubicBezTo>
                  <a:pt x="100" y="112"/>
                  <a:pt x="100" y="112"/>
                  <a:pt x="100" y="112"/>
                </a:cubicBezTo>
                <a:cubicBezTo>
                  <a:pt x="100" y="113"/>
                  <a:pt x="101" y="115"/>
                  <a:pt x="102" y="115"/>
                </a:cubicBezTo>
                <a:cubicBezTo>
                  <a:pt x="105" y="118"/>
                  <a:pt x="107" y="121"/>
                  <a:pt x="108" y="125"/>
                </a:cubicBezTo>
                <a:cubicBezTo>
                  <a:pt x="108" y="127"/>
                  <a:pt x="109" y="128"/>
                  <a:pt x="110" y="128"/>
                </a:cubicBezTo>
                <a:cubicBezTo>
                  <a:pt x="136" y="144"/>
                  <a:pt x="136" y="144"/>
                  <a:pt x="136" y="144"/>
                </a:cubicBezTo>
                <a:cubicBezTo>
                  <a:pt x="137" y="144"/>
                  <a:pt x="138" y="144"/>
                  <a:pt x="138" y="144"/>
                </a:cubicBezTo>
                <a:cubicBezTo>
                  <a:pt x="139" y="144"/>
                  <a:pt x="139" y="144"/>
                  <a:pt x="140" y="144"/>
                </a:cubicBezTo>
                <a:cubicBezTo>
                  <a:pt x="141" y="143"/>
                  <a:pt x="142" y="142"/>
                  <a:pt x="142" y="141"/>
                </a:cubicBezTo>
                <a:cubicBezTo>
                  <a:pt x="143" y="137"/>
                  <a:pt x="144" y="132"/>
                  <a:pt x="144" y="128"/>
                </a:cubicBezTo>
                <a:cubicBezTo>
                  <a:pt x="144" y="104"/>
                  <a:pt x="128" y="84"/>
                  <a:pt x="105" y="78"/>
                </a:cubicBezTo>
                <a:close/>
                <a:moveTo>
                  <a:pt x="136" y="134"/>
                </a:moveTo>
                <a:cubicBezTo>
                  <a:pt x="115" y="122"/>
                  <a:pt x="115" y="122"/>
                  <a:pt x="115" y="122"/>
                </a:cubicBezTo>
                <a:cubicBezTo>
                  <a:pt x="114" y="118"/>
                  <a:pt x="112" y="113"/>
                  <a:pt x="108" y="110"/>
                </a:cubicBezTo>
                <a:cubicBezTo>
                  <a:pt x="108" y="87"/>
                  <a:pt x="108" y="87"/>
                  <a:pt x="108" y="87"/>
                </a:cubicBezTo>
                <a:cubicBezTo>
                  <a:pt x="125" y="94"/>
                  <a:pt x="136" y="110"/>
                  <a:pt x="136" y="128"/>
                </a:cubicBezTo>
                <a:cubicBezTo>
                  <a:pt x="136" y="130"/>
                  <a:pt x="136" y="132"/>
                  <a:pt x="136" y="134"/>
                </a:cubicBezTo>
                <a:close/>
                <a:moveTo>
                  <a:pt x="129" y="158"/>
                </a:moveTo>
                <a:cubicBezTo>
                  <a:pt x="103" y="143"/>
                  <a:pt x="103" y="143"/>
                  <a:pt x="103" y="143"/>
                </a:cubicBezTo>
                <a:cubicBezTo>
                  <a:pt x="101" y="142"/>
                  <a:pt x="100" y="142"/>
                  <a:pt x="99" y="142"/>
                </a:cubicBezTo>
                <a:cubicBezTo>
                  <a:pt x="94" y="145"/>
                  <a:pt x="90" y="145"/>
                  <a:pt x="85" y="142"/>
                </a:cubicBezTo>
                <a:cubicBezTo>
                  <a:pt x="84" y="142"/>
                  <a:pt x="83" y="142"/>
                  <a:pt x="81" y="143"/>
                </a:cubicBezTo>
                <a:cubicBezTo>
                  <a:pt x="55" y="158"/>
                  <a:pt x="55" y="158"/>
                  <a:pt x="55" y="158"/>
                </a:cubicBezTo>
                <a:cubicBezTo>
                  <a:pt x="54" y="158"/>
                  <a:pt x="54" y="159"/>
                  <a:pt x="53" y="161"/>
                </a:cubicBezTo>
                <a:cubicBezTo>
                  <a:pt x="53" y="162"/>
                  <a:pt x="54" y="163"/>
                  <a:pt x="54" y="164"/>
                </a:cubicBezTo>
                <a:cubicBezTo>
                  <a:pt x="64" y="174"/>
                  <a:pt x="78" y="180"/>
                  <a:pt x="92" y="180"/>
                </a:cubicBezTo>
                <a:cubicBezTo>
                  <a:pt x="106" y="180"/>
                  <a:pt x="120" y="174"/>
                  <a:pt x="130" y="164"/>
                </a:cubicBezTo>
                <a:cubicBezTo>
                  <a:pt x="130" y="163"/>
                  <a:pt x="131" y="162"/>
                  <a:pt x="131" y="161"/>
                </a:cubicBezTo>
                <a:cubicBezTo>
                  <a:pt x="130" y="159"/>
                  <a:pt x="130" y="158"/>
                  <a:pt x="129" y="158"/>
                </a:cubicBezTo>
                <a:close/>
                <a:moveTo>
                  <a:pt x="92" y="172"/>
                </a:moveTo>
                <a:cubicBezTo>
                  <a:pt x="82" y="172"/>
                  <a:pt x="72" y="168"/>
                  <a:pt x="64" y="162"/>
                </a:cubicBezTo>
                <a:cubicBezTo>
                  <a:pt x="84" y="150"/>
                  <a:pt x="84" y="150"/>
                  <a:pt x="84" y="150"/>
                </a:cubicBezTo>
                <a:cubicBezTo>
                  <a:pt x="89" y="153"/>
                  <a:pt x="95" y="153"/>
                  <a:pt x="100" y="150"/>
                </a:cubicBezTo>
                <a:cubicBezTo>
                  <a:pt x="120" y="162"/>
                  <a:pt x="120" y="162"/>
                  <a:pt x="120" y="162"/>
                </a:cubicBezTo>
                <a:cubicBezTo>
                  <a:pt x="112" y="168"/>
                  <a:pt x="102" y="172"/>
                  <a:pt x="92" y="172"/>
                </a:cubicBezTo>
                <a:close/>
                <a:moveTo>
                  <a:pt x="120" y="24"/>
                </a:moveTo>
                <a:cubicBezTo>
                  <a:pt x="88" y="24"/>
                  <a:pt x="88" y="24"/>
                  <a:pt x="88" y="24"/>
                </a:cubicBezTo>
                <a:cubicBezTo>
                  <a:pt x="88" y="32"/>
                  <a:pt x="88" y="32"/>
                  <a:pt x="88" y="32"/>
                </a:cubicBezTo>
                <a:cubicBezTo>
                  <a:pt x="120" y="32"/>
                  <a:pt x="120" y="32"/>
                  <a:pt x="120" y="32"/>
                </a:cubicBezTo>
                <a:lnTo>
                  <a:pt x="120" y="24"/>
                </a:lnTo>
                <a:close/>
                <a:moveTo>
                  <a:pt x="168" y="40"/>
                </a:moveTo>
                <a:cubicBezTo>
                  <a:pt x="168" y="32"/>
                  <a:pt x="168" y="32"/>
                  <a:pt x="168" y="32"/>
                </a:cubicBezTo>
                <a:cubicBezTo>
                  <a:pt x="172" y="32"/>
                  <a:pt x="172" y="32"/>
                  <a:pt x="172" y="32"/>
                </a:cubicBezTo>
                <a:cubicBezTo>
                  <a:pt x="179" y="32"/>
                  <a:pt x="184" y="27"/>
                  <a:pt x="184" y="20"/>
                </a:cubicBezTo>
                <a:cubicBezTo>
                  <a:pt x="184" y="0"/>
                  <a:pt x="184" y="0"/>
                  <a:pt x="184" y="0"/>
                </a:cubicBezTo>
                <a:cubicBezTo>
                  <a:pt x="176" y="0"/>
                  <a:pt x="176" y="0"/>
                  <a:pt x="176" y="0"/>
                </a:cubicBezTo>
                <a:cubicBezTo>
                  <a:pt x="176" y="20"/>
                  <a:pt x="176" y="20"/>
                  <a:pt x="176" y="20"/>
                </a:cubicBezTo>
                <a:cubicBezTo>
                  <a:pt x="176" y="22"/>
                  <a:pt x="174" y="24"/>
                  <a:pt x="172" y="24"/>
                </a:cubicBezTo>
                <a:cubicBezTo>
                  <a:pt x="140" y="24"/>
                  <a:pt x="140" y="24"/>
                  <a:pt x="140" y="24"/>
                </a:cubicBezTo>
                <a:cubicBezTo>
                  <a:pt x="138" y="24"/>
                  <a:pt x="136" y="26"/>
                  <a:pt x="136" y="28"/>
                </a:cubicBezTo>
                <a:cubicBezTo>
                  <a:pt x="136" y="61"/>
                  <a:pt x="136" y="61"/>
                  <a:pt x="136" y="61"/>
                </a:cubicBezTo>
                <a:cubicBezTo>
                  <a:pt x="123" y="53"/>
                  <a:pt x="108" y="48"/>
                  <a:pt x="92" y="48"/>
                </a:cubicBezTo>
                <a:cubicBezTo>
                  <a:pt x="76" y="48"/>
                  <a:pt x="61" y="53"/>
                  <a:pt x="48" y="61"/>
                </a:cubicBezTo>
                <a:cubicBezTo>
                  <a:pt x="48" y="32"/>
                  <a:pt x="48" y="32"/>
                  <a:pt x="48" y="32"/>
                </a:cubicBezTo>
                <a:cubicBezTo>
                  <a:pt x="56" y="32"/>
                  <a:pt x="56" y="32"/>
                  <a:pt x="56" y="32"/>
                </a:cubicBezTo>
                <a:cubicBezTo>
                  <a:pt x="56" y="24"/>
                  <a:pt x="56" y="24"/>
                  <a:pt x="56" y="24"/>
                </a:cubicBezTo>
                <a:cubicBezTo>
                  <a:pt x="12" y="24"/>
                  <a:pt x="12" y="24"/>
                  <a:pt x="12" y="24"/>
                </a:cubicBezTo>
                <a:cubicBezTo>
                  <a:pt x="10" y="24"/>
                  <a:pt x="8" y="22"/>
                  <a:pt x="8" y="20"/>
                </a:cubicBezTo>
                <a:cubicBezTo>
                  <a:pt x="8" y="0"/>
                  <a:pt x="8" y="0"/>
                  <a:pt x="8" y="0"/>
                </a:cubicBezTo>
                <a:cubicBezTo>
                  <a:pt x="0" y="0"/>
                  <a:pt x="0" y="0"/>
                  <a:pt x="0" y="0"/>
                </a:cubicBezTo>
                <a:cubicBezTo>
                  <a:pt x="0" y="20"/>
                  <a:pt x="0" y="20"/>
                  <a:pt x="0" y="20"/>
                </a:cubicBezTo>
                <a:cubicBezTo>
                  <a:pt x="0" y="27"/>
                  <a:pt x="5" y="32"/>
                  <a:pt x="12" y="32"/>
                </a:cubicBezTo>
                <a:cubicBezTo>
                  <a:pt x="16" y="32"/>
                  <a:pt x="16" y="32"/>
                  <a:pt x="16" y="32"/>
                </a:cubicBezTo>
                <a:cubicBezTo>
                  <a:pt x="16" y="40"/>
                  <a:pt x="16" y="40"/>
                  <a:pt x="16" y="40"/>
                </a:cubicBezTo>
                <a:cubicBezTo>
                  <a:pt x="28" y="40"/>
                  <a:pt x="28" y="40"/>
                  <a:pt x="28" y="40"/>
                </a:cubicBezTo>
                <a:cubicBezTo>
                  <a:pt x="28" y="32"/>
                  <a:pt x="28" y="32"/>
                  <a:pt x="28" y="32"/>
                </a:cubicBezTo>
                <a:cubicBezTo>
                  <a:pt x="40" y="32"/>
                  <a:pt x="40" y="32"/>
                  <a:pt x="40" y="32"/>
                </a:cubicBezTo>
                <a:cubicBezTo>
                  <a:pt x="40" y="67"/>
                  <a:pt x="40" y="67"/>
                  <a:pt x="40" y="67"/>
                </a:cubicBezTo>
                <a:cubicBezTo>
                  <a:pt x="23" y="82"/>
                  <a:pt x="12" y="104"/>
                  <a:pt x="12" y="128"/>
                </a:cubicBezTo>
                <a:cubicBezTo>
                  <a:pt x="12" y="152"/>
                  <a:pt x="23" y="174"/>
                  <a:pt x="40" y="189"/>
                </a:cubicBezTo>
                <a:cubicBezTo>
                  <a:pt x="40" y="224"/>
                  <a:pt x="40" y="224"/>
                  <a:pt x="40" y="224"/>
                </a:cubicBezTo>
                <a:cubicBezTo>
                  <a:pt x="28" y="224"/>
                  <a:pt x="28" y="224"/>
                  <a:pt x="28" y="224"/>
                </a:cubicBezTo>
                <a:cubicBezTo>
                  <a:pt x="28" y="216"/>
                  <a:pt x="28" y="216"/>
                  <a:pt x="28" y="216"/>
                </a:cubicBezTo>
                <a:cubicBezTo>
                  <a:pt x="16" y="216"/>
                  <a:pt x="16" y="216"/>
                  <a:pt x="16" y="216"/>
                </a:cubicBezTo>
                <a:cubicBezTo>
                  <a:pt x="16" y="224"/>
                  <a:pt x="16" y="224"/>
                  <a:pt x="16" y="224"/>
                </a:cubicBezTo>
                <a:cubicBezTo>
                  <a:pt x="12" y="224"/>
                  <a:pt x="12" y="224"/>
                  <a:pt x="12" y="224"/>
                </a:cubicBezTo>
                <a:cubicBezTo>
                  <a:pt x="5" y="224"/>
                  <a:pt x="0" y="229"/>
                  <a:pt x="0" y="236"/>
                </a:cubicBezTo>
                <a:cubicBezTo>
                  <a:pt x="0" y="256"/>
                  <a:pt x="0" y="256"/>
                  <a:pt x="0" y="256"/>
                </a:cubicBezTo>
                <a:cubicBezTo>
                  <a:pt x="8" y="256"/>
                  <a:pt x="8" y="256"/>
                  <a:pt x="8" y="256"/>
                </a:cubicBezTo>
                <a:cubicBezTo>
                  <a:pt x="8" y="236"/>
                  <a:pt x="8" y="236"/>
                  <a:pt x="8" y="236"/>
                </a:cubicBezTo>
                <a:cubicBezTo>
                  <a:pt x="8" y="234"/>
                  <a:pt x="10" y="232"/>
                  <a:pt x="12" y="232"/>
                </a:cubicBezTo>
                <a:cubicBezTo>
                  <a:pt x="56" y="232"/>
                  <a:pt x="56" y="232"/>
                  <a:pt x="56" y="232"/>
                </a:cubicBezTo>
                <a:cubicBezTo>
                  <a:pt x="56" y="224"/>
                  <a:pt x="56" y="224"/>
                  <a:pt x="56" y="224"/>
                </a:cubicBezTo>
                <a:cubicBezTo>
                  <a:pt x="48" y="224"/>
                  <a:pt x="48" y="224"/>
                  <a:pt x="48" y="224"/>
                </a:cubicBezTo>
                <a:cubicBezTo>
                  <a:pt x="48" y="195"/>
                  <a:pt x="48" y="195"/>
                  <a:pt x="48" y="195"/>
                </a:cubicBezTo>
                <a:cubicBezTo>
                  <a:pt x="61" y="203"/>
                  <a:pt x="76" y="208"/>
                  <a:pt x="92" y="208"/>
                </a:cubicBezTo>
                <a:cubicBezTo>
                  <a:pt x="108" y="208"/>
                  <a:pt x="123" y="203"/>
                  <a:pt x="136" y="195"/>
                </a:cubicBezTo>
                <a:cubicBezTo>
                  <a:pt x="136" y="228"/>
                  <a:pt x="136" y="228"/>
                  <a:pt x="136" y="228"/>
                </a:cubicBezTo>
                <a:cubicBezTo>
                  <a:pt x="136" y="230"/>
                  <a:pt x="138" y="232"/>
                  <a:pt x="140" y="232"/>
                </a:cubicBezTo>
                <a:cubicBezTo>
                  <a:pt x="172" y="232"/>
                  <a:pt x="172" y="232"/>
                  <a:pt x="172" y="232"/>
                </a:cubicBezTo>
                <a:cubicBezTo>
                  <a:pt x="174" y="232"/>
                  <a:pt x="176" y="234"/>
                  <a:pt x="176" y="236"/>
                </a:cubicBezTo>
                <a:cubicBezTo>
                  <a:pt x="176" y="256"/>
                  <a:pt x="176" y="256"/>
                  <a:pt x="176" y="256"/>
                </a:cubicBezTo>
                <a:cubicBezTo>
                  <a:pt x="184" y="256"/>
                  <a:pt x="184" y="256"/>
                  <a:pt x="184" y="256"/>
                </a:cubicBezTo>
                <a:cubicBezTo>
                  <a:pt x="184" y="236"/>
                  <a:pt x="184" y="236"/>
                  <a:pt x="184" y="236"/>
                </a:cubicBezTo>
                <a:cubicBezTo>
                  <a:pt x="184" y="229"/>
                  <a:pt x="179" y="224"/>
                  <a:pt x="172" y="224"/>
                </a:cubicBezTo>
                <a:cubicBezTo>
                  <a:pt x="168" y="224"/>
                  <a:pt x="168" y="224"/>
                  <a:pt x="168" y="224"/>
                </a:cubicBezTo>
                <a:cubicBezTo>
                  <a:pt x="168" y="216"/>
                  <a:pt x="168" y="216"/>
                  <a:pt x="168" y="216"/>
                </a:cubicBezTo>
                <a:cubicBezTo>
                  <a:pt x="156" y="216"/>
                  <a:pt x="156" y="216"/>
                  <a:pt x="156" y="216"/>
                </a:cubicBezTo>
                <a:cubicBezTo>
                  <a:pt x="156" y="224"/>
                  <a:pt x="156" y="224"/>
                  <a:pt x="156" y="224"/>
                </a:cubicBezTo>
                <a:cubicBezTo>
                  <a:pt x="144" y="224"/>
                  <a:pt x="144" y="224"/>
                  <a:pt x="144" y="224"/>
                </a:cubicBezTo>
                <a:cubicBezTo>
                  <a:pt x="144" y="189"/>
                  <a:pt x="144" y="189"/>
                  <a:pt x="144" y="189"/>
                </a:cubicBezTo>
                <a:cubicBezTo>
                  <a:pt x="161" y="174"/>
                  <a:pt x="172" y="152"/>
                  <a:pt x="172" y="128"/>
                </a:cubicBezTo>
                <a:cubicBezTo>
                  <a:pt x="172" y="104"/>
                  <a:pt x="161" y="82"/>
                  <a:pt x="144" y="67"/>
                </a:cubicBezTo>
                <a:cubicBezTo>
                  <a:pt x="144" y="32"/>
                  <a:pt x="144" y="32"/>
                  <a:pt x="144" y="32"/>
                </a:cubicBezTo>
                <a:cubicBezTo>
                  <a:pt x="156" y="32"/>
                  <a:pt x="156" y="32"/>
                  <a:pt x="156" y="32"/>
                </a:cubicBezTo>
                <a:cubicBezTo>
                  <a:pt x="156" y="40"/>
                  <a:pt x="156" y="40"/>
                  <a:pt x="156" y="40"/>
                </a:cubicBezTo>
                <a:lnTo>
                  <a:pt x="168" y="40"/>
                </a:lnTo>
                <a:close/>
                <a:moveTo>
                  <a:pt x="164" y="128"/>
                </a:moveTo>
                <a:cubicBezTo>
                  <a:pt x="164" y="168"/>
                  <a:pt x="132" y="200"/>
                  <a:pt x="92" y="200"/>
                </a:cubicBezTo>
                <a:cubicBezTo>
                  <a:pt x="52" y="200"/>
                  <a:pt x="20" y="168"/>
                  <a:pt x="20" y="128"/>
                </a:cubicBezTo>
                <a:cubicBezTo>
                  <a:pt x="20" y="88"/>
                  <a:pt x="52" y="56"/>
                  <a:pt x="92" y="56"/>
                </a:cubicBezTo>
                <a:cubicBezTo>
                  <a:pt x="132" y="56"/>
                  <a:pt x="164" y="88"/>
                  <a:pt x="164" y="128"/>
                </a:cubicBezTo>
                <a:close/>
                <a:moveTo>
                  <a:pt x="88" y="232"/>
                </a:moveTo>
                <a:cubicBezTo>
                  <a:pt x="120" y="232"/>
                  <a:pt x="120" y="232"/>
                  <a:pt x="120" y="232"/>
                </a:cubicBezTo>
                <a:cubicBezTo>
                  <a:pt x="120" y="224"/>
                  <a:pt x="120" y="224"/>
                  <a:pt x="120" y="224"/>
                </a:cubicBezTo>
                <a:cubicBezTo>
                  <a:pt x="88" y="224"/>
                  <a:pt x="88" y="224"/>
                  <a:pt x="88" y="224"/>
                </a:cubicBezTo>
                <a:lnTo>
                  <a:pt x="88" y="23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5" name="Freeform 109">
            <a:extLst>
              <a:ext uri="{FF2B5EF4-FFF2-40B4-BE49-F238E27FC236}">
                <a16:creationId xmlns:a16="http://schemas.microsoft.com/office/drawing/2014/main" id="{92CABE4D-3E6A-41CF-8817-6944149798FD}"/>
              </a:ext>
            </a:extLst>
          </p:cNvPr>
          <p:cNvSpPr>
            <a:spLocks noChangeAspect="1" noEditPoints="1"/>
          </p:cNvSpPr>
          <p:nvPr/>
        </p:nvSpPr>
        <p:spPr bwMode="auto">
          <a:xfrm>
            <a:off x="5411318" y="4364038"/>
            <a:ext cx="400050" cy="400050"/>
          </a:xfrm>
          <a:custGeom>
            <a:avLst/>
            <a:gdLst>
              <a:gd name="T0" fmla="*/ 128 w 256"/>
              <a:gd name="T1" fmla="*/ 140 h 256"/>
              <a:gd name="T2" fmla="*/ 167 w 256"/>
              <a:gd name="T3" fmla="*/ 114 h 256"/>
              <a:gd name="T4" fmla="*/ 159 w 256"/>
              <a:gd name="T5" fmla="*/ 117 h 256"/>
              <a:gd name="T6" fmla="*/ 132 w 256"/>
              <a:gd name="T7" fmla="*/ 128 h 256"/>
              <a:gd name="T8" fmla="*/ 124 w 256"/>
              <a:gd name="T9" fmla="*/ 132 h 256"/>
              <a:gd name="T10" fmla="*/ 97 w 256"/>
              <a:gd name="T11" fmla="*/ 111 h 256"/>
              <a:gd name="T12" fmla="*/ 76 w 256"/>
              <a:gd name="T13" fmla="*/ 84 h 256"/>
              <a:gd name="T14" fmla="*/ 80 w 256"/>
              <a:gd name="T15" fmla="*/ 76 h 256"/>
              <a:gd name="T16" fmla="*/ 91 w 256"/>
              <a:gd name="T17" fmla="*/ 49 h 256"/>
              <a:gd name="T18" fmla="*/ 97 w 256"/>
              <a:gd name="T19" fmla="*/ 43 h 256"/>
              <a:gd name="T20" fmla="*/ 162 w 256"/>
              <a:gd name="T21" fmla="*/ 41 h 256"/>
              <a:gd name="T22" fmla="*/ 162 w 256"/>
              <a:gd name="T23" fmla="*/ 50 h 256"/>
              <a:gd name="T24" fmla="*/ 180 w 256"/>
              <a:gd name="T25" fmla="*/ 76 h 256"/>
              <a:gd name="T26" fmla="*/ 176 w 256"/>
              <a:gd name="T27" fmla="*/ 84 h 256"/>
              <a:gd name="T28" fmla="*/ 132 w 256"/>
              <a:gd name="T29" fmla="*/ 65 h 256"/>
              <a:gd name="T30" fmla="*/ 124 w 256"/>
              <a:gd name="T31" fmla="*/ 44 h 256"/>
              <a:gd name="T32" fmla="*/ 124 w 256"/>
              <a:gd name="T33" fmla="*/ 95 h 256"/>
              <a:gd name="T34" fmla="*/ 128 w 256"/>
              <a:gd name="T35" fmla="*/ 104 h 256"/>
              <a:gd name="T36" fmla="*/ 132 w 256"/>
              <a:gd name="T37" fmla="*/ 95 h 256"/>
              <a:gd name="T38" fmla="*/ 128 w 256"/>
              <a:gd name="T39" fmla="*/ 88 h 256"/>
              <a:gd name="T40" fmla="*/ 136 w 256"/>
              <a:gd name="T41" fmla="*/ 80 h 256"/>
              <a:gd name="T42" fmla="*/ 224 w 256"/>
              <a:gd name="T43" fmla="*/ 156 h 256"/>
              <a:gd name="T44" fmla="*/ 224 w 256"/>
              <a:gd name="T45" fmla="*/ 168 h 256"/>
              <a:gd name="T46" fmla="*/ 160 w 256"/>
              <a:gd name="T47" fmla="*/ 176 h 256"/>
              <a:gd name="T48" fmla="*/ 148 w 256"/>
              <a:gd name="T49" fmla="*/ 157 h 256"/>
              <a:gd name="T50" fmla="*/ 48 w 256"/>
              <a:gd name="T51" fmla="*/ 80 h 256"/>
              <a:gd name="T52" fmla="*/ 104 w 256"/>
              <a:gd name="T53" fmla="*/ 168 h 256"/>
              <a:gd name="T54" fmla="*/ 32 w 256"/>
              <a:gd name="T55" fmla="*/ 180 h 256"/>
              <a:gd name="T56" fmla="*/ 40 w 256"/>
              <a:gd name="T57" fmla="*/ 156 h 256"/>
              <a:gd name="T58" fmla="*/ 0 w 256"/>
              <a:gd name="T59" fmla="*/ 144 h 256"/>
              <a:gd name="T60" fmla="*/ 24 w 256"/>
              <a:gd name="T61" fmla="*/ 156 h 256"/>
              <a:gd name="T62" fmla="*/ 92 w 256"/>
              <a:gd name="T63" fmla="*/ 188 h 256"/>
              <a:gd name="T64" fmla="*/ 116 w 256"/>
              <a:gd name="T65" fmla="*/ 172 h 256"/>
              <a:gd name="T66" fmla="*/ 140 w 256"/>
              <a:gd name="T67" fmla="*/ 159 h 256"/>
              <a:gd name="T68" fmla="*/ 132 w 256"/>
              <a:gd name="T69" fmla="*/ 176 h 256"/>
              <a:gd name="T70" fmla="*/ 228 w 256"/>
              <a:gd name="T71" fmla="*/ 188 h 256"/>
              <a:gd name="T72" fmla="*/ 236 w 256"/>
              <a:gd name="T73" fmla="*/ 152 h 256"/>
              <a:gd name="T74" fmla="*/ 236 w 256"/>
              <a:gd name="T75" fmla="*/ 144 h 256"/>
              <a:gd name="T76" fmla="*/ 128 w 256"/>
              <a:gd name="T77" fmla="*/ 8 h 256"/>
              <a:gd name="T78" fmla="*/ 232 w 256"/>
              <a:gd name="T79" fmla="*/ 244 h 256"/>
              <a:gd name="T80" fmla="*/ 224 w 256"/>
              <a:gd name="T81" fmla="*/ 212 h 256"/>
              <a:gd name="T82" fmla="*/ 24 w 256"/>
              <a:gd name="T83" fmla="*/ 204 h 256"/>
              <a:gd name="T84" fmla="*/ 0 w 256"/>
              <a:gd name="T85" fmla="*/ 248 h 256"/>
              <a:gd name="T86" fmla="*/ 32 w 256"/>
              <a:gd name="T87" fmla="*/ 244 h 256"/>
              <a:gd name="T88" fmla="*/ 32 w 256"/>
              <a:gd name="T89" fmla="*/ 232 h 256"/>
              <a:gd name="T90" fmla="*/ 224 w 256"/>
              <a:gd name="T91" fmla="*/ 232 h 256"/>
              <a:gd name="T92" fmla="*/ 224 w 256"/>
              <a:gd name="T93" fmla="*/ 244 h 256"/>
              <a:gd name="T94" fmla="*/ 256 w 256"/>
              <a:gd name="T95"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56">
                <a:moveTo>
                  <a:pt x="128" y="20"/>
                </a:moveTo>
                <a:cubicBezTo>
                  <a:pt x="95" y="20"/>
                  <a:pt x="68" y="47"/>
                  <a:pt x="68" y="80"/>
                </a:cubicBezTo>
                <a:cubicBezTo>
                  <a:pt x="68" y="113"/>
                  <a:pt x="95" y="140"/>
                  <a:pt x="128" y="140"/>
                </a:cubicBezTo>
                <a:cubicBezTo>
                  <a:pt x="161" y="140"/>
                  <a:pt x="188" y="113"/>
                  <a:pt x="188" y="80"/>
                </a:cubicBezTo>
                <a:cubicBezTo>
                  <a:pt x="188" y="47"/>
                  <a:pt x="161" y="20"/>
                  <a:pt x="128" y="20"/>
                </a:cubicBezTo>
                <a:close/>
                <a:moveTo>
                  <a:pt x="167" y="114"/>
                </a:moveTo>
                <a:cubicBezTo>
                  <a:pt x="165" y="111"/>
                  <a:pt x="165" y="111"/>
                  <a:pt x="165" y="111"/>
                </a:cubicBezTo>
                <a:cubicBezTo>
                  <a:pt x="163" y="110"/>
                  <a:pt x="161" y="110"/>
                  <a:pt x="159" y="111"/>
                </a:cubicBezTo>
                <a:cubicBezTo>
                  <a:pt x="158" y="113"/>
                  <a:pt x="158" y="115"/>
                  <a:pt x="159" y="117"/>
                </a:cubicBezTo>
                <a:cubicBezTo>
                  <a:pt x="162" y="119"/>
                  <a:pt x="162" y="119"/>
                  <a:pt x="162" y="119"/>
                </a:cubicBezTo>
                <a:cubicBezTo>
                  <a:pt x="154" y="126"/>
                  <a:pt x="143" y="131"/>
                  <a:pt x="132" y="132"/>
                </a:cubicBezTo>
                <a:cubicBezTo>
                  <a:pt x="132" y="128"/>
                  <a:pt x="132" y="128"/>
                  <a:pt x="132" y="128"/>
                </a:cubicBezTo>
                <a:cubicBezTo>
                  <a:pt x="132" y="126"/>
                  <a:pt x="130" y="124"/>
                  <a:pt x="128" y="124"/>
                </a:cubicBezTo>
                <a:cubicBezTo>
                  <a:pt x="126" y="124"/>
                  <a:pt x="124" y="126"/>
                  <a:pt x="124" y="128"/>
                </a:cubicBezTo>
                <a:cubicBezTo>
                  <a:pt x="124" y="132"/>
                  <a:pt x="124" y="132"/>
                  <a:pt x="124" y="132"/>
                </a:cubicBezTo>
                <a:cubicBezTo>
                  <a:pt x="113" y="131"/>
                  <a:pt x="102" y="126"/>
                  <a:pt x="94" y="119"/>
                </a:cubicBezTo>
                <a:cubicBezTo>
                  <a:pt x="97" y="117"/>
                  <a:pt x="97" y="117"/>
                  <a:pt x="97" y="117"/>
                </a:cubicBezTo>
                <a:cubicBezTo>
                  <a:pt x="98" y="115"/>
                  <a:pt x="98" y="113"/>
                  <a:pt x="97" y="111"/>
                </a:cubicBezTo>
                <a:cubicBezTo>
                  <a:pt x="95" y="110"/>
                  <a:pt x="93" y="110"/>
                  <a:pt x="91" y="111"/>
                </a:cubicBezTo>
                <a:cubicBezTo>
                  <a:pt x="89" y="114"/>
                  <a:pt x="89" y="114"/>
                  <a:pt x="89" y="114"/>
                </a:cubicBezTo>
                <a:cubicBezTo>
                  <a:pt x="82" y="106"/>
                  <a:pt x="77" y="95"/>
                  <a:pt x="76" y="84"/>
                </a:cubicBezTo>
                <a:cubicBezTo>
                  <a:pt x="80" y="84"/>
                  <a:pt x="80" y="84"/>
                  <a:pt x="80" y="84"/>
                </a:cubicBezTo>
                <a:cubicBezTo>
                  <a:pt x="82" y="84"/>
                  <a:pt x="84" y="82"/>
                  <a:pt x="84" y="80"/>
                </a:cubicBezTo>
                <a:cubicBezTo>
                  <a:pt x="84" y="78"/>
                  <a:pt x="82" y="76"/>
                  <a:pt x="80" y="76"/>
                </a:cubicBezTo>
                <a:cubicBezTo>
                  <a:pt x="76" y="76"/>
                  <a:pt x="76" y="76"/>
                  <a:pt x="76" y="76"/>
                </a:cubicBezTo>
                <a:cubicBezTo>
                  <a:pt x="77" y="65"/>
                  <a:pt x="82" y="54"/>
                  <a:pt x="89" y="46"/>
                </a:cubicBezTo>
                <a:cubicBezTo>
                  <a:pt x="91" y="49"/>
                  <a:pt x="91" y="49"/>
                  <a:pt x="91" y="49"/>
                </a:cubicBezTo>
                <a:cubicBezTo>
                  <a:pt x="92" y="50"/>
                  <a:pt x="93" y="50"/>
                  <a:pt x="94" y="50"/>
                </a:cubicBezTo>
                <a:cubicBezTo>
                  <a:pt x="95" y="50"/>
                  <a:pt x="96" y="50"/>
                  <a:pt x="97" y="49"/>
                </a:cubicBezTo>
                <a:cubicBezTo>
                  <a:pt x="98" y="47"/>
                  <a:pt x="98" y="45"/>
                  <a:pt x="97" y="43"/>
                </a:cubicBezTo>
                <a:cubicBezTo>
                  <a:pt x="94" y="41"/>
                  <a:pt x="94" y="41"/>
                  <a:pt x="94" y="41"/>
                </a:cubicBezTo>
                <a:cubicBezTo>
                  <a:pt x="103" y="33"/>
                  <a:pt x="115" y="28"/>
                  <a:pt x="128" y="28"/>
                </a:cubicBezTo>
                <a:cubicBezTo>
                  <a:pt x="141" y="28"/>
                  <a:pt x="153" y="33"/>
                  <a:pt x="162" y="41"/>
                </a:cubicBezTo>
                <a:cubicBezTo>
                  <a:pt x="159" y="43"/>
                  <a:pt x="159" y="43"/>
                  <a:pt x="159" y="43"/>
                </a:cubicBezTo>
                <a:cubicBezTo>
                  <a:pt x="158" y="45"/>
                  <a:pt x="158" y="47"/>
                  <a:pt x="159" y="49"/>
                </a:cubicBezTo>
                <a:cubicBezTo>
                  <a:pt x="160" y="50"/>
                  <a:pt x="161" y="50"/>
                  <a:pt x="162" y="50"/>
                </a:cubicBezTo>
                <a:cubicBezTo>
                  <a:pt x="163" y="50"/>
                  <a:pt x="164" y="50"/>
                  <a:pt x="165" y="49"/>
                </a:cubicBezTo>
                <a:cubicBezTo>
                  <a:pt x="167" y="46"/>
                  <a:pt x="167" y="46"/>
                  <a:pt x="167" y="46"/>
                </a:cubicBezTo>
                <a:cubicBezTo>
                  <a:pt x="174" y="54"/>
                  <a:pt x="179" y="65"/>
                  <a:pt x="180" y="76"/>
                </a:cubicBezTo>
                <a:cubicBezTo>
                  <a:pt x="176" y="76"/>
                  <a:pt x="176" y="76"/>
                  <a:pt x="176" y="76"/>
                </a:cubicBezTo>
                <a:cubicBezTo>
                  <a:pt x="174" y="76"/>
                  <a:pt x="172" y="78"/>
                  <a:pt x="172" y="80"/>
                </a:cubicBezTo>
                <a:cubicBezTo>
                  <a:pt x="172" y="82"/>
                  <a:pt x="174" y="84"/>
                  <a:pt x="176" y="84"/>
                </a:cubicBezTo>
                <a:cubicBezTo>
                  <a:pt x="180" y="84"/>
                  <a:pt x="180" y="84"/>
                  <a:pt x="180" y="84"/>
                </a:cubicBezTo>
                <a:cubicBezTo>
                  <a:pt x="179" y="95"/>
                  <a:pt x="174" y="106"/>
                  <a:pt x="167" y="114"/>
                </a:cubicBezTo>
                <a:close/>
                <a:moveTo>
                  <a:pt x="132" y="65"/>
                </a:moveTo>
                <a:cubicBezTo>
                  <a:pt x="132" y="44"/>
                  <a:pt x="132" y="44"/>
                  <a:pt x="132" y="44"/>
                </a:cubicBezTo>
                <a:cubicBezTo>
                  <a:pt x="132" y="42"/>
                  <a:pt x="130" y="40"/>
                  <a:pt x="128" y="40"/>
                </a:cubicBezTo>
                <a:cubicBezTo>
                  <a:pt x="126" y="40"/>
                  <a:pt x="124" y="42"/>
                  <a:pt x="124" y="44"/>
                </a:cubicBezTo>
                <a:cubicBezTo>
                  <a:pt x="124" y="65"/>
                  <a:pt x="124" y="65"/>
                  <a:pt x="124" y="65"/>
                </a:cubicBezTo>
                <a:cubicBezTo>
                  <a:pt x="117" y="66"/>
                  <a:pt x="112" y="73"/>
                  <a:pt x="112" y="80"/>
                </a:cubicBezTo>
                <a:cubicBezTo>
                  <a:pt x="112" y="87"/>
                  <a:pt x="117" y="94"/>
                  <a:pt x="124" y="95"/>
                </a:cubicBezTo>
                <a:cubicBezTo>
                  <a:pt x="124" y="96"/>
                  <a:pt x="124" y="96"/>
                  <a:pt x="124" y="96"/>
                </a:cubicBezTo>
                <a:cubicBezTo>
                  <a:pt x="124" y="100"/>
                  <a:pt x="124" y="100"/>
                  <a:pt x="124" y="100"/>
                </a:cubicBezTo>
                <a:cubicBezTo>
                  <a:pt x="124" y="102"/>
                  <a:pt x="126" y="104"/>
                  <a:pt x="128" y="104"/>
                </a:cubicBezTo>
                <a:cubicBezTo>
                  <a:pt x="130" y="104"/>
                  <a:pt x="132" y="102"/>
                  <a:pt x="132" y="100"/>
                </a:cubicBezTo>
                <a:cubicBezTo>
                  <a:pt x="132" y="96"/>
                  <a:pt x="132" y="96"/>
                  <a:pt x="132" y="96"/>
                </a:cubicBezTo>
                <a:cubicBezTo>
                  <a:pt x="132" y="96"/>
                  <a:pt x="132" y="96"/>
                  <a:pt x="132" y="95"/>
                </a:cubicBezTo>
                <a:cubicBezTo>
                  <a:pt x="139" y="94"/>
                  <a:pt x="144" y="87"/>
                  <a:pt x="144" y="80"/>
                </a:cubicBezTo>
                <a:cubicBezTo>
                  <a:pt x="144" y="73"/>
                  <a:pt x="139" y="66"/>
                  <a:pt x="132" y="65"/>
                </a:cubicBezTo>
                <a:close/>
                <a:moveTo>
                  <a:pt x="128" y="88"/>
                </a:moveTo>
                <a:cubicBezTo>
                  <a:pt x="124" y="88"/>
                  <a:pt x="120" y="84"/>
                  <a:pt x="120" y="80"/>
                </a:cubicBezTo>
                <a:cubicBezTo>
                  <a:pt x="120" y="76"/>
                  <a:pt x="124" y="72"/>
                  <a:pt x="128" y="72"/>
                </a:cubicBezTo>
                <a:cubicBezTo>
                  <a:pt x="132" y="72"/>
                  <a:pt x="136" y="76"/>
                  <a:pt x="136" y="80"/>
                </a:cubicBezTo>
                <a:cubicBezTo>
                  <a:pt x="136" y="84"/>
                  <a:pt x="132" y="88"/>
                  <a:pt x="128" y="88"/>
                </a:cubicBezTo>
                <a:close/>
                <a:moveTo>
                  <a:pt x="236" y="144"/>
                </a:moveTo>
                <a:cubicBezTo>
                  <a:pt x="229" y="144"/>
                  <a:pt x="224" y="149"/>
                  <a:pt x="224" y="156"/>
                </a:cubicBezTo>
                <a:cubicBezTo>
                  <a:pt x="216" y="156"/>
                  <a:pt x="216" y="156"/>
                  <a:pt x="216" y="156"/>
                </a:cubicBezTo>
                <a:cubicBezTo>
                  <a:pt x="216" y="168"/>
                  <a:pt x="216" y="168"/>
                  <a:pt x="216" y="168"/>
                </a:cubicBezTo>
                <a:cubicBezTo>
                  <a:pt x="224" y="168"/>
                  <a:pt x="224" y="168"/>
                  <a:pt x="224" y="168"/>
                </a:cubicBezTo>
                <a:cubicBezTo>
                  <a:pt x="224" y="180"/>
                  <a:pt x="224" y="180"/>
                  <a:pt x="224" y="180"/>
                </a:cubicBezTo>
                <a:cubicBezTo>
                  <a:pt x="164" y="180"/>
                  <a:pt x="164" y="180"/>
                  <a:pt x="164" y="180"/>
                </a:cubicBezTo>
                <a:cubicBezTo>
                  <a:pt x="162" y="180"/>
                  <a:pt x="160" y="178"/>
                  <a:pt x="160" y="176"/>
                </a:cubicBezTo>
                <a:cubicBezTo>
                  <a:pt x="160" y="172"/>
                  <a:pt x="156" y="168"/>
                  <a:pt x="152" y="168"/>
                </a:cubicBezTo>
                <a:cubicBezTo>
                  <a:pt x="148" y="168"/>
                  <a:pt x="148" y="168"/>
                  <a:pt x="148" y="168"/>
                </a:cubicBezTo>
                <a:cubicBezTo>
                  <a:pt x="148" y="157"/>
                  <a:pt x="148" y="157"/>
                  <a:pt x="148" y="157"/>
                </a:cubicBezTo>
                <a:cubicBezTo>
                  <a:pt x="182" y="148"/>
                  <a:pt x="208" y="117"/>
                  <a:pt x="208" y="80"/>
                </a:cubicBezTo>
                <a:cubicBezTo>
                  <a:pt x="208" y="36"/>
                  <a:pt x="172" y="0"/>
                  <a:pt x="128" y="0"/>
                </a:cubicBezTo>
                <a:cubicBezTo>
                  <a:pt x="84" y="0"/>
                  <a:pt x="48" y="36"/>
                  <a:pt x="48" y="80"/>
                </a:cubicBezTo>
                <a:cubicBezTo>
                  <a:pt x="48" y="117"/>
                  <a:pt x="74" y="148"/>
                  <a:pt x="108" y="157"/>
                </a:cubicBezTo>
                <a:cubicBezTo>
                  <a:pt x="108" y="168"/>
                  <a:pt x="108" y="168"/>
                  <a:pt x="108" y="168"/>
                </a:cubicBezTo>
                <a:cubicBezTo>
                  <a:pt x="104" y="168"/>
                  <a:pt x="104" y="168"/>
                  <a:pt x="104" y="168"/>
                </a:cubicBezTo>
                <a:cubicBezTo>
                  <a:pt x="100" y="168"/>
                  <a:pt x="96" y="172"/>
                  <a:pt x="96" y="176"/>
                </a:cubicBezTo>
                <a:cubicBezTo>
                  <a:pt x="96" y="178"/>
                  <a:pt x="94" y="180"/>
                  <a:pt x="92" y="180"/>
                </a:cubicBezTo>
                <a:cubicBezTo>
                  <a:pt x="32" y="180"/>
                  <a:pt x="32" y="180"/>
                  <a:pt x="32" y="180"/>
                </a:cubicBezTo>
                <a:cubicBezTo>
                  <a:pt x="32" y="168"/>
                  <a:pt x="32" y="168"/>
                  <a:pt x="32" y="168"/>
                </a:cubicBezTo>
                <a:cubicBezTo>
                  <a:pt x="40" y="168"/>
                  <a:pt x="40" y="168"/>
                  <a:pt x="40" y="168"/>
                </a:cubicBezTo>
                <a:cubicBezTo>
                  <a:pt x="40" y="156"/>
                  <a:pt x="40" y="156"/>
                  <a:pt x="40" y="156"/>
                </a:cubicBezTo>
                <a:cubicBezTo>
                  <a:pt x="32" y="156"/>
                  <a:pt x="32" y="156"/>
                  <a:pt x="32" y="156"/>
                </a:cubicBezTo>
                <a:cubicBezTo>
                  <a:pt x="32" y="149"/>
                  <a:pt x="27" y="144"/>
                  <a:pt x="20" y="144"/>
                </a:cubicBezTo>
                <a:cubicBezTo>
                  <a:pt x="0" y="144"/>
                  <a:pt x="0" y="144"/>
                  <a:pt x="0" y="144"/>
                </a:cubicBezTo>
                <a:cubicBezTo>
                  <a:pt x="0" y="152"/>
                  <a:pt x="0" y="152"/>
                  <a:pt x="0" y="152"/>
                </a:cubicBezTo>
                <a:cubicBezTo>
                  <a:pt x="20" y="152"/>
                  <a:pt x="20" y="152"/>
                  <a:pt x="20" y="152"/>
                </a:cubicBezTo>
                <a:cubicBezTo>
                  <a:pt x="22" y="152"/>
                  <a:pt x="24" y="154"/>
                  <a:pt x="24" y="156"/>
                </a:cubicBezTo>
                <a:cubicBezTo>
                  <a:pt x="24" y="184"/>
                  <a:pt x="24" y="184"/>
                  <a:pt x="24" y="184"/>
                </a:cubicBezTo>
                <a:cubicBezTo>
                  <a:pt x="24" y="186"/>
                  <a:pt x="26" y="188"/>
                  <a:pt x="28" y="188"/>
                </a:cubicBezTo>
                <a:cubicBezTo>
                  <a:pt x="92" y="188"/>
                  <a:pt x="92" y="188"/>
                  <a:pt x="92" y="188"/>
                </a:cubicBezTo>
                <a:cubicBezTo>
                  <a:pt x="99" y="188"/>
                  <a:pt x="104" y="183"/>
                  <a:pt x="104" y="176"/>
                </a:cubicBezTo>
                <a:cubicBezTo>
                  <a:pt x="112" y="176"/>
                  <a:pt x="112" y="176"/>
                  <a:pt x="112" y="176"/>
                </a:cubicBezTo>
                <a:cubicBezTo>
                  <a:pt x="114" y="176"/>
                  <a:pt x="116" y="174"/>
                  <a:pt x="116" y="172"/>
                </a:cubicBezTo>
                <a:cubicBezTo>
                  <a:pt x="116" y="159"/>
                  <a:pt x="116" y="159"/>
                  <a:pt x="116" y="159"/>
                </a:cubicBezTo>
                <a:cubicBezTo>
                  <a:pt x="120" y="160"/>
                  <a:pt x="124" y="160"/>
                  <a:pt x="128" y="160"/>
                </a:cubicBezTo>
                <a:cubicBezTo>
                  <a:pt x="132" y="160"/>
                  <a:pt x="136" y="160"/>
                  <a:pt x="140" y="159"/>
                </a:cubicBezTo>
                <a:cubicBezTo>
                  <a:pt x="140" y="168"/>
                  <a:pt x="140" y="168"/>
                  <a:pt x="140" y="168"/>
                </a:cubicBezTo>
                <a:cubicBezTo>
                  <a:pt x="132" y="168"/>
                  <a:pt x="132" y="168"/>
                  <a:pt x="132" y="168"/>
                </a:cubicBezTo>
                <a:cubicBezTo>
                  <a:pt x="132" y="176"/>
                  <a:pt x="132" y="176"/>
                  <a:pt x="132" y="176"/>
                </a:cubicBezTo>
                <a:cubicBezTo>
                  <a:pt x="152" y="176"/>
                  <a:pt x="152" y="176"/>
                  <a:pt x="152" y="176"/>
                </a:cubicBezTo>
                <a:cubicBezTo>
                  <a:pt x="152" y="183"/>
                  <a:pt x="157" y="188"/>
                  <a:pt x="164" y="188"/>
                </a:cubicBezTo>
                <a:cubicBezTo>
                  <a:pt x="228" y="188"/>
                  <a:pt x="228" y="188"/>
                  <a:pt x="228" y="188"/>
                </a:cubicBezTo>
                <a:cubicBezTo>
                  <a:pt x="230" y="188"/>
                  <a:pt x="232" y="186"/>
                  <a:pt x="232" y="184"/>
                </a:cubicBezTo>
                <a:cubicBezTo>
                  <a:pt x="232" y="156"/>
                  <a:pt x="232" y="156"/>
                  <a:pt x="232" y="156"/>
                </a:cubicBezTo>
                <a:cubicBezTo>
                  <a:pt x="232" y="154"/>
                  <a:pt x="234" y="152"/>
                  <a:pt x="236" y="152"/>
                </a:cubicBezTo>
                <a:cubicBezTo>
                  <a:pt x="256" y="152"/>
                  <a:pt x="256" y="152"/>
                  <a:pt x="256" y="152"/>
                </a:cubicBezTo>
                <a:cubicBezTo>
                  <a:pt x="256" y="144"/>
                  <a:pt x="256" y="144"/>
                  <a:pt x="256" y="144"/>
                </a:cubicBezTo>
                <a:lnTo>
                  <a:pt x="236" y="144"/>
                </a:lnTo>
                <a:close/>
                <a:moveTo>
                  <a:pt x="128" y="152"/>
                </a:moveTo>
                <a:cubicBezTo>
                  <a:pt x="88" y="152"/>
                  <a:pt x="56" y="120"/>
                  <a:pt x="56" y="80"/>
                </a:cubicBezTo>
                <a:cubicBezTo>
                  <a:pt x="56" y="40"/>
                  <a:pt x="88" y="8"/>
                  <a:pt x="128" y="8"/>
                </a:cubicBezTo>
                <a:cubicBezTo>
                  <a:pt x="168" y="8"/>
                  <a:pt x="200" y="40"/>
                  <a:pt x="200" y="80"/>
                </a:cubicBezTo>
                <a:cubicBezTo>
                  <a:pt x="200" y="120"/>
                  <a:pt x="168" y="152"/>
                  <a:pt x="128" y="152"/>
                </a:cubicBezTo>
                <a:close/>
                <a:moveTo>
                  <a:pt x="232" y="244"/>
                </a:moveTo>
                <a:cubicBezTo>
                  <a:pt x="232" y="204"/>
                  <a:pt x="232" y="204"/>
                  <a:pt x="232" y="204"/>
                </a:cubicBezTo>
                <a:cubicBezTo>
                  <a:pt x="224" y="204"/>
                  <a:pt x="224" y="204"/>
                  <a:pt x="224" y="204"/>
                </a:cubicBezTo>
                <a:cubicBezTo>
                  <a:pt x="224" y="212"/>
                  <a:pt x="224" y="212"/>
                  <a:pt x="224" y="212"/>
                </a:cubicBezTo>
                <a:cubicBezTo>
                  <a:pt x="32" y="212"/>
                  <a:pt x="32" y="212"/>
                  <a:pt x="32" y="212"/>
                </a:cubicBezTo>
                <a:cubicBezTo>
                  <a:pt x="32" y="204"/>
                  <a:pt x="32" y="204"/>
                  <a:pt x="32" y="204"/>
                </a:cubicBezTo>
                <a:cubicBezTo>
                  <a:pt x="24" y="204"/>
                  <a:pt x="24" y="204"/>
                  <a:pt x="24" y="204"/>
                </a:cubicBezTo>
                <a:cubicBezTo>
                  <a:pt x="24" y="244"/>
                  <a:pt x="24" y="244"/>
                  <a:pt x="24" y="244"/>
                </a:cubicBezTo>
                <a:cubicBezTo>
                  <a:pt x="24" y="246"/>
                  <a:pt x="22" y="248"/>
                  <a:pt x="20" y="248"/>
                </a:cubicBezTo>
                <a:cubicBezTo>
                  <a:pt x="0" y="248"/>
                  <a:pt x="0" y="248"/>
                  <a:pt x="0" y="248"/>
                </a:cubicBezTo>
                <a:cubicBezTo>
                  <a:pt x="0" y="256"/>
                  <a:pt x="0" y="256"/>
                  <a:pt x="0" y="256"/>
                </a:cubicBezTo>
                <a:cubicBezTo>
                  <a:pt x="20" y="256"/>
                  <a:pt x="20" y="256"/>
                  <a:pt x="20" y="256"/>
                </a:cubicBezTo>
                <a:cubicBezTo>
                  <a:pt x="27" y="256"/>
                  <a:pt x="32" y="251"/>
                  <a:pt x="32" y="244"/>
                </a:cubicBezTo>
                <a:cubicBezTo>
                  <a:pt x="40" y="244"/>
                  <a:pt x="40" y="244"/>
                  <a:pt x="40" y="244"/>
                </a:cubicBezTo>
                <a:cubicBezTo>
                  <a:pt x="40" y="232"/>
                  <a:pt x="40" y="232"/>
                  <a:pt x="40" y="232"/>
                </a:cubicBezTo>
                <a:cubicBezTo>
                  <a:pt x="32" y="232"/>
                  <a:pt x="32" y="232"/>
                  <a:pt x="32" y="232"/>
                </a:cubicBezTo>
                <a:cubicBezTo>
                  <a:pt x="32" y="220"/>
                  <a:pt x="32" y="220"/>
                  <a:pt x="32" y="220"/>
                </a:cubicBezTo>
                <a:cubicBezTo>
                  <a:pt x="224" y="220"/>
                  <a:pt x="224" y="220"/>
                  <a:pt x="224" y="220"/>
                </a:cubicBezTo>
                <a:cubicBezTo>
                  <a:pt x="224" y="232"/>
                  <a:pt x="224" y="232"/>
                  <a:pt x="224" y="232"/>
                </a:cubicBezTo>
                <a:cubicBezTo>
                  <a:pt x="216" y="232"/>
                  <a:pt x="216" y="232"/>
                  <a:pt x="216" y="232"/>
                </a:cubicBezTo>
                <a:cubicBezTo>
                  <a:pt x="216" y="244"/>
                  <a:pt x="216" y="244"/>
                  <a:pt x="216" y="244"/>
                </a:cubicBezTo>
                <a:cubicBezTo>
                  <a:pt x="224" y="244"/>
                  <a:pt x="224" y="244"/>
                  <a:pt x="224" y="244"/>
                </a:cubicBezTo>
                <a:cubicBezTo>
                  <a:pt x="224" y="251"/>
                  <a:pt x="229" y="256"/>
                  <a:pt x="236" y="256"/>
                </a:cubicBezTo>
                <a:cubicBezTo>
                  <a:pt x="256" y="256"/>
                  <a:pt x="256" y="256"/>
                  <a:pt x="256" y="256"/>
                </a:cubicBezTo>
                <a:cubicBezTo>
                  <a:pt x="256" y="248"/>
                  <a:pt x="256" y="248"/>
                  <a:pt x="256" y="248"/>
                </a:cubicBezTo>
                <a:cubicBezTo>
                  <a:pt x="236" y="248"/>
                  <a:pt x="236" y="248"/>
                  <a:pt x="236" y="248"/>
                </a:cubicBezTo>
                <a:cubicBezTo>
                  <a:pt x="234" y="248"/>
                  <a:pt x="232" y="246"/>
                  <a:pt x="232" y="24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32" name="Freeform 113">
            <a:extLst>
              <a:ext uri="{FF2B5EF4-FFF2-40B4-BE49-F238E27FC236}">
                <a16:creationId xmlns:a16="http://schemas.microsoft.com/office/drawing/2014/main" id="{65A8CCEF-004F-4EFB-AAFB-3DE0BE2AD48B}"/>
              </a:ext>
            </a:extLst>
          </p:cNvPr>
          <p:cNvSpPr>
            <a:spLocks noChangeAspect="1" noEditPoints="1"/>
          </p:cNvSpPr>
          <p:nvPr/>
        </p:nvSpPr>
        <p:spPr bwMode="auto">
          <a:xfrm>
            <a:off x="6378964" y="4435476"/>
            <a:ext cx="400050" cy="257175"/>
          </a:xfrm>
          <a:custGeom>
            <a:avLst/>
            <a:gdLst>
              <a:gd name="T0" fmla="*/ 224 w 256"/>
              <a:gd name="T1" fmla="*/ 24 h 164"/>
              <a:gd name="T2" fmla="*/ 183 w 256"/>
              <a:gd name="T3" fmla="*/ 36 h 164"/>
              <a:gd name="T4" fmla="*/ 128 w 256"/>
              <a:gd name="T5" fmla="*/ 0 h 164"/>
              <a:gd name="T6" fmla="*/ 73 w 256"/>
              <a:gd name="T7" fmla="*/ 36 h 164"/>
              <a:gd name="T8" fmla="*/ 32 w 256"/>
              <a:gd name="T9" fmla="*/ 24 h 164"/>
              <a:gd name="T10" fmla="*/ 0 w 256"/>
              <a:gd name="T11" fmla="*/ 24 h 164"/>
              <a:gd name="T12" fmla="*/ 28 w 256"/>
              <a:gd name="T13" fmla="*/ 148 h 164"/>
              <a:gd name="T14" fmla="*/ 52 w 256"/>
              <a:gd name="T15" fmla="*/ 132 h 164"/>
              <a:gd name="T16" fmla="*/ 69 w 256"/>
              <a:gd name="T17" fmla="*/ 136 h 164"/>
              <a:gd name="T18" fmla="*/ 188 w 256"/>
              <a:gd name="T19" fmla="*/ 136 h 164"/>
              <a:gd name="T20" fmla="*/ 224 w 256"/>
              <a:gd name="T21" fmla="*/ 132 h 164"/>
              <a:gd name="T22" fmla="*/ 252 w 256"/>
              <a:gd name="T23" fmla="*/ 148 h 164"/>
              <a:gd name="T24" fmla="*/ 252 w 256"/>
              <a:gd name="T25" fmla="*/ 20 h 164"/>
              <a:gd name="T26" fmla="*/ 8 w 256"/>
              <a:gd name="T27" fmla="*/ 28 h 164"/>
              <a:gd name="T28" fmla="*/ 56 w 256"/>
              <a:gd name="T29" fmla="*/ 116 h 164"/>
              <a:gd name="T30" fmla="*/ 32 w 256"/>
              <a:gd name="T31" fmla="*/ 124 h 164"/>
              <a:gd name="T32" fmla="*/ 52 w 256"/>
              <a:gd name="T33" fmla="*/ 88 h 164"/>
              <a:gd name="T34" fmla="*/ 197 w 256"/>
              <a:gd name="T35" fmla="*/ 128 h 164"/>
              <a:gd name="T36" fmla="*/ 188 w 256"/>
              <a:gd name="T37" fmla="*/ 127 h 164"/>
              <a:gd name="T38" fmla="*/ 73 w 256"/>
              <a:gd name="T39" fmla="*/ 128 h 164"/>
              <a:gd name="T40" fmla="*/ 64 w 256"/>
              <a:gd name="T41" fmla="*/ 129 h 164"/>
              <a:gd name="T42" fmla="*/ 60 w 256"/>
              <a:gd name="T43" fmla="*/ 123 h 164"/>
              <a:gd name="T44" fmla="*/ 60 w 256"/>
              <a:gd name="T45" fmla="*/ 88 h 164"/>
              <a:gd name="T46" fmla="*/ 124 w 256"/>
              <a:gd name="T47" fmla="*/ 12 h 164"/>
              <a:gd name="T48" fmla="*/ 132 w 256"/>
              <a:gd name="T49" fmla="*/ 16 h 164"/>
              <a:gd name="T50" fmla="*/ 190 w 256"/>
              <a:gd name="T51" fmla="*/ 115 h 164"/>
              <a:gd name="T52" fmla="*/ 197 w 256"/>
              <a:gd name="T53" fmla="*/ 128 h 164"/>
              <a:gd name="T54" fmla="*/ 205 w 256"/>
              <a:gd name="T55" fmla="*/ 123 h 164"/>
              <a:gd name="T56" fmla="*/ 204 w 256"/>
              <a:gd name="T57" fmla="*/ 88 h 164"/>
              <a:gd name="T58" fmla="*/ 224 w 256"/>
              <a:gd name="T59" fmla="*/ 124 h 164"/>
              <a:gd name="T60" fmla="*/ 232 w 256"/>
              <a:gd name="T61" fmla="*/ 28 h 164"/>
              <a:gd name="T62" fmla="*/ 137 w 256"/>
              <a:gd name="T63" fmla="*/ 37 h 164"/>
              <a:gd name="T64" fmla="*/ 132 w 256"/>
              <a:gd name="T65" fmla="*/ 74 h 164"/>
              <a:gd name="T66" fmla="*/ 142 w 256"/>
              <a:gd name="T67" fmla="*/ 91 h 164"/>
              <a:gd name="T68" fmla="*/ 174 w 256"/>
              <a:gd name="T69" fmla="*/ 108 h 164"/>
              <a:gd name="T70" fmla="*/ 137 w 256"/>
              <a:gd name="T71" fmla="*/ 37 h 164"/>
              <a:gd name="T72" fmla="*/ 140 w 256"/>
              <a:gd name="T73" fmla="*/ 72 h 164"/>
              <a:gd name="T74" fmla="*/ 171 w 256"/>
              <a:gd name="T75" fmla="*/ 99 h 164"/>
              <a:gd name="T76" fmla="*/ 124 w 256"/>
              <a:gd name="T77" fmla="*/ 74 h 164"/>
              <a:gd name="T78" fmla="*/ 119 w 256"/>
              <a:gd name="T79" fmla="*/ 37 h 164"/>
              <a:gd name="T80" fmla="*/ 82 w 256"/>
              <a:gd name="T81" fmla="*/ 108 h 164"/>
              <a:gd name="T82" fmla="*/ 114 w 256"/>
              <a:gd name="T83" fmla="*/ 91 h 164"/>
              <a:gd name="T84" fmla="*/ 85 w 256"/>
              <a:gd name="T85" fmla="*/ 99 h 164"/>
              <a:gd name="T86" fmla="*/ 116 w 256"/>
              <a:gd name="T87" fmla="*/ 72 h 164"/>
              <a:gd name="T88" fmla="*/ 138 w 256"/>
              <a:gd name="T89" fmla="*/ 98 h 164"/>
              <a:gd name="T90" fmla="*/ 118 w 256"/>
              <a:gd name="T91" fmla="*/ 98 h 164"/>
              <a:gd name="T92" fmla="*/ 88 w 256"/>
              <a:gd name="T93" fmla="*/ 121 h 164"/>
              <a:gd name="T94" fmla="*/ 169 w 256"/>
              <a:gd name="T95" fmla="*/ 118 h 164"/>
              <a:gd name="T96" fmla="*/ 97 w 256"/>
              <a:gd name="T97" fmla="*/ 120 h 164"/>
              <a:gd name="T98" fmla="*/ 159 w 256"/>
              <a:gd name="T99" fmla="*/ 12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6" h="164">
                <a:moveTo>
                  <a:pt x="252" y="20"/>
                </a:moveTo>
                <a:cubicBezTo>
                  <a:pt x="228" y="20"/>
                  <a:pt x="228" y="20"/>
                  <a:pt x="228" y="20"/>
                </a:cubicBezTo>
                <a:cubicBezTo>
                  <a:pt x="226" y="20"/>
                  <a:pt x="224" y="22"/>
                  <a:pt x="224" y="24"/>
                </a:cubicBezTo>
                <a:cubicBezTo>
                  <a:pt x="224" y="36"/>
                  <a:pt x="224" y="36"/>
                  <a:pt x="224" y="36"/>
                </a:cubicBezTo>
                <a:cubicBezTo>
                  <a:pt x="184" y="36"/>
                  <a:pt x="184" y="36"/>
                  <a:pt x="184" y="36"/>
                </a:cubicBezTo>
                <a:cubicBezTo>
                  <a:pt x="184" y="36"/>
                  <a:pt x="184" y="36"/>
                  <a:pt x="183" y="36"/>
                </a:cubicBezTo>
                <a:cubicBezTo>
                  <a:pt x="172" y="24"/>
                  <a:pt x="157" y="16"/>
                  <a:pt x="140" y="13"/>
                </a:cubicBezTo>
                <a:cubicBezTo>
                  <a:pt x="140" y="12"/>
                  <a:pt x="140" y="12"/>
                  <a:pt x="140" y="12"/>
                </a:cubicBezTo>
                <a:cubicBezTo>
                  <a:pt x="140" y="5"/>
                  <a:pt x="135" y="0"/>
                  <a:pt x="128" y="0"/>
                </a:cubicBezTo>
                <a:cubicBezTo>
                  <a:pt x="121" y="0"/>
                  <a:pt x="116" y="5"/>
                  <a:pt x="116" y="12"/>
                </a:cubicBezTo>
                <a:cubicBezTo>
                  <a:pt x="116" y="13"/>
                  <a:pt x="116" y="13"/>
                  <a:pt x="116" y="13"/>
                </a:cubicBezTo>
                <a:cubicBezTo>
                  <a:pt x="99" y="16"/>
                  <a:pt x="84" y="24"/>
                  <a:pt x="73" y="36"/>
                </a:cubicBezTo>
                <a:cubicBezTo>
                  <a:pt x="72" y="36"/>
                  <a:pt x="72" y="36"/>
                  <a:pt x="72" y="36"/>
                </a:cubicBezTo>
                <a:cubicBezTo>
                  <a:pt x="32" y="36"/>
                  <a:pt x="32" y="36"/>
                  <a:pt x="32" y="36"/>
                </a:cubicBezTo>
                <a:cubicBezTo>
                  <a:pt x="32" y="24"/>
                  <a:pt x="32" y="24"/>
                  <a:pt x="32" y="24"/>
                </a:cubicBezTo>
                <a:cubicBezTo>
                  <a:pt x="32" y="22"/>
                  <a:pt x="30" y="20"/>
                  <a:pt x="28" y="20"/>
                </a:cubicBezTo>
                <a:cubicBezTo>
                  <a:pt x="4" y="20"/>
                  <a:pt x="4" y="20"/>
                  <a:pt x="4" y="20"/>
                </a:cubicBezTo>
                <a:cubicBezTo>
                  <a:pt x="2" y="20"/>
                  <a:pt x="0" y="22"/>
                  <a:pt x="0" y="24"/>
                </a:cubicBezTo>
                <a:cubicBezTo>
                  <a:pt x="0" y="144"/>
                  <a:pt x="0" y="144"/>
                  <a:pt x="0" y="144"/>
                </a:cubicBezTo>
                <a:cubicBezTo>
                  <a:pt x="0" y="146"/>
                  <a:pt x="2" y="148"/>
                  <a:pt x="4" y="148"/>
                </a:cubicBezTo>
                <a:cubicBezTo>
                  <a:pt x="28" y="148"/>
                  <a:pt x="28" y="148"/>
                  <a:pt x="28" y="148"/>
                </a:cubicBezTo>
                <a:cubicBezTo>
                  <a:pt x="30" y="148"/>
                  <a:pt x="32" y="146"/>
                  <a:pt x="32" y="144"/>
                </a:cubicBezTo>
                <a:cubicBezTo>
                  <a:pt x="32" y="132"/>
                  <a:pt x="32" y="132"/>
                  <a:pt x="32" y="132"/>
                </a:cubicBezTo>
                <a:cubicBezTo>
                  <a:pt x="52" y="132"/>
                  <a:pt x="52" y="132"/>
                  <a:pt x="52" y="132"/>
                </a:cubicBezTo>
                <a:cubicBezTo>
                  <a:pt x="53" y="135"/>
                  <a:pt x="56" y="137"/>
                  <a:pt x="59" y="138"/>
                </a:cubicBezTo>
                <a:cubicBezTo>
                  <a:pt x="62" y="138"/>
                  <a:pt x="65" y="138"/>
                  <a:pt x="68" y="136"/>
                </a:cubicBezTo>
                <a:cubicBezTo>
                  <a:pt x="69" y="136"/>
                  <a:pt x="69" y="136"/>
                  <a:pt x="69" y="136"/>
                </a:cubicBezTo>
                <a:cubicBezTo>
                  <a:pt x="84" y="154"/>
                  <a:pt x="105" y="164"/>
                  <a:pt x="128" y="164"/>
                </a:cubicBezTo>
                <a:cubicBezTo>
                  <a:pt x="151" y="164"/>
                  <a:pt x="172" y="154"/>
                  <a:pt x="187" y="136"/>
                </a:cubicBezTo>
                <a:cubicBezTo>
                  <a:pt x="188" y="136"/>
                  <a:pt x="188" y="136"/>
                  <a:pt x="188" y="136"/>
                </a:cubicBezTo>
                <a:cubicBezTo>
                  <a:pt x="191" y="138"/>
                  <a:pt x="194" y="138"/>
                  <a:pt x="197" y="138"/>
                </a:cubicBezTo>
                <a:cubicBezTo>
                  <a:pt x="200" y="137"/>
                  <a:pt x="203" y="135"/>
                  <a:pt x="204" y="132"/>
                </a:cubicBezTo>
                <a:cubicBezTo>
                  <a:pt x="224" y="132"/>
                  <a:pt x="224" y="132"/>
                  <a:pt x="224" y="132"/>
                </a:cubicBezTo>
                <a:cubicBezTo>
                  <a:pt x="224" y="144"/>
                  <a:pt x="224" y="144"/>
                  <a:pt x="224" y="144"/>
                </a:cubicBezTo>
                <a:cubicBezTo>
                  <a:pt x="224" y="146"/>
                  <a:pt x="226" y="148"/>
                  <a:pt x="228" y="148"/>
                </a:cubicBezTo>
                <a:cubicBezTo>
                  <a:pt x="252" y="148"/>
                  <a:pt x="252" y="148"/>
                  <a:pt x="252" y="148"/>
                </a:cubicBezTo>
                <a:cubicBezTo>
                  <a:pt x="254" y="148"/>
                  <a:pt x="256" y="146"/>
                  <a:pt x="256" y="144"/>
                </a:cubicBezTo>
                <a:cubicBezTo>
                  <a:pt x="256" y="24"/>
                  <a:pt x="256" y="24"/>
                  <a:pt x="256" y="24"/>
                </a:cubicBezTo>
                <a:cubicBezTo>
                  <a:pt x="256" y="22"/>
                  <a:pt x="254" y="20"/>
                  <a:pt x="252" y="20"/>
                </a:cubicBezTo>
                <a:close/>
                <a:moveTo>
                  <a:pt x="24" y="140"/>
                </a:moveTo>
                <a:cubicBezTo>
                  <a:pt x="8" y="140"/>
                  <a:pt x="8" y="140"/>
                  <a:pt x="8" y="140"/>
                </a:cubicBezTo>
                <a:cubicBezTo>
                  <a:pt x="8" y="28"/>
                  <a:pt x="8" y="28"/>
                  <a:pt x="8" y="28"/>
                </a:cubicBezTo>
                <a:cubicBezTo>
                  <a:pt x="24" y="28"/>
                  <a:pt x="24" y="28"/>
                  <a:pt x="24" y="28"/>
                </a:cubicBezTo>
                <a:lnTo>
                  <a:pt x="24" y="140"/>
                </a:lnTo>
                <a:close/>
                <a:moveTo>
                  <a:pt x="56" y="116"/>
                </a:moveTo>
                <a:cubicBezTo>
                  <a:pt x="53" y="117"/>
                  <a:pt x="51" y="120"/>
                  <a:pt x="51" y="123"/>
                </a:cubicBezTo>
                <a:cubicBezTo>
                  <a:pt x="50" y="123"/>
                  <a:pt x="50" y="124"/>
                  <a:pt x="50" y="124"/>
                </a:cubicBezTo>
                <a:cubicBezTo>
                  <a:pt x="32" y="124"/>
                  <a:pt x="32" y="124"/>
                  <a:pt x="32" y="124"/>
                </a:cubicBezTo>
                <a:cubicBezTo>
                  <a:pt x="32" y="44"/>
                  <a:pt x="32" y="44"/>
                  <a:pt x="32" y="44"/>
                </a:cubicBezTo>
                <a:cubicBezTo>
                  <a:pt x="66" y="44"/>
                  <a:pt x="66" y="44"/>
                  <a:pt x="66" y="44"/>
                </a:cubicBezTo>
                <a:cubicBezTo>
                  <a:pt x="57" y="56"/>
                  <a:pt x="52" y="72"/>
                  <a:pt x="52" y="88"/>
                </a:cubicBezTo>
                <a:cubicBezTo>
                  <a:pt x="52" y="97"/>
                  <a:pt x="54" y="106"/>
                  <a:pt x="57" y="115"/>
                </a:cubicBezTo>
                <a:lnTo>
                  <a:pt x="56" y="116"/>
                </a:lnTo>
                <a:close/>
                <a:moveTo>
                  <a:pt x="197" y="128"/>
                </a:moveTo>
                <a:cubicBezTo>
                  <a:pt x="197" y="129"/>
                  <a:pt x="196" y="130"/>
                  <a:pt x="195" y="130"/>
                </a:cubicBezTo>
                <a:cubicBezTo>
                  <a:pt x="194" y="130"/>
                  <a:pt x="193" y="130"/>
                  <a:pt x="192" y="129"/>
                </a:cubicBezTo>
                <a:cubicBezTo>
                  <a:pt x="188" y="127"/>
                  <a:pt x="188" y="127"/>
                  <a:pt x="188" y="127"/>
                </a:cubicBezTo>
                <a:cubicBezTo>
                  <a:pt x="186" y="126"/>
                  <a:pt x="184" y="127"/>
                  <a:pt x="183" y="128"/>
                </a:cubicBezTo>
                <a:cubicBezTo>
                  <a:pt x="170" y="146"/>
                  <a:pt x="150" y="156"/>
                  <a:pt x="128" y="156"/>
                </a:cubicBezTo>
                <a:cubicBezTo>
                  <a:pt x="106" y="156"/>
                  <a:pt x="86" y="146"/>
                  <a:pt x="73" y="128"/>
                </a:cubicBezTo>
                <a:cubicBezTo>
                  <a:pt x="73" y="127"/>
                  <a:pt x="71" y="127"/>
                  <a:pt x="70" y="127"/>
                </a:cubicBezTo>
                <a:cubicBezTo>
                  <a:pt x="69" y="127"/>
                  <a:pt x="69" y="127"/>
                  <a:pt x="68" y="127"/>
                </a:cubicBezTo>
                <a:cubicBezTo>
                  <a:pt x="64" y="129"/>
                  <a:pt x="64" y="129"/>
                  <a:pt x="64" y="129"/>
                </a:cubicBezTo>
                <a:cubicBezTo>
                  <a:pt x="63" y="130"/>
                  <a:pt x="62" y="130"/>
                  <a:pt x="61" y="130"/>
                </a:cubicBezTo>
                <a:cubicBezTo>
                  <a:pt x="60" y="130"/>
                  <a:pt x="59" y="129"/>
                  <a:pt x="59" y="128"/>
                </a:cubicBezTo>
                <a:cubicBezTo>
                  <a:pt x="58" y="126"/>
                  <a:pt x="58" y="124"/>
                  <a:pt x="60" y="123"/>
                </a:cubicBezTo>
                <a:cubicBezTo>
                  <a:pt x="64" y="120"/>
                  <a:pt x="64" y="120"/>
                  <a:pt x="64" y="120"/>
                </a:cubicBezTo>
                <a:cubicBezTo>
                  <a:pt x="66" y="119"/>
                  <a:pt x="67" y="117"/>
                  <a:pt x="66" y="115"/>
                </a:cubicBezTo>
                <a:cubicBezTo>
                  <a:pt x="62" y="107"/>
                  <a:pt x="60" y="97"/>
                  <a:pt x="60" y="88"/>
                </a:cubicBezTo>
                <a:cubicBezTo>
                  <a:pt x="60" y="53"/>
                  <a:pt x="86" y="24"/>
                  <a:pt x="120" y="20"/>
                </a:cubicBezTo>
                <a:cubicBezTo>
                  <a:pt x="122" y="20"/>
                  <a:pt x="124" y="19"/>
                  <a:pt x="124" y="16"/>
                </a:cubicBezTo>
                <a:cubicBezTo>
                  <a:pt x="124" y="12"/>
                  <a:pt x="124" y="12"/>
                  <a:pt x="124" y="12"/>
                </a:cubicBezTo>
                <a:cubicBezTo>
                  <a:pt x="124" y="10"/>
                  <a:pt x="126" y="8"/>
                  <a:pt x="128" y="8"/>
                </a:cubicBezTo>
                <a:cubicBezTo>
                  <a:pt x="130" y="8"/>
                  <a:pt x="132" y="10"/>
                  <a:pt x="132" y="12"/>
                </a:cubicBezTo>
                <a:cubicBezTo>
                  <a:pt x="132" y="16"/>
                  <a:pt x="132" y="16"/>
                  <a:pt x="132" y="16"/>
                </a:cubicBezTo>
                <a:cubicBezTo>
                  <a:pt x="132" y="19"/>
                  <a:pt x="134" y="20"/>
                  <a:pt x="136" y="20"/>
                </a:cubicBezTo>
                <a:cubicBezTo>
                  <a:pt x="170" y="24"/>
                  <a:pt x="196" y="53"/>
                  <a:pt x="196" y="88"/>
                </a:cubicBezTo>
                <a:cubicBezTo>
                  <a:pt x="196" y="97"/>
                  <a:pt x="194" y="107"/>
                  <a:pt x="190" y="115"/>
                </a:cubicBezTo>
                <a:cubicBezTo>
                  <a:pt x="189" y="117"/>
                  <a:pt x="190" y="119"/>
                  <a:pt x="192" y="120"/>
                </a:cubicBezTo>
                <a:cubicBezTo>
                  <a:pt x="196" y="123"/>
                  <a:pt x="196" y="123"/>
                  <a:pt x="196" y="123"/>
                </a:cubicBezTo>
                <a:cubicBezTo>
                  <a:pt x="198" y="124"/>
                  <a:pt x="198" y="126"/>
                  <a:pt x="197" y="128"/>
                </a:cubicBezTo>
                <a:close/>
                <a:moveTo>
                  <a:pt x="224" y="124"/>
                </a:moveTo>
                <a:cubicBezTo>
                  <a:pt x="206" y="124"/>
                  <a:pt x="206" y="124"/>
                  <a:pt x="206" y="124"/>
                </a:cubicBezTo>
                <a:cubicBezTo>
                  <a:pt x="206" y="124"/>
                  <a:pt x="206" y="123"/>
                  <a:pt x="205" y="123"/>
                </a:cubicBezTo>
                <a:cubicBezTo>
                  <a:pt x="205" y="120"/>
                  <a:pt x="203" y="117"/>
                  <a:pt x="200" y="116"/>
                </a:cubicBezTo>
                <a:cubicBezTo>
                  <a:pt x="199" y="115"/>
                  <a:pt x="199" y="115"/>
                  <a:pt x="199" y="115"/>
                </a:cubicBezTo>
                <a:cubicBezTo>
                  <a:pt x="202" y="106"/>
                  <a:pt x="204" y="97"/>
                  <a:pt x="204" y="88"/>
                </a:cubicBezTo>
                <a:cubicBezTo>
                  <a:pt x="204" y="72"/>
                  <a:pt x="199" y="56"/>
                  <a:pt x="190" y="44"/>
                </a:cubicBezTo>
                <a:cubicBezTo>
                  <a:pt x="224" y="44"/>
                  <a:pt x="224" y="44"/>
                  <a:pt x="224" y="44"/>
                </a:cubicBezTo>
                <a:lnTo>
                  <a:pt x="224" y="124"/>
                </a:lnTo>
                <a:close/>
                <a:moveTo>
                  <a:pt x="248" y="140"/>
                </a:moveTo>
                <a:cubicBezTo>
                  <a:pt x="232" y="140"/>
                  <a:pt x="232" y="140"/>
                  <a:pt x="232" y="140"/>
                </a:cubicBezTo>
                <a:cubicBezTo>
                  <a:pt x="232" y="28"/>
                  <a:pt x="232" y="28"/>
                  <a:pt x="232" y="28"/>
                </a:cubicBezTo>
                <a:cubicBezTo>
                  <a:pt x="248" y="28"/>
                  <a:pt x="248" y="28"/>
                  <a:pt x="248" y="28"/>
                </a:cubicBezTo>
                <a:lnTo>
                  <a:pt x="248" y="140"/>
                </a:lnTo>
                <a:close/>
                <a:moveTo>
                  <a:pt x="137" y="37"/>
                </a:moveTo>
                <a:cubicBezTo>
                  <a:pt x="135" y="37"/>
                  <a:pt x="134" y="37"/>
                  <a:pt x="133" y="38"/>
                </a:cubicBezTo>
                <a:cubicBezTo>
                  <a:pt x="133" y="38"/>
                  <a:pt x="132" y="40"/>
                  <a:pt x="132" y="41"/>
                </a:cubicBezTo>
                <a:cubicBezTo>
                  <a:pt x="132" y="74"/>
                  <a:pt x="132" y="74"/>
                  <a:pt x="132" y="74"/>
                </a:cubicBezTo>
                <a:cubicBezTo>
                  <a:pt x="132" y="76"/>
                  <a:pt x="133" y="77"/>
                  <a:pt x="134" y="78"/>
                </a:cubicBezTo>
                <a:cubicBezTo>
                  <a:pt x="138" y="80"/>
                  <a:pt x="140" y="84"/>
                  <a:pt x="140" y="88"/>
                </a:cubicBezTo>
                <a:cubicBezTo>
                  <a:pt x="140" y="89"/>
                  <a:pt x="141" y="91"/>
                  <a:pt x="142" y="91"/>
                </a:cubicBezTo>
                <a:cubicBezTo>
                  <a:pt x="171" y="108"/>
                  <a:pt x="171" y="108"/>
                  <a:pt x="171" y="108"/>
                </a:cubicBezTo>
                <a:cubicBezTo>
                  <a:pt x="172" y="109"/>
                  <a:pt x="172" y="109"/>
                  <a:pt x="173" y="109"/>
                </a:cubicBezTo>
                <a:cubicBezTo>
                  <a:pt x="173" y="109"/>
                  <a:pt x="174" y="109"/>
                  <a:pt x="174" y="108"/>
                </a:cubicBezTo>
                <a:cubicBezTo>
                  <a:pt x="175" y="108"/>
                  <a:pt x="176" y="107"/>
                  <a:pt x="177" y="106"/>
                </a:cubicBezTo>
                <a:cubicBezTo>
                  <a:pt x="179" y="100"/>
                  <a:pt x="180" y="94"/>
                  <a:pt x="180" y="88"/>
                </a:cubicBezTo>
                <a:cubicBezTo>
                  <a:pt x="180" y="63"/>
                  <a:pt x="162" y="41"/>
                  <a:pt x="137" y="37"/>
                </a:cubicBezTo>
                <a:close/>
                <a:moveTo>
                  <a:pt x="171" y="99"/>
                </a:moveTo>
                <a:cubicBezTo>
                  <a:pt x="148" y="86"/>
                  <a:pt x="148" y="86"/>
                  <a:pt x="148" y="86"/>
                </a:cubicBezTo>
                <a:cubicBezTo>
                  <a:pt x="147" y="80"/>
                  <a:pt x="144" y="75"/>
                  <a:pt x="140" y="72"/>
                </a:cubicBezTo>
                <a:cubicBezTo>
                  <a:pt x="140" y="46"/>
                  <a:pt x="140" y="46"/>
                  <a:pt x="140" y="46"/>
                </a:cubicBezTo>
                <a:cubicBezTo>
                  <a:pt x="159" y="51"/>
                  <a:pt x="172" y="68"/>
                  <a:pt x="172" y="88"/>
                </a:cubicBezTo>
                <a:cubicBezTo>
                  <a:pt x="172" y="92"/>
                  <a:pt x="172" y="95"/>
                  <a:pt x="171" y="99"/>
                </a:cubicBezTo>
                <a:close/>
                <a:moveTo>
                  <a:pt x="116" y="88"/>
                </a:moveTo>
                <a:cubicBezTo>
                  <a:pt x="116" y="84"/>
                  <a:pt x="118" y="80"/>
                  <a:pt x="122" y="78"/>
                </a:cubicBezTo>
                <a:cubicBezTo>
                  <a:pt x="123" y="77"/>
                  <a:pt x="124" y="76"/>
                  <a:pt x="124" y="74"/>
                </a:cubicBezTo>
                <a:cubicBezTo>
                  <a:pt x="124" y="41"/>
                  <a:pt x="124" y="41"/>
                  <a:pt x="124" y="41"/>
                </a:cubicBezTo>
                <a:cubicBezTo>
                  <a:pt x="124" y="40"/>
                  <a:pt x="123" y="38"/>
                  <a:pt x="123" y="38"/>
                </a:cubicBezTo>
                <a:cubicBezTo>
                  <a:pt x="122" y="37"/>
                  <a:pt x="121" y="37"/>
                  <a:pt x="119" y="37"/>
                </a:cubicBezTo>
                <a:cubicBezTo>
                  <a:pt x="94" y="41"/>
                  <a:pt x="76" y="63"/>
                  <a:pt x="76" y="88"/>
                </a:cubicBezTo>
                <a:cubicBezTo>
                  <a:pt x="76" y="94"/>
                  <a:pt x="77" y="100"/>
                  <a:pt x="79" y="106"/>
                </a:cubicBezTo>
                <a:cubicBezTo>
                  <a:pt x="80" y="107"/>
                  <a:pt x="81" y="108"/>
                  <a:pt x="82" y="108"/>
                </a:cubicBezTo>
                <a:cubicBezTo>
                  <a:pt x="82" y="109"/>
                  <a:pt x="83" y="109"/>
                  <a:pt x="83" y="109"/>
                </a:cubicBezTo>
                <a:cubicBezTo>
                  <a:pt x="84" y="109"/>
                  <a:pt x="84" y="109"/>
                  <a:pt x="85" y="108"/>
                </a:cubicBezTo>
                <a:cubicBezTo>
                  <a:pt x="114" y="91"/>
                  <a:pt x="114" y="91"/>
                  <a:pt x="114" y="91"/>
                </a:cubicBezTo>
                <a:cubicBezTo>
                  <a:pt x="115" y="91"/>
                  <a:pt x="116" y="89"/>
                  <a:pt x="116" y="88"/>
                </a:cubicBezTo>
                <a:close/>
                <a:moveTo>
                  <a:pt x="108" y="86"/>
                </a:moveTo>
                <a:cubicBezTo>
                  <a:pt x="85" y="99"/>
                  <a:pt x="85" y="99"/>
                  <a:pt x="85" y="99"/>
                </a:cubicBezTo>
                <a:cubicBezTo>
                  <a:pt x="84" y="95"/>
                  <a:pt x="84" y="92"/>
                  <a:pt x="84" y="88"/>
                </a:cubicBezTo>
                <a:cubicBezTo>
                  <a:pt x="84" y="68"/>
                  <a:pt x="97" y="51"/>
                  <a:pt x="116" y="46"/>
                </a:cubicBezTo>
                <a:cubicBezTo>
                  <a:pt x="116" y="72"/>
                  <a:pt x="116" y="72"/>
                  <a:pt x="116" y="72"/>
                </a:cubicBezTo>
                <a:cubicBezTo>
                  <a:pt x="112" y="75"/>
                  <a:pt x="109" y="80"/>
                  <a:pt x="108" y="86"/>
                </a:cubicBezTo>
                <a:close/>
                <a:moveTo>
                  <a:pt x="167" y="115"/>
                </a:moveTo>
                <a:cubicBezTo>
                  <a:pt x="138" y="98"/>
                  <a:pt x="138" y="98"/>
                  <a:pt x="138" y="98"/>
                </a:cubicBezTo>
                <a:cubicBezTo>
                  <a:pt x="137" y="98"/>
                  <a:pt x="135" y="98"/>
                  <a:pt x="134" y="98"/>
                </a:cubicBezTo>
                <a:cubicBezTo>
                  <a:pt x="130" y="101"/>
                  <a:pt x="126" y="101"/>
                  <a:pt x="122" y="98"/>
                </a:cubicBezTo>
                <a:cubicBezTo>
                  <a:pt x="121" y="98"/>
                  <a:pt x="119" y="98"/>
                  <a:pt x="118" y="98"/>
                </a:cubicBezTo>
                <a:cubicBezTo>
                  <a:pt x="89" y="115"/>
                  <a:pt x="89" y="115"/>
                  <a:pt x="89" y="115"/>
                </a:cubicBezTo>
                <a:cubicBezTo>
                  <a:pt x="88" y="116"/>
                  <a:pt x="87" y="117"/>
                  <a:pt x="87" y="118"/>
                </a:cubicBezTo>
                <a:cubicBezTo>
                  <a:pt x="87" y="119"/>
                  <a:pt x="87" y="120"/>
                  <a:pt x="88" y="121"/>
                </a:cubicBezTo>
                <a:cubicBezTo>
                  <a:pt x="98" y="133"/>
                  <a:pt x="112" y="140"/>
                  <a:pt x="128" y="140"/>
                </a:cubicBezTo>
                <a:cubicBezTo>
                  <a:pt x="144" y="140"/>
                  <a:pt x="158" y="133"/>
                  <a:pt x="168" y="121"/>
                </a:cubicBezTo>
                <a:cubicBezTo>
                  <a:pt x="169" y="120"/>
                  <a:pt x="169" y="119"/>
                  <a:pt x="169" y="118"/>
                </a:cubicBezTo>
                <a:cubicBezTo>
                  <a:pt x="169" y="117"/>
                  <a:pt x="168" y="116"/>
                  <a:pt x="167" y="115"/>
                </a:cubicBezTo>
                <a:close/>
                <a:moveTo>
                  <a:pt x="128" y="132"/>
                </a:moveTo>
                <a:cubicBezTo>
                  <a:pt x="116" y="132"/>
                  <a:pt x="106" y="128"/>
                  <a:pt x="97" y="120"/>
                </a:cubicBezTo>
                <a:cubicBezTo>
                  <a:pt x="120" y="106"/>
                  <a:pt x="120" y="106"/>
                  <a:pt x="120" y="106"/>
                </a:cubicBezTo>
                <a:cubicBezTo>
                  <a:pt x="125" y="109"/>
                  <a:pt x="131" y="109"/>
                  <a:pt x="136" y="106"/>
                </a:cubicBezTo>
                <a:cubicBezTo>
                  <a:pt x="159" y="120"/>
                  <a:pt x="159" y="120"/>
                  <a:pt x="159" y="120"/>
                </a:cubicBezTo>
                <a:cubicBezTo>
                  <a:pt x="150" y="128"/>
                  <a:pt x="140" y="132"/>
                  <a:pt x="128" y="13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5" name="Freeform 117">
            <a:extLst>
              <a:ext uri="{FF2B5EF4-FFF2-40B4-BE49-F238E27FC236}">
                <a16:creationId xmlns:a16="http://schemas.microsoft.com/office/drawing/2014/main" id="{81629CD9-DEE5-4ADB-B490-077E727612A2}"/>
              </a:ext>
            </a:extLst>
          </p:cNvPr>
          <p:cNvSpPr>
            <a:spLocks noChangeAspect="1" noEditPoints="1"/>
          </p:cNvSpPr>
          <p:nvPr/>
        </p:nvSpPr>
        <p:spPr bwMode="auto">
          <a:xfrm>
            <a:off x="7352960" y="4419601"/>
            <a:ext cx="387350" cy="288925"/>
          </a:xfrm>
          <a:custGeom>
            <a:avLst/>
            <a:gdLst>
              <a:gd name="T0" fmla="*/ 16 w 248"/>
              <a:gd name="T1" fmla="*/ 144 h 184"/>
              <a:gd name="T2" fmla="*/ 72 w 248"/>
              <a:gd name="T3" fmla="*/ 144 h 184"/>
              <a:gd name="T4" fmla="*/ 44 w 248"/>
              <a:gd name="T5" fmla="*/ 162 h 184"/>
              <a:gd name="T6" fmla="*/ 44 w 248"/>
              <a:gd name="T7" fmla="*/ 126 h 184"/>
              <a:gd name="T8" fmla="*/ 44 w 248"/>
              <a:gd name="T9" fmla="*/ 162 h 184"/>
              <a:gd name="T10" fmla="*/ 96 w 248"/>
              <a:gd name="T11" fmla="*/ 144 h 184"/>
              <a:gd name="T12" fmla="*/ 152 w 248"/>
              <a:gd name="T13" fmla="*/ 144 h 184"/>
              <a:gd name="T14" fmla="*/ 124 w 248"/>
              <a:gd name="T15" fmla="*/ 162 h 184"/>
              <a:gd name="T16" fmla="*/ 124 w 248"/>
              <a:gd name="T17" fmla="*/ 126 h 184"/>
              <a:gd name="T18" fmla="*/ 124 w 248"/>
              <a:gd name="T19" fmla="*/ 162 h 184"/>
              <a:gd name="T20" fmla="*/ 232 w 248"/>
              <a:gd name="T21" fmla="*/ 144 h 184"/>
              <a:gd name="T22" fmla="*/ 176 w 248"/>
              <a:gd name="T23" fmla="*/ 144 h 184"/>
              <a:gd name="T24" fmla="*/ 204 w 248"/>
              <a:gd name="T25" fmla="*/ 126 h 184"/>
              <a:gd name="T26" fmla="*/ 204 w 248"/>
              <a:gd name="T27" fmla="*/ 162 h 184"/>
              <a:gd name="T28" fmla="*/ 204 w 248"/>
              <a:gd name="T29" fmla="*/ 126 h 184"/>
              <a:gd name="T30" fmla="*/ 248 w 248"/>
              <a:gd name="T31" fmla="*/ 8 h 184"/>
              <a:gd name="T32" fmla="*/ 148 w 248"/>
              <a:gd name="T33" fmla="*/ 0 h 184"/>
              <a:gd name="T34" fmla="*/ 124 w 248"/>
              <a:gd name="T35" fmla="*/ 0 h 184"/>
              <a:gd name="T36" fmla="*/ 100 w 248"/>
              <a:gd name="T37" fmla="*/ 0 h 184"/>
              <a:gd name="T38" fmla="*/ 0 w 248"/>
              <a:gd name="T39" fmla="*/ 8 h 184"/>
              <a:gd name="T40" fmla="*/ 108 w 248"/>
              <a:gd name="T41" fmla="*/ 16 h 184"/>
              <a:gd name="T42" fmla="*/ 44 w 248"/>
              <a:gd name="T43" fmla="*/ 104 h 184"/>
              <a:gd name="T44" fmla="*/ 63 w 248"/>
              <a:gd name="T45" fmla="*/ 46 h 184"/>
              <a:gd name="T46" fmla="*/ 60 w 248"/>
              <a:gd name="T47" fmla="*/ 40 h 184"/>
              <a:gd name="T48" fmla="*/ 0 w 248"/>
              <a:gd name="T49" fmla="*/ 48 h 184"/>
              <a:gd name="T50" fmla="*/ 5 w 248"/>
              <a:gd name="T51" fmla="*/ 126 h 184"/>
              <a:gd name="T52" fmla="*/ 0 w 248"/>
              <a:gd name="T53" fmla="*/ 144 h 184"/>
              <a:gd name="T54" fmla="*/ 84 w 248"/>
              <a:gd name="T55" fmla="*/ 161 h 184"/>
              <a:gd name="T56" fmla="*/ 164 w 248"/>
              <a:gd name="T57" fmla="*/ 161 h 184"/>
              <a:gd name="T58" fmla="*/ 248 w 248"/>
              <a:gd name="T59" fmla="*/ 144 h 184"/>
              <a:gd name="T60" fmla="*/ 243 w 248"/>
              <a:gd name="T61" fmla="*/ 126 h 184"/>
              <a:gd name="T62" fmla="*/ 248 w 248"/>
              <a:gd name="T63" fmla="*/ 48 h 184"/>
              <a:gd name="T64" fmla="*/ 188 w 248"/>
              <a:gd name="T65" fmla="*/ 40 h 184"/>
              <a:gd name="T66" fmla="*/ 185 w 248"/>
              <a:gd name="T67" fmla="*/ 46 h 184"/>
              <a:gd name="T68" fmla="*/ 204 w 248"/>
              <a:gd name="T69" fmla="*/ 104 h 184"/>
              <a:gd name="T70" fmla="*/ 140 w 248"/>
              <a:gd name="T71" fmla="*/ 16 h 184"/>
              <a:gd name="T72" fmla="*/ 44 w 248"/>
              <a:gd name="T73" fmla="*/ 176 h 184"/>
              <a:gd name="T74" fmla="*/ 44 w 248"/>
              <a:gd name="T75" fmla="*/ 112 h 184"/>
              <a:gd name="T76" fmla="*/ 44 w 248"/>
              <a:gd name="T77" fmla="*/ 176 h 184"/>
              <a:gd name="T78" fmla="*/ 240 w 248"/>
              <a:gd name="T79" fmla="*/ 144 h 184"/>
              <a:gd name="T80" fmla="*/ 168 w 248"/>
              <a:gd name="T81" fmla="*/ 144 h 184"/>
              <a:gd name="T82" fmla="*/ 124 w 248"/>
              <a:gd name="T83" fmla="*/ 176 h 184"/>
              <a:gd name="T84" fmla="*/ 124 w 248"/>
              <a:gd name="T85" fmla="*/ 112 h 184"/>
              <a:gd name="T86" fmla="*/ 124 w 248"/>
              <a:gd name="T87" fmla="*/ 176 h 184"/>
              <a:gd name="T88" fmla="*/ 124 w 248"/>
              <a:gd name="T89" fmla="*/ 104 h 184"/>
              <a:gd name="T90" fmla="*/ 116 w 248"/>
              <a:gd name="T91" fmla="*/ 17 h 184"/>
              <a:gd name="T92" fmla="*/ 124 w 248"/>
              <a:gd name="T93" fmla="*/ 8 h 184"/>
              <a:gd name="T94" fmla="*/ 155 w 248"/>
              <a:gd name="T95" fmla="*/ 11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8" h="184">
                <a:moveTo>
                  <a:pt x="44" y="118"/>
                </a:moveTo>
                <a:cubicBezTo>
                  <a:pt x="29" y="118"/>
                  <a:pt x="16" y="130"/>
                  <a:pt x="16" y="144"/>
                </a:cubicBezTo>
                <a:cubicBezTo>
                  <a:pt x="16" y="158"/>
                  <a:pt x="29" y="170"/>
                  <a:pt x="44" y="170"/>
                </a:cubicBezTo>
                <a:cubicBezTo>
                  <a:pt x="59" y="170"/>
                  <a:pt x="72" y="158"/>
                  <a:pt x="72" y="144"/>
                </a:cubicBezTo>
                <a:cubicBezTo>
                  <a:pt x="72" y="130"/>
                  <a:pt x="59" y="118"/>
                  <a:pt x="44" y="118"/>
                </a:cubicBezTo>
                <a:close/>
                <a:moveTo>
                  <a:pt x="44" y="162"/>
                </a:moveTo>
                <a:cubicBezTo>
                  <a:pt x="33" y="162"/>
                  <a:pt x="24" y="154"/>
                  <a:pt x="24" y="144"/>
                </a:cubicBezTo>
                <a:cubicBezTo>
                  <a:pt x="24" y="134"/>
                  <a:pt x="33" y="126"/>
                  <a:pt x="44" y="126"/>
                </a:cubicBezTo>
                <a:cubicBezTo>
                  <a:pt x="55" y="126"/>
                  <a:pt x="64" y="134"/>
                  <a:pt x="64" y="144"/>
                </a:cubicBezTo>
                <a:cubicBezTo>
                  <a:pt x="64" y="154"/>
                  <a:pt x="55" y="162"/>
                  <a:pt x="44" y="162"/>
                </a:cubicBezTo>
                <a:close/>
                <a:moveTo>
                  <a:pt x="124" y="118"/>
                </a:moveTo>
                <a:cubicBezTo>
                  <a:pt x="109" y="118"/>
                  <a:pt x="96" y="130"/>
                  <a:pt x="96" y="144"/>
                </a:cubicBezTo>
                <a:cubicBezTo>
                  <a:pt x="96" y="158"/>
                  <a:pt x="109" y="170"/>
                  <a:pt x="124" y="170"/>
                </a:cubicBezTo>
                <a:cubicBezTo>
                  <a:pt x="139" y="170"/>
                  <a:pt x="152" y="158"/>
                  <a:pt x="152" y="144"/>
                </a:cubicBezTo>
                <a:cubicBezTo>
                  <a:pt x="152" y="130"/>
                  <a:pt x="139" y="118"/>
                  <a:pt x="124" y="118"/>
                </a:cubicBezTo>
                <a:close/>
                <a:moveTo>
                  <a:pt x="124" y="162"/>
                </a:moveTo>
                <a:cubicBezTo>
                  <a:pt x="113" y="162"/>
                  <a:pt x="104" y="154"/>
                  <a:pt x="104" y="144"/>
                </a:cubicBezTo>
                <a:cubicBezTo>
                  <a:pt x="104" y="134"/>
                  <a:pt x="113" y="126"/>
                  <a:pt x="124" y="126"/>
                </a:cubicBezTo>
                <a:cubicBezTo>
                  <a:pt x="135" y="126"/>
                  <a:pt x="144" y="134"/>
                  <a:pt x="144" y="144"/>
                </a:cubicBezTo>
                <a:cubicBezTo>
                  <a:pt x="144" y="154"/>
                  <a:pt x="135" y="162"/>
                  <a:pt x="124" y="162"/>
                </a:cubicBezTo>
                <a:close/>
                <a:moveTo>
                  <a:pt x="204" y="170"/>
                </a:moveTo>
                <a:cubicBezTo>
                  <a:pt x="219" y="170"/>
                  <a:pt x="232" y="158"/>
                  <a:pt x="232" y="144"/>
                </a:cubicBezTo>
                <a:cubicBezTo>
                  <a:pt x="232" y="130"/>
                  <a:pt x="219" y="118"/>
                  <a:pt x="204" y="118"/>
                </a:cubicBezTo>
                <a:cubicBezTo>
                  <a:pt x="189" y="118"/>
                  <a:pt x="176" y="130"/>
                  <a:pt x="176" y="144"/>
                </a:cubicBezTo>
                <a:cubicBezTo>
                  <a:pt x="176" y="158"/>
                  <a:pt x="189" y="170"/>
                  <a:pt x="204" y="170"/>
                </a:cubicBezTo>
                <a:close/>
                <a:moveTo>
                  <a:pt x="204" y="126"/>
                </a:moveTo>
                <a:cubicBezTo>
                  <a:pt x="215" y="126"/>
                  <a:pt x="224" y="134"/>
                  <a:pt x="224" y="144"/>
                </a:cubicBezTo>
                <a:cubicBezTo>
                  <a:pt x="224" y="154"/>
                  <a:pt x="215" y="162"/>
                  <a:pt x="204" y="162"/>
                </a:cubicBezTo>
                <a:cubicBezTo>
                  <a:pt x="193" y="162"/>
                  <a:pt x="184" y="154"/>
                  <a:pt x="184" y="144"/>
                </a:cubicBezTo>
                <a:cubicBezTo>
                  <a:pt x="184" y="134"/>
                  <a:pt x="193" y="126"/>
                  <a:pt x="204" y="126"/>
                </a:cubicBezTo>
                <a:close/>
                <a:moveTo>
                  <a:pt x="148" y="8"/>
                </a:moveTo>
                <a:cubicBezTo>
                  <a:pt x="248" y="8"/>
                  <a:pt x="248" y="8"/>
                  <a:pt x="248" y="8"/>
                </a:cubicBezTo>
                <a:cubicBezTo>
                  <a:pt x="248" y="0"/>
                  <a:pt x="248" y="0"/>
                  <a:pt x="248" y="0"/>
                </a:cubicBezTo>
                <a:cubicBezTo>
                  <a:pt x="148" y="0"/>
                  <a:pt x="148" y="0"/>
                  <a:pt x="148" y="0"/>
                </a:cubicBezTo>
                <a:cubicBezTo>
                  <a:pt x="143" y="0"/>
                  <a:pt x="139" y="2"/>
                  <a:pt x="136" y="6"/>
                </a:cubicBezTo>
                <a:cubicBezTo>
                  <a:pt x="133" y="2"/>
                  <a:pt x="129" y="0"/>
                  <a:pt x="124" y="0"/>
                </a:cubicBezTo>
                <a:cubicBezTo>
                  <a:pt x="119" y="0"/>
                  <a:pt x="115" y="2"/>
                  <a:pt x="112" y="6"/>
                </a:cubicBezTo>
                <a:cubicBezTo>
                  <a:pt x="109" y="2"/>
                  <a:pt x="105" y="0"/>
                  <a:pt x="100" y="0"/>
                </a:cubicBezTo>
                <a:cubicBezTo>
                  <a:pt x="0" y="0"/>
                  <a:pt x="0" y="0"/>
                  <a:pt x="0" y="0"/>
                </a:cubicBezTo>
                <a:cubicBezTo>
                  <a:pt x="0" y="8"/>
                  <a:pt x="0" y="8"/>
                  <a:pt x="0" y="8"/>
                </a:cubicBezTo>
                <a:cubicBezTo>
                  <a:pt x="100" y="8"/>
                  <a:pt x="100" y="8"/>
                  <a:pt x="100" y="8"/>
                </a:cubicBezTo>
                <a:cubicBezTo>
                  <a:pt x="104" y="8"/>
                  <a:pt x="108" y="11"/>
                  <a:pt x="108" y="16"/>
                </a:cubicBezTo>
                <a:cubicBezTo>
                  <a:pt x="83" y="125"/>
                  <a:pt x="83" y="125"/>
                  <a:pt x="83" y="125"/>
                </a:cubicBezTo>
                <a:cubicBezTo>
                  <a:pt x="75" y="112"/>
                  <a:pt x="61" y="104"/>
                  <a:pt x="44" y="104"/>
                </a:cubicBezTo>
                <a:cubicBezTo>
                  <a:pt x="37" y="104"/>
                  <a:pt x="31" y="105"/>
                  <a:pt x="25" y="108"/>
                </a:cubicBezTo>
                <a:cubicBezTo>
                  <a:pt x="63" y="46"/>
                  <a:pt x="63" y="46"/>
                  <a:pt x="63" y="46"/>
                </a:cubicBezTo>
                <a:cubicBezTo>
                  <a:pt x="64" y="45"/>
                  <a:pt x="64" y="43"/>
                  <a:pt x="63" y="42"/>
                </a:cubicBezTo>
                <a:cubicBezTo>
                  <a:pt x="63" y="41"/>
                  <a:pt x="61" y="40"/>
                  <a:pt x="60" y="40"/>
                </a:cubicBezTo>
                <a:cubicBezTo>
                  <a:pt x="0" y="40"/>
                  <a:pt x="0" y="40"/>
                  <a:pt x="0" y="40"/>
                </a:cubicBezTo>
                <a:cubicBezTo>
                  <a:pt x="0" y="48"/>
                  <a:pt x="0" y="48"/>
                  <a:pt x="0" y="48"/>
                </a:cubicBezTo>
                <a:cubicBezTo>
                  <a:pt x="53" y="48"/>
                  <a:pt x="53" y="48"/>
                  <a:pt x="53" y="48"/>
                </a:cubicBezTo>
                <a:cubicBezTo>
                  <a:pt x="5" y="126"/>
                  <a:pt x="5" y="126"/>
                  <a:pt x="5" y="126"/>
                </a:cubicBezTo>
                <a:cubicBezTo>
                  <a:pt x="5" y="126"/>
                  <a:pt x="5" y="126"/>
                  <a:pt x="5" y="126"/>
                </a:cubicBezTo>
                <a:cubicBezTo>
                  <a:pt x="2" y="131"/>
                  <a:pt x="0" y="138"/>
                  <a:pt x="0" y="144"/>
                </a:cubicBezTo>
                <a:cubicBezTo>
                  <a:pt x="0" y="166"/>
                  <a:pt x="20" y="184"/>
                  <a:pt x="44" y="184"/>
                </a:cubicBezTo>
                <a:cubicBezTo>
                  <a:pt x="62" y="184"/>
                  <a:pt x="77" y="174"/>
                  <a:pt x="84" y="161"/>
                </a:cubicBezTo>
                <a:cubicBezTo>
                  <a:pt x="91" y="174"/>
                  <a:pt x="106" y="184"/>
                  <a:pt x="124" y="184"/>
                </a:cubicBezTo>
                <a:cubicBezTo>
                  <a:pt x="142" y="184"/>
                  <a:pt x="157" y="174"/>
                  <a:pt x="164" y="161"/>
                </a:cubicBezTo>
                <a:cubicBezTo>
                  <a:pt x="171" y="174"/>
                  <a:pt x="186" y="184"/>
                  <a:pt x="204" y="184"/>
                </a:cubicBezTo>
                <a:cubicBezTo>
                  <a:pt x="228" y="184"/>
                  <a:pt x="248" y="166"/>
                  <a:pt x="248" y="144"/>
                </a:cubicBezTo>
                <a:cubicBezTo>
                  <a:pt x="248" y="138"/>
                  <a:pt x="246" y="131"/>
                  <a:pt x="243" y="126"/>
                </a:cubicBezTo>
                <a:cubicBezTo>
                  <a:pt x="243" y="126"/>
                  <a:pt x="243" y="126"/>
                  <a:pt x="243" y="126"/>
                </a:cubicBezTo>
                <a:cubicBezTo>
                  <a:pt x="195" y="48"/>
                  <a:pt x="195" y="48"/>
                  <a:pt x="195" y="48"/>
                </a:cubicBezTo>
                <a:cubicBezTo>
                  <a:pt x="248" y="48"/>
                  <a:pt x="248" y="48"/>
                  <a:pt x="248" y="48"/>
                </a:cubicBezTo>
                <a:cubicBezTo>
                  <a:pt x="248" y="40"/>
                  <a:pt x="248" y="40"/>
                  <a:pt x="248" y="40"/>
                </a:cubicBezTo>
                <a:cubicBezTo>
                  <a:pt x="188" y="40"/>
                  <a:pt x="188" y="40"/>
                  <a:pt x="188" y="40"/>
                </a:cubicBezTo>
                <a:cubicBezTo>
                  <a:pt x="187" y="40"/>
                  <a:pt x="185" y="41"/>
                  <a:pt x="185" y="42"/>
                </a:cubicBezTo>
                <a:cubicBezTo>
                  <a:pt x="184" y="43"/>
                  <a:pt x="184" y="45"/>
                  <a:pt x="185" y="46"/>
                </a:cubicBezTo>
                <a:cubicBezTo>
                  <a:pt x="223" y="108"/>
                  <a:pt x="223" y="108"/>
                  <a:pt x="223" y="108"/>
                </a:cubicBezTo>
                <a:cubicBezTo>
                  <a:pt x="217" y="105"/>
                  <a:pt x="211" y="104"/>
                  <a:pt x="204" y="104"/>
                </a:cubicBezTo>
                <a:cubicBezTo>
                  <a:pt x="187" y="104"/>
                  <a:pt x="173" y="112"/>
                  <a:pt x="165" y="125"/>
                </a:cubicBezTo>
                <a:cubicBezTo>
                  <a:pt x="140" y="16"/>
                  <a:pt x="140" y="16"/>
                  <a:pt x="140" y="16"/>
                </a:cubicBezTo>
                <a:cubicBezTo>
                  <a:pt x="140" y="11"/>
                  <a:pt x="144" y="8"/>
                  <a:pt x="148" y="8"/>
                </a:cubicBezTo>
                <a:close/>
                <a:moveTo>
                  <a:pt x="44" y="176"/>
                </a:moveTo>
                <a:cubicBezTo>
                  <a:pt x="24" y="176"/>
                  <a:pt x="8" y="162"/>
                  <a:pt x="8" y="144"/>
                </a:cubicBezTo>
                <a:cubicBezTo>
                  <a:pt x="8" y="126"/>
                  <a:pt x="24" y="112"/>
                  <a:pt x="44" y="112"/>
                </a:cubicBezTo>
                <a:cubicBezTo>
                  <a:pt x="64" y="112"/>
                  <a:pt x="80" y="126"/>
                  <a:pt x="80" y="144"/>
                </a:cubicBezTo>
                <a:cubicBezTo>
                  <a:pt x="80" y="162"/>
                  <a:pt x="64" y="176"/>
                  <a:pt x="44" y="176"/>
                </a:cubicBezTo>
                <a:close/>
                <a:moveTo>
                  <a:pt x="204" y="112"/>
                </a:moveTo>
                <a:cubicBezTo>
                  <a:pt x="224" y="112"/>
                  <a:pt x="240" y="126"/>
                  <a:pt x="240" y="144"/>
                </a:cubicBezTo>
                <a:cubicBezTo>
                  <a:pt x="240" y="162"/>
                  <a:pt x="224" y="176"/>
                  <a:pt x="204" y="176"/>
                </a:cubicBezTo>
                <a:cubicBezTo>
                  <a:pt x="184" y="176"/>
                  <a:pt x="168" y="162"/>
                  <a:pt x="168" y="144"/>
                </a:cubicBezTo>
                <a:cubicBezTo>
                  <a:pt x="168" y="126"/>
                  <a:pt x="184" y="112"/>
                  <a:pt x="204" y="112"/>
                </a:cubicBezTo>
                <a:close/>
                <a:moveTo>
                  <a:pt x="124" y="176"/>
                </a:moveTo>
                <a:cubicBezTo>
                  <a:pt x="104" y="176"/>
                  <a:pt x="88" y="162"/>
                  <a:pt x="88" y="144"/>
                </a:cubicBezTo>
                <a:cubicBezTo>
                  <a:pt x="88" y="126"/>
                  <a:pt x="104" y="112"/>
                  <a:pt x="124" y="112"/>
                </a:cubicBezTo>
                <a:cubicBezTo>
                  <a:pt x="144" y="112"/>
                  <a:pt x="160" y="126"/>
                  <a:pt x="160" y="144"/>
                </a:cubicBezTo>
                <a:cubicBezTo>
                  <a:pt x="160" y="162"/>
                  <a:pt x="144" y="176"/>
                  <a:pt x="124" y="176"/>
                </a:cubicBezTo>
                <a:close/>
                <a:moveTo>
                  <a:pt x="155" y="116"/>
                </a:moveTo>
                <a:cubicBezTo>
                  <a:pt x="147" y="109"/>
                  <a:pt x="136" y="104"/>
                  <a:pt x="124" y="104"/>
                </a:cubicBezTo>
                <a:cubicBezTo>
                  <a:pt x="112" y="104"/>
                  <a:pt x="101" y="109"/>
                  <a:pt x="93" y="116"/>
                </a:cubicBezTo>
                <a:cubicBezTo>
                  <a:pt x="116" y="17"/>
                  <a:pt x="116" y="17"/>
                  <a:pt x="116" y="17"/>
                </a:cubicBezTo>
                <a:cubicBezTo>
                  <a:pt x="116" y="16"/>
                  <a:pt x="116" y="16"/>
                  <a:pt x="116" y="16"/>
                </a:cubicBezTo>
                <a:cubicBezTo>
                  <a:pt x="116" y="12"/>
                  <a:pt x="120" y="8"/>
                  <a:pt x="124" y="8"/>
                </a:cubicBezTo>
                <a:cubicBezTo>
                  <a:pt x="128" y="8"/>
                  <a:pt x="132" y="12"/>
                  <a:pt x="132" y="16"/>
                </a:cubicBezTo>
                <a:lnTo>
                  <a:pt x="155" y="11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9" name="Freeform 121">
            <a:extLst>
              <a:ext uri="{FF2B5EF4-FFF2-40B4-BE49-F238E27FC236}">
                <a16:creationId xmlns:a16="http://schemas.microsoft.com/office/drawing/2014/main" id="{6860F730-91BD-4426-9332-754427BD784D}"/>
              </a:ext>
            </a:extLst>
          </p:cNvPr>
          <p:cNvSpPr>
            <a:spLocks noChangeAspect="1" noEditPoints="1"/>
          </p:cNvSpPr>
          <p:nvPr/>
        </p:nvSpPr>
        <p:spPr bwMode="auto">
          <a:xfrm>
            <a:off x="8314256" y="4464051"/>
            <a:ext cx="400050" cy="200025"/>
          </a:xfrm>
          <a:custGeom>
            <a:avLst/>
            <a:gdLst>
              <a:gd name="T0" fmla="*/ 252 w 256"/>
              <a:gd name="T1" fmla="*/ 0 h 128"/>
              <a:gd name="T2" fmla="*/ 228 w 256"/>
              <a:gd name="T3" fmla="*/ 0 h 128"/>
              <a:gd name="T4" fmla="*/ 224 w 256"/>
              <a:gd name="T5" fmla="*/ 4 h 128"/>
              <a:gd name="T6" fmla="*/ 224 w 256"/>
              <a:gd name="T7" fmla="*/ 16 h 128"/>
              <a:gd name="T8" fmla="*/ 32 w 256"/>
              <a:gd name="T9" fmla="*/ 16 h 128"/>
              <a:gd name="T10" fmla="*/ 32 w 256"/>
              <a:gd name="T11" fmla="*/ 4 h 128"/>
              <a:gd name="T12" fmla="*/ 28 w 256"/>
              <a:gd name="T13" fmla="*/ 0 h 128"/>
              <a:gd name="T14" fmla="*/ 4 w 256"/>
              <a:gd name="T15" fmla="*/ 0 h 128"/>
              <a:gd name="T16" fmla="*/ 0 w 256"/>
              <a:gd name="T17" fmla="*/ 4 h 128"/>
              <a:gd name="T18" fmla="*/ 0 w 256"/>
              <a:gd name="T19" fmla="*/ 124 h 128"/>
              <a:gd name="T20" fmla="*/ 4 w 256"/>
              <a:gd name="T21" fmla="*/ 128 h 128"/>
              <a:gd name="T22" fmla="*/ 28 w 256"/>
              <a:gd name="T23" fmla="*/ 128 h 128"/>
              <a:gd name="T24" fmla="*/ 32 w 256"/>
              <a:gd name="T25" fmla="*/ 124 h 128"/>
              <a:gd name="T26" fmla="*/ 32 w 256"/>
              <a:gd name="T27" fmla="*/ 112 h 128"/>
              <a:gd name="T28" fmla="*/ 224 w 256"/>
              <a:gd name="T29" fmla="*/ 112 h 128"/>
              <a:gd name="T30" fmla="*/ 224 w 256"/>
              <a:gd name="T31" fmla="*/ 124 h 128"/>
              <a:gd name="T32" fmla="*/ 228 w 256"/>
              <a:gd name="T33" fmla="*/ 128 h 128"/>
              <a:gd name="T34" fmla="*/ 252 w 256"/>
              <a:gd name="T35" fmla="*/ 128 h 128"/>
              <a:gd name="T36" fmla="*/ 256 w 256"/>
              <a:gd name="T37" fmla="*/ 124 h 128"/>
              <a:gd name="T38" fmla="*/ 256 w 256"/>
              <a:gd name="T39" fmla="*/ 4 h 128"/>
              <a:gd name="T40" fmla="*/ 252 w 256"/>
              <a:gd name="T41" fmla="*/ 0 h 128"/>
              <a:gd name="T42" fmla="*/ 24 w 256"/>
              <a:gd name="T43" fmla="*/ 120 h 128"/>
              <a:gd name="T44" fmla="*/ 8 w 256"/>
              <a:gd name="T45" fmla="*/ 120 h 128"/>
              <a:gd name="T46" fmla="*/ 8 w 256"/>
              <a:gd name="T47" fmla="*/ 8 h 128"/>
              <a:gd name="T48" fmla="*/ 24 w 256"/>
              <a:gd name="T49" fmla="*/ 8 h 128"/>
              <a:gd name="T50" fmla="*/ 24 w 256"/>
              <a:gd name="T51" fmla="*/ 120 h 128"/>
              <a:gd name="T52" fmla="*/ 32 w 256"/>
              <a:gd name="T53" fmla="*/ 104 h 128"/>
              <a:gd name="T54" fmla="*/ 32 w 256"/>
              <a:gd name="T55" fmla="*/ 24 h 128"/>
              <a:gd name="T56" fmla="*/ 224 w 256"/>
              <a:gd name="T57" fmla="*/ 24 h 128"/>
              <a:gd name="T58" fmla="*/ 224 w 256"/>
              <a:gd name="T59" fmla="*/ 104 h 128"/>
              <a:gd name="T60" fmla="*/ 32 w 256"/>
              <a:gd name="T61" fmla="*/ 104 h 128"/>
              <a:gd name="T62" fmla="*/ 248 w 256"/>
              <a:gd name="T63" fmla="*/ 120 h 128"/>
              <a:gd name="T64" fmla="*/ 232 w 256"/>
              <a:gd name="T65" fmla="*/ 120 h 128"/>
              <a:gd name="T66" fmla="*/ 232 w 256"/>
              <a:gd name="T67" fmla="*/ 8 h 128"/>
              <a:gd name="T68" fmla="*/ 248 w 256"/>
              <a:gd name="T69" fmla="*/ 8 h 128"/>
              <a:gd name="T70" fmla="*/ 248 w 256"/>
              <a:gd name="T71"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6" h="128">
                <a:moveTo>
                  <a:pt x="252" y="0"/>
                </a:moveTo>
                <a:cubicBezTo>
                  <a:pt x="228" y="0"/>
                  <a:pt x="228" y="0"/>
                  <a:pt x="228" y="0"/>
                </a:cubicBezTo>
                <a:cubicBezTo>
                  <a:pt x="226" y="0"/>
                  <a:pt x="224" y="2"/>
                  <a:pt x="224" y="4"/>
                </a:cubicBezTo>
                <a:cubicBezTo>
                  <a:pt x="224" y="16"/>
                  <a:pt x="224" y="16"/>
                  <a:pt x="224" y="16"/>
                </a:cubicBezTo>
                <a:cubicBezTo>
                  <a:pt x="32" y="16"/>
                  <a:pt x="32" y="16"/>
                  <a:pt x="32" y="16"/>
                </a:cubicBezTo>
                <a:cubicBezTo>
                  <a:pt x="32" y="4"/>
                  <a:pt x="32" y="4"/>
                  <a:pt x="32" y="4"/>
                </a:cubicBezTo>
                <a:cubicBezTo>
                  <a:pt x="32" y="2"/>
                  <a:pt x="30" y="0"/>
                  <a:pt x="28" y="0"/>
                </a:cubicBezTo>
                <a:cubicBezTo>
                  <a:pt x="4" y="0"/>
                  <a:pt x="4" y="0"/>
                  <a:pt x="4" y="0"/>
                </a:cubicBezTo>
                <a:cubicBezTo>
                  <a:pt x="2" y="0"/>
                  <a:pt x="0" y="2"/>
                  <a:pt x="0" y="4"/>
                </a:cubicBezTo>
                <a:cubicBezTo>
                  <a:pt x="0" y="124"/>
                  <a:pt x="0" y="124"/>
                  <a:pt x="0" y="124"/>
                </a:cubicBezTo>
                <a:cubicBezTo>
                  <a:pt x="0" y="126"/>
                  <a:pt x="2" y="128"/>
                  <a:pt x="4" y="128"/>
                </a:cubicBezTo>
                <a:cubicBezTo>
                  <a:pt x="28" y="128"/>
                  <a:pt x="28" y="128"/>
                  <a:pt x="28" y="128"/>
                </a:cubicBezTo>
                <a:cubicBezTo>
                  <a:pt x="30" y="128"/>
                  <a:pt x="32" y="126"/>
                  <a:pt x="32" y="124"/>
                </a:cubicBezTo>
                <a:cubicBezTo>
                  <a:pt x="32" y="112"/>
                  <a:pt x="32" y="112"/>
                  <a:pt x="32" y="112"/>
                </a:cubicBezTo>
                <a:cubicBezTo>
                  <a:pt x="224" y="112"/>
                  <a:pt x="224" y="112"/>
                  <a:pt x="224" y="112"/>
                </a:cubicBezTo>
                <a:cubicBezTo>
                  <a:pt x="224" y="124"/>
                  <a:pt x="224" y="124"/>
                  <a:pt x="224" y="124"/>
                </a:cubicBezTo>
                <a:cubicBezTo>
                  <a:pt x="224" y="126"/>
                  <a:pt x="226" y="128"/>
                  <a:pt x="228" y="128"/>
                </a:cubicBezTo>
                <a:cubicBezTo>
                  <a:pt x="252" y="128"/>
                  <a:pt x="252" y="128"/>
                  <a:pt x="252" y="128"/>
                </a:cubicBezTo>
                <a:cubicBezTo>
                  <a:pt x="254" y="128"/>
                  <a:pt x="256" y="126"/>
                  <a:pt x="256" y="124"/>
                </a:cubicBezTo>
                <a:cubicBezTo>
                  <a:pt x="256" y="4"/>
                  <a:pt x="256" y="4"/>
                  <a:pt x="256" y="4"/>
                </a:cubicBezTo>
                <a:cubicBezTo>
                  <a:pt x="256" y="2"/>
                  <a:pt x="254" y="0"/>
                  <a:pt x="252" y="0"/>
                </a:cubicBezTo>
                <a:close/>
                <a:moveTo>
                  <a:pt x="24" y="120"/>
                </a:moveTo>
                <a:cubicBezTo>
                  <a:pt x="8" y="120"/>
                  <a:pt x="8" y="120"/>
                  <a:pt x="8" y="120"/>
                </a:cubicBezTo>
                <a:cubicBezTo>
                  <a:pt x="8" y="8"/>
                  <a:pt x="8" y="8"/>
                  <a:pt x="8" y="8"/>
                </a:cubicBezTo>
                <a:cubicBezTo>
                  <a:pt x="24" y="8"/>
                  <a:pt x="24" y="8"/>
                  <a:pt x="24" y="8"/>
                </a:cubicBezTo>
                <a:lnTo>
                  <a:pt x="24" y="120"/>
                </a:lnTo>
                <a:close/>
                <a:moveTo>
                  <a:pt x="32" y="104"/>
                </a:moveTo>
                <a:cubicBezTo>
                  <a:pt x="32" y="24"/>
                  <a:pt x="32" y="24"/>
                  <a:pt x="32" y="24"/>
                </a:cubicBezTo>
                <a:cubicBezTo>
                  <a:pt x="224" y="24"/>
                  <a:pt x="224" y="24"/>
                  <a:pt x="224" y="24"/>
                </a:cubicBezTo>
                <a:cubicBezTo>
                  <a:pt x="224" y="104"/>
                  <a:pt x="224" y="104"/>
                  <a:pt x="224" y="104"/>
                </a:cubicBezTo>
                <a:lnTo>
                  <a:pt x="32" y="104"/>
                </a:lnTo>
                <a:close/>
                <a:moveTo>
                  <a:pt x="248" y="120"/>
                </a:moveTo>
                <a:cubicBezTo>
                  <a:pt x="232" y="120"/>
                  <a:pt x="232" y="120"/>
                  <a:pt x="232" y="120"/>
                </a:cubicBezTo>
                <a:cubicBezTo>
                  <a:pt x="232" y="8"/>
                  <a:pt x="232" y="8"/>
                  <a:pt x="232" y="8"/>
                </a:cubicBezTo>
                <a:cubicBezTo>
                  <a:pt x="248" y="8"/>
                  <a:pt x="248" y="8"/>
                  <a:pt x="248" y="8"/>
                </a:cubicBezTo>
                <a:lnTo>
                  <a:pt x="248" y="12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0" name="Freeform 125">
            <a:extLst>
              <a:ext uri="{FF2B5EF4-FFF2-40B4-BE49-F238E27FC236}">
                <a16:creationId xmlns:a16="http://schemas.microsoft.com/office/drawing/2014/main" id="{2FA21EF4-DB4F-4F80-94A6-30E9327F45CF}"/>
              </a:ext>
            </a:extLst>
          </p:cNvPr>
          <p:cNvSpPr>
            <a:spLocks noChangeAspect="1" noEditPoints="1"/>
          </p:cNvSpPr>
          <p:nvPr/>
        </p:nvSpPr>
        <p:spPr bwMode="auto">
          <a:xfrm>
            <a:off x="9281902" y="4355160"/>
            <a:ext cx="400050" cy="400050"/>
          </a:xfrm>
          <a:custGeom>
            <a:avLst/>
            <a:gdLst>
              <a:gd name="T0" fmla="*/ 248 w 256"/>
              <a:gd name="T1" fmla="*/ 4 h 256"/>
              <a:gd name="T2" fmla="*/ 200 w 256"/>
              <a:gd name="T3" fmla="*/ 4 h 256"/>
              <a:gd name="T4" fmla="*/ 192 w 256"/>
              <a:gd name="T5" fmla="*/ 24 h 256"/>
              <a:gd name="T6" fmla="*/ 200 w 256"/>
              <a:gd name="T7" fmla="*/ 52 h 256"/>
              <a:gd name="T8" fmla="*/ 208 w 256"/>
              <a:gd name="T9" fmla="*/ 48 h 256"/>
              <a:gd name="T10" fmla="*/ 200 w 256"/>
              <a:gd name="T11" fmla="*/ 28 h 256"/>
              <a:gd name="T12" fmla="*/ 208 w 256"/>
              <a:gd name="T13" fmla="*/ 8 h 256"/>
              <a:gd name="T14" fmla="*/ 224 w 256"/>
              <a:gd name="T15" fmla="*/ 20 h 256"/>
              <a:gd name="T16" fmla="*/ 248 w 256"/>
              <a:gd name="T17" fmla="*/ 44 h 256"/>
              <a:gd name="T18" fmla="*/ 240 w 256"/>
              <a:gd name="T19" fmla="*/ 52 h 256"/>
              <a:gd name="T20" fmla="*/ 248 w 256"/>
              <a:gd name="T21" fmla="*/ 52 h 256"/>
              <a:gd name="T22" fmla="*/ 256 w 256"/>
              <a:gd name="T23" fmla="*/ 24 h 256"/>
              <a:gd name="T24" fmla="*/ 150 w 256"/>
              <a:gd name="T25" fmla="*/ 152 h 256"/>
              <a:gd name="T26" fmla="*/ 96 w 256"/>
              <a:gd name="T27" fmla="*/ 88 h 256"/>
              <a:gd name="T28" fmla="*/ 52 w 256"/>
              <a:gd name="T29" fmla="*/ 101 h 256"/>
              <a:gd name="T30" fmla="*/ 0 w 256"/>
              <a:gd name="T31" fmla="*/ 156 h 256"/>
              <a:gd name="T32" fmla="*/ 4 w 256"/>
              <a:gd name="T33" fmla="*/ 256 h 256"/>
              <a:gd name="T34" fmla="*/ 76 w 256"/>
              <a:gd name="T35" fmla="*/ 244 h 256"/>
              <a:gd name="T36" fmla="*/ 84 w 256"/>
              <a:gd name="T37" fmla="*/ 244 h 256"/>
              <a:gd name="T38" fmla="*/ 152 w 256"/>
              <a:gd name="T39" fmla="*/ 256 h 256"/>
              <a:gd name="T40" fmla="*/ 156 w 256"/>
              <a:gd name="T41" fmla="*/ 156 h 256"/>
              <a:gd name="T42" fmla="*/ 32 w 256"/>
              <a:gd name="T43" fmla="*/ 180 h 256"/>
              <a:gd name="T44" fmla="*/ 141 w 256"/>
              <a:gd name="T45" fmla="*/ 188 h 256"/>
              <a:gd name="T46" fmla="*/ 76 w 256"/>
              <a:gd name="T47" fmla="*/ 196 h 256"/>
              <a:gd name="T48" fmla="*/ 9 w 256"/>
              <a:gd name="T49" fmla="*/ 180 h 256"/>
              <a:gd name="T50" fmla="*/ 9 w 256"/>
              <a:gd name="T51" fmla="*/ 160 h 256"/>
              <a:gd name="T52" fmla="*/ 60 w 256"/>
              <a:gd name="T53" fmla="*/ 104 h 256"/>
              <a:gd name="T54" fmla="*/ 92 w 256"/>
              <a:gd name="T55" fmla="*/ 102 h 256"/>
              <a:gd name="T56" fmla="*/ 32 w 256"/>
              <a:gd name="T57" fmla="*/ 152 h 256"/>
              <a:gd name="T58" fmla="*/ 148 w 256"/>
              <a:gd name="T59" fmla="*/ 160 h 256"/>
              <a:gd name="T60" fmla="*/ 184 w 256"/>
              <a:gd name="T61" fmla="*/ 64 h 256"/>
              <a:gd name="T62" fmla="*/ 92 w 256"/>
              <a:gd name="T63" fmla="*/ 44 h 256"/>
              <a:gd name="T64" fmla="*/ 80 w 256"/>
              <a:gd name="T65" fmla="*/ 80 h 256"/>
              <a:gd name="T66" fmla="*/ 152 w 256"/>
              <a:gd name="T67" fmla="*/ 52 h 256"/>
              <a:gd name="T68" fmla="*/ 120 w 256"/>
              <a:gd name="T69" fmla="*/ 96 h 256"/>
              <a:gd name="T70" fmla="*/ 128 w 256"/>
              <a:gd name="T71" fmla="*/ 96 h 256"/>
              <a:gd name="T72" fmla="*/ 208 w 256"/>
              <a:gd name="T73" fmla="*/ 96 h 256"/>
              <a:gd name="T74" fmla="*/ 156 w 256"/>
              <a:gd name="T75" fmla="*/ 132 h 256"/>
              <a:gd name="T76" fmla="*/ 164 w 256"/>
              <a:gd name="T77" fmla="*/ 204 h 256"/>
              <a:gd name="T78" fmla="*/ 208 w 256"/>
              <a:gd name="T79" fmla="*/ 256 h 256"/>
              <a:gd name="T80" fmla="*/ 224 w 256"/>
              <a:gd name="T81" fmla="*/ 212 h 256"/>
              <a:gd name="T82" fmla="*/ 216 w 256"/>
              <a:gd name="T83" fmla="*/ 132 h 256"/>
              <a:gd name="T84" fmla="*/ 216 w 256"/>
              <a:gd name="T85"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252" y="20"/>
                </a:moveTo>
                <a:cubicBezTo>
                  <a:pt x="248" y="20"/>
                  <a:pt x="248" y="20"/>
                  <a:pt x="248" y="20"/>
                </a:cubicBezTo>
                <a:cubicBezTo>
                  <a:pt x="248" y="4"/>
                  <a:pt x="248" y="4"/>
                  <a:pt x="248" y="4"/>
                </a:cubicBezTo>
                <a:cubicBezTo>
                  <a:pt x="248" y="2"/>
                  <a:pt x="246" y="0"/>
                  <a:pt x="244" y="0"/>
                </a:cubicBezTo>
                <a:cubicBezTo>
                  <a:pt x="204" y="0"/>
                  <a:pt x="204" y="0"/>
                  <a:pt x="204" y="0"/>
                </a:cubicBezTo>
                <a:cubicBezTo>
                  <a:pt x="202" y="0"/>
                  <a:pt x="200" y="2"/>
                  <a:pt x="200" y="4"/>
                </a:cubicBezTo>
                <a:cubicBezTo>
                  <a:pt x="200" y="20"/>
                  <a:pt x="200" y="20"/>
                  <a:pt x="200" y="20"/>
                </a:cubicBezTo>
                <a:cubicBezTo>
                  <a:pt x="196" y="20"/>
                  <a:pt x="196" y="20"/>
                  <a:pt x="196" y="20"/>
                </a:cubicBezTo>
                <a:cubicBezTo>
                  <a:pt x="194" y="20"/>
                  <a:pt x="192" y="22"/>
                  <a:pt x="192" y="24"/>
                </a:cubicBezTo>
                <a:cubicBezTo>
                  <a:pt x="192" y="48"/>
                  <a:pt x="192" y="48"/>
                  <a:pt x="192" y="48"/>
                </a:cubicBezTo>
                <a:cubicBezTo>
                  <a:pt x="192" y="50"/>
                  <a:pt x="194" y="52"/>
                  <a:pt x="196" y="52"/>
                </a:cubicBezTo>
                <a:cubicBezTo>
                  <a:pt x="200" y="52"/>
                  <a:pt x="200" y="52"/>
                  <a:pt x="200" y="52"/>
                </a:cubicBezTo>
                <a:cubicBezTo>
                  <a:pt x="200" y="60"/>
                  <a:pt x="200" y="60"/>
                  <a:pt x="200" y="60"/>
                </a:cubicBezTo>
                <a:cubicBezTo>
                  <a:pt x="208" y="60"/>
                  <a:pt x="208" y="60"/>
                  <a:pt x="208" y="60"/>
                </a:cubicBezTo>
                <a:cubicBezTo>
                  <a:pt x="208" y="48"/>
                  <a:pt x="208" y="48"/>
                  <a:pt x="208" y="48"/>
                </a:cubicBezTo>
                <a:cubicBezTo>
                  <a:pt x="208" y="46"/>
                  <a:pt x="206" y="44"/>
                  <a:pt x="204" y="44"/>
                </a:cubicBezTo>
                <a:cubicBezTo>
                  <a:pt x="200" y="44"/>
                  <a:pt x="200" y="44"/>
                  <a:pt x="200" y="44"/>
                </a:cubicBezTo>
                <a:cubicBezTo>
                  <a:pt x="200" y="28"/>
                  <a:pt x="200" y="28"/>
                  <a:pt x="200" y="28"/>
                </a:cubicBezTo>
                <a:cubicBezTo>
                  <a:pt x="204" y="28"/>
                  <a:pt x="204" y="28"/>
                  <a:pt x="204" y="28"/>
                </a:cubicBezTo>
                <a:cubicBezTo>
                  <a:pt x="206" y="28"/>
                  <a:pt x="208" y="26"/>
                  <a:pt x="208" y="24"/>
                </a:cubicBezTo>
                <a:cubicBezTo>
                  <a:pt x="208" y="8"/>
                  <a:pt x="208" y="8"/>
                  <a:pt x="208" y="8"/>
                </a:cubicBezTo>
                <a:cubicBezTo>
                  <a:pt x="240" y="8"/>
                  <a:pt x="240" y="8"/>
                  <a:pt x="240" y="8"/>
                </a:cubicBezTo>
                <a:cubicBezTo>
                  <a:pt x="240" y="20"/>
                  <a:pt x="240" y="20"/>
                  <a:pt x="240" y="20"/>
                </a:cubicBezTo>
                <a:cubicBezTo>
                  <a:pt x="224" y="20"/>
                  <a:pt x="224" y="20"/>
                  <a:pt x="224" y="20"/>
                </a:cubicBezTo>
                <a:cubicBezTo>
                  <a:pt x="224" y="28"/>
                  <a:pt x="224" y="28"/>
                  <a:pt x="224" y="28"/>
                </a:cubicBezTo>
                <a:cubicBezTo>
                  <a:pt x="248" y="28"/>
                  <a:pt x="248" y="28"/>
                  <a:pt x="248" y="28"/>
                </a:cubicBezTo>
                <a:cubicBezTo>
                  <a:pt x="248" y="44"/>
                  <a:pt x="248" y="44"/>
                  <a:pt x="248" y="44"/>
                </a:cubicBezTo>
                <a:cubicBezTo>
                  <a:pt x="224" y="44"/>
                  <a:pt x="224" y="44"/>
                  <a:pt x="224" y="44"/>
                </a:cubicBezTo>
                <a:cubicBezTo>
                  <a:pt x="224" y="52"/>
                  <a:pt x="224" y="52"/>
                  <a:pt x="224" y="52"/>
                </a:cubicBezTo>
                <a:cubicBezTo>
                  <a:pt x="240" y="52"/>
                  <a:pt x="240" y="52"/>
                  <a:pt x="240" y="52"/>
                </a:cubicBezTo>
                <a:cubicBezTo>
                  <a:pt x="240" y="256"/>
                  <a:pt x="240" y="256"/>
                  <a:pt x="240" y="256"/>
                </a:cubicBezTo>
                <a:cubicBezTo>
                  <a:pt x="248" y="256"/>
                  <a:pt x="248" y="256"/>
                  <a:pt x="248" y="256"/>
                </a:cubicBezTo>
                <a:cubicBezTo>
                  <a:pt x="248" y="52"/>
                  <a:pt x="248" y="52"/>
                  <a:pt x="248" y="52"/>
                </a:cubicBezTo>
                <a:cubicBezTo>
                  <a:pt x="252" y="52"/>
                  <a:pt x="252" y="52"/>
                  <a:pt x="252" y="52"/>
                </a:cubicBezTo>
                <a:cubicBezTo>
                  <a:pt x="254" y="52"/>
                  <a:pt x="256" y="50"/>
                  <a:pt x="256" y="48"/>
                </a:cubicBezTo>
                <a:cubicBezTo>
                  <a:pt x="256" y="24"/>
                  <a:pt x="256" y="24"/>
                  <a:pt x="256" y="24"/>
                </a:cubicBezTo>
                <a:cubicBezTo>
                  <a:pt x="256" y="22"/>
                  <a:pt x="254" y="20"/>
                  <a:pt x="252" y="20"/>
                </a:cubicBezTo>
                <a:close/>
                <a:moveTo>
                  <a:pt x="152" y="152"/>
                </a:moveTo>
                <a:cubicBezTo>
                  <a:pt x="150" y="152"/>
                  <a:pt x="150" y="152"/>
                  <a:pt x="150" y="152"/>
                </a:cubicBezTo>
                <a:cubicBezTo>
                  <a:pt x="143" y="127"/>
                  <a:pt x="124" y="107"/>
                  <a:pt x="100" y="99"/>
                </a:cubicBezTo>
                <a:cubicBezTo>
                  <a:pt x="100" y="92"/>
                  <a:pt x="100" y="92"/>
                  <a:pt x="100" y="92"/>
                </a:cubicBezTo>
                <a:cubicBezTo>
                  <a:pt x="100" y="90"/>
                  <a:pt x="98" y="88"/>
                  <a:pt x="96" y="88"/>
                </a:cubicBezTo>
                <a:cubicBezTo>
                  <a:pt x="56" y="88"/>
                  <a:pt x="56" y="88"/>
                  <a:pt x="56" y="88"/>
                </a:cubicBezTo>
                <a:cubicBezTo>
                  <a:pt x="54" y="88"/>
                  <a:pt x="52" y="90"/>
                  <a:pt x="52" y="92"/>
                </a:cubicBezTo>
                <a:cubicBezTo>
                  <a:pt x="52" y="101"/>
                  <a:pt x="52" y="101"/>
                  <a:pt x="52" y="101"/>
                </a:cubicBezTo>
                <a:cubicBezTo>
                  <a:pt x="29" y="109"/>
                  <a:pt x="12" y="129"/>
                  <a:pt x="6" y="152"/>
                </a:cubicBezTo>
                <a:cubicBezTo>
                  <a:pt x="4" y="152"/>
                  <a:pt x="4" y="152"/>
                  <a:pt x="4" y="152"/>
                </a:cubicBezTo>
                <a:cubicBezTo>
                  <a:pt x="2" y="152"/>
                  <a:pt x="0" y="154"/>
                  <a:pt x="0" y="156"/>
                </a:cubicBezTo>
                <a:cubicBezTo>
                  <a:pt x="0" y="184"/>
                  <a:pt x="0" y="184"/>
                  <a:pt x="0" y="184"/>
                </a:cubicBezTo>
                <a:cubicBezTo>
                  <a:pt x="0" y="186"/>
                  <a:pt x="2" y="188"/>
                  <a:pt x="4" y="188"/>
                </a:cubicBezTo>
                <a:cubicBezTo>
                  <a:pt x="4" y="256"/>
                  <a:pt x="4" y="256"/>
                  <a:pt x="4" y="256"/>
                </a:cubicBezTo>
                <a:cubicBezTo>
                  <a:pt x="12" y="256"/>
                  <a:pt x="12" y="256"/>
                  <a:pt x="12" y="256"/>
                </a:cubicBezTo>
                <a:cubicBezTo>
                  <a:pt x="12" y="203"/>
                  <a:pt x="12" y="203"/>
                  <a:pt x="12" y="203"/>
                </a:cubicBezTo>
                <a:cubicBezTo>
                  <a:pt x="24" y="227"/>
                  <a:pt x="48" y="243"/>
                  <a:pt x="76" y="244"/>
                </a:cubicBezTo>
                <a:cubicBezTo>
                  <a:pt x="76" y="256"/>
                  <a:pt x="76" y="256"/>
                  <a:pt x="76" y="256"/>
                </a:cubicBezTo>
                <a:cubicBezTo>
                  <a:pt x="84" y="256"/>
                  <a:pt x="84" y="256"/>
                  <a:pt x="84" y="256"/>
                </a:cubicBezTo>
                <a:cubicBezTo>
                  <a:pt x="84" y="244"/>
                  <a:pt x="84" y="244"/>
                  <a:pt x="84" y="244"/>
                </a:cubicBezTo>
                <a:cubicBezTo>
                  <a:pt x="110" y="242"/>
                  <a:pt x="133" y="226"/>
                  <a:pt x="144" y="203"/>
                </a:cubicBezTo>
                <a:cubicBezTo>
                  <a:pt x="144" y="256"/>
                  <a:pt x="144" y="256"/>
                  <a:pt x="144" y="256"/>
                </a:cubicBezTo>
                <a:cubicBezTo>
                  <a:pt x="152" y="256"/>
                  <a:pt x="152" y="256"/>
                  <a:pt x="152" y="256"/>
                </a:cubicBezTo>
                <a:cubicBezTo>
                  <a:pt x="152" y="188"/>
                  <a:pt x="152" y="188"/>
                  <a:pt x="152" y="188"/>
                </a:cubicBezTo>
                <a:cubicBezTo>
                  <a:pt x="154" y="188"/>
                  <a:pt x="156" y="186"/>
                  <a:pt x="156" y="184"/>
                </a:cubicBezTo>
                <a:cubicBezTo>
                  <a:pt x="156" y="156"/>
                  <a:pt x="156" y="156"/>
                  <a:pt x="156" y="156"/>
                </a:cubicBezTo>
                <a:cubicBezTo>
                  <a:pt x="156" y="154"/>
                  <a:pt x="154" y="152"/>
                  <a:pt x="152" y="152"/>
                </a:cubicBezTo>
                <a:close/>
                <a:moveTo>
                  <a:pt x="148" y="180"/>
                </a:moveTo>
                <a:cubicBezTo>
                  <a:pt x="32" y="180"/>
                  <a:pt x="32" y="180"/>
                  <a:pt x="32" y="180"/>
                </a:cubicBezTo>
                <a:cubicBezTo>
                  <a:pt x="30" y="180"/>
                  <a:pt x="28" y="182"/>
                  <a:pt x="28" y="184"/>
                </a:cubicBezTo>
                <a:cubicBezTo>
                  <a:pt x="28" y="186"/>
                  <a:pt x="30" y="188"/>
                  <a:pt x="32" y="188"/>
                </a:cubicBezTo>
                <a:cubicBezTo>
                  <a:pt x="141" y="188"/>
                  <a:pt x="141" y="188"/>
                  <a:pt x="141" y="188"/>
                </a:cubicBezTo>
                <a:cubicBezTo>
                  <a:pt x="134" y="214"/>
                  <a:pt x="111" y="233"/>
                  <a:pt x="84" y="236"/>
                </a:cubicBezTo>
                <a:cubicBezTo>
                  <a:pt x="84" y="196"/>
                  <a:pt x="84" y="196"/>
                  <a:pt x="84" y="196"/>
                </a:cubicBezTo>
                <a:cubicBezTo>
                  <a:pt x="76" y="196"/>
                  <a:pt x="76" y="196"/>
                  <a:pt x="76" y="196"/>
                </a:cubicBezTo>
                <a:cubicBezTo>
                  <a:pt x="76" y="236"/>
                  <a:pt x="76" y="236"/>
                  <a:pt x="76" y="236"/>
                </a:cubicBezTo>
                <a:cubicBezTo>
                  <a:pt x="46" y="235"/>
                  <a:pt x="19" y="213"/>
                  <a:pt x="13" y="183"/>
                </a:cubicBezTo>
                <a:cubicBezTo>
                  <a:pt x="13" y="181"/>
                  <a:pt x="11" y="180"/>
                  <a:pt x="9" y="180"/>
                </a:cubicBezTo>
                <a:cubicBezTo>
                  <a:pt x="8" y="180"/>
                  <a:pt x="8" y="180"/>
                  <a:pt x="8" y="180"/>
                </a:cubicBezTo>
                <a:cubicBezTo>
                  <a:pt x="8" y="160"/>
                  <a:pt x="8" y="160"/>
                  <a:pt x="8" y="160"/>
                </a:cubicBezTo>
                <a:cubicBezTo>
                  <a:pt x="9" y="160"/>
                  <a:pt x="9" y="160"/>
                  <a:pt x="9" y="160"/>
                </a:cubicBezTo>
                <a:cubicBezTo>
                  <a:pt x="11" y="160"/>
                  <a:pt x="13" y="159"/>
                  <a:pt x="13" y="157"/>
                </a:cubicBezTo>
                <a:cubicBezTo>
                  <a:pt x="18" y="134"/>
                  <a:pt x="35" y="115"/>
                  <a:pt x="57" y="107"/>
                </a:cubicBezTo>
                <a:cubicBezTo>
                  <a:pt x="59" y="107"/>
                  <a:pt x="60" y="105"/>
                  <a:pt x="60" y="104"/>
                </a:cubicBezTo>
                <a:cubicBezTo>
                  <a:pt x="60" y="96"/>
                  <a:pt x="60" y="96"/>
                  <a:pt x="60" y="96"/>
                </a:cubicBezTo>
                <a:cubicBezTo>
                  <a:pt x="92" y="96"/>
                  <a:pt x="92" y="96"/>
                  <a:pt x="92" y="96"/>
                </a:cubicBezTo>
                <a:cubicBezTo>
                  <a:pt x="92" y="102"/>
                  <a:pt x="92" y="102"/>
                  <a:pt x="92" y="102"/>
                </a:cubicBezTo>
                <a:cubicBezTo>
                  <a:pt x="92" y="104"/>
                  <a:pt x="93" y="106"/>
                  <a:pt x="95" y="106"/>
                </a:cubicBezTo>
                <a:cubicBezTo>
                  <a:pt x="117" y="112"/>
                  <a:pt x="135" y="130"/>
                  <a:pt x="141" y="152"/>
                </a:cubicBezTo>
                <a:cubicBezTo>
                  <a:pt x="32" y="152"/>
                  <a:pt x="32" y="152"/>
                  <a:pt x="32" y="152"/>
                </a:cubicBezTo>
                <a:cubicBezTo>
                  <a:pt x="30" y="152"/>
                  <a:pt x="28" y="154"/>
                  <a:pt x="28" y="156"/>
                </a:cubicBezTo>
                <a:cubicBezTo>
                  <a:pt x="28" y="158"/>
                  <a:pt x="30" y="160"/>
                  <a:pt x="32" y="160"/>
                </a:cubicBezTo>
                <a:cubicBezTo>
                  <a:pt x="148" y="160"/>
                  <a:pt x="148" y="160"/>
                  <a:pt x="148" y="160"/>
                </a:cubicBezTo>
                <a:lnTo>
                  <a:pt x="148" y="180"/>
                </a:lnTo>
                <a:close/>
                <a:moveTo>
                  <a:pt x="216" y="96"/>
                </a:moveTo>
                <a:cubicBezTo>
                  <a:pt x="216" y="78"/>
                  <a:pt x="202" y="64"/>
                  <a:pt x="184" y="64"/>
                </a:cubicBezTo>
                <a:cubicBezTo>
                  <a:pt x="172" y="64"/>
                  <a:pt x="172" y="64"/>
                  <a:pt x="172" y="64"/>
                </a:cubicBezTo>
                <a:cubicBezTo>
                  <a:pt x="172" y="53"/>
                  <a:pt x="163" y="44"/>
                  <a:pt x="152" y="44"/>
                </a:cubicBezTo>
                <a:cubicBezTo>
                  <a:pt x="92" y="44"/>
                  <a:pt x="92" y="44"/>
                  <a:pt x="92" y="44"/>
                </a:cubicBezTo>
                <a:cubicBezTo>
                  <a:pt x="81" y="44"/>
                  <a:pt x="72" y="53"/>
                  <a:pt x="72" y="64"/>
                </a:cubicBezTo>
                <a:cubicBezTo>
                  <a:pt x="72" y="80"/>
                  <a:pt x="72" y="80"/>
                  <a:pt x="72" y="80"/>
                </a:cubicBezTo>
                <a:cubicBezTo>
                  <a:pt x="80" y="80"/>
                  <a:pt x="80" y="80"/>
                  <a:pt x="80" y="80"/>
                </a:cubicBezTo>
                <a:cubicBezTo>
                  <a:pt x="80" y="64"/>
                  <a:pt x="80" y="64"/>
                  <a:pt x="80" y="64"/>
                </a:cubicBezTo>
                <a:cubicBezTo>
                  <a:pt x="80" y="57"/>
                  <a:pt x="85" y="52"/>
                  <a:pt x="92" y="52"/>
                </a:cubicBezTo>
                <a:cubicBezTo>
                  <a:pt x="152" y="52"/>
                  <a:pt x="152" y="52"/>
                  <a:pt x="152" y="52"/>
                </a:cubicBezTo>
                <a:cubicBezTo>
                  <a:pt x="159" y="52"/>
                  <a:pt x="164" y="57"/>
                  <a:pt x="164" y="64"/>
                </a:cubicBezTo>
                <a:cubicBezTo>
                  <a:pt x="152" y="64"/>
                  <a:pt x="152" y="64"/>
                  <a:pt x="152" y="64"/>
                </a:cubicBezTo>
                <a:cubicBezTo>
                  <a:pt x="134" y="64"/>
                  <a:pt x="120" y="78"/>
                  <a:pt x="120" y="96"/>
                </a:cubicBezTo>
                <a:cubicBezTo>
                  <a:pt x="120" y="104"/>
                  <a:pt x="120" y="104"/>
                  <a:pt x="120" y="104"/>
                </a:cubicBezTo>
                <a:cubicBezTo>
                  <a:pt x="128" y="104"/>
                  <a:pt x="128" y="104"/>
                  <a:pt x="128" y="104"/>
                </a:cubicBezTo>
                <a:cubicBezTo>
                  <a:pt x="128" y="96"/>
                  <a:pt x="128" y="96"/>
                  <a:pt x="128" y="96"/>
                </a:cubicBezTo>
                <a:cubicBezTo>
                  <a:pt x="128" y="83"/>
                  <a:pt x="139" y="72"/>
                  <a:pt x="152" y="72"/>
                </a:cubicBezTo>
                <a:cubicBezTo>
                  <a:pt x="184" y="72"/>
                  <a:pt x="184" y="72"/>
                  <a:pt x="184" y="72"/>
                </a:cubicBezTo>
                <a:cubicBezTo>
                  <a:pt x="197" y="72"/>
                  <a:pt x="208" y="83"/>
                  <a:pt x="208" y="96"/>
                </a:cubicBezTo>
                <a:cubicBezTo>
                  <a:pt x="208" y="124"/>
                  <a:pt x="208" y="124"/>
                  <a:pt x="208" y="124"/>
                </a:cubicBezTo>
                <a:cubicBezTo>
                  <a:pt x="156" y="124"/>
                  <a:pt x="156" y="124"/>
                  <a:pt x="156" y="124"/>
                </a:cubicBezTo>
                <a:cubicBezTo>
                  <a:pt x="156" y="132"/>
                  <a:pt x="156" y="132"/>
                  <a:pt x="156" y="132"/>
                </a:cubicBezTo>
                <a:cubicBezTo>
                  <a:pt x="208" y="132"/>
                  <a:pt x="208" y="132"/>
                  <a:pt x="208" y="132"/>
                </a:cubicBezTo>
                <a:cubicBezTo>
                  <a:pt x="208" y="204"/>
                  <a:pt x="208" y="204"/>
                  <a:pt x="208" y="204"/>
                </a:cubicBezTo>
                <a:cubicBezTo>
                  <a:pt x="164" y="204"/>
                  <a:pt x="164" y="204"/>
                  <a:pt x="164" y="204"/>
                </a:cubicBezTo>
                <a:cubicBezTo>
                  <a:pt x="164" y="212"/>
                  <a:pt x="164" y="212"/>
                  <a:pt x="164" y="212"/>
                </a:cubicBezTo>
                <a:cubicBezTo>
                  <a:pt x="208" y="212"/>
                  <a:pt x="208" y="212"/>
                  <a:pt x="208" y="212"/>
                </a:cubicBezTo>
                <a:cubicBezTo>
                  <a:pt x="208" y="256"/>
                  <a:pt x="208" y="256"/>
                  <a:pt x="208" y="256"/>
                </a:cubicBezTo>
                <a:cubicBezTo>
                  <a:pt x="216" y="256"/>
                  <a:pt x="216" y="256"/>
                  <a:pt x="216" y="256"/>
                </a:cubicBezTo>
                <a:cubicBezTo>
                  <a:pt x="216" y="212"/>
                  <a:pt x="216" y="212"/>
                  <a:pt x="216" y="212"/>
                </a:cubicBezTo>
                <a:cubicBezTo>
                  <a:pt x="224" y="212"/>
                  <a:pt x="224" y="212"/>
                  <a:pt x="224" y="212"/>
                </a:cubicBezTo>
                <a:cubicBezTo>
                  <a:pt x="224" y="204"/>
                  <a:pt x="224" y="204"/>
                  <a:pt x="224" y="204"/>
                </a:cubicBezTo>
                <a:cubicBezTo>
                  <a:pt x="216" y="204"/>
                  <a:pt x="216" y="204"/>
                  <a:pt x="216" y="204"/>
                </a:cubicBezTo>
                <a:cubicBezTo>
                  <a:pt x="216" y="132"/>
                  <a:pt x="216" y="132"/>
                  <a:pt x="216" y="132"/>
                </a:cubicBezTo>
                <a:cubicBezTo>
                  <a:pt x="224" y="132"/>
                  <a:pt x="224" y="132"/>
                  <a:pt x="224" y="132"/>
                </a:cubicBezTo>
                <a:cubicBezTo>
                  <a:pt x="224" y="124"/>
                  <a:pt x="224" y="124"/>
                  <a:pt x="224" y="124"/>
                </a:cubicBezTo>
                <a:cubicBezTo>
                  <a:pt x="216" y="124"/>
                  <a:pt x="216" y="124"/>
                  <a:pt x="216" y="124"/>
                </a:cubicBezTo>
                <a:lnTo>
                  <a:pt x="216" y="9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4" name="Freeform 132">
            <a:extLst>
              <a:ext uri="{FF2B5EF4-FFF2-40B4-BE49-F238E27FC236}">
                <a16:creationId xmlns:a16="http://schemas.microsoft.com/office/drawing/2014/main" id="{A0D957EE-3A6B-4744-831D-FDF67B7548ED}"/>
              </a:ext>
            </a:extLst>
          </p:cNvPr>
          <p:cNvSpPr>
            <a:spLocks noChangeAspect="1" noEditPoints="1"/>
          </p:cNvSpPr>
          <p:nvPr/>
        </p:nvSpPr>
        <p:spPr bwMode="auto">
          <a:xfrm>
            <a:off x="10249548" y="4355160"/>
            <a:ext cx="400050" cy="400050"/>
          </a:xfrm>
          <a:custGeom>
            <a:avLst/>
            <a:gdLst>
              <a:gd name="T0" fmla="*/ 48 w 256"/>
              <a:gd name="T1" fmla="*/ 138 h 256"/>
              <a:gd name="T2" fmla="*/ 48 w 256"/>
              <a:gd name="T3" fmla="*/ 130 h 256"/>
              <a:gd name="T4" fmla="*/ 52 w 256"/>
              <a:gd name="T5" fmla="*/ 126 h 256"/>
              <a:gd name="T6" fmla="*/ 36 w 256"/>
              <a:gd name="T7" fmla="*/ 172 h 256"/>
              <a:gd name="T8" fmla="*/ 48 w 256"/>
              <a:gd name="T9" fmla="*/ 160 h 256"/>
              <a:gd name="T10" fmla="*/ 48 w 256"/>
              <a:gd name="T11" fmla="*/ 168 h 256"/>
              <a:gd name="T12" fmla="*/ 220 w 256"/>
              <a:gd name="T13" fmla="*/ 212 h 256"/>
              <a:gd name="T14" fmla="*/ 180 w 256"/>
              <a:gd name="T15" fmla="*/ 256 h 256"/>
              <a:gd name="T16" fmla="*/ 216 w 256"/>
              <a:gd name="T17" fmla="*/ 220 h 256"/>
              <a:gd name="T18" fmla="*/ 224 w 256"/>
              <a:gd name="T19" fmla="*/ 216 h 256"/>
              <a:gd name="T20" fmla="*/ 84 w 256"/>
              <a:gd name="T21" fmla="*/ 0 h 256"/>
              <a:gd name="T22" fmla="*/ 0 w 256"/>
              <a:gd name="T23" fmla="*/ 256 h 256"/>
              <a:gd name="T24" fmla="*/ 48 w 256"/>
              <a:gd name="T25" fmla="*/ 40 h 256"/>
              <a:gd name="T26" fmla="*/ 24 w 256"/>
              <a:gd name="T27" fmla="*/ 72 h 256"/>
              <a:gd name="T28" fmla="*/ 88 w 256"/>
              <a:gd name="T29" fmla="*/ 256 h 256"/>
              <a:gd name="T30" fmla="*/ 53 w 256"/>
              <a:gd name="T31" fmla="*/ 32 h 256"/>
              <a:gd name="T32" fmla="*/ 116 w 256"/>
              <a:gd name="T33" fmla="*/ 124 h 256"/>
              <a:gd name="T34" fmla="*/ 116 w 256"/>
              <a:gd name="T35" fmla="*/ 132 h 256"/>
              <a:gd name="T36" fmla="*/ 104 w 256"/>
              <a:gd name="T37" fmla="*/ 176 h 256"/>
              <a:gd name="T38" fmla="*/ 124 w 256"/>
              <a:gd name="T39" fmla="*/ 256 h 256"/>
              <a:gd name="T40" fmla="*/ 132 w 256"/>
              <a:gd name="T41" fmla="*/ 168 h 256"/>
              <a:gd name="T42" fmla="*/ 132 w 256"/>
              <a:gd name="T43" fmla="*/ 132 h 256"/>
              <a:gd name="T44" fmla="*/ 124 w 256"/>
              <a:gd name="T45" fmla="*/ 40 h 256"/>
              <a:gd name="T46" fmla="*/ 52 w 256"/>
              <a:gd name="T47" fmla="*/ 224 h 256"/>
              <a:gd name="T48" fmla="*/ 256 w 256"/>
              <a:gd name="T49" fmla="*/ 184 h 256"/>
              <a:gd name="T50" fmla="*/ 224 w 256"/>
              <a:gd name="T51" fmla="*/ 32 h 256"/>
              <a:gd name="T52" fmla="*/ 232 w 256"/>
              <a:gd name="T53" fmla="*/ 4 h 256"/>
              <a:gd name="T54" fmla="*/ 168 w 256"/>
              <a:gd name="T55" fmla="*/ 4 h 256"/>
              <a:gd name="T56" fmla="*/ 176 w 256"/>
              <a:gd name="T57" fmla="*/ 34 h 256"/>
              <a:gd name="T58" fmla="*/ 144 w 256"/>
              <a:gd name="T59" fmla="*/ 96 h 256"/>
              <a:gd name="T60" fmla="*/ 152 w 256"/>
              <a:gd name="T61" fmla="*/ 96 h 256"/>
              <a:gd name="T62" fmla="*/ 176 w 256"/>
              <a:gd name="T63" fmla="*/ 124 h 256"/>
              <a:gd name="T64" fmla="*/ 176 w 256"/>
              <a:gd name="T65" fmla="*/ 132 h 256"/>
              <a:gd name="T66" fmla="*/ 184 w 256"/>
              <a:gd name="T67" fmla="*/ 32 h 256"/>
              <a:gd name="T68" fmla="*/ 176 w 256"/>
              <a:gd name="T69" fmla="*/ 8 h 256"/>
              <a:gd name="T70" fmla="*/ 200 w 256"/>
              <a:gd name="T71" fmla="*/ 24 h 256"/>
              <a:gd name="T72" fmla="*/ 216 w 256"/>
              <a:gd name="T73" fmla="*/ 184 h 256"/>
              <a:gd name="T74" fmla="*/ 248 w 256"/>
              <a:gd name="T75" fmla="*/ 192 h 256"/>
              <a:gd name="T76" fmla="*/ 256 w 256"/>
              <a:gd name="T77" fmla="*/ 192 h 256"/>
              <a:gd name="T78" fmla="*/ 248 w 256"/>
              <a:gd name="T79" fmla="*/ 184 h 256"/>
              <a:gd name="T80" fmla="*/ 248 w 256"/>
              <a:gd name="T81" fmla="*/ 132 h 256"/>
              <a:gd name="T82" fmla="*/ 224 w 256"/>
              <a:gd name="T83" fmla="*/ 124 h 256"/>
              <a:gd name="T84" fmla="*/ 248 w 256"/>
              <a:gd name="T85"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48" y="114"/>
                </a:moveTo>
                <a:cubicBezTo>
                  <a:pt x="41" y="114"/>
                  <a:pt x="36" y="119"/>
                  <a:pt x="36" y="126"/>
                </a:cubicBezTo>
                <a:cubicBezTo>
                  <a:pt x="36" y="133"/>
                  <a:pt x="41" y="138"/>
                  <a:pt x="48" y="138"/>
                </a:cubicBezTo>
                <a:cubicBezTo>
                  <a:pt x="55" y="138"/>
                  <a:pt x="60" y="133"/>
                  <a:pt x="60" y="126"/>
                </a:cubicBezTo>
                <a:cubicBezTo>
                  <a:pt x="60" y="119"/>
                  <a:pt x="55" y="114"/>
                  <a:pt x="48" y="114"/>
                </a:cubicBezTo>
                <a:close/>
                <a:moveTo>
                  <a:pt x="48" y="130"/>
                </a:moveTo>
                <a:cubicBezTo>
                  <a:pt x="46" y="130"/>
                  <a:pt x="44" y="128"/>
                  <a:pt x="44" y="126"/>
                </a:cubicBezTo>
                <a:cubicBezTo>
                  <a:pt x="44" y="124"/>
                  <a:pt x="46" y="122"/>
                  <a:pt x="48" y="122"/>
                </a:cubicBezTo>
                <a:cubicBezTo>
                  <a:pt x="50" y="122"/>
                  <a:pt x="52" y="124"/>
                  <a:pt x="52" y="126"/>
                </a:cubicBezTo>
                <a:cubicBezTo>
                  <a:pt x="52" y="128"/>
                  <a:pt x="50" y="130"/>
                  <a:pt x="48" y="130"/>
                </a:cubicBezTo>
                <a:close/>
                <a:moveTo>
                  <a:pt x="48" y="160"/>
                </a:moveTo>
                <a:cubicBezTo>
                  <a:pt x="41" y="160"/>
                  <a:pt x="36" y="165"/>
                  <a:pt x="36" y="172"/>
                </a:cubicBezTo>
                <a:cubicBezTo>
                  <a:pt x="36" y="179"/>
                  <a:pt x="41" y="184"/>
                  <a:pt x="48" y="184"/>
                </a:cubicBezTo>
                <a:cubicBezTo>
                  <a:pt x="55" y="184"/>
                  <a:pt x="60" y="179"/>
                  <a:pt x="60" y="172"/>
                </a:cubicBezTo>
                <a:cubicBezTo>
                  <a:pt x="60" y="165"/>
                  <a:pt x="55" y="160"/>
                  <a:pt x="48" y="160"/>
                </a:cubicBezTo>
                <a:close/>
                <a:moveTo>
                  <a:pt x="48" y="176"/>
                </a:moveTo>
                <a:cubicBezTo>
                  <a:pt x="46" y="176"/>
                  <a:pt x="44" y="174"/>
                  <a:pt x="44" y="172"/>
                </a:cubicBezTo>
                <a:cubicBezTo>
                  <a:pt x="44" y="170"/>
                  <a:pt x="46" y="168"/>
                  <a:pt x="48" y="168"/>
                </a:cubicBezTo>
                <a:cubicBezTo>
                  <a:pt x="50" y="168"/>
                  <a:pt x="52" y="170"/>
                  <a:pt x="52" y="172"/>
                </a:cubicBezTo>
                <a:cubicBezTo>
                  <a:pt x="52" y="174"/>
                  <a:pt x="50" y="176"/>
                  <a:pt x="48" y="176"/>
                </a:cubicBezTo>
                <a:close/>
                <a:moveTo>
                  <a:pt x="220" y="212"/>
                </a:moveTo>
                <a:cubicBezTo>
                  <a:pt x="184" y="212"/>
                  <a:pt x="184" y="212"/>
                  <a:pt x="184" y="212"/>
                </a:cubicBezTo>
                <a:cubicBezTo>
                  <a:pt x="182" y="212"/>
                  <a:pt x="180" y="214"/>
                  <a:pt x="180" y="216"/>
                </a:cubicBezTo>
                <a:cubicBezTo>
                  <a:pt x="180" y="256"/>
                  <a:pt x="180" y="256"/>
                  <a:pt x="180" y="256"/>
                </a:cubicBezTo>
                <a:cubicBezTo>
                  <a:pt x="188" y="256"/>
                  <a:pt x="188" y="256"/>
                  <a:pt x="188" y="256"/>
                </a:cubicBezTo>
                <a:cubicBezTo>
                  <a:pt x="188" y="220"/>
                  <a:pt x="188" y="220"/>
                  <a:pt x="188" y="220"/>
                </a:cubicBezTo>
                <a:cubicBezTo>
                  <a:pt x="216" y="220"/>
                  <a:pt x="216" y="220"/>
                  <a:pt x="216" y="220"/>
                </a:cubicBezTo>
                <a:cubicBezTo>
                  <a:pt x="216" y="256"/>
                  <a:pt x="216" y="256"/>
                  <a:pt x="216" y="256"/>
                </a:cubicBezTo>
                <a:cubicBezTo>
                  <a:pt x="224" y="256"/>
                  <a:pt x="224" y="256"/>
                  <a:pt x="224" y="256"/>
                </a:cubicBezTo>
                <a:cubicBezTo>
                  <a:pt x="224" y="216"/>
                  <a:pt x="224" y="216"/>
                  <a:pt x="224" y="216"/>
                </a:cubicBezTo>
                <a:cubicBezTo>
                  <a:pt x="224" y="214"/>
                  <a:pt x="222" y="212"/>
                  <a:pt x="220" y="212"/>
                </a:cubicBezTo>
                <a:close/>
                <a:moveTo>
                  <a:pt x="124" y="40"/>
                </a:moveTo>
                <a:cubicBezTo>
                  <a:pt x="124" y="18"/>
                  <a:pt x="106" y="0"/>
                  <a:pt x="84" y="0"/>
                </a:cubicBezTo>
                <a:cubicBezTo>
                  <a:pt x="65" y="0"/>
                  <a:pt x="49" y="13"/>
                  <a:pt x="45" y="32"/>
                </a:cubicBezTo>
                <a:cubicBezTo>
                  <a:pt x="20" y="34"/>
                  <a:pt x="0" y="55"/>
                  <a:pt x="0" y="80"/>
                </a:cubicBezTo>
                <a:cubicBezTo>
                  <a:pt x="0" y="256"/>
                  <a:pt x="0" y="256"/>
                  <a:pt x="0" y="256"/>
                </a:cubicBezTo>
                <a:cubicBezTo>
                  <a:pt x="8" y="256"/>
                  <a:pt x="8" y="256"/>
                  <a:pt x="8" y="256"/>
                </a:cubicBezTo>
                <a:cubicBezTo>
                  <a:pt x="8" y="80"/>
                  <a:pt x="8" y="80"/>
                  <a:pt x="8" y="80"/>
                </a:cubicBezTo>
                <a:cubicBezTo>
                  <a:pt x="8" y="58"/>
                  <a:pt x="26" y="40"/>
                  <a:pt x="48" y="40"/>
                </a:cubicBezTo>
                <a:cubicBezTo>
                  <a:pt x="64" y="40"/>
                  <a:pt x="78" y="50"/>
                  <a:pt x="85" y="64"/>
                </a:cubicBezTo>
                <a:cubicBezTo>
                  <a:pt x="24" y="64"/>
                  <a:pt x="24" y="64"/>
                  <a:pt x="24" y="64"/>
                </a:cubicBezTo>
                <a:cubicBezTo>
                  <a:pt x="24" y="72"/>
                  <a:pt x="24" y="72"/>
                  <a:pt x="24" y="72"/>
                </a:cubicBezTo>
                <a:cubicBezTo>
                  <a:pt x="87" y="72"/>
                  <a:pt x="87" y="72"/>
                  <a:pt x="87" y="72"/>
                </a:cubicBezTo>
                <a:cubicBezTo>
                  <a:pt x="88" y="75"/>
                  <a:pt x="88" y="77"/>
                  <a:pt x="88" y="80"/>
                </a:cubicBezTo>
                <a:cubicBezTo>
                  <a:pt x="88" y="256"/>
                  <a:pt x="88" y="256"/>
                  <a:pt x="88" y="256"/>
                </a:cubicBezTo>
                <a:cubicBezTo>
                  <a:pt x="96" y="256"/>
                  <a:pt x="96" y="256"/>
                  <a:pt x="96" y="256"/>
                </a:cubicBezTo>
                <a:cubicBezTo>
                  <a:pt x="96" y="80"/>
                  <a:pt x="96" y="80"/>
                  <a:pt x="96" y="80"/>
                </a:cubicBezTo>
                <a:cubicBezTo>
                  <a:pt x="96" y="55"/>
                  <a:pt x="77" y="35"/>
                  <a:pt x="53" y="32"/>
                </a:cubicBezTo>
                <a:cubicBezTo>
                  <a:pt x="56" y="18"/>
                  <a:pt x="69" y="8"/>
                  <a:pt x="84" y="8"/>
                </a:cubicBezTo>
                <a:cubicBezTo>
                  <a:pt x="102" y="8"/>
                  <a:pt x="116" y="22"/>
                  <a:pt x="116" y="40"/>
                </a:cubicBezTo>
                <a:cubicBezTo>
                  <a:pt x="116" y="124"/>
                  <a:pt x="116" y="124"/>
                  <a:pt x="116" y="124"/>
                </a:cubicBezTo>
                <a:cubicBezTo>
                  <a:pt x="104" y="124"/>
                  <a:pt x="104" y="124"/>
                  <a:pt x="104" y="124"/>
                </a:cubicBezTo>
                <a:cubicBezTo>
                  <a:pt x="104" y="132"/>
                  <a:pt x="104" y="132"/>
                  <a:pt x="104" y="132"/>
                </a:cubicBezTo>
                <a:cubicBezTo>
                  <a:pt x="116" y="132"/>
                  <a:pt x="116" y="132"/>
                  <a:pt x="116" y="132"/>
                </a:cubicBezTo>
                <a:cubicBezTo>
                  <a:pt x="116" y="168"/>
                  <a:pt x="116" y="168"/>
                  <a:pt x="116" y="168"/>
                </a:cubicBezTo>
                <a:cubicBezTo>
                  <a:pt x="104" y="168"/>
                  <a:pt x="104" y="168"/>
                  <a:pt x="104" y="168"/>
                </a:cubicBezTo>
                <a:cubicBezTo>
                  <a:pt x="104" y="176"/>
                  <a:pt x="104" y="176"/>
                  <a:pt x="104" y="176"/>
                </a:cubicBezTo>
                <a:cubicBezTo>
                  <a:pt x="116" y="176"/>
                  <a:pt x="116" y="176"/>
                  <a:pt x="116" y="176"/>
                </a:cubicBezTo>
                <a:cubicBezTo>
                  <a:pt x="116" y="256"/>
                  <a:pt x="116" y="256"/>
                  <a:pt x="116" y="256"/>
                </a:cubicBezTo>
                <a:cubicBezTo>
                  <a:pt x="124" y="256"/>
                  <a:pt x="124" y="256"/>
                  <a:pt x="124" y="256"/>
                </a:cubicBezTo>
                <a:cubicBezTo>
                  <a:pt x="124" y="176"/>
                  <a:pt x="124" y="176"/>
                  <a:pt x="124" y="176"/>
                </a:cubicBezTo>
                <a:cubicBezTo>
                  <a:pt x="132" y="176"/>
                  <a:pt x="132" y="176"/>
                  <a:pt x="132" y="176"/>
                </a:cubicBezTo>
                <a:cubicBezTo>
                  <a:pt x="132" y="168"/>
                  <a:pt x="132" y="168"/>
                  <a:pt x="132" y="168"/>
                </a:cubicBezTo>
                <a:cubicBezTo>
                  <a:pt x="124" y="168"/>
                  <a:pt x="124" y="168"/>
                  <a:pt x="124" y="168"/>
                </a:cubicBezTo>
                <a:cubicBezTo>
                  <a:pt x="124" y="132"/>
                  <a:pt x="124" y="132"/>
                  <a:pt x="124" y="132"/>
                </a:cubicBezTo>
                <a:cubicBezTo>
                  <a:pt x="132" y="132"/>
                  <a:pt x="132" y="132"/>
                  <a:pt x="132" y="132"/>
                </a:cubicBezTo>
                <a:cubicBezTo>
                  <a:pt x="132" y="124"/>
                  <a:pt x="132" y="124"/>
                  <a:pt x="132" y="124"/>
                </a:cubicBezTo>
                <a:cubicBezTo>
                  <a:pt x="124" y="124"/>
                  <a:pt x="124" y="124"/>
                  <a:pt x="124" y="124"/>
                </a:cubicBezTo>
                <a:lnTo>
                  <a:pt x="124" y="40"/>
                </a:lnTo>
                <a:close/>
                <a:moveTo>
                  <a:pt x="44" y="256"/>
                </a:moveTo>
                <a:cubicBezTo>
                  <a:pt x="52" y="256"/>
                  <a:pt x="52" y="256"/>
                  <a:pt x="52" y="256"/>
                </a:cubicBezTo>
                <a:cubicBezTo>
                  <a:pt x="52" y="224"/>
                  <a:pt x="52" y="224"/>
                  <a:pt x="52" y="224"/>
                </a:cubicBezTo>
                <a:cubicBezTo>
                  <a:pt x="44" y="224"/>
                  <a:pt x="44" y="224"/>
                  <a:pt x="44" y="224"/>
                </a:cubicBezTo>
                <a:lnTo>
                  <a:pt x="44" y="256"/>
                </a:lnTo>
                <a:close/>
                <a:moveTo>
                  <a:pt x="256" y="184"/>
                </a:moveTo>
                <a:cubicBezTo>
                  <a:pt x="256" y="96"/>
                  <a:pt x="256" y="96"/>
                  <a:pt x="256" y="96"/>
                </a:cubicBezTo>
                <a:cubicBezTo>
                  <a:pt x="256" y="78"/>
                  <a:pt x="242" y="64"/>
                  <a:pt x="224" y="64"/>
                </a:cubicBezTo>
                <a:cubicBezTo>
                  <a:pt x="224" y="32"/>
                  <a:pt x="224" y="32"/>
                  <a:pt x="224" y="32"/>
                </a:cubicBezTo>
                <a:cubicBezTo>
                  <a:pt x="228" y="32"/>
                  <a:pt x="228" y="32"/>
                  <a:pt x="228" y="32"/>
                </a:cubicBezTo>
                <a:cubicBezTo>
                  <a:pt x="230" y="32"/>
                  <a:pt x="232" y="30"/>
                  <a:pt x="232" y="28"/>
                </a:cubicBezTo>
                <a:cubicBezTo>
                  <a:pt x="232" y="4"/>
                  <a:pt x="232" y="4"/>
                  <a:pt x="232" y="4"/>
                </a:cubicBezTo>
                <a:cubicBezTo>
                  <a:pt x="232" y="2"/>
                  <a:pt x="230" y="0"/>
                  <a:pt x="228" y="0"/>
                </a:cubicBezTo>
                <a:cubicBezTo>
                  <a:pt x="172" y="0"/>
                  <a:pt x="172" y="0"/>
                  <a:pt x="172" y="0"/>
                </a:cubicBezTo>
                <a:cubicBezTo>
                  <a:pt x="170" y="0"/>
                  <a:pt x="168" y="2"/>
                  <a:pt x="168" y="4"/>
                </a:cubicBezTo>
                <a:cubicBezTo>
                  <a:pt x="168" y="28"/>
                  <a:pt x="168" y="28"/>
                  <a:pt x="168" y="28"/>
                </a:cubicBezTo>
                <a:cubicBezTo>
                  <a:pt x="168" y="30"/>
                  <a:pt x="169" y="31"/>
                  <a:pt x="170" y="32"/>
                </a:cubicBezTo>
                <a:cubicBezTo>
                  <a:pt x="176" y="34"/>
                  <a:pt x="176" y="34"/>
                  <a:pt x="176" y="34"/>
                </a:cubicBezTo>
                <a:cubicBezTo>
                  <a:pt x="176" y="64"/>
                  <a:pt x="176" y="64"/>
                  <a:pt x="176" y="64"/>
                </a:cubicBezTo>
                <a:cubicBezTo>
                  <a:pt x="176" y="64"/>
                  <a:pt x="176" y="64"/>
                  <a:pt x="176" y="64"/>
                </a:cubicBezTo>
                <a:cubicBezTo>
                  <a:pt x="158" y="64"/>
                  <a:pt x="144" y="78"/>
                  <a:pt x="144" y="96"/>
                </a:cubicBezTo>
                <a:cubicBezTo>
                  <a:pt x="144" y="256"/>
                  <a:pt x="144" y="256"/>
                  <a:pt x="144" y="256"/>
                </a:cubicBezTo>
                <a:cubicBezTo>
                  <a:pt x="152" y="256"/>
                  <a:pt x="152" y="256"/>
                  <a:pt x="152" y="256"/>
                </a:cubicBezTo>
                <a:cubicBezTo>
                  <a:pt x="152" y="96"/>
                  <a:pt x="152" y="96"/>
                  <a:pt x="152" y="96"/>
                </a:cubicBezTo>
                <a:cubicBezTo>
                  <a:pt x="152" y="83"/>
                  <a:pt x="163" y="72"/>
                  <a:pt x="176" y="72"/>
                </a:cubicBezTo>
                <a:cubicBezTo>
                  <a:pt x="176" y="72"/>
                  <a:pt x="176" y="72"/>
                  <a:pt x="176" y="72"/>
                </a:cubicBezTo>
                <a:cubicBezTo>
                  <a:pt x="176" y="124"/>
                  <a:pt x="176" y="124"/>
                  <a:pt x="176" y="124"/>
                </a:cubicBezTo>
                <a:cubicBezTo>
                  <a:pt x="160" y="124"/>
                  <a:pt x="160" y="124"/>
                  <a:pt x="160" y="124"/>
                </a:cubicBezTo>
                <a:cubicBezTo>
                  <a:pt x="160" y="132"/>
                  <a:pt x="160" y="132"/>
                  <a:pt x="160" y="132"/>
                </a:cubicBezTo>
                <a:cubicBezTo>
                  <a:pt x="176" y="132"/>
                  <a:pt x="176" y="132"/>
                  <a:pt x="176" y="132"/>
                </a:cubicBezTo>
                <a:cubicBezTo>
                  <a:pt x="176" y="176"/>
                  <a:pt x="176" y="176"/>
                  <a:pt x="176" y="176"/>
                </a:cubicBezTo>
                <a:cubicBezTo>
                  <a:pt x="184" y="176"/>
                  <a:pt x="184" y="176"/>
                  <a:pt x="184" y="176"/>
                </a:cubicBezTo>
                <a:cubicBezTo>
                  <a:pt x="184" y="32"/>
                  <a:pt x="184" y="32"/>
                  <a:pt x="184" y="32"/>
                </a:cubicBezTo>
                <a:cubicBezTo>
                  <a:pt x="184" y="30"/>
                  <a:pt x="183" y="29"/>
                  <a:pt x="182" y="28"/>
                </a:cubicBezTo>
                <a:cubicBezTo>
                  <a:pt x="176" y="26"/>
                  <a:pt x="176" y="26"/>
                  <a:pt x="176" y="26"/>
                </a:cubicBezTo>
                <a:cubicBezTo>
                  <a:pt x="176" y="8"/>
                  <a:pt x="176" y="8"/>
                  <a:pt x="176" y="8"/>
                </a:cubicBezTo>
                <a:cubicBezTo>
                  <a:pt x="224" y="8"/>
                  <a:pt x="224" y="8"/>
                  <a:pt x="224" y="8"/>
                </a:cubicBezTo>
                <a:cubicBezTo>
                  <a:pt x="224" y="24"/>
                  <a:pt x="224" y="24"/>
                  <a:pt x="224" y="24"/>
                </a:cubicBezTo>
                <a:cubicBezTo>
                  <a:pt x="200" y="24"/>
                  <a:pt x="200" y="24"/>
                  <a:pt x="200" y="24"/>
                </a:cubicBezTo>
                <a:cubicBezTo>
                  <a:pt x="200" y="32"/>
                  <a:pt x="200" y="32"/>
                  <a:pt x="200" y="32"/>
                </a:cubicBezTo>
                <a:cubicBezTo>
                  <a:pt x="216" y="32"/>
                  <a:pt x="216" y="32"/>
                  <a:pt x="216" y="32"/>
                </a:cubicBezTo>
                <a:cubicBezTo>
                  <a:pt x="216" y="184"/>
                  <a:pt x="216" y="184"/>
                  <a:pt x="216" y="184"/>
                </a:cubicBezTo>
                <a:cubicBezTo>
                  <a:pt x="168" y="184"/>
                  <a:pt x="168" y="184"/>
                  <a:pt x="168" y="184"/>
                </a:cubicBezTo>
                <a:cubicBezTo>
                  <a:pt x="168" y="192"/>
                  <a:pt x="168" y="192"/>
                  <a:pt x="168" y="192"/>
                </a:cubicBezTo>
                <a:cubicBezTo>
                  <a:pt x="248" y="192"/>
                  <a:pt x="248" y="192"/>
                  <a:pt x="248" y="192"/>
                </a:cubicBezTo>
                <a:cubicBezTo>
                  <a:pt x="248" y="256"/>
                  <a:pt x="248" y="256"/>
                  <a:pt x="248" y="256"/>
                </a:cubicBezTo>
                <a:cubicBezTo>
                  <a:pt x="256" y="256"/>
                  <a:pt x="256" y="256"/>
                  <a:pt x="256" y="256"/>
                </a:cubicBezTo>
                <a:cubicBezTo>
                  <a:pt x="256" y="192"/>
                  <a:pt x="256" y="192"/>
                  <a:pt x="256" y="192"/>
                </a:cubicBezTo>
                <a:cubicBezTo>
                  <a:pt x="256" y="192"/>
                  <a:pt x="256" y="192"/>
                  <a:pt x="256" y="192"/>
                </a:cubicBezTo>
                <a:cubicBezTo>
                  <a:pt x="256" y="184"/>
                  <a:pt x="256" y="184"/>
                  <a:pt x="256" y="184"/>
                </a:cubicBezTo>
                <a:close/>
                <a:moveTo>
                  <a:pt x="248" y="184"/>
                </a:moveTo>
                <a:cubicBezTo>
                  <a:pt x="224" y="184"/>
                  <a:pt x="224" y="184"/>
                  <a:pt x="224" y="184"/>
                </a:cubicBezTo>
                <a:cubicBezTo>
                  <a:pt x="224" y="132"/>
                  <a:pt x="224" y="132"/>
                  <a:pt x="224" y="132"/>
                </a:cubicBezTo>
                <a:cubicBezTo>
                  <a:pt x="248" y="132"/>
                  <a:pt x="248" y="132"/>
                  <a:pt x="248" y="132"/>
                </a:cubicBezTo>
                <a:lnTo>
                  <a:pt x="248" y="184"/>
                </a:lnTo>
                <a:close/>
                <a:moveTo>
                  <a:pt x="248" y="124"/>
                </a:moveTo>
                <a:cubicBezTo>
                  <a:pt x="224" y="124"/>
                  <a:pt x="224" y="124"/>
                  <a:pt x="224" y="124"/>
                </a:cubicBezTo>
                <a:cubicBezTo>
                  <a:pt x="224" y="72"/>
                  <a:pt x="224" y="72"/>
                  <a:pt x="224" y="72"/>
                </a:cubicBezTo>
                <a:cubicBezTo>
                  <a:pt x="237" y="72"/>
                  <a:pt x="248" y="83"/>
                  <a:pt x="248" y="96"/>
                </a:cubicBezTo>
                <a:lnTo>
                  <a:pt x="248" y="12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32" name="Freeform 136">
            <a:extLst>
              <a:ext uri="{FF2B5EF4-FFF2-40B4-BE49-F238E27FC236}">
                <a16:creationId xmlns:a16="http://schemas.microsoft.com/office/drawing/2014/main" id="{4F39877F-76B1-4D8D-9063-E0AA59FEA902}"/>
              </a:ext>
            </a:extLst>
          </p:cNvPr>
          <p:cNvSpPr>
            <a:spLocks noChangeAspect="1" noEditPoints="1"/>
          </p:cNvSpPr>
          <p:nvPr/>
        </p:nvSpPr>
        <p:spPr bwMode="auto">
          <a:xfrm>
            <a:off x="11216400" y="4370388"/>
            <a:ext cx="401638" cy="387350"/>
          </a:xfrm>
          <a:custGeom>
            <a:avLst/>
            <a:gdLst>
              <a:gd name="T0" fmla="*/ 137 w 257"/>
              <a:gd name="T1" fmla="*/ 228 h 248"/>
              <a:gd name="T2" fmla="*/ 201 w 257"/>
              <a:gd name="T3" fmla="*/ 228 h 248"/>
              <a:gd name="T4" fmla="*/ 193 w 257"/>
              <a:gd name="T5" fmla="*/ 228 h 248"/>
              <a:gd name="T6" fmla="*/ 145 w 257"/>
              <a:gd name="T7" fmla="*/ 228 h 248"/>
              <a:gd name="T8" fmla="*/ 193 w 257"/>
              <a:gd name="T9" fmla="*/ 68 h 248"/>
              <a:gd name="T10" fmla="*/ 225 w 257"/>
              <a:gd name="T11" fmla="*/ 36 h 248"/>
              <a:gd name="T12" fmla="*/ 205 w 257"/>
              <a:gd name="T13" fmla="*/ 54 h 248"/>
              <a:gd name="T14" fmla="*/ 242 w 257"/>
              <a:gd name="T15" fmla="*/ 51 h 248"/>
              <a:gd name="T16" fmla="*/ 245 w 257"/>
              <a:gd name="T17" fmla="*/ 236 h 248"/>
              <a:gd name="T18" fmla="*/ 205 w 257"/>
              <a:gd name="T19" fmla="*/ 248 h 248"/>
              <a:gd name="T20" fmla="*/ 257 w 257"/>
              <a:gd name="T21" fmla="*/ 228 h 248"/>
              <a:gd name="T22" fmla="*/ 229 w 257"/>
              <a:gd name="T23" fmla="*/ 20 h 248"/>
              <a:gd name="T24" fmla="*/ 177 w 257"/>
              <a:gd name="T25" fmla="*/ 12 h 248"/>
              <a:gd name="T26" fmla="*/ 221 w 257"/>
              <a:gd name="T27" fmla="*/ 36 h 248"/>
              <a:gd name="T28" fmla="*/ 229 w 257"/>
              <a:gd name="T29" fmla="*/ 20 h 248"/>
              <a:gd name="T30" fmla="*/ 125 w 257"/>
              <a:gd name="T31" fmla="*/ 4 h 248"/>
              <a:gd name="T32" fmla="*/ 129 w 257"/>
              <a:gd name="T33" fmla="*/ 228 h 248"/>
              <a:gd name="T34" fmla="*/ 117 w 257"/>
              <a:gd name="T35" fmla="*/ 192 h 248"/>
              <a:gd name="T36" fmla="*/ 117 w 257"/>
              <a:gd name="T37" fmla="*/ 184 h 248"/>
              <a:gd name="T38" fmla="*/ 129 w 257"/>
              <a:gd name="T39" fmla="*/ 148 h 248"/>
              <a:gd name="T40" fmla="*/ 129 w 257"/>
              <a:gd name="T41" fmla="*/ 120 h 248"/>
              <a:gd name="T42" fmla="*/ 117 w 257"/>
              <a:gd name="T43" fmla="*/ 84 h 248"/>
              <a:gd name="T44" fmla="*/ 117 w 257"/>
              <a:gd name="T45" fmla="*/ 76 h 248"/>
              <a:gd name="T46" fmla="*/ 157 w 257"/>
              <a:gd name="T47" fmla="*/ 12 h 248"/>
              <a:gd name="T48" fmla="*/ 169 w 257"/>
              <a:gd name="T49" fmla="*/ 36 h 248"/>
              <a:gd name="T50" fmla="*/ 21 w 257"/>
              <a:gd name="T51" fmla="*/ 184 h 248"/>
              <a:gd name="T52" fmla="*/ 15 w 257"/>
              <a:gd name="T53" fmla="*/ 176 h 248"/>
              <a:gd name="T54" fmla="*/ 97 w 257"/>
              <a:gd name="T55" fmla="*/ 160 h 248"/>
              <a:gd name="T56" fmla="*/ 1 w 257"/>
              <a:gd name="T57" fmla="*/ 156 h 248"/>
              <a:gd name="T58" fmla="*/ 10 w 257"/>
              <a:gd name="T59" fmla="*/ 183 h 248"/>
              <a:gd name="T60" fmla="*/ 17 w 257"/>
              <a:gd name="T61" fmla="*/ 248 h 248"/>
              <a:gd name="T62" fmla="*/ 21 w 257"/>
              <a:gd name="T63" fmla="*/ 240 h 248"/>
              <a:gd name="T64" fmla="*/ 49 w 257"/>
              <a:gd name="T65" fmla="*/ 124 h 248"/>
              <a:gd name="T66" fmla="*/ 49 w 257"/>
              <a:gd name="T67" fmla="*/ 140 h 248"/>
              <a:gd name="T68" fmla="*/ 61 w 257"/>
              <a:gd name="T69" fmla="*/ 124 h 248"/>
              <a:gd name="T70" fmla="*/ 49 w 257"/>
              <a:gd name="T71" fmla="*/ 220 h 248"/>
              <a:gd name="T72" fmla="*/ 41 w 257"/>
              <a:gd name="T73" fmla="*/ 220 h 248"/>
              <a:gd name="T74" fmla="*/ 69 w 257"/>
              <a:gd name="T75" fmla="*/ 220 h 248"/>
              <a:gd name="T76" fmla="*/ 61 w 257"/>
              <a:gd name="T77" fmla="*/ 220 h 248"/>
              <a:gd name="T78" fmla="*/ 37 w 257"/>
              <a:gd name="T79" fmla="*/ 104 h 248"/>
              <a:gd name="T80" fmla="*/ 29 w 257"/>
              <a:gd name="T81" fmla="*/ 104 h 248"/>
              <a:gd name="T82" fmla="*/ 17 w 257"/>
              <a:gd name="T83" fmla="*/ 148 h 248"/>
              <a:gd name="T84" fmla="*/ 101 w 257"/>
              <a:gd name="T85" fmla="*/ 112 h 248"/>
              <a:gd name="T86" fmla="*/ 89 w 257"/>
              <a:gd name="T87" fmla="*/ 40 h 248"/>
              <a:gd name="T88" fmla="*/ 53 w 257"/>
              <a:gd name="T89" fmla="*/ 40 h 248"/>
              <a:gd name="T90" fmla="*/ 81 w 257"/>
              <a:gd name="T91" fmla="*/ 104 h 248"/>
              <a:gd name="T92" fmla="*/ 13 w 257"/>
              <a:gd name="T93" fmla="*/ 12 h 248"/>
              <a:gd name="T94" fmla="*/ 65 w 257"/>
              <a:gd name="T95" fmla="*/ 28 h 248"/>
              <a:gd name="T96" fmla="*/ 73 w 257"/>
              <a:gd name="T97" fmla="*/ 28 h 248"/>
              <a:gd name="T98" fmla="*/ 13 w 257"/>
              <a:gd name="T99" fmla="*/ 4 h 248"/>
              <a:gd name="T100" fmla="*/ 0 w 257"/>
              <a:gd name="T101" fmla="*/ 1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7" h="248">
                <a:moveTo>
                  <a:pt x="169" y="36"/>
                </a:moveTo>
                <a:cubicBezTo>
                  <a:pt x="151" y="36"/>
                  <a:pt x="137" y="50"/>
                  <a:pt x="137" y="68"/>
                </a:cubicBezTo>
                <a:cubicBezTo>
                  <a:pt x="137" y="228"/>
                  <a:pt x="137" y="228"/>
                  <a:pt x="137" y="228"/>
                </a:cubicBezTo>
                <a:cubicBezTo>
                  <a:pt x="137" y="239"/>
                  <a:pt x="146" y="248"/>
                  <a:pt x="157" y="248"/>
                </a:cubicBezTo>
                <a:cubicBezTo>
                  <a:pt x="181" y="248"/>
                  <a:pt x="181" y="248"/>
                  <a:pt x="181" y="248"/>
                </a:cubicBezTo>
                <a:cubicBezTo>
                  <a:pt x="192" y="248"/>
                  <a:pt x="201" y="239"/>
                  <a:pt x="201" y="228"/>
                </a:cubicBezTo>
                <a:cubicBezTo>
                  <a:pt x="201" y="68"/>
                  <a:pt x="201" y="68"/>
                  <a:pt x="201" y="68"/>
                </a:cubicBezTo>
                <a:cubicBezTo>
                  <a:pt x="201" y="50"/>
                  <a:pt x="187" y="36"/>
                  <a:pt x="169" y="36"/>
                </a:cubicBezTo>
                <a:close/>
                <a:moveTo>
                  <a:pt x="193" y="228"/>
                </a:moveTo>
                <a:cubicBezTo>
                  <a:pt x="193" y="235"/>
                  <a:pt x="188" y="240"/>
                  <a:pt x="181" y="240"/>
                </a:cubicBezTo>
                <a:cubicBezTo>
                  <a:pt x="157" y="240"/>
                  <a:pt x="157" y="240"/>
                  <a:pt x="157" y="240"/>
                </a:cubicBezTo>
                <a:cubicBezTo>
                  <a:pt x="150" y="240"/>
                  <a:pt x="145" y="235"/>
                  <a:pt x="145" y="228"/>
                </a:cubicBezTo>
                <a:cubicBezTo>
                  <a:pt x="145" y="68"/>
                  <a:pt x="145" y="68"/>
                  <a:pt x="145" y="68"/>
                </a:cubicBezTo>
                <a:cubicBezTo>
                  <a:pt x="145" y="55"/>
                  <a:pt x="156" y="44"/>
                  <a:pt x="169" y="44"/>
                </a:cubicBezTo>
                <a:cubicBezTo>
                  <a:pt x="182" y="44"/>
                  <a:pt x="193" y="55"/>
                  <a:pt x="193" y="68"/>
                </a:cubicBezTo>
                <a:lnTo>
                  <a:pt x="193" y="228"/>
                </a:lnTo>
                <a:close/>
                <a:moveTo>
                  <a:pt x="248" y="45"/>
                </a:moveTo>
                <a:cubicBezTo>
                  <a:pt x="242" y="39"/>
                  <a:pt x="234" y="36"/>
                  <a:pt x="225" y="36"/>
                </a:cubicBezTo>
                <a:cubicBezTo>
                  <a:pt x="216" y="36"/>
                  <a:pt x="208" y="39"/>
                  <a:pt x="202" y="45"/>
                </a:cubicBezTo>
                <a:cubicBezTo>
                  <a:pt x="200" y="48"/>
                  <a:pt x="200" y="48"/>
                  <a:pt x="200" y="48"/>
                </a:cubicBezTo>
                <a:cubicBezTo>
                  <a:pt x="205" y="54"/>
                  <a:pt x="205" y="54"/>
                  <a:pt x="205" y="54"/>
                </a:cubicBezTo>
                <a:cubicBezTo>
                  <a:pt x="208" y="51"/>
                  <a:pt x="208" y="51"/>
                  <a:pt x="208" y="51"/>
                </a:cubicBezTo>
                <a:cubicBezTo>
                  <a:pt x="213" y="46"/>
                  <a:pt x="219" y="44"/>
                  <a:pt x="225" y="44"/>
                </a:cubicBezTo>
                <a:cubicBezTo>
                  <a:pt x="231" y="44"/>
                  <a:pt x="237" y="46"/>
                  <a:pt x="242" y="51"/>
                </a:cubicBezTo>
                <a:cubicBezTo>
                  <a:pt x="247" y="56"/>
                  <a:pt x="249" y="62"/>
                  <a:pt x="249" y="68"/>
                </a:cubicBezTo>
                <a:cubicBezTo>
                  <a:pt x="249" y="228"/>
                  <a:pt x="249" y="228"/>
                  <a:pt x="249" y="228"/>
                </a:cubicBezTo>
                <a:cubicBezTo>
                  <a:pt x="249" y="231"/>
                  <a:pt x="248" y="234"/>
                  <a:pt x="245" y="236"/>
                </a:cubicBezTo>
                <a:cubicBezTo>
                  <a:pt x="243" y="239"/>
                  <a:pt x="240" y="240"/>
                  <a:pt x="237" y="240"/>
                </a:cubicBezTo>
                <a:cubicBezTo>
                  <a:pt x="205" y="240"/>
                  <a:pt x="205" y="240"/>
                  <a:pt x="205" y="240"/>
                </a:cubicBezTo>
                <a:cubicBezTo>
                  <a:pt x="205" y="248"/>
                  <a:pt x="205" y="248"/>
                  <a:pt x="205" y="248"/>
                </a:cubicBezTo>
                <a:cubicBezTo>
                  <a:pt x="237" y="248"/>
                  <a:pt x="237" y="248"/>
                  <a:pt x="237" y="248"/>
                </a:cubicBezTo>
                <a:cubicBezTo>
                  <a:pt x="242" y="248"/>
                  <a:pt x="247" y="246"/>
                  <a:pt x="251" y="242"/>
                </a:cubicBezTo>
                <a:cubicBezTo>
                  <a:pt x="255" y="238"/>
                  <a:pt x="257" y="233"/>
                  <a:pt x="257" y="228"/>
                </a:cubicBezTo>
                <a:cubicBezTo>
                  <a:pt x="257" y="68"/>
                  <a:pt x="257" y="68"/>
                  <a:pt x="257" y="68"/>
                </a:cubicBezTo>
                <a:cubicBezTo>
                  <a:pt x="257" y="59"/>
                  <a:pt x="254" y="51"/>
                  <a:pt x="248" y="45"/>
                </a:cubicBezTo>
                <a:close/>
                <a:moveTo>
                  <a:pt x="229" y="20"/>
                </a:moveTo>
                <a:cubicBezTo>
                  <a:pt x="229" y="11"/>
                  <a:pt x="222" y="4"/>
                  <a:pt x="213" y="4"/>
                </a:cubicBezTo>
                <a:cubicBezTo>
                  <a:pt x="177" y="4"/>
                  <a:pt x="177" y="4"/>
                  <a:pt x="177" y="4"/>
                </a:cubicBezTo>
                <a:cubicBezTo>
                  <a:pt x="177" y="12"/>
                  <a:pt x="177" y="12"/>
                  <a:pt x="177" y="12"/>
                </a:cubicBezTo>
                <a:cubicBezTo>
                  <a:pt x="213" y="12"/>
                  <a:pt x="213" y="12"/>
                  <a:pt x="213" y="12"/>
                </a:cubicBezTo>
                <a:cubicBezTo>
                  <a:pt x="217" y="12"/>
                  <a:pt x="221" y="16"/>
                  <a:pt x="221" y="20"/>
                </a:cubicBezTo>
                <a:cubicBezTo>
                  <a:pt x="221" y="36"/>
                  <a:pt x="221" y="36"/>
                  <a:pt x="221" y="36"/>
                </a:cubicBezTo>
                <a:cubicBezTo>
                  <a:pt x="225" y="36"/>
                  <a:pt x="225" y="36"/>
                  <a:pt x="225" y="36"/>
                </a:cubicBezTo>
                <a:cubicBezTo>
                  <a:pt x="229" y="36"/>
                  <a:pt x="229" y="36"/>
                  <a:pt x="229" y="36"/>
                </a:cubicBezTo>
                <a:lnTo>
                  <a:pt x="229" y="20"/>
                </a:lnTo>
                <a:close/>
                <a:moveTo>
                  <a:pt x="173" y="20"/>
                </a:moveTo>
                <a:cubicBezTo>
                  <a:pt x="173" y="11"/>
                  <a:pt x="166" y="4"/>
                  <a:pt x="157" y="4"/>
                </a:cubicBezTo>
                <a:cubicBezTo>
                  <a:pt x="125" y="4"/>
                  <a:pt x="125" y="4"/>
                  <a:pt x="125" y="4"/>
                </a:cubicBezTo>
                <a:cubicBezTo>
                  <a:pt x="116" y="4"/>
                  <a:pt x="109" y="11"/>
                  <a:pt x="109" y="20"/>
                </a:cubicBezTo>
                <a:cubicBezTo>
                  <a:pt x="109" y="228"/>
                  <a:pt x="109" y="228"/>
                  <a:pt x="109" y="228"/>
                </a:cubicBezTo>
                <a:cubicBezTo>
                  <a:pt x="129" y="228"/>
                  <a:pt x="129" y="228"/>
                  <a:pt x="129" y="228"/>
                </a:cubicBezTo>
                <a:cubicBezTo>
                  <a:pt x="129" y="220"/>
                  <a:pt x="129" y="220"/>
                  <a:pt x="129" y="220"/>
                </a:cubicBezTo>
                <a:cubicBezTo>
                  <a:pt x="117" y="220"/>
                  <a:pt x="117" y="220"/>
                  <a:pt x="117" y="220"/>
                </a:cubicBezTo>
                <a:cubicBezTo>
                  <a:pt x="117" y="192"/>
                  <a:pt x="117" y="192"/>
                  <a:pt x="117" y="192"/>
                </a:cubicBezTo>
                <a:cubicBezTo>
                  <a:pt x="129" y="192"/>
                  <a:pt x="129" y="192"/>
                  <a:pt x="129" y="192"/>
                </a:cubicBezTo>
                <a:cubicBezTo>
                  <a:pt x="129" y="184"/>
                  <a:pt x="129" y="184"/>
                  <a:pt x="129" y="184"/>
                </a:cubicBezTo>
                <a:cubicBezTo>
                  <a:pt x="117" y="184"/>
                  <a:pt x="117" y="184"/>
                  <a:pt x="117" y="184"/>
                </a:cubicBezTo>
                <a:cubicBezTo>
                  <a:pt x="117" y="156"/>
                  <a:pt x="117" y="156"/>
                  <a:pt x="117" y="156"/>
                </a:cubicBezTo>
                <a:cubicBezTo>
                  <a:pt x="129" y="156"/>
                  <a:pt x="129" y="156"/>
                  <a:pt x="129" y="156"/>
                </a:cubicBezTo>
                <a:cubicBezTo>
                  <a:pt x="129" y="148"/>
                  <a:pt x="129" y="148"/>
                  <a:pt x="129" y="148"/>
                </a:cubicBezTo>
                <a:cubicBezTo>
                  <a:pt x="117" y="148"/>
                  <a:pt x="117" y="148"/>
                  <a:pt x="117" y="148"/>
                </a:cubicBezTo>
                <a:cubicBezTo>
                  <a:pt x="117" y="120"/>
                  <a:pt x="117" y="120"/>
                  <a:pt x="117" y="120"/>
                </a:cubicBezTo>
                <a:cubicBezTo>
                  <a:pt x="129" y="120"/>
                  <a:pt x="129" y="120"/>
                  <a:pt x="129" y="120"/>
                </a:cubicBezTo>
                <a:cubicBezTo>
                  <a:pt x="129" y="112"/>
                  <a:pt x="129" y="112"/>
                  <a:pt x="129" y="112"/>
                </a:cubicBezTo>
                <a:cubicBezTo>
                  <a:pt x="117" y="112"/>
                  <a:pt x="117" y="112"/>
                  <a:pt x="117" y="112"/>
                </a:cubicBezTo>
                <a:cubicBezTo>
                  <a:pt x="117" y="84"/>
                  <a:pt x="117" y="84"/>
                  <a:pt x="117" y="84"/>
                </a:cubicBezTo>
                <a:cubicBezTo>
                  <a:pt x="129" y="84"/>
                  <a:pt x="129" y="84"/>
                  <a:pt x="129" y="84"/>
                </a:cubicBezTo>
                <a:cubicBezTo>
                  <a:pt x="129" y="76"/>
                  <a:pt x="129" y="76"/>
                  <a:pt x="129" y="76"/>
                </a:cubicBezTo>
                <a:cubicBezTo>
                  <a:pt x="117" y="76"/>
                  <a:pt x="117" y="76"/>
                  <a:pt x="117" y="76"/>
                </a:cubicBezTo>
                <a:cubicBezTo>
                  <a:pt x="117" y="20"/>
                  <a:pt x="117" y="20"/>
                  <a:pt x="117" y="20"/>
                </a:cubicBezTo>
                <a:cubicBezTo>
                  <a:pt x="117" y="16"/>
                  <a:pt x="121" y="12"/>
                  <a:pt x="125" y="12"/>
                </a:cubicBezTo>
                <a:cubicBezTo>
                  <a:pt x="157" y="12"/>
                  <a:pt x="157" y="12"/>
                  <a:pt x="157" y="12"/>
                </a:cubicBezTo>
                <a:cubicBezTo>
                  <a:pt x="161" y="12"/>
                  <a:pt x="165" y="16"/>
                  <a:pt x="165" y="20"/>
                </a:cubicBezTo>
                <a:cubicBezTo>
                  <a:pt x="165" y="36"/>
                  <a:pt x="165" y="36"/>
                  <a:pt x="165" y="36"/>
                </a:cubicBezTo>
                <a:cubicBezTo>
                  <a:pt x="169" y="36"/>
                  <a:pt x="169" y="36"/>
                  <a:pt x="169" y="36"/>
                </a:cubicBezTo>
                <a:cubicBezTo>
                  <a:pt x="173" y="36"/>
                  <a:pt x="173" y="36"/>
                  <a:pt x="173" y="36"/>
                </a:cubicBezTo>
                <a:lnTo>
                  <a:pt x="173" y="20"/>
                </a:lnTo>
                <a:close/>
                <a:moveTo>
                  <a:pt x="21" y="184"/>
                </a:moveTo>
                <a:cubicBezTo>
                  <a:pt x="65" y="184"/>
                  <a:pt x="65" y="184"/>
                  <a:pt x="65" y="184"/>
                </a:cubicBezTo>
                <a:cubicBezTo>
                  <a:pt x="65" y="176"/>
                  <a:pt x="65" y="176"/>
                  <a:pt x="65" y="176"/>
                </a:cubicBezTo>
                <a:cubicBezTo>
                  <a:pt x="15" y="176"/>
                  <a:pt x="15" y="176"/>
                  <a:pt x="15" y="176"/>
                </a:cubicBezTo>
                <a:cubicBezTo>
                  <a:pt x="9" y="170"/>
                  <a:pt x="9" y="170"/>
                  <a:pt x="9" y="170"/>
                </a:cubicBezTo>
                <a:cubicBezTo>
                  <a:pt x="9" y="160"/>
                  <a:pt x="9" y="160"/>
                  <a:pt x="9" y="160"/>
                </a:cubicBezTo>
                <a:cubicBezTo>
                  <a:pt x="97" y="160"/>
                  <a:pt x="97" y="160"/>
                  <a:pt x="97" y="160"/>
                </a:cubicBezTo>
                <a:cubicBezTo>
                  <a:pt x="97" y="152"/>
                  <a:pt x="97" y="152"/>
                  <a:pt x="97" y="152"/>
                </a:cubicBezTo>
                <a:cubicBezTo>
                  <a:pt x="5" y="152"/>
                  <a:pt x="5" y="152"/>
                  <a:pt x="5" y="152"/>
                </a:cubicBezTo>
                <a:cubicBezTo>
                  <a:pt x="3" y="152"/>
                  <a:pt x="1" y="154"/>
                  <a:pt x="1" y="156"/>
                </a:cubicBezTo>
                <a:cubicBezTo>
                  <a:pt x="1" y="172"/>
                  <a:pt x="1" y="172"/>
                  <a:pt x="1" y="172"/>
                </a:cubicBezTo>
                <a:cubicBezTo>
                  <a:pt x="1" y="173"/>
                  <a:pt x="1" y="174"/>
                  <a:pt x="2" y="175"/>
                </a:cubicBezTo>
                <a:cubicBezTo>
                  <a:pt x="10" y="183"/>
                  <a:pt x="10" y="183"/>
                  <a:pt x="10" y="183"/>
                </a:cubicBezTo>
                <a:cubicBezTo>
                  <a:pt x="11" y="184"/>
                  <a:pt x="12" y="184"/>
                  <a:pt x="13" y="184"/>
                </a:cubicBezTo>
                <a:cubicBezTo>
                  <a:pt x="13" y="244"/>
                  <a:pt x="13" y="244"/>
                  <a:pt x="13" y="244"/>
                </a:cubicBezTo>
                <a:cubicBezTo>
                  <a:pt x="13" y="246"/>
                  <a:pt x="15" y="248"/>
                  <a:pt x="17" y="248"/>
                </a:cubicBezTo>
                <a:cubicBezTo>
                  <a:pt x="129" y="248"/>
                  <a:pt x="129" y="248"/>
                  <a:pt x="129" y="248"/>
                </a:cubicBezTo>
                <a:cubicBezTo>
                  <a:pt x="129" y="240"/>
                  <a:pt x="129" y="240"/>
                  <a:pt x="129" y="240"/>
                </a:cubicBezTo>
                <a:cubicBezTo>
                  <a:pt x="21" y="240"/>
                  <a:pt x="21" y="240"/>
                  <a:pt x="21" y="240"/>
                </a:cubicBezTo>
                <a:lnTo>
                  <a:pt x="21" y="184"/>
                </a:lnTo>
                <a:close/>
                <a:moveTo>
                  <a:pt x="49" y="140"/>
                </a:moveTo>
                <a:cubicBezTo>
                  <a:pt x="49" y="124"/>
                  <a:pt x="49" y="124"/>
                  <a:pt x="49" y="124"/>
                </a:cubicBezTo>
                <a:cubicBezTo>
                  <a:pt x="41" y="124"/>
                  <a:pt x="41" y="124"/>
                  <a:pt x="41" y="124"/>
                </a:cubicBezTo>
                <a:cubicBezTo>
                  <a:pt x="41" y="140"/>
                  <a:pt x="41" y="140"/>
                  <a:pt x="41" y="140"/>
                </a:cubicBezTo>
                <a:lnTo>
                  <a:pt x="49" y="140"/>
                </a:lnTo>
                <a:close/>
                <a:moveTo>
                  <a:pt x="69" y="140"/>
                </a:moveTo>
                <a:cubicBezTo>
                  <a:pt x="69" y="124"/>
                  <a:pt x="69" y="124"/>
                  <a:pt x="69" y="124"/>
                </a:cubicBezTo>
                <a:cubicBezTo>
                  <a:pt x="61" y="124"/>
                  <a:pt x="61" y="124"/>
                  <a:pt x="61" y="124"/>
                </a:cubicBezTo>
                <a:cubicBezTo>
                  <a:pt x="61" y="140"/>
                  <a:pt x="61" y="140"/>
                  <a:pt x="61" y="140"/>
                </a:cubicBezTo>
                <a:lnTo>
                  <a:pt x="69" y="140"/>
                </a:lnTo>
                <a:close/>
                <a:moveTo>
                  <a:pt x="49" y="220"/>
                </a:moveTo>
                <a:cubicBezTo>
                  <a:pt x="49" y="204"/>
                  <a:pt x="49" y="204"/>
                  <a:pt x="49" y="204"/>
                </a:cubicBezTo>
                <a:cubicBezTo>
                  <a:pt x="41" y="204"/>
                  <a:pt x="41" y="204"/>
                  <a:pt x="41" y="204"/>
                </a:cubicBezTo>
                <a:cubicBezTo>
                  <a:pt x="41" y="220"/>
                  <a:pt x="41" y="220"/>
                  <a:pt x="41" y="220"/>
                </a:cubicBezTo>
                <a:lnTo>
                  <a:pt x="49" y="220"/>
                </a:lnTo>
                <a:close/>
                <a:moveTo>
                  <a:pt x="61" y="220"/>
                </a:moveTo>
                <a:cubicBezTo>
                  <a:pt x="69" y="220"/>
                  <a:pt x="69" y="220"/>
                  <a:pt x="69" y="220"/>
                </a:cubicBezTo>
                <a:cubicBezTo>
                  <a:pt x="69" y="204"/>
                  <a:pt x="69" y="204"/>
                  <a:pt x="69" y="204"/>
                </a:cubicBezTo>
                <a:cubicBezTo>
                  <a:pt x="61" y="204"/>
                  <a:pt x="61" y="204"/>
                  <a:pt x="61" y="204"/>
                </a:cubicBezTo>
                <a:lnTo>
                  <a:pt x="61" y="220"/>
                </a:lnTo>
                <a:close/>
                <a:moveTo>
                  <a:pt x="53" y="40"/>
                </a:moveTo>
                <a:cubicBezTo>
                  <a:pt x="53" y="104"/>
                  <a:pt x="53" y="104"/>
                  <a:pt x="53" y="104"/>
                </a:cubicBezTo>
                <a:cubicBezTo>
                  <a:pt x="37" y="104"/>
                  <a:pt x="37" y="104"/>
                  <a:pt x="37" y="104"/>
                </a:cubicBezTo>
                <a:cubicBezTo>
                  <a:pt x="37" y="64"/>
                  <a:pt x="37" y="64"/>
                  <a:pt x="37" y="64"/>
                </a:cubicBezTo>
                <a:cubicBezTo>
                  <a:pt x="29" y="64"/>
                  <a:pt x="29" y="64"/>
                  <a:pt x="29" y="64"/>
                </a:cubicBezTo>
                <a:cubicBezTo>
                  <a:pt x="29" y="104"/>
                  <a:pt x="29" y="104"/>
                  <a:pt x="29" y="104"/>
                </a:cubicBezTo>
                <a:cubicBezTo>
                  <a:pt x="21" y="104"/>
                  <a:pt x="21" y="104"/>
                  <a:pt x="21" y="104"/>
                </a:cubicBezTo>
                <a:cubicBezTo>
                  <a:pt x="19" y="104"/>
                  <a:pt x="17" y="106"/>
                  <a:pt x="17" y="108"/>
                </a:cubicBezTo>
                <a:cubicBezTo>
                  <a:pt x="17" y="148"/>
                  <a:pt x="17" y="148"/>
                  <a:pt x="17" y="148"/>
                </a:cubicBezTo>
                <a:cubicBezTo>
                  <a:pt x="25" y="148"/>
                  <a:pt x="25" y="148"/>
                  <a:pt x="25" y="148"/>
                </a:cubicBezTo>
                <a:cubicBezTo>
                  <a:pt x="25" y="112"/>
                  <a:pt x="25" y="112"/>
                  <a:pt x="25" y="112"/>
                </a:cubicBezTo>
                <a:cubicBezTo>
                  <a:pt x="101" y="112"/>
                  <a:pt x="101" y="112"/>
                  <a:pt x="101" y="112"/>
                </a:cubicBezTo>
                <a:cubicBezTo>
                  <a:pt x="101" y="104"/>
                  <a:pt x="101" y="104"/>
                  <a:pt x="101" y="104"/>
                </a:cubicBezTo>
                <a:cubicBezTo>
                  <a:pt x="89" y="104"/>
                  <a:pt x="89" y="104"/>
                  <a:pt x="89" y="104"/>
                </a:cubicBezTo>
                <a:cubicBezTo>
                  <a:pt x="89" y="40"/>
                  <a:pt x="89" y="40"/>
                  <a:pt x="89" y="40"/>
                </a:cubicBezTo>
                <a:cubicBezTo>
                  <a:pt x="89" y="38"/>
                  <a:pt x="87" y="36"/>
                  <a:pt x="85" y="36"/>
                </a:cubicBezTo>
                <a:cubicBezTo>
                  <a:pt x="57" y="36"/>
                  <a:pt x="57" y="36"/>
                  <a:pt x="57" y="36"/>
                </a:cubicBezTo>
                <a:cubicBezTo>
                  <a:pt x="55" y="36"/>
                  <a:pt x="53" y="38"/>
                  <a:pt x="53" y="40"/>
                </a:cubicBezTo>
                <a:close/>
                <a:moveTo>
                  <a:pt x="61" y="44"/>
                </a:moveTo>
                <a:cubicBezTo>
                  <a:pt x="81" y="44"/>
                  <a:pt x="81" y="44"/>
                  <a:pt x="81" y="44"/>
                </a:cubicBezTo>
                <a:cubicBezTo>
                  <a:pt x="81" y="104"/>
                  <a:pt x="81" y="104"/>
                  <a:pt x="81" y="104"/>
                </a:cubicBezTo>
                <a:cubicBezTo>
                  <a:pt x="61" y="104"/>
                  <a:pt x="61" y="104"/>
                  <a:pt x="61" y="104"/>
                </a:cubicBezTo>
                <a:lnTo>
                  <a:pt x="61" y="44"/>
                </a:lnTo>
                <a:close/>
                <a:moveTo>
                  <a:pt x="13" y="12"/>
                </a:moveTo>
                <a:cubicBezTo>
                  <a:pt x="19" y="12"/>
                  <a:pt x="24" y="11"/>
                  <a:pt x="29" y="10"/>
                </a:cubicBezTo>
                <a:cubicBezTo>
                  <a:pt x="34" y="9"/>
                  <a:pt x="39" y="8"/>
                  <a:pt x="45" y="8"/>
                </a:cubicBezTo>
                <a:cubicBezTo>
                  <a:pt x="56" y="8"/>
                  <a:pt x="65" y="17"/>
                  <a:pt x="65" y="28"/>
                </a:cubicBezTo>
                <a:cubicBezTo>
                  <a:pt x="65" y="32"/>
                  <a:pt x="65" y="32"/>
                  <a:pt x="65" y="32"/>
                </a:cubicBezTo>
                <a:cubicBezTo>
                  <a:pt x="73" y="32"/>
                  <a:pt x="73" y="32"/>
                  <a:pt x="73" y="32"/>
                </a:cubicBezTo>
                <a:cubicBezTo>
                  <a:pt x="73" y="28"/>
                  <a:pt x="73" y="28"/>
                  <a:pt x="73" y="28"/>
                </a:cubicBezTo>
                <a:cubicBezTo>
                  <a:pt x="73" y="13"/>
                  <a:pt x="60" y="0"/>
                  <a:pt x="45" y="0"/>
                </a:cubicBezTo>
                <a:cubicBezTo>
                  <a:pt x="38" y="0"/>
                  <a:pt x="32" y="1"/>
                  <a:pt x="27" y="2"/>
                </a:cubicBezTo>
                <a:cubicBezTo>
                  <a:pt x="23" y="3"/>
                  <a:pt x="18" y="4"/>
                  <a:pt x="13" y="4"/>
                </a:cubicBezTo>
                <a:cubicBezTo>
                  <a:pt x="11" y="4"/>
                  <a:pt x="8" y="4"/>
                  <a:pt x="6" y="3"/>
                </a:cubicBezTo>
                <a:cubicBezTo>
                  <a:pt x="2" y="2"/>
                  <a:pt x="2" y="2"/>
                  <a:pt x="2" y="2"/>
                </a:cubicBezTo>
                <a:cubicBezTo>
                  <a:pt x="0" y="10"/>
                  <a:pt x="0" y="10"/>
                  <a:pt x="0" y="10"/>
                </a:cubicBezTo>
                <a:cubicBezTo>
                  <a:pt x="4" y="11"/>
                  <a:pt x="4" y="11"/>
                  <a:pt x="4" y="11"/>
                </a:cubicBezTo>
                <a:cubicBezTo>
                  <a:pt x="7" y="12"/>
                  <a:pt x="10" y="12"/>
                  <a:pt x="13" y="1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2" name="Freeform 143">
            <a:extLst>
              <a:ext uri="{FF2B5EF4-FFF2-40B4-BE49-F238E27FC236}">
                <a16:creationId xmlns:a16="http://schemas.microsoft.com/office/drawing/2014/main" id="{C22A7745-D838-49C8-950A-5DEF166D28AC}"/>
              </a:ext>
            </a:extLst>
          </p:cNvPr>
          <p:cNvSpPr>
            <a:spLocks noChangeAspect="1" noEditPoints="1"/>
          </p:cNvSpPr>
          <p:nvPr/>
        </p:nvSpPr>
        <p:spPr bwMode="auto">
          <a:xfrm>
            <a:off x="573088" y="5309395"/>
            <a:ext cx="400050" cy="381000"/>
          </a:xfrm>
          <a:custGeom>
            <a:avLst/>
            <a:gdLst>
              <a:gd name="T0" fmla="*/ 112 w 256"/>
              <a:gd name="T1" fmla="*/ 68 h 244"/>
              <a:gd name="T2" fmla="*/ 132 w 256"/>
              <a:gd name="T3" fmla="*/ 244 h 244"/>
              <a:gd name="T4" fmla="*/ 176 w 256"/>
              <a:gd name="T5" fmla="*/ 224 h 244"/>
              <a:gd name="T6" fmla="*/ 144 w 256"/>
              <a:gd name="T7" fmla="*/ 36 h 244"/>
              <a:gd name="T8" fmla="*/ 156 w 256"/>
              <a:gd name="T9" fmla="*/ 236 h 244"/>
              <a:gd name="T10" fmla="*/ 120 w 256"/>
              <a:gd name="T11" fmla="*/ 224 h 244"/>
              <a:gd name="T12" fmla="*/ 144 w 256"/>
              <a:gd name="T13" fmla="*/ 44 h 244"/>
              <a:gd name="T14" fmla="*/ 168 w 256"/>
              <a:gd name="T15" fmla="*/ 224 h 244"/>
              <a:gd name="T16" fmla="*/ 88 w 256"/>
              <a:gd name="T17" fmla="*/ 36 h 244"/>
              <a:gd name="T18" fmla="*/ 56 w 256"/>
              <a:gd name="T19" fmla="*/ 68 h 244"/>
              <a:gd name="T20" fmla="*/ 62 w 256"/>
              <a:gd name="T21" fmla="*/ 238 h 244"/>
              <a:gd name="T22" fmla="*/ 104 w 256"/>
              <a:gd name="T23" fmla="*/ 244 h 244"/>
              <a:gd name="T24" fmla="*/ 76 w 256"/>
              <a:gd name="T25" fmla="*/ 236 h 244"/>
              <a:gd name="T26" fmla="*/ 64 w 256"/>
              <a:gd name="T27" fmla="*/ 224 h 244"/>
              <a:gd name="T28" fmla="*/ 71 w 256"/>
              <a:gd name="T29" fmla="*/ 51 h 244"/>
              <a:gd name="T30" fmla="*/ 105 w 256"/>
              <a:gd name="T31" fmla="*/ 51 h 244"/>
              <a:gd name="T32" fmla="*/ 113 w 256"/>
              <a:gd name="T33" fmla="*/ 48 h 244"/>
              <a:gd name="T34" fmla="*/ 55 w 256"/>
              <a:gd name="T35" fmla="*/ 45 h 244"/>
              <a:gd name="T36" fmla="*/ 9 w 256"/>
              <a:gd name="T37" fmla="*/ 45 h 244"/>
              <a:gd name="T38" fmla="*/ 0 w 256"/>
              <a:gd name="T39" fmla="*/ 224 h 244"/>
              <a:gd name="T40" fmla="*/ 20 w 256"/>
              <a:gd name="T41" fmla="*/ 244 h 244"/>
              <a:gd name="T42" fmla="*/ 48 w 256"/>
              <a:gd name="T43" fmla="*/ 236 h 244"/>
              <a:gd name="T44" fmla="*/ 12 w 256"/>
              <a:gd name="T45" fmla="*/ 232 h 244"/>
              <a:gd name="T46" fmla="*/ 8 w 256"/>
              <a:gd name="T47" fmla="*/ 68 h 244"/>
              <a:gd name="T48" fmla="*/ 32 w 256"/>
              <a:gd name="T49" fmla="*/ 44 h 244"/>
              <a:gd name="T50" fmla="*/ 52 w 256"/>
              <a:gd name="T51" fmla="*/ 54 h 244"/>
              <a:gd name="T52" fmla="*/ 55 w 256"/>
              <a:gd name="T53" fmla="*/ 45 h 244"/>
              <a:gd name="T54" fmla="*/ 160 w 256"/>
              <a:gd name="T55" fmla="*/ 8 h 244"/>
              <a:gd name="T56" fmla="*/ 196 w 256"/>
              <a:gd name="T57" fmla="*/ 20 h 244"/>
              <a:gd name="T58" fmla="*/ 184 w 256"/>
              <a:gd name="T59" fmla="*/ 72 h 244"/>
              <a:gd name="T60" fmla="*/ 196 w 256"/>
              <a:gd name="T61" fmla="*/ 80 h 244"/>
              <a:gd name="T62" fmla="*/ 184 w 256"/>
              <a:gd name="T63" fmla="*/ 108 h 244"/>
              <a:gd name="T64" fmla="*/ 196 w 256"/>
              <a:gd name="T65" fmla="*/ 116 h 244"/>
              <a:gd name="T66" fmla="*/ 184 w 256"/>
              <a:gd name="T67" fmla="*/ 144 h 244"/>
              <a:gd name="T68" fmla="*/ 196 w 256"/>
              <a:gd name="T69" fmla="*/ 152 h 244"/>
              <a:gd name="T70" fmla="*/ 184 w 256"/>
              <a:gd name="T71" fmla="*/ 180 h 244"/>
              <a:gd name="T72" fmla="*/ 196 w 256"/>
              <a:gd name="T73" fmla="*/ 188 h 244"/>
              <a:gd name="T74" fmla="*/ 184 w 256"/>
              <a:gd name="T75" fmla="*/ 216 h 244"/>
              <a:gd name="T76" fmla="*/ 204 w 256"/>
              <a:gd name="T77" fmla="*/ 224 h 244"/>
              <a:gd name="T78" fmla="*/ 184 w 256"/>
              <a:gd name="T79" fmla="*/ 0 h 244"/>
              <a:gd name="T80" fmla="*/ 140 w 256"/>
              <a:gd name="T81" fmla="*/ 20 h 244"/>
              <a:gd name="T82" fmla="*/ 148 w 256"/>
              <a:gd name="T83" fmla="*/ 28 h 244"/>
              <a:gd name="T84" fmla="*/ 92 w 256"/>
              <a:gd name="T85" fmla="*/ 20 h 244"/>
              <a:gd name="T86" fmla="*/ 136 w 256"/>
              <a:gd name="T87" fmla="*/ 8 h 244"/>
              <a:gd name="T88" fmla="*/ 104 w 256"/>
              <a:gd name="T89" fmla="*/ 0 h 244"/>
              <a:gd name="T90" fmla="*/ 84 w 256"/>
              <a:gd name="T91" fmla="*/ 28 h 244"/>
              <a:gd name="T92" fmla="*/ 92 w 256"/>
              <a:gd name="T93" fmla="*/ 20 h 244"/>
              <a:gd name="T94" fmla="*/ 48 w 256"/>
              <a:gd name="T95" fmla="*/ 8 h 244"/>
              <a:gd name="T96" fmla="*/ 80 w 256"/>
              <a:gd name="T97" fmla="*/ 0 h 244"/>
              <a:gd name="T98" fmla="*/ 28 w 256"/>
              <a:gd name="T99" fmla="*/ 20 h 244"/>
              <a:gd name="T100" fmla="*/ 36 w 256"/>
              <a:gd name="T101" fmla="*/ 28 h 244"/>
              <a:gd name="T102" fmla="*/ 252 w 256"/>
              <a:gd name="T103" fmla="*/ 112 h 244"/>
              <a:gd name="T104" fmla="*/ 212 w 256"/>
              <a:gd name="T105" fmla="*/ 120 h 244"/>
              <a:gd name="T106" fmla="*/ 248 w 256"/>
              <a:gd name="T107" fmla="*/ 130 h 244"/>
              <a:gd name="T108" fmla="*/ 212 w 256"/>
              <a:gd name="T109" fmla="*/ 140 h 244"/>
              <a:gd name="T110" fmla="*/ 236 w 256"/>
              <a:gd name="T111" fmla="*/ 148 h 244"/>
              <a:gd name="T112" fmla="*/ 184 w 256"/>
              <a:gd name="T113" fmla="*/ 236 h 244"/>
              <a:gd name="T114" fmla="*/ 240 w 256"/>
              <a:gd name="T115" fmla="*/ 244 h 244"/>
              <a:gd name="T116" fmla="*/ 244 w 256"/>
              <a:gd name="T117" fmla="*/ 146 h 244"/>
              <a:gd name="T118" fmla="*/ 256 w 256"/>
              <a:gd name="T119" fmla="*/ 132 h 244"/>
              <a:gd name="T120" fmla="*/ 252 w 256"/>
              <a:gd name="T121" fmla="*/ 11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6" h="244">
                <a:moveTo>
                  <a:pt x="144" y="36"/>
                </a:moveTo>
                <a:cubicBezTo>
                  <a:pt x="126" y="36"/>
                  <a:pt x="112" y="50"/>
                  <a:pt x="112" y="68"/>
                </a:cubicBezTo>
                <a:cubicBezTo>
                  <a:pt x="112" y="224"/>
                  <a:pt x="112" y="224"/>
                  <a:pt x="112" y="224"/>
                </a:cubicBezTo>
                <a:cubicBezTo>
                  <a:pt x="112" y="235"/>
                  <a:pt x="121" y="244"/>
                  <a:pt x="132" y="244"/>
                </a:cubicBezTo>
                <a:cubicBezTo>
                  <a:pt x="156" y="244"/>
                  <a:pt x="156" y="244"/>
                  <a:pt x="156" y="244"/>
                </a:cubicBezTo>
                <a:cubicBezTo>
                  <a:pt x="167" y="244"/>
                  <a:pt x="176" y="235"/>
                  <a:pt x="176" y="224"/>
                </a:cubicBezTo>
                <a:cubicBezTo>
                  <a:pt x="176" y="68"/>
                  <a:pt x="176" y="68"/>
                  <a:pt x="176" y="68"/>
                </a:cubicBezTo>
                <a:cubicBezTo>
                  <a:pt x="176" y="50"/>
                  <a:pt x="162" y="36"/>
                  <a:pt x="144" y="36"/>
                </a:cubicBezTo>
                <a:close/>
                <a:moveTo>
                  <a:pt x="168" y="224"/>
                </a:moveTo>
                <a:cubicBezTo>
                  <a:pt x="168" y="231"/>
                  <a:pt x="163" y="236"/>
                  <a:pt x="156" y="236"/>
                </a:cubicBezTo>
                <a:cubicBezTo>
                  <a:pt x="132" y="236"/>
                  <a:pt x="132" y="236"/>
                  <a:pt x="132" y="236"/>
                </a:cubicBezTo>
                <a:cubicBezTo>
                  <a:pt x="125" y="236"/>
                  <a:pt x="120" y="231"/>
                  <a:pt x="120" y="224"/>
                </a:cubicBezTo>
                <a:cubicBezTo>
                  <a:pt x="120" y="68"/>
                  <a:pt x="120" y="68"/>
                  <a:pt x="120" y="68"/>
                </a:cubicBezTo>
                <a:cubicBezTo>
                  <a:pt x="120" y="55"/>
                  <a:pt x="131" y="44"/>
                  <a:pt x="144" y="44"/>
                </a:cubicBezTo>
                <a:cubicBezTo>
                  <a:pt x="157" y="44"/>
                  <a:pt x="168" y="55"/>
                  <a:pt x="168" y="68"/>
                </a:cubicBezTo>
                <a:lnTo>
                  <a:pt x="168" y="224"/>
                </a:lnTo>
                <a:close/>
                <a:moveTo>
                  <a:pt x="111" y="45"/>
                </a:moveTo>
                <a:cubicBezTo>
                  <a:pt x="105" y="39"/>
                  <a:pt x="97" y="36"/>
                  <a:pt x="88" y="36"/>
                </a:cubicBezTo>
                <a:cubicBezTo>
                  <a:pt x="79" y="36"/>
                  <a:pt x="71" y="39"/>
                  <a:pt x="65" y="45"/>
                </a:cubicBezTo>
                <a:cubicBezTo>
                  <a:pt x="59" y="51"/>
                  <a:pt x="56" y="59"/>
                  <a:pt x="56" y="68"/>
                </a:cubicBezTo>
                <a:cubicBezTo>
                  <a:pt x="56" y="224"/>
                  <a:pt x="56" y="224"/>
                  <a:pt x="56" y="224"/>
                </a:cubicBezTo>
                <a:cubicBezTo>
                  <a:pt x="56" y="229"/>
                  <a:pt x="58" y="234"/>
                  <a:pt x="62" y="238"/>
                </a:cubicBezTo>
                <a:cubicBezTo>
                  <a:pt x="66" y="242"/>
                  <a:pt x="71" y="244"/>
                  <a:pt x="76" y="244"/>
                </a:cubicBezTo>
                <a:cubicBezTo>
                  <a:pt x="104" y="244"/>
                  <a:pt x="104" y="244"/>
                  <a:pt x="104" y="244"/>
                </a:cubicBezTo>
                <a:cubicBezTo>
                  <a:pt x="104" y="236"/>
                  <a:pt x="104" y="236"/>
                  <a:pt x="104" y="236"/>
                </a:cubicBezTo>
                <a:cubicBezTo>
                  <a:pt x="76" y="236"/>
                  <a:pt x="76" y="236"/>
                  <a:pt x="76" y="236"/>
                </a:cubicBezTo>
                <a:cubicBezTo>
                  <a:pt x="73" y="236"/>
                  <a:pt x="70" y="235"/>
                  <a:pt x="68" y="232"/>
                </a:cubicBezTo>
                <a:cubicBezTo>
                  <a:pt x="65" y="230"/>
                  <a:pt x="64" y="227"/>
                  <a:pt x="64" y="224"/>
                </a:cubicBezTo>
                <a:cubicBezTo>
                  <a:pt x="64" y="68"/>
                  <a:pt x="64" y="68"/>
                  <a:pt x="64" y="68"/>
                </a:cubicBezTo>
                <a:cubicBezTo>
                  <a:pt x="64" y="62"/>
                  <a:pt x="66" y="56"/>
                  <a:pt x="71" y="51"/>
                </a:cubicBezTo>
                <a:cubicBezTo>
                  <a:pt x="76" y="46"/>
                  <a:pt x="82" y="44"/>
                  <a:pt x="88" y="44"/>
                </a:cubicBezTo>
                <a:cubicBezTo>
                  <a:pt x="94" y="44"/>
                  <a:pt x="100" y="46"/>
                  <a:pt x="105" y="51"/>
                </a:cubicBezTo>
                <a:cubicBezTo>
                  <a:pt x="108" y="54"/>
                  <a:pt x="108" y="54"/>
                  <a:pt x="108" y="54"/>
                </a:cubicBezTo>
                <a:cubicBezTo>
                  <a:pt x="113" y="48"/>
                  <a:pt x="113" y="48"/>
                  <a:pt x="113" y="48"/>
                </a:cubicBezTo>
                <a:lnTo>
                  <a:pt x="111" y="45"/>
                </a:lnTo>
                <a:close/>
                <a:moveTo>
                  <a:pt x="55" y="45"/>
                </a:moveTo>
                <a:cubicBezTo>
                  <a:pt x="49" y="39"/>
                  <a:pt x="41" y="36"/>
                  <a:pt x="32" y="36"/>
                </a:cubicBezTo>
                <a:cubicBezTo>
                  <a:pt x="23" y="36"/>
                  <a:pt x="15" y="39"/>
                  <a:pt x="9" y="45"/>
                </a:cubicBezTo>
                <a:cubicBezTo>
                  <a:pt x="3" y="51"/>
                  <a:pt x="0" y="59"/>
                  <a:pt x="0" y="68"/>
                </a:cubicBezTo>
                <a:cubicBezTo>
                  <a:pt x="0" y="224"/>
                  <a:pt x="0" y="224"/>
                  <a:pt x="0" y="224"/>
                </a:cubicBezTo>
                <a:cubicBezTo>
                  <a:pt x="0" y="229"/>
                  <a:pt x="2" y="234"/>
                  <a:pt x="6" y="238"/>
                </a:cubicBezTo>
                <a:cubicBezTo>
                  <a:pt x="10" y="242"/>
                  <a:pt x="15" y="244"/>
                  <a:pt x="20" y="244"/>
                </a:cubicBezTo>
                <a:cubicBezTo>
                  <a:pt x="48" y="244"/>
                  <a:pt x="48" y="244"/>
                  <a:pt x="48" y="244"/>
                </a:cubicBezTo>
                <a:cubicBezTo>
                  <a:pt x="48" y="236"/>
                  <a:pt x="48" y="236"/>
                  <a:pt x="48" y="236"/>
                </a:cubicBezTo>
                <a:cubicBezTo>
                  <a:pt x="20" y="236"/>
                  <a:pt x="20" y="236"/>
                  <a:pt x="20" y="236"/>
                </a:cubicBezTo>
                <a:cubicBezTo>
                  <a:pt x="17" y="236"/>
                  <a:pt x="14" y="235"/>
                  <a:pt x="12" y="232"/>
                </a:cubicBezTo>
                <a:cubicBezTo>
                  <a:pt x="9" y="230"/>
                  <a:pt x="8" y="227"/>
                  <a:pt x="8" y="224"/>
                </a:cubicBezTo>
                <a:cubicBezTo>
                  <a:pt x="8" y="68"/>
                  <a:pt x="8" y="68"/>
                  <a:pt x="8" y="68"/>
                </a:cubicBezTo>
                <a:cubicBezTo>
                  <a:pt x="8" y="62"/>
                  <a:pt x="10" y="56"/>
                  <a:pt x="15" y="51"/>
                </a:cubicBezTo>
                <a:cubicBezTo>
                  <a:pt x="20" y="46"/>
                  <a:pt x="26" y="44"/>
                  <a:pt x="32" y="44"/>
                </a:cubicBezTo>
                <a:cubicBezTo>
                  <a:pt x="38" y="44"/>
                  <a:pt x="44" y="46"/>
                  <a:pt x="49" y="51"/>
                </a:cubicBezTo>
                <a:cubicBezTo>
                  <a:pt x="52" y="54"/>
                  <a:pt x="52" y="54"/>
                  <a:pt x="52" y="54"/>
                </a:cubicBezTo>
                <a:cubicBezTo>
                  <a:pt x="57" y="48"/>
                  <a:pt x="57" y="48"/>
                  <a:pt x="57" y="48"/>
                </a:cubicBezTo>
                <a:lnTo>
                  <a:pt x="55" y="45"/>
                </a:lnTo>
                <a:close/>
                <a:moveTo>
                  <a:pt x="148" y="20"/>
                </a:moveTo>
                <a:cubicBezTo>
                  <a:pt x="148" y="13"/>
                  <a:pt x="153" y="8"/>
                  <a:pt x="160" y="8"/>
                </a:cubicBezTo>
                <a:cubicBezTo>
                  <a:pt x="184" y="8"/>
                  <a:pt x="184" y="8"/>
                  <a:pt x="184" y="8"/>
                </a:cubicBezTo>
                <a:cubicBezTo>
                  <a:pt x="191" y="8"/>
                  <a:pt x="196" y="13"/>
                  <a:pt x="196" y="20"/>
                </a:cubicBezTo>
                <a:cubicBezTo>
                  <a:pt x="196" y="72"/>
                  <a:pt x="196" y="72"/>
                  <a:pt x="196" y="72"/>
                </a:cubicBezTo>
                <a:cubicBezTo>
                  <a:pt x="184" y="72"/>
                  <a:pt x="184" y="72"/>
                  <a:pt x="184" y="72"/>
                </a:cubicBezTo>
                <a:cubicBezTo>
                  <a:pt x="184" y="80"/>
                  <a:pt x="184" y="80"/>
                  <a:pt x="184" y="80"/>
                </a:cubicBezTo>
                <a:cubicBezTo>
                  <a:pt x="196" y="80"/>
                  <a:pt x="196" y="80"/>
                  <a:pt x="196" y="80"/>
                </a:cubicBezTo>
                <a:cubicBezTo>
                  <a:pt x="196" y="108"/>
                  <a:pt x="196" y="108"/>
                  <a:pt x="196" y="108"/>
                </a:cubicBezTo>
                <a:cubicBezTo>
                  <a:pt x="184" y="108"/>
                  <a:pt x="184" y="108"/>
                  <a:pt x="184" y="108"/>
                </a:cubicBezTo>
                <a:cubicBezTo>
                  <a:pt x="184" y="116"/>
                  <a:pt x="184" y="116"/>
                  <a:pt x="184" y="116"/>
                </a:cubicBezTo>
                <a:cubicBezTo>
                  <a:pt x="196" y="116"/>
                  <a:pt x="196" y="116"/>
                  <a:pt x="196" y="116"/>
                </a:cubicBezTo>
                <a:cubicBezTo>
                  <a:pt x="196" y="144"/>
                  <a:pt x="196" y="144"/>
                  <a:pt x="196" y="144"/>
                </a:cubicBezTo>
                <a:cubicBezTo>
                  <a:pt x="184" y="144"/>
                  <a:pt x="184" y="144"/>
                  <a:pt x="184" y="144"/>
                </a:cubicBezTo>
                <a:cubicBezTo>
                  <a:pt x="184" y="152"/>
                  <a:pt x="184" y="152"/>
                  <a:pt x="184" y="152"/>
                </a:cubicBezTo>
                <a:cubicBezTo>
                  <a:pt x="196" y="152"/>
                  <a:pt x="196" y="152"/>
                  <a:pt x="196" y="152"/>
                </a:cubicBezTo>
                <a:cubicBezTo>
                  <a:pt x="196" y="180"/>
                  <a:pt x="196" y="180"/>
                  <a:pt x="196" y="180"/>
                </a:cubicBezTo>
                <a:cubicBezTo>
                  <a:pt x="184" y="180"/>
                  <a:pt x="184" y="180"/>
                  <a:pt x="184" y="180"/>
                </a:cubicBezTo>
                <a:cubicBezTo>
                  <a:pt x="184" y="188"/>
                  <a:pt x="184" y="188"/>
                  <a:pt x="184" y="188"/>
                </a:cubicBezTo>
                <a:cubicBezTo>
                  <a:pt x="196" y="188"/>
                  <a:pt x="196" y="188"/>
                  <a:pt x="196" y="188"/>
                </a:cubicBezTo>
                <a:cubicBezTo>
                  <a:pt x="196" y="216"/>
                  <a:pt x="196" y="216"/>
                  <a:pt x="196" y="216"/>
                </a:cubicBezTo>
                <a:cubicBezTo>
                  <a:pt x="184" y="216"/>
                  <a:pt x="184" y="216"/>
                  <a:pt x="184" y="216"/>
                </a:cubicBezTo>
                <a:cubicBezTo>
                  <a:pt x="184" y="224"/>
                  <a:pt x="184" y="224"/>
                  <a:pt x="184" y="224"/>
                </a:cubicBezTo>
                <a:cubicBezTo>
                  <a:pt x="204" y="224"/>
                  <a:pt x="204" y="224"/>
                  <a:pt x="204" y="224"/>
                </a:cubicBezTo>
                <a:cubicBezTo>
                  <a:pt x="204" y="20"/>
                  <a:pt x="204" y="20"/>
                  <a:pt x="204" y="20"/>
                </a:cubicBezTo>
                <a:cubicBezTo>
                  <a:pt x="204" y="9"/>
                  <a:pt x="195" y="0"/>
                  <a:pt x="184" y="0"/>
                </a:cubicBezTo>
                <a:cubicBezTo>
                  <a:pt x="160" y="0"/>
                  <a:pt x="160" y="0"/>
                  <a:pt x="160" y="0"/>
                </a:cubicBezTo>
                <a:cubicBezTo>
                  <a:pt x="149" y="0"/>
                  <a:pt x="140" y="9"/>
                  <a:pt x="140" y="20"/>
                </a:cubicBezTo>
                <a:cubicBezTo>
                  <a:pt x="140" y="28"/>
                  <a:pt x="140" y="28"/>
                  <a:pt x="140" y="28"/>
                </a:cubicBezTo>
                <a:cubicBezTo>
                  <a:pt x="148" y="28"/>
                  <a:pt x="148" y="28"/>
                  <a:pt x="148" y="28"/>
                </a:cubicBezTo>
                <a:lnTo>
                  <a:pt x="148" y="20"/>
                </a:lnTo>
                <a:close/>
                <a:moveTo>
                  <a:pt x="92" y="20"/>
                </a:moveTo>
                <a:cubicBezTo>
                  <a:pt x="92" y="13"/>
                  <a:pt x="97" y="8"/>
                  <a:pt x="104" y="8"/>
                </a:cubicBezTo>
                <a:cubicBezTo>
                  <a:pt x="136" y="8"/>
                  <a:pt x="136" y="8"/>
                  <a:pt x="136" y="8"/>
                </a:cubicBezTo>
                <a:cubicBezTo>
                  <a:pt x="136" y="0"/>
                  <a:pt x="136" y="0"/>
                  <a:pt x="136" y="0"/>
                </a:cubicBezTo>
                <a:cubicBezTo>
                  <a:pt x="104" y="0"/>
                  <a:pt x="104" y="0"/>
                  <a:pt x="104" y="0"/>
                </a:cubicBezTo>
                <a:cubicBezTo>
                  <a:pt x="93" y="0"/>
                  <a:pt x="84" y="9"/>
                  <a:pt x="84" y="20"/>
                </a:cubicBezTo>
                <a:cubicBezTo>
                  <a:pt x="84" y="28"/>
                  <a:pt x="84" y="28"/>
                  <a:pt x="84" y="28"/>
                </a:cubicBezTo>
                <a:cubicBezTo>
                  <a:pt x="92" y="28"/>
                  <a:pt x="92" y="28"/>
                  <a:pt x="92" y="28"/>
                </a:cubicBezTo>
                <a:lnTo>
                  <a:pt x="92" y="20"/>
                </a:lnTo>
                <a:close/>
                <a:moveTo>
                  <a:pt x="36" y="20"/>
                </a:moveTo>
                <a:cubicBezTo>
                  <a:pt x="36" y="13"/>
                  <a:pt x="41" y="8"/>
                  <a:pt x="48" y="8"/>
                </a:cubicBezTo>
                <a:cubicBezTo>
                  <a:pt x="80" y="8"/>
                  <a:pt x="80" y="8"/>
                  <a:pt x="80" y="8"/>
                </a:cubicBezTo>
                <a:cubicBezTo>
                  <a:pt x="80" y="0"/>
                  <a:pt x="80" y="0"/>
                  <a:pt x="80" y="0"/>
                </a:cubicBezTo>
                <a:cubicBezTo>
                  <a:pt x="48" y="0"/>
                  <a:pt x="48" y="0"/>
                  <a:pt x="48" y="0"/>
                </a:cubicBezTo>
                <a:cubicBezTo>
                  <a:pt x="37" y="0"/>
                  <a:pt x="28" y="9"/>
                  <a:pt x="28" y="20"/>
                </a:cubicBezTo>
                <a:cubicBezTo>
                  <a:pt x="28" y="28"/>
                  <a:pt x="28" y="28"/>
                  <a:pt x="28" y="28"/>
                </a:cubicBezTo>
                <a:cubicBezTo>
                  <a:pt x="36" y="28"/>
                  <a:pt x="36" y="28"/>
                  <a:pt x="36" y="28"/>
                </a:cubicBezTo>
                <a:lnTo>
                  <a:pt x="36" y="20"/>
                </a:lnTo>
                <a:close/>
                <a:moveTo>
                  <a:pt x="252" y="112"/>
                </a:moveTo>
                <a:cubicBezTo>
                  <a:pt x="212" y="112"/>
                  <a:pt x="212" y="112"/>
                  <a:pt x="212" y="112"/>
                </a:cubicBezTo>
                <a:cubicBezTo>
                  <a:pt x="212" y="120"/>
                  <a:pt x="212" y="120"/>
                  <a:pt x="212" y="120"/>
                </a:cubicBezTo>
                <a:cubicBezTo>
                  <a:pt x="248" y="120"/>
                  <a:pt x="248" y="120"/>
                  <a:pt x="248" y="120"/>
                </a:cubicBezTo>
                <a:cubicBezTo>
                  <a:pt x="248" y="130"/>
                  <a:pt x="248" y="130"/>
                  <a:pt x="248" y="130"/>
                </a:cubicBezTo>
                <a:cubicBezTo>
                  <a:pt x="238" y="140"/>
                  <a:pt x="238" y="140"/>
                  <a:pt x="238" y="140"/>
                </a:cubicBezTo>
                <a:cubicBezTo>
                  <a:pt x="212" y="140"/>
                  <a:pt x="212" y="140"/>
                  <a:pt x="212" y="140"/>
                </a:cubicBezTo>
                <a:cubicBezTo>
                  <a:pt x="212" y="148"/>
                  <a:pt x="212" y="148"/>
                  <a:pt x="212" y="148"/>
                </a:cubicBezTo>
                <a:cubicBezTo>
                  <a:pt x="236" y="148"/>
                  <a:pt x="236" y="148"/>
                  <a:pt x="236" y="148"/>
                </a:cubicBezTo>
                <a:cubicBezTo>
                  <a:pt x="236" y="236"/>
                  <a:pt x="236" y="236"/>
                  <a:pt x="236" y="236"/>
                </a:cubicBezTo>
                <a:cubicBezTo>
                  <a:pt x="184" y="236"/>
                  <a:pt x="184" y="236"/>
                  <a:pt x="184" y="236"/>
                </a:cubicBezTo>
                <a:cubicBezTo>
                  <a:pt x="184" y="244"/>
                  <a:pt x="184" y="244"/>
                  <a:pt x="184" y="244"/>
                </a:cubicBezTo>
                <a:cubicBezTo>
                  <a:pt x="240" y="244"/>
                  <a:pt x="240" y="244"/>
                  <a:pt x="240" y="244"/>
                </a:cubicBezTo>
                <a:cubicBezTo>
                  <a:pt x="242" y="244"/>
                  <a:pt x="244" y="242"/>
                  <a:pt x="244" y="240"/>
                </a:cubicBezTo>
                <a:cubicBezTo>
                  <a:pt x="244" y="146"/>
                  <a:pt x="244" y="146"/>
                  <a:pt x="244" y="146"/>
                </a:cubicBezTo>
                <a:cubicBezTo>
                  <a:pt x="255" y="135"/>
                  <a:pt x="255" y="135"/>
                  <a:pt x="255" y="135"/>
                </a:cubicBezTo>
                <a:cubicBezTo>
                  <a:pt x="256" y="134"/>
                  <a:pt x="256" y="133"/>
                  <a:pt x="256" y="132"/>
                </a:cubicBezTo>
                <a:cubicBezTo>
                  <a:pt x="256" y="116"/>
                  <a:pt x="256" y="116"/>
                  <a:pt x="256" y="116"/>
                </a:cubicBezTo>
                <a:cubicBezTo>
                  <a:pt x="256" y="114"/>
                  <a:pt x="254" y="112"/>
                  <a:pt x="252" y="11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7" name="Freeform 147">
            <a:extLst>
              <a:ext uri="{FF2B5EF4-FFF2-40B4-BE49-F238E27FC236}">
                <a16:creationId xmlns:a16="http://schemas.microsoft.com/office/drawing/2014/main" id="{EED8EEF9-7FA2-4350-8E9E-5B48460D0D61}"/>
              </a:ext>
            </a:extLst>
          </p:cNvPr>
          <p:cNvSpPr>
            <a:spLocks noChangeAspect="1" noEditPoints="1"/>
          </p:cNvSpPr>
          <p:nvPr/>
        </p:nvSpPr>
        <p:spPr bwMode="auto">
          <a:xfrm>
            <a:off x="1541528" y="5290992"/>
            <a:ext cx="398462" cy="400050"/>
          </a:xfrm>
          <a:custGeom>
            <a:avLst/>
            <a:gdLst>
              <a:gd name="T0" fmla="*/ 52 w 256"/>
              <a:gd name="T1" fmla="*/ 32 h 256"/>
              <a:gd name="T2" fmla="*/ 80 w 256"/>
              <a:gd name="T3" fmla="*/ 56 h 256"/>
              <a:gd name="T4" fmla="*/ 34 w 256"/>
              <a:gd name="T5" fmla="*/ 26 h 256"/>
              <a:gd name="T6" fmla="*/ 9 w 256"/>
              <a:gd name="T7" fmla="*/ 26 h 256"/>
              <a:gd name="T8" fmla="*/ 20 w 256"/>
              <a:gd name="T9" fmla="*/ 36 h 256"/>
              <a:gd name="T10" fmla="*/ 256 w 256"/>
              <a:gd name="T11" fmla="*/ 136 h 256"/>
              <a:gd name="T12" fmla="*/ 240 w 256"/>
              <a:gd name="T13" fmla="*/ 84 h 256"/>
              <a:gd name="T14" fmla="*/ 196 w 256"/>
              <a:gd name="T15" fmla="*/ 132 h 256"/>
              <a:gd name="T16" fmla="*/ 132 w 256"/>
              <a:gd name="T17" fmla="*/ 64 h 256"/>
              <a:gd name="T18" fmla="*/ 108 w 256"/>
              <a:gd name="T19" fmla="*/ 136 h 256"/>
              <a:gd name="T20" fmla="*/ 120 w 256"/>
              <a:gd name="T21" fmla="*/ 166 h 256"/>
              <a:gd name="T22" fmla="*/ 20 w 256"/>
              <a:gd name="T23" fmla="*/ 196 h 256"/>
              <a:gd name="T24" fmla="*/ 96 w 256"/>
              <a:gd name="T25" fmla="*/ 188 h 256"/>
              <a:gd name="T26" fmla="*/ 60 w 256"/>
              <a:gd name="T27" fmla="*/ 60 h 256"/>
              <a:gd name="T28" fmla="*/ 36 w 256"/>
              <a:gd name="T29" fmla="*/ 188 h 256"/>
              <a:gd name="T30" fmla="*/ 28 w 256"/>
              <a:gd name="T31" fmla="*/ 188 h 256"/>
              <a:gd name="T32" fmla="*/ 12 w 256"/>
              <a:gd name="T33" fmla="*/ 248 h 256"/>
              <a:gd name="T34" fmla="*/ 256 w 256"/>
              <a:gd name="T35" fmla="*/ 256 h 256"/>
              <a:gd name="T36" fmla="*/ 244 w 256"/>
              <a:gd name="T37" fmla="*/ 166 h 256"/>
              <a:gd name="T38" fmla="*/ 88 w 256"/>
              <a:gd name="T39" fmla="*/ 68 h 256"/>
              <a:gd name="T40" fmla="*/ 64 w 256"/>
              <a:gd name="T41" fmla="*/ 68 h 256"/>
              <a:gd name="T42" fmla="*/ 188 w 256"/>
              <a:gd name="T43" fmla="*/ 64 h 256"/>
              <a:gd name="T44" fmla="*/ 140 w 256"/>
              <a:gd name="T45" fmla="*/ 64 h 256"/>
              <a:gd name="T46" fmla="*/ 192 w 256"/>
              <a:gd name="T47" fmla="*/ 168 h 256"/>
              <a:gd name="T48" fmla="*/ 128 w 256"/>
              <a:gd name="T49" fmla="*/ 248 h 256"/>
              <a:gd name="T50" fmla="*/ 148 w 256"/>
              <a:gd name="T51" fmla="*/ 160 h 256"/>
              <a:gd name="T52" fmla="*/ 116 w 256"/>
              <a:gd name="T53" fmla="*/ 140 h 256"/>
              <a:gd name="T54" fmla="*/ 238 w 256"/>
              <a:gd name="T55" fmla="*/ 160 h 256"/>
              <a:gd name="T56" fmla="*/ 32 w 256"/>
              <a:gd name="T57" fmla="*/ 212 h 256"/>
              <a:gd name="T58" fmla="*/ 64 w 256"/>
              <a:gd name="T59" fmla="*/ 228 h 256"/>
              <a:gd name="T60" fmla="*/ 56 w 256"/>
              <a:gd name="T61" fmla="*/ 228 h 256"/>
              <a:gd name="T62" fmla="*/ 88 w 256"/>
              <a:gd name="T63" fmla="*/ 212 h 256"/>
              <a:gd name="T64" fmla="*/ 88 w 256"/>
              <a:gd name="T65" fmla="*/ 228 h 256"/>
              <a:gd name="T66" fmla="*/ 104 w 256"/>
              <a:gd name="T67" fmla="*/ 212 h 256"/>
              <a:gd name="T68" fmla="*/ 144 w 256"/>
              <a:gd name="T69" fmla="*/ 216 h 256"/>
              <a:gd name="T70" fmla="*/ 144 w 256"/>
              <a:gd name="T71" fmla="*/ 200 h 256"/>
              <a:gd name="T72" fmla="*/ 176 w 256"/>
              <a:gd name="T73" fmla="*/ 216 h 256"/>
              <a:gd name="T74" fmla="*/ 168 w 256"/>
              <a:gd name="T75" fmla="*/ 216 h 256"/>
              <a:gd name="T76" fmla="*/ 200 w 256"/>
              <a:gd name="T77" fmla="*/ 200 h 256"/>
              <a:gd name="T78" fmla="*/ 224 w 256"/>
              <a:gd name="T79" fmla="*/ 200 h 256"/>
              <a:gd name="T80" fmla="*/ 224 w 256"/>
              <a:gd name="T81" fmla="*/ 216 h 256"/>
              <a:gd name="T82" fmla="*/ 180 w 256"/>
              <a:gd name="T83" fmla="*/ 8 h 256"/>
              <a:gd name="T84" fmla="*/ 216 w 256"/>
              <a:gd name="T85" fmla="*/ 60 h 256"/>
              <a:gd name="T86" fmla="*/ 216 w 256"/>
              <a:gd name="T87" fmla="*/ 68 h 256"/>
              <a:gd name="T88" fmla="*/ 200 w 256"/>
              <a:gd name="T89" fmla="*/ 100 h 256"/>
              <a:gd name="T90" fmla="*/ 224 w 256"/>
              <a:gd name="T91" fmla="*/ 124 h 256"/>
              <a:gd name="T92" fmla="*/ 180 w 256"/>
              <a:gd name="T93" fmla="*/ 0 h 256"/>
              <a:gd name="T94" fmla="*/ 168 w 256"/>
              <a:gd name="T95" fmla="*/ 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56">
                <a:moveTo>
                  <a:pt x="20" y="36"/>
                </a:moveTo>
                <a:cubicBezTo>
                  <a:pt x="26" y="36"/>
                  <a:pt x="31" y="35"/>
                  <a:pt x="36" y="34"/>
                </a:cubicBezTo>
                <a:cubicBezTo>
                  <a:pt x="41" y="33"/>
                  <a:pt x="46" y="32"/>
                  <a:pt x="52" y="32"/>
                </a:cubicBezTo>
                <a:cubicBezTo>
                  <a:pt x="63" y="32"/>
                  <a:pt x="72" y="41"/>
                  <a:pt x="72" y="52"/>
                </a:cubicBezTo>
                <a:cubicBezTo>
                  <a:pt x="72" y="56"/>
                  <a:pt x="72" y="56"/>
                  <a:pt x="72" y="56"/>
                </a:cubicBezTo>
                <a:cubicBezTo>
                  <a:pt x="80" y="56"/>
                  <a:pt x="80" y="56"/>
                  <a:pt x="80" y="56"/>
                </a:cubicBezTo>
                <a:cubicBezTo>
                  <a:pt x="80" y="52"/>
                  <a:pt x="80" y="52"/>
                  <a:pt x="80" y="52"/>
                </a:cubicBezTo>
                <a:cubicBezTo>
                  <a:pt x="80" y="37"/>
                  <a:pt x="67" y="24"/>
                  <a:pt x="52" y="24"/>
                </a:cubicBezTo>
                <a:cubicBezTo>
                  <a:pt x="45" y="24"/>
                  <a:pt x="39" y="25"/>
                  <a:pt x="34" y="26"/>
                </a:cubicBezTo>
                <a:cubicBezTo>
                  <a:pt x="30" y="27"/>
                  <a:pt x="25" y="28"/>
                  <a:pt x="20" y="28"/>
                </a:cubicBezTo>
                <a:cubicBezTo>
                  <a:pt x="18" y="28"/>
                  <a:pt x="15" y="28"/>
                  <a:pt x="13" y="27"/>
                </a:cubicBezTo>
                <a:cubicBezTo>
                  <a:pt x="9" y="26"/>
                  <a:pt x="9" y="26"/>
                  <a:pt x="9" y="26"/>
                </a:cubicBezTo>
                <a:cubicBezTo>
                  <a:pt x="7" y="34"/>
                  <a:pt x="7" y="34"/>
                  <a:pt x="7" y="34"/>
                </a:cubicBezTo>
                <a:cubicBezTo>
                  <a:pt x="11" y="35"/>
                  <a:pt x="11" y="35"/>
                  <a:pt x="11" y="35"/>
                </a:cubicBezTo>
                <a:cubicBezTo>
                  <a:pt x="14" y="36"/>
                  <a:pt x="17" y="36"/>
                  <a:pt x="20" y="36"/>
                </a:cubicBezTo>
                <a:close/>
                <a:moveTo>
                  <a:pt x="255" y="155"/>
                </a:moveTo>
                <a:cubicBezTo>
                  <a:pt x="256" y="154"/>
                  <a:pt x="256" y="153"/>
                  <a:pt x="256" y="152"/>
                </a:cubicBezTo>
                <a:cubicBezTo>
                  <a:pt x="256" y="136"/>
                  <a:pt x="256" y="136"/>
                  <a:pt x="256" y="136"/>
                </a:cubicBezTo>
                <a:cubicBezTo>
                  <a:pt x="256" y="134"/>
                  <a:pt x="254" y="132"/>
                  <a:pt x="252" y="132"/>
                </a:cubicBezTo>
                <a:cubicBezTo>
                  <a:pt x="240" y="132"/>
                  <a:pt x="240" y="132"/>
                  <a:pt x="240" y="132"/>
                </a:cubicBezTo>
                <a:cubicBezTo>
                  <a:pt x="240" y="84"/>
                  <a:pt x="240" y="84"/>
                  <a:pt x="240" y="84"/>
                </a:cubicBezTo>
                <a:cubicBezTo>
                  <a:pt x="232" y="84"/>
                  <a:pt x="232" y="84"/>
                  <a:pt x="232" y="84"/>
                </a:cubicBezTo>
                <a:cubicBezTo>
                  <a:pt x="232" y="132"/>
                  <a:pt x="232" y="132"/>
                  <a:pt x="232" y="132"/>
                </a:cubicBezTo>
                <a:cubicBezTo>
                  <a:pt x="196" y="132"/>
                  <a:pt x="196" y="132"/>
                  <a:pt x="196" y="132"/>
                </a:cubicBezTo>
                <a:cubicBezTo>
                  <a:pt x="196" y="64"/>
                  <a:pt x="196" y="64"/>
                  <a:pt x="196" y="64"/>
                </a:cubicBezTo>
                <a:cubicBezTo>
                  <a:pt x="196" y="46"/>
                  <a:pt x="182" y="32"/>
                  <a:pt x="164" y="32"/>
                </a:cubicBezTo>
                <a:cubicBezTo>
                  <a:pt x="146" y="32"/>
                  <a:pt x="132" y="46"/>
                  <a:pt x="132" y="64"/>
                </a:cubicBezTo>
                <a:cubicBezTo>
                  <a:pt x="132" y="132"/>
                  <a:pt x="132" y="132"/>
                  <a:pt x="132" y="132"/>
                </a:cubicBezTo>
                <a:cubicBezTo>
                  <a:pt x="112" y="132"/>
                  <a:pt x="112" y="132"/>
                  <a:pt x="112" y="132"/>
                </a:cubicBezTo>
                <a:cubicBezTo>
                  <a:pt x="110" y="132"/>
                  <a:pt x="108" y="134"/>
                  <a:pt x="108" y="136"/>
                </a:cubicBezTo>
                <a:cubicBezTo>
                  <a:pt x="108" y="152"/>
                  <a:pt x="108" y="152"/>
                  <a:pt x="108" y="152"/>
                </a:cubicBezTo>
                <a:cubicBezTo>
                  <a:pt x="108" y="153"/>
                  <a:pt x="108" y="154"/>
                  <a:pt x="109" y="155"/>
                </a:cubicBezTo>
                <a:cubicBezTo>
                  <a:pt x="120" y="166"/>
                  <a:pt x="120" y="166"/>
                  <a:pt x="120" y="166"/>
                </a:cubicBezTo>
                <a:cubicBezTo>
                  <a:pt x="120" y="248"/>
                  <a:pt x="120" y="248"/>
                  <a:pt x="120" y="248"/>
                </a:cubicBezTo>
                <a:cubicBezTo>
                  <a:pt x="20" y="248"/>
                  <a:pt x="20" y="248"/>
                  <a:pt x="20" y="248"/>
                </a:cubicBezTo>
                <a:cubicBezTo>
                  <a:pt x="20" y="196"/>
                  <a:pt x="20" y="196"/>
                  <a:pt x="20" y="196"/>
                </a:cubicBezTo>
                <a:cubicBezTo>
                  <a:pt x="112" y="196"/>
                  <a:pt x="112" y="196"/>
                  <a:pt x="112" y="196"/>
                </a:cubicBezTo>
                <a:cubicBezTo>
                  <a:pt x="112" y="188"/>
                  <a:pt x="112" y="188"/>
                  <a:pt x="112" y="188"/>
                </a:cubicBezTo>
                <a:cubicBezTo>
                  <a:pt x="96" y="188"/>
                  <a:pt x="96" y="188"/>
                  <a:pt x="96" y="188"/>
                </a:cubicBezTo>
                <a:cubicBezTo>
                  <a:pt x="96" y="64"/>
                  <a:pt x="96" y="64"/>
                  <a:pt x="96" y="64"/>
                </a:cubicBezTo>
                <a:cubicBezTo>
                  <a:pt x="96" y="62"/>
                  <a:pt x="94" y="60"/>
                  <a:pt x="92" y="60"/>
                </a:cubicBezTo>
                <a:cubicBezTo>
                  <a:pt x="60" y="60"/>
                  <a:pt x="60" y="60"/>
                  <a:pt x="60" y="60"/>
                </a:cubicBezTo>
                <a:cubicBezTo>
                  <a:pt x="58" y="60"/>
                  <a:pt x="56" y="62"/>
                  <a:pt x="56" y="64"/>
                </a:cubicBezTo>
                <a:cubicBezTo>
                  <a:pt x="56" y="188"/>
                  <a:pt x="56" y="188"/>
                  <a:pt x="56" y="188"/>
                </a:cubicBezTo>
                <a:cubicBezTo>
                  <a:pt x="36" y="188"/>
                  <a:pt x="36" y="188"/>
                  <a:pt x="36" y="188"/>
                </a:cubicBezTo>
                <a:cubicBezTo>
                  <a:pt x="36" y="132"/>
                  <a:pt x="36" y="132"/>
                  <a:pt x="36" y="132"/>
                </a:cubicBezTo>
                <a:cubicBezTo>
                  <a:pt x="28" y="132"/>
                  <a:pt x="28" y="132"/>
                  <a:pt x="28" y="132"/>
                </a:cubicBezTo>
                <a:cubicBezTo>
                  <a:pt x="28" y="188"/>
                  <a:pt x="28" y="188"/>
                  <a:pt x="28" y="188"/>
                </a:cubicBezTo>
                <a:cubicBezTo>
                  <a:pt x="16" y="188"/>
                  <a:pt x="16" y="188"/>
                  <a:pt x="16" y="188"/>
                </a:cubicBezTo>
                <a:cubicBezTo>
                  <a:pt x="14" y="188"/>
                  <a:pt x="12" y="190"/>
                  <a:pt x="12" y="192"/>
                </a:cubicBezTo>
                <a:cubicBezTo>
                  <a:pt x="12" y="248"/>
                  <a:pt x="12" y="248"/>
                  <a:pt x="12" y="248"/>
                </a:cubicBezTo>
                <a:cubicBezTo>
                  <a:pt x="0" y="248"/>
                  <a:pt x="0" y="248"/>
                  <a:pt x="0" y="248"/>
                </a:cubicBezTo>
                <a:cubicBezTo>
                  <a:pt x="0" y="256"/>
                  <a:pt x="0" y="256"/>
                  <a:pt x="0" y="256"/>
                </a:cubicBezTo>
                <a:cubicBezTo>
                  <a:pt x="256" y="256"/>
                  <a:pt x="256" y="256"/>
                  <a:pt x="256" y="256"/>
                </a:cubicBezTo>
                <a:cubicBezTo>
                  <a:pt x="256" y="248"/>
                  <a:pt x="256" y="248"/>
                  <a:pt x="256" y="248"/>
                </a:cubicBezTo>
                <a:cubicBezTo>
                  <a:pt x="244" y="248"/>
                  <a:pt x="244" y="248"/>
                  <a:pt x="244" y="248"/>
                </a:cubicBezTo>
                <a:cubicBezTo>
                  <a:pt x="244" y="166"/>
                  <a:pt x="244" y="166"/>
                  <a:pt x="244" y="166"/>
                </a:cubicBezTo>
                <a:lnTo>
                  <a:pt x="255" y="155"/>
                </a:lnTo>
                <a:close/>
                <a:moveTo>
                  <a:pt x="64" y="68"/>
                </a:moveTo>
                <a:cubicBezTo>
                  <a:pt x="88" y="68"/>
                  <a:pt x="88" y="68"/>
                  <a:pt x="88" y="68"/>
                </a:cubicBezTo>
                <a:cubicBezTo>
                  <a:pt x="88" y="188"/>
                  <a:pt x="88" y="188"/>
                  <a:pt x="88" y="188"/>
                </a:cubicBezTo>
                <a:cubicBezTo>
                  <a:pt x="64" y="188"/>
                  <a:pt x="64" y="188"/>
                  <a:pt x="64" y="188"/>
                </a:cubicBezTo>
                <a:lnTo>
                  <a:pt x="64" y="68"/>
                </a:lnTo>
                <a:close/>
                <a:moveTo>
                  <a:pt x="140" y="64"/>
                </a:moveTo>
                <a:cubicBezTo>
                  <a:pt x="140" y="51"/>
                  <a:pt x="151" y="40"/>
                  <a:pt x="164" y="40"/>
                </a:cubicBezTo>
                <a:cubicBezTo>
                  <a:pt x="177" y="40"/>
                  <a:pt x="188" y="51"/>
                  <a:pt x="188" y="64"/>
                </a:cubicBezTo>
                <a:cubicBezTo>
                  <a:pt x="188" y="132"/>
                  <a:pt x="188" y="132"/>
                  <a:pt x="188" y="132"/>
                </a:cubicBezTo>
                <a:cubicBezTo>
                  <a:pt x="140" y="132"/>
                  <a:pt x="140" y="132"/>
                  <a:pt x="140" y="132"/>
                </a:cubicBezTo>
                <a:lnTo>
                  <a:pt x="140" y="64"/>
                </a:lnTo>
                <a:close/>
                <a:moveTo>
                  <a:pt x="238" y="160"/>
                </a:moveTo>
                <a:cubicBezTo>
                  <a:pt x="192" y="160"/>
                  <a:pt x="192" y="160"/>
                  <a:pt x="192" y="160"/>
                </a:cubicBezTo>
                <a:cubicBezTo>
                  <a:pt x="192" y="168"/>
                  <a:pt x="192" y="168"/>
                  <a:pt x="192" y="168"/>
                </a:cubicBezTo>
                <a:cubicBezTo>
                  <a:pt x="236" y="168"/>
                  <a:pt x="236" y="168"/>
                  <a:pt x="236" y="168"/>
                </a:cubicBezTo>
                <a:cubicBezTo>
                  <a:pt x="236" y="248"/>
                  <a:pt x="236" y="248"/>
                  <a:pt x="236" y="248"/>
                </a:cubicBezTo>
                <a:cubicBezTo>
                  <a:pt x="128" y="248"/>
                  <a:pt x="128" y="248"/>
                  <a:pt x="128" y="248"/>
                </a:cubicBezTo>
                <a:cubicBezTo>
                  <a:pt x="128" y="168"/>
                  <a:pt x="128" y="168"/>
                  <a:pt x="128" y="168"/>
                </a:cubicBezTo>
                <a:cubicBezTo>
                  <a:pt x="148" y="168"/>
                  <a:pt x="148" y="168"/>
                  <a:pt x="148" y="168"/>
                </a:cubicBezTo>
                <a:cubicBezTo>
                  <a:pt x="148" y="160"/>
                  <a:pt x="148" y="160"/>
                  <a:pt x="148" y="160"/>
                </a:cubicBezTo>
                <a:cubicBezTo>
                  <a:pt x="126" y="160"/>
                  <a:pt x="126" y="160"/>
                  <a:pt x="126" y="160"/>
                </a:cubicBezTo>
                <a:cubicBezTo>
                  <a:pt x="116" y="150"/>
                  <a:pt x="116" y="150"/>
                  <a:pt x="116" y="150"/>
                </a:cubicBezTo>
                <a:cubicBezTo>
                  <a:pt x="116" y="140"/>
                  <a:pt x="116" y="140"/>
                  <a:pt x="116" y="140"/>
                </a:cubicBezTo>
                <a:cubicBezTo>
                  <a:pt x="248" y="140"/>
                  <a:pt x="248" y="140"/>
                  <a:pt x="248" y="140"/>
                </a:cubicBezTo>
                <a:cubicBezTo>
                  <a:pt x="248" y="150"/>
                  <a:pt x="248" y="150"/>
                  <a:pt x="248" y="150"/>
                </a:cubicBezTo>
                <a:lnTo>
                  <a:pt x="238" y="160"/>
                </a:lnTo>
                <a:close/>
                <a:moveTo>
                  <a:pt x="40" y="228"/>
                </a:moveTo>
                <a:cubicBezTo>
                  <a:pt x="40" y="212"/>
                  <a:pt x="40" y="212"/>
                  <a:pt x="40" y="212"/>
                </a:cubicBezTo>
                <a:cubicBezTo>
                  <a:pt x="32" y="212"/>
                  <a:pt x="32" y="212"/>
                  <a:pt x="32" y="212"/>
                </a:cubicBezTo>
                <a:cubicBezTo>
                  <a:pt x="32" y="228"/>
                  <a:pt x="32" y="228"/>
                  <a:pt x="32" y="228"/>
                </a:cubicBezTo>
                <a:lnTo>
                  <a:pt x="40" y="228"/>
                </a:lnTo>
                <a:close/>
                <a:moveTo>
                  <a:pt x="64" y="228"/>
                </a:moveTo>
                <a:cubicBezTo>
                  <a:pt x="64" y="212"/>
                  <a:pt x="64" y="212"/>
                  <a:pt x="64" y="212"/>
                </a:cubicBezTo>
                <a:cubicBezTo>
                  <a:pt x="56" y="212"/>
                  <a:pt x="56" y="212"/>
                  <a:pt x="56" y="212"/>
                </a:cubicBezTo>
                <a:cubicBezTo>
                  <a:pt x="56" y="228"/>
                  <a:pt x="56" y="228"/>
                  <a:pt x="56" y="228"/>
                </a:cubicBezTo>
                <a:lnTo>
                  <a:pt x="64" y="228"/>
                </a:lnTo>
                <a:close/>
                <a:moveTo>
                  <a:pt x="88" y="228"/>
                </a:moveTo>
                <a:cubicBezTo>
                  <a:pt x="88" y="212"/>
                  <a:pt x="88" y="212"/>
                  <a:pt x="88" y="212"/>
                </a:cubicBezTo>
                <a:cubicBezTo>
                  <a:pt x="80" y="212"/>
                  <a:pt x="80" y="212"/>
                  <a:pt x="80" y="212"/>
                </a:cubicBezTo>
                <a:cubicBezTo>
                  <a:pt x="80" y="228"/>
                  <a:pt x="80" y="228"/>
                  <a:pt x="80" y="228"/>
                </a:cubicBezTo>
                <a:lnTo>
                  <a:pt x="88" y="228"/>
                </a:lnTo>
                <a:close/>
                <a:moveTo>
                  <a:pt x="112" y="228"/>
                </a:moveTo>
                <a:cubicBezTo>
                  <a:pt x="112" y="212"/>
                  <a:pt x="112" y="212"/>
                  <a:pt x="112" y="212"/>
                </a:cubicBezTo>
                <a:cubicBezTo>
                  <a:pt x="104" y="212"/>
                  <a:pt x="104" y="212"/>
                  <a:pt x="104" y="212"/>
                </a:cubicBezTo>
                <a:cubicBezTo>
                  <a:pt x="104" y="228"/>
                  <a:pt x="104" y="228"/>
                  <a:pt x="104" y="228"/>
                </a:cubicBezTo>
                <a:lnTo>
                  <a:pt x="112" y="228"/>
                </a:lnTo>
                <a:close/>
                <a:moveTo>
                  <a:pt x="144" y="216"/>
                </a:moveTo>
                <a:cubicBezTo>
                  <a:pt x="152" y="216"/>
                  <a:pt x="152" y="216"/>
                  <a:pt x="152" y="216"/>
                </a:cubicBezTo>
                <a:cubicBezTo>
                  <a:pt x="152" y="200"/>
                  <a:pt x="152" y="200"/>
                  <a:pt x="152" y="200"/>
                </a:cubicBezTo>
                <a:cubicBezTo>
                  <a:pt x="144" y="200"/>
                  <a:pt x="144" y="200"/>
                  <a:pt x="144" y="200"/>
                </a:cubicBezTo>
                <a:lnTo>
                  <a:pt x="144" y="216"/>
                </a:lnTo>
                <a:close/>
                <a:moveTo>
                  <a:pt x="168" y="216"/>
                </a:moveTo>
                <a:cubicBezTo>
                  <a:pt x="176" y="216"/>
                  <a:pt x="176" y="216"/>
                  <a:pt x="176" y="216"/>
                </a:cubicBezTo>
                <a:cubicBezTo>
                  <a:pt x="176" y="200"/>
                  <a:pt x="176" y="200"/>
                  <a:pt x="176" y="200"/>
                </a:cubicBezTo>
                <a:cubicBezTo>
                  <a:pt x="168" y="200"/>
                  <a:pt x="168" y="200"/>
                  <a:pt x="168" y="200"/>
                </a:cubicBezTo>
                <a:lnTo>
                  <a:pt x="168" y="216"/>
                </a:lnTo>
                <a:close/>
                <a:moveTo>
                  <a:pt x="192" y="216"/>
                </a:moveTo>
                <a:cubicBezTo>
                  <a:pt x="200" y="216"/>
                  <a:pt x="200" y="216"/>
                  <a:pt x="200" y="216"/>
                </a:cubicBezTo>
                <a:cubicBezTo>
                  <a:pt x="200" y="200"/>
                  <a:pt x="200" y="200"/>
                  <a:pt x="200" y="200"/>
                </a:cubicBezTo>
                <a:cubicBezTo>
                  <a:pt x="192" y="200"/>
                  <a:pt x="192" y="200"/>
                  <a:pt x="192" y="200"/>
                </a:cubicBezTo>
                <a:lnTo>
                  <a:pt x="192" y="216"/>
                </a:lnTo>
                <a:close/>
                <a:moveTo>
                  <a:pt x="224" y="200"/>
                </a:moveTo>
                <a:cubicBezTo>
                  <a:pt x="216" y="200"/>
                  <a:pt x="216" y="200"/>
                  <a:pt x="216" y="200"/>
                </a:cubicBezTo>
                <a:cubicBezTo>
                  <a:pt x="216" y="216"/>
                  <a:pt x="216" y="216"/>
                  <a:pt x="216" y="216"/>
                </a:cubicBezTo>
                <a:cubicBezTo>
                  <a:pt x="224" y="216"/>
                  <a:pt x="224" y="216"/>
                  <a:pt x="224" y="216"/>
                </a:cubicBezTo>
                <a:lnTo>
                  <a:pt x="224" y="200"/>
                </a:lnTo>
                <a:close/>
                <a:moveTo>
                  <a:pt x="168" y="20"/>
                </a:moveTo>
                <a:cubicBezTo>
                  <a:pt x="168" y="13"/>
                  <a:pt x="173" y="8"/>
                  <a:pt x="180" y="8"/>
                </a:cubicBezTo>
                <a:cubicBezTo>
                  <a:pt x="204" y="8"/>
                  <a:pt x="204" y="8"/>
                  <a:pt x="204" y="8"/>
                </a:cubicBezTo>
                <a:cubicBezTo>
                  <a:pt x="211" y="8"/>
                  <a:pt x="216" y="13"/>
                  <a:pt x="216" y="20"/>
                </a:cubicBezTo>
                <a:cubicBezTo>
                  <a:pt x="216" y="60"/>
                  <a:pt x="216" y="60"/>
                  <a:pt x="216" y="60"/>
                </a:cubicBezTo>
                <a:cubicBezTo>
                  <a:pt x="200" y="60"/>
                  <a:pt x="200" y="60"/>
                  <a:pt x="200" y="60"/>
                </a:cubicBezTo>
                <a:cubicBezTo>
                  <a:pt x="200" y="68"/>
                  <a:pt x="200" y="68"/>
                  <a:pt x="200" y="68"/>
                </a:cubicBezTo>
                <a:cubicBezTo>
                  <a:pt x="216" y="68"/>
                  <a:pt x="216" y="68"/>
                  <a:pt x="216" y="68"/>
                </a:cubicBezTo>
                <a:cubicBezTo>
                  <a:pt x="216" y="92"/>
                  <a:pt x="216" y="92"/>
                  <a:pt x="216" y="92"/>
                </a:cubicBezTo>
                <a:cubicBezTo>
                  <a:pt x="200" y="92"/>
                  <a:pt x="200" y="92"/>
                  <a:pt x="200" y="92"/>
                </a:cubicBezTo>
                <a:cubicBezTo>
                  <a:pt x="200" y="100"/>
                  <a:pt x="200" y="100"/>
                  <a:pt x="200" y="100"/>
                </a:cubicBezTo>
                <a:cubicBezTo>
                  <a:pt x="216" y="100"/>
                  <a:pt x="216" y="100"/>
                  <a:pt x="216" y="100"/>
                </a:cubicBezTo>
                <a:cubicBezTo>
                  <a:pt x="216" y="124"/>
                  <a:pt x="216" y="124"/>
                  <a:pt x="216" y="124"/>
                </a:cubicBezTo>
                <a:cubicBezTo>
                  <a:pt x="224" y="124"/>
                  <a:pt x="224" y="124"/>
                  <a:pt x="224" y="124"/>
                </a:cubicBezTo>
                <a:cubicBezTo>
                  <a:pt x="224" y="20"/>
                  <a:pt x="224" y="20"/>
                  <a:pt x="224" y="20"/>
                </a:cubicBezTo>
                <a:cubicBezTo>
                  <a:pt x="224" y="9"/>
                  <a:pt x="215" y="0"/>
                  <a:pt x="204" y="0"/>
                </a:cubicBezTo>
                <a:cubicBezTo>
                  <a:pt x="180" y="0"/>
                  <a:pt x="180" y="0"/>
                  <a:pt x="180" y="0"/>
                </a:cubicBezTo>
                <a:cubicBezTo>
                  <a:pt x="169" y="0"/>
                  <a:pt x="160" y="9"/>
                  <a:pt x="160" y="20"/>
                </a:cubicBezTo>
                <a:cubicBezTo>
                  <a:pt x="160" y="28"/>
                  <a:pt x="160" y="28"/>
                  <a:pt x="160" y="28"/>
                </a:cubicBezTo>
                <a:cubicBezTo>
                  <a:pt x="168" y="28"/>
                  <a:pt x="168" y="28"/>
                  <a:pt x="168" y="28"/>
                </a:cubicBezTo>
                <a:lnTo>
                  <a:pt x="168" y="2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5" name="Freeform 154">
            <a:extLst>
              <a:ext uri="{FF2B5EF4-FFF2-40B4-BE49-F238E27FC236}">
                <a16:creationId xmlns:a16="http://schemas.microsoft.com/office/drawing/2014/main" id="{C860CF68-89DC-459B-A64D-C891869E5BF7}"/>
              </a:ext>
            </a:extLst>
          </p:cNvPr>
          <p:cNvSpPr>
            <a:spLocks noChangeAspect="1" noEditPoints="1"/>
          </p:cNvSpPr>
          <p:nvPr/>
        </p:nvSpPr>
        <p:spPr bwMode="auto">
          <a:xfrm>
            <a:off x="2508380" y="5299076"/>
            <a:ext cx="400050" cy="401638"/>
          </a:xfrm>
          <a:custGeom>
            <a:avLst/>
            <a:gdLst>
              <a:gd name="T0" fmla="*/ 192 w 256"/>
              <a:gd name="T1" fmla="*/ 149 h 257"/>
              <a:gd name="T2" fmla="*/ 204 w 256"/>
              <a:gd name="T3" fmla="*/ 177 h 257"/>
              <a:gd name="T4" fmla="*/ 228 w 256"/>
              <a:gd name="T5" fmla="*/ 173 h 257"/>
              <a:gd name="T6" fmla="*/ 204 w 256"/>
              <a:gd name="T7" fmla="*/ 169 h 257"/>
              <a:gd name="T8" fmla="*/ 200 w 256"/>
              <a:gd name="T9" fmla="*/ 149 h 257"/>
              <a:gd name="T10" fmla="*/ 256 w 256"/>
              <a:gd name="T11" fmla="*/ 171 h 257"/>
              <a:gd name="T12" fmla="*/ 224 w 256"/>
              <a:gd name="T13" fmla="*/ 121 h 257"/>
              <a:gd name="T14" fmla="*/ 168 w 256"/>
              <a:gd name="T15" fmla="*/ 125 h 257"/>
              <a:gd name="T16" fmla="*/ 159 w 256"/>
              <a:gd name="T17" fmla="*/ 197 h 257"/>
              <a:gd name="T18" fmla="*/ 154 w 256"/>
              <a:gd name="T19" fmla="*/ 124 h 257"/>
              <a:gd name="T20" fmla="*/ 156 w 256"/>
              <a:gd name="T21" fmla="*/ 23 h 257"/>
              <a:gd name="T22" fmla="*/ 179 w 256"/>
              <a:gd name="T23" fmla="*/ 3 h 257"/>
              <a:gd name="T24" fmla="*/ 150 w 256"/>
              <a:gd name="T25" fmla="*/ 18 h 257"/>
              <a:gd name="T26" fmla="*/ 148 w 256"/>
              <a:gd name="T27" fmla="*/ 119 h 257"/>
              <a:gd name="T28" fmla="*/ 116 w 256"/>
              <a:gd name="T29" fmla="*/ 95 h 257"/>
              <a:gd name="T30" fmla="*/ 127 w 256"/>
              <a:gd name="T31" fmla="*/ 83 h 257"/>
              <a:gd name="T32" fmla="*/ 110 w 256"/>
              <a:gd name="T33" fmla="*/ 90 h 257"/>
              <a:gd name="T34" fmla="*/ 108 w 256"/>
              <a:gd name="T35" fmla="*/ 145 h 257"/>
              <a:gd name="T36" fmla="*/ 80 w 256"/>
              <a:gd name="T37" fmla="*/ 166 h 257"/>
              <a:gd name="T38" fmla="*/ 90 w 256"/>
              <a:gd name="T39" fmla="*/ 112 h 257"/>
              <a:gd name="T40" fmla="*/ 86 w 256"/>
              <a:gd name="T41" fmla="*/ 106 h 257"/>
              <a:gd name="T42" fmla="*/ 72 w 256"/>
              <a:gd name="T43" fmla="*/ 117 h 257"/>
              <a:gd name="T44" fmla="*/ 44 w 256"/>
              <a:gd name="T45" fmla="*/ 191 h 257"/>
              <a:gd name="T46" fmla="*/ 54 w 256"/>
              <a:gd name="T47" fmla="*/ 136 h 257"/>
              <a:gd name="T48" fmla="*/ 50 w 256"/>
              <a:gd name="T49" fmla="*/ 130 h 257"/>
              <a:gd name="T50" fmla="*/ 36 w 256"/>
              <a:gd name="T51" fmla="*/ 141 h 257"/>
              <a:gd name="T52" fmla="*/ 35 w 256"/>
              <a:gd name="T53" fmla="*/ 197 h 257"/>
              <a:gd name="T54" fmla="*/ 8 w 256"/>
              <a:gd name="T55" fmla="*/ 135 h 257"/>
              <a:gd name="T56" fmla="*/ 135 w 256"/>
              <a:gd name="T57" fmla="*/ 43 h 257"/>
              <a:gd name="T58" fmla="*/ 2 w 256"/>
              <a:gd name="T59" fmla="*/ 130 h 257"/>
              <a:gd name="T60" fmla="*/ 0 w 256"/>
              <a:gd name="T61" fmla="*/ 201 h 257"/>
              <a:gd name="T62" fmla="*/ 14 w 256"/>
              <a:gd name="T63" fmla="*/ 205 h 257"/>
              <a:gd name="T64" fmla="*/ 34 w 256"/>
              <a:gd name="T65" fmla="*/ 257 h 257"/>
              <a:gd name="T66" fmla="*/ 46 w 256"/>
              <a:gd name="T67" fmla="*/ 199 h 257"/>
              <a:gd name="T68" fmla="*/ 151 w 256"/>
              <a:gd name="T69" fmla="*/ 197 h 257"/>
              <a:gd name="T70" fmla="*/ 136 w 256"/>
              <a:gd name="T71" fmla="*/ 201 h 257"/>
              <a:gd name="T72" fmla="*/ 172 w 256"/>
              <a:gd name="T73" fmla="*/ 205 h 257"/>
              <a:gd name="T74" fmla="*/ 176 w 256"/>
              <a:gd name="T75" fmla="*/ 129 h 257"/>
              <a:gd name="T76" fmla="*/ 231 w 256"/>
              <a:gd name="T77" fmla="*/ 134 h 257"/>
              <a:gd name="T78" fmla="*/ 248 w 256"/>
              <a:gd name="T79" fmla="*/ 221 h 257"/>
              <a:gd name="T80" fmla="*/ 236 w 256"/>
              <a:gd name="T81" fmla="*/ 225 h 257"/>
              <a:gd name="T82" fmla="*/ 176 w 256"/>
              <a:gd name="T83" fmla="*/ 225 h 257"/>
              <a:gd name="T84" fmla="*/ 102 w 256"/>
              <a:gd name="T85" fmla="*/ 197 h 257"/>
              <a:gd name="T86" fmla="*/ 100 w 256"/>
              <a:gd name="T87" fmla="*/ 197 h 257"/>
              <a:gd name="T88" fmla="*/ 68 w 256"/>
              <a:gd name="T89" fmla="*/ 201 h 257"/>
              <a:gd name="T90" fmla="*/ 82 w 256"/>
              <a:gd name="T91" fmla="*/ 205 h 257"/>
              <a:gd name="T92" fmla="*/ 102 w 256"/>
              <a:gd name="T93" fmla="*/ 257 h 257"/>
              <a:gd name="T94" fmla="*/ 177 w 256"/>
              <a:gd name="T95" fmla="*/ 233 h 257"/>
              <a:gd name="T96" fmla="*/ 235 w 256"/>
              <a:gd name="T97" fmla="*/ 233 h 257"/>
              <a:gd name="T98" fmla="*/ 256 w 256"/>
              <a:gd name="T99" fmla="*/ 221 h 257"/>
              <a:gd name="T100" fmla="*/ 256 w 256"/>
              <a:gd name="T101" fmla="*/ 171 h 257"/>
              <a:gd name="T102" fmla="*/ 34 w 256"/>
              <a:gd name="T103" fmla="*/ 249 h 257"/>
              <a:gd name="T104" fmla="*/ 34 w 256"/>
              <a:gd name="T105" fmla="*/ 205 h 257"/>
              <a:gd name="T106" fmla="*/ 102 w 256"/>
              <a:gd name="T107" fmla="*/ 249 h 257"/>
              <a:gd name="T108" fmla="*/ 102 w 256"/>
              <a:gd name="T109" fmla="*/ 205 h 257"/>
              <a:gd name="T110" fmla="*/ 102 w 256"/>
              <a:gd name="T111" fmla="*/ 249 h 257"/>
              <a:gd name="T112" fmla="*/ 184 w 256"/>
              <a:gd name="T113" fmla="*/ 227 h 257"/>
              <a:gd name="T114" fmla="*/ 228 w 256"/>
              <a:gd name="T115" fmla="*/ 22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257">
                <a:moveTo>
                  <a:pt x="196" y="145"/>
                </a:moveTo>
                <a:cubicBezTo>
                  <a:pt x="194" y="145"/>
                  <a:pt x="192" y="147"/>
                  <a:pt x="192" y="149"/>
                </a:cubicBezTo>
                <a:cubicBezTo>
                  <a:pt x="192" y="165"/>
                  <a:pt x="192" y="165"/>
                  <a:pt x="192" y="165"/>
                </a:cubicBezTo>
                <a:cubicBezTo>
                  <a:pt x="192" y="172"/>
                  <a:pt x="197" y="177"/>
                  <a:pt x="204" y="177"/>
                </a:cubicBezTo>
                <a:cubicBezTo>
                  <a:pt x="224" y="177"/>
                  <a:pt x="224" y="177"/>
                  <a:pt x="224" y="177"/>
                </a:cubicBezTo>
                <a:cubicBezTo>
                  <a:pt x="226" y="177"/>
                  <a:pt x="228" y="175"/>
                  <a:pt x="228" y="173"/>
                </a:cubicBezTo>
                <a:cubicBezTo>
                  <a:pt x="228" y="171"/>
                  <a:pt x="226" y="169"/>
                  <a:pt x="224" y="169"/>
                </a:cubicBezTo>
                <a:cubicBezTo>
                  <a:pt x="204" y="169"/>
                  <a:pt x="204" y="169"/>
                  <a:pt x="204" y="169"/>
                </a:cubicBezTo>
                <a:cubicBezTo>
                  <a:pt x="202" y="169"/>
                  <a:pt x="200" y="167"/>
                  <a:pt x="200" y="165"/>
                </a:cubicBezTo>
                <a:cubicBezTo>
                  <a:pt x="200" y="149"/>
                  <a:pt x="200" y="149"/>
                  <a:pt x="200" y="149"/>
                </a:cubicBezTo>
                <a:cubicBezTo>
                  <a:pt x="200" y="147"/>
                  <a:pt x="198" y="145"/>
                  <a:pt x="196" y="145"/>
                </a:cubicBezTo>
                <a:close/>
                <a:moveTo>
                  <a:pt x="256" y="171"/>
                </a:moveTo>
                <a:cubicBezTo>
                  <a:pt x="239" y="131"/>
                  <a:pt x="239" y="131"/>
                  <a:pt x="239" y="131"/>
                </a:cubicBezTo>
                <a:cubicBezTo>
                  <a:pt x="236" y="125"/>
                  <a:pt x="230" y="121"/>
                  <a:pt x="224" y="121"/>
                </a:cubicBezTo>
                <a:cubicBezTo>
                  <a:pt x="172" y="121"/>
                  <a:pt x="172" y="121"/>
                  <a:pt x="172" y="121"/>
                </a:cubicBezTo>
                <a:cubicBezTo>
                  <a:pt x="170" y="121"/>
                  <a:pt x="168" y="123"/>
                  <a:pt x="168" y="125"/>
                </a:cubicBezTo>
                <a:cubicBezTo>
                  <a:pt x="168" y="197"/>
                  <a:pt x="168" y="197"/>
                  <a:pt x="168" y="197"/>
                </a:cubicBezTo>
                <a:cubicBezTo>
                  <a:pt x="159" y="197"/>
                  <a:pt x="159" y="197"/>
                  <a:pt x="159" y="197"/>
                </a:cubicBezTo>
                <a:cubicBezTo>
                  <a:pt x="140" y="134"/>
                  <a:pt x="140" y="134"/>
                  <a:pt x="140" y="134"/>
                </a:cubicBezTo>
                <a:cubicBezTo>
                  <a:pt x="154" y="124"/>
                  <a:pt x="154" y="124"/>
                  <a:pt x="154" y="124"/>
                </a:cubicBezTo>
                <a:cubicBezTo>
                  <a:pt x="155" y="124"/>
                  <a:pt x="156" y="122"/>
                  <a:pt x="156" y="121"/>
                </a:cubicBezTo>
                <a:cubicBezTo>
                  <a:pt x="156" y="23"/>
                  <a:pt x="156" y="23"/>
                  <a:pt x="156" y="23"/>
                </a:cubicBezTo>
                <a:cubicBezTo>
                  <a:pt x="178" y="8"/>
                  <a:pt x="178" y="8"/>
                  <a:pt x="178" y="8"/>
                </a:cubicBezTo>
                <a:cubicBezTo>
                  <a:pt x="180" y="7"/>
                  <a:pt x="181" y="5"/>
                  <a:pt x="179" y="3"/>
                </a:cubicBezTo>
                <a:cubicBezTo>
                  <a:pt x="178" y="1"/>
                  <a:pt x="176" y="0"/>
                  <a:pt x="174" y="2"/>
                </a:cubicBezTo>
                <a:cubicBezTo>
                  <a:pt x="150" y="18"/>
                  <a:pt x="150" y="18"/>
                  <a:pt x="150" y="18"/>
                </a:cubicBezTo>
                <a:cubicBezTo>
                  <a:pt x="149" y="18"/>
                  <a:pt x="148" y="20"/>
                  <a:pt x="148" y="21"/>
                </a:cubicBezTo>
                <a:cubicBezTo>
                  <a:pt x="148" y="119"/>
                  <a:pt x="148" y="119"/>
                  <a:pt x="148" y="119"/>
                </a:cubicBezTo>
                <a:cubicBezTo>
                  <a:pt x="116" y="141"/>
                  <a:pt x="116" y="141"/>
                  <a:pt x="116" y="141"/>
                </a:cubicBezTo>
                <a:cubicBezTo>
                  <a:pt x="116" y="95"/>
                  <a:pt x="116" y="95"/>
                  <a:pt x="116" y="95"/>
                </a:cubicBezTo>
                <a:cubicBezTo>
                  <a:pt x="126" y="88"/>
                  <a:pt x="126" y="88"/>
                  <a:pt x="126" y="88"/>
                </a:cubicBezTo>
                <a:cubicBezTo>
                  <a:pt x="128" y="87"/>
                  <a:pt x="129" y="85"/>
                  <a:pt x="127" y="83"/>
                </a:cubicBezTo>
                <a:cubicBezTo>
                  <a:pt x="126" y="81"/>
                  <a:pt x="124" y="80"/>
                  <a:pt x="122" y="82"/>
                </a:cubicBezTo>
                <a:cubicBezTo>
                  <a:pt x="110" y="90"/>
                  <a:pt x="110" y="90"/>
                  <a:pt x="110" y="90"/>
                </a:cubicBezTo>
                <a:cubicBezTo>
                  <a:pt x="109" y="90"/>
                  <a:pt x="108" y="92"/>
                  <a:pt x="108" y="93"/>
                </a:cubicBezTo>
                <a:cubicBezTo>
                  <a:pt x="108" y="145"/>
                  <a:pt x="108" y="145"/>
                  <a:pt x="108" y="145"/>
                </a:cubicBezTo>
                <a:cubicBezTo>
                  <a:pt x="108" y="145"/>
                  <a:pt x="108" y="146"/>
                  <a:pt x="108" y="146"/>
                </a:cubicBezTo>
                <a:cubicBezTo>
                  <a:pt x="80" y="166"/>
                  <a:pt x="80" y="166"/>
                  <a:pt x="80" y="166"/>
                </a:cubicBezTo>
                <a:cubicBezTo>
                  <a:pt x="80" y="119"/>
                  <a:pt x="80" y="119"/>
                  <a:pt x="80" y="119"/>
                </a:cubicBezTo>
                <a:cubicBezTo>
                  <a:pt x="90" y="112"/>
                  <a:pt x="90" y="112"/>
                  <a:pt x="90" y="112"/>
                </a:cubicBezTo>
                <a:cubicBezTo>
                  <a:pt x="92" y="111"/>
                  <a:pt x="93" y="109"/>
                  <a:pt x="91" y="107"/>
                </a:cubicBezTo>
                <a:cubicBezTo>
                  <a:pt x="90" y="105"/>
                  <a:pt x="88" y="104"/>
                  <a:pt x="86" y="106"/>
                </a:cubicBezTo>
                <a:cubicBezTo>
                  <a:pt x="74" y="114"/>
                  <a:pt x="74" y="114"/>
                  <a:pt x="74" y="114"/>
                </a:cubicBezTo>
                <a:cubicBezTo>
                  <a:pt x="73" y="114"/>
                  <a:pt x="72" y="116"/>
                  <a:pt x="72" y="117"/>
                </a:cubicBezTo>
                <a:cubicBezTo>
                  <a:pt x="72" y="171"/>
                  <a:pt x="72" y="171"/>
                  <a:pt x="72" y="171"/>
                </a:cubicBezTo>
                <a:cubicBezTo>
                  <a:pt x="44" y="191"/>
                  <a:pt x="44" y="191"/>
                  <a:pt x="44" y="191"/>
                </a:cubicBezTo>
                <a:cubicBezTo>
                  <a:pt x="44" y="143"/>
                  <a:pt x="44" y="143"/>
                  <a:pt x="44" y="143"/>
                </a:cubicBezTo>
                <a:cubicBezTo>
                  <a:pt x="54" y="136"/>
                  <a:pt x="54" y="136"/>
                  <a:pt x="54" y="136"/>
                </a:cubicBezTo>
                <a:cubicBezTo>
                  <a:pt x="56" y="135"/>
                  <a:pt x="57" y="133"/>
                  <a:pt x="55" y="131"/>
                </a:cubicBezTo>
                <a:cubicBezTo>
                  <a:pt x="54" y="129"/>
                  <a:pt x="52" y="128"/>
                  <a:pt x="50" y="130"/>
                </a:cubicBezTo>
                <a:cubicBezTo>
                  <a:pt x="38" y="138"/>
                  <a:pt x="38" y="138"/>
                  <a:pt x="38" y="138"/>
                </a:cubicBezTo>
                <a:cubicBezTo>
                  <a:pt x="37" y="138"/>
                  <a:pt x="36" y="140"/>
                  <a:pt x="36" y="141"/>
                </a:cubicBezTo>
                <a:cubicBezTo>
                  <a:pt x="36" y="196"/>
                  <a:pt x="36" y="196"/>
                  <a:pt x="36" y="196"/>
                </a:cubicBezTo>
                <a:cubicBezTo>
                  <a:pt x="35" y="197"/>
                  <a:pt x="35" y="197"/>
                  <a:pt x="35" y="197"/>
                </a:cubicBezTo>
                <a:cubicBezTo>
                  <a:pt x="8" y="197"/>
                  <a:pt x="8" y="197"/>
                  <a:pt x="8" y="197"/>
                </a:cubicBezTo>
                <a:cubicBezTo>
                  <a:pt x="8" y="135"/>
                  <a:pt x="8" y="135"/>
                  <a:pt x="8" y="135"/>
                </a:cubicBezTo>
                <a:cubicBezTo>
                  <a:pt x="134" y="48"/>
                  <a:pt x="134" y="48"/>
                  <a:pt x="134" y="48"/>
                </a:cubicBezTo>
                <a:cubicBezTo>
                  <a:pt x="136" y="47"/>
                  <a:pt x="137" y="45"/>
                  <a:pt x="135" y="43"/>
                </a:cubicBezTo>
                <a:cubicBezTo>
                  <a:pt x="134" y="41"/>
                  <a:pt x="132" y="40"/>
                  <a:pt x="130" y="42"/>
                </a:cubicBezTo>
                <a:cubicBezTo>
                  <a:pt x="2" y="130"/>
                  <a:pt x="2" y="130"/>
                  <a:pt x="2" y="130"/>
                </a:cubicBezTo>
                <a:cubicBezTo>
                  <a:pt x="1" y="130"/>
                  <a:pt x="0" y="132"/>
                  <a:pt x="0" y="133"/>
                </a:cubicBezTo>
                <a:cubicBezTo>
                  <a:pt x="0" y="201"/>
                  <a:pt x="0" y="201"/>
                  <a:pt x="0" y="201"/>
                </a:cubicBezTo>
                <a:cubicBezTo>
                  <a:pt x="0" y="203"/>
                  <a:pt x="2" y="205"/>
                  <a:pt x="4" y="205"/>
                </a:cubicBezTo>
                <a:cubicBezTo>
                  <a:pt x="14" y="205"/>
                  <a:pt x="14" y="205"/>
                  <a:pt x="14" y="205"/>
                </a:cubicBezTo>
                <a:cubicBezTo>
                  <a:pt x="8" y="210"/>
                  <a:pt x="4" y="218"/>
                  <a:pt x="4" y="227"/>
                </a:cubicBezTo>
                <a:cubicBezTo>
                  <a:pt x="4" y="244"/>
                  <a:pt x="17" y="257"/>
                  <a:pt x="34" y="257"/>
                </a:cubicBezTo>
                <a:cubicBezTo>
                  <a:pt x="51" y="257"/>
                  <a:pt x="64" y="244"/>
                  <a:pt x="64" y="227"/>
                </a:cubicBezTo>
                <a:cubicBezTo>
                  <a:pt x="64" y="215"/>
                  <a:pt x="56" y="204"/>
                  <a:pt x="46" y="199"/>
                </a:cubicBezTo>
                <a:cubicBezTo>
                  <a:pt x="133" y="139"/>
                  <a:pt x="133" y="139"/>
                  <a:pt x="133" y="139"/>
                </a:cubicBezTo>
                <a:cubicBezTo>
                  <a:pt x="151" y="197"/>
                  <a:pt x="151" y="197"/>
                  <a:pt x="151" y="197"/>
                </a:cubicBezTo>
                <a:cubicBezTo>
                  <a:pt x="140" y="197"/>
                  <a:pt x="140" y="197"/>
                  <a:pt x="140" y="197"/>
                </a:cubicBezTo>
                <a:cubicBezTo>
                  <a:pt x="138" y="197"/>
                  <a:pt x="136" y="199"/>
                  <a:pt x="136" y="201"/>
                </a:cubicBezTo>
                <a:cubicBezTo>
                  <a:pt x="136" y="203"/>
                  <a:pt x="138" y="205"/>
                  <a:pt x="140" y="205"/>
                </a:cubicBezTo>
                <a:cubicBezTo>
                  <a:pt x="172" y="205"/>
                  <a:pt x="172" y="205"/>
                  <a:pt x="172" y="205"/>
                </a:cubicBezTo>
                <a:cubicBezTo>
                  <a:pt x="174" y="205"/>
                  <a:pt x="176" y="203"/>
                  <a:pt x="176" y="201"/>
                </a:cubicBezTo>
                <a:cubicBezTo>
                  <a:pt x="176" y="129"/>
                  <a:pt x="176" y="129"/>
                  <a:pt x="176" y="129"/>
                </a:cubicBezTo>
                <a:cubicBezTo>
                  <a:pt x="224" y="129"/>
                  <a:pt x="224" y="129"/>
                  <a:pt x="224" y="129"/>
                </a:cubicBezTo>
                <a:cubicBezTo>
                  <a:pt x="227" y="129"/>
                  <a:pt x="230" y="131"/>
                  <a:pt x="231" y="134"/>
                </a:cubicBezTo>
                <a:cubicBezTo>
                  <a:pt x="248" y="174"/>
                  <a:pt x="248" y="174"/>
                  <a:pt x="248" y="174"/>
                </a:cubicBezTo>
                <a:cubicBezTo>
                  <a:pt x="248" y="221"/>
                  <a:pt x="248" y="221"/>
                  <a:pt x="248" y="221"/>
                </a:cubicBezTo>
                <a:cubicBezTo>
                  <a:pt x="248" y="223"/>
                  <a:pt x="246" y="225"/>
                  <a:pt x="244" y="225"/>
                </a:cubicBezTo>
                <a:cubicBezTo>
                  <a:pt x="236" y="225"/>
                  <a:pt x="236" y="225"/>
                  <a:pt x="236" y="225"/>
                </a:cubicBezTo>
                <a:cubicBezTo>
                  <a:pt x="235" y="209"/>
                  <a:pt x="222" y="197"/>
                  <a:pt x="206" y="197"/>
                </a:cubicBezTo>
                <a:cubicBezTo>
                  <a:pt x="190" y="197"/>
                  <a:pt x="177" y="209"/>
                  <a:pt x="176" y="225"/>
                </a:cubicBezTo>
                <a:cubicBezTo>
                  <a:pt x="132" y="225"/>
                  <a:pt x="132" y="225"/>
                  <a:pt x="132" y="225"/>
                </a:cubicBezTo>
                <a:cubicBezTo>
                  <a:pt x="131" y="209"/>
                  <a:pt x="118" y="197"/>
                  <a:pt x="102" y="197"/>
                </a:cubicBezTo>
                <a:cubicBezTo>
                  <a:pt x="101" y="197"/>
                  <a:pt x="101" y="197"/>
                  <a:pt x="100" y="197"/>
                </a:cubicBezTo>
                <a:cubicBezTo>
                  <a:pt x="100" y="197"/>
                  <a:pt x="100" y="197"/>
                  <a:pt x="100" y="197"/>
                </a:cubicBezTo>
                <a:cubicBezTo>
                  <a:pt x="72" y="197"/>
                  <a:pt x="72" y="197"/>
                  <a:pt x="72" y="197"/>
                </a:cubicBezTo>
                <a:cubicBezTo>
                  <a:pt x="70" y="197"/>
                  <a:pt x="68" y="199"/>
                  <a:pt x="68" y="201"/>
                </a:cubicBezTo>
                <a:cubicBezTo>
                  <a:pt x="68" y="203"/>
                  <a:pt x="70" y="205"/>
                  <a:pt x="72" y="205"/>
                </a:cubicBezTo>
                <a:cubicBezTo>
                  <a:pt x="82" y="205"/>
                  <a:pt x="82" y="205"/>
                  <a:pt x="82" y="205"/>
                </a:cubicBezTo>
                <a:cubicBezTo>
                  <a:pt x="76" y="210"/>
                  <a:pt x="72" y="218"/>
                  <a:pt x="72" y="227"/>
                </a:cubicBezTo>
                <a:cubicBezTo>
                  <a:pt x="72" y="244"/>
                  <a:pt x="85" y="257"/>
                  <a:pt x="102" y="257"/>
                </a:cubicBezTo>
                <a:cubicBezTo>
                  <a:pt x="116" y="257"/>
                  <a:pt x="129" y="247"/>
                  <a:pt x="131" y="233"/>
                </a:cubicBezTo>
                <a:cubicBezTo>
                  <a:pt x="177" y="233"/>
                  <a:pt x="177" y="233"/>
                  <a:pt x="177" y="233"/>
                </a:cubicBezTo>
                <a:cubicBezTo>
                  <a:pt x="179" y="247"/>
                  <a:pt x="192" y="257"/>
                  <a:pt x="206" y="257"/>
                </a:cubicBezTo>
                <a:cubicBezTo>
                  <a:pt x="220" y="257"/>
                  <a:pt x="233" y="247"/>
                  <a:pt x="235" y="233"/>
                </a:cubicBezTo>
                <a:cubicBezTo>
                  <a:pt x="244" y="233"/>
                  <a:pt x="244" y="233"/>
                  <a:pt x="244" y="233"/>
                </a:cubicBezTo>
                <a:cubicBezTo>
                  <a:pt x="251" y="233"/>
                  <a:pt x="256" y="228"/>
                  <a:pt x="256" y="221"/>
                </a:cubicBezTo>
                <a:cubicBezTo>
                  <a:pt x="256" y="173"/>
                  <a:pt x="256" y="173"/>
                  <a:pt x="256" y="173"/>
                </a:cubicBezTo>
                <a:cubicBezTo>
                  <a:pt x="256" y="172"/>
                  <a:pt x="256" y="172"/>
                  <a:pt x="256" y="171"/>
                </a:cubicBezTo>
                <a:close/>
                <a:moveTo>
                  <a:pt x="56" y="227"/>
                </a:moveTo>
                <a:cubicBezTo>
                  <a:pt x="56" y="239"/>
                  <a:pt x="46" y="249"/>
                  <a:pt x="34" y="249"/>
                </a:cubicBezTo>
                <a:cubicBezTo>
                  <a:pt x="22" y="249"/>
                  <a:pt x="12" y="239"/>
                  <a:pt x="12" y="227"/>
                </a:cubicBezTo>
                <a:cubicBezTo>
                  <a:pt x="12" y="215"/>
                  <a:pt x="22" y="205"/>
                  <a:pt x="34" y="205"/>
                </a:cubicBezTo>
                <a:cubicBezTo>
                  <a:pt x="46" y="205"/>
                  <a:pt x="56" y="215"/>
                  <a:pt x="56" y="227"/>
                </a:cubicBezTo>
                <a:close/>
                <a:moveTo>
                  <a:pt x="102" y="249"/>
                </a:moveTo>
                <a:cubicBezTo>
                  <a:pt x="90" y="249"/>
                  <a:pt x="80" y="239"/>
                  <a:pt x="80" y="227"/>
                </a:cubicBezTo>
                <a:cubicBezTo>
                  <a:pt x="80" y="215"/>
                  <a:pt x="90" y="205"/>
                  <a:pt x="102" y="205"/>
                </a:cubicBezTo>
                <a:cubicBezTo>
                  <a:pt x="114" y="205"/>
                  <a:pt x="124" y="215"/>
                  <a:pt x="124" y="227"/>
                </a:cubicBezTo>
                <a:cubicBezTo>
                  <a:pt x="124" y="239"/>
                  <a:pt x="114" y="249"/>
                  <a:pt x="102" y="249"/>
                </a:cubicBezTo>
                <a:close/>
                <a:moveTo>
                  <a:pt x="206" y="249"/>
                </a:moveTo>
                <a:cubicBezTo>
                  <a:pt x="194" y="249"/>
                  <a:pt x="184" y="239"/>
                  <a:pt x="184" y="227"/>
                </a:cubicBezTo>
                <a:cubicBezTo>
                  <a:pt x="184" y="215"/>
                  <a:pt x="194" y="205"/>
                  <a:pt x="206" y="205"/>
                </a:cubicBezTo>
                <a:cubicBezTo>
                  <a:pt x="218" y="205"/>
                  <a:pt x="228" y="215"/>
                  <a:pt x="228" y="227"/>
                </a:cubicBezTo>
                <a:cubicBezTo>
                  <a:pt x="228" y="239"/>
                  <a:pt x="218" y="249"/>
                  <a:pt x="206" y="24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61" name="Freeform 158">
            <a:extLst>
              <a:ext uri="{FF2B5EF4-FFF2-40B4-BE49-F238E27FC236}">
                <a16:creationId xmlns:a16="http://schemas.microsoft.com/office/drawing/2014/main" id="{21F2D1F4-F700-4E69-9434-40B93A64474F}"/>
              </a:ext>
            </a:extLst>
          </p:cNvPr>
          <p:cNvSpPr>
            <a:spLocks noChangeAspect="1" noEditPoints="1"/>
          </p:cNvSpPr>
          <p:nvPr/>
        </p:nvSpPr>
        <p:spPr bwMode="auto">
          <a:xfrm>
            <a:off x="3476820" y="5332414"/>
            <a:ext cx="398463" cy="334963"/>
          </a:xfrm>
          <a:custGeom>
            <a:avLst/>
            <a:gdLst>
              <a:gd name="T0" fmla="*/ 223 w 255"/>
              <a:gd name="T1" fmla="*/ 80 h 215"/>
              <a:gd name="T2" fmla="*/ 152 w 255"/>
              <a:gd name="T3" fmla="*/ 38 h 215"/>
              <a:gd name="T4" fmla="*/ 82 w 255"/>
              <a:gd name="T5" fmla="*/ 12 h 215"/>
              <a:gd name="T6" fmla="*/ 13 w 255"/>
              <a:gd name="T7" fmla="*/ 57 h 215"/>
              <a:gd name="T8" fmla="*/ 46 w 255"/>
              <a:gd name="T9" fmla="*/ 107 h 215"/>
              <a:gd name="T10" fmla="*/ 144 w 255"/>
              <a:gd name="T11" fmla="*/ 135 h 215"/>
              <a:gd name="T12" fmla="*/ 124 w 255"/>
              <a:gd name="T13" fmla="*/ 127 h 215"/>
              <a:gd name="T14" fmla="*/ 39 w 255"/>
              <a:gd name="T15" fmla="*/ 20 h 215"/>
              <a:gd name="T16" fmla="*/ 160 w 255"/>
              <a:gd name="T17" fmla="*/ 61 h 215"/>
              <a:gd name="T18" fmla="*/ 191 w 255"/>
              <a:gd name="T19" fmla="*/ 88 h 215"/>
              <a:gd name="T20" fmla="*/ 247 w 255"/>
              <a:gd name="T21" fmla="*/ 132 h 215"/>
              <a:gd name="T22" fmla="*/ 235 w 255"/>
              <a:gd name="T23" fmla="*/ 183 h 215"/>
              <a:gd name="T24" fmla="*/ 128 w 255"/>
              <a:gd name="T25" fmla="*/ 183 h 215"/>
              <a:gd name="T26" fmla="*/ 33 w 255"/>
              <a:gd name="T27" fmla="*/ 155 h 215"/>
              <a:gd name="T28" fmla="*/ 1 w 255"/>
              <a:gd name="T29" fmla="*/ 185 h 215"/>
              <a:gd name="T30" fmla="*/ 51 w 255"/>
              <a:gd name="T31" fmla="*/ 163 h 215"/>
              <a:gd name="T32" fmla="*/ 98 w 255"/>
              <a:gd name="T33" fmla="*/ 215 h 215"/>
              <a:gd name="T34" fmla="*/ 206 w 255"/>
              <a:gd name="T35" fmla="*/ 215 h 215"/>
              <a:gd name="T36" fmla="*/ 255 w 255"/>
              <a:gd name="T37" fmla="*/ 179 h 215"/>
              <a:gd name="T38" fmla="*/ 168 w 255"/>
              <a:gd name="T39" fmla="*/ 100 h 215"/>
              <a:gd name="T40" fmla="*/ 184 w 255"/>
              <a:gd name="T41" fmla="*/ 84 h 215"/>
              <a:gd name="T42" fmla="*/ 31 w 255"/>
              <a:gd name="T43" fmla="*/ 207 h 215"/>
              <a:gd name="T44" fmla="*/ 52 w 255"/>
              <a:gd name="T45" fmla="*/ 185 h 215"/>
              <a:gd name="T46" fmla="*/ 98 w 255"/>
              <a:gd name="T47" fmla="*/ 163 h 215"/>
              <a:gd name="T48" fmla="*/ 206 w 255"/>
              <a:gd name="T49" fmla="*/ 207 h 215"/>
              <a:gd name="T50" fmla="*/ 227 w 255"/>
              <a:gd name="T51" fmla="*/ 185 h 215"/>
              <a:gd name="T52" fmla="*/ 172 w 255"/>
              <a:gd name="T53" fmla="*/ 159 h 215"/>
              <a:gd name="T54" fmla="*/ 164 w 255"/>
              <a:gd name="T55" fmla="*/ 120 h 215"/>
              <a:gd name="T56" fmla="*/ 132 w 255"/>
              <a:gd name="T57" fmla="*/ 159 h 215"/>
              <a:gd name="T58" fmla="*/ 196 w 255"/>
              <a:gd name="T59" fmla="*/ 104 h 215"/>
              <a:gd name="T60" fmla="*/ 204 w 255"/>
              <a:gd name="T61" fmla="*/ 135 h 215"/>
              <a:gd name="T62" fmla="*/ 223 w 255"/>
              <a:gd name="T63" fmla="*/ 127 h 215"/>
              <a:gd name="T64" fmla="*/ 200 w 255"/>
              <a:gd name="T65" fmla="*/ 108 h 215"/>
              <a:gd name="T66" fmla="*/ 10 w 255"/>
              <a:gd name="T67" fmla="*/ 28 h 215"/>
              <a:gd name="T68" fmla="*/ 37 w 255"/>
              <a:gd name="T69" fmla="*/ 8 h 215"/>
              <a:gd name="T70" fmla="*/ 5 w 255"/>
              <a:gd name="T71" fmla="*/ 0 h 215"/>
              <a:gd name="T72" fmla="*/ 5 w 255"/>
              <a:gd name="T73" fmla="*/ 25 h 215"/>
              <a:gd name="T74" fmla="*/ 53 w 255"/>
              <a:gd name="T75" fmla="*/ 78 h 215"/>
              <a:gd name="T76" fmla="*/ 60 w 255"/>
              <a:gd name="T77" fmla="*/ 81 h 215"/>
              <a:gd name="T78" fmla="*/ 73 w 255"/>
              <a:gd name="T79" fmla="*/ 34 h 215"/>
              <a:gd name="T80" fmla="*/ 34 w 255"/>
              <a:gd name="T81" fmla="*/ 139 h 215"/>
              <a:gd name="T82" fmla="*/ 87 w 255"/>
              <a:gd name="T83" fmla="*/ 143 h 215"/>
              <a:gd name="T84" fmla="*/ 34 w 255"/>
              <a:gd name="T85" fmla="*/ 116 h 215"/>
              <a:gd name="T86" fmla="*/ 29 w 255"/>
              <a:gd name="T87" fmla="*/ 133 h 215"/>
              <a:gd name="T88" fmla="*/ 5 w 255"/>
              <a:gd name="T89" fmla="*/ 15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215">
                <a:moveTo>
                  <a:pt x="255" y="130"/>
                </a:moveTo>
                <a:cubicBezTo>
                  <a:pt x="238" y="90"/>
                  <a:pt x="238" y="90"/>
                  <a:pt x="238" y="90"/>
                </a:cubicBezTo>
                <a:cubicBezTo>
                  <a:pt x="236" y="84"/>
                  <a:pt x="230" y="80"/>
                  <a:pt x="223" y="80"/>
                </a:cubicBezTo>
                <a:cubicBezTo>
                  <a:pt x="191" y="80"/>
                  <a:pt x="191" y="80"/>
                  <a:pt x="191" y="80"/>
                </a:cubicBezTo>
                <a:cubicBezTo>
                  <a:pt x="189" y="69"/>
                  <a:pt x="181" y="61"/>
                  <a:pt x="170" y="60"/>
                </a:cubicBezTo>
                <a:cubicBezTo>
                  <a:pt x="152" y="38"/>
                  <a:pt x="152" y="38"/>
                  <a:pt x="152" y="38"/>
                </a:cubicBezTo>
                <a:cubicBezTo>
                  <a:pt x="152" y="37"/>
                  <a:pt x="151" y="37"/>
                  <a:pt x="150" y="37"/>
                </a:cubicBezTo>
                <a:cubicBezTo>
                  <a:pt x="83" y="12"/>
                  <a:pt x="83" y="12"/>
                  <a:pt x="83" y="12"/>
                </a:cubicBezTo>
                <a:cubicBezTo>
                  <a:pt x="83" y="12"/>
                  <a:pt x="82" y="12"/>
                  <a:pt x="82" y="12"/>
                </a:cubicBezTo>
                <a:cubicBezTo>
                  <a:pt x="37" y="12"/>
                  <a:pt x="37" y="12"/>
                  <a:pt x="37" y="12"/>
                </a:cubicBezTo>
                <a:cubicBezTo>
                  <a:pt x="35" y="12"/>
                  <a:pt x="34" y="13"/>
                  <a:pt x="33" y="15"/>
                </a:cubicBezTo>
                <a:cubicBezTo>
                  <a:pt x="13" y="57"/>
                  <a:pt x="13" y="57"/>
                  <a:pt x="13" y="57"/>
                </a:cubicBezTo>
                <a:cubicBezTo>
                  <a:pt x="12" y="59"/>
                  <a:pt x="13" y="60"/>
                  <a:pt x="13" y="61"/>
                </a:cubicBezTo>
                <a:cubicBezTo>
                  <a:pt x="44" y="106"/>
                  <a:pt x="44" y="106"/>
                  <a:pt x="44" y="106"/>
                </a:cubicBezTo>
                <a:cubicBezTo>
                  <a:pt x="45" y="107"/>
                  <a:pt x="45" y="107"/>
                  <a:pt x="46" y="107"/>
                </a:cubicBezTo>
                <a:cubicBezTo>
                  <a:pt x="122" y="135"/>
                  <a:pt x="122" y="135"/>
                  <a:pt x="122" y="135"/>
                </a:cubicBezTo>
                <a:cubicBezTo>
                  <a:pt x="122" y="135"/>
                  <a:pt x="123" y="135"/>
                  <a:pt x="123" y="135"/>
                </a:cubicBezTo>
                <a:cubicBezTo>
                  <a:pt x="144" y="135"/>
                  <a:pt x="144" y="135"/>
                  <a:pt x="144" y="135"/>
                </a:cubicBezTo>
                <a:cubicBezTo>
                  <a:pt x="146" y="135"/>
                  <a:pt x="148" y="134"/>
                  <a:pt x="148" y="131"/>
                </a:cubicBezTo>
                <a:cubicBezTo>
                  <a:pt x="148" y="129"/>
                  <a:pt x="146" y="127"/>
                  <a:pt x="144" y="127"/>
                </a:cubicBezTo>
                <a:cubicBezTo>
                  <a:pt x="124" y="127"/>
                  <a:pt x="124" y="127"/>
                  <a:pt x="124" y="127"/>
                </a:cubicBezTo>
                <a:cubicBezTo>
                  <a:pt x="50" y="100"/>
                  <a:pt x="50" y="100"/>
                  <a:pt x="50" y="100"/>
                </a:cubicBezTo>
                <a:cubicBezTo>
                  <a:pt x="21" y="59"/>
                  <a:pt x="21" y="59"/>
                  <a:pt x="21" y="59"/>
                </a:cubicBezTo>
                <a:cubicBezTo>
                  <a:pt x="39" y="20"/>
                  <a:pt x="39" y="20"/>
                  <a:pt x="39" y="20"/>
                </a:cubicBezTo>
                <a:cubicBezTo>
                  <a:pt x="81" y="20"/>
                  <a:pt x="81" y="20"/>
                  <a:pt x="81" y="20"/>
                </a:cubicBezTo>
                <a:cubicBezTo>
                  <a:pt x="146" y="44"/>
                  <a:pt x="146" y="44"/>
                  <a:pt x="146" y="44"/>
                </a:cubicBezTo>
                <a:cubicBezTo>
                  <a:pt x="160" y="61"/>
                  <a:pt x="160" y="61"/>
                  <a:pt x="160" y="61"/>
                </a:cubicBezTo>
                <a:cubicBezTo>
                  <a:pt x="151" y="64"/>
                  <a:pt x="144" y="73"/>
                  <a:pt x="144" y="84"/>
                </a:cubicBezTo>
                <a:cubicBezTo>
                  <a:pt x="144" y="97"/>
                  <a:pt x="155" y="108"/>
                  <a:pt x="168" y="108"/>
                </a:cubicBezTo>
                <a:cubicBezTo>
                  <a:pt x="180" y="108"/>
                  <a:pt x="189" y="99"/>
                  <a:pt x="191" y="88"/>
                </a:cubicBezTo>
                <a:cubicBezTo>
                  <a:pt x="223" y="88"/>
                  <a:pt x="223" y="88"/>
                  <a:pt x="223" y="88"/>
                </a:cubicBezTo>
                <a:cubicBezTo>
                  <a:pt x="227" y="88"/>
                  <a:pt x="229" y="90"/>
                  <a:pt x="231" y="93"/>
                </a:cubicBezTo>
                <a:cubicBezTo>
                  <a:pt x="247" y="132"/>
                  <a:pt x="247" y="132"/>
                  <a:pt x="247" y="132"/>
                </a:cubicBezTo>
                <a:cubicBezTo>
                  <a:pt x="247" y="179"/>
                  <a:pt x="247" y="179"/>
                  <a:pt x="247" y="179"/>
                </a:cubicBezTo>
                <a:cubicBezTo>
                  <a:pt x="247" y="181"/>
                  <a:pt x="245" y="183"/>
                  <a:pt x="243" y="183"/>
                </a:cubicBezTo>
                <a:cubicBezTo>
                  <a:pt x="235" y="183"/>
                  <a:pt x="235" y="183"/>
                  <a:pt x="235" y="183"/>
                </a:cubicBezTo>
                <a:cubicBezTo>
                  <a:pt x="234" y="168"/>
                  <a:pt x="221" y="155"/>
                  <a:pt x="206" y="155"/>
                </a:cubicBezTo>
                <a:cubicBezTo>
                  <a:pt x="190" y="155"/>
                  <a:pt x="177" y="168"/>
                  <a:pt x="176" y="183"/>
                </a:cubicBezTo>
                <a:cubicBezTo>
                  <a:pt x="128" y="183"/>
                  <a:pt x="128" y="183"/>
                  <a:pt x="128" y="183"/>
                </a:cubicBezTo>
                <a:cubicBezTo>
                  <a:pt x="127" y="169"/>
                  <a:pt x="115" y="157"/>
                  <a:pt x="101" y="155"/>
                </a:cubicBezTo>
                <a:cubicBezTo>
                  <a:pt x="101" y="155"/>
                  <a:pt x="100" y="155"/>
                  <a:pt x="100" y="155"/>
                </a:cubicBezTo>
                <a:cubicBezTo>
                  <a:pt x="33" y="155"/>
                  <a:pt x="33" y="155"/>
                  <a:pt x="33" y="155"/>
                </a:cubicBezTo>
                <a:cubicBezTo>
                  <a:pt x="32" y="155"/>
                  <a:pt x="32" y="155"/>
                  <a:pt x="32" y="155"/>
                </a:cubicBezTo>
                <a:cubicBezTo>
                  <a:pt x="32" y="155"/>
                  <a:pt x="31" y="155"/>
                  <a:pt x="31" y="155"/>
                </a:cubicBezTo>
                <a:cubicBezTo>
                  <a:pt x="14" y="155"/>
                  <a:pt x="1" y="169"/>
                  <a:pt x="1" y="185"/>
                </a:cubicBezTo>
                <a:cubicBezTo>
                  <a:pt x="1" y="202"/>
                  <a:pt x="14" y="215"/>
                  <a:pt x="31" y="215"/>
                </a:cubicBezTo>
                <a:cubicBezTo>
                  <a:pt x="47" y="215"/>
                  <a:pt x="60" y="202"/>
                  <a:pt x="60" y="185"/>
                </a:cubicBezTo>
                <a:cubicBezTo>
                  <a:pt x="60" y="177"/>
                  <a:pt x="57" y="169"/>
                  <a:pt x="51" y="163"/>
                </a:cubicBezTo>
                <a:cubicBezTo>
                  <a:pt x="78" y="163"/>
                  <a:pt x="78" y="163"/>
                  <a:pt x="78" y="163"/>
                </a:cubicBezTo>
                <a:cubicBezTo>
                  <a:pt x="72" y="169"/>
                  <a:pt x="68" y="177"/>
                  <a:pt x="68" y="185"/>
                </a:cubicBezTo>
                <a:cubicBezTo>
                  <a:pt x="68" y="202"/>
                  <a:pt x="82" y="215"/>
                  <a:pt x="98" y="215"/>
                </a:cubicBezTo>
                <a:cubicBezTo>
                  <a:pt x="113" y="215"/>
                  <a:pt x="125" y="205"/>
                  <a:pt x="127" y="191"/>
                </a:cubicBezTo>
                <a:cubicBezTo>
                  <a:pt x="176" y="191"/>
                  <a:pt x="176" y="191"/>
                  <a:pt x="176" y="191"/>
                </a:cubicBezTo>
                <a:cubicBezTo>
                  <a:pt x="179" y="205"/>
                  <a:pt x="191" y="215"/>
                  <a:pt x="206" y="215"/>
                </a:cubicBezTo>
                <a:cubicBezTo>
                  <a:pt x="220" y="215"/>
                  <a:pt x="232" y="205"/>
                  <a:pt x="235" y="191"/>
                </a:cubicBezTo>
                <a:cubicBezTo>
                  <a:pt x="243" y="191"/>
                  <a:pt x="243" y="191"/>
                  <a:pt x="243" y="191"/>
                </a:cubicBezTo>
                <a:cubicBezTo>
                  <a:pt x="250" y="191"/>
                  <a:pt x="255" y="186"/>
                  <a:pt x="255" y="179"/>
                </a:cubicBezTo>
                <a:cubicBezTo>
                  <a:pt x="255" y="131"/>
                  <a:pt x="255" y="131"/>
                  <a:pt x="255" y="131"/>
                </a:cubicBezTo>
                <a:cubicBezTo>
                  <a:pt x="255" y="131"/>
                  <a:pt x="255" y="130"/>
                  <a:pt x="255" y="130"/>
                </a:cubicBezTo>
                <a:close/>
                <a:moveTo>
                  <a:pt x="168" y="100"/>
                </a:moveTo>
                <a:cubicBezTo>
                  <a:pt x="159" y="100"/>
                  <a:pt x="152" y="93"/>
                  <a:pt x="152" y="84"/>
                </a:cubicBezTo>
                <a:cubicBezTo>
                  <a:pt x="152" y="75"/>
                  <a:pt x="159" y="68"/>
                  <a:pt x="168" y="68"/>
                </a:cubicBezTo>
                <a:cubicBezTo>
                  <a:pt x="177" y="68"/>
                  <a:pt x="184" y="75"/>
                  <a:pt x="184" y="84"/>
                </a:cubicBezTo>
                <a:cubicBezTo>
                  <a:pt x="184" y="93"/>
                  <a:pt x="177" y="100"/>
                  <a:pt x="168" y="100"/>
                </a:cubicBezTo>
                <a:close/>
                <a:moveTo>
                  <a:pt x="52" y="185"/>
                </a:moveTo>
                <a:cubicBezTo>
                  <a:pt x="52" y="197"/>
                  <a:pt x="43" y="207"/>
                  <a:pt x="31" y="207"/>
                </a:cubicBezTo>
                <a:cubicBezTo>
                  <a:pt x="19" y="207"/>
                  <a:pt x="9" y="197"/>
                  <a:pt x="9" y="185"/>
                </a:cubicBezTo>
                <a:cubicBezTo>
                  <a:pt x="9" y="173"/>
                  <a:pt x="19" y="163"/>
                  <a:pt x="31" y="163"/>
                </a:cubicBezTo>
                <a:cubicBezTo>
                  <a:pt x="43" y="163"/>
                  <a:pt x="52" y="173"/>
                  <a:pt x="52" y="185"/>
                </a:cubicBezTo>
                <a:close/>
                <a:moveTo>
                  <a:pt x="98" y="207"/>
                </a:moveTo>
                <a:cubicBezTo>
                  <a:pt x="86" y="207"/>
                  <a:pt x="76" y="197"/>
                  <a:pt x="76" y="185"/>
                </a:cubicBezTo>
                <a:cubicBezTo>
                  <a:pt x="76" y="173"/>
                  <a:pt x="86" y="163"/>
                  <a:pt x="98" y="163"/>
                </a:cubicBezTo>
                <a:cubicBezTo>
                  <a:pt x="110" y="163"/>
                  <a:pt x="120" y="173"/>
                  <a:pt x="120" y="185"/>
                </a:cubicBezTo>
                <a:cubicBezTo>
                  <a:pt x="120" y="197"/>
                  <a:pt x="110" y="207"/>
                  <a:pt x="98" y="207"/>
                </a:cubicBezTo>
                <a:close/>
                <a:moveTo>
                  <a:pt x="206" y="207"/>
                </a:moveTo>
                <a:cubicBezTo>
                  <a:pt x="193" y="207"/>
                  <a:pt x="184" y="197"/>
                  <a:pt x="184" y="185"/>
                </a:cubicBezTo>
                <a:cubicBezTo>
                  <a:pt x="184" y="173"/>
                  <a:pt x="193" y="163"/>
                  <a:pt x="206" y="163"/>
                </a:cubicBezTo>
                <a:cubicBezTo>
                  <a:pt x="218" y="163"/>
                  <a:pt x="227" y="173"/>
                  <a:pt x="227" y="185"/>
                </a:cubicBezTo>
                <a:cubicBezTo>
                  <a:pt x="227" y="197"/>
                  <a:pt x="218" y="207"/>
                  <a:pt x="206" y="207"/>
                </a:cubicBezTo>
                <a:close/>
                <a:moveTo>
                  <a:pt x="168" y="163"/>
                </a:moveTo>
                <a:cubicBezTo>
                  <a:pt x="170" y="163"/>
                  <a:pt x="172" y="162"/>
                  <a:pt x="172" y="159"/>
                </a:cubicBezTo>
                <a:cubicBezTo>
                  <a:pt x="172" y="120"/>
                  <a:pt x="172" y="120"/>
                  <a:pt x="172" y="120"/>
                </a:cubicBezTo>
                <a:cubicBezTo>
                  <a:pt x="172" y="117"/>
                  <a:pt x="170" y="116"/>
                  <a:pt x="168" y="116"/>
                </a:cubicBezTo>
                <a:cubicBezTo>
                  <a:pt x="166" y="116"/>
                  <a:pt x="164" y="117"/>
                  <a:pt x="164" y="120"/>
                </a:cubicBezTo>
                <a:cubicBezTo>
                  <a:pt x="164" y="155"/>
                  <a:pt x="164" y="155"/>
                  <a:pt x="164" y="155"/>
                </a:cubicBezTo>
                <a:cubicBezTo>
                  <a:pt x="136" y="155"/>
                  <a:pt x="136" y="155"/>
                  <a:pt x="136" y="155"/>
                </a:cubicBezTo>
                <a:cubicBezTo>
                  <a:pt x="134" y="155"/>
                  <a:pt x="132" y="157"/>
                  <a:pt x="132" y="159"/>
                </a:cubicBezTo>
                <a:cubicBezTo>
                  <a:pt x="132" y="162"/>
                  <a:pt x="134" y="163"/>
                  <a:pt x="136" y="163"/>
                </a:cubicBezTo>
                <a:lnTo>
                  <a:pt x="168" y="163"/>
                </a:lnTo>
                <a:close/>
                <a:moveTo>
                  <a:pt x="196" y="104"/>
                </a:moveTo>
                <a:cubicBezTo>
                  <a:pt x="193" y="104"/>
                  <a:pt x="192" y="105"/>
                  <a:pt x="192" y="108"/>
                </a:cubicBezTo>
                <a:cubicBezTo>
                  <a:pt x="192" y="124"/>
                  <a:pt x="192" y="124"/>
                  <a:pt x="192" y="124"/>
                </a:cubicBezTo>
                <a:cubicBezTo>
                  <a:pt x="192" y="130"/>
                  <a:pt x="197" y="135"/>
                  <a:pt x="204" y="135"/>
                </a:cubicBezTo>
                <a:cubicBezTo>
                  <a:pt x="223" y="135"/>
                  <a:pt x="223" y="135"/>
                  <a:pt x="223" y="135"/>
                </a:cubicBezTo>
                <a:cubicBezTo>
                  <a:pt x="226" y="135"/>
                  <a:pt x="227" y="134"/>
                  <a:pt x="227" y="131"/>
                </a:cubicBezTo>
                <a:cubicBezTo>
                  <a:pt x="227" y="129"/>
                  <a:pt x="226" y="127"/>
                  <a:pt x="223" y="127"/>
                </a:cubicBezTo>
                <a:cubicBezTo>
                  <a:pt x="204" y="127"/>
                  <a:pt x="204" y="127"/>
                  <a:pt x="204" y="127"/>
                </a:cubicBezTo>
                <a:cubicBezTo>
                  <a:pt x="201" y="127"/>
                  <a:pt x="200" y="126"/>
                  <a:pt x="200" y="124"/>
                </a:cubicBezTo>
                <a:cubicBezTo>
                  <a:pt x="200" y="108"/>
                  <a:pt x="200" y="108"/>
                  <a:pt x="200" y="108"/>
                </a:cubicBezTo>
                <a:cubicBezTo>
                  <a:pt x="200" y="105"/>
                  <a:pt x="198" y="104"/>
                  <a:pt x="196" y="104"/>
                </a:cubicBezTo>
                <a:close/>
                <a:moveTo>
                  <a:pt x="9" y="28"/>
                </a:moveTo>
                <a:cubicBezTo>
                  <a:pt x="9" y="28"/>
                  <a:pt x="9" y="28"/>
                  <a:pt x="10" y="28"/>
                </a:cubicBezTo>
                <a:cubicBezTo>
                  <a:pt x="12" y="28"/>
                  <a:pt x="13" y="26"/>
                  <a:pt x="13" y="23"/>
                </a:cubicBezTo>
                <a:cubicBezTo>
                  <a:pt x="10" y="8"/>
                  <a:pt x="10" y="8"/>
                  <a:pt x="10" y="8"/>
                </a:cubicBezTo>
                <a:cubicBezTo>
                  <a:pt x="37" y="8"/>
                  <a:pt x="37" y="8"/>
                  <a:pt x="37" y="8"/>
                </a:cubicBezTo>
                <a:cubicBezTo>
                  <a:pt x="39" y="8"/>
                  <a:pt x="41" y="7"/>
                  <a:pt x="41" y="4"/>
                </a:cubicBezTo>
                <a:cubicBezTo>
                  <a:pt x="41" y="2"/>
                  <a:pt x="39" y="0"/>
                  <a:pt x="37" y="0"/>
                </a:cubicBezTo>
                <a:cubicBezTo>
                  <a:pt x="5" y="0"/>
                  <a:pt x="5" y="0"/>
                  <a:pt x="5" y="0"/>
                </a:cubicBezTo>
                <a:cubicBezTo>
                  <a:pt x="4" y="0"/>
                  <a:pt x="2" y="1"/>
                  <a:pt x="2" y="2"/>
                </a:cubicBezTo>
                <a:cubicBezTo>
                  <a:pt x="1" y="3"/>
                  <a:pt x="1" y="4"/>
                  <a:pt x="1" y="5"/>
                </a:cubicBezTo>
                <a:cubicBezTo>
                  <a:pt x="5" y="25"/>
                  <a:pt x="5" y="25"/>
                  <a:pt x="5" y="25"/>
                </a:cubicBezTo>
                <a:cubicBezTo>
                  <a:pt x="5" y="27"/>
                  <a:pt x="7" y="28"/>
                  <a:pt x="9" y="28"/>
                </a:cubicBezTo>
                <a:close/>
                <a:moveTo>
                  <a:pt x="73" y="34"/>
                </a:moveTo>
                <a:cubicBezTo>
                  <a:pt x="53" y="78"/>
                  <a:pt x="53" y="78"/>
                  <a:pt x="53" y="78"/>
                </a:cubicBezTo>
                <a:cubicBezTo>
                  <a:pt x="52" y="80"/>
                  <a:pt x="53" y="83"/>
                  <a:pt x="55" y="83"/>
                </a:cubicBezTo>
                <a:cubicBezTo>
                  <a:pt x="55" y="84"/>
                  <a:pt x="56" y="84"/>
                  <a:pt x="56" y="84"/>
                </a:cubicBezTo>
                <a:cubicBezTo>
                  <a:pt x="58" y="84"/>
                  <a:pt x="59" y="83"/>
                  <a:pt x="60" y="81"/>
                </a:cubicBezTo>
                <a:cubicBezTo>
                  <a:pt x="80" y="38"/>
                  <a:pt x="80" y="38"/>
                  <a:pt x="80" y="38"/>
                </a:cubicBezTo>
                <a:cubicBezTo>
                  <a:pt x="81" y="36"/>
                  <a:pt x="80" y="33"/>
                  <a:pt x="78" y="32"/>
                </a:cubicBezTo>
                <a:cubicBezTo>
                  <a:pt x="76" y="32"/>
                  <a:pt x="74" y="32"/>
                  <a:pt x="73" y="34"/>
                </a:cubicBezTo>
                <a:close/>
                <a:moveTo>
                  <a:pt x="5" y="151"/>
                </a:moveTo>
                <a:cubicBezTo>
                  <a:pt x="5" y="151"/>
                  <a:pt x="6" y="151"/>
                  <a:pt x="6" y="151"/>
                </a:cubicBezTo>
                <a:cubicBezTo>
                  <a:pt x="34" y="139"/>
                  <a:pt x="34" y="139"/>
                  <a:pt x="34" y="139"/>
                </a:cubicBezTo>
                <a:cubicBezTo>
                  <a:pt x="36" y="139"/>
                  <a:pt x="37" y="137"/>
                  <a:pt x="37" y="135"/>
                </a:cubicBezTo>
                <a:cubicBezTo>
                  <a:pt x="37" y="125"/>
                  <a:pt x="37" y="125"/>
                  <a:pt x="37" y="125"/>
                </a:cubicBezTo>
                <a:cubicBezTo>
                  <a:pt x="87" y="143"/>
                  <a:pt x="87" y="143"/>
                  <a:pt x="87" y="143"/>
                </a:cubicBezTo>
                <a:cubicBezTo>
                  <a:pt x="89" y="144"/>
                  <a:pt x="91" y="143"/>
                  <a:pt x="92" y="141"/>
                </a:cubicBezTo>
                <a:cubicBezTo>
                  <a:pt x="93" y="139"/>
                  <a:pt x="92" y="136"/>
                  <a:pt x="90" y="136"/>
                </a:cubicBezTo>
                <a:cubicBezTo>
                  <a:pt x="34" y="116"/>
                  <a:pt x="34" y="116"/>
                  <a:pt x="34" y="116"/>
                </a:cubicBezTo>
                <a:cubicBezTo>
                  <a:pt x="33" y="115"/>
                  <a:pt x="31" y="116"/>
                  <a:pt x="30" y="116"/>
                </a:cubicBezTo>
                <a:cubicBezTo>
                  <a:pt x="29" y="117"/>
                  <a:pt x="29" y="118"/>
                  <a:pt x="29" y="120"/>
                </a:cubicBezTo>
                <a:cubicBezTo>
                  <a:pt x="29" y="133"/>
                  <a:pt x="29" y="133"/>
                  <a:pt x="29" y="133"/>
                </a:cubicBezTo>
                <a:cubicBezTo>
                  <a:pt x="3" y="144"/>
                  <a:pt x="3" y="144"/>
                  <a:pt x="3" y="144"/>
                </a:cubicBezTo>
                <a:cubicBezTo>
                  <a:pt x="1" y="145"/>
                  <a:pt x="0" y="147"/>
                  <a:pt x="1" y="149"/>
                </a:cubicBezTo>
                <a:cubicBezTo>
                  <a:pt x="2" y="150"/>
                  <a:pt x="3" y="151"/>
                  <a:pt x="5" y="15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43" name="Freeform 162">
            <a:extLst>
              <a:ext uri="{FF2B5EF4-FFF2-40B4-BE49-F238E27FC236}">
                <a16:creationId xmlns:a16="http://schemas.microsoft.com/office/drawing/2014/main" id="{866ABC68-4A38-4A35-9355-A764D5F01618}"/>
              </a:ext>
            </a:extLst>
          </p:cNvPr>
          <p:cNvSpPr>
            <a:spLocks noChangeAspect="1" noEditPoints="1"/>
          </p:cNvSpPr>
          <p:nvPr/>
        </p:nvSpPr>
        <p:spPr bwMode="auto">
          <a:xfrm>
            <a:off x="4443672" y="5318920"/>
            <a:ext cx="400050" cy="361950"/>
          </a:xfrm>
          <a:custGeom>
            <a:avLst/>
            <a:gdLst>
              <a:gd name="T0" fmla="*/ 44 w 256"/>
              <a:gd name="T1" fmla="*/ 196 h 232"/>
              <a:gd name="T2" fmla="*/ 8 w 256"/>
              <a:gd name="T3" fmla="*/ 184 h 232"/>
              <a:gd name="T4" fmla="*/ 44 w 256"/>
              <a:gd name="T5" fmla="*/ 178 h 232"/>
              <a:gd name="T6" fmla="*/ 24 w 256"/>
              <a:gd name="T7" fmla="*/ 100 h 232"/>
              <a:gd name="T8" fmla="*/ 34 w 256"/>
              <a:gd name="T9" fmla="*/ 176 h 232"/>
              <a:gd name="T10" fmla="*/ 12 w 256"/>
              <a:gd name="T11" fmla="*/ 164 h 232"/>
              <a:gd name="T12" fmla="*/ 4 w 256"/>
              <a:gd name="T13" fmla="*/ 176 h 232"/>
              <a:gd name="T14" fmla="*/ 12 w 256"/>
              <a:gd name="T15" fmla="*/ 204 h 232"/>
              <a:gd name="T16" fmla="*/ 188 w 256"/>
              <a:gd name="T17" fmla="*/ 84 h 232"/>
              <a:gd name="T18" fmla="*/ 52 w 256"/>
              <a:gd name="T19" fmla="*/ 72 h 232"/>
              <a:gd name="T20" fmla="*/ 16 w 256"/>
              <a:gd name="T21" fmla="*/ 68 h 232"/>
              <a:gd name="T22" fmla="*/ 76 w 256"/>
              <a:gd name="T23" fmla="*/ 72 h 232"/>
              <a:gd name="T24" fmla="*/ 212 w 256"/>
              <a:gd name="T25" fmla="*/ 84 h 232"/>
              <a:gd name="T26" fmla="*/ 240 w 256"/>
              <a:gd name="T27" fmla="*/ 88 h 232"/>
              <a:gd name="T28" fmla="*/ 76 w 256"/>
              <a:gd name="T29" fmla="*/ 64 h 232"/>
              <a:gd name="T30" fmla="*/ 160 w 256"/>
              <a:gd name="T31" fmla="*/ 200 h 232"/>
              <a:gd name="T32" fmla="*/ 168 w 256"/>
              <a:gd name="T33" fmla="*/ 192 h 232"/>
              <a:gd name="T34" fmla="*/ 248 w 256"/>
              <a:gd name="T35" fmla="*/ 168 h 232"/>
              <a:gd name="T36" fmla="*/ 240 w 256"/>
              <a:gd name="T37" fmla="*/ 176 h 232"/>
              <a:gd name="T38" fmla="*/ 232 w 256"/>
              <a:gd name="T39" fmla="*/ 156 h 232"/>
              <a:gd name="T40" fmla="*/ 224 w 256"/>
              <a:gd name="T41" fmla="*/ 155 h 232"/>
              <a:gd name="T42" fmla="*/ 216 w 256"/>
              <a:gd name="T43" fmla="*/ 184 h 232"/>
              <a:gd name="T44" fmla="*/ 244 w 256"/>
              <a:gd name="T45" fmla="*/ 196 h 232"/>
              <a:gd name="T46" fmla="*/ 244 w 256"/>
              <a:gd name="T47" fmla="*/ 204 h 232"/>
              <a:gd name="T48" fmla="*/ 252 w 256"/>
              <a:gd name="T49" fmla="*/ 176 h 232"/>
              <a:gd name="T50" fmla="*/ 88 w 256"/>
              <a:gd name="T51" fmla="*/ 208 h 232"/>
              <a:gd name="T52" fmla="*/ 200 w 256"/>
              <a:gd name="T53" fmla="*/ 200 h 232"/>
              <a:gd name="T54" fmla="*/ 147 w 256"/>
              <a:gd name="T55" fmla="*/ 224 h 232"/>
              <a:gd name="T56" fmla="*/ 88 w 256"/>
              <a:gd name="T57" fmla="*/ 168 h 232"/>
              <a:gd name="T58" fmla="*/ 0 w 256"/>
              <a:gd name="T59" fmla="*/ 224 h 232"/>
              <a:gd name="T60" fmla="*/ 256 w 256"/>
              <a:gd name="T61" fmla="*/ 224 h 232"/>
              <a:gd name="T62" fmla="*/ 88 w 256"/>
              <a:gd name="T63" fmla="*/ 224 h 232"/>
              <a:gd name="T64" fmla="*/ 112 w 256"/>
              <a:gd name="T65" fmla="*/ 200 h 232"/>
              <a:gd name="T66" fmla="*/ 144 w 256"/>
              <a:gd name="T67" fmla="*/ 200 h 232"/>
              <a:gd name="T68" fmla="*/ 168 w 256"/>
              <a:gd name="T69" fmla="*/ 224 h 232"/>
              <a:gd name="T70" fmla="*/ 73 w 256"/>
              <a:gd name="T71" fmla="*/ 14 h 232"/>
              <a:gd name="T72" fmla="*/ 145 w 256"/>
              <a:gd name="T73" fmla="*/ 8 h 232"/>
              <a:gd name="T74" fmla="*/ 218 w 256"/>
              <a:gd name="T75" fmla="*/ 51 h 232"/>
              <a:gd name="T76" fmla="*/ 184 w 256"/>
              <a:gd name="T77" fmla="*/ 0 h 232"/>
              <a:gd name="T78" fmla="*/ 108 w 256"/>
              <a:gd name="T79" fmla="*/ 20 h 232"/>
              <a:gd name="T80" fmla="*/ 33 w 256"/>
              <a:gd name="T81" fmla="*/ 47 h 232"/>
              <a:gd name="T82" fmla="*/ 169 w 256"/>
              <a:gd name="T83" fmla="*/ 46 h 232"/>
              <a:gd name="T84" fmla="*/ 130 w 256"/>
              <a:gd name="T85" fmla="*/ 41 h 232"/>
              <a:gd name="T86" fmla="*/ 169 w 256"/>
              <a:gd name="T87" fmla="*/ 4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32">
                <a:moveTo>
                  <a:pt x="12" y="204"/>
                </a:moveTo>
                <a:cubicBezTo>
                  <a:pt x="44" y="204"/>
                  <a:pt x="44" y="204"/>
                  <a:pt x="44" y="204"/>
                </a:cubicBezTo>
                <a:cubicBezTo>
                  <a:pt x="44" y="196"/>
                  <a:pt x="44" y="196"/>
                  <a:pt x="44" y="196"/>
                </a:cubicBezTo>
                <a:cubicBezTo>
                  <a:pt x="12" y="196"/>
                  <a:pt x="12" y="196"/>
                  <a:pt x="12" y="196"/>
                </a:cubicBezTo>
                <a:cubicBezTo>
                  <a:pt x="10" y="196"/>
                  <a:pt x="8" y="194"/>
                  <a:pt x="8" y="192"/>
                </a:cubicBezTo>
                <a:cubicBezTo>
                  <a:pt x="8" y="184"/>
                  <a:pt x="8" y="184"/>
                  <a:pt x="8" y="184"/>
                </a:cubicBezTo>
                <a:cubicBezTo>
                  <a:pt x="40" y="184"/>
                  <a:pt x="40" y="184"/>
                  <a:pt x="40" y="184"/>
                </a:cubicBezTo>
                <a:cubicBezTo>
                  <a:pt x="41" y="184"/>
                  <a:pt x="43" y="183"/>
                  <a:pt x="43" y="182"/>
                </a:cubicBezTo>
                <a:cubicBezTo>
                  <a:pt x="44" y="181"/>
                  <a:pt x="44" y="179"/>
                  <a:pt x="44" y="178"/>
                </a:cubicBezTo>
                <a:cubicBezTo>
                  <a:pt x="32" y="155"/>
                  <a:pt x="32" y="155"/>
                  <a:pt x="32" y="155"/>
                </a:cubicBezTo>
                <a:cubicBezTo>
                  <a:pt x="32" y="100"/>
                  <a:pt x="32" y="100"/>
                  <a:pt x="32" y="100"/>
                </a:cubicBezTo>
                <a:cubicBezTo>
                  <a:pt x="24" y="100"/>
                  <a:pt x="24" y="100"/>
                  <a:pt x="24" y="100"/>
                </a:cubicBezTo>
                <a:cubicBezTo>
                  <a:pt x="24" y="156"/>
                  <a:pt x="24" y="156"/>
                  <a:pt x="24" y="156"/>
                </a:cubicBezTo>
                <a:cubicBezTo>
                  <a:pt x="24" y="157"/>
                  <a:pt x="24" y="157"/>
                  <a:pt x="24" y="158"/>
                </a:cubicBezTo>
                <a:cubicBezTo>
                  <a:pt x="34" y="176"/>
                  <a:pt x="34" y="176"/>
                  <a:pt x="34" y="176"/>
                </a:cubicBezTo>
                <a:cubicBezTo>
                  <a:pt x="16" y="176"/>
                  <a:pt x="16" y="176"/>
                  <a:pt x="16" y="176"/>
                </a:cubicBezTo>
                <a:cubicBezTo>
                  <a:pt x="16" y="168"/>
                  <a:pt x="16" y="168"/>
                  <a:pt x="16" y="168"/>
                </a:cubicBezTo>
                <a:cubicBezTo>
                  <a:pt x="16" y="166"/>
                  <a:pt x="14" y="164"/>
                  <a:pt x="12" y="164"/>
                </a:cubicBezTo>
                <a:cubicBezTo>
                  <a:pt x="10" y="164"/>
                  <a:pt x="8" y="166"/>
                  <a:pt x="8" y="168"/>
                </a:cubicBezTo>
                <a:cubicBezTo>
                  <a:pt x="8" y="176"/>
                  <a:pt x="8" y="176"/>
                  <a:pt x="8" y="176"/>
                </a:cubicBezTo>
                <a:cubicBezTo>
                  <a:pt x="4" y="176"/>
                  <a:pt x="4" y="176"/>
                  <a:pt x="4" y="176"/>
                </a:cubicBezTo>
                <a:cubicBezTo>
                  <a:pt x="2" y="176"/>
                  <a:pt x="0" y="178"/>
                  <a:pt x="0" y="180"/>
                </a:cubicBezTo>
                <a:cubicBezTo>
                  <a:pt x="0" y="192"/>
                  <a:pt x="0" y="192"/>
                  <a:pt x="0" y="192"/>
                </a:cubicBezTo>
                <a:cubicBezTo>
                  <a:pt x="0" y="199"/>
                  <a:pt x="5" y="204"/>
                  <a:pt x="12" y="204"/>
                </a:cubicBezTo>
                <a:close/>
                <a:moveTo>
                  <a:pt x="20" y="92"/>
                </a:moveTo>
                <a:cubicBezTo>
                  <a:pt x="188" y="92"/>
                  <a:pt x="188" y="92"/>
                  <a:pt x="188" y="92"/>
                </a:cubicBezTo>
                <a:cubicBezTo>
                  <a:pt x="188" y="84"/>
                  <a:pt x="188" y="84"/>
                  <a:pt x="188" y="84"/>
                </a:cubicBezTo>
                <a:cubicBezTo>
                  <a:pt x="24" y="84"/>
                  <a:pt x="24" y="84"/>
                  <a:pt x="24" y="84"/>
                </a:cubicBezTo>
                <a:cubicBezTo>
                  <a:pt x="24" y="72"/>
                  <a:pt x="24" y="72"/>
                  <a:pt x="24" y="72"/>
                </a:cubicBezTo>
                <a:cubicBezTo>
                  <a:pt x="52" y="72"/>
                  <a:pt x="52" y="72"/>
                  <a:pt x="52" y="72"/>
                </a:cubicBezTo>
                <a:cubicBezTo>
                  <a:pt x="52" y="64"/>
                  <a:pt x="52" y="64"/>
                  <a:pt x="52" y="64"/>
                </a:cubicBezTo>
                <a:cubicBezTo>
                  <a:pt x="20" y="64"/>
                  <a:pt x="20" y="64"/>
                  <a:pt x="20" y="64"/>
                </a:cubicBezTo>
                <a:cubicBezTo>
                  <a:pt x="18" y="64"/>
                  <a:pt x="16" y="66"/>
                  <a:pt x="16" y="68"/>
                </a:cubicBezTo>
                <a:cubicBezTo>
                  <a:pt x="16" y="88"/>
                  <a:pt x="16" y="88"/>
                  <a:pt x="16" y="88"/>
                </a:cubicBezTo>
                <a:cubicBezTo>
                  <a:pt x="16" y="90"/>
                  <a:pt x="18" y="92"/>
                  <a:pt x="20" y="92"/>
                </a:cubicBezTo>
                <a:close/>
                <a:moveTo>
                  <a:pt x="76" y="72"/>
                </a:moveTo>
                <a:cubicBezTo>
                  <a:pt x="232" y="72"/>
                  <a:pt x="232" y="72"/>
                  <a:pt x="232" y="72"/>
                </a:cubicBezTo>
                <a:cubicBezTo>
                  <a:pt x="232" y="84"/>
                  <a:pt x="232" y="84"/>
                  <a:pt x="232" y="84"/>
                </a:cubicBezTo>
                <a:cubicBezTo>
                  <a:pt x="212" y="84"/>
                  <a:pt x="212" y="84"/>
                  <a:pt x="212" y="84"/>
                </a:cubicBezTo>
                <a:cubicBezTo>
                  <a:pt x="212" y="92"/>
                  <a:pt x="212" y="92"/>
                  <a:pt x="212" y="92"/>
                </a:cubicBezTo>
                <a:cubicBezTo>
                  <a:pt x="236" y="92"/>
                  <a:pt x="236" y="92"/>
                  <a:pt x="236" y="92"/>
                </a:cubicBezTo>
                <a:cubicBezTo>
                  <a:pt x="238" y="92"/>
                  <a:pt x="240" y="90"/>
                  <a:pt x="240" y="88"/>
                </a:cubicBezTo>
                <a:cubicBezTo>
                  <a:pt x="240" y="68"/>
                  <a:pt x="240" y="68"/>
                  <a:pt x="240" y="68"/>
                </a:cubicBezTo>
                <a:cubicBezTo>
                  <a:pt x="240" y="66"/>
                  <a:pt x="238" y="64"/>
                  <a:pt x="236" y="64"/>
                </a:cubicBezTo>
                <a:cubicBezTo>
                  <a:pt x="76" y="64"/>
                  <a:pt x="76" y="64"/>
                  <a:pt x="76" y="64"/>
                </a:cubicBezTo>
                <a:lnTo>
                  <a:pt x="76" y="72"/>
                </a:lnTo>
                <a:close/>
                <a:moveTo>
                  <a:pt x="168" y="192"/>
                </a:moveTo>
                <a:cubicBezTo>
                  <a:pt x="164" y="192"/>
                  <a:pt x="160" y="196"/>
                  <a:pt x="160" y="200"/>
                </a:cubicBezTo>
                <a:cubicBezTo>
                  <a:pt x="160" y="204"/>
                  <a:pt x="164" y="208"/>
                  <a:pt x="168" y="208"/>
                </a:cubicBezTo>
                <a:cubicBezTo>
                  <a:pt x="172" y="208"/>
                  <a:pt x="176" y="204"/>
                  <a:pt x="176" y="200"/>
                </a:cubicBezTo>
                <a:cubicBezTo>
                  <a:pt x="176" y="196"/>
                  <a:pt x="172" y="192"/>
                  <a:pt x="168" y="192"/>
                </a:cubicBezTo>
                <a:close/>
                <a:moveTo>
                  <a:pt x="252" y="176"/>
                </a:moveTo>
                <a:cubicBezTo>
                  <a:pt x="248" y="176"/>
                  <a:pt x="248" y="176"/>
                  <a:pt x="248" y="176"/>
                </a:cubicBezTo>
                <a:cubicBezTo>
                  <a:pt x="248" y="168"/>
                  <a:pt x="248" y="168"/>
                  <a:pt x="248" y="168"/>
                </a:cubicBezTo>
                <a:cubicBezTo>
                  <a:pt x="248" y="166"/>
                  <a:pt x="246" y="164"/>
                  <a:pt x="244" y="164"/>
                </a:cubicBezTo>
                <a:cubicBezTo>
                  <a:pt x="242" y="164"/>
                  <a:pt x="240" y="166"/>
                  <a:pt x="240" y="168"/>
                </a:cubicBezTo>
                <a:cubicBezTo>
                  <a:pt x="240" y="176"/>
                  <a:pt x="240" y="176"/>
                  <a:pt x="240" y="176"/>
                </a:cubicBezTo>
                <a:cubicBezTo>
                  <a:pt x="222" y="176"/>
                  <a:pt x="222" y="176"/>
                  <a:pt x="222" y="176"/>
                </a:cubicBezTo>
                <a:cubicBezTo>
                  <a:pt x="232" y="158"/>
                  <a:pt x="232" y="158"/>
                  <a:pt x="232" y="158"/>
                </a:cubicBezTo>
                <a:cubicBezTo>
                  <a:pt x="232" y="157"/>
                  <a:pt x="232" y="157"/>
                  <a:pt x="232" y="156"/>
                </a:cubicBezTo>
                <a:cubicBezTo>
                  <a:pt x="232" y="100"/>
                  <a:pt x="232" y="100"/>
                  <a:pt x="232" y="100"/>
                </a:cubicBezTo>
                <a:cubicBezTo>
                  <a:pt x="224" y="100"/>
                  <a:pt x="224" y="100"/>
                  <a:pt x="224" y="100"/>
                </a:cubicBezTo>
                <a:cubicBezTo>
                  <a:pt x="224" y="155"/>
                  <a:pt x="224" y="155"/>
                  <a:pt x="224" y="155"/>
                </a:cubicBezTo>
                <a:cubicBezTo>
                  <a:pt x="212" y="178"/>
                  <a:pt x="212" y="178"/>
                  <a:pt x="212" y="178"/>
                </a:cubicBezTo>
                <a:cubicBezTo>
                  <a:pt x="212" y="179"/>
                  <a:pt x="212" y="181"/>
                  <a:pt x="213" y="182"/>
                </a:cubicBezTo>
                <a:cubicBezTo>
                  <a:pt x="213" y="183"/>
                  <a:pt x="215" y="184"/>
                  <a:pt x="216" y="184"/>
                </a:cubicBezTo>
                <a:cubicBezTo>
                  <a:pt x="248" y="184"/>
                  <a:pt x="248" y="184"/>
                  <a:pt x="248" y="184"/>
                </a:cubicBezTo>
                <a:cubicBezTo>
                  <a:pt x="248" y="192"/>
                  <a:pt x="248" y="192"/>
                  <a:pt x="248" y="192"/>
                </a:cubicBezTo>
                <a:cubicBezTo>
                  <a:pt x="248" y="194"/>
                  <a:pt x="246" y="196"/>
                  <a:pt x="244" y="196"/>
                </a:cubicBezTo>
                <a:cubicBezTo>
                  <a:pt x="212" y="196"/>
                  <a:pt x="212" y="196"/>
                  <a:pt x="212" y="196"/>
                </a:cubicBezTo>
                <a:cubicBezTo>
                  <a:pt x="212" y="204"/>
                  <a:pt x="212" y="204"/>
                  <a:pt x="212" y="204"/>
                </a:cubicBezTo>
                <a:cubicBezTo>
                  <a:pt x="244" y="204"/>
                  <a:pt x="244" y="204"/>
                  <a:pt x="244" y="204"/>
                </a:cubicBezTo>
                <a:cubicBezTo>
                  <a:pt x="251" y="204"/>
                  <a:pt x="256" y="199"/>
                  <a:pt x="256" y="192"/>
                </a:cubicBezTo>
                <a:cubicBezTo>
                  <a:pt x="256" y="180"/>
                  <a:pt x="256" y="180"/>
                  <a:pt x="256" y="180"/>
                </a:cubicBezTo>
                <a:cubicBezTo>
                  <a:pt x="256" y="178"/>
                  <a:pt x="254" y="176"/>
                  <a:pt x="252" y="176"/>
                </a:cubicBezTo>
                <a:close/>
                <a:moveTo>
                  <a:pt x="88" y="192"/>
                </a:moveTo>
                <a:cubicBezTo>
                  <a:pt x="84" y="192"/>
                  <a:pt x="80" y="196"/>
                  <a:pt x="80" y="200"/>
                </a:cubicBezTo>
                <a:cubicBezTo>
                  <a:pt x="80" y="204"/>
                  <a:pt x="84" y="208"/>
                  <a:pt x="88" y="208"/>
                </a:cubicBezTo>
                <a:cubicBezTo>
                  <a:pt x="92" y="208"/>
                  <a:pt x="96" y="204"/>
                  <a:pt x="96" y="200"/>
                </a:cubicBezTo>
                <a:cubicBezTo>
                  <a:pt x="96" y="196"/>
                  <a:pt x="92" y="192"/>
                  <a:pt x="88" y="192"/>
                </a:cubicBezTo>
                <a:close/>
                <a:moveTo>
                  <a:pt x="200" y="200"/>
                </a:moveTo>
                <a:cubicBezTo>
                  <a:pt x="200" y="182"/>
                  <a:pt x="186" y="168"/>
                  <a:pt x="168" y="168"/>
                </a:cubicBezTo>
                <a:cubicBezTo>
                  <a:pt x="150" y="168"/>
                  <a:pt x="136" y="182"/>
                  <a:pt x="136" y="200"/>
                </a:cubicBezTo>
                <a:cubicBezTo>
                  <a:pt x="136" y="210"/>
                  <a:pt x="140" y="218"/>
                  <a:pt x="147" y="224"/>
                </a:cubicBezTo>
                <a:cubicBezTo>
                  <a:pt x="109" y="224"/>
                  <a:pt x="109" y="224"/>
                  <a:pt x="109" y="224"/>
                </a:cubicBezTo>
                <a:cubicBezTo>
                  <a:pt x="116" y="218"/>
                  <a:pt x="120" y="210"/>
                  <a:pt x="120" y="200"/>
                </a:cubicBezTo>
                <a:cubicBezTo>
                  <a:pt x="120" y="182"/>
                  <a:pt x="106" y="168"/>
                  <a:pt x="88" y="168"/>
                </a:cubicBezTo>
                <a:cubicBezTo>
                  <a:pt x="70" y="168"/>
                  <a:pt x="56" y="182"/>
                  <a:pt x="56" y="200"/>
                </a:cubicBezTo>
                <a:cubicBezTo>
                  <a:pt x="56" y="210"/>
                  <a:pt x="60" y="218"/>
                  <a:pt x="67" y="224"/>
                </a:cubicBezTo>
                <a:cubicBezTo>
                  <a:pt x="0" y="224"/>
                  <a:pt x="0" y="224"/>
                  <a:pt x="0" y="224"/>
                </a:cubicBezTo>
                <a:cubicBezTo>
                  <a:pt x="0" y="232"/>
                  <a:pt x="0" y="232"/>
                  <a:pt x="0" y="232"/>
                </a:cubicBezTo>
                <a:cubicBezTo>
                  <a:pt x="256" y="232"/>
                  <a:pt x="256" y="232"/>
                  <a:pt x="256" y="232"/>
                </a:cubicBezTo>
                <a:cubicBezTo>
                  <a:pt x="256" y="224"/>
                  <a:pt x="256" y="224"/>
                  <a:pt x="256" y="224"/>
                </a:cubicBezTo>
                <a:cubicBezTo>
                  <a:pt x="189" y="224"/>
                  <a:pt x="189" y="224"/>
                  <a:pt x="189" y="224"/>
                </a:cubicBezTo>
                <a:cubicBezTo>
                  <a:pt x="196" y="218"/>
                  <a:pt x="200" y="210"/>
                  <a:pt x="200" y="200"/>
                </a:cubicBezTo>
                <a:close/>
                <a:moveTo>
                  <a:pt x="88" y="224"/>
                </a:moveTo>
                <a:cubicBezTo>
                  <a:pt x="75" y="224"/>
                  <a:pt x="64" y="213"/>
                  <a:pt x="64" y="200"/>
                </a:cubicBezTo>
                <a:cubicBezTo>
                  <a:pt x="64" y="187"/>
                  <a:pt x="75" y="176"/>
                  <a:pt x="88" y="176"/>
                </a:cubicBezTo>
                <a:cubicBezTo>
                  <a:pt x="101" y="176"/>
                  <a:pt x="112" y="187"/>
                  <a:pt x="112" y="200"/>
                </a:cubicBezTo>
                <a:cubicBezTo>
                  <a:pt x="112" y="213"/>
                  <a:pt x="101" y="224"/>
                  <a:pt x="88" y="224"/>
                </a:cubicBezTo>
                <a:close/>
                <a:moveTo>
                  <a:pt x="168" y="224"/>
                </a:moveTo>
                <a:cubicBezTo>
                  <a:pt x="155" y="224"/>
                  <a:pt x="144" y="213"/>
                  <a:pt x="144" y="200"/>
                </a:cubicBezTo>
                <a:cubicBezTo>
                  <a:pt x="144" y="187"/>
                  <a:pt x="155" y="176"/>
                  <a:pt x="168" y="176"/>
                </a:cubicBezTo>
                <a:cubicBezTo>
                  <a:pt x="181" y="176"/>
                  <a:pt x="192" y="187"/>
                  <a:pt x="192" y="200"/>
                </a:cubicBezTo>
                <a:cubicBezTo>
                  <a:pt x="192" y="213"/>
                  <a:pt x="181" y="224"/>
                  <a:pt x="168" y="224"/>
                </a:cubicBezTo>
                <a:close/>
                <a:moveTo>
                  <a:pt x="36" y="54"/>
                </a:moveTo>
                <a:cubicBezTo>
                  <a:pt x="37" y="54"/>
                  <a:pt x="38" y="53"/>
                  <a:pt x="39" y="52"/>
                </a:cubicBezTo>
                <a:cubicBezTo>
                  <a:pt x="73" y="14"/>
                  <a:pt x="73" y="14"/>
                  <a:pt x="73" y="14"/>
                </a:cubicBezTo>
                <a:cubicBezTo>
                  <a:pt x="107" y="28"/>
                  <a:pt x="107" y="28"/>
                  <a:pt x="107" y="28"/>
                </a:cubicBezTo>
                <a:cubicBezTo>
                  <a:pt x="108" y="28"/>
                  <a:pt x="109" y="28"/>
                  <a:pt x="110" y="27"/>
                </a:cubicBezTo>
                <a:cubicBezTo>
                  <a:pt x="145" y="8"/>
                  <a:pt x="145" y="8"/>
                  <a:pt x="145" y="8"/>
                </a:cubicBezTo>
                <a:cubicBezTo>
                  <a:pt x="182" y="8"/>
                  <a:pt x="182" y="8"/>
                  <a:pt x="182" y="8"/>
                </a:cubicBezTo>
                <a:cubicBezTo>
                  <a:pt x="213" y="50"/>
                  <a:pt x="213" y="50"/>
                  <a:pt x="213" y="50"/>
                </a:cubicBezTo>
                <a:cubicBezTo>
                  <a:pt x="214" y="52"/>
                  <a:pt x="217" y="53"/>
                  <a:pt x="218" y="51"/>
                </a:cubicBezTo>
                <a:cubicBezTo>
                  <a:pt x="220" y="50"/>
                  <a:pt x="221" y="47"/>
                  <a:pt x="219" y="46"/>
                </a:cubicBezTo>
                <a:cubicBezTo>
                  <a:pt x="187" y="2"/>
                  <a:pt x="187" y="2"/>
                  <a:pt x="187" y="2"/>
                </a:cubicBezTo>
                <a:cubicBezTo>
                  <a:pt x="186" y="1"/>
                  <a:pt x="185" y="0"/>
                  <a:pt x="184" y="0"/>
                </a:cubicBezTo>
                <a:cubicBezTo>
                  <a:pt x="144" y="0"/>
                  <a:pt x="144" y="0"/>
                  <a:pt x="144" y="0"/>
                </a:cubicBezTo>
                <a:cubicBezTo>
                  <a:pt x="143" y="0"/>
                  <a:pt x="143" y="0"/>
                  <a:pt x="142" y="1"/>
                </a:cubicBezTo>
                <a:cubicBezTo>
                  <a:pt x="108" y="20"/>
                  <a:pt x="108" y="20"/>
                  <a:pt x="108" y="20"/>
                </a:cubicBezTo>
                <a:cubicBezTo>
                  <a:pt x="73" y="6"/>
                  <a:pt x="73" y="6"/>
                  <a:pt x="73" y="6"/>
                </a:cubicBezTo>
                <a:cubicBezTo>
                  <a:pt x="72" y="5"/>
                  <a:pt x="70" y="6"/>
                  <a:pt x="69" y="7"/>
                </a:cubicBezTo>
                <a:cubicBezTo>
                  <a:pt x="33" y="47"/>
                  <a:pt x="33" y="47"/>
                  <a:pt x="33" y="47"/>
                </a:cubicBezTo>
                <a:cubicBezTo>
                  <a:pt x="32" y="49"/>
                  <a:pt x="32" y="51"/>
                  <a:pt x="33" y="53"/>
                </a:cubicBezTo>
                <a:cubicBezTo>
                  <a:pt x="34" y="53"/>
                  <a:pt x="35" y="54"/>
                  <a:pt x="36" y="54"/>
                </a:cubicBezTo>
                <a:close/>
                <a:moveTo>
                  <a:pt x="169" y="46"/>
                </a:moveTo>
                <a:cubicBezTo>
                  <a:pt x="175" y="42"/>
                  <a:pt x="175" y="42"/>
                  <a:pt x="175" y="42"/>
                </a:cubicBezTo>
                <a:cubicBezTo>
                  <a:pt x="161" y="23"/>
                  <a:pt x="161" y="23"/>
                  <a:pt x="161" y="23"/>
                </a:cubicBezTo>
                <a:cubicBezTo>
                  <a:pt x="130" y="41"/>
                  <a:pt x="130" y="41"/>
                  <a:pt x="130" y="41"/>
                </a:cubicBezTo>
                <a:cubicBezTo>
                  <a:pt x="134" y="47"/>
                  <a:pt x="134" y="47"/>
                  <a:pt x="134" y="47"/>
                </a:cubicBezTo>
                <a:cubicBezTo>
                  <a:pt x="159" y="33"/>
                  <a:pt x="159" y="33"/>
                  <a:pt x="159" y="33"/>
                </a:cubicBezTo>
                <a:lnTo>
                  <a:pt x="169" y="4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48" name="Freeform 166">
            <a:extLst>
              <a:ext uri="{FF2B5EF4-FFF2-40B4-BE49-F238E27FC236}">
                <a16:creationId xmlns:a16="http://schemas.microsoft.com/office/drawing/2014/main" id="{0E0BAF6F-C4F9-4F06-9973-A1F5511D39E7}"/>
              </a:ext>
            </a:extLst>
          </p:cNvPr>
          <p:cNvSpPr>
            <a:spLocks noChangeAspect="1" noEditPoints="1"/>
          </p:cNvSpPr>
          <p:nvPr/>
        </p:nvSpPr>
        <p:spPr bwMode="auto">
          <a:xfrm>
            <a:off x="5411318" y="5331620"/>
            <a:ext cx="400050" cy="336550"/>
          </a:xfrm>
          <a:custGeom>
            <a:avLst/>
            <a:gdLst>
              <a:gd name="T0" fmla="*/ 196 w 256"/>
              <a:gd name="T1" fmla="*/ 86 h 216"/>
              <a:gd name="T2" fmla="*/ 210 w 256"/>
              <a:gd name="T3" fmla="*/ 104 h 216"/>
              <a:gd name="T4" fmla="*/ 164 w 256"/>
              <a:gd name="T5" fmla="*/ 82 h 216"/>
              <a:gd name="T6" fmla="*/ 168 w 256"/>
              <a:gd name="T7" fmla="*/ 110 h 216"/>
              <a:gd name="T8" fmla="*/ 176 w 256"/>
              <a:gd name="T9" fmla="*/ 106 h 216"/>
              <a:gd name="T10" fmla="*/ 227 w 256"/>
              <a:gd name="T11" fmla="*/ 62 h 216"/>
              <a:gd name="T12" fmla="*/ 91 w 256"/>
              <a:gd name="T13" fmla="*/ 42 h 216"/>
              <a:gd name="T14" fmla="*/ 0 w 256"/>
              <a:gd name="T15" fmla="*/ 44 h 216"/>
              <a:gd name="T16" fmla="*/ 70 w 256"/>
              <a:gd name="T17" fmla="*/ 68 h 216"/>
              <a:gd name="T18" fmla="*/ 113 w 256"/>
              <a:gd name="T19" fmla="*/ 144 h 216"/>
              <a:gd name="T20" fmla="*/ 255 w 256"/>
              <a:gd name="T21" fmla="*/ 106 h 216"/>
              <a:gd name="T22" fmla="*/ 72 w 256"/>
              <a:gd name="T23" fmla="*/ 60 h 216"/>
              <a:gd name="T24" fmla="*/ 86 w 256"/>
              <a:gd name="T25" fmla="*/ 48 h 216"/>
              <a:gd name="T26" fmla="*/ 222 w 256"/>
              <a:gd name="T27" fmla="*/ 68 h 216"/>
              <a:gd name="T28" fmla="*/ 120 w 256"/>
              <a:gd name="T29" fmla="*/ 82 h 216"/>
              <a:gd name="T30" fmla="*/ 128 w 256"/>
              <a:gd name="T31" fmla="*/ 118 h 216"/>
              <a:gd name="T32" fmla="*/ 136 w 256"/>
              <a:gd name="T33" fmla="*/ 114 h 216"/>
              <a:gd name="T34" fmla="*/ 32 w 256"/>
              <a:gd name="T35" fmla="*/ 176 h 216"/>
              <a:gd name="T36" fmla="*/ 72 w 256"/>
              <a:gd name="T37" fmla="*/ 136 h 216"/>
              <a:gd name="T38" fmla="*/ 72 w 256"/>
              <a:gd name="T39" fmla="*/ 144 h 216"/>
              <a:gd name="T40" fmla="*/ 72 w 256"/>
              <a:gd name="T41" fmla="*/ 156 h 216"/>
              <a:gd name="T42" fmla="*/ 92 w 256"/>
              <a:gd name="T43" fmla="*/ 176 h 216"/>
              <a:gd name="T44" fmla="*/ 60 w 256"/>
              <a:gd name="T45" fmla="*/ 176 h 216"/>
              <a:gd name="T46" fmla="*/ 72 w 256"/>
              <a:gd name="T47" fmla="*/ 188 h 216"/>
              <a:gd name="T48" fmla="*/ 208 w 256"/>
              <a:gd name="T49" fmla="*/ 196 h 216"/>
              <a:gd name="T50" fmla="*/ 208 w 256"/>
              <a:gd name="T51" fmla="*/ 188 h 216"/>
              <a:gd name="T52" fmla="*/ 220 w 256"/>
              <a:gd name="T53" fmla="*/ 176 h 216"/>
              <a:gd name="T54" fmla="*/ 168 w 256"/>
              <a:gd name="T55" fmla="*/ 176 h 216"/>
              <a:gd name="T56" fmla="*/ 208 w 256"/>
              <a:gd name="T57" fmla="*/ 136 h 216"/>
              <a:gd name="T58" fmla="*/ 208 w 256"/>
              <a:gd name="T59" fmla="*/ 144 h 216"/>
              <a:gd name="T60" fmla="*/ 156 w 256"/>
              <a:gd name="T61" fmla="*/ 144 h 216"/>
              <a:gd name="T62" fmla="*/ 128 w 256"/>
              <a:gd name="T63" fmla="*/ 188 h 216"/>
              <a:gd name="T64" fmla="*/ 120 w 256"/>
              <a:gd name="T65" fmla="*/ 156 h 216"/>
              <a:gd name="T66" fmla="*/ 152 w 256"/>
              <a:gd name="T67" fmla="*/ 196 h 216"/>
              <a:gd name="T68" fmla="*/ 156 w 256"/>
              <a:gd name="T69" fmla="*/ 144 h 216"/>
              <a:gd name="T70" fmla="*/ 80 w 256"/>
              <a:gd name="T71" fmla="*/ 122 h 216"/>
              <a:gd name="T72" fmla="*/ 20 w 256"/>
              <a:gd name="T73" fmla="*/ 80 h 216"/>
              <a:gd name="T74" fmla="*/ 4 w 256"/>
              <a:gd name="T75" fmla="*/ 104 h 216"/>
              <a:gd name="T76" fmla="*/ 4 w 256"/>
              <a:gd name="T77" fmla="*/ 200 h 216"/>
              <a:gd name="T78" fmla="*/ 24 w 256"/>
              <a:gd name="T79" fmla="*/ 149 h 216"/>
              <a:gd name="T80" fmla="*/ 24 w 256"/>
              <a:gd name="T81" fmla="*/ 88 h 216"/>
              <a:gd name="T82" fmla="*/ 24 w 256"/>
              <a:gd name="T83" fmla="*/ 104 h 216"/>
              <a:gd name="T84" fmla="*/ 8 w 256"/>
              <a:gd name="T85" fmla="*/ 192 h 216"/>
              <a:gd name="T86" fmla="*/ 16 w 256"/>
              <a:gd name="T87" fmla="*/ 192 h 216"/>
              <a:gd name="T88" fmla="*/ 8 w 256"/>
              <a:gd name="T89" fmla="*/ 152 h 216"/>
              <a:gd name="T90" fmla="*/ 37 w 256"/>
              <a:gd name="T91" fmla="*/ 121 h 216"/>
              <a:gd name="T92" fmla="*/ 8 w 256"/>
              <a:gd name="T93" fmla="*/ 144 h 216"/>
              <a:gd name="T94" fmla="*/ 65 w 256"/>
              <a:gd name="T95" fmla="*/ 112 h 216"/>
              <a:gd name="T96" fmla="*/ 37 w 256"/>
              <a:gd name="T97" fmla="*/ 121 h 216"/>
              <a:gd name="T98" fmla="*/ 128 w 256"/>
              <a:gd name="T99" fmla="*/ 20 h 216"/>
              <a:gd name="T100" fmla="*/ 197 w 256"/>
              <a:gd name="T101" fmla="*/ 51 h 216"/>
              <a:gd name="T102" fmla="*/ 203 w 256"/>
              <a:gd name="T103" fmla="*/ 45 h 216"/>
              <a:gd name="T104" fmla="*/ 127 w 256"/>
              <a:gd name="T105" fmla="*/ 12 h 216"/>
              <a:gd name="T106" fmla="*/ 66 w 256"/>
              <a:gd name="T107" fmla="*/ 2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16">
                <a:moveTo>
                  <a:pt x="204" y="82"/>
                </a:moveTo>
                <a:cubicBezTo>
                  <a:pt x="203" y="80"/>
                  <a:pt x="200" y="79"/>
                  <a:pt x="198" y="80"/>
                </a:cubicBezTo>
                <a:cubicBezTo>
                  <a:pt x="196" y="81"/>
                  <a:pt x="195" y="84"/>
                  <a:pt x="196" y="86"/>
                </a:cubicBezTo>
                <a:cubicBezTo>
                  <a:pt x="204" y="102"/>
                  <a:pt x="204" y="102"/>
                  <a:pt x="204" y="102"/>
                </a:cubicBezTo>
                <a:cubicBezTo>
                  <a:pt x="205" y="103"/>
                  <a:pt x="207" y="104"/>
                  <a:pt x="208" y="104"/>
                </a:cubicBezTo>
                <a:cubicBezTo>
                  <a:pt x="209" y="104"/>
                  <a:pt x="209" y="104"/>
                  <a:pt x="210" y="104"/>
                </a:cubicBezTo>
                <a:cubicBezTo>
                  <a:pt x="212" y="103"/>
                  <a:pt x="213" y="100"/>
                  <a:pt x="212" y="98"/>
                </a:cubicBezTo>
                <a:lnTo>
                  <a:pt x="204" y="82"/>
                </a:lnTo>
                <a:close/>
                <a:moveTo>
                  <a:pt x="164" y="82"/>
                </a:moveTo>
                <a:cubicBezTo>
                  <a:pt x="163" y="80"/>
                  <a:pt x="160" y="79"/>
                  <a:pt x="158" y="80"/>
                </a:cubicBezTo>
                <a:cubicBezTo>
                  <a:pt x="156" y="81"/>
                  <a:pt x="155" y="84"/>
                  <a:pt x="156" y="86"/>
                </a:cubicBezTo>
                <a:cubicBezTo>
                  <a:pt x="168" y="110"/>
                  <a:pt x="168" y="110"/>
                  <a:pt x="168" y="110"/>
                </a:cubicBezTo>
                <a:cubicBezTo>
                  <a:pt x="169" y="111"/>
                  <a:pt x="171" y="112"/>
                  <a:pt x="172" y="112"/>
                </a:cubicBezTo>
                <a:cubicBezTo>
                  <a:pt x="173" y="112"/>
                  <a:pt x="173" y="112"/>
                  <a:pt x="174" y="112"/>
                </a:cubicBezTo>
                <a:cubicBezTo>
                  <a:pt x="176" y="111"/>
                  <a:pt x="177" y="108"/>
                  <a:pt x="176" y="106"/>
                </a:cubicBezTo>
                <a:lnTo>
                  <a:pt x="164" y="82"/>
                </a:lnTo>
                <a:close/>
                <a:moveTo>
                  <a:pt x="255" y="106"/>
                </a:moveTo>
                <a:cubicBezTo>
                  <a:pt x="227" y="62"/>
                  <a:pt x="227" y="62"/>
                  <a:pt x="227" y="62"/>
                </a:cubicBezTo>
                <a:cubicBezTo>
                  <a:pt x="227" y="61"/>
                  <a:pt x="225" y="60"/>
                  <a:pt x="224" y="60"/>
                </a:cubicBezTo>
                <a:cubicBezTo>
                  <a:pt x="102" y="60"/>
                  <a:pt x="102" y="60"/>
                  <a:pt x="102" y="60"/>
                </a:cubicBezTo>
                <a:cubicBezTo>
                  <a:pt x="91" y="42"/>
                  <a:pt x="91" y="42"/>
                  <a:pt x="91" y="42"/>
                </a:cubicBezTo>
                <a:cubicBezTo>
                  <a:pt x="91" y="41"/>
                  <a:pt x="89" y="40"/>
                  <a:pt x="88" y="40"/>
                </a:cubicBezTo>
                <a:cubicBezTo>
                  <a:pt x="4" y="40"/>
                  <a:pt x="4" y="40"/>
                  <a:pt x="4" y="40"/>
                </a:cubicBezTo>
                <a:cubicBezTo>
                  <a:pt x="2" y="40"/>
                  <a:pt x="0" y="42"/>
                  <a:pt x="0" y="44"/>
                </a:cubicBezTo>
                <a:cubicBezTo>
                  <a:pt x="0" y="64"/>
                  <a:pt x="0" y="64"/>
                  <a:pt x="0" y="64"/>
                </a:cubicBezTo>
                <a:cubicBezTo>
                  <a:pt x="0" y="66"/>
                  <a:pt x="2" y="68"/>
                  <a:pt x="4" y="68"/>
                </a:cubicBezTo>
                <a:cubicBezTo>
                  <a:pt x="70" y="68"/>
                  <a:pt x="70" y="68"/>
                  <a:pt x="70" y="68"/>
                </a:cubicBezTo>
                <a:cubicBezTo>
                  <a:pt x="108" y="142"/>
                  <a:pt x="108" y="142"/>
                  <a:pt x="108" y="142"/>
                </a:cubicBezTo>
                <a:cubicBezTo>
                  <a:pt x="109" y="143"/>
                  <a:pt x="111" y="144"/>
                  <a:pt x="112" y="144"/>
                </a:cubicBezTo>
                <a:cubicBezTo>
                  <a:pt x="112" y="144"/>
                  <a:pt x="113" y="144"/>
                  <a:pt x="113" y="144"/>
                </a:cubicBezTo>
                <a:cubicBezTo>
                  <a:pt x="253" y="112"/>
                  <a:pt x="253" y="112"/>
                  <a:pt x="253" y="112"/>
                </a:cubicBezTo>
                <a:cubicBezTo>
                  <a:pt x="254" y="112"/>
                  <a:pt x="255" y="111"/>
                  <a:pt x="256" y="110"/>
                </a:cubicBezTo>
                <a:cubicBezTo>
                  <a:pt x="256" y="108"/>
                  <a:pt x="256" y="107"/>
                  <a:pt x="255" y="106"/>
                </a:cubicBezTo>
                <a:close/>
                <a:moveTo>
                  <a:pt x="114" y="135"/>
                </a:moveTo>
                <a:cubicBezTo>
                  <a:pt x="76" y="62"/>
                  <a:pt x="76" y="62"/>
                  <a:pt x="76" y="62"/>
                </a:cubicBezTo>
                <a:cubicBezTo>
                  <a:pt x="75" y="61"/>
                  <a:pt x="73" y="60"/>
                  <a:pt x="72" y="60"/>
                </a:cubicBezTo>
                <a:cubicBezTo>
                  <a:pt x="8" y="60"/>
                  <a:pt x="8" y="60"/>
                  <a:pt x="8" y="60"/>
                </a:cubicBezTo>
                <a:cubicBezTo>
                  <a:pt x="8" y="48"/>
                  <a:pt x="8" y="48"/>
                  <a:pt x="8" y="48"/>
                </a:cubicBezTo>
                <a:cubicBezTo>
                  <a:pt x="86" y="48"/>
                  <a:pt x="86" y="48"/>
                  <a:pt x="86" y="48"/>
                </a:cubicBezTo>
                <a:cubicBezTo>
                  <a:pt x="97" y="66"/>
                  <a:pt x="97" y="66"/>
                  <a:pt x="97" y="66"/>
                </a:cubicBezTo>
                <a:cubicBezTo>
                  <a:pt x="97" y="67"/>
                  <a:pt x="99" y="68"/>
                  <a:pt x="100" y="68"/>
                </a:cubicBezTo>
                <a:cubicBezTo>
                  <a:pt x="222" y="68"/>
                  <a:pt x="222" y="68"/>
                  <a:pt x="222" y="68"/>
                </a:cubicBezTo>
                <a:cubicBezTo>
                  <a:pt x="246" y="105"/>
                  <a:pt x="246" y="105"/>
                  <a:pt x="246" y="105"/>
                </a:cubicBezTo>
                <a:lnTo>
                  <a:pt x="114" y="135"/>
                </a:lnTo>
                <a:close/>
                <a:moveTo>
                  <a:pt x="120" y="82"/>
                </a:moveTo>
                <a:cubicBezTo>
                  <a:pt x="119" y="80"/>
                  <a:pt x="116" y="79"/>
                  <a:pt x="114" y="80"/>
                </a:cubicBezTo>
                <a:cubicBezTo>
                  <a:pt x="112" y="81"/>
                  <a:pt x="111" y="84"/>
                  <a:pt x="112" y="86"/>
                </a:cubicBezTo>
                <a:cubicBezTo>
                  <a:pt x="128" y="118"/>
                  <a:pt x="128" y="118"/>
                  <a:pt x="128" y="118"/>
                </a:cubicBezTo>
                <a:cubicBezTo>
                  <a:pt x="129" y="119"/>
                  <a:pt x="131" y="120"/>
                  <a:pt x="132" y="120"/>
                </a:cubicBezTo>
                <a:cubicBezTo>
                  <a:pt x="133" y="120"/>
                  <a:pt x="133" y="120"/>
                  <a:pt x="134" y="120"/>
                </a:cubicBezTo>
                <a:cubicBezTo>
                  <a:pt x="136" y="119"/>
                  <a:pt x="137" y="116"/>
                  <a:pt x="136" y="114"/>
                </a:cubicBezTo>
                <a:lnTo>
                  <a:pt x="120" y="82"/>
                </a:lnTo>
                <a:close/>
                <a:moveTo>
                  <a:pt x="72" y="136"/>
                </a:moveTo>
                <a:cubicBezTo>
                  <a:pt x="50" y="136"/>
                  <a:pt x="32" y="154"/>
                  <a:pt x="32" y="176"/>
                </a:cubicBezTo>
                <a:cubicBezTo>
                  <a:pt x="32" y="198"/>
                  <a:pt x="50" y="216"/>
                  <a:pt x="72" y="216"/>
                </a:cubicBezTo>
                <a:cubicBezTo>
                  <a:pt x="94" y="216"/>
                  <a:pt x="112" y="198"/>
                  <a:pt x="112" y="176"/>
                </a:cubicBezTo>
                <a:cubicBezTo>
                  <a:pt x="112" y="154"/>
                  <a:pt x="94" y="136"/>
                  <a:pt x="72" y="136"/>
                </a:cubicBezTo>
                <a:close/>
                <a:moveTo>
                  <a:pt x="72" y="208"/>
                </a:moveTo>
                <a:cubicBezTo>
                  <a:pt x="54" y="208"/>
                  <a:pt x="40" y="194"/>
                  <a:pt x="40" y="176"/>
                </a:cubicBezTo>
                <a:cubicBezTo>
                  <a:pt x="40" y="158"/>
                  <a:pt x="54" y="144"/>
                  <a:pt x="72" y="144"/>
                </a:cubicBezTo>
                <a:cubicBezTo>
                  <a:pt x="90" y="144"/>
                  <a:pt x="104" y="158"/>
                  <a:pt x="104" y="176"/>
                </a:cubicBezTo>
                <a:cubicBezTo>
                  <a:pt x="104" y="194"/>
                  <a:pt x="90" y="208"/>
                  <a:pt x="72" y="208"/>
                </a:cubicBezTo>
                <a:close/>
                <a:moveTo>
                  <a:pt x="72" y="156"/>
                </a:moveTo>
                <a:cubicBezTo>
                  <a:pt x="61" y="156"/>
                  <a:pt x="52" y="165"/>
                  <a:pt x="52" y="176"/>
                </a:cubicBezTo>
                <a:cubicBezTo>
                  <a:pt x="52" y="187"/>
                  <a:pt x="61" y="196"/>
                  <a:pt x="72" y="196"/>
                </a:cubicBezTo>
                <a:cubicBezTo>
                  <a:pt x="83" y="196"/>
                  <a:pt x="92" y="187"/>
                  <a:pt x="92" y="176"/>
                </a:cubicBezTo>
                <a:cubicBezTo>
                  <a:pt x="92" y="165"/>
                  <a:pt x="83" y="156"/>
                  <a:pt x="72" y="156"/>
                </a:cubicBezTo>
                <a:close/>
                <a:moveTo>
                  <a:pt x="72" y="188"/>
                </a:moveTo>
                <a:cubicBezTo>
                  <a:pt x="65" y="188"/>
                  <a:pt x="60" y="183"/>
                  <a:pt x="60" y="176"/>
                </a:cubicBezTo>
                <a:cubicBezTo>
                  <a:pt x="60" y="169"/>
                  <a:pt x="65" y="164"/>
                  <a:pt x="72" y="164"/>
                </a:cubicBezTo>
                <a:cubicBezTo>
                  <a:pt x="79" y="164"/>
                  <a:pt x="84" y="169"/>
                  <a:pt x="84" y="176"/>
                </a:cubicBezTo>
                <a:cubicBezTo>
                  <a:pt x="84" y="183"/>
                  <a:pt x="79" y="188"/>
                  <a:pt x="72" y="188"/>
                </a:cubicBezTo>
                <a:close/>
                <a:moveTo>
                  <a:pt x="208" y="156"/>
                </a:moveTo>
                <a:cubicBezTo>
                  <a:pt x="197" y="156"/>
                  <a:pt x="188" y="165"/>
                  <a:pt x="188" y="176"/>
                </a:cubicBezTo>
                <a:cubicBezTo>
                  <a:pt x="188" y="187"/>
                  <a:pt x="197" y="196"/>
                  <a:pt x="208" y="196"/>
                </a:cubicBezTo>
                <a:cubicBezTo>
                  <a:pt x="219" y="196"/>
                  <a:pt x="228" y="187"/>
                  <a:pt x="228" y="176"/>
                </a:cubicBezTo>
                <a:cubicBezTo>
                  <a:pt x="228" y="165"/>
                  <a:pt x="219" y="156"/>
                  <a:pt x="208" y="156"/>
                </a:cubicBezTo>
                <a:close/>
                <a:moveTo>
                  <a:pt x="208" y="188"/>
                </a:moveTo>
                <a:cubicBezTo>
                  <a:pt x="201" y="188"/>
                  <a:pt x="196" y="183"/>
                  <a:pt x="196" y="176"/>
                </a:cubicBezTo>
                <a:cubicBezTo>
                  <a:pt x="196" y="169"/>
                  <a:pt x="201" y="164"/>
                  <a:pt x="208" y="164"/>
                </a:cubicBezTo>
                <a:cubicBezTo>
                  <a:pt x="215" y="164"/>
                  <a:pt x="220" y="169"/>
                  <a:pt x="220" y="176"/>
                </a:cubicBezTo>
                <a:cubicBezTo>
                  <a:pt x="220" y="183"/>
                  <a:pt x="215" y="188"/>
                  <a:pt x="208" y="188"/>
                </a:cubicBezTo>
                <a:close/>
                <a:moveTo>
                  <a:pt x="208" y="136"/>
                </a:moveTo>
                <a:cubicBezTo>
                  <a:pt x="186" y="136"/>
                  <a:pt x="168" y="154"/>
                  <a:pt x="168" y="176"/>
                </a:cubicBezTo>
                <a:cubicBezTo>
                  <a:pt x="168" y="198"/>
                  <a:pt x="186" y="216"/>
                  <a:pt x="208" y="216"/>
                </a:cubicBezTo>
                <a:cubicBezTo>
                  <a:pt x="230" y="216"/>
                  <a:pt x="248" y="198"/>
                  <a:pt x="248" y="176"/>
                </a:cubicBezTo>
                <a:cubicBezTo>
                  <a:pt x="248" y="154"/>
                  <a:pt x="230" y="136"/>
                  <a:pt x="208" y="136"/>
                </a:cubicBezTo>
                <a:close/>
                <a:moveTo>
                  <a:pt x="208" y="208"/>
                </a:moveTo>
                <a:cubicBezTo>
                  <a:pt x="190" y="208"/>
                  <a:pt x="176" y="194"/>
                  <a:pt x="176" y="176"/>
                </a:cubicBezTo>
                <a:cubicBezTo>
                  <a:pt x="176" y="158"/>
                  <a:pt x="190" y="144"/>
                  <a:pt x="208" y="144"/>
                </a:cubicBezTo>
                <a:cubicBezTo>
                  <a:pt x="226" y="144"/>
                  <a:pt x="240" y="158"/>
                  <a:pt x="240" y="176"/>
                </a:cubicBezTo>
                <a:cubicBezTo>
                  <a:pt x="240" y="194"/>
                  <a:pt x="226" y="208"/>
                  <a:pt x="208" y="208"/>
                </a:cubicBezTo>
                <a:close/>
                <a:moveTo>
                  <a:pt x="156" y="144"/>
                </a:moveTo>
                <a:cubicBezTo>
                  <a:pt x="154" y="144"/>
                  <a:pt x="152" y="146"/>
                  <a:pt x="152" y="148"/>
                </a:cubicBezTo>
                <a:cubicBezTo>
                  <a:pt x="152" y="188"/>
                  <a:pt x="152" y="188"/>
                  <a:pt x="152" y="188"/>
                </a:cubicBezTo>
                <a:cubicBezTo>
                  <a:pt x="128" y="188"/>
                  <a:pt x="128" y="188"/>
                  <a:pt x="128" y="188"/>
                </a:cubicBezTo>
                <a:cubicBezTo>
                  <a:pt x="128" y="156"/>
                  <a:pt x="128" y="156"/>
                  <a:pt x="128" y="156"/>
                </a:cubicBezTo>
                <a:cubicBezTo>
                  <a:pt x="128" y="154"/>
                  <a:pt x="126" y="152"/>
                  <a:pt x="124" y="152"/>
                </a:cubicBezTo>
                <a:cubicBezTo>
                  <a:pt x="122" y="152"/>
                  <a:pt x="120" y="154"/>
                  <a:pt x="120" y="156"/>
                </a:cubicBezTo>
                <a:cubicBezTo>
                  <a:pt x="120" y="188"/>
                  <a:pt x="120" y="188"/>
                  <a:pt x="120" y="188"/>
                </a:cubicBezTo>
                <a:cubicBezTo>
                  <a:pt x="120" y="192"/>
                  <a:pt x="124" y="196"/>
                  <a:pt x="128" y="196"/>
                </a:cubicBezTo>
                <a:cubicBezTo>
                  <a:pt x="152" y="196"/>
                  <a:pt x="152" y="196"/>
                  <a:pt x="152" y="196"/>
                </a:cubicBezTo>
                <a:cubicBezTo>
                  <a:pt x="156" y="196"/>
                  <a:pt x="160" y="192"/>
                  <a:pt x="160" y="188"/>
                </a:cubicBezTo>
                <a:cubicBezTo>
                  <a:pt x="160" y="148"/>
                  <a:pt x="160" y="148"/>
                  <a:pt x="160" y="148"/>
                </a:cubicBezTo>
                <a:cubicBezTo>
                  <a:pt x="160" y="146"/>
                  <a:pt x="158" y="144"/>
                  <a:pt x="156" y="144"/>
                </a:cubicBezTo>
                <a:close/>
                <a:moveTo>
                  <a:pt x="76" y="128"/>
                </a:moveTo>
                <a:cubicBezTo>
                  <a:pt x="77" y="128"/>
                  <a:pt x="79" y="127"/>
                  <a:pt x="79" y="126"/>
                </a:cubicBezTo>
                <a:cubicBezTo>
                  <a:pt x="80" y="125"/>
                  <a:pt x="80" y="123"/>
                  <a:pt x="80" y="122"/>
                </a:cubicBezTo>
                <a:cubicBezTo>
                  <a:pt x="60" y="82"/>
                  <a:pt x="60" y="82"/>
                  <a:pt x="60" y="82"/>
                </a:cubicBezTo>
                <a:cubicBezTo>
                  <a:pt x="59" y="81"/>
                  <a:pt x="58" y="80"/>
                  <a:pt x="56" y="80"/>
                </a:cubicBezTo>
                <a:cubicBezTo>
                  <a:pt x="20" y="80"/>
                  <a:pt x="20" y="80"/>
                  <a:pt x="20" y="80"/>
                </a:cubicBezTo>
                <a:cubicBezTo>
                  <a:pt x="18" y="80"/>
                  <a:pt x="16" y="82"/>
                  <a:pt x="16" y="84"/>
                </a:cubicBezTo>
                <a:cubicBezTo>
                  <a:pt x="16" y="104"/>
                  <a:pt x="16" y="104"/>
                  <a:pt x="16" y="104"/>
                </a:cubicBezTo>
                <a:cubicBezTo>
                  <a:pt x="4" y="104"/>
                  <a:pt x="4" y="104"/>
                  <a:pt x="4" y="104"/>
                </a:cubicBezTo>
                <a:cubicBezTo>
                  <a:pt x="2" y="104"/>
                  <a:pt x="0" y="106"/>
                  <a:pt x="0" y="108"/>
                </a:cubicBezTo>
                <a:cubicBezTo>
                  <a:pt x="0" y="196"/>
                  <a:pt x="0" y="196"/>
                  <a:pt x="0" y="196"/>
                </a:cubicBezTo>
                <a:cubicBezTo>
                  <a:pt x="0" y="198"/>
                  <a:pt x="2" y="200"/>
                  <a:pt x="4" y="200"/>
                </a:cubicBezTo>
                <a:cubicBezTo>
                  <a:pt x="20" y="200"/>
                  <a:pt x="20" y="200"/>
                  <a:pt x="20" y="200"/>
                </a:cubicBezTo>
                <a:cubicBezTo>
                  <a:pt x="22" y="200"/>
                  <a:pt x="24" y="198"/>
                  <a:pt x="24" y="196"/>
                </a:cubicBezTo>
                <a:cubicBezTo>
                  <a:pt x="24" y="149"/>
                  <a:pt x="24" y="149"/>
                  <a:pt x="24" y="149"/>
                </a:cubicBezTo>
                <a:cubicBezTo>
                  <a:pt x="42" y="128"/>
                  <a:pt x="42" y="128"/>
                  <a:pt x="42" y="128"/>
                </a:cubicBezTo>
                <a:lnTo>
                  <a:pt x="76" y="128"/>
                </a:lnTo>
                <a:close/>
                <a:moveTo>
                  <a:pt x="24" y="88"/>
                </a:moveTo>
                <a:cubicBezTo>
                  <a:pt x="54" y="88"/>
                  <a:pt x="54" y="88"/>
                  <a:pt x="54" y="88"/>
                </a:cubicBezTo>
                <a:cubicBezTo>
                  <a:pt x="62" y="104"/>
                  <a:pt x="62" y="104"/>
                  <a:pt x="62" y="104"/>
                </a:cubicBezTo>
                <a:cubicBezTo>
                  <a:pt x="24" y="104"/>
                  <a:pt x="24" y="104"/>
                  <a:pt x="24" y="104"/>
                </a:cubicBezTo>
                <a:lnTo>
                  <a:pt x="24" y="88"/>
                </a:lnTo>
                <a:close/>
                <a:moveTo>
                  <a:pt x="16" y="192"/>
                </a:moveTo>
                <a:cubicBezTo>
                  <a:pt x="8" y="192"/>
                  <a:pt x="8" y="192"/>
                  <a:pt x="8" y="192"/>
                </a:cubicBezTo>
                <a:cubicBezTo>
                  <a:pt x="8" y="176"/>
                  <a:pt x="8" y="176"/>
                  <a:pt x="8" y="176"/>
                </a:cubicBezTo>
                <a:cubicBezTo>
                  <a:pt x="16" y="176"/>
                  <a:pt x="16" y="176"/>
                  <a:pt x="16" y="176"/>
                </a:cubicBezTo>
                <a:lnTo>
                  <a:pt x="16" y="192"/>
                </a:lnTo>
                <a:close/>
                <a:moveTo>
                  <a:pt x="16" y="168"/>
                </a:moveTo>
                <a:cubicBezTo>
                  <a:pt x="8" y="168"/>
                  <a:pt x="8" y="168"/>
                  <a:pt x="8" y="168"/>
                </a:cubicBezTo>
                <a:cubicBezTo>
                  <a:pt x="8" y="152"/>
                  <a:pt x="8" y="152"/>
                  <a:pt x="8" y="152"/>
                </a:cubicBezTo>
                <a:cubicBezTo>
                  <a:pt x="16" y="152"/>
                  <a:pt x="16" y="152"/>
                  <a:pt x="16" y="152"/>
                </a:cubicBezTo>
                <a:lnTo>
                  <a:pt x="16" y="168"/>
                </a:lnTo>
                <a:close/>
                <a:moveTo>
                  <a:pt x="37" y="121"/>
                </a:moveTo>
                <a:cubicBezTo>
                  <a:pt x="18" y="144"/>
                  <a:pt x="18" y="144"/>
                  <a:pt x="18" y="144"/>
                </a:cubicBezTo>
                <a:cubicBezTo>
                  <a:pt x="17" y="144"/>
                  <a:pt x="17" y="144"/>
                  <a:pt x="16" y="144"/>
                </a:cubicBezTo>
                <a:cubicBezTo>
                  <a:pt x="8" y="144"/>
                  <a:pt x="8" y="144"/>
                  <a:pt x="8" y="144"/>
                </a:cubicBezTo>
                <a:cubicBezTo>
                  <a:pt x="8" y="112"/>
                  <a:pt x="8" y="112"/>
                  <a:pt x="8" y="112"/>
                </a:cubicBezTo>
                <a:cubicBezTo>
                  <a:pt x="64" y="112"/>
                  <a:pt x="64" y="112"/>
                  <a:pt x="64" y="112"/>
                </a:cubicBezTo>
                <a:cubicBezTo>
                  <a:pt x="64" y="112"/>
                  <a:pt x="65" y="112"/>
                  <a:pt x="65" y="112"/>
                </a:cubicBezTo>
                <a:cubicBezTo>
                  <a:pt x="70" y="120"/>
                  <a:pt x="70" y="120"/>
                  <a:pt x="70" y="120"/>
                </a:cubicBezTo>
                <a:cubicBezTo>
                  <a:pt x="40" y="120"/>
                  <a:pt x="40" y="120"/>
                  <a:pt x="40" y="120"/>
                </a:cubicBezTo>
                <a:cubicBezTo>
                  <a:pt x="39" y="120"/>
                  <a:pt x="38" y="121"/>
                  <a:pt x="37" y="121"/>
                </a:cubicBezTo>
                <a:close/>
                <a:moveTo>
                  <a:pt x="70" y="31"/>
                </a:moveTo>
                <a:cubicBezTo>
                  <a:pt x="89" y="20"/>
                  <a:pt x="89" y="20"/>
                  <a:pt x="89" y="20"/>
                </a:cubicBezTo>
                <a:cubicBezTo>
                  <a:pt x="128" y="20"/>
                  <a:pt x="128" y="20"/>
                  <a:pt x="128" y="20"/>
                </a:cubicBezTo>
                <a:cubicBezTo>
                  <a:pt x="128" y="20"/>
                  <a:pt x="129" y="20"/>
                  <a:pt x="129" y="20"/>
                </a:cubicBezTo>
                <a:cubicBezTo>
                  <a:pt x="163" y="9"/>
                  <a:pt x="163" y="9"/>
                  <a:pt x="163" y="9"/>
                </a:cubicBezTo>
                <a:cubicBezTo>
                  <a:pt x="197" y="51"/>
                  <a:pt x="197" y="51"/>
                  <a:pt x="197" y="51"/>
                </a:cubicBezTo>
                <a:cubicBezTo>
                  <a:pt x="198" y="52"/>
                  <a:pt x="199" y="52"/>
                  <a:pt x="200" y="52"/>
                </a:cubicBezTo>
                <a:cubicBezTo>
                  <a:pt x="201" y="52"/>
                  <a:pt x="202" y="52"/>
                  <a:pt x="203" y="51"/>
                </a:cubicBezTo>
                <a:cubicBezTo>
                  <a:pt x="204" y="50"/>
                  <a:pt x="204" y="47"/>
                  <a:pt x="203" y="45"/>
                </a:cubicBezTo>
                <a:cubicBezTo>
                  <a:pt x="167" y="1"/>
                  <a:pt x="167" y="1"/>
                  <a:pt x="167" y="1"/>
                </a:cubicBezTo>
                <a:cubicBezTo>
                  <a:pt x="166" y="0"/>
                  <a:pt x="164" y="0"/>
                  <a:pt x="163" y="0"/>
                </a:cubicBezTo>
                <a:cubicBezTo>
                  <a:pt x="127" y="12"/>
                  <a:pt x="127" y="12"/>
                  <a:pt x="127" y="12"/>
                </a:cubicBezTo>
                <a:cubicBezTo>
                  <a:pt x="88" y="12"/>
                  <a:pt x="88" y="12"/>
                  <a:pt x="88" y="12"/>
                </a:cubicBezTo>
                <a:cubicBezTo>
                  <a:pt x="87" y="12"/>
                  <a:pt x="87" y="12"/>
                  <a:pt x="86" y="13"/>
                </a:cubicBezTo>
                <a:cubicBezTo>
                  <a:pt x="66" y="25"/>
                  <a:pt x="66" y="25"/>
                  <a:pt x="66" y="25"/>
                </a:cubicBezTo>
                <a:cubicBezTo>
                  <a:pt x="64" y="26"/>
                  <a:pt x="63" y="28"/>
                  <a:pt x="65" y="30"/>
                </a:cubicBezTo>
                <a:cubicBezTo>
                  <a:pt x="66" y="32"/>
                  <a:pt x="68" y="33"/>
                  <a:pt x="70" y="3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56" name="Freeform 170">
            <a:extLst>
              <a:ext uri="{FF2B5EF4-FFF2-40B4-BE49-F238E27FC236}">
                <a16:creationId xmlns:a16="http://schemas.microsoft.com/office/drawing/2014/main" id="{83DA5450-D573-44B2-B827-806DB55CA56B}"/>
              </a:ext>
            </a:extLst>
          </p:cNvPr>
          <p:cNvSpPr>
            <a:spLocks noChangeAspect="1" noEditPoints="1"/>
          </p:cNvSpPr>
          <p:nvPr/>
        </p:nvSpPr>
        <p:spPr bwMode="auto">
          <a:xfrm>
            <a:off x="6378170" y="5299870"/>
            <a:ext cx="401638" cy="400050"/>
          </a:xfrm>
          <a:custGeom>
            <a:avLst/>
            <a:gdLst>
              <a:gd name="T0" fmla="*/ 68 w 257"/>
              <a:gd name="T1" fmla="*/ 228 h 256"/>
              <a:gd name="T2" fmla="*/ 68 w 257"/>
              <a:gd name="T3" fmla="*/ 220 h 256"/>
              <a:gd name="T4" fmla="*/ 80 w 257"/>
              <a:gd name="T5" fmla="*/ 208 h 256"/>
              <a:gd name="T6" fmla="*/ 191 w 257"/>
              <a:gd name="T7" fmla="*/ 134 h 256"/>
              <a:gd name="T8" fmla="*/ 184 w 257"/>
              <a:gd name="T9" fmla="*/ 101 h 256"/>
              <a:gd name="T10" fmla="*/ 212 w 257"/>
              <a:gd name="T11" fmla="*/ 68 h 256"/>
              <a:gd name="T12" fmla="*/ 204 w 257"/>
              <a:gd name="T13" fmla="*/ 100 h 256"/>
              <a:gd name="T14" fmla="*/ 212 w 257"/>
              <a:gd name="T15" fmla="*/ 132 h 256"/>
              <a:gd name="T16" fmla="*/ 224 w 257"/>
              <a:gd name="T17" fmla="*/ 61 h 256"/>
              <a:gd name="T18" fmla="*/ 255 w 257"/>
              <a:gd name="T19" fmla="*/ 18 h 256"/>
              <a:gd name="T20" fmla="*/ 244 w 257"/>
              <a:gd name="T21" fmla="*/ 20 h 256"/>
              <a:gd name="T22" fmla="*/ 148 w 257"/>
              <a:gd name="T23" fmla="*/ 12 h 256"/>
              <a:gd name="T24" fmla="*/ 154 w 257"/>
              <a:gd name="T25" fmla="*/ 42 h 256"/>
              <a:gd name="T26" fmla="*/ 176 w 257"/>
              <a:gd name="T27" fmla="*/ 100 h 256"/>
              <a:gd name="T28" fmla="*/ 168 w 257"/>
              <a:gd name="T29" fmla="*/ 136 h 256"/>
              <a:gd name="T30" fmla="*/ 201 w 257"/>
              <a:gd name="T31" fmla="*/ 161 h 256"/>
              <a:gd name="T32" fmla="*/ 68 w 257"/>
              <a:gd name="T33" fmla="*/ 160 h 256"/>
              <a:gd name="T34" fmla="*/ 8 w 257"/>
              <a:gd name="T35" fmla="*/ 180 h 256"/>
              <a:gd name="T36" fmla="*/ 16 w 257"/>
              <a:gd name="T37" fmla="*/ 144 h 256"/>
              <a:gd name="T38" fmla="*/ 64 w 257"/>
              <a:gd name="T39" fmla="*/ 132 h 256"/>
              <a:gd name="T40" fmla="*/ 148 w 257"/>
              <a:gd name="T41" fmla="*/ 133 h 256"/>
              <a:gd name="T42" fmla="*/ 128 w 257"/>
              <a:gd name="T43" fmla="*/ 160 h 256"/>
              <a:gd name="T44" fmla="*/ 81 w 257"/>
              <a:gd name="T45" fmla="*/ 130 h 256"/>
              <a:gd name="T46" fmla="*/ 120 w 257"/>
              <a:gd name="T47" fmla="*/ 180 h 256"/>
              <a:gd name="T48" fmla="*/ 156 w 257"/>
              <a:gd name="T49" fmla="*/ 180 h 256"/>
              <a:gd name="T50" fmla="*/ 123 w 257"/>
              <a:gd name="T51" fmla="*/ 72 h 256"/>
              <a:gd name="T52" fmla="*/ 124 w 257"/>
              <a:gd name="T53" fmla="*/ 64 h 256"/>
              <a:gd name="T54" fmla="*/ 56 w 257"/>
              <a:gd name="T55" fmla="*/ 128 h 256"/>
              <a:gd name="T56" fmla="*/ 24 w 257"/>
              <a:gd name="T57" fmla="*/ 92 h 256"/>
              <a:gd name="T58" fmla="*/ 24 w 257"/>
              <a:gd name="T59" fmla="*/ 100 h 256"/>
              <a:gd name="T60" fmla="*/ 24 w 257"/>
              <a:gd name="T61" fmla="*/ 128 h 256"/>
              <a:gd name="T62" fmla="*/ 4 w 257"/>
              <a:gd name="T63" fmla="*/ 172 h 256"/>
              <a:gd name="T64" fmla="*/ 2 w 257"/>
              <a:gd name="T65" fmla="*/ 199 h 256"/>
              <a:gd name="T66" fmla="*/ 116 w 257"/>
              <a:gd name="T67" fmla="*/ 212 h 256"/>
              <a:gd name="T68" fmla="*/ 256 w 257"/>
              <a:gd name="T69" fmla="*/ 208 h 256"/>
              <a:gd name="T70" fmla="*/ 156 w 257"/>
              <a:gd name="T71" fmla="*/ 15 h 256"/>
              <a:gd name="T72" fmla="*/ 226 w 257"/>
              <a:gd name="T73" fmla="*/ 50 h 256"/>
              <a:gd name="T74" fmla="*/ 68 w 257"/>
              <a:gd name="T75" fmla="*/ 248 h 256"/>
              <a:gd name="T76" fmla="*/ 108 w 257"/>
              <a:gd name="T77" fmla="*/ 208 h 256"/>
              <a:gd name="T78" fmla="*/ 168 w 257"/>
              <a:gd name="T79" fmla="*/ 208 h 256"/>
              <a:gd name="T80" fmla="*/ 208 w 257"/>
              <a:gd name="T81" fmla="*/ 248 h 256"/>
              <a:gd name="T82" fmla="*/ 208 w 257"/>
              <a:gd name="T83" fmla="*/ 228 h 256"/>
              <a:gd name="T84" fmla="*/ 208 w 257"/>
              <a:gd name="T85" fmla="*/ 220 h 256"/>
              <a:gd name="T86" fmla="*/ 220 w 257"/>
              <a:gd name="T87" fmla="*/ 208 h 256"/>
              <a:gd name="T88" fmla="*/ 80 w 257"/>
              <a:gd name="T89" fmla="*/ 88 h 256"/>
              <a:gd name="T90" fmla="*/ 112 w 257"/>
              <a:gd name="T91" fmla="*/ 116 h 256"/>
              <a:gd name="T92" fmla="*/ 92 w 257"/>
              <a:gd name="T93" fmla="*/ 108 h 256"/>
              <a:gd name="T94" fmla="*/ 84 w 257"/>
              <a:gd name="T95" fmla="*/ 8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7" h="256">
                <a:moveTo>
                  <a:pt x="68" y="188"/>
                </a:moveTo>
                <a:cubicBezTo>
                  <a:pt x="57" y="188"/>
                  <a:pt x="48" y="197"/>
                  <a:pt x="48" y="208"/>
                </a:cubicBezTo>
                <a:cubicBezTo>
                  <a:pt x="48" y="219"/>
                  <a:pt x="57" y="228"/>
                  <a:pt x="68" y="228"/>
                </a:cubicBezTo>
                <a:cubicBezTo>
                  <a:pt x="79" y="228"/>
                  <a:pt x="88" y="219"/>
                  <a:pt x="88" y="208"/>
                </a:cubicBezTo>
                <a:cubicBezTo>
                  <a:pt x="88" y="197"/>
                  <a:pt x="79" y="188"/>
                  <a:pt x="68" y="188"/>
                </a:cubicBezTo>
                <a:close/>
                <a:moveTo>
                  <a:pt x="68" y="220"/>
                </a:moveTo>
                <a:cubicBezTo>
                  <a:pt x="61" y="220"/>
                  <a:pt x="56" y="215"/>
                  <a:pt x="56" y="208"/>
                </a:cubicBezTo>
                <a:cubicBezTo>
                  <a:pt x="56" y="201"/>
                  <a:pt x="61" y="196"/>
                  <a:pt x="68" y="196"/>
                </a:cubicBezTo>
                <a:cubicBezTo>
                  <a:pt x="75" y="196"/>
                  <a:pt x="80" y="201"/>
                  <a:pt x="80" y="208"/>
                </a:cubicBezTo>
                <a:cubicBezTo>
                  <a:pt x="80" y="215"/>
                  <a:pt x="75" y="220"/>
                  <a:pt x="68" y="220"/>
                </a:cubicBezTo>
                <a:close/>
                <a:moveTo>
                  <a:pt x="210" y="160"/>
                </a:moveTo>
                <a:cubicBezTo>
                  <a:pt x="191" y="134"/>
                  <a:pt x="191" y="134"/>
                  <a:pt x="191" y="134"/>
                </a:cubicBezTo>
                <a:cubicBezTo>
                  <a:pt x="191" y="133"/>
                  <a:pt x="189" y="132"/>
                  <a:pt x="188" y="132"/>
                </a:cubicBezTo>
                <a:cubicBezTo>
                  <a:pt x="184" y="132"/>
                  <a:pt x="184" y="132"/>
                  <a:pt x="184" y="132"/>
                </a:cubicBezTo>
                <a:cubicBezTo>
                  <a:pt x="184" y="101"/>
                  <a:pt x="184" y="101"/>
                  <a:pt x="184" y="101"/>
                </a:cubicBezTo>
                <a:cubicBezTo>
                  <a:pt x="202" y="64"/>
                  <a:pt x="202" y="64"/>
                  <a:pt x="202" y="64"/>
                </a:cubicBezTo>
                <a:cubicBezTo>
                  <a:pt x="210" y="68"/>
                  <a:pt x="210" y="68"/>
                  <a:pt x="210" y="68"/>
                </a:cubicBezTo>
                <a:cubicBezTo>
                  <a:pt x="211" y="68"/>
                  <a:pt x="211" y="68"/>
                  <a:pt x="212" y="68"/>
                </a:cubicBezTo>
                <a:cubicBezTo>
                  <a:pt x="212" y="68"/>
                  <a:pt x="213" y="68"/>
                  <a:pt x="213" y="68"/>
                </a:cubicBezTo>
                <a:cubicBezTo>
                  <a:pt x="204" y="99"/>
                  <a:pt x="204" y="99"/>
                  <a:pt x="204" y="99"/>
                </a:cubicBezTo>
                <a:cubicBezTo>
                  <a:pt x="204" y="99"/>
                  <a:pt x="204" y="100"/>
                  <a:pt x="204" y="100"/>
                </a:cubicBezTo>
                <a:cubicBezTo>
                  <a:pt x="204" y="132"/>
                  <a:pt x="204" y="132"/>
                  <a:pt x="204" y="132"/>
                </a:cubicBezTo>
                <a:cubicBezTo>
                  <a:pt x="204" y="134"/>
                  <a:pt x="206" y="136"/>
                  <a:pt x="208" y="136"/>
                </a:cubicBezTo>
                <a:cubicBezTo>
                  <a:pt x="210" y="136"/>
                  <a:pt x="212" y="134"/>
                  <a:pt x="212" y="132"/>
                </a:cubicBezTo>
                <a:cubicBezTo>
                  <a:pt x="212" y="101"/>
                  <a:pt x="212" y="101"/>
                  <a:pt x="212" y="101"/>
                </a:cubicBezTo>
                <a:cubicBezTo>
                  <a:pt x="224" y="61"/>
                  <a:pt x="224" y="61"/>
                  <a:pt x="224" y="61"/>
                </a:cubicBezTo>
                <a:cubicBezTo>
                  <a:pt x="224" y="61"/>
                  <a:pt x="224" y="61"/>
                  <a:pt x="224" y="61"/>
                </a:cubicBezTo>
                <a:cubicBezTo>
                  <a:pt x="231" y="56"/>
                  <a:pt x="231" y="56"/>
                  <a:pt x="231" y="56"/>
                </a:cubicBezTo>
                <a:cubicBezTo>
                  <a:pt x="231" y="56"/>
                  <a:pt x="232" y="55"/>
                  <a:pt x="232" y="55"/>
                </a:cubicBezTo>
                <a:cubicBezTo>
                  <a:pt x="255" y="18"/>
                  <a:pt x="255" y="18"/>
                  <a:pt x="255" y="18"/>
                </a:cubicBezTo>
                <a:cubicBezTo>
                  <a:pt x="257" y="16"/>
                  <a:pt x="256" y="13"/>
                  <a:pt x="254" y="12"/>
                </a:cubicBezTo>
                <a:cubicBezTo>
                  <a:pt x="252" y="11"/>
                  <a:pt x="250" y="11"/>
                  <a:pt x="249" y="13"/>
                </a:cubicBezTo>
                <a:cubicBezTo>
                  <a:pt x="244" y="20"/>
                  <a:pt x="244" y="20"/>
                  <a:pt x="244" y="20"/>
                </a:cubicBezTo>
                <a:cubicBezTo>
                  <a:pt x="159" y="0"/>
                  <a:pt x="159" y="0"/>
                  <a:pt x="159" y="0"/>
                </a:cubicBezTo>
                <a:cubicBezTo>
                  <a:pt x="157" y="0"/>
                  <a:pt x="156" y="0"/>
                  <a:pt x="155" y="2"/>
                </a:cubicBezTo>
                <a:cubicBezTo>
                  <a:pt x="148" y="12"/>
                  <a:pt x="148" y="12"/>
                  <a:pt x="148" y="12"/>
                </a:cubicBezTo>
                <a:cubicBezTo>
                  <a:pt x="148" y="13"/>
                  <a:pt x="148" y="14"/>
                  <a:pt x="148" y="15"/>
                </a:cubicBezTo>
                <a:cubicBezTo>
                  <a:pt x="151" y="39"/>
                  <a:pt x="151" y="39"/>
                  <a:pt x="151" y="39"/>
                </a:cubicBezTo>
                <a:cubicBezTo>
                  <a:pt x="152" y="41"/>
                  <a:pt x="152" y="42"/>
                  <a:pt x="154" y="42"/>
                </a:cubicBezTo>
                <a:cubicBezTo>
                  <a:pt x="195" y="61"/>
                  <a:pt x="195" y="61"/>
                  <a:pt x="195" y="61"/>
                </a:cubicBezTo>
                <a:cubicBezTo>
                  <a:pt x="176" y="98"/>
                  <a:pt x="176" y="98"/>
                  <a:pt x="176" y="98"/>
                </a:cubicBezTo>
                <a:cubicBezTo>
                  <a:pt x="176" y="99"/>
                  <a:pt x="176" y="99"/>
                  <a:pt x="176" y="100"/>
                </a:cubicBezTo>
                <a:cubicBezTo>
                  <a:pt x="176" y="132"/>
                  <a:pt x="176" y="132"/>
                  <a:pt x="176" y="132"/>
                </a:cubicBezTo>
                <a:cubicBezTo>
                  <a:pt x="172" y="132"/>
                  <a:pt x="172" y="132"/>
                  <a:pt x="172" y="132"/>
                </a:cubicBezTo>
                <a:cubicBezTo>
                  <a:pt x="170" y="132"/>
                  <a:pt x="168" y="134"/>
                  <a:pt x="168" y="136"/>
                </a:cubicBezTo>
                <a:cubicBezTo>
                  <a:pt x="168" y="138"/>
                  <a:pt x="170" y="140"/>
                  <a:pt x="172" y="140"/>
                </a:cubicBezTo>
                <a:cubicBezTo>
                  <a:pt x="186" y="140"/>
                  <a:pt x="186" y="140"/>
                  <a:pt x="186" y="140"/>
                </a:cubicBezTo>
                <a:cubicBezTo>
                  <a:pt x="201" y="161"/>
                  <a:pt x="201" y="161"/>
                  <a:pt x="201" y="161"/>
                </a:cubicBezTo>
                <a:cubicBezTo>
                  <a:pt x="179" y="164"/>
                  <a:pt x="162" y="182"/>
                  <a:pt x="160" y="204"/>
                </a:cubicBezTo>
                <a:cubicBezTo>
                  <a:pt x="116" y="204"/>
                  <a:pt x="116" y="204"/>
                  <a:pt x="116" y="204"/>
                </a:cubicBezTo>
                <a:cubicBezTo>
                  <a:pt x="114" y="179"/>
                  <a:pt x="93" y="160"/>
                  <a:pt x="68" y="160"/>
                </a:cubicBezTo>
                <a:cubicBezTo>
                  <a:pt x="44" y="160"/>
                  <a:pt x="24" y="178"/>
                  <a:pt x="21" y="201"/>
                </a:cubicBezTo>
                <a:cubicBezTo>
                  <a:pt x="8" y="194"/>
                  <a:pt x="8" y="194"/>
                  <a:pt x="8" y="194"/>
                </a:cubicBezTo>
                <a:cubicBezTo>
                  <a:pt x="8" y="180"/>
                  <a:pt x="8" y="180"/>
                  <a:pt x="8" y="180"/>
                </a:cubicBezTo>
                <a:cubicBezTo>
                  <a:pt x="12" y="180"/>
                  <a:pt x="12" y="180"/>
                  <a:pt x="12" y="180"/>
                </a:cubicBezTo>
                <a:cubicBezTo>
                  <a:pt x="14" y="180"/>
                  <a:pt x="16" y="178"/>
                  <a:pt x="16" y="176"/>
                </a:cubicBezTo>
                <a:cubicBezTo>
                  <a:pt x="16" y="144"/>
                  <a:pt x="16" y="144"/>
                  <a:pt x="16" y="144"/>
                </a:cubicBezTo>
                <a:cubicBezTo>
                  <a:pt x="16" y="140"/>
                  <a:pt x="20" y="136"/>
                  <a:pt x="24" y="136"/>
                </a:cubicBezTo>
                <a:cubicBezTo>
                  <a:pt x="60" y="136"/>
                  <a:pt x="60" y="136"/>
                  <a:pt x="60" y="136"/>
                </a:cubicBezTo>
                <a:cubicBezTo>
                  <a:pt x="62" y="136"/>
                  <a:pt x="64" y="134"/>
                  <a:pt x="64" y="132"/>
                </a:cubicBezTo>
                <a:cubicBezTo>
                  <a:pt x="64" y="72"/>
                  <a:pt x="64" y="72"/>
                  <a:pt x="64" y="72"/>
                </a:cubicBezTo>
                <a:cubicBezTo>
                  <a:pt x="114" y="72"/>
                  <a:pt x="114" y="72"/>
                  <a:pt x="114" y="72"/>
                </a:cubicBezTo>
                <a:cubicBezTo>
                  <a:pt x="148" y="133"/>
                  <a:pt x="148" y="133"/>
                  <a:pt x="148" y="133"/>
                </a:cubicBezTo>
                <a:cubicBezTo>
                  <a:pt x="148" y="176"/>
                  <a:pt x="148" y="176"/>
                  <a:pt x="148" y="176"/>
                </a:cubicBezTo>
                <a:cubicBezTo>
                  <a:pt x="128" y="176"/>
                  <a:pt x="128" y="176"/>
                  <a:pt x="128" y="176"/>
                </a:cubicBezTo>
                <a:cubicBezTo>
                  <a:pt x="128" y="160"/>
                  <a:pt x="128" y="160"/>
                  <a:pt x="128" y="160"/>
                </a:cubicBezTo>
                <a:cubicBezTo>
                  <a:pt x="128" y="159"/>
                  <a:pt x="127" y="157"/>
                  <a:pt x="126" y="157"/>
                </a:cubicBezTo>
                <a:cubicBezTo>
                  <a:pt x="86" y="129"/>
                  <a:pt x="86" y="129"/>
                  <a:pt x="86" y="129"/>
                </a:cubicBezTo>
                <a:cubicBezTo>
                  <a:pt x="84" y="127"/>
                  <a:pt x="82" y="128"/>
                  <a:pt x="81" y="130"/>
                </a:cubicBezTo>
                <a:cubicBezTo>
                  <a:pt x="79" y="132"/>
                  <a:pt x="80" y="134"/>
                  <a:pt x="82" y="135"/>
                </a:cubicBezTo>
                <a:cubicBezTo>
                  <a:pt x="120" y="162"/>
                  <a:pt x="120" y="162"/>
                  <a:pt x="120" y="162"/>
                </a:cubicBezTo>
                <a:cubicBezTo>
                  <a:pt x="120" y="180"/>
                  <a:pt x="120" y="180"/>
                  <a:pt x="120" y="180"/>
                </a:cubicBezTo>
                <a:cubicBezTo>
                  <a:pt x="120" y="182"/>
                  <a:pt x="122" y="184"/>
                  <a:pt x="124" y="184"/>
                </a:cubicBezTo>
                <a:cubicBezTo>
                  <a:pt x="152" y="184"/>
                  <a:pt x="152" y="184"/>
                  <a:pt x="152" y="184"/>
                </a:cubicBezTo>
                <a:cubicBezTo>
                  <a:pt x="154" y="184"/>
                  <a:pt x="156" y="182"/>
                  <a:pt x="156" y="180"/>
                </a:cubicBezTo>
                <a:cubicBezTo>
                  <a:pt x="156" y="132"/>
                  <a:pt x="156" y="132"/>
                  <a:pt x="156" y="132"/>
                </a:cubicBezTo>
                <a:cubicBezTo>
                  <a:pt x="156" y="131"/>
                  <a:pt x="156" y="131"/>
                  <a:pt x="155" y="130"/>
                </a:cubicBezTo>
                <a:cubicBezTo>
                  <a:pt x="123" y="72"/>
                  <a:pt x="123" y="72"/>
                  <a:pt x="123" y="72"/>
                </a:cubicBezTo>
                <a:cubicBezTo>
                  <a:pt x="124" y="72"/>
                  <a:pt x="124" y="72"/>
                  <a:pt x="124" y="72"/>
                </a:cubicBezTo>
                <a:cubicBezTo>
                  <a:pt x="126" y="72"/>
                  <a:pt x="128" y="70"/>
                  <a:pt x="128" y="68"/>
                </a:cubicBezTo>
                <a:cubicBezTo>
                  <a:pt x="128" y="66"/>
                  <a:pt x="126" y="64"/>
                  <a:pt x="124" y="64"/>
                </a:cubicBezTo>
                <a:cubicBezTo>
                  <a:pt x="60" y="64"/>
                  <a:pt x="60" y="64"/>
                  <a:pt x="60" y="64"/>
                </a:cubicBezTo>
                <a:cubicBezTo>
                  <a:pt x="58" y="64"/>
                  <a:pt x="56" y="66"/>
                  <a:pt x="56" y="68"/>
                </a:cubicBezTo>
                <a:cubicBezTo>
                  <a:pt x="56" y="128"/>
                  <a:pt x="56" y="128"/>
                  <a:pt x="56" y="128"/>
                </a:cubicBezTo>
                <a:cubicBezTo>
                  <a:pt x="40" y="128"/>
                  <a:pt x="40" y="128"/>
                  <a:pt x="40" y="128"/>
                </a:cubicBezTo>
                <a:cubicBezTo>
                  <a:pt x="40" y="108"/>
                  <a:pt x="40" y="108"/>
                  <a:pt x="40" y="108"/>
                </a:cubicBezTo>
                <a:cubicBezTo>
                  <a:pt x="40" y="99"/>
                  <a:pt x="33" y="92"/>
                  <a:pt x="24" y="92"/>
                </a:cubicBezTo>
                <a:cubicBezTo>
                  <a:pt x="20" y="92"/>
                  <a:pt x="20" y="92"/>
                  <a:pt x="20" y="92"/>
                </a:cubicBezTo>
                <a:cubicBezTo>
                  <a:pt x="20" y="100"/>
                  <a:pt x="20" y="100"/>
                  <a:pt x="20" y="100"/>
                </a:cubicBezTo>
                <a:cubicBezTo>
                  <a:pt x="24" y="100"/>
                  <a:pt x="24" y="100"/>
                  <a:pt x="24" y="100"/>
                </a:cubicBezTo>
                <a:cubicBezTo>
                  <a:pt x="28" y="100"/>
                  <a:pt x="32" y="104"/>
                  <a:pt x="32" y="108"/>
                </a:cubicBezTo>
                <a:cubicBezTo>
                  <a:pt x="32" y="128"/>
                  <a:pt x="32" y="128"/>
                  <a:pt x="32" y="128"/>
                </a:cubicBezTo>
                <a:cubicBezTo>
                  <a:pt x="24" y="128"/>
                  <a:pt x="24" y="128"/>
                  <a:pt x="24" y="128"/>
                </a:cubicBezTo>
                <a:cubicBezTo>
                  <a:pt x="15" y="128"/>
                  <a:pt x="8" y="135"/>
                  <a:pt x="8" y="144"/>
                </a:cubicBezTo>
                <a:cubicBezTo>
                  <a:pt x="8" y="172"/>
                  <a:pt x="8" y="172"/>
                  <a:pt x="8" y="172"/>
                </a:cubicBezTo>
                <a:cubicBezTo>
                  <a:pt x="4" y="172"/>
                  <a:pt x="4" y="172"/>
                  <a:pt x="4" y="172"/>
                </a:cubicBezTo>
                <a:cubicBezTo>
                  <a:pt x="2" y="172"/>
                  <a:pt x="0" y="174"/>
                  <a:pt x="0" y="176"/>
                </a:cubicBezTo>
                <a:cubicBezTo>
                  <a:pt x="0" y="196"/>
                  <a:pt x="0" y="196"/>
                  <a:pt x="0" y="196"/>
                </a:cubicBezTo>
                <a:cubicBezTo>
                  <a:pt x="0" y="197"/>
                  <a:pt x="1" y="199"/>
                  <a:pt x="2" y="199"/>
                </a:cubicBezTo>
                <a:cubicBezTo>
                  <a:pt x="20" y="210"/>
                  <a:pt x="20" y="210"/>
                  <a:pt x="20" y="210"/>
                </a:cubicBezTo>
                <a:cubicBezTo>
                  <a:pt x="21" y="236"/>
                  <a:pt x="42" y="256"/>
                  <a:pt x="68" y="256"/>
                </a:cubicBezTo>
                <a:cubicBezTo>
                  <a:pt x="93" y="256"/>
                  <a:pt x="114" y="237"/>
                  <a:pt x="116" y="212"/>
                </a:cubicBezTo>
                <a:cubicBezTo>
                  <a:pt x="160" y="212"/>
                  <a:pt x="160" y="212"/>
                  <a:pt x="160" y="212"/>
                </a:cubicBezTo>
                <a:cubicBezTo>
                  <a:pt x="162" y="237"/>
                  <a:pt x="183" y="256"/>
                  <a:pt x="208" y="256"/>
                </a:cubicBezTo>
                <a:cubicBezTo>
                  <a:pt x="234" y="256"/>
                  <a:pt x="256" y="234"/>
                  <a:pt x="256" y="208"/>
                </a:cubicBezTo>
                <a:cubicBezTo>
                  <a:pt x="256" y="182"/>
                  <a:pt x="236" y="161"/>
                  <a:pt x="210" y="160"/>
                </a:cubicBezTo>
                <a:close/>
                <a:moveTo>
                  <a:pt x="159" y="36"/>
                </a:moveTo>
                <a:cubicBezTo>
                  <a:pt x="156" y="15"/>
                  <a:pt x="156" y="15"/>
                  <a:pt x="156" y="15"/>
                </a:cubicBezTo>
                <a:cubicBezTo>
                  <a:pt x="160" y="9"/>
                  <a:pt x="160" y="9"/>
                  <a:pt x="160" y="9"/>
                </a:cubicBezTo>
                <a:cubicBezTo>
                  <a:pt x="240" y="27"/>
                  <a:pt x="240" y="27"/>
                  <a:pt x="240" y="27"/>
                </a:cubicBezTo>
                <a:cubicBezTo>
                  <a:pt x="226" y="50"/>
                  <a:pt x="226" y="50"/>
                  <a:pt x="226" y="50"/>
                </a:cubicBezTo>
                <a:cubicBezTo>
                  <a:pt x="212" y="60"/>
                  <a:pt x="212" y="60"/>
                  <a:pt x="212" y="60"/>
                </a:cubicBezTo>
                <a:lnTo>
                  <a:pt x="159" y="36"/>
                </a:lnTo>
                <a:close/>
                <a:moveTo>
                  <a:pt x="68" y="248"/>
                </a:moveTo>
                <a:cubicBezTo>
                  <a:pt x="46" y="248"/>
                  <a:pt x="28" y="230"/>
                  <a:pt x="28" y="208"/>
                </a:cubicBezTo>
                <a:cubicBezTo>
                  <a:pt x="28" y="186"/>
                  <a:pt x="46" y="168"/>
                  <a:pt x="68" y="168"/>
                </a:cubicBezTo>
                <a:cubicBezTo>
                  <a:pt x="90" y="168"/>
                  <a:pt x="108" y="186"/>
                  <a:pt x="108" y="208"/>
                </a:cubicBezTo>
                <a:cubicBezTo>
                  <a:pt x="108" y="230"/>
                  <a:pt x="90" y="248"/>
                  <a:pt x="68" y="248"/>
                </a:cubicBezTo>
                <a:close/>
                <a:moveTo>
                  <a:pt x="208" y="248"/>
                </a:moveTo>
                <a:cubicBezTo>
                  <a:pt x="186" y="248"/>
                  <a:pt x="168" y="230"/>
                  <a:pt x="168" y="208"/>
                </a:cubicBezTo>
                <a:cubicBezTo>
                  <a:pt x="168" y="186"/>
                  <a:pt x="186" y="168"/>
                  <a:pt x="208" y="168"/>
                </a:cubicBezTo>
                <a:cubicBezTo>
                  <a:pt x="230" y="168"/>
                  <a:pt x="248" y="186"/>
                  <a:pt x="248" y="208"/>
                </a:cubicBezTo>
                <a:cubicBezTo>
                  <a:pt x="248" y="230"/>
                  <a:pt x="230" y="248"/>
                  <a:pt x="208" y="248"/>
                </a:cubicBezTo>
                <a:close/>
                <a:moveTo>
                  <a:pt x="208" y="188"/>
                </a:moveTo>
                <a:cubicBezTo>
                  <a:pt x="197" y="188"/>
                  <a:pt x="188" y="197"/>
                  <a:pt x="188" y="208"/>
                </a:cubicBezTo>
                <a:cubicBezTo>
                  <a:pt x="188" y="219"/>
                  <a:pt x="197" y="228"/>
                  <a:pt x="208" y="228"/>
                </a:cubicBezTo>
                <a:cubicBezTo>
                  <a:pt x="219" y="228"/>
                  <a:pt x="228" y="219"/>
                  <a:pt x="228" y="208"/>
                </a:cubicBezTo>
                <a:cubicBezTo>
                  <a:pt x="228" y="197"/>
                  <a:pt x="219" y="188"/>
                  <a:pt x="208" y="188"/>
                </a:cubicBezTo>
                <a:close/>
                <a:moveTo>
                  <a:pt x="208" y="220"/>
                </a:moveTo>
                <a:cubicBezTo>
                  <a:pt x="201" y="220"/>
                  <a:pt x="196" y="215"/>
                  <a:pt x="196" y="208"/>
                </a:cubicBezTo>
                <a:cubicBezTo>
                  <a:pt x="196" y="201"/>
                  <a:pt x="201" y="196"/>
                  <a:pt x="208" y="196"/>
                </a:cubicBezTo>
                <a:cubicBezTo>
                  <a:pt x="215" y="196"/>
                  <a:pt x="220" y="201"/>
                  <a:pt x="220" y="208"/>
                </a:cubicBezTo>
                <a:cubicBezTo>
                  <a:pt x="220" y="215"/>
                  <a:pt x="215" y="220"/>
                  <a:pt x="208" y="220"/>
                </a:cubicBezTo>
                <a:close/>
                <a:moveTo>
                  <a:pt x="84" y="84"/>
                </a:moveTo>
                <a:cubicBezTo>
                  <a:pt x="82" y="84"/>
                  <a:pt x="80" y="86"/>
                  <a:pt x="80" y="88"/>
                </a:cubicBezTo>
                <a:cubicBezTo>
                  <a:pt x="80" y="104"/>
                  <a:pt x="80" y="104"/>
                  <a:pt x="80" y="104"/>
                </a:cubicBezTo>
                <a:cubicBezTo>
                  <a:pt x="80" y="111"/>
                  <a:pt x="85" y="116"/>
                  <a:pt x="92" y="116"/>
                </a:cubicBezTo>
                <a:cubicBezTo>
                  <a:pt x="112" y="116"/>
                  <a:pt x="112" y="116"/>
                  <a:pt x="112" y="116"/>
                </a:cubicBezTo>
                <a:cubicBezTo>
                  <a:pt x="114" y="116"/>
                  <a:pt x="116" y="114"/>
                  <a:pt x="116" y="112"/>
                </a:cubicBezTo>
                <a:cubicBezTo>
                  <a:pt x="116" y="110"/>
                  <a:pt x="114" y="108"/>
                  <a:pt x="112" y="108"/>
                </a:cubicBezTo>
                <a:cubicBezTo>
                  <a:pt x="92" y="108"/>
                  <a:pt x="92" y="108"/>
                  <a:pt x="92" y="108"/>
                </a:cubicBezTo>
                <a:cubicBezTo>
                  <a:pt x="90" y="108"/>
                  <a:pt x="88" y="106"/>
                  <a:pt x="88" y="104"/>
                </a:cubicBezTo>
                <a:cubicBezTo>
                  <a:pt x="88" y="88"/>
                  <a:pt x="88" y="88"/>
                  <a:pt x="88" y="88"/>
                </a:cubicBezTo>
                <a:cubicBezTo>
                  <a:pt x="88" y="86"/>
                  <a:pt x="86" y="84"/>
                  <a:pt x="84" y="8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3" name="Freeform 174">
            <a:extLst>
              <a:ext uri="{FF2B5EF4-FFF2-40B4-BE49-F238E27FC236}">
                <a16:creationId xmlns:a16="http://schemas.microsoft.com/office/drawing/2014/main" id="{51EA73E9-4887-4002-BFBA-CC275C22A6EB}"/>
              </a:ext>
            </a:extLst>
          </p:cNvPr>
          <p:cNvSpPr>
            <a:spLocks noChangeAspect="1" noEditPoints="1"/>
          </p:cNvSpPr>
          <p:nvPr/>
        </p:nvSpPr>
        <p:spPr bwMode="auto">
          <a:xfrm>
            <a:off x="7345816" y="5306220"/>
            <a:ext cx="401638" cy="387350"/>
          </a:xfrm>
          <a:custGeom>
            <a:avLst/>
            <a:gdLst>
              <a:gd name="T0" fmla="*/ 172 w 257"/>
              <a:gd name="T1" fmla="*/ 112 h 248"/>
              <a:gd name="T2" fmla="*/ 4 w 257"/>
              <a:gd name="T3" fmla="*/ 172 h 248"/>
              <a:gd name="T4" fmla="*/ 12 w 257"/>
              <a:gd name="T5" fmla="*/ 224 h 248"/>
              <a:gd name="T6" fmla="*/ 87 w 257"/>
              <a:gd name="T7" fmla="*/ 224 h 248"/>
              <a:gd name="T8" fmla="*/ 235 w 257"/>
              <a:gd name="T9" fmla="*/ 224 h 248"/>
              <a:gd name="T10" fmla="*/ 256 w 257"/>
              <a:gd name="T11" fmla="*/ 164 h 248"/>
              <a:gd name="T12" fmla="*/ 58 w 257"/>
              <a:gd name="T13" fmla="*/ 240 h 248"/>
              <a:gd name="T14" fmla="*/ 80 w 257"/>
              <a:gd name="T15" fmla="*/ 218 h 248"/>
              <a:gd name="T16" fmla="*/ 184 w 257"/>
              <a:gd name="T17" fmla="*/ 218 h 248"/>
              <a:gd name="T18" fmla="*/ 206 w 257"/>
              <a:gd name="T19" fmla="*/ 240 h 248"/>
              <a:gd name="T20" fmla="*/ 236 w 257"/>
              <a:gd name="T21" fmla="*/ 216 h 248"/>
              <a:gd name="T22" fmla="*/ 88 w 257"/>
              <a:gd name="T23" fmla="*/ 216 h 248"/>
              <a:gd name="T24" fmla="*/ 12 w 257"/>
              <a:gd name="T25" fmla="*/ 216 h 248"/>
              <a:gd name="T26" fmla="*/ 172 w 257"/>
              <a:gd name="T27" fmla="*/ 180 h 248"/>
              <a:gd name="T28" fmla="*/ 224 w 257"/>
              <a:gd name="T29" fmla="*/ 120 h 248"/>
              <a:gd name="T30" fmla="*/ 248 w 257"/>
              <a:gd name="T31" fmla="*/ 212 h 248"/>
              <a:gd name="T32" fmla="*/ 200 w 257"/>
              <a:gd name="T33" fmla="*/ 156 h 248"/>
              <a:gd name="T34" fmla="*/ 192 w 257"/>
              <a:gd name="T35" fmla="*/ 140 h 248"/>
              <a:gd name="T36" fmla="*/ 224 w 257"/>
              <a:gd name="T37" fmla="*/ 168 h 248"/>
              <a:gd name="T38" fmla="*/ 12 w 257"/>
              <a:gd name="T39" fmla="*/ 144 h 248"/>
              <a:gd name="T40" fmla="*/ 76 w 257"/>
              <a:gd name="T41" fmla="*/ 160 h 248"/>
              <a:gd name="T42" fmla="*/ 84 w 257"/>
              <a:gd name="T43" fmla="*/ 156 h 248"/>
              <a:gd name="T44" fmla="*/ 64 w 257"/>
              <a:gd name="T45" fmla="*/ 136 h 248"/>
              <a:gd name="T46" fmla="*/ 8 w 257"/>
              <a:gd name="T47" fmla="*/ 88 h 248"/>
              <a:gd name="T48" fmla="*/ 61 w 257"/>
              <a:gd name="T49" fmla="*/ 110 h 248"/>
              <a:gd name="T50" fmla="*/ 88 w 257"/>
              <a:gd name="T51" fmla="*/ 108 h 248"/>
              <a:gd name="T52" fmla="*/ 134 w 257"/>
              <a:gd name="T53" fmla="*/ 87 h 248"/>
              <a:gd name="T54" fmla="*/ 133 w 257"/>
              <a:gd name="T55" fmla="*/ 153 h 248"/>
              <a:gd name="T56" fmla="*/ 136 w 257"/>
              <a:gd name="T57" fmla="*/ 164 h 248"/>
              <a:gd name="T58" fmla="*/ 155 w 257"/>
              <a:gd name="T59" fmla="*/ 143 h 248"/>
              <a:gd name="T60" fmla="*/ 156 w 257"/>
              <a:gd name="T61" fmla="*/ 119 h 248"/>
              <a:gd name="T62" fmla="*/ 128 w 257"/>
              <a:gd name="T63" fmla="*/ 76 h 248"/>
              <a:gd name="T64" fmla="*/ 219 w 257"/>
              <a:gd name="T65" fmla="*/ 47 h 248"/>
              <a:gd name="T66" fmla="*/ 230 w 257"/>
              <a:gd name="T67" fmla="*/ 58 h 248"/>
              <a:gd name="T68" fmla="*/ 236 w 257"/>
              <a:gd name="T69" fmla="*/ 70 h 248"/>
              <a:gd name="T70" fmla="*/ 241 w 257"/>
              <a:gd name="T71" fmla="*/ 96 h 248"/>
              <a:gd name="T72" fmla="*/ 228 w 257"/>
              <a:gd name="T73" fmla="*/ 84 h 248"/>
              <a:gd name="T74" fmla="*/ 240 w 257"/>
              <a:gd name="T75" fmla="*/ 104 h 248"/>
              <a:gd name="T76" fmla="*/ 246 w 257"/>
              <a:gd name="T77" fmla="*/ 73 h 248"/>
              <a:gd name="T78" fmla="*/ 253 w 257"/>
              <a:gd name="T79" fmla="*/ 52 h 248"/>
              <a:gd name="T80" fmla="*/ 239 w 257"/>
              <a:gd name="T81" fmla="*/ 0 h 248"/>
              <a:gd name="T82" fmla="*/ 216 w 257"/>
              <a:gd name="T83" fmla="*/ 13 h 248"/>
              <a:gd name="T84" fmla="*/ 23 w 257"/>
              <a:gd name="T85" fmla="*/ 52 h 248"/>
              <a:gd name="T86" fmla="*/ 13 w 257"/>
              <a:gd name="T87" fmla="*/ 67 h 248"/>
              <a:gd name="T88" fmla="*/ 205 w 257"/>
              <a:gd name="T89" fmla="*/ 21 h 248"/>
              <a:gd name="T90" fmla="*/ 84 w 257"/>
              <a:gd name="T91" fmla="*/ 76 h 248"/>
              <a:gd name="T92" fmla="*/ 66 w 257"/>
              <a:gd name="T93" fmla="*/ 104 h 248"/>
              <a:gd name="T94" fmla="*/ 12 w 257"/>
              <a:gd name="T95" fmla="*/ 76 h 248"/>
              <a:gd name="T96" fmla="*/ 12 w 257"/>
              <a:gd name="T97" fmla="*/ 144 h 248"/>
              <a:gd name="T98" fmla="*/ 224 w 257"/>
              <a:gd name="T99" fmla="*/ 11 h 248"/>
              <a:gd name="T100" fmla="*/ 233 w 257"/>
              <a:gd name="T101" fmla="*/ 49 h 248"/>
              <a:gd name="T102" fmla="*/ 217 w 257"/>
              <a:gd name="T103" fmla="*/ 40 h 248"/>
              <a:gd name="T104" fmla="*/ 108 w 257"/>
              <a:gd name="T105" fmla="*/ 96 h 248"/>
              <a:gd name="T106" fmla="*/ 116 w 257"/>
              <a:gd name="T107" fmla="*/ 124 h 248"/>
              <a:gd name="T108" fmla="*/ 128 w 257"/>
              <a:gd name="T109" fmla="*/ 116 h 248"/>
              <a:gd name="T110" fmla="*/ 112 w 257"/>
              <a:gd name="T111" fmla="*/ 10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7" h="248">
                <a:moveTo>
                  <a:pt x="239" y="122"/>
                </a:moveTo>
                <a:cubicBezTo>
                  <a:pt x="236" y="116"/>
                  <a:pt x="230" y="112"/>
                  <a:pt x="224" y="112"/>
                </a:cubicBezTo>
                <a:cubicBezTo>
                  <a:pt x="172" y="112"/>
                  <a:pt x="172" y="112"/>
                  <a:pt x="172" y="112"/>
                </a:cubicBezTo>
                <a:cubicBezTo>
                  <a:pt x="170" y="112"/>
                  <a:pt x="168" y="114"/>
                  <a:pt x="168" y="116"/>
                </a:cubicBezTo>
                <a:cubicBezTo>
                  <a:pt x="168" y="172"/>
                  <a:pt x="168" y="172"/>
                  <a:pt x="168" y="172"/>
                </a:cubicBezTo>
                <a:cubicBezTo>
                  <a:pt x="4" y="172"/>
                  <a:pt x="4" y="172"/>
                  <a:pt x="4" y="172"/>
                </a:cubicBezTo>
                <a:cubicBezTo>
                  <a:pt x="2" y="172"/>
                  <a:pt x="0" y="174"/>
                  <a:pt x="0" y="176"/>
                </a:cubicBezTo>
                <a:cubicBezTo>
                  <a:pt x="0" y="212"/>
                  <a:pt x="0" y="212"/>
                  <a:pt x="0" y="212"/>
                </a:cubicBezTo>
                <a:cubicBezTo>
                  <a:pt x="0" y="219"/>
                  <a:pt x="5" y="224"/>
                  <a:pt x="12" y="224"/>
                </a:cubicBezTo>
                <a:cubicBezTo>
                  <a:pt x="29" y="224"/>
                  <a:pt x="29" y="224"/>
                  <a:pt x="29" y="224"/>
                </a:cubicBezTo>
                <a:cubicBezTo>
                  <a:pt x="31" y="238"/>
                  <a:pt x="44" y="248"/>
                  <a:pt x="58" y="248"/>
                </a:cubicBezTo>
                <a:cubicBezTo>
                  <a:pt x="72" y="248"/>
                  <a:pt x="85" y="238"/>
                  <a:pt x="87" y="224"/>
                </a:cubicBezTo>
                <a:cubicBezTo>
                  <a:pt x="177" y="224"/>
                  <a:pt x="177" y="224"/>
                  <a:pt x="177" y="224"/>
                </a:cubicBezTo>
                <a:cubicBezTo>
                  <a:pt x="179" y="238"/>
                  <a:pt x="192" y="248"/>
                  <a:pt x="206" y="248"/>
                </a:cubicBezTo>
                <a:cubicBezTo>
                  <a:pt x="220" y="248"/>
                  <a:pt x="233" y="238"/>
                  <a:pt x="235" y="224"/>
                </a:cubicBezTo>
                <a:cubicBezTo>
                  <a:pt x="244" y="224"/>
                  <a:pt x="244" y="224"/>
                  <a:pt x="244" y="224"/>
                </a:cubicBezTo>
                <a:cubicBezTo>
                  <a:pt x="251" y="224"/>
                  <a:pt x="256" y="219"/>
                  <a:pt x="256" y="212"/>
                </a:cubicBezTo>
                <a:cubicBezTo>
                  <a:pt x="256" y="164"/>
                  <a:pt x="256" y="164"/>
                  <a:pt x="256" y="164"/>
                </a:cubicBezTo>
                <a:cubicBezTo>
                  <a:pt x="256" y="163"/>
                  <a:pt x="256" y="163"/>
                  <a:pt x="256" y="162"/>
                </a:cubicBezTo>
                <a:lnTo>
                  <a:pt x="239" y="122"/>
                </a:lnTo>
                <a:close/>
                <a:moveTo>
                  <a:pt x="58" y="240"/>
                </a:moveTo>
                <a:cubicBezTo>
                  <a:pt x="46" y="240"/>
                  <a:pt x="36" y="230"/>
                  <a:pt x="36" y="218"/>
                </a:cubicBezTo>
                <a:cubicBezTo>
                  <a:pt x="36" y="206"/>
                  <a:pt x="46" y="196"/>
                  <a:pt x="58" y="196"/>
                </a:cubicBezTo>
                <a:cubicBezTo>
                  <a:pt x="70" y="196"/>
                  <a:pt x="80" y="206"/>
                  <a:pt x="80" y="218"/>
                </a:cubicBezTo>
                <a:cubicBezTo>
                  <a:pt x="80" y="230"/>
                  <a:pt x="70" y="240"/>
                  <a:pt x="58" y="240"/>
                </a:cubicBezTo>
                <a:close/>
                <a:moveTo>
                  <a:pt x="206" y="240"/>
                </a:moveTo>
                <a:cubicBezTo>
                  <a:pt x="194" y="240"/>
                  <a:pt x="184" y="230"/>
                  <a:pt x="184" y="218"/>
                </a:cubicBezTo>
                <a:cubicBezTo>
                  <a:pt x="184" y="206"/>
                  <a:pt x="194" y="196"/>
                  <a:pt x="206" y="196"/>
                </a:cubicBezTo>
                <a:cubicBezTo>
                  <a:pt x="218" y="196"/>
                  <a:pt x="228" y="206"/>
                  <a:pt x="228" y="218"/>
                </a:cubicBezTo>
                <a:cubicBezTo>
                  <a:pt x="228" y="230"/>
                  <a:pt x="218" y="240"/>
                  <a:pt x="206" y="240"/>
                </a:cubicBezTo>
                <a:close/>
                <a:moveTo>
                  <a:pt x="248" y="212"/>
                </a:moveTo>
                <a:cubicBezTo>
                  <a:pt x="248" y="214"/>
                  <a:pt x="246" y="216"/>
                  <a:pt x="244" y="216"/>
                </a:cubicBezTo>
                <a:cubicBezTo>
                  <a:pt x="236" y="216"/>
                  <a:pt x="236" y="216"/>
                  <a:pt x="236" y="216"/>
                </a:cubicBezTo>
                <a:cubicBezTo>
                  <a:pt x="235" y="200"/>
                  <a:pt x="222" y="188"/>
                  <a:pt x="206" y="188"/>
                </a:cubicBezTo>
                <a:cubicBezTo>
                  <a:pt x="190" y="188"/>
                  <a:pt x="177" y="200"/>
                  <a:pt x="176" y="216"/>
                </a:cubicBezTo>
                <a:cubicBezTo>
                  <a:pt x="88" y="216"/>
                  <a:pt x="88" y="216"/>
                  <a:pt x="88" y="216"/>
                </a:cubicBezTo>
                <a:cubicBezTo>
                  <a:pt x="87" y="200"/>
                  <a:pt x="74" y="188"/>
                  <a:pt x="58" y="188"/>
                </a:cubicBezTo>
                <a:cubicBezTo>
                  <a:pt x="42" y="188"/>
                  <a:pt x="29" y="200"/>
                  <a:pt x="28" y="216"/>
                </a:cubicBezTo>
                <a:cubicBezTo>
                  <a:pt x="12" y="216"/>
                  <a:pt x="12" y="216"/>
                  <a:pt x="12" y="216"/>
                </a:cubicBezTo>
                <a:cubicBezTo>
                  <a:pt x="10" y="216"/>
                  <a:pt x="8" y="214"/>
                  <a:pt x="8" y="212"/>
                </a:cubicBezTo>
                <a:cubicBezTo>
                  <a:pt x="8" y="180"/>
                  <a:pt x="8" y="180"/>
                  <a:pt x="8" y="180"/>
                </a:cubicBezTo>
                <a:cubicBezTo>
                  <a:pt x="172" y="180"/>
                  <a:pt x="172" y="180"/>
                  <a:pt x="172" y="180"/>
                </a:cubicBezTo>
                <a:cubicBezTo>
                  <a:pt x="174" y="180"/>
                  <a:pt x="176" y="178"/>
                  <a:pt x="176" y="176"/>
                </a:cubicBezTo>
                <a:cubicBezTo>
                  <a:pt x="176" y="120"/>
                  <a:pt x="176" y="120"/>
                  <a:pt x="176" y="120"/>
                </a:cubicBezTo>
                <a:cubicBezTo>
                  <a:pt x="224" y="120"/>
                  <a:pt x="224" y="120"/>
                  <a:pt x="224" y="120"/>
                </a:cubicBezTo>
                <a:cubicBezTo>
                  <a:pt x="227" y="120"/>
                  <a:pt x="230" y="122"/>
                  <a:pt x="231" y="125"/>
                </a:cubicBezTo>
                <a:cubicBezTo>
                  <a:pt x="248" y="165"/>
                  <a:pt x="248" y="165"/>
                  <a:pt x="248" y="165"/>
                </a:cubicBezTo>
                <a:lnTo>
                  <a:pt x="248" y="212"/>
                </a:lnTo>
                <a:close/>
                <a:moveTo>
                  <a:pt x="224" y="160"/>
                </a:moveTo>
                <a:cubicBezTo>
                  <a:pt x="204" y="160"/>
                  <a:pt x="204" y="160"/>
                  <a:pt x="204" y="160"/>
                </a:cubicBezTo>
                <a:cubicBezTo>
                  <a:pt x="202" y="160"/>
                  <a:pt x="200" y="158"/>
                  <a:pt x="200" y="156"/>
                </a:cubicBezTo>
                <a:cubicBezTo>
                  <a:pt x="200" y="140"/>
                  <a:pt x="200" y="140"/>
                  <a:pt x="200" y="140"/>
                </a:cubicBezTo>
                <a:cubicBezTo>
                  <a:pt x="200" y="138"/>
                  <a:pt x="198" y="136"/>
                  <a:pt x="196" y="136"/>
                </a:cubicBezTo>
                <a:cubicBezTo>
                  <a:pt x="194" y="136"/>
                  <a:pt x="192" y="138"/>
                  <a:pt x="192" y="140"/>
                </a:cubicBezTo>
                <a:cubicBezTo>
                  <a:pt x="192" y="156"/>
                  <a:pt x="192" y="156"/>
                  <a:pt x="192" y="156"/>
                </a:cubicBezTo>
                <a:cubicBezTo>
                  <a:pt x="192" y="163"/>
                  <a:pt x="197" y="168"/>
                  <a:pt x="204" y="168"/>
                </a:cubicBezTo>
                <a:cubicBezTo>
                  <a:pt x="224" y="168"/>
                  <a:pt x="224" y="168"/>
                  <a:pt x="224" y="168"/>
                </a:cubicBezTo>
                <a:cubicBezTo>
                  <a:pt x="226" y="168"/>
                  <a:pt x="228" y="166"/>
                  <a:pt x="228" y="164"/>
                </a:cubicBezTo>
                <a:cubicBezTo>
                  <a:pt x="228" y="162"/>
                  <a:pt x="226" y="160"/>
                  <a:pt x="224" y="160"/>
                </a:cubicBezTo>
                <a:close/>
                <a:moveTo>
                  <a:pt x="12" y="144"/>
                </a:moveTo>
                <a:cubicBezTo>
                  <a:pt x="62" y="144"/>
                  <a:pt x="62" y="144"/>
                  <a:pt x="62" y="144"/>
                </a:cubicBezTo>
                <a:cubicBezTo>
                  <a:pt x="76" y="158"/>
                  <a:pt x="76" y="158"/>
                  <a:pt x="76" y="158"/>
                </a:cubicBezTo>
                <a:cubicBezTo>
                  <a:pt x="76" y="160"/>
                  <a:pt x="76" y="160"/>
                  <a:pt x="76" y="160"/>
                </a:cubicBezTo>
                <a:cubicBezTo>
                  <a:pt x="76" y="162"/>
                  <a:pt x="78" y="164"/>
                  <a:pt x="80" y="164"/>
                </a:cubicBezTo>
                <a:cubicBezTo>
                  <a:pt x="82" y="164"/>
                  <a:pt x="84" y="162"/>
                  <a:pt x="84" y="160"/>
                </a:cubicBezTo>
                <a:cubicBezTo>
                  <a:pt x="84" y="156"/>
                  <a:pt x="84" y="156"/>
                  <a:pt x="84" y="156"/>
                </a:cubicBezTo>
                <a:cubicBezTo>
                  <a:pt x="84" y="155"/>
                  <a:pt x="84" y="154"/>
                  <a:pt x="83" y="153"/>
                </a:cubicBezTo>
                <a:cubicBezTo>
                  <a:pt x="67" y="137"/>
                  <a:pt x="67" y="137"/>
                  <a:pt x="67" y="137"/>
                </a:cubicBezTo>
                <a:cubicBezTo>
                  <a:pt x="66" y="136"/>
                  <a:pt x="65" y="136"/>
                  <a:pt x="64" y="136"/>
                </a:cubicBezTo>
                <a:cubicBezTo>
                  <a:pt x="12" y="136"/>
                  <a:pt x="12" y="136"/>
                  <a:pt x="12" y="136"/>
                </a:cubicBezTo>
                <a:cubicBezTo>
                  <a:pt x="10" y="136"/>
                  <a:pt x="8" y="134"/>
                  <a:pt x="8" y="132"/>
                </a:cubicBezTo>
                <a:cubicBezTo>
                  <a:pt x="8" y="88"/>
                  <a:pt x="8" y="88"/>
                  <a:pt x="8" y="88"/>
                </a:cubicBezTo>
                <a:cubicBezTo>
                  <a:pt x="8" y="86"/>
                  <a:pt x="10" y="84"/>
                  <a:pt x="12" y="84"/>
                </a:cubicBezTo>
                <a:cubicBezTo>
                  <a:pt x="42" y="84"/>
                  <a:pt x="42" y="84"/>
                  <a:pt x="42" y="84"/>
                </a:cubicBezTo>
                <a:cubicBezTo>
                  <a:pt x="61" y="110"/>
                  <a:pt x="61" y="110"/>
                  <a:pt x="61" y="110"/>
                </a:cubicBezTo>
                <a:cubicBezTo>
                  <a:pt x="61" y="111"/>
                  <a:pt x="63" y="112"/>
                  <a:pt x="64" y="112"/>
                </a:cubicBezTo>
                <a:cubicBezTo>
                  <a:pt x="84" y="112"/>
                  <a:pt x="84" y="112"/>
                  <a:pt x="84" y="112"/>
                </a:cubicBezTo>
                <a:cubicBezTo>
                  <a:pt x="86" y="112"/>
                  <a:pt x="88" y="110"/>
                  <a:pt x="88" y="108"/>
                </a:cubicBezTo>
                <a:cubicBezTo>
                  <a:pt x="88" y="84"/>
                  <a:pt x="88" y="84"/>
                  <a:pt x="88" y="84"/>
                </a:cubicBezTo>
                <a:cubicBezTo>
                  <a:pt x="131" y="84"/>
                  <a:pt x="131" y="84"/>
                  <a:pt x="131" y="84"/>
                </a:cubicBezTo>
                <a:cubicBezTo>
                  <a:pt x="132" y="84"/>
                  <a:pt x="134" y="85"/>
                  <a:pt x="134" y="87"/>
                </a:cubicBezTo>
                <a:cubicBezTo>
                  <a:pt x="148" y="121"/>
                  <a:pt x="148" y="121"/>
                  <a:pt x="148" y="121"/>
                </a:cubicBezTo>
                <a:cubicBezTo>
                  <a:pt x="148" y="138"/>
                  <a:pt x="148" y="138"/>
                  <a:pt x="148" y="138"/>
                </a:cubicBezTo>
                <a:cubicBezTo>
                  <a:pt x="133" y="153"/>
                  <a:pt x="133" y="153"/>
                  <a:pt x="133" y="153"/>
                </a:cubicBezTo>
                <a:cubicBezTo>
                  <a:pt x="132" y="154"/>
                  <a:pt x="132" y="155"/>
                  <a:pt x="132" y="156"/>
                </a:cubicBezTo>
                <a:cubicBezTo>
                  <a:pt x="132" y="160"/>
                  <a:pt x="132" y="160"/>
                  <a:pt x="132" y="160"/>
                </a:cubicBezTo>
                <a:cubicBezTo>
                  <a:pt x="132" y="162"/>
                  <a:pt x="134" y="164"/>
                  <a:pt x="136" y="164"/>
                </a:cubicBezTo>
                <a:cubicBezTo>
                  <a:pt x="138" y="164"/>
                  <a:pt x="140" y="162"/>
                  <a:pt x="140" y="160"/>
                </a:cubicBezTo>
                <a:cubicBezTo>
                  <a:pt x="140" y="158"/>
                  <a:pt x="140" y="158"/>
                  <a:pt x="140" y="158"/>
                </a:cubicBezTo>
                <a:cubicBezTo>
                  <a:pt x="155" y="143"/>
                  <a:pt x="155" y="143"/>
                  <a:pt x="155" y="143"/>
                </a:cubicBezTo>
                <a:cubicBezTo>
                  <a:pt x="156" y="142"/>
                  <a:pt x="156" y="141"/>
                  <a:pt x="156" y="140"/>
                </a:cubicBezTo>
                <a:cubicBezTo>
                  <a:pt x="156" y="120"/>
                  <a:pt x="156" y="120"/>
                  <a:pt x="156" y="120"/>
                </a:cubicBezTo>
                <a:cubicBezTo>
                  <a:pt x="156" y="119"/>
                  <a:pt x="156" y="119"/>
                  <a:pt x="156" y="119"/>
                </a:cubicBezTo>
                <a:cubicBezTo>
                  <a:pt x="142" y="84"/>
                  <a:pt x="142" y="84"/>
                  <a:pt x="142" y="84"/>
                </a:cubicBezTo>
                <a:cubicBezTo>
                  <a:pt x="140" y="79"/>
                  <a:pt x="136" y="76"/>
                  <a:pt x="131" y="76"/>
                </a:cubicBezTo>
                <a:cubicBezTo>
                  <a:pt x="128" y="76"/>
                  <a:pt x="128" y="76"/>
                  <a:pt x="128" y="76"/>
                </a:cubicBezTo>
                <a:cubicBezTo>
                  <a:pt x="217" y="56"/>
                  <a:pt x="217" y="56"/>
                  <a:pt x="217" y="56"/>
                </a:cubicBezTo>
                <a:cubicBezTo>
                  <a:pt x="219" y="55"/>
                  <a:pt x="220" y="53"/>
                  <a:pt x="220" y="51"/>
                </a:cubicBezTo>
                <a:cubicBezTo>
                  <a:pt x="219" y="47"/>
                  <a:pt x="219" y="47"/>
                  <a:pt x="219" y="47"/>
                </a:cubicBezTo>
                <a:cubicBezTo>
                  <a:pt x="224" y="47"/>
                  <a:pt x="224" y="47"/>
                  <a:pt x="224" y="47"/>
                </a:cubicBezTo>
                <a:cubicBezTo>
                  <a:pt x="226" y="55"/>
                  <a:pt x="226" y="55"/>
                  <a:pt x="226" y="55"/>
                </a:cubicBezTo>
                <a:cubicBezTo>
                  <a:pt x="227" y="57"/>
                  <a:pt x="229" y="58"/>
                  <a:pt x="230" y="58"/>
                </a:cubicBezTo>
                <a:cubicBezTo>
                  <a:pt x="231" y="58"/>
                  <a:pt x="231" y="58"/>
                  <a:pt x="231" y="58"/>
                </a:cubicBezTo>
                <a:cubicBezTo>
                  <a:pt x="236" y="57"/>
                  <a:pt x="236" y="57"/>
                  <a:pt x="236" y="57"/>
                </a:cubicBezTo>
                <a:cubicBezTo>
                  <a:pt x="236" y="70"/>
                  <a:pt x="236" y="70"/>
                  <a:pt x="236" y="70"/>
                </a:cubicBezTo>
                <a:cubicBezTo>
                  <a:pt x="236" y="75"/>
                  <a:pt x="239" y="79"/>
                  <a:pt x="243" y="81"/>
                </a:cubicBezTo>
                <a:cubicBezTo>
                  <a:pt x="247" y="82"/>
                  <a:pt x="249" y="86"/>
                  <a:pt x="248" y="89"/>
                </a:cubicBezTo>
                <a:cubicBezTo>
                  <a:pt x="247" y="93"/>
                  <a:pt x="245" y="95"/>
                  <a:pt x="241" y="96"/>
                </a:cubicBezTo>
                <a:cubicBezTo>
                  <a:pt x="239" y="96"/>
                  <a:pt x="237" y="96"/>
                  <a:pt x="235" y="94"/>
                </a:cubicBezTo>
                <a:cubicBezTo>
                  <a:pt x="233" y="93"/>
                  <a:pt x="232" y="90"/>
                  <a:pt x="232" y="88"/>
                </a:cubicBezTo>
                <a:cubicBezTo>
                  <a:pt x="232" y="86"/>
                  <a:pt x="230" y="84"/>
                  <a:pt x="228" y="84"/>
                </a:cubicBezTo>
                <a:cubicBezTo>
                  <a:pt x="226" y="84"/>
                  <a:pt x="224" y="86"/>
                  <a:pt x="224" y="88"/>
                </a:cubicBezTo>
                <a:cubicBezTo>
                  <a:pt x="224" y="93"/>
                  <a:pt x="226" y="97"/>
                  <a:pt x="230" y="100"/>
                </a:cubicBezTo>
                <a:cubicBezTo>
                  <a:pt x="233" y="103"/>
                  <a:pt x="236" y="104"/>
                  <a:pt x="240" y="104"/>
                </a:cubicBezTo>
                <a:cubicBezTo>
                  <a:pt x="241" y="104"/>
                  <a:pt x="242" y="104"/>
                  <a:pt x="243" y="104"/>
                </a:cubicBezTo>
                <a:cubicBezTo>
                  <a:pt x="249" y="103"/>
                  <a:pt x="255" y="97"/>
                  <a:pt x="256" y="91"/>
                </a:cubicBezTo>
                <a:cubicBezTo>
                  <a:pt x="257" y="83"/>
                  <a:pt x="253" y="76"/>
                  <a:pt x="246" y="73"/>
                </a:cubicBezTo>
                <a:cubicBezTo>
                  <a:pt x="245" y="73"/>
                  <a:pt x="244" y="71"/>
                  <a:pt x="244" y="70"/>
                </a:cubicBezTo>
                <a:cubicBezTo>
                  <a:pt x="244" y="54"/>
                  <a:pt x="244" y="54"/>
                  <a:pt x="244" y="54"/>
                </a:cubicBezTo>
                <a:cubicBezTo>
                  <a:pt x="253" y="52"/>
                  <a:pt x="253" y="52"/>
                  <a:pt x="253" y="52"/>
                </a:cubicBezTo>
                <a:cubicBezTo>
                  <a:pt x="255" y="51"/>
                  <a:pt x="256" y="49"/>
                  <a:pt x="256" y="47"/>
                </a:cubicBezTo>
                <a:cubicBezTo>
                  <a:pt x="244" y="3"/>
                  <a:pt x="244" y="3"/>
                  <a:pt x="244" y="3"/>
                </a:cubicBezTo>
                <a:cubicBezTo>
                  <a:pt x="243" y="1"/>
                  <a:pt x="241" y="0"/>
                  <a:pt x="239" y="0"/>
                </a:cubicBezTo>
                <a:cubicBezTo>
                  <a:pt x="219" y="4"/>
                  <a:pt x="219" y="4"/>
                  <a:pt x="219" y="4"/>
                </a:cubicBezTo>
                <a:cubicBezTo>
                  <a:pt x="217" y="4"/>
                  <a:pt x="216" y="6"/>
                  <a:pt x="216" y="8"/>
                </a:cubicBezTo>
                <a:cubicBezTo>
                  <a:pt x="216" y="13"/>
                  <a:pt x="216" y="13"/>
                  <a:pt x="216" y="13"/>
                </a:cubicBezTo>
                <a:cubicBezTo>
                  <a:pt x="212" y="15"/>
                  <a:pt x="212" y="15"/>
                  <a:pt x="212" y="15"/>
                </a:cubicBezTo>
                <a:cubicBezTo>
                  <a:pt x="211" y="13"/>
                  <a:pt x="209" y="12"/>
                  <a:pt x="207" y="12"/>
                </a:cubicBezTo>
                <a:cubicBezTo>
                  <a:pt x="23" y="52"/>
                  <a:pt x="23" y="52"/>
                  <a:pt x="23" y="52"/>
                </a:cubicBezTo>
                <a:cubicBezTo>
                  <a:pt x="22" y="52"/>
                  <a:pt x="22" y="53"/>
                  <a:pt x="21" y="53"/>
                </a:cubicBezTo>
                <a:cubicBezTo>
                  <a:pt x="13" y="61"/>
                  <a:pt x="13" y="61"/>
                  <a:pt x="13" y="61"/>
                </a:cubicBezTo>
                <a:cubicBezTo>
                  <a:pt x="12" y="63"/>
                  <a:pt x="12" y="65"/>
                  <a:pt x="13" y="67"/>
                </a:cubicBezTo>
                <a:cubicBezTo>
                  <a:pt x="15" y="68"/>
                  <a:pt x="17" y="68"/>
                  <a:pt x="19" y="67"/>
                </a:cubicBezTo>
                <a:cubicBezTo>
                  <a:pt x="26" y="60"/>
                  <a:pt x="26" y="60"/>
                  <a:pt x="26" y="60"/>
                </a:cubicBezTo>
                <a:cubicBezTo>
                  <a:pt x="205" y="21"/>
                  <a:pt x="205" y="21"/>
                  <a:pt x="205" y="21"/>
                </a:cubicBezTo>
                <a:cubicBezTo>
                  <a:pt x="211" y="49"/>
                  <a:pt x="211" y="49"/>
                  <a:pt x="211" y="49"/>
                </a:cubicBezTo>
                <a:cubicBezTo>
                  <a:pt x="92" y="76"/>
                  <a:pt x="92" y="76"/>
                  <a:pt x="92" y="76"/>
                </a:cubicBezTo>
                <a:cubicBezTo>
                  <a:pt x="84" y="76"/>
                  <a:pt x="84" y="76"/>
                  <a:pt x="84" y="76"/>
                </a:cubicBezTo>
                <a:cubicBezTo>
                  <a:pt x="82" y="76"/>
                  <a:pt x="80" y="78"/>
                  <a:pt x="80" y="80"/>
                </a:cubicBezTo>
                <a:cubicBezTo>
                  <a:pt x="80" y="104"/>
                  <a:pt x="80" y="104"/>
                  <a:pt x="80" y="104"/>
                </a:cubicBezTo>
                <a:cubicBezTo>
                  <a:pt x="66" y="104"/>
                  <a:pt x="66" y="104"/>
                  <a:pt x="66" y="104"/>
                </a:cubicBezTo>
                <a:cubicBezTo>
                  <a:pt x="47" y="78"/>
                  <a:pt x="47" y="78"/>
                  <a:pt x="47" y="78"/>
                </a:cubicBezTo>
                <a:cubicBezTo>
                  <a:pt x="47" y="77"/>
                  <a:pt x="45" y="76"/>
                  <a:pt x="44" y="76"/>
                </a:cubicBezTo>
                <a:cubicBezTo>
                  <a:pt x="12" y="76"/>
                  <a:pt x="12" y="76"/>
                  <a:pt x="12" y="76"/>
                </a:cubicBezTo>
                <a:cubicBezTo>
                  <a:pt x="5" y="76"/>
                  <a:pt x="0" y="81"/>
                  <a:pt x="0" y="88"/>
                </a:cubicBezTo>
                <a:cubicBezTo>
                  <a:pt x="0" y="132"/>
                  <a:pt x="0" y="132"/>
                  <a:pt x="0" y="132"/>
                </a:cubicBezTo>
                <a:cubicBezTo>
                  <a:pt x="0" y="139"/>
                  <a:pt x="5" y="144"/>
                  <a:pt x="12" y="144"/>
                </a:cubicBezTo>
                <a:close/>
                <a:moveTo>
                  <a:pt x="221" y="20"/>
                </a:moveTo>
                <a:cubicBezTo>
                  <a:pt x="223" y="19"/>
                  <a:pt x="224" y="18"/>
                  <a:pt x="224" y="16"/>
                </a:cubicBezTo>
                <a:cubicBezTo>
                  <a:pt x="224" y="11"/>
                  <a:pt x="224" y="11"/>
                  <a:pt x="224" y="11"/>
                </a:cubicBezTo>
                <a:cubicBezTo>
                  <a:pt x="237" y="9"/>
                  <a:pt x="237" y="9"/>
                  <a:pt x="237" y="9"/>
                </a:cubicBezTo>
                <a:cubicBezTo>
                  <a:pt x="247" y="45"/>
                  <a:pt x="247" y="45"/>
                  <a:pt x="247" y="45"/>
                </a:cubicBezTo>
                <a:cubicBezTo>
                  <a:pt x="233" y="49"/>
                  <a:pt x="233" y="49"/>
                  <a:pt x="233" y="49"/>
                </a:cubicBezTo>
                <a:cubicBezTo>
                  <a:pt x="230" y="41"/>
                  <a:pt x="230" y="41"/>
                  <a:pt x="230" y="41"/>
                </a:cubicBezTo>
                <a:cubicBezTo>
                  <a:pt x="229" y="39"/>
                  <a:pt x="227" y="38"/>
                  <a:pt x="225" y="38"/>
                </a:cubicBezTo>
                <a:cubicBezTo>
                  <a:pt x="217" y="40"/>
                  <a:pt x="217" y="40"/>
                  <a:pt x="217" y="40"/>
                </a:cubicBezTo>
                <a:cubicBezTo>
                  <a:pt x="214" y="23"/>
                  <a:pt x="214" y="23"/>
                  <a:pt x="214" y="23"/>
                </a:cubicBezTo>
                <a:lnTo>
                  <a:pt x="221" y="20"/>
                </a:lnTo>
                <a:close/>
                <a:moveTo>
                  <a:pt x="108" y="96"/>
                </a:moveTo>
                <a:cubicBezTo>
                  <a:pt x="106" y="96"/>
                  <a:pt x="104" y="98"/>
                  <a:pt x="104" y="100"/>
                </a:cubicBezTo>
                <a:cubicBezTo>
                  <a:pt x="104" y="112"/>
                  <a:pt x="104" y="112"/>
                  <a:pt x="104" y="112"/>
                </a:cubicBezTo>
                <a:cubicBezTo>
                  <a:pt x="104" y="119"/>
                  <a:pt x="109" y="124"/>
                  <a:pt x="116" y="124"/>
                </a:cubicBezTo>
                <a:cubicBezTo>
                  <a:pt x="128" y="124"/>
                  <a:pt x="128" y="124"/>
                  <a:pt x="128" y="124"/>
                </a:cubicBezTo>
                <a:cubicBezTo>
                  <a:pt x="130" y="124"/>
                  <a:pt x="132" y="122"/>
                  <a:pt x="132" y="120"/>
                </a:cubicBezTo>
                <a:cubicBezTo>
                  <a:pt x="132" y="118"/>
                  <a:pt x="130" y="116"/>
                  <a:pt x="128" y="116"/>
                </a:cubicBezTo>
                <a:cubicBezTo>
                  <a:pt x="116" y="116"/>
                  <a:pt x="116" y="116"/>
                  <a:pt x="116" y="116"/>
                </a:cubicBezTo>
                <a:cubicBezTo>
                  <a:pt x="114" y="116"/>
                  <a:pt x="112" y="114"/>
                  <a:pt x="112" y="112"/>
                </a:cubicBezTo>
                <a:cubicBezTo>
                  <a:pt x="112" y="100"/>
                  <a:pt x="112" y="100"/>
                  <a:pt x="112" y="100"/>
                </a:cubicBezTo>
                <a:cubicBezTo>
                  <a:pt x="112" y="98"/>
                  <a:pt x="110" y="96"/>
                  <a:pt x="108" y="9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74" name="Freeform 178">
            <a:extLst>
              <a:ext uri="{FF2B5EF4-FFF2-40B4-BE49-F238E27FC236}">
                <a16:creationId xmlns:a16="http://schemas.microsoft.com/office/drawing/2014/main" id="{1E4D7F33-3482-4163-A6B7-4221FB184CAA}"/>
              </a:ext>
            </a:extLst>
          </p:cNvPr>
          <p:cNvSpPr>
            <a:spLocks noChangeAspect="1" noEditPoints="1"/>
          </p:cNvSpPr>
          <p:nvPr/>
        </p:nvSpPr>
        <p:spPr bwMode="auto">
          <a:xfrm>
            <a:off x="8314256" y="5371308"/>
            <a:ext cx="400050" cy="257175"/>
          </a:xfrm>
          <a:custGeom>
            <a:avLst/>
            <a:gdLst>
              <a:gd name="T0" fmla="*/ 196 w 256"/>
              <a:gd name="T1" fmla="*/ 70 h 164"/>
              <a:gd name="T2" fmla="*/ 204 w 256"/>
              <a:gd name="T3" fmla="*/ 8 h 164"/>
              <a:gd name="T4" fmla="*/ 204 w 256"/>
              <a:gd name="T5" fmla="*/ 32 h 164"/>
              <a:gd name="T6" fmla="*/ 204 w 256"/>
              <a:gd name="T7" fmla="*/ 40 h 164"/>
              <a:gd name="T8" fmla="*/ 204 w 256"/>
              <a:gd name="T9" fmla="*/ 0 h 164"/>
              <a:gd name="T10" fmla="*/ 156 w 256"/>
              <a:gd name="T11" fmla="*/ 4 h 164"/>
              <a:gd name="T12" fmla="*/ 165 w 256"/>
              <a:gd name="T13" fmla="*/ 8 h 164"/>
              <a:gd name="T14" fmla="*/ 94 w 256"/>
              <a:gd name="T15" fmla="*/ 44 h 164"/>
              <a:gd name="T16" fmla="*/ 89 w 256"/>
              <a:gd name="T17" fmla="*/ 22 h 164"/>
              <a:gd name="T18" fmla="*/ 112 w 256"/>
              <a:gd name="T19" fmla="*/ 3 h 164"/>
              <a:gd name="T20" fmla="*/ 57 w 256"/>
              <a:gd name="T21" fmla="*/ 0 h 164"/>
              <a:gd name="T22" fmla="*/ 53 w 256"/>
              <a:gd name="T23" fmla="*/ 5 h 164"/>
              <a:gd name="T24" fmla="*/ 77 w 256"/>
              <a:gd name="T25" fmla="*/ 26 h 164"/>
              <a:gd name="T26" fmla="*/ 71 w 256"/>
              <a:gd name="T27" fmla="*/ 74 h 164"/>
              <a:gd name="T28" fmla="*/ 0 w 256"/>
              <a:gd name="T29" fmla="*/ 116 h 164"/>
              <a:gd name="T30" fmla="*/ 96 w 256"/>
              <a:gd name="T31" fmla="*/ 120 h 164"/>
              <a:gd name="T32" fmla="*/ 124 w 256"/>
              <a:gd name="T33" fmla="*/ 136 h 164"/>
              <a:gd name="T34" fmla="*/ 141 w 256"/>
              <a:gd name="T35" fmla="*/ 105 h 164"/>
              <a:gd name="T36" fmla="*/ 188 w 256"/>
              <a:gd name="T37" fmla="*/ 72 h 164"/>
              <a:gd name="T38" fmla="*/ 208 w 256"/>
              <a:gd name="T39" fmla="*/ 164 h 164"/>
              <a:gd name="T40" fmla="*/ 208 w 256"/>
              <a:gd name="T41" fmla="*/ 68 h 164"/>
              <a:gd name="T42" fmla="*/ 94 w 256"/>
              <a:gd name="T43" fmla="*/ 8 h 164"/>
              <a:gd name="T44" fmla="*/ 73 w 256"/>
              <a:gd name="T45" fmla="*/ 18 h 164"/>
              <a:gd name="T46" fmla="*/ 91 w 256"/>
              <a:gd name="T47" fmla="*/ 57 h 164"/>
              <a:gd name="T48" fmla="*/ 104 w 256"/>
              <a:gd name="T49" fmla="*/ 112 h 164"/>
              <a:gd name="T50" fmla="*/ 77 w 256"/>
              <a:gd name="T51" fmla="*/ 78 h 164"/>
              <a:gd name="T52" fmla="*/ 88 w 256"/>
              <a:gd name="T53" fmla="*/ 112 h 164"/>
              <a:gd name="T54" fmla="*/ 73 w 256"/>
              <a:gd name="T55" fmla="*/ 85 h 164"/>
              <a:gd name="T56" fmla="*/ 48 w 256"/>
              <a:gd name="T57" fmla="*/ 156 h 164"/>
              <a:gd name="T58" fmla="*/ 48 w 256"/>
              <a:gd name="T59" fmla="*/ 76 h 164"/>
              <a:gd name="T60" fmla="*/ 45 w 256"/>
              <a:gd name="T61" fmla="*/ 114 h 164"/>
              <a:gd name="T62" fmla="*/ 48 w 256"/>
              <a:gd name="T63" fmla="*/ 120 h 164"/>
              <a:gd name="T64" fmla="*/ 48 w 256"/>
              <a:gd name="T65" fmla="*/ 156 h 164"/>
              <a:gd name="T66" fmla="*/ 112 w 256"/>
              <a:gd name="T67" fmla="*/ 116 h 164"/>
              <a:gd name="T68" fmla="*/ 136 w 256"/>
              <a:gd name="T69" fmla="*/ 116 h 164"/>
              <a:gd name="T70" fmla="*/ 135 w 256"/>
              <a:gd name="T71" fmla="*/ 99 h 164"/>
              <a:gd name="T72" fmla="*/ 119 w 256"/>
              <a:gd name="T73" fmla="*/ 97 h 164"/>
              <a:gd name="T74" fmla="*/ 172 w 256"/>
              <a:gd name="T75" fmla="*/ 52 h 164"/>
              <a:gd name="T76" fmla="*/ 208 w 256"/>
              <a:gd name="T77" fmla="*/ 156 h 164"/>
              <a:gd name="T78" fmla="*/ 191 w 256"/>
              <a:gd name="T79" fmla="*/ 80 h 164"/>
              <a:gd name="T80" fmla="*/ 208 w 256"/>
              <a:gd name="T81" fmla="*/ 120 h 164"/>
              <a:gd name="T82" fmla="*/ 212 w 256"/>
              <a:gd name="T83" fmla="*/ 115 h 164"/>
              <a:gd name="T84" fmla="*/ 208 w 256"/>
              <a:gd name="T85" fmla="*/ 76 h 164"/>
              <a:gd name="T86" fmla="*/ 208 w 256"/>
              <a:gd name="T87" fmla="*/ 15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164">
                <a:moveTo>
                  <a:pt x="208" y="68"/>
                </a:moveTo>
                <a:cubicBezTo>
                  <a:pt x="204" y="68"/>
                  <a:pt x="200" y="69"/>
                  <a:pt x="196" y="70"/>
                </a:cubicBezTo>
                <a:cubicBezTo>
                  <a:pt x="174" y="8"/>
                  <a:pt x="174" y="8"/>
                  <a:pt x="174" y="8"/>
                </a:cubicBezTo>
                <a:cubicBezTo>
                  <a:pt x="204" y="8"/>
                  <a:pt x="204" y="8"/>
                  <a:pt x="204" y="8"/>
                </a:cubicBezTo>
                <a:cubicBezTo>
                  <a:pt x="211" y="8"/>
                  <a:pt x="216" y="13"/>
                  <a:pt x="216" y="20"/>
                </a:cubicBezTo>
                <a:cubicBezTo>
                  <a:pt x="216" y="27"/>
                  <a:pt x="211" y="32"/>
                  <a:pt x="204" y="32"/>
                </a:cubicBezTo>
                <a:cubicBezTo>
                  <a:pt x="202" y="32"/>
                  <a:pt x="200" y="34"/>
                  <a:pt x="200" y="36"/>
                </a:cubicBezTo>
                <a:cubicBezTo>
                  <a:pt x="200" y="38"/>
                  <a:pt x="202" y="40"/>
                  <a:pt x="204" y="40"/>
                </a:cubicBezTo>
                <a:cubicBezTo>
                  <a:pt x="215" y="40"/>
                  <a:pt x="224" y="31"/>
                  <a:pt x="224" y="20"/>
                </a:cubicBezTo>
                <a:cubicBezTo>
                  <a:pt x="224" y="9"/>
                  <a:pt x="215" y="0"/>
                  <a:pt x="204" y="0"/>
                </a:cubicBezTo>
                <a:cubicBezTo>
                  <a:pt x="160" y="0"/>
                  <a:pt x="160" y="0"/>
                  <a:pt x="160" y="0"/>
                </a:cubicBezTo>
                <a:cubicBezTo>
                  <a:pt x="158" y="0"/>
                  <a:pt x="156" y="2"/>
                  <a:pt x="156" y="4"/>
                </a:cubicBezTo>
                <a:cubicBezTo>
                  <a:pt x="156" y="6"/>
                  <a:pt x="158" y="8"/>
                  <a:pt x="160" y="8"/>
                </a:cubicBezTo>
                <a:cubicBezTo>
                  <a:pt x="165" y="8"/>
                  <a:pt x="165" y="8"/>
                  <a:pt x="165" y="8"/>
                </a:cubicBezTo>
                <a:cubicBezTo>
                  <a:pt x="178" y="44"/>
                  <a:pt x="178" y="44"/>
                  <a:pt x="178" y="44"/>
                </a:cubicBezTo>
                <a:cubicBezTo>
                  <a:pt x="94" y="44"/>
                  <a:pt x="94" y="44"/>
                  <a:pt x="94" y="44"/>
                </a:cubicBezTo>
                <a:cubicBezTo>
                  <a:pt x="85" y="25"/>
                  <a:pt x="85" y="25"/>
                  <a:pt x="85" y="25"/>
                </a:cubicBezTo>
                <a:cubicBezTo>
                  <a:pt x="86" y="24"/>
                  <a:pt x="88" y="23"/>
                  <a:pt x="89" y="22"/>
                </a:cubicBezTo>
                <a:cubicBezTo>
                  <a:pt x="96" y="15"/>
                  <a:pt x="110" y="8"/>
                  <a:pt x="110" y="8"/>
                </a:cubicBezTo>
                <a:cubicBezTo>
                  <a:pt x="112" y="7"/>
                  <a:pt x="113" y="5"/>
                  <a:pt x="112" y="3"/>
                </a:cubicBezTo>
                <a:cubicBezTo>
                  <a:pt x="112" y="1"/>
                  <a:pt x="110" y="0"/>
                  <a:pt x="109" y="0"/>
                </a:cubicBezTo>
                <a:cubicBezTo>
                  <a:pt x="57" y="0"/>
                  <a:pt x="57" y="0"/>
                  <a:pt x="57" y="0"/>
                </a:cubicBezTo>
                <a:cubicBezTo>
                  <a:pt x="56" y="0"/>
                  <a:pt x="54" y="1"/>
                  <a:pt x="54" y="1"/>
                </a:cubicBezTo>
                <a:cubicBezTo>
                  <a:pt x="53" y="2"/>
                  <a:pt x="53" y="4"/>
                  <a:pt x="53" y="5"/>
                </a:cubicBezTo>
                <a:cubicBezTo>
                  <a:pt x="55" y="15"/>
                  <a:pt x="61" y="23"/>
                  <a:pt x="70" y="25"/>
                </a:cubicBezTo>
                <a:cubicBezTo>
                  <a:pt x="73" y="26"/>
                  <a:pt x="75" y="26"/>
                  <a:pt x="77" y="26"/>
                </a:cubicBezTo>
                <a:cubicBezTo>
                  <a:pt x="87" y="48"/>
                  <a:pt x="87" y="48"/>
                  <a:pt x="87" y="48"/>
                </a:cubicBezTo>
                <a:cubicBezTo>
                  <a:pt x="71" y="74"/>
                  <a:pt x="71" y="74"/>
                  <a:pt x="71" y="74"/>
                </a:cubicBezTo>
                <a:cubicBezTo>
                  <a:pt x="64" y="70"/>
                  <a:pt x="56" y="68"/>
                  <a:pt x="48" y="68"/>
                </a:cubicBezTo>
                <a:cubicBezTo>
                  <a:pt x="22" y="68"/>
                  <a:pt x="0" y="90"/>
                  <a:pt x="0" y="116"/>
                </a:cubicBezTo>
                <a:cubicBezTo>
                  <a:pt x="0" y="142"/>
                  <a:pt x="22" y="164"/>
                  <a:pt x="48" y="164"/>
                </a:cubicBezTo>
                <a:cubicBezTo>
                  <a:pt x="73" y="164"/>
                  <a:pt x="94" y="145"/>
                  <a:pt x="96" y="120"/>
                </a:cubicBezTo>
                <a:cubicBezTo>
                  <a:pt x="104" y="120"/>
                  <a:pt x="104" y="120"/>
                  <a:pt x="104" y="120"/>
                </a:cubicBezTo>
                <a:cubicBezTo>
                  <a:pt x="106" y="129"/>
                  <a:pt x="114" y="136"/>
                  <a:pt x="124" y="136"/>
                </a:cubicBezTo>
                <a:cubicBezTo>
                  <a:pt x="135" y="136"/>
                  <a:pt x="144" y="127"/>
                  <a:pt x="144" y="116"/>
                </a:cubicBezTo>
                <a:cubicBezTo>
                  <a:pt x="144" y="112"/>
                  <a:pt x="143" y="108"/>
                  <a:pt x="141" y="105"/>
                </a:cubicBezTo>
                <a:cubicBezTo>
                  <a:pt x="181" y="53"/>
                  <a:pt x="181" y="53"/>
                  <a:pt x="181" y="53"/>
                </a:cubicBezTo>
                <a:cubicBezTo>
                  <a:pt x="188" y="72"/>
                  <a:pt x="188" y="72"/>
                  <a:pt x="188" y="72"/>
                </a:cubicBezTo>
                <a:cubicBezTo>
                  <a:pt x="172" y="80"/>
                  <a:pt x="160" y="97"/>
                  <a:pt x="160" y="116"/>
                </a:cubicBezTo>
                <a:cubicBezTo>
                  <a:pt x="160" y="142"/>
                  <a:pt x="182" y="164"/>
                  <a:pt x="208" y="164"/>
                </a:cubicBezTo>
                <a:cubicBezTo>
                  <a:pt x="234" y="164"/>
                  <a:pt x="256" y="142"/>
                  <a:pt x="256" y="116"/>
                </a:cubicBezTo>
                <a:cubicBezTo>
                  <a:pt x="256" y="90"/>
                  <a:pt x="234" y="68"/>
                  <a:pt x="208" y="68"/>
                </a:cubicBezTo>
                <a:close/>
                <a:moveTo>
                  <a:pt x="62" y="8"/>
                </a:moveTo>
                <a:cubicBezTo>
                  <a:pt x="94" y="8"/>
                  <a:pt x="94" y="8"/>
                  <a:pt x="94" y="8"/>
                </a:cubicBezTo>
                <a:cubicBezTo>
                  <a:pt x="90" y="10"/>
                  <a:pt x="86" y="13"/>
                  <a:pt x="84" y="16"/>
                </a:cubicBezTo>
                <a:cubicBezTo>
                  <a:pt x="81" y="18"/>
                  <a:pt x="77" y="19"/>
                  <a:pt x="73" y="18"/>
                </a:cubicBezTo>
                <a:cubicBezTo>
                  <a:pt x="70" y="17"/>
                  <a:pt x="65" y="15"/>
                  <a:pt x="62" y="8"/>
                </a:cubicBezTo>
                <a:close/>
                <a:moveTo>
                  <a:pt x="91" y="57"/>
                </a:moveTo>
                <a:cubicBezTo>
                  <a:pt x="112" y="100"/>
                  <a:pt x="112" y="100"/>
                  <a:pt x="112" y="100"/>
                </a:cubicBezTo>
                <a:cubicBezTo>
                  <a:pt x="108" y="103"/>
                  <a:pt x="105" y="107"/>
                  <a:pt x="104" y="112"/>
                </a:cubicBezTo>
                <a:cubicBezTo>
                  <a:pt x="96" y="112"/>
                  <a:pt x="96" y="112"/>
                  <a:pt x="96" y="112"/>
                </a:cubicBezTo>
                <a:cubicBezTo>
                  <a:pt x="95" y="98"/>
                  <a:pt x="88" y="86"/>
                  <a:pt x="77" y="78"/>
                </a:cubicBezTo>
                <a:lnTo>
                  <a:pt x="91" y="57"/>
                </a:lnTo>
                <a:close/>
                <a:moveTo>
                  <a:pt x="88" y="112"/>
                </a:moveTo>
                <a:cubicBezTo>
                  <a:pt x="55" y="112"/>
                  <a:pt x="55" y="112"/>
                  <a:pt x="55" y="112"/>
                </a:cubicBezTo>
                <a:cubicBezTo>
                  <a:pt x="73" y="85"/>
                  <a:pt x="73" y="85"/>
                  <a:pt x="73" y="85"/>
                </a:cubicBezTo>
                <a:cubicBezTo>
                  <a:pt x="81" y="91"/>
                  <a:pt x="87" y="101"/>
                  <a:pt x="88" y="112"/>
                </a:cubicBezTo>
                <a:close/>
                <a:moveTo>
                  <a:pt x="48" y="156"/>
                </a:moveTo>
                <a:cubicBezTo>
                  <a:pt x="26" y="156"/>
                  <a:pt x="8" y="138"/>
                  <a:pt x="8" y="116"/>
                </a:cubicBezTo>
                <a:cubicBezTo>
                  <a:pt x="8" y="94"/>
                  <a:pt x="26" y="76"/>
                  <a:pt x="48" y="76"/>
                </a:cubicBezTo>
                <a:cubicBezTo>
                  <a:pt x="55" y="76"/>
                  <a:pt x="61" y="78"/>
                  <a:pt x="66" y="80"/>
                </a:cubicBezTo>
                <a:cubicBezTo>
                  <a:pt x="45" y="114"/>
                  <a:pt x="45" y="114"/>
                  <a:pt x="45" y="114"/>
                </a:cubicBezTo>
                <a:cubicBezTo>
                  <a:pt x="44" y="115"/>
                  <a:pt x="44" y="117"/>
                  <a:pt x="44" y="118"/>
                </a:cubicBezTo>
                <a:cubicBezTo>
                  <a:pt x="45" y="119"/>
                  <a:pt x="47" y="120"/>
                  <a:pt x="48" y="120"/>
                </a:cubicBezTo>
                <a:cubicBezTo>
                  <a:pt x="88" y="120"/>
                  <a:pt x="88" y="120"/>
                  <a:pt x="88" y="120"/>
                </a:cubicBezTo>
                <a:cubicBezTo>
                  <a:pt x="86" y="140"/>
                  <a:pt x="69" y="156"/>
                  <a:pt x="48" y="156"/>
                </a:cubicBezTo>
                <a:close/>
                <a:moveTo>
                  <a:pt x="124" y="128"/>
                </a:moveTo>
                <a:cubicBezTo>
                  <a:pt x="117" y="128"/>
                  <a:pt x="112" y="123"/>
                  <a:pt x="112" y="116"/>
                </a:cubicBezTo>
                <a:cubicBezTo>
                  <a:pt x="112" y="109"/>
                  <a:pt x="117" y="104"/>
                  <a:pt x="124" y="104"/>
                </a:cubicBezTo>
                <a:cubicBezTo>
                  <a:pt x="131" y="104"/>
                  <a:pt x="136" y="109"/>
                  <a:pt x="136" y="116"/>
                </a:cubicBezTo>
                <a:cubicBezTo>
                  <a:pt x="136" y="123"/>
                  <a:pt x="131" y="128"/>
                  <a:pt x="124" y="128"/>
                </a:cubicBezTo>
                <a:close/>
                <a:moveTo>
                  <a:pt x="135" y="99"/>
                </a:moveTo>
                <a:cubicBezTo>
                  <a:pt x="132" y="97"/>
                  <a:pt x="128" y="96"/>
                  <a:pt x="124" y="96"/>
                </a:cubicBezTo>
                <a:cubicBezTo>
                  <a:pt x="122" y="96"/>
                  <a:pt x="121" y="96"/>
                  <a:pt x="119" y="97"/>
                </a:cubicBezTo>
                <a:cubicBezTo>
                  <a:pt x="98" y="52"/>
                  <a:pt x="98" y="52"/>
                  <a:pt x="98" y="52"/>
                </a:cubicBezTo>
                <a:cubicBezTo>
                  <a:pt x="172" y="52"/>
                  <a:pt x="172" y="52"/>
                  <a:pt x="172" y="52"/>
                </a:cubicBezTo>
                <a:lnTo>
                  <a:pt x="135" y="99"/>
                </a:lnTo>
                <a:close/>
                <a:moveTo>
                  <a:pt x="208" y="156"/>
                </a:moveTo>
                <a:cubicBezTo>
                  <a:pt x="186" y="156"/>
                  <a:pt x="168" y="138"/>
                  <a:pt x="168" y="116"/>
                </a:cubicBezTo>
                <a:cubicBezTo>
                  <a:pt x="168" y="100"/>
                  <a:pt x="177" y="86"/>
                  <a:pt x="191" y="80"/>
                </a:cubicBezTo>
                <a:cubicBezTo>
                  <a:pt x="204" y="117"/>
                  <a:pt x="204" y="117"/>
                  <a:pt x="204" y="117"/>
                </a:cubicBezTo>
                <a:cubicBezTo>
                  <a:pt x="205" y="119"/>
                  <a:pt x="206" y="120"/>
                  <a:pt x="208" y="120"/>
                </a:cubicBezTo>
                <a:cubicBezTo>
                  <a:pt x="208" y="120"/>
                  <a:pt x="209" y="120"/>
                  <a:pt x="209" y="120"/>
                </a:cubicBezTo>
                <a:cubicBezTo>
                  <a:pt x="211" y="119"/>
                  <a:pt x="213" y="117"/>
                  <a:pt x="212" y="115"/>
                </a:cubicBezTo>
                <a:cubicBezTo>
                  <a:pt x="198" y="77"/>
                  <a:pt x="198" y="77"/>
                  <a:pt x="198" y="77"/>
                </a:cubicBezTo>
                <a:cubicBezTo>
                  <a:pt x="201" y="76"/>
                  <a:pt x="205" y="76"/>
                  <a:pt x="208" y="76"/>
                </a:cubicBezTo>
                <a:cubicBezTo>
                  <a:pt x="230" y="76"/>
                  <a:pt x="248" y="94"/>
                  <a:pt x="248" y="116"/>
                </a:cubicBezTo>
                <a:cubicBezTo>
                  <a:pt x="248" y="138"/>
                  <a:pt x="230" y="156"/>
                  <a:pt x="208" y="15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82" name="Freeform 182">
            <a:extLst>
              <a:ext uri="{FF2B5EF4-FFF2-40B4-BE49-F238E27FC236}">
                <a16:creationId xmlns:a16="http://schemas.microsoft.com/office/drawing/2014/main" id="{EA93C28C-BB22-4D90-8EF2-1EBD07B68DBE}"/>
              </a:ext>
            </a:extLst>
          </p:cNvPr>
          <p:cNvSpPr>
            <a:spLocks noChangeAspect="1" noEditPoints="1"/>
          </p:cNvSpPr>
          <p:nvPr/>
        </p:nvSpPr>
        <p:spPr bwMode="auto">
          <a:xfrm>
            <a:off x="9283490" y="5337970"/>
            <a:ext cx="396875" cy="323850"/>
          </a:xfrm>
          <a:custGeom>
            <a:avLst/>
            <a:gdLst>
              <a:gd name="T0" fmla="*/ 251 w 254"/>
              <a:gd name="T1" fmla="*/ 53 h 208"/>
              <a:gd name="T2" fmla="*/ 221 w 254"/>
              <a:gd name="T3" fmla="*/ 44 h 208"/>
              <a:gd name="T4" fmla="*/ 181 w 254"/>
              <a:gd name="T5" fmla="*/ 0 h 208"/>
              <a:gd name="T6" fmla="*/ 49 w 254"/>
              <a:gd name="T7" fmla="*/ 15 h 208"/>
              <a:gd name="T8" fmla="*/ 15 w 254"/>
              <a:gd name="T9" fmla="*/ 44 h 208"/>
              <a:gd name="T10" fmla="*/ 0 w 254"/>
              <a:gd name="T11" fmla="*/ 66 h 208"/>
              <a:gd name="T12" fmla="*/ 8 w 254"/>
              <a:gd name="T13" fmla="*/ 76 h 208"/>
              <a:gd name="T14" fmla="*/ 18 w 254"/>
              <a:gd name="T15" fmla="*/ 96 h 208"/>
              <a:gd name="T16" fmla="*/ 15 w 254"/>
              <a:gd name="T17" fmla="*/ 152 h 208"/>
              <a:gd name="T18" fmla="*/ 19 w 254"/>
              <a:gd name="T19" fmla="*/ 176 h 208"/>
              <a:gd name="T20" fmla="*/ 31 w 254"/>
              <a:gd name="T21" fmla="*/ 208 h 208"/>
              <a:gd name="T22" fmla="*/ 75 w 254"/>
              <a:gd name="T23" fmla="*/ 196 h 208"/>
              <a:gd name="T24" fmla="*/ 179 w 254"/>
              <a:gd name="T25" fmla="*/ 184 h 208"/>
              <a:gd name="T26" fmla="*/ 191 w 254"/>
              <a:gd name="T27" fmla="*/ 208 h 208"/>
              <a:gd name="T28" fmla="*/ 235 w 254"/>
              <a:gd name="T29" fmla="*/ 196 h 208"/>
              <a:gd name="T30" fmla="*/ 238 w 254"/>
              <a:gd name="T31" fmla="*/ 161 h 208"/>
              <a:gd name="T32" fmla="*/ 239 w 254"/>
              <a:gd name="T33" fmla="*/ 111 h 208"/>
              <a:gd name="T34" fmla="*/ 229 w 254"/>
              <a:gd name="T35" fmla="*/ 76 h 208"/>
              <a:gd name="T36" fmla="*/ 252 w 254"/>
              <a:gd name="T37" fmla="*/ 73 h 208"/>
              <a:gd name="T38" fmla="*/ 223 w 254"/>
              <a:gd name="T39" fmla="*/ 68 h 208"/>
              <a:gd name="T40" fmla="*/ 219 w 254"/>
              <a:gd name="T41" fmla="*/ 73 h 208"/>
              <a:gd name="T42" fmla="*/ 231 w 254"/>
              <a:gd name="T43" fmla="*/ 111 h 208"/>
              <a:gd name="T44" fmla="*/ 230 w 254"/>
              <a:gd name="T45" fmla="*/ 159 h 208"/>
              <a:gd name="T46" fmla="*/ 227 w 254"/>
              <a:gd name="T47" fmla="*/ 176 h 208"/>
              <a:gd name="T48" fmla="*/ 223 w 254"/>
              <a:gd name="T49" fmla="*/ 200 h 208"/>
              <a:gd name="T50" fmla="*/ 187 w 254"/>
              <a:gd name="T51" fmla="*/ 196 h 208"/>
              <a:gd name="T52" fmla="*/ 195 w 254"/>
              <a:gd name="T53" fmla="*/ 184 h 208"/>
              <a:gd name="T54" fmla="*/ 195 w 254"/>
              <a:gd name="T55" fmla="*/ 176 h 208"/>
              <a:gd name="T56" fmla="*/ 51 w 254"/>
              <a:gd name="T57" fmla="*/ 180 h 208"/>
              <a:gd name="T58" fmla="*/ 67 w 254"/>
              <a:gd name="T59" fmla="*/ 184 h 208"/>
              <a:gd name="T60" fmla="*/ 63 w 254"/>
              <a:gd name="T61" fmla="*/ 200 h 208"/>
              <a:gd name="T62" fmla="*/ 27 w 254"/>
              <a:gd name="T63" fmla="*/ 196 h 208"/>
              <a:gd name="T64" fmla="*/ 27 w 254"/>
              <a:gd name="T65" fmla="*/ 175 h 208"/>
              <a:gd name="T66" fmla="*/ 23 w 254"/>
              <a:gd name="T67" fmla="*/ 152 h 208"/>
              <a:gd name="T68" fmla="*/ 25 w 254"/>
              <a:gd name="T69" fmla="*/ 99 h 208"/>
              <a:gd name="T70" fmla="*/ 34 w 254"/>
              <a:gd name="T71" fmla="*/ 70 h 208"/>
              <a:gd name="T72" fmla="*/ 8 w 254"/>
              <a:gd name="T73" fmla="*/ 68 h 208"/>
              <a:gd name="T74" fmla="*/ 15 w 254"/>
              <a:gd name="T75" fmla="*/ 52 h 208"/>
              <a:gd name="T76" fmla="*/ 39 w 254"/>
              <a:gd name="T77" fmla="*/ 50 h 208"/>
              <a:gd name="T78" fmla="*/ 73 w 254"/>
              <a:gd name="T79" fmla="*/ 8 h 208"/>
              <a:gd name="T80" fmla="*/ 198 w 254"/>
              <a:gd name="T81" fmla="*/ 18 h 208"/>
              <a:gd name="T82" fmla="*/ 219 w 254"/>
              <a:gd name="T83" fmla="*/ 52 h 208"/>
              <a:gd name="T84" fmla="*/ 243 w 254"/>
              <a:gd name="T85" fmla="*/ 55 h 208"/>
              <a:gd name="T86" fmla="*/ 223 w 254"/>
              <a:gd name="T87" fmla="*/ 68 h 208"/>
              <a:gd name="T88" fmla="*/ 65 w 254"/>
              <a:gd name="T89" fmla="*/ 108 h 208"/>
              <a:gd name="T90" fmla="*/ 69 w 254"/>
              <a:gd name="T91" fmla="*/ 124 h 208"/>
              <a:gd name="T92" fmla="*/ 35 w 254"/>
              <a:gd name="T93" fmla="*/ 128 h 208"/>
              <a:gd name="T94" fmla="*/ 69 w 254"/>
              <a:gd name="T95" fmla="*/ 132 h 208"/>
              <a:gd name="T96" fmla="*/ 76 w 254"/>
              <a:gd name="T97" fmla="*/ 120 h 208"/>
              <a:gd name="T98" fmla="*/ 215 w 254"/>
              <a:gd name="T99" fmla="*/ 124 h 208"/>
              <a:gd name="T100" fmla="*/ 191 w 254"/>
              <a:gd name="T101" fmla="*/ 114 h 208"/>
              <a:gd name="T102" fmla="*/ 183 w 254"/>
              <a:gd name="T103" fmla="*/ 110 h 208"/>
              <a:gd name="T104" fmla="*/ 179 w 254"/>
              <a:gd name="T105" fmla="*/ 128 h 208"/>
              <a:gd name="T106" fmla="*/ 215 w 254"/>
              <a:gd name="T107" fmla="*/ 132 h 208"/>
              <a:gd name="T108" fmla="*/ 215 w 254"/>
              <a:gd name="T109" fmla="*/ 124 h 208"/>
              <a:gd name="T110" fmla="*/ 99 w 254"/>
              <a:gd name="T111" fmla="*/ 148 h 208"/>
              <a:gd name="T112" fmla="*/ 99 w 254"/>
              <a:gd name="T113" fmla="*/ 156 h 208"/>
              <a:gd name="T114" fmla="*/ 159 w 254"/>
              <a:gd name="T115" fmla="*/ 152 h 208"/>
              <a:gd name="T116" fmla="*/ 59 w 254"/>
              <a:gd name="T117" fmla="*/ 76 h 208"/>
              <a:gd name="T118" fmla="*/ 199 w 254"/>
              <a:gd name="T119" fmla="*/ 72 h 208"/>
              <a:gd name="T120" fmla="*/ 59 w 254"/>
              <a:gd name="T121" fmla="*/ 68 h 208"/>
              <a:gd name="T122" fmla="*/ 59 w 254"/>
              <a:gd name="T123" fmla="*/ 76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4" h="208">
                <a:moveTo>
                  <a:pt x="254" y="66"/>
                </a:moveTo>
                <a:cubicBezTo>
                  <a:pt x="251" y="53"/>
                  <a:pt x="251" y="53"/>
                  <a:pt x="251" y="53"/>
                </a:cubicBezTo>
                <a:cubicBezTo>
                  <a:pt x="249" y="48"/>
                  <a:pt x="245" y="44"/>
                  <a:pt x="239" y="44"/>
                </a:cubicBezTo>
                <a:cubicBezTo>
                  <a:pt x="221" y="44"/>
                  <a:pt x="221" y="44"/>
                  <a:pt x="221" y="44"/>
                </a:cubicBezTo>
                <a:cubicBezTo>
                  <a:pt x="205" y="15"/>
                  <a:pt x="205" y="15"/>
                  <a:pt x="205" y="15"/>
                </a:cubicBezTo>
                <a:cubicBezTo>
                  <a:pt x="200" y="6"/>
                  <a:pt x="191" y="0"/>
                  <a:pt x="181" y="0"/>
                </a:cubicBezTo>
                <a:cubicBezTo>
                  <a:pt x="73" y="0"/>
                  <a:pt x="73" y="0"/>
                  <a:pt x="73" y="0"/>
                </a:cubicBezTo>
                <a:cubicBezTo>
                  <a:pt x="63" y="0"/>
                  <a:pt x="54" y="6"/>
                  <a:pt x="49" y="15"/>
                </a:cubicBezTo>
                <a:cubicBezTo>
                  <a:pt x="33" y="44"/>
                  <a:pt x="33" y="44"/>
                  <a:pt x="33" y="44"/>
                </a:cubicBezTo>
                <a:cubicBezTo>
                  <a:pt x="15" y="44"/>
                  <a:pt x="15" y="44"/>
                  <a:pt x="15" y="44"/>
                </a:cubicBezTo>
                <a:cubicBezTo>
                  <a:pt x="9" y="44"/>
                  <a:pt x="5" y="48"/>
                  <a:pt x="3" y="53"/>
                </a:cubicBezTo>
                <a:cubicBezTo>
                  <a:pt x="0" y="66"/>
                  <a:pt x="0" y="66"/>
                  <a:pt x="0" y="66"/>
                </a:cubicBezTo>
                <a:cubicBezTo>
                  <a:pt x="0" y="69"/>
                  <a:pt x="0" y="71"/>
                  <a:pt x="2" y="73"/>
                </a:cubicBezTo>
                <a:cubicBezTo>
                  <a:pt x="3" y="75"/>
                  <a:pt x="6" y="76"/>
                  <a:pt x="8" y="76"/>
                </a:cubicBezTo>
                <a:cubicBezTo>
                  <a:pt x="25" y="76"/>
                  <a:pt x="25" y="76"/>
                  <a:pt x="25" y="76"/>
                </a:cubicBezTo>
                <a:cubicBezTo>
                  <a:pt x="18" y="96"/>
                  <a:pt x="18" y="96"/>
                  <a:pt x="18" y="96"/>
                </a:cubicBezTo>
                <a:cubicBezTo>
                  <a:pt x="16" y="101"/>
                  <a:pt x="15" y="106"/>
                  <a:pt x="15" y="111"/>
                </a:cubicBezTo>
                <a:cubicBezTo>
                  <a:pt x="15" y="152"/>
                  <a:pt x="15" y="152"/>
                  <a:pt x="15" y="152"/>
                </a:cubicBezTo>
                <a:cubicBezTo>
                  <a:pt x="15" y="155"/>
                  <a:pt x="15" y="158"/>
                  <a:pt x="16" y="161"/>
                </a:cubicBezTo>
                <a:cubicBezTo>
                  <a:pt x="19" y="176"/>
                  <a:pt x="19" y="176"/>
                  <a:pt x="19" y="176"/>
                </a:cubicBezTo>
                <a:cubicBezTo>
                  <a:pt x="19" y="196"/>
                  <a:pt x="19" y="196"/>
                  <a:pt x="19" y="196"/>
                </a:cubicBezTo>
                <a:cubicBezTo>
                  <a:pt x="19" y="203"/>
                  <a:pt x="24" y="208"/>
                  <a:pt x="31" y="208"/>
                </a:cubicBezTo>
                <a:cubicBezTo>
                  <a:pt x="63" y="208"/>
                  <a:pt x="63" y="208"/>
                  <a:pt x="63" y="208"/>
                </a:cubicBezTo>
                <a:cubicBezTo>
                  <a:pt x="70" y="208"/>
                  <a:pt x="75" y="203"/>
                  <a:pt x="75" y="196"/>
                </a:cubicBezTo>
                <a:cubicBezTo>
                  <a:pt x="75" y="184"/>
                  <a:pt x="75" y="184"/>
                  <a:pt x="75" y="184"/>
                </a:cubicBezTo>
                <a:cubicBezTo>
                  <a:pt x="179" y="184"/>
                  <a:pt x="179" y="184"/>
                  <a:pt x="179" y="184"/>
                </a:cubicBezTo>
                <a:cubicBezTo>
                  <a:pt x="179" y="196"/>
                  <a:pt x="179" y="196"/>
                  <a:pt x="179" y="196"/>
                </a:cubicBezTo>
                <a:cubicBezTo>
                  <a:pt x="179" y="203"/>
                  <a:pt x="184" y="208"/>
                  <a:pt x="191" y="208"/>
                </a:cubicBezTo>
                <a:cubicBezTo>
                  <a:pt x="223" y="208"/>
                  <a:pt x="223" y="208"/>
                  <a:pt x="223" y="208"/>
                </a:cubicBezTo>
                <a:cubicBezTo>
                  <a:pt x="230" y="208"/>
                  <a:pt x="235" y="203"/>
                  <a:pt x="235" y="196"/>
                </a:cubicBezTo>
                <a:cubicBezTo>
                  <a:pt x="235" y="176"/>
                  <a:pt x="235" y="176"/>
                  <a:pt x="235" y="176"/>
                </a:cubicBezTo>
                <a:cubicBezTo>
                  <a:pt x="238" y="161"/>
                  <a:pt x="238" y="161"/>
                  <a:pt x="238" y="161"/>
                </a:cubicBezTo>
                <a:cubicBezTo>
                  <a:pt x="239" y="158"/>
                  <a:pt x="239" y="155"/>
                  <a:pt x="239" y="152"/>
                </a:cubicBezTo>
                <a:cubicBezTo>
                  <a:pt x="239" y="111"/>
                  <a:pt x="239" y="111"/>
                  <a:pt x="239" y="111"/>
                </a:cubicBezTo>
                <a:cubicBezTo>
                  <a:pt x="239" y="106"/>
                  <a:pt x="238" y="101"/>
                  <a:pt x="236" y="96"/>
                </a:cubicBezTo>
                <a:cubicBezTo>
                  <a:pt x="229" y="76"/>
                  <a:pt x="229" y="76"/>
                  <a:pt x="229" y="76"/>
                </a:cubicBezTo>
                <a:cubicBezTo>
                  <a:pt x="246" y="76"/>
                  <a:pt x="246" y="76"/>
                  <a:pt x="246" y="76"/>
                </a:cubicBezTo>
                <a:cubicBezTo>
                  <a:pt x="248" y="76"/>
                  <a:pt x="251" y="75"/>
                  <a:pt x="252" y="73"/>
                </a:cubicBezTo>
                <a:cubicBezTo>
                  <a:pt x="254" y="71"/>
                  <a:pt x="254" y="69"/>
                  <a:pt x="254" y="66"/>
                </a:cubicBezTo>
                <a:close/>
                <a:moveTo>
                  <a:pt x="223" y="68"/>
                </a:moveTo>
                <a:cubicBezTo>
                  <a:pt x="222" y="68"/>
                  <a:pt x="220" y="69"/>
                  <a:pt x="220" y="70"/>
                </a:cubicBezTo>
                <a:cubicBezTo>
                  <a:pt x="219" y="71"/>
                  <a:pt x="219" y="72"/>
                  <a:pt x="219" y="73"/>
                </a:cubicBezTo>
                <a:cubicBezTo>
                  <a:pt x="229" y="99"/>
                  <a:pt x="229" y="99"/>
                  <a:pt x="229" y="99"/>
                </a:cubicBezTo>
                <a:cubicBezTo>
                  <a:pt x="230" y="103"/>
                  <a:pt x="231" y="107"/>
                  <a:pt x="231" y="111"/>
                </a:cubicBezTo>
                <a:cubicBezTo>
                  <a:pt x="231" y="152"/>
                  <a:pt x="231" y="152"/>
                  <a:pt x="231" y="152"/>
                </a:cubicBezTo>
                <a:cubicBezTo>
                  <a:pt x="231" y="154"/>
                  <a:pt x="231" y="157"/>
                  <a:pt x="230" y="159"/>
                </a:cubicBezTo>
                <a:cubicBezTo>
                  <a:pt x="227" y="175"/>
                  <a:pt x="227" y="175"/>
                  <a:pt x="227" y="175"/>
                </a:cubicBezTo>
                <a:cubicBezTo>
                  <a:pt x="227" y="175"/>
                  <a:pt x="227" y="176"/>
                  <a:pt x="227" y="176"/>
                </a:cubicBezTo>
                <a:cubicBezTo>
                  <a:pt x="227" y="196"/>
                  <a:pt x="227" y="196"/>
                  <a:pt x="227" y="196"/>
                </a:cubicBezTo>
                <a:cubicBezTo>
                  <a:pt x="227" y="198"/>
                  <a:pt x="225" y="200"/>
                  <a:pt x="223" y="200"/>
                </a:cubicBezTo>
                <a:cubicBezTo>
                  <a:pt x="191" y="200"/>
                  <a:pt x="191" y="200"/>
                  <a:pt x="191" y="200"/>
                </a:cubicBezTo>
                <a:cubicBezTo>
                  <a:pt x="189" y="200"/>
                  <a:pt x="187" y="198"/>
                  <a:pt x="187" y="196"/>
                </a:cubicBezTo>
                <a:cubicBezTo>
                  <a:pt x="187" y="184"/>
                  <a:pt x="187" y="184"/>
                  <a:pt x="187" y="184"/>
                </a:cubicBezTo>
                <a:cubicBezTo>
                  <a:pt x="195" y="184"/>
                  <a:pt x="195" y="184"/>
                  <a:pt x="195" y="184"/>
                </a:cubicBezTo>
                <a:cubicBezTo>
                  <a:pt x="197" y="184"/>
                  <a:pt x="199" y="182"/>
                  <a:pt x="199" y="180"/>
                </a:cubicBezTo>
                <a:cubicBezTo>
                  <a:pt x="199" y="178"/>
                  <a:pt x="197" y="176"/>
                  <a:pt x="195" y="176"/>
                </a:cubicBezTo>
                <a:cubicBezTo>
                  <a:pt x="55" y="176"/>
                  <a:pt x="55" y="176"/>
                  <a:pt x="55" y="176"/>
                </a:cubicBezTo>
                <a:cubicBezTo>
                  <a:pt x="53" y="176"/>
                  <a:pt x="51" y="178"/>
                  <a:pt x="51" y="180"/>
                </a:cubicBezTo>
                <a:cubicBezTo>
                  <a:pt x="51" y="182"/>
                  <a:pt x="53" y="184"/>
                  <a:pt x="55" y="184"/>
                </a:cubicBezTo>
                <a:cubicBezTo>
                  <a:pt x="67" y="184"/>
                  <a:pt x="67" y="184"/>
                  <a:pt x="67" y="184"/>
                </a:cubicBezTo>
                <a:cubicBezTo>
                  <a:pt x="67" y="196"/>
                  <a:pt x="67" y="196"/>
                  <a:pt x="67" y="196"/>
                </a:cubicBezTo>
                <a:cubicBezTo>
                  <a:pt x="67" y="198"/>
                  <a:pt x="65" y="200"/>
                  <a:pt x="63" y="200"/>
                </a:cubicBezTo>
                <a:cubicBezTo>
                  <a:pt x="31" y="200"/>
                  <a:pt x="31" y="200"/>
                  <a:pt x="31" y="200"/>
                </a:cubicBezTo>
                <a:cubicBezTo>
                  <a:pt x="29" y="200"/>
                  <a:pt x="27" y="198"/>
                  <a:pt x="27" y="196"/>
                </a:cubicBezTo>
                <a:cubicBezTo>
                  <a:pt x="27" y="176"/>
                  <a:pt x="27" y="176"/>
                  <a:pt x="27" y="176"/>
                </a:cubicBezTo>
                <a:cubicBezTo>
                  <a:pt x="27" y="176"/>
                  <a:pt x="27" y="175"/>
                  <a:pt x="27" y="175"/>
                </a:cubicBezTo>
                <a:cubicBezTo>
                  <a:pt x="24" y="159"/>
                  <a:pt x="24" y="159"/>
                  <a:pt x="24" y="159"/>
                </a:cubicBezTo>
                <a:cubicBezTo>
                  <a:pt x="23" y="157"/>
                  <a:pt x="23" y="154"/>
                  <a:pt x="23" y="152"/>
                </a:cubicBezTo>
                <a:cubicBezTo>
                  <a:pt x="23" y="111"/>
                  <a:pt x="23" y="111"/>
                  <a:pt x="23" y="111"/>
                </a:cubicBezTo>
                <a:cubicBezTo>
                  <a:pt x="23" y="107"/>
                  <a:pt x="24" y="103"/>
                  <a:pt x="25" y="99"/>
                </a:cubicBezTo>
                <a:cubicBezTo>
                  <a:pt x="35" y="73"/>
                  <a:pt x="35" y="73"/>
                  <a:pt x="35" y="73"/>
                </a:cubicBezTo>
                <a:cubicBezTo>
                  <a:pt x="35" y="72"/>
                  <a:pt x="35" y="71"/>
                  <a:pt x="34" y="70"/>
                </a:cubicBezTo>
                <a:cubicBezTo>
                  <a:pt x="34" y="69"/>
                  <a:pt x="32" y="68"/>
                  <a:pt x="31" y="68"/>
                </a:cubicBezTo>
                <a:cubicBezTo>
                  <a:pt x="8" y="68"/>
                  <a:pt x="8" y="68"/>
                  <a:pt x="8" y="68"/>
                </a:cubicBezTo>
                <a:cubicBezTo>
                  <a:pt x="11" y="55"/>
                  <a:pt x="11" y="55"/>
                  <a:pt x="11" y="55"/>
                </a:cubicBezTo>
                <a:cubicBezTo>
                  <a:pt x="12" y="53"/>
                  <a:pt x="13" y="52"/>
                  <a:pt x="15" y="52"/>
                </a:cubicBezTo>
                <a:cubicBezTo>
                  <a:pt x="35" y="52"/>
                  <a:pt x="35" y="52"/>
                  <a:pt x="35" y="52"/>
                </a:cubicBezTo>
                <a:cubicBezTo>
                  <a:pt x="36" y="52"/>
                  <a:pt x="38" y="51"/>
                  <a:pt x="39" y="50"/>
                </a:cubicBezTo>
                <a:cubicBezTo>
                  <a:pt x="56" y="18"/>
                  <a:pt x="56" y="18"/>
                  <a:pt x="56" y="18"/>
                </a:cubicBezTo>
                <a:cubicBezTo>
                  <a:pt x="59" y="12"/>
                  <a:pt x="66" y="8"/>
                  <a:pt x="73" y="8"/>
                </a:cubicBezTo>
                <a:cubicBezTo>
                  <a:pt x="181" y="8"/>
                  <a:pt x="181" y="8"/>
                  <a:pt x="181" y="8"/>
                </a:cubicBezTo>
                <a:cubicBezTo>
                  <a:pt x="188" y="8"/>
                  <a:pt x="195" y="12"/>
                  <a:pt x="198" y="18"/>
                </a:cubicBezTo>
                <a:cubicBezTo>
                  <a:pt x="215" y="50"/>
                  <a:pt x="215" y="50"/>
                  <a:pt x="215" y="50"/>
                </a:cubicBezTo>
                <a:cubicBezTo>
                  <a:pt x="216" y="51"/>
                  <a:pt x="218" y="52"/>
                  <a:pt x="219" y="52"/>
                </a:cubicBezTo>
                <a:cubicBezTo>
                  <a:pt x="239" y="52"/>
                  <a:pt x="239" y="52"/>
                  <a:pt x="239" y="52"/>
                </a:cubicBezTo>
                <a:cubicBezTo>
                  <a:pt x="241" y="52"/>
                  <a:pt x="242" y="53"/>
                  <a:pt x="243" y="55"/>
                </a:cubicBezTo>
                <a:cubicBezTo>
                  <a:pt x="246" y="68"/>
                  <a:pt x="246" y="68"/>
                  <a:pt x="246" y="68"/>
                </a:cubicBezTo>
                <a:lnTo>
                  <a:pt x="223" y="68"/>
                </a:lnTo>
                <a:close/>
                <a:moveTo>
                  <a:pt x="71" y="110"/>
                </a:moveTo>
                <a:cubicBezTo>
                  <a:pt x="70" y="108"/>
                  <a:pt x="67" y="107"/>
                  <a:pt x="65" y="108"/>
                </a:cubicBezTo>
                <a:cubicBezTo>
                  <a:pt x="63" y="109"/>
                  <a:pt x="62" y="112"/>
                  <a:pt x="63" y="114"/>
                </a:cubicBezTo>
                <a:cubicBezTo>
                  <a:pt x="69" y="124"/>
                  <a:pt x="69" y="124"/>
                  <a:pt x="69" y="124"/>
                </a:cubicBezTo>
                <a:cubicBezTo>
                  <a:pt x="39" y="124"/>
                  <a:pt x="39" y="124"/>
                  <a:pt x="39" y="124"/>
                </a:cubicBezTo>
                <a:cubicBezTo>
                  <a:pt x="37" y="124"/>
                  <a:pt x="35" y="126"/>
                  <a:pt x="35" y="128"/>
                </a:cubicBezTo>
                <a:cubicBezTo>
                  <a:pt x="35" y="130"/>
                  <a:pt x="37" y="132"/>
                  <a:pt x="39" y="132"/>
                </a:cubicBezTo>
                <a:cubicBezTo>
                  <a:pt x="69" y="132"/>
                  <a:pt x="69" y="132"/>
                  <a:pt x="69" y="132"/>
                </a:cubicBezTo>
                <a:cubicBezTo>
                  <a:pt x="71" y="132"/>
                  <a:pt x="74" y="131"/>
                  <a:pt x="75" y="128"/>
                </a:cubicBezTo>
                <a:cubicBezTo>
                  <a:pt x="77" y="126"/>
                  <a:pt x="77" y="123"/>
                  <a:pt x="76" y="120"/>
                </a:cubicBezTo>
                <a:lnTo>
                  <a:pt x="71" y="110"/>
                </a:lnTo>
                <a:close/>
                <a:moveTo>
                  <a:pt x="215" y="124"/>
                </a:moveTo>
                <a:cubicBezTo>
                  <a:pt x="185" y="124"/>
                  <a:pt x="185" y="124"/>
                  <a:pt x="185" y="124"/>
                </a:cubicBezTo>
                <a:cubicBezTo>
                  <a:pt x="191" y="114"/>
                  <a:pt x="191" y="114"/>
                  <a:pt x="191" y="114"/>
                </a:cubicBezTo>
                <a:cubicBezTo>
                  <a:pt x="192" y="112"/>
                  <a:pt x="191" y="109"/>
                  <a:pt x="189" y="108"/>
                </a:cubicBezTo>
                <a:cubicBezTo>
                  <a:pt x="187" y="107"/>
                  <a:pt x="184" y="108"/>
                  <a:pt x="183" y="110"/>
                </a:cubicBezTo>
                <a:cubicBezTo>
                  <a:pt x="178" y="120"/>
                  <a:pt x="178" y="120"/>
                  <a:pt x="178" y="120"/>
                </a:cubicBezTo>
                <a:cubicBezTo>
                  <a:pt x="177" y="123"/>
                  <a:pt x="177" y="126"/>
                  <a:pt x="179" y="128"/>
                </a:cubicBezTo>
                <a:cubicBezTo>
                  <a:pt x="180" y="131"/>
                  <a:pt x="183" y="132"/>
                  <a:pt x="185" y="132"/>
                </a:cubicBezTo>
                <a:cubicBezTo>
                  <a:pt x="215" y="132"/>
                  <a:pt x="215" y="132"/>
                  <a:pt x="215" y="132"/>
                </a:cubicBezTo>
                <a:cubicBezTo>
                  <a:pt x="217" y="132"/>
                  <a:pt x="219" y="130"/>
                  <a:pt x="219" y="128"/>
                </a:cubicBezTo>
                <a:cubicBezTo>
                  <a:pt x="219" y="126"/>
                  <a:pt x="217" y="124"/>
                  <a:pt x="215" y="124"/>
                </a:cubicBezTo>
                <a:close/>
                <a:moveTo>
                  <a:pt x="155" y="148"/>
                </a:moveTo>
                <a:cubicBezTo>
                  <a:pt x="99" y="148"/>
                  <a:pt x="99" y="148"/>
                  <a:pt x="99" y="148"/>
                </a:cubicBezTo>
                <a:cubicBezTo>
                  <a:pt x="97" y="148"/>
                  <a:pt x="95" y="150"/>
                  <a:pt x="95" y="152"/>
                </a:cubicBezTo>
                <a:cubicBezTo>
                  <a:pt x="95" y="154"/>
                  <a:pt x="97" y="156"/>
                  <a:pt x="99" y="156"/>
                </a:cubicBezTo>
                <a:cubicBezTo>
                  <a:pt x="155" y="156"/>
                  <a:pt x="155" y="156"/>
                  <a:pt x="155" y="156"/>
                </a:cubicBezTo>
                <a:cubicBezTo>
                  <a:pt x="157" y="156"/>
                  <a:pt x="159" y="154"/>
                  <a:pt x="159" y="152"/>
                </a:cubicBezTo>
                <a:cubicBezTo>
                  <a:pt x="159" y="150"/>
                  <a:pt x="157" y="148"/>
                  <a:pt x="155" y="148"/>
                </a:cubicBezTo>
                <a:close/>
                <a:moveTo>
                  <a:pt x="59" y="76"/>
                </a:moveTo>
                <a:cubicBezTo>
                  <a:pt x="195" y="76"/>
                  <a:pt x="195" y="76"/>
                  <a:pt x="195" y="76"/>
                </a:cubicBezTo>
                <a:cubicBezTo>
                  <a:pt x="197" y="76"/>
                  <a:pt x="199" y="74"/>
                  <a:pt x="199" y="72"/>
                </a:cubicBezTo>
                <a:cubicBezTo>
                  <a:pt x="199" y="70"/>
                  <a:pt x="197" y="68"/>
                  <a:pt x="195" y="68"/>
                </a:cubicBezTo>
                <a:cubicBezTo>
                  <a:pt x="59" y="68"/>
                  <a:pt x="59" y="68"/>
                  <a:pt x="59" y="68"/>
                </a:cubicBezTo>
                <a:cubicBezTo>
                  <a:pt x="57" y="68"/>
                  <a:pt x="55" y="70"/>
                  <a:pt x="55" y="72"/>
                </a:cubicBezTo>
                <a:cubicBezTo>
                  <a:pt x="55" y="74"/>
                  <a:pt x="57" y="76"/>
                  <a:pt x="59" y="7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92" name="Freeform 186">
            <a:extLst>
              <a:ext uri="{FF2B5EF4-FFF2-40B4-BE49-F238E27FC236}">
                <a16:creationId xmlns:a16="http://schemas.microsoft.com/office/drawing/2014/main" id="{05FD5CC8-F5DD-4D21-8E8A-ABB1748DC4E4}"/>
              </a:ext>
            </a:extLst>
          </p:cNvPr>
          <p:cNvSpPr>
            <a:spLocks noChangeAspect="1" noEditPoints="1"/>
          </p:cNvSpPr>
          <p:nvPr/>
        </p:nvSpPr>
        <p:spPr bwMode="auto">
          <a:xfrm>
            <a:off x="10249548" y="5299870"/>
            <a:ext cx="400050" cy="400050"/>
          </a:xfrm>
          <a:custGeom>
            <a:avLst/>
            <a:gdLst>
              <a:gd name="T0" fmla="*/ 0 w 256"/>
              <a:gd name="T1" fmla="*/ 128 h 256"/>
              <a:gd name="T2" fmla="*/ 8 w 256"/>
              <a:gd name="T3" fmla="*/ 168 h 256"/>
              <a:gd name="T4" fmla="*/ 128 w 256"/>
              <a:gd name="T5" fmla="*/ 8 h 256"/>
              <a:gd name="T6" fmla="*/ 248 w 256"/>
              <a:gd name="T7" fmla="*/ 168 h 256"/>
              <a:gd name="T8" fmla="*/ 256 w 256"/>
              <a:gd name="T9" fmla="*/ 128 h 256"/>
              <a:gd name="T10" fmla="*/ 108 w 256"/>
              <a:gd name="T11" fmla="*/ 72 h 256"/>
              <a:gd name="T12" fmla="*/ 152 w 256"/>
              <a:gd name="T13" fmla="*/ 68 h 256"/>
              <a:gd name="T14" fmla="*/ 108 w 256"/>
              <a:gd name="T15" fmla="*/ 64 h 256"/>
              <a:gd name="T16" fmla="*/ 108 w 256"/>
              <a:gd name="T17" fmla="*/ 72 h 256"/>
              <a:gd name="T18" fmla="*/ 174 w 256"/>
              <a:gd name="T19" fmla="*/ 84 h 256"/>
              <a:gd name="T20" fmla="*/ 66 w 256"/>
              <a:gd name="T21" fmla="*/ 97 h 256"/>
              <a:gd name="T22" fmla="*/ 64 w 256"/>
              <a:gd name="T23" fmla="*/ 122 h 256"/>
              <a:gd name="T24" fmla="*/ 72 w 256"/>
              <a:gd name="T25" fmla="*/ 160 h 256"/>
              <a:gd name="T26" fmla="*/ 192 w 256"/>
              <a:gd name="T27" fmla="*/ 152 h 256"/>
              <a:gd name="T28" fmla="*/ 190 w 256"/>
              <a:gd name="T29" fmla="*/ 101 h 256"/>
              <a:gd name="T30" fmla="*/ 184 w 256"/>
              <a:gd name="T31" fmla="*/ 152 h 256"/>
              <a:gd name="T32" fmla="*/ 72 w 256"/>
              <a:gd name="T33" fmla="*/ 122 h 256"/>
              <a:gd name="T34" fmla="*/ 74 w 256"/>
              <a:gd name="T35" fmla="*/ 99 h 256"/>
              <a:gd name="T36" fmla="*/ 174 w 256"/>
              <a:gd name="T37" fmla="*/ 92 h 256"/>
              <a:gd name="T38" fmla="*/ 182 w 256"/>
              <a:gd name="T39" fmla="*/ 103 h 256"/>
              <a:gd name="T40" fmla="*/ 184 w 256"/>
              <a:gd name="T41" fmla="*/ 152 h 256"/>
              <a:gd name="T42" fmla="*/ 64 w 256"/>
              <a:gd name="T43" fmla="*/ 196 h 256"/>
              <a:gd name="T44" fmla="*/ 104 w 256"/>
              <a:gd name="T45" fmla="*/ 196 h 256"/>
              <a:gd name="T46" fmla="*/ 84 w 256"/>
              <a:gd name="T47" fmla="*/ 208 h 256"/>
              <a:gd name="T48" fmla="*/ 84 w 256"/>
              <a:gd name="T49" fmla="*/ 184 h 256"/>
              <a:gd name="T50" fmla="*/ 84 w 256"/>
              <a:gd name="T51" fmla="*/ 208 h 256"/>
              <a:gd name="T52" fmla="*/ 152 w 256"/>
              <a:gd name="T53" fmla="*/ 196 h 256"/>
              <a:gd name="T54" fmla="*/ 192 w 256"/>
              <a:gd name="T55" fmla="*/ 196 h 256"/>
              <a:gd name="T56" fmla="*/ 172 w 256"/>
              <a:gd name="T57" fmla="*/ 208 h 256"/>
              <a:gd name="T58" fmla="*/ 172 w 256"/>
              <a:gd name="T59" fmla="*/ 184 h 256"/>
              <a:gd name="T60" fmla="*/ 172 w 256"/>
              <a:gd name="T61" fmla="*/ 208 h 256"/>
              <a:gd name="T62" fmla="*/ 160 w 256"/>
              <a:gd name="T63" fmla="*/ 44 h 256"/>
              <a:gd name="T64" fmla="*/ 46 w 256"/>
              <a:gd name="T65" fmla="*/ 81 h 256"/>
              <a:gd name="T66" fmla="*/ 36 w 256"/>
              <a:gd name="T67" fmla="*/ 140 h 256"/>
              <a:gd name="T68" fmla="*/ 76 w 256"/>
              <a:gd name="T69" fmla="*/ 240 h 256"/>
              <a:gd name="T70" fmla="*/ 72 w 256"/>
              <a:gd name="T71" fmla="*/ 250 h 256"/>
              <a:gd name="T72" fmla="*/ 76 w 256"/>
              <a:gd name="T73" fmla="*/ 256 h 256"/>
              <a:gd name="T74" fmla="*/ 86 w 256"/>
              <a:gd name="T75" fmla="*/ 240 h 256"/>
              <a:gd name="T76" fmla="*/ 176 w 256"/>
              <a:gd name="T77" fmla="*/ 254 h 256"/>
              <a:gd name="T78" fmla="*/ 182 w 256"/>
              <a:gd name="T79" fmla="*/ 256 h 256"/>
              <a:gd name="T80" fmla="*/ 178 w 256"/>
              <a:gd name="T81" fmla="*/ 240 h 256"/>
              <a:gd name="T82" fmla="*/ 220 w 256"/>
              <a:gd name="T83" fmla="*/ 200 h 256"/>
              <a:gd name="T84" fmla="*/ 213 w 256"/>
              <a:gd name="T85" fmla="*/ 92 h 256"/>
              <a:gd name="T86" fmla="*/ 212 w 256"/>
              <a:gd name="T87" fmla="*/ 200 h 256"/>
              <a:gd name="T88" fmla="*/ 76 w 256"/>
              <a:gd name="T89" fmla="*/ 232 h 256"/>
              <a:gd name="T90" fmla="*/ 44 w 256"/>
              <a:gd name="T91" fmla="*/ 140 h 256"/>
              <a:gd name="T92" fmla="*/ 54 w 256"/>
              <a:gd name="T93" fmla="*/ 84 h 256"/>
              <a:gd name="T94" fmla="*/ 160 w 256"/>
              <a:gd name="T95" fmla="*/ 52 h 256"/>
              <a:gd name="T96" fmla="*/ 206 w 256"/>
              <a:gd name="T97" fmla="*/ 94 h 256"/>
              <a:gd name="T98" fmla="*/ 212 w 256"/>
              <a:gd name="T99" fmla="*/ 20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6" h="256">
                <a:moveTo>
                  <a:pt x="128" y="0"/>
                </a:moveTo>
                <a:cubicBezTo>
                  <a:pt x="57" y="0"/>
                  <a:pt x="0" y="57"/>
                  <a:pt x="0" y="128"/>
                </a:cubicBezTo>
                <a:cubicBezTo>
                  <a:pt x="0" y="168"/>
                  <a:pt x="0" y="168"/>
                  <a:pt x="0" y="168"/>
                </a:cubicBezTo>
                <a:cubicBezTo>
                  <a:pt x="8" y="168"/>
                  <a:pt x="8" y="168"/>
                  <a:pt x="8" y="168"/>
                </a:cubicBezTo>
                <a:cubicBezTo>
                  <a:pt x="8" y="128"/>
                  <a:pt x="8" y="128"/>
                  <a:pt x="8" y="128"/>
                </a:cubicBezTo>
                <a:cubicBezTo>
                  <a:pt x="8" y="62"/>
                  <a:pt x="62" y="8"/>
                  <a:pt x="128" y="8"/>
                </a:cubicBezTo>
                <a:cubicBezTo>
                  <a:pt x="194" y="8"/>
                  <a:pt x="248" y="62"/>
                  <a:pt x="248" y="128"/>
                </a:cubicBezTo>
                <a:cubicBezTo>
                  <a:pt x="248" y="168"/>
                  <a:pt x="248" y="168"/>
                  <a:pt x="248" y="168"/>
                </a:cubicBezTo>
                <a:cubicBezTo>
                  <a:pt x="256" y="168"/>
                  <a:pt x="256" y="168"/>
                  <a:pt x="256" y="168"/>
                </a:cubicBezTo>
                <a:cubicBezTo>
                  <a:pt x="256" y="128"/>
                  <a:pt x="256" y="128"/>
                  <a:pt x="256" y="128"/>
                </a:cubicBezTo>
                <a:cubicBezTo>
                  <a:pt x="256" y="57"/>
                  <a:pt x="199" y="0"/>
                  <a:pt x="128" y="0"/>
                </a:cubicBezTo>
                <a:close/>
                <a:moveTo>
                  <a:pt x="108" y="72"/>
                </a:moveTo>
                <a:cubicBezTo>
                  <a:pt x="148" y="72"/>
                  <a:pt x="148" y="72"/>
                  <a:pt x="148" y="72"/>
                </a:cubicBezTo>
                <a:cubicBezTo>
                  <a:pt x="150" y="72"/>
                  <a:pt x="152" y="70"/>
                  <a:pt x="152" y="68"/>
                </a:cubicBezTo>
                <a:cubicBezTo>
                  <a:pt x="152" y="66"/>
                  <a:pt x="150" y="64"/>
                  <a:pt x="148" y="64"/>
                </a:cubicBezTo>
                <a:cubicBezTo>
                  <a:pt x="108" y="64"/>
                  <a:pt x="108" y="64"/>
                  <a:pt x="108" y="64"/>
                </a:cubicBezTo>
                <a:cubicBezTo>
                  <a:pt x="106" y="64"/>
                  <a:pt x="104" y="66"/>
                  <a:pt x="104" y="68"/>
                </a:cubicBezTo>
                <a:cubicBezTo>
                  <a:pt x="104" y="70"/>
                  <a:pt x="106" y="72"/>
                  <a:pt x="108" y="72"/>
                </a:cubicBezTo>
                <a:close/>
                <a:moveTo>
                  <a:pt x="190" y="97"/>
                </a:moveTo>
                <a:cubicBezTo>
                  <a:pt x="188" y="90"/>
                  <a:pt x="182" y="84"/>
                  <a:pt x="174" y="84"/>
                </a:cubicBezTo>
                <a:cubicBezTo>
                  <a:pt x="82" y="84"/>
                  <a:pt x="82" y="84"/>
                  <a:pt x="82" y="84"/>
                </a:cubicBezTo>
                <a:cubicBezTo>
                  <a:pt x="74" y="84"/>
                  <a:pt x="68" y="90"/>
                  <a:pt x="66" y="97"/>
                </a:cubicBezTo>
                <a:cubicBezTo>
                  <a:pt x="66" y="101"/>
                  <a:pt x="66" y="101"/>
                  <a:pt x="66" y="101"/>
                </a:cubicBezTo>
                <a:cubicBezTo>
                  <a:pt x="65" y="108"/>
                  <a:pt x="64" y="115"/>
                  <a:pt x="64" y="122"/>
                </a:cubicBezTo>
                <a:cubicBezTo>
                  <a:pt x="64" y="152"/>
                  <a:pt x="64" y="152"/>
                  <a:pt x="64" y="152"/>
                </a:cubicBezTo>
                <a:cubicBezTo>
                  <a:pt x="64" y="156"/>
                  <a:pt x="68" y="160"/>
                  <a:pt x="72" y="160"/>
                </a:cubicBezTo>
                <a:cubicBezTo>
                  <a:pt x="184" y="160"/>
                  <a:pt x="184" y="160"/>
                  <a:pt x="184" y="160"/>
                </a:cubicBezTo>
                <a:cubicBezTo>
                  <a:pt x="188" y="160"/>
                  <a:pt x="192" y="156"/>
                  <a:pt x="192" y="152"/>
                </a:cubicBezTo>
                <a:cubicBezTo>
                  <a:pt x="192" y="122"/>
                  <a:pt x="192" y="122"/>
                  <a:pt x="192" y="122"/>
                </a:cubicBezTo>
                <a:cubicBezTo>
                  <a:pt x="192" y="115"/>
                  <a:pt x="191" y="108"/>
                  <a:pt x="190" y="101"/>
                </a:cubicBezTo>
                <a:lnTo>
                  <a:pt x="190" y="97"/>
                </a:lnTo>
                <a:close/>
                <a:moveTo>
                  <a:pt x="184" y="152"/>
                </a:moveTo>
                <a:cubicBezTo>
                  <a:pt x="72" y="152"/>
                  <a:pt x="72" y="152"/>
                  <a:pt x="72" y="152"/>
                </a:cubicBezTo>
                <a:cubicBezTo>
                  <a:pt x="72" y="122"/>
                  <a:pt x="72" y="122"/>
                  <a:pt x="72" y="122"/>
                </a:cubicBezTo>
                <a:cubicBezTo>
                  <a:pt x="72" y="116"/>
                  <a:pt x="73" y="109"/>
                  <a:pt x="74" y="103"/>
                </a:cubicBezTo>
                <a:cubicBezTo>
                  <a:pt x="74" y="99"/>
                  <a:pt x="74" y="99"/>
                  <a:pt x="74" y="99"/>
                </a:cubicBezTo>
                <a:cubicBezTo>
                  <a:pt x="75" y="95"/>
                  <a:pt x="78" y="92"/>
                  <a:pt x="82" y="92"/>
                </a:cubicBezTo>
                <a:cubicBezTo>
                  <a:pt x="174" y="92"/>
                  <a:pt x="174" y="92"/>
                  <a:pt x="174" y="92"/>
                </a:cubicBezTo>
                <a:cubicBezTo>
                  <a:pt x="178" y="92"/>
                  <a:pt x="181" y="95"/>
                  <a:pt x="182" y="99"/>
                </a:cubicBezTo>
                <a:cubicBezTo>
                  <a:pt x="182" y="103"/>
                  <a:pt x="182" y="103"/>
                  <a:pt x="182" y="103"/>
                </a:cubicBezTo>
                <a:cubicBezTo>
                  <a:pt x="183" y="109"/>
                  <a:pt x="184" y="116"/>
                  <a:pt x="184" y="122"/>
                </a:cubicBezTo>
                <a:lnTo>
                  <a:pt x="184" y="152"/>
                </a:lnTo>
                <a:close/>
                <a:moveTo>
                  <a:pt x="84" y="176"/>
                </a:moveTo>
                <a:cubicBezTo>
                  <a:pt x="73" y="176"/>
                  <a:pt x="64" y="185"/>
                  <a:pt x="64" y="196"/>
                </a:cubicBezTo>
                <a:cubicBezTo>
                  <a:pt x="64" y="207"/>
                  <a:pt x="73" y="216"/>
                  <a:pt x="84" y="216"/>
                </a:cubicBezTo>
                <a:cubicBezTo>
                  <a:pt x="95" y="216"/>
                  <a:pt x="104" y="207"/>
                  <a:pt x="104" y="196"/>
                </a:cubicBezTo>
                <a:cubicBezTo>
                  <a:pt x="104" y="185"/>
                  <a:pt x="95" y="176"/>
                  <a:pt x="84" y="176"/>
                </a:cubicBezTo>
                <a:close/>
                <a:moveTo>
                  <a:pt x="84" y="208"/>
                </a:moveTo>
                <a:cubicBezTo>
                  <a:pt x="77" y="208"/>
                  <a:pt x="72" y="203"/>
                  <a:pt x="72" y="196"/>
                </a:cubicBezTo>
                <a:cubicBezTo>
                  <a:pt x="72" y="189"/>
                  <a:pt x="77" y="184"/>
                  <a:pt x="84" y="184"/>
                </a:cubicBezTo>
                <a:cubicBezTo>
                  <a:pt x="91" y="184"/>
                  <a:pt x="96" y="189"/>
                  <a:pt x="96" y="196"/>
                </a:cubicBezTo>
                <a:cubicBezTo>
                  <a:pt x="96" y="203"/>
                  <a:pt x="91" y="208"/>
                  <a:pt x="84" y="208"/>
                </a:cubicBezTo>
                <a:close/>
                <a:moveTo>
                  <a:pt x="172" y="176"/>
                </a:moveTo>
                <a:cubicBezTo>
                  <a:pt x="161" y="176"/>
                  <a:pt x="152" y="185"/>
                  <a:pt x="152" y="196"/>
                </a:cubicBezTo>
                <a:cubicBezTo>
                  <a:pt x="152" y="207"/>
                  <a:pt x="161" y="216"/>
                  <a:pt x="172" y="216"/>
                </a:cubicBezTo>
                <a:cubicBezTo>
                  <a:pt x="183" y="216"/>
                  <a:pt x="192" y="207"/>
                  <a:pt x="192" y="196"/>
                </a:cubicBezTo>
                <a:cubicBezTo>
                  <a:pt x="192" y="185"/>
                  <a:pt x="183" y="176"/>
                  <a:pt x="172" y="176"/>
                </a:cubicBezTo>
                <a:close/>
                <a:moveTo>
                  <a:pt x="172" y="208"/>
                </a:moveTo>
                <a:cubicBezTo>
                  <a:pt x="165" y="208"/>
                  <a:pt x="160" y="203"/>
                  <a:pt x="160" y="196"/>
                </a:cubicBezTo>
                <a:cubicBezTo>
                  <a:pt x="160" y="189"/>
                  <a:pt x="165" y="184"/>
                  <a:pt x="172" y="184"/>
                </a:cubicBezTo>
                <a:cubicBezTo>
                  <a:pt x="179" y="184"/>
                  <a:pt x="184" y="189"/>
                  <a:pt x="184" y="196"/>
                </a:cubicBezTo>
                <a:cubicBezTo>
                  <a:pt x="184" y="203"/>
                  <a:pt x="179" y="208"/>
                  <a:pt x="172" y="208"/>
                </a:cubicBezTo>
                <a:close/>
                <a:moveTo>
                  <a:pt x="210" y="81"/>
                </a:moveTo>
                <a:cubicBezTo>
                  <a:pt x="204" y="59"/>
                  <a:pt x="183" y="44"/>
                  <a:pt x="160" y="44"/>
                </a:cubicBezTo>
                <a:cubicBezTo>
                  <a:pt x="96" y="44"/>
                  <a:pt x="96" y="44"/>
                  <a:pt x="96" y="44"/>
                </a:cubicBezTo>
                <a:cubicBezTo>
                  <a:pt x="73" y="44"/>
                  <a:pt x="52" y="59"/>
                  <a:pt x="46" y="81"/>
                </a:cubicBezTo>
                <a:cubicBezTo>
                  <a:pt x="43" y="92"/>
                  <a:pt x="43" y="92"/>
                  <a:pt x="43" y="92"/>
                </a:cubicBezTo>
                <a:cubicBezTo>
                  <a:pt x="38" y="108"/>
                  <a:pt x="36" y="124"/>
                  <a:pt x="36" y="140"/>
                </a:cubicBezTo>
                <a:cubicBezTo>
                  <a:pt x="36" y="200"/>
                  <a:pt x="36" y="200"/>
                  <a:pt x="36" y="200"/>
                </a:cubicBezTo>
                <a:cubicBezTo>
                  <a:pt x="36" y="222"/>
                  <a:pt x="54" y="240"/>
                  <a:pt x="76" y="240"/>
                </a:cubicBezTo>
                <a:cubicBezTo>
                  <a:pt x="78" y="240"/>
                  <a:pt x="78" y="240"/>
                  <a:pt x="78" y="240"/>
                </a:cubicBezTo>
                <a:cubicBezTo>
                  <a:pt x="72" y="250"/>
                  <a:pt x="72" y="250"/>
                  <a:pt x="72" y="250"/>
                </a:cubicBezTo>
                <a:cubicBezTo>
                  <a:pt x="71" y="252"/>
                  <a:pt x="72" y="255"/>
                  <a:pt x="74" y="256"/>
                </a:cubicBezTo>
                <a:cubicBezTo>
                  <a:pt x="75" y="256"/>
                  <a:pt x="75" y="256"/>
                  <a:pt x="76" y="256"/>
                </a:cubicBezTo>
                <a:cubicBezTo>
                  <a:pt x="77" y="256"/>
                  <a:pt x="79" y="255"/>
                  <a:pt x="80" y="254"/>
                </a:cubicBezTo>
                <a:cubicBezTo>
                  <a:pt x="86" y="240"/>
                  <a:pt x="86" y="240"/>
                  <a:pt x="86" y="240"/>
                </a:cubicBezTo>
                <a:cubicBezTo>
                  <a:pt x="170" y="240"/>
                  <a:pt x="170" y="240"/>
                  <a:pt x="170" y="240"/>
                </a:cubicBezTo>
                <a:cubicBezTo>
                  <a:pt x="176" y="254"/>
                  <a:pt x="176" y="254"/>
                  <a:pt x="176" y="254"/>
                </a:cubicBezTo>
                <a:cubicBezTo>
                  <a:pt x="177" y="255"/>
                  <a:pt x="179" y="256"/>
                  <a:pt x="180" y="256"/>
                </a:cubicBezTo>
                <a:cubicBezTo>
                  <a:pt x="181" y="256"/>
                  <a:pt x="181" y="256"/>
                  <a:pt x="182" y="256"/>
                </a:cubicBezTo>
                <a:cubicBezTo>
                  <a:pt x="184" y="255"/>
                  <a:pt x="185" y="252"/>
                  <a:pt x="184" y="250"/>
                </a:cubicBezTo>
                <a:cubicBezTo>
                  <a:pt x="178" y="240"/>
                  <a:pt x="178" y="240"/>
                  <a:pt x="178" y="240"/>
                </a:cubicBezTo>
                <a:cubicBezTo>
                  <a:pt x="180" y="240"/>
                  <a:pt x="180" y="240"/>
                  <a:pt x="180" y="240"/>
                </a:cubicBezTo>
                <a:cubicBezTo>
                  <a:pt x="202" y="240"/>
                  <a:pt x="220" y="222"/>
                  <a:pt x="220" y="200"/>
                </a:cubicBezTo>
                <a:cubicBezTo>
                  <a:pt x="220" y="140"/>
                  <a:pt x="220" y="140"/>
                  <a:pt x="220" y="140"/>
                </a:cubicBezTo>
                <a:cubicBezTo>
                  <a:pt x="220" y="124"/>
                  <a:pt x="218" y="108"/>
                  <a:pt x="213" y="92"/>
                </a:cubicBezTo>
                <a:lnTo>
                  <a:pt x="210" y="81"/>
                </a:lnTo>
                <a:close/>
                <a:moveTo>
                  <a:pt x="212" y="200"/>
                </a:moveTo>
                <a:cubicBezTo>
                  <a:pt x="212" y="218"/>
                  <a:pt x="198" y="232"/>
                  <a:pt x="180" y="232"/>
                </a:cubicBezTo>
                <a:cubicBezTo>
                  <a:pt x="76" y="232"/>
                  <a:pt x="76" y="232"/>
                  <a:pt x="76" y="232"/>
                </a:cubicBezTo>
                <a:cubicBezTo>
                  <a:pt x="58" y="232"/>
                  <a:pt x="44" y="218"/>
                  <a:pt x="44" y="200"/>
                </a:cubicBezTo>
                <a:cubicBezTo>
                  <a:pt x="44" y="140"/>
                  <a:pt x="44" y="140"/>
                  <a:pt x="44" y="140"/>
                </a:cubicBezTo>
                <a:cubicBezTo>
                  <a:pt x="44" y="124"/>
                  <a:pt x="46" y="109"/>
                  <a:pt x="51" y="94"/>
                </a:cubicBezTo>
                <a:cubicBezTo>
                  <a:pt x="54" y="84"/>
                  <a:pt x="54" y="84"/>
                  <a:pt x="54" y="84"/>
                </a:cubicBezTo>
                <a:cubicBezTo>
                  <a:pt x="59" y="65"/>
                  <a:pt x="77" y="52"/>
                  <a:pt x="96" y="52"/>
                </a:cubicBezTo>
                <a:cubicBezTo>
                  <a:pt x="160" y="52"/>
                  <a:pt x="160" y="52"/>
                  <a:pt x="160" y="52"/>
                </a:cubicBezTo>
                <a:cubicBezTo>
                  <a:pt x="179" y="52"/>
                  <a:pt x="197" y="65"/>
                  <a:pt x="202" y="84"/>
                </a:cubicBezTo>
                <a:cubicBezTo>
                  <a:pt x="206" y="94"/>
                  <a:pt x="206" y="94"/>
                  <a:pt x="206" y="94"/>
                </a:cubicBezTo>
                <a:cubicBezTo>
                  <a:pt x="210" y="109"/>
                  <a:pt x="212" y="124"/>
                  <a:pt x="212" y="140"/>
                </a:cubicBezTo>
                <a:lnTo>
                  <a:pt x="212" y="20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00" name="Freeform 190">
            <a:extLst>
              <a:ext uri="{FF2B5EF4-FFF2-40B4-BE49-F238E27FC236}">
                <a16:creationId xmlns:a16="http://schemas.microsoft.com/office/drawing/2014/main" id="{CBEF62EF-831B-4FB3-8B7F-D8D665609612}"/>
              </a:ext>
            </a:extLst>
          </p:cNvPr>
          <p:cNvSpPr>
            <a:spLocks noChangeAspect="1" noEditPoints="1"/>
          </p:cNvSpPr>
          <p:nvPr/>
        </p:nvSpPr>
        <p:spPr bwMode="auto">
          <a:xfrm>
            <a:off x="11267200" y="5299870"/>
            <a:ext cx="300038" cy="400050"/>
          </a:xfrm>
          <a:custGeom>
            <a:avLst/>
            <a:gdLst>
              <a:gd name="T0" fmla="*/ 151 w 192"/>
              <a:gd name="T1" fmla="*/ 76 h 256"/>
              <a:gd name="T2" fmla="*/ 64 w 192"/>
              <a:gd name="T3" fmla="*/ 56 h 256"/>
              <a:gd name="T4" fmla="*/ 33 w 192"/>
              <a:gd name="T5" fmla="*/ 118 h 256"/>
              <a:gd name="T6" fmla="*/ 160 w 192"/>
              <a:gd name="T7" fmla="*/ 118 h 256"/>
              <a:gd name="T8" fmla="*/ 40 w 192"/>
              <a:gd name="T9" fmla="*/ 114 h 256"/>
              <a:gd name="T10" fmla="*/ 64 w 192"/>
              <a:gd name="T11" fmla="*/ 64 h 256"/>
              <a:gd name="T12" fmla="*/ 144 w 192"/>
              <a:gd name="T13" fmla="*/ 80 h 256"/>
              <a:gd name="T14" fmla="*/ 96 w 192"/>
              <a:gd name="T15" fmla="*/ 160 h 256"/>
              <a:gd name="T16" fmla="*/ 60 w 192"/>
              <a:gd name="T17" fmla="*/ 196 h 256"/>
              <a:gd name="T18" fmla="*/ 36 w 192"/>
              <a:gd name="T19" fmla="*/ 178 h 256"/>
              <a:gd name="T20" fmla="*/ 29 w 192"/>
              <a:gd name="T21" fmla="*/ 182 h 256"/>
              <a:gd name="T22" fmla="*/ 60 w 192"/>
              <a:gd name="T23" fmla="*/ 211 h 256"/>
              <a:gd name="T24" fmla="*/ 68 w 192"/>
              <a:gd name="T25" fmla="*/ 202 h 256"/>
              <a:gd name="T26" fmla="*/ 64 w 192"/>
              <a:gd name="T27" fmla="*/ 192 h 256"/>
              <a:gd name="T28" fmla="*/ 157 w 192"/>
              <a:gd name="T29" fmla="*/ 178 h 256"/>
              <a:gd name="T30" fmla="*/ 132 w 192"/>
              <a:gd name="T31" fmla="*/ 196 h 256"/>
              <a:gd name="T32" fmla="*/ 124 w 192"/>
              <a:gd name="T33" fmla="*/ 196 h 256"/>
              <a:gd name="T34" fmla="*/ 128 w 192"/>
              <a:gd name="T35" fmla="*/ 209 h 256"/>
              <a:gd name="T36" fmla="*/ 136 w 192"/>
              <a:gd name="T37" fmla="*/ 210 h 256"/>
              <a:gd name="T38" fmla="*/ 162 w 192"/>
              <a:gd name="T39" fmla="*/ 177 h 256"/>
              <a:gd name="T40" fmla="*/ 192 w 192"/>
              <a:gd name="T41" fmla="*/ 96 h 256"/>
              <a:gd name="T42" fmla="*/ 126 w 192"/>
              <a:gd name="T43" fmla="*/ 24 h 256"/>
              <a:gd name="T44" fmla="*/ 151 w 192"/>
              <a:gd name="T45" fmla="*/ 16 h 256"/>
              <a:gd name="T46" fmla="*/ 156 w 192"/>
              <a:gd name="T47" fmla="*/ 13 h 256"/>
              <a:gd name="T48" fmla="*/ 129 w 192"/>
              <a:gd name="T49" fmla="*/ 0 h 256"/>
              <a:gd name="T50" fmla="*/ 64 w 192"/>
              <a:gd name="T51" fmla="*/ 0 h 256"/>
              <a:gd name="T52" fmla="*/ 39 w 192"/>
              <a:gd name="T53" fmla="*/ 8 h 256"/>
              <a:gd name="T54" fmla="*/ 41 w 192"/>
              <a:gd name="T55" fmla="*/ 16 h 256"/>
              <a:gd name="T56" fmla="*/ 67 w 192"/>
              <a:gd name="T57" fmla="*/ 24 h 256"/>
              <a:gd name="T58" fmla="*/ 0 w 192"/>
              <a:gd name="T59" fmla="*/ 96 h 256"/>
              <a:gd name="T60" fmla="*/ 40 w 192"/>
              <a:gd name="T61" fmla="*/ 229 h 256"/>
              <a:gd name="T62" fmla="*/ 35 w 192"/>
              <a:gd name="T63" fmla="*/ 256 h 256"/>
              <a:gd name="T64" fmla="*/ 40 w 192"/>
              <a:gd name="T65" fmla="*/ 253 h 256"/>
              <a:gd name="T66" fmla="*/ 96 w 192"/>
              <a:gd name="T67" fmla="*/ 248 h 256"/>
              <a:gd name="T68" fmla="*/ 152 w 192"/>
              <a:gd name="T69" fmla="*/ 253 h 256"/>
              <a:gd name="T70" fmla="*/ 157 w 192"/>
              <a:gd name="T71" fmla="*/ 256 h 256"/>
              <a:gd name="T72" fmla="*/ 153 w 192"/>
              <a:gd name="T73" fmla="*/ 228 h 256"/>
              <a:gd name="T74" fmla="*/ 123 w 192"/>
              <a:gd name="T75" fmla="*/ 8 h 256"/>
              <a:gd name="T76" fmla="*/ 75 w 192"/>
              <a:gd name="T77" fmla="*/ 24 h 256"/>
              <a:gd name="T78" fmla="*/ 123 w 192"/>
              <a:gd name="T79" fmla="*/ 8 h 256"/>
              <a:gd name="T80" fmla="*/ 8 w 192"/>
              <a:gd name="T81" fmla="*/ 156 h 256"/>
              <a:gd name="T82" fmla="*/ 56 w 192"/>
              <a:gd name="T83" fmla="*/ 32 h 256"/>
              <a:gd name="T84" fmla="*/ 184 w 192"/>
              <a:gd name="T85" fmla="*/ 96 h 256"/>
              <a:gd name="T86" fmla="*/ 184 w 192"/>
              <a:gd name="T87" fmla="*/ 1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2" h="256">
                <a:moveTo>
                  <a:pt x="160" y="118"/>
                </a:moveTo>
                <a:cubicBezTo>
                  <a:pt x="165" y="107"/>
                  <a:pt x="158" y="88"/>
                  <a:pt x="151" y="76"/>
                </a:cubicBezTo>
                <a:cubicBezTo>
                  <a:pt x="147" y="70"/>
                  <a:pt x="137" y="56"/>
                  <a:pt x="128" y="56"/>
                </a:cubicBezTo>
                <a:cubicBezTo>
                  <a:pt x="64" y="56"/>
                  <a:pt x="64" y="56"/>
                  <a:pt x="64" y="56"/>
                </a:cubicBezTo>
                <a:cubicBezTo>
                  <a:pt x="55" y="56"/>
                  <a:pt x="45" y="70"/>
                  <a:pt x="42" y="76"/>
                </a:cubicBezTo>
                <a:cubicBezTo>
                  <a:pt x="34" y="88"/>
                  <a:pt x="27" y="107"/>
                  <a:pt x="33" y="118"/>
                </a:cubicBezTo>
                <a:cubicBezTo>
                  <a:pt x="42" y="137"/>
                  <a:pt x="63" y="168"/>
                  <a:pt x="96" y="168"/>
                </a:cubicBezTo>
                <a:cubicBezTo>
                  <a:pt x="130" y="168"/>
                  <a:pt x="150" y="137"/>
                  <a:pt x="160" y="118"/>
                </a:cubicBezTo>
                <a:close/>
                <a:moveTo>
                  <a:pt x="96" y="160"/>
                </a:moveTo>
                <a:cubicBezTo>
                  <a:pt x="67" y="160"/>
                  <a:pt x="48" y="131"/>
                  <a:pt x="40" y="114"/>
                </a:cubicBezTo>
                <a:cubicBezTo>
                  <a:pt x="37" y="108"/>
                  <a:pt x="40" y="93"/>
                  <a:pt x="49" y="80"/>
                </a:cubicBezTo>
                <a:cubicBezTo>
                  <a:pt x="55" y="69"/>
                  <a:pt x="62" y="64"/>
                  <a:pt x="64" y="64"/>
                </a:cubicBezTo>
                <a:cubicBezTo>
                  <a:pt x="128" y="64"/>
                  <a:pt x="128" y="64"/>
                  <a:pt x="128" y="64"/>
                </a:cubicBezTo>
                <a:cubicBezTo>
                  <a:pt x="131" y="64"/>
                  <a:pt x="137" y="69"/>
                  <a:pt x="144" y="80"/>
                </a:cubicBezTo>
                <a:cubicBezTo>
                  <a:pt x="152" y="93"/>
                  <a:pt x="156" y="108"/>
                  <a:pt x="153" y="114"/>
                </a:cubicBezTo>
                <a:cubicBezTo>
                  <a:pt x="144" y="131"/>
                  <a:pt x="125" y="160"/>
                  <a:pt x="96" y="160"/>
                </a:cubicBezTo>
                <a:close/>
                <a:moveTo>
                  <a:pt x="64" y="192"/>
                </a:moveTo>
                <a:cubicBezTo>
                  <a:pt x="62" y="192"/>
                  <a:pt x="60" y="194"/>
                  <a:pt x="60" y="196"/>
                </a:cubicBezTo>
                <a:cubicBezTo>
                  <a:pt x="60" y="203"/>
                  <a:pt x="60" y="203"/>
                  <a:pt x="60" y="203"/>
                </a:cubicBezTo>
                <a:cubicBezTo>
                  <a:pt x="57" y="201"/>
                  <a:pt x="45" y="194"/>
                  <a:pt x="36" y="178"/>
                </a:cubicBezTo>
                <a:cubicBezTo>
                  <a:pt x="34" y="176"/>
                  <a:pt x="32" y="175"/>
                  <a:pt x="30" y="177"/>
                </a:cubicBezTo>
                <a:cubicBezTo>
                  <a:pt x="28" y="178"/>
                  <a:pt x="28" y="180"/>
                  <a:pt x="29" y="182"/>
                </a:cubicBezTo>
                <a:cubicBezTo>
                  <a:pt x="40" y="200"/>
                  <a:pt x="53" y="208"/>
                  <a:pt x="57" y="210"/>
                </a:cubicBezTo>
                <a:cubicBezTo>
                  <a:pt x="58" y="210"/>
                  <a:pt x="59" y="211"/>
                  <a:pt x="60" y="211"/>
                </a:cubicBezTo>
                <a:cubicBezTo>
                  <a:pt x="62" y="211"/>
                  <a:pt x="63" y="210"/>
                  <a:pt x="64" y="209"/>
                </a:cubicBezTo>
                <a:cubicBezTo>
                  <a:pt x="67" y="208"/>
                  <a:pt x="68" y="205"/>
                  <a:pt x="68" y="202"/>
                </a:cubicBezTo>
                <a:cubicBezTo>
                  <a:pt x="68" y="196"/>
                  <a:pt x="68" y="196"/>
                  <a:pt x="68" y="196"/>
                </a:cubicBezTo>
                <a:cubicBezTo>
                  <a:pt x="68" y="194"/>
                  <a:pt x="66" y="192"/>
                  <a:pt x="64" y="192"/>
                </a:cubicBezTo>
                <a:close/>
                <a:moveTo>
                  <a:pt x="162" y="177"/>
                </a:moveTo>
                <a:cubicBezTo>
                  <a:pt x="160" y="175"/>
                  <a:pt x="158" y="176"/>
                  <a:pt x="157" y="178"/>
                </a:cubicBezTo>
                <a:cubicBezTo>
                  <a:pt x="147" y="194"/>
                  <a:pt x="135" y="201"/>
                  <a:pt x="132" y="202"/>
                </a:cubicBezTo>
                <a:cubicBezTo>
                  <a:pt x="132" y="196"/>
                  <a:pt x="132" y="196"/>
                  <a:pt x="132" y="196"/>
                </a:cubicBezTo>
                <a:cubicBezTo>
                  <a:pt x="132" y="194"/>
                  <a:pt x="130" y="192"/>
                  <a:pt x="128" y="192"/>
                </a:cubicBezTo>
                <a:cubicBezTo>
                  <a:pt x="126" y="192"/>
                  <a:pt x="124" y="194"/>
                  <a:pt x="124" y="196"/>
                </a:cubicBezTo>
                <a:cubicBezTo>
                  <a:pt x="124" y="202"/>
                  <a:pt x="124" y="202"/>
                  <a:pt x="124" y="202"/>
                </a:cubicBezTo>
                <a:cubicBezTo>
                  <a:pt x="124" y="205"/>
                  <a:pt x="126" y="208"/>
                  <a:pt x="128" y="209"/>
                </a:cubicBezTo>
                <a:cubicBezTo>
                  <a:pt x="129" y="210"/>
                  <a:pt x="131" y="211"/>
                  <a:pt x="132" y="211"/>
                </a:cubicBezTo>
                <a:cubicBezTo>
                  <a:pt x="133" y="211"/>
                  <a:pt x="135" y="210"/>
                  <a:pt x="136" y="210"/>
                </a:cubicBezTo>
                <a:cubicBezTo>
                  <a:pt x="140" y="208"/>
                  <a:pt x="153" y="200"/>
                  <a:pt x="164" y="182"/>
                </a:cubicBezTo>
                <a:cubicBezTo>
                  <a:pt x="165" y="180"/>
                  <a:pt x="164" y="178"/>
                  <a:pt x="162" y="177"/>
                </a:cubicBezTo>
                <a:close/>
                <a:moveTo>
                  <a:pt x="192" y="156"/>
                </a:moveTo>
                <a:cubicBezTo>
                  <a:pt x="192" y="96"/>
                  <a:pt x="192" y="96"/>
                  <a:pt x="192" y="96"/>
                </a:cubicBezTo>
                <a:cubicBezTo>
                  <a:pt x="192" y="72"/>
                  <a:pt x="161" y="24"/>
                  <a:pt x="136" y="24"/>
                </a:cubicBezTo>
                <a:cubicBezTo>
                  <a:pt x="126" y="24"/>
                  <a:pt x="126" y="24"/>
                  <a:pt x="126" y="24"/>
                </a:cubicBezTo>
                <a:cubicBezTo>
                  <a:pt x="131" y="9"/>
                  <a:pt x="131" y="9"/>
                  <a:pt x="131" y="9"/>
                </a:cubicBezTo>
                <a:cubicBezTo>
                  <a:pt x="151" y="16"/>
                  <a:pt x="151" y="16"/>
                  <a:pt x="151" y="16"/>
                </a:cubicBezTo>
                <a:cubicBezTo>
                  <a:pt x="151" y="16"/>
                  <a:pt x="152" y="16"/>
                  <a:pt x="152" y="16"/>
                </a:cubicBezTo>
                <a:cubicBezTo>
                  <a:pt x="154" y="16"/>
                  <a:pt x="155" y="15"/>
                  <a:pt x="156" y="13"/>
                </a:cubicBezTo>
                <a:cubicBezTo>
                  <a:pt x="157" y="11"/>
                  <a:pt x="156" y="9"/>
                  <a:pt x="153" y="8"/>
                </a:cubicBezTo>
                <a:cubicBezTo>
                  <a:pt x="129" y="0"/>
                  <a:pt x="129" y="0"/>
                  <a:pt x="129" y="0"/>
                </a:cubicBezTo>
                <a:cubicBezTo>
                  <a:pt x="129" y="0"/>
                  <a:pt x="129" y="0"/>
                  <a:pt x="128" y="0"/>
                </a:cubicBezTo>
                <a:cubicBezTo>
                  <a:pt x="64" y="0"/>
                  <a:pt x="64" y="0"/>
                  <a:pt x="64" y="0"/>
                </a:cubicBezTo>
                <a:cubicBezTo>
                  <a:pt x="64" y="0"/>
                  <a:pt x="63" y="0"/>
                  <a:pt x="63" y="0"/>
                </a:cubicBezTo>
                <a:cubicBezTo>
                  <a:pt x="39" y="8"/>
                  <a:pt x="39" y="8"/>
                  <a:pt x="39" y="8"/>
                </a:cubicBezTo>
                <a:cubicBezTo>
                  <a:pt x="37" y="9"/>
                  <a:pt x="36" y="11"/>
                  <a:pt x="36" y="13"/>
                </a:cubicBezTo>
                <a:cubicBezTo>
                  <a:pt x="37" y="15"/>
                  <a:pt x="39" y="16"/>
                  <a:pt x="41" y="16"/>
                </a:cubicBezTo>
                <a:cubicBezTo>
                  <a:pt x="62" y="9"/>
                  <a:pt x="62" y="9"/>
                  <a:pt x="62" y="9"/>
                </a:cubicBezTo>
                <a:cubicBezTo>
                  <a:pt x="67" y="24"/>
                  <a:pt x="67" y="24"/>
                  <a:pt x="67" y="24"/>
                </a:cubicBezTo>
                <a:cubicBezTo>
                  <a:pt x="56" y="24"/>
                  <a:pt x="56" y="24"/>
                  <a:pt x="56" y="24"/>
                </a:cubicBezTo>
                <a:cubicBezTo>
                  <a:pt x="31" y="24"/>
                  <a:pt x="0" y="72"/>
                  <a:pt x="0" y="96"/>
                </a:cubicBezTo>
                <a:cubicBezTo>
                  <a:pt x="0" y="156"/>
                  <a:pt x="0" y="156"/>
                  <a:pt x="0" y="156"/>
                </a:cubicBezTo>
                <a:cubicBezTo>
                  <a:pt x="0" y="184"/>
                  <a:pt x="16" y="211"/>
                  <a:pt x="40" y="229"/>
                </a:cubicBezTo>
                <a:cubicBezTo>
                  <a:pt x="32" y="251"/>
                  <a:pt x="32" y="251"/>
                  <a:pt x="32" y="251"/>
                </a:cubicBezTo>
                <a:cubicBezTo>
                  <a:pt x="32" y="253"/>
                  <a:pt x="33" y="255"/>
                  <a:pt x="35" y="256"/>
                </a:cubicBezTo>
                <a:cubicBezTo>
                  <a:pt x="35" y="256"/>
                  <a:pt x="36" y="256"/>
                  <a:pt x="36" y="256"/>
                </a:cubicBezTo>
                <a:cubicBezTo>
                  <a:pt x="38" y="256"/>
                  <a:pt x="39" y="255"/>
                  <a:pt x="40" y="253"/>
                </a:cubicBezTo>
                <a:cubicBezTo>
                  <a:pt x="47" y="233"/>
                  <a:pt x="47" y="233"/>
                  <a:pt x="47" y="233"/>
                </a:cubicBezTo>
                <a:cubicBezTo>
                  <a:pt x="62" y="242"/>
                  <a:pt x="79" y="248"/>
                  <a:pt x="96" y="248"/>
                </a:cubicBezTo>
                <a:cubicBezTo>
                  <a:pt x="114" y="248"/>
                  <a:pt x="131" y="242"/>
                  <a:pt x="146" y="233"/>
                </a:cubicBezTo>
                <a:cubicBezTo>
                  <a:pt x="152" y="253"/>
                  <a:pt x="152" y="253"/>
                  <a:pt x="152" y="253"/>
                </a:cubicBezTo>
                <a:cubicBezTo>
                  <a:pt x="153" y="255"/>
                  <a:pt x="155" y="256"/>
                  <a:pt x="156" y="256"/>
                </a:cubicBezTo>
                <a:cubicBezTo>
                  <a:pt x="157" y="256"/>
                  <a:pt x="157" y="256"/>
                  <a:pt x="157" y="256"/>
                </a:cubicBezTo>
                <a:cubicBezTo>
                  <a:pt x="160" y="255"/>
                  <a:pt x="161" y="253"/>
                  <a:pt x="160" y="251"/>
                </a:cubicBezTo>
                <a:cubicBezTo>
                  <a:pt x="153" y="228"/>
                  <a:pt x="153" y="228"/>
                  <a:pt x="153" y="228"/>
                </a:cubicBezTo>
                <a:cubicBezTo>
                  <a:pt x="176" y="211"/>
                  <a:pt x="192" y="184"/>
                  <a:pt x="192" y="156"/>
                </a:cubicBezTo>
                <a:close/>
                <a:moveTo>
                  <a:pt x="123" y="8"/>
                </a:moveTo>
                <a:cubicBezTo>
                  <a:pt x="117" y="24"/>
                  <a:pt x="117" y="24"/>
                  <a:pt x="117" y="24"/>
                </a:cubicBezTo>
                <a:cubicBezTo>
                  <a:pt x="75" y="24"/>
                  <a:pt x="75" y="24"/>
                  <a:pt x="75" y="24"/>
                </a:cubicBezTo>
                <a:cubicBezTo>
                  <a:pt x="70" y="8"/>
                  <a:pt x="70" y="8"/>
                  <a:pt x="70" y="8"/>
                </a:cubicBezTo>
                <a:lnTo>
                  <a:pt x="123" y="8"/>
                </a:lnTo>
                <a:close/>
                <a:moveTo>
                  <a:pt x="96" y="240"/>
                </a:moveTo>
                <a:cubicBezTo>
                  <a:pt x="51" y="240"/>
                  <a:pt x="8" y="198"/>
                  <a:pt x="8" y="156"/>
                </a:cubicBezTo>
                <a:cubicBezTo>
                  <a:pt x="8" y="96"/>
                  <a:pt x="8" y="96"/>
                  <a:pt x="8" y="96"/>
                </a:cubicBezTo>
                <a:cubicBezTo>
                  <a:pt x="8" y="75"/>
                  <a:pt x="37" y="32"/>
                  <a:pt x="56" y="32"/>
                </a:cubicBezTo>
                <a:cubicBezTo>
                  <a:pt x="136" y="32"/>
                  <a:pt x="136" y="32"/>
                  <a:pt x="136" y="32"/>
                </a:cubicBezTo>
                <a:cubicBezTo>
                  <a:pt x="155" y="32"/>
                  <a:pt x="184" y="75"/>
                  <a:pt x="184" y="96"/>
                </a:cubicBezTo>
                <a:cubicBezTo>
                  <a:pt x="184" y="96"/>
                  <a:pt x="184" y="96"/>
                  <a:pt x="184" y="96"/>
                </a:cubicBezTo>
                <a:cubicBezTo>
                  <a:pt x="184" y="156"/>
                  <a:pt x="184" y="156"/>
                  <a:pt x="184" y="156"/>
                </a:cubicBezTo>
                <a:cubicBezTo>
                  <a:pt x="184" y="198"/>
                  <a:pt x="141" y="240"/>
                  <a:pt x="96" y="24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08" name="Freeform 194">
            <a:extLst>
              <a:ext uri="{FF2B5EF4-FFF2-40B4-BE49-F238E27FC236}">
                <a16:creationId xmlns:a16="http://schemas.microsoft.com/office/drawing/2014/main" id="{B07E7F9A-F680-4340-BAD3-3B98C068F027}"/>
              </a:ext>
            </a:extLst>
          </p:cNvPr>
          <p:cNvSpPr>
            <a:spLocks noChangeAspect="1" noEditPoints="1"/>
          </p:cNvSpPr>
          <p:nvPr/>
        </p:nvSpPr>
        <p:spPr bwMode="auto">
          <a:xfrm>
            <a:off x="4443672" y="3398045"/>
            <a:ext cx="400050" cy="400050"/>
          </a:xfrm>
          <a:custGeom>
            <a:avLst/>
            <a:gdLst>
              <a:gd name="T0" fmla="*/ 168 w 256"/>
              <a:gd name="T1" fmla="*/ 96 h 256"/>
              <a:gd name="T2" fmla="*/ 144 w 256"/>
              <a:gd name="T3" fmla="*/ 88 h 256"/>
              <a:gd name="T4" fmla="*/ 72 w 256"/>
              <a:gd name="T5" fmla="*/ 120 h 256"/>
              <a:gd name="T6" fmla="*/ 192 w 256"/>
              <a:gd name="T7" fmla="*/ 112 h 256"/>
              <a:gd name="T8" fmla="*/ 184 w 256"/>
              <a:gd name="T9" fmla="*/ 0 h 256"/>
              <a:gd name="T10" fmla="*/ 64 w 256"/>
              <a:gd name="T11" fmla="*/ 8 h 256"/>
              <a:gd name="T12" fmla="*/ 72 w 256"/>
              <a:gd name="T13" fmla="*/ 120 h 256"/>
              <a:gd name="T14" fmla="*/ 140 w 256"/>
              <a:gd name="T15" fmla="*/ 8 h 256"/>
              <a:gd name="T16" fmla="*/ 116 w 256"/>
              <a:gd name="T17" fmla="*/ 24 h 256"/>
              <a:gd name="T18" fmla="*/ 72 w 256"/>
              <a:gd name="T19" fmla="*/ 8 h 256"/>
              <a:gd name="T20" fmla="*/ 108 w 256"/>
              <a:gd name="T21" fmla="*/ 28 h 256"/>
              <a:gd name="T22" fmla="*/ 144 w 256"/>
              <a:gd name="T23" fmla="*/ 32 h 256"/>
              <a:gd name="T24" fmla="*/ 148 w 256"/>
              <a:gd name="T25" fmla="*/ 8 h 256"/>
              <a:gd name="T26" fmla="*/ 184 w 256"/>
              <a:gd name="T27" fmla="*/ 112 h 256"/>
              <a:gd name="T28" fmla="*/ 72 w 256"/>
              <a:gd name="T29" fmla="*/ 8 h 256"/>
              <a:gd name="T30" fmla="*/ 112 w 256"/>
              <a:gd name="T31" fmla="*/ 228 h 256"/>
              <a:gd name="T32" fmla="*/ 104 w 256"/>
              <a:gd name="T33" fmla="*/ 178 h 256"/>
              <a:gd name="T34" fmla="*/ 40 w 256"/>
              <a:gd name="T35" fmla="*/ 136 h 256"/>
              <a:gd name="T36" fmla="*/ 20 w 256"/>
              <a:gd name="T37" fmla="*/ 60 h 256"/>
              <a:gd name="T38" fmla="*/ 0 w 256"/>
              <a:gd name="T39" fmla="*/ 164 h 256"/>
              <a:gd name="T40" fmla="*/ 44 w 256"/>
              <a:gd name="T41" fmla="*/ 226 h 256"/>
              <a:gd name="T42" fmla="*/ 36 w 256"/>
              <a:gd name="T43" fmla="*/ 228 h 256"/>
              <a:gd name="T44" fmla="*/ 32 w 256"/>
              <a:gd name="T45" fmla="*/ 256 h 256"/>
              <a:gd name="T46" fmla="*/ 40 w 256"/>
              <a:gd name="T47" fmla="*/ 236 h 256"/>
              <a:gd name="T48" fmla="*/ 112 w 256"/>
              <a:gd name="T49" fmla="*/ 256 h 256"/>
              <a:gd name="T50" fmla="*/ 120 w 256"/>
              <a:gd name="T51" fmla="*/ 232 h 256"/>
              <a:gd name="T52" fmla="*/ 104 w 256"/>
              <a:gd name="T53" fmla="*/ 228 h 256"/>
              <a:gd name="T54" fmla="*/ 52 w 256"/>
              <a:gd name="T55" fmla="*/ 224 h 256"/>
              <a:gd name="T56" fmla="*/ 15 w 256"/>
              <a:gd name="T57" fmla="*/ 182 h 256"/>
              <a:gd name="T58" fmla="*/ 8 w 256"/>
              <a:gd name="T59" fmla="*/ 80 h 256"/>
              <a:gd name="T60" fmla="*/ 32 w 256"/>
              <a:gd name="T61" fmla="*/ 80 h 256"/>
              <a:gd name="T62" fmla="*/ 32 w 256"/>
              <a:gd name="T63" fmla="*/ 149 h 256"/>
              <a:gd name="T64" fmla="*/ 69 w 256"/>
              <a:gd name="T65" fmla="*/ 199 h 256"/>
              <a:gd name="T66" fmla="*/ 75 w 256"/>
              <a:gd name="T67" fmla="*/ 193 h 256"/>
              <a:gd name="T68" fmla="*/ 43 w 256"/>
              <a:gd name="T69" fmla="*/ 144 h 256"/>
              <a:gd name="T70" fmla="*/ 98 w 256"/>
              <a:gd name="T71" fmla="*/ 184 h 256"/>
              <a:gd name="T72" fmla="*/ 104 w 256"/>
              <a:gd name="T73" fmla="*/ 228 h 256"/>
              <a:gd name="T74" fmla="*/ 216 w 256"/>
              <a:gd name="T75" fmla="*/ 80 h 256"/>
              <a:gd name="T76" fmla="*/ 190 w 256"/>
              <a:gd name="T77" fmla="*/ 138 h 256"/>
              <a:gd name="T78" fmla="*/ 144 w 256"/>
              <a:gd name="T79" fmla="*/ 198 h 256"/>
              <a:gd name="T80" fmla="*/ 140 w 256"/>
              <a:gd name="T81" fmla="*/ 228 h 256"/>
              <a:gd name="T82" fmla="*/ 136 w 256"/>
              <a:gd name="T83" fmla="*/ 256 h 256"/>
              <a:gd name="T84" fmla="*/ 144 w 256"/>
              <a:gd name="T85" fmla="*/ 236 h 256"/>
              <a:gd name="T86" fmla="*/ 216 w 256"/>
              <a:gd name="T87" fmla="*/ 256 h 256"/>
              <a:gd name="T88" fmla="*/ 224 w 256"/>
              <a:gd name="T89" fmla="*/ 232 h 256"/>
              <a:gd name="T90" fmla="*/ 212 w 256"/>
              <a:gd name="T91" fmla="*/ 228 h 256"/>
              <a:gd name="T92" fmla="*/ 247 w 256"/>
              <a:gd name="T93" fmla="*/ 188 h 256"/>
              <a:gd name="T94" fmla="*/ 256 w 256"/>
              <a:gd name="T95" fmla="*/ 80 h 256"/>
              <a:gd name="T96" fmla="*/ 248 w 256"/>
              <a:gd name="T97" fmla="*/ 164 h 256"/>
              <a:gd name="T98" fmla="*/ 205 w 256"/>
              <a:gd name="T99" fmla="*/ 221 h 256"/>
              <a:gd name="T100" fmla="*/ 204 w 256"/>
              <a:gd name="T101" fmla="*/ 228 h 256"/>
              <a:gd name="T102" fmla="*/ 152 w 256"/>
              <a:gd name="T103" fmla="*/ 198 h 256"/>
              <a:gd name="T104" fmla="*/ 196 w 256"/>
              <a:gd name="T105" fmla="*/ 144 h 256"/>
              <a:gd name="T106" fmla="*/ 212 w 256"/>
              <a:gd name="T107" fmla="*/ 161 h 256"/>
              <a:gd name="T108" fmla="*/ 181 w 256"/>
              <a:gd name="T109" fmla="*/ 199 h 256"/>
              <a:gd name="T110" fmla="*/ 218 w 256"/>
              <a:gd name="T111" fmla="*/ 166 h 256"/>
              <a:gd name="T112" fmla="*/ 224 w 256"/>
              <a:gd name="T113" fmla="*/ 148 h 256"/>
              <a:gd name="T114" fmla="*/ 236 w 256"/>
              <a:gd name="T115" fmla="*/ 68 h 256"/>
              <a:gd name="T116" fmla="*/ 248 w 256"/>
              <a:gd name="T117" fmla="*/ 16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144" y="96"/>
                </a:moveTo>
                <a:cubicBezTo>
                  <a:pt x="168" y="96"/>
                  <a:pt x="168" y="96"/>
                  <a:pt x="168" y="96"/>
                </a:cubicBezTo>
                <a:cubicBezTo>
                  <a:pt x="168" y="88"/>
                  <a:pt x="168" y="88"/>
                  <a:pt x="168" y="88"/>
                </a:cubicBezTo>
                <a:cubicBezTo>
                  <a:pt x="144" y="88"/>
                  <a:pt x="144" y="88"/>
                  <a:pt x="144" y="88"/>
                </a:cubicBezTo>
                <a:lnTo>
                  <a:pt x="144" y="96"/>
                </a:lnTo>
                <a:close/>
                <a:moveTo>
                  <a:pt x="72" y="120"/>
                </a:moveTo>
                <a:cubicBezTo>
                  <a:pt x="184" y="120"/>
                  <a:pt x="184" y="120"/>
                  <a:pt x="184" y="120"/>
                </a:cubicBezTo>
                <a:cubicBezTo>
                  <a:pt x="188" y="120"/>
                  <a:pt x="192" y="116"/>
                  <a:pt x="192" y="112"/>
                </a:cubicBezTo>
                <a:cubicBezTo>
                  <a:pt x="192" y="8"/>
                  <a:pt x="192" y="8"/>
                  <a:pt x="192" y="8"/>
                </a:cubicBezTo>
                <a:cubicBezTo>
                  <a:pt x="192" y="4"/>
                  <a:pt x="188" y="0"/>
                  <a:pt x="184" y="0"/>
                </a:cubicBezTo>
                <a:cubicBezTo>
                  <a:pt x="72" y="0"/>
                  <a:pt x="72" y="0"/>
                  <a:pt x="72" y="0"/>
                </a:cubicBezTo>
                <a:cubicBezTo>
                  <a:pt x="68" y="0"/>
                  <a:pt x="64" y="4"/>
                  <a:pt x="64" y="8"/>
                </a:cubicBezTo>
                <a:cubicBezTo>
                  <a:pt x="64" y="112"/>
                  <a:pt x="64" y="112"/>
                  <a:pt x="64" y="112"/>
                </a:cubicBezTo>
                <a:cubicBezTo>
                  <a:pt x="64" y="116"/>
                  <a:pt x="68" y="120"/>
                  <a:pt x="72" y="120"/>
                </a:cubicBezTo>
                <a:close/>
                <a:moveTo>
                  <a:pt x="116" y="8"/>
                </a:moveTo>
                <a:cubicBezTo>
                  <a:pt x="140" y="8"/>
                  <a:pt x="140" y="8"/>
                  <a:pt x="140" y="8"/>
                </a:cubicBezTo>
                <a:cubicBezTo>
                  <a:pt x="140" y="24"/>
                  <a:pt x="140" y="24"/>
                  <a:pt x="140" y="24"/>
                </a:cubicBezTo>
                <a:cubicBezTo>
                  <a:pt x="116" y="24"/>
                  <a:pt x="116" y="24"/>
                  <a:pt x="116" y="24"/>
                </a:cubicBezTo>
                <a:lnTo>
                  <a:pt x="116" y="8"/>
                </a:lnTo>
                <a:close/>
                <a:moveTo>
                  <a:pt x="72" y="8"/>
                </a:moveTo>
                <a:cubicBezTo>
                  <a:pt x="108" y="8"/>
                  <a:pt x="108" y="8"/>
                  <a:pt x="108" y="8"/>
                </a:cubicBezTo>
                <a:cubicBezTo>
                  <a:pt x="108" y="28"/>
                  <a:pt x="108" y="28"/>
                  <a:pt x="108" y="28"/>
                </a:cubicBezTo>
                <a:cubicBezTo>
                  <a:pt x="108" y="30"/>
                  <a:pt x="110" y="32"/>
                  <a:pt x="112" y="32"/>
                </a:cubicBezTo>
                <a:cubicBezTo>
                  <a:pt x="144" y="32"/>
                  <a:pt x="144" y="32"/>
                  <a:pt x="144" y="32"/>
                </a:cubicBezTo>
                <a:cubicBezTo>
                  <a:pt x="146" y="32"/>
                  <a:pt x="148" y="30"/>
                  <a:pt x="148" y="28"/>
                </a:cubicBezTo>
                <a:cubicBezTo>
                  <a:pt x="148" y="8"/>
                  <a:pt x="148" y="8"/>
                  <a:pt x="148" y="8"/>
                </a:cubicBezTo>
                <a:cubicBezTo>
                  <a:pt x="184" y="8"/>
                  <a:pt x="184" y="8"/>
                  <a:pt x="184" y="8"/>
                </a:cubicBezTo>
                <a:cubicBezTo>
                  <a:pt x="184" y="112"/>
                  <a:pt x="184" y="112"/>
                  <a:pt x="184" y="112"/>
                </a:cubicBezTo>
                <a:cubicBezTo>
                  <a:pt x="72" y="112"/>
                  <a:pt x="72" y="112"/>
                  <a:pt x="72" y="112"/>
                </a:cubicBezTo>
                <a:lnTo>
                  <a:pt x="72" y="8"/>
                </a:lnTo>
                <a:close/>
                <a:moveTo>
                  <a:pt x="116" y="228"/>
                </a:moveTo>
                <a:cubicBezTo>
                  <a:pt x="112" y="228"/>
                  <a:pt x="112" y="228"/>
                  <a:pt x="112" y="228"/>
                </a:cubicBezTo>
                <a:cubicBezTo>
                  <a:pt x="112" y="198"/>
                  <a:pt x="112" y="198"/>
                  <a:pt x="112" y="198"/>
                </a:cubicBezTo>
                <a:cubicBezTo>
                  <a:pt x="112" y="190"/>
                  <a:pt x="109" y="184"/>
                  <a:pt x="104" y="178"/>
                </a:cubicBezTo>
                <a:cubicBezTo>
                  <a:pt x="66" y="138"/>
                  <a:pt x="66" y="138"/>
                  <a:pt x="66" y="138"/>
                </a:cubicBezTo>
                <a:cubicBezTo>
                  <a:pt x="59" y="131"/>
                  <a:pt x="48" y="130"/>
                  <a:pt x="40" y="136"/>
                </a:cubicBezTo>
                <a:cubicBezTo>
                  <a:pt x="40" y="80"/>
                  <a:pt x="40" y="80"/>
                  <a:pt x="40" y="80"/>
                </a:cubicBezTo>
                <a:cubicBezTo>
                  <a:pt x="40" y="69"/>
                  <a:pt x="31" y="60"/>
                  <a:pt x="20" y="60"/>
                </a:cubicBezTo>
                <a:cubicBezTo>
                  <a:pt x="9" y="60"/>
                  <a:pt x="0" y="69"/>
                  <a:pt x="0" y="80"/>
                </a:cubicBezTo>
                <a:cubicBezTo>
                  <a:pt x="0" y="164"/>
                  <a:pt x="0" y="164"/>
                  <a:pt x="0" y="164"/>
                </a:cubicBezTo>
                <a:cubicBezTo>
                  <a:pt x="0" y="173"/>
                  <a:pt x="3" y="181"/>
                  <a:pt x="9" y="188"/>
                </a:cubicBezTo>
                <a:cubicBezTo>
                  <a:pt x="44" y="226"/>
                  <a:pt x="44" y="226"/>
                  <a:pt x="44" y="226"/>
                </a:cubicBezTo>
                <a:cubicBezTo>
                  <a:pt x="44" y="228"/>
                  <a:pt x="44" y="228"/>
                  <a:pt x="44" y="228"/>
                </a:cubicBezTo>
                <a:cubicBezTo>
                  <a:pt x="36" y="228"/>
                  <a:pt x="36" y="228"/>
                  <a:pt x="36" y="228"/>
                </a:cubicBezTo>
                <a:cubicBezTo>
                  <a:pt x="34" y="228"/>
                  <a:pt x="32" y="230"/>
                  <a:pt x="32" y="232"/>
                </a:cubicBezTo>
                <a:cubicBezTo>
                  <a:pt x="32" y="256"/>
                  <a:pt x="32" y="256"/>
                  <a:pt x="32" y="256"/>
                </a:cubicBezTo>
                <a:cubicBezTo>
                  <a:pt x="40" y="256"/>
                  <a:pt x="40" y="256"/>
                  <a:pt x="40" y="256"/>
                </a:cubicBezTo>
                <a:cubicBezTo>
                  <a:pt x="40" y="236"/>
                  <a:pt x="40" y="236"/>
                  <a:pt x="40" y="236"/>
                </a:cubicBezTo>
                <a:cubicBezTo>
                  <a:pt x="112" y="236"/>
                  <a:pt x="112" y="236"/>
                  <a:pt x="112" y="236"/>
                </a:cubicBezTo>
                <a:cubicBezTo>
                  <a:pt x="112" y="256"/>
                  <a:pt x="112" y="256"/>
                  <a:pt x="112" y="256"/>
                </a:cubicBezTo>
                <a:cubicBezTo>
                  <a:pt x="120" y="256"/>
                  <a:pt x="120" y="256"/>
                  <a:pt x="120" y="256"/>
                </a:cubicBezTo>
                <a:cubicBezTo>
                  <a:pt x="120" y="232"/>
                  <a:pt x="120" y="232"/>
                  <a:pt x="120" y="232"/>
                </a:cubicBezTo>
                <a:cubicBezTo>
                  <a:pt x="120" y="230"/>
                  <a:pt x="118" y="228"/>
                  <a:pt x="116" y="228"/>
                </a:cubicBezTo>
                <a:close/>
                <a:moveTo>
                  <a:pt x="104" y="228"/>
                </a:moveTo>
                <a:cubicBezTo>
                  <a:pt x="52" y="228"/>
                  <a:pt x="52" y="228"/>
                  <a:pt x="52" y="228"/>
                </a:cubicBezTo>
                <a:cubicBezTo>
                  <a:pt x="52" y="224"/>
                  <a:pt x="52" y="224"/>
                  <a:pt x="52" y="224"/>
                </a:cubicBezTo>
                <a:cubicBezTo>
                  <a:pt x="52" y="223"/>
                  <a:pt x="52" y="222"/>
                  <a:pt x="51" y="221"/>
                </a:cubicBezTo>
                <a:cubicBezTo>
                  <a:pt x="15" y="182"/>
                  <a:pt x="15" y="182"/>
                  <a:pt x="15" y="182"/>
                </a:cubicBezTo>
                <a:cubicBezTo>
                  <a:pt x="11" y="177"/>
                  <a:pt x="8" y="171"/>
                  <a:pt x="8" y="164"/>
                </a:cubicBezTo>
                <a:cubicBezTo>
                  <a:pt x="8" y="80"/>
                  <a:pt x="8" y="80"/>
                  <a:pt x="8" y="80"/>
                </a:cubicBezTo>
                <a:cubicBezTo>
                  <a:pt x="8" y="73"/>
                  <a:pt x="13" y="68"/>
                  <a:pt x="20" y="68"/>
                </a:cubicBezTo>
                <a:cubicBezTo>
                  <a:pt x="27" y="68"/>
                  <a:pt x="32" y="73"/>
                  <a:pt x="32" y="80"/>
                </a:cubicBezTo>
                <a:cubicBezTo>
                  <a:pt x="32" y="148"/>
                  <a:pt x="32" y="148"/>
                  <a:pt x="32" y="148"/>
                </a:cubicBezTo>
                <a:cubicBezTo>
                  <a:pt x="32" y="148"/>
                  <a:pt x="32" y="149"/>
                  <a:pt x="32" y="149"/>
                </a:cubicBezTo>
                <a:cubicBezTo>
                  <a:pt x="31" y="155"/>
                  <a:pt x="33" y="162"/>
                  <a:pt x="38" y="166"/>
                </a:cubicBezTo>
                <a:cubicBezTo>
                  <a:pt x="69" y="199"/>
                  <a:pt x="69" y="199"/>
                  <a:pt x="69" y="199"/>
                </a:cubicBezTo>
                <a:cubicBezTo>
                  <a:pt x="71" y="200"/>
                  <a:pt x="73" y="200"/>
                  <a:pt x="75" y="199"/>
                </a:cubicBezTo>
                <a:cubicBezTo>
                  <a:pt x="76" y="197"/>
                  <a:pt x="76" y="195"/>
                  <a:pt x="75" y="193"/>
                </a:cubicBezTo>
                <a:cubicBezTo>
                  <a:pt x="43" y="161"/>
                  <a:pt x="43" y="161"/>
                  <a:pt x="43" y="161"/>
                </a:cubicBezTo>
                <a:cubicBezTo>
                  <a:pt x="39" y="156"/>
                  <a:pt x="39" y="148"/>
                  <a:pt x="43" y="144"/>
                </a:cubicBezTo>
                <a:cubicBezTo>
                  <a:pt x="48" y="139"/>
                  <a:pt x="56" y="139"/>
                  <a:pt x="60" y="144"/>
                </a:cubicBezTo>
                <a:cubicBezTo>
                  <a:pt x="98" y="184"/>
                  <a:pt x="98" y="184"/>
                  <a:pt x="98" y="184"/>
                </a:cubicBezTo>
                <a:cubicBezTo>
                  <a:pt x="102" y="188"/>
                  <a:pt x="104" y="192"/>
                  <a:pt x="104" y="198"/>
                </a:cubicBezTo>
                <a:lnTo>
                  <a:pt x="104" y="228"/>
                </a:lnTo>
                <a:close/>
                <a:moveTo>
                  <a:pt x="236" y="60"/>
                </a:moveTo>
                <a:cubicBezTo>
                  <a:pt x="225" y="60"/>
                  <a:pt x="216" y="69"/>
                  <a:pt x="216" y="80"/>
                </a:cubicBezTo>
                <a:cubicBezTo>
                  <a:pt x="216" y="136"/>
                  <a:pt x="216" y="136"/>
                  <a:pt x="216" y="136"/>
                </a:cubicBezTo>
                <a:cubicBezTo>
                  <a:pt x="208" y="131"/>
                  <a:pt x="197" y="131"/>
                  <a:pt x="190" y="138"/>
                </a:cubicBezTo>
                <a:cubicBezTo>
                  <a:pt x="152" y="178"/>
                  <a:pt x="152" y="178"/>
                  <a:pt x="152" y="178"/>
                </a:cubicBezTo>
                <a:cubicBezTo>
                  <a:pt x="147" y="184"/>
                  <a:pt x="144" y="190"/>
                  <a:pt x="144" y="198"/>
                </a:cubicBezTo>
                <a:cubicBezTo>
                  <a:pt x="144" y="228"/>
                  <a:pt x="144" y="228"/>
                  <a:pt x="144" y="228"/>
                </a:cubicBezTo>
                <a:cubicBezTo>
                  <a:pt x="140" y="228"/>
                  <a:pt x="140" y="228"/>
                  <a:pt x="140" y="228"/>
                </a:cubicBezTo>
                <a:cubicBezTo>
                  <a:pt x="138" y="228"/>
                  <a:pt x="136" y="230"/>
                  <a:pt x="136" y="232"/>
                </a:cubicBezTo>
                <a:cubicBezTo>
                  <a:pt x="136" y="256"/>
                  <a:pt x="136" y="256"/>
                  <a:pt x="136" y="256"/>
                </a:cubicBezTo>
                <a:cubicBezTo>
                  <a:pt x="144" y="256"/>
                  <a:pt x="144" y="256"/>
                  <a:pt x="144" y="256"/>
                </a:cubicBezTo>
                <a:cubicBezTo>
                  <a:pt x="144" y="236"/>
                  <a:pt x="144" y="236"/>
                  <a:pt x="144" y="236"/>
                </a:cubicBezTo>
                <a:cubicBezTo>
                  <a:pt x="216" y="236"/>
                  <a:pt x="216" y="236"/>
                  <a:pt x="216" y="236"/>
                </a:cubicBezTo>
                <a:cubicBezTo>
                  <a:pt x="216" y="256"/>
                  <a:pt x="216" y="256"/>
                  <a:pt x="216" y="256"/>
                </a:cubicBezTo>
                <a:cubicBezTo>
                  <a:pt x="224" y="256"/>
                  <a:pt x="224" y="256"/>
                  <a:pt x="224" y="256"/>
                </a:cubicBezTo>
                <a:cubicBezTo>
                  <a:pt x="224" y="232"/>
                  <a:pt x="224" y="232"/>
                  <a:pt x="224" y="232"/>
                </a:cubicBezTo>
                <a:cubicBezTo>
                  <a:pt x="224" y="230"/>
                  <a:pt x="222" y="228"/>
                  <a:pt x="220" y="228"/>
                </a:cubicBezTo>
                <a:cubicBezTo>
                  <a:pt x="212" y="228"/>
                  <a:pt x="212" y="228"/>
                  <a:pt x="212" y="228"/>
                </a:cubicBezTo>
                <a:cubicBezTo>
                  <a:pt x="212" y="226"/>
                  <a:pt x="212" y="226"/>
                  <a:pt x="212" y="226"/>
                </a:cubicBezTo>
                <a:cubicBezTo>
                  <a:pt x="247" y="188"/>
                  <a:pt x="247" y="188"/>
                  <a:pt x="247" y="188"/>
                </a:cubicBezTo>
                <a:cubicBezTo>
                  <a:pt x="253" y="181"/>
                  <a:pt x="256" y="173"/>
                  <a:pt x="256" y="164"/>
                </a:cubicBezTo>
                <a:cubicBezTo>
                  <a:pt x="256" y="80"/>
                  <a:pt x="256" y="80"/>
                  <a:pt x="256" y="80"/>
                </a:cubicBezTo>
                <a:cubicBezTo>
                  <a:pt x="256" y="69"/>
                  <a:pt x="247" y="60"/>
                  <a:pt x="236" y="60"/>
                </a:cubicBezTo>
                <a:close/>
                <a:moveTo>
                  <a:pt x="248" y="164"/>
                </a:moveTo>
                <a:cubicBezTo>
                  <a:pt x="248" y="171"/>
                  <a:pt x="245" y="177"/>
                  <a:pt x="241" y="182"/>
                </a:cubicBezTo>
                <a:cubicBezTo>
                  <a:pt x="205" y="221"/>
                  <a:pt x="205" y="221"/>
                  <a:pt x="205" y="221"/>
                </a:cubicBezTo>
                <a:cubicBezTo>
                  <a:pt x="204" y="222"/>
                  <a:pt x="204" y="223"/>
                  <a:pt x="204" y="224"/>
                </a:cubicBezTo>
                <a:cubicBezTo>
                  <a:pt x="204" y="228"/>
                  <a:pt x="204" y="228"/>
                  <a:pt x="204" y="228"/>
                </a:cubicBezTo>
                <a:cubicBezTo>
                  <a:pt x="152" y="228"/>
                  <a:pt x="152" y="228"/>
                  <a:pt x="152" y="228"/>
                </a:cubicBezTo>
                <a:cubicBezTo>
                  <a:pt x="152" y="198"/>
                  <a:pt x="152" y="198"/>
                  <a:pt x="152" y="198"/>
                </a:cubicBezTo>
                <a:cubicBezTo>
                  <a:pt x="152" y="192"/>
                  <a:pt x="154" y="188"/>
                  <a:pt x="158" y="184"/>
                </a:cubicBezTo>
                <a:cubicBezTo>
                  <a:pt x="196" y="144"/>
                  <a:pt x="196" y="144"/>
                  <a:pt x="196" y="144"/>
                </a:cubicBezTo>
                <a:cubicBezTo>
                  <a:pt x="200" y="139"/>
                  <a:pt x="208" y="139"/>
                  <a:pt x="213" y="144"/>
                </a:cubicBezTo>
                <a:cubicBezTo>
                  <a:pt x="217" y="148"/>
                  <a:pt x="217" y="156"/>
                  <a:pt x="212" y="161"/>
                </a:cubicBezTo>
                <a:cubicBezTo>
                  <a:pt x="181" y="193"/>
                  <a:pt x="181" y="193"/>
                  <a:pt x="181" y="193"/>
                </a:cubicBezTo>
                <a:cubicBezTo>
                  <a:pt x="180" y="195"/>
                  <a:pt x="180" y="197"/>
                  <a:pt x="181" y="199"/>
                </a:cubicBezTo>
                <a:cubicBezTo>
                  <a:pt x="183" y="200"/>
                  <a:pt x="185" y="200"/>
                  <a:pt x="187" y="199"/>
                </a:cubicBezTo>
                <a:cubicBezTo>
                  <a:pt x="218" y="166"/>
                  <a:pt x="218" y="166"/>
                  <a:pt x="218" y="166"/>
                </a:cubicBezTo>
                <a:cubicBezTo>
                  <a:pt x="223" y="162"/>
                  <a:pt x="225" y="155"/>
                  <a:pt x="224" y="149"/>
                </a:cubicBezTo>
                <a:cubicBezTo>
                  <a:pt x="224" y="149"/>
                  <a:pt x="224" y="148"/>
                  <a:pt x="224" y="148"/>
                </a:cubicBezTo>
                <a:cubicBezTo>
                  <a:pt x="224" y="80"/>
                  <a:pt x="224" y="80"/>
                  <a:pt x="224" y="80"/>
                </a:cubicBezTo>
                <a:cubicBezTo>
                  <a:pt x="224" y="73"/>
                  <a:pt x="229" y="68"/>
                  <a:pt x="236" y="68"/>
                </a:cubicBezTo>
                <a:cubicBezTo>
                  <a:pt x="243" y="68"/>
                  <a:pt x="248" y="73"/>
                  <a:pt x="248" y="80"/>
                </a:cubicBezTo>
                <a:lnTo>
                  <a:pt x="248" y="16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14" name="Freeform 198">
            <a:extLst>
              <a:ext uri="{FF2B5EF4-FFF2-40B4-BE49-F238E27FC236}">
                <a16:creationId xmlns:a16="http://schemas.microsoft.com/office/drawing/2014/main" id="{5946017C-3976-4BFE-98CF-279DE4D35E29}"/>
              </a:ext>
            </a:extLst>
          </p:cNvPr>
          <p:cNvSpPr>
            <a:spLocks noChangeAspect="1" noEditPoints="1"/>
          </p:cNvSpPr>
          <p:nvPr/>
        </p:nvSpPr>
        <p:spPr bwMode="auto">
          <a:xfrm>
            <a:off x="10249548" y="3429795"/>
            <a:ext cx="400050" cy="336550"/>
          </a:xfrm>
          <a:custGeom>
            <a:avLst/>
            <a:gdLst>
              <a:gd name="T0" fmla="*/ 100 w 256"/>
              <a:gd name="T1" fmla="*/ 4 h 216"/>
              <a:gd name="T2" fmla="*/ 68 w 256"/>
              <a:gd name="T3" fmla="*/ 4 h 216"/>
              <a:gd name="T4" fmla="*/ 87 w 256"/>
              <a:gd name="T5" fmla="*/ 111 h 216"/>
              <a:gd name="T6" fmla="*/ 87 w 256"/>
              <a:gd name="T7" fmla="*/ 49 h 216"/>
              <a:gd name="T8" fmla="*/ 53 w 256"/>
              <a:gd name="T9" fmla="*/ 83 h 216"/>
              <a:gd name="T10" fmla="*/ 84 w 256"/>
              <a:gd name="T11" fmla="*/ 58 h 216"/>
              <a:gd name="T12" fmla="*/ 62 w 256"/>
              <a:gd name="T13" fmla="*/ 80 h 216"/>
              <a:gd name="T14" fmla="*/ 176 w 256"/>
              <a:gd name="T15" fmla="*/ 40 h 216"/>
              <a:gd name="T16" fmla="*/ 184 w 256"/>
              <a:gd name="T17" fmla="*/ 40 h 216"/>
              <a:gd name="T18" fmla="*/ 248 w 256"/>
              <a:gd name="T19" fmla="*/ 172 h 216"/>
              <a:gd name="T20" fmla="*/ 235 w 256"/>
              <a:gd name="T21" fmla="*/ 161 h 216"/>
              <a:gd name="T22" fmla="*/ 208 w 256"/>
              <a:gd name="T23" fmla="*/ 152 h 216"/>
              <a:gd name="T24" fmla="*/ 256 w 256"/>
              <a:gd name="T25" fmla="*/ 80 h 216"/>
              <a:gd name="T26" fmla="*/ 0 w 256"/>
              <a:gd name="T27" fmla="*/ 80 h 216"/>
              <a:gd name="T28" fmla="*/ 33 w 256"/>
              <a:gd name="T29" fmla="*/ 136 h 216"/>
              <a:gd name="T30" fmla="*/ 36 w 256"/>
              <a:gd name="T31" fmla="*/ 24 h 216"/>
              <a:gd name="T32" fmla="*/ 220 w 256"/>
              <a:gd name="T33" fmla="*/ 136 h 216"/>
              <a:gd name="T34" fmla="*/ 200 w 256"/>
              <a:gd name="T35" fmla="*/ 40 h 216"/>
              <a:gd name="T36" fmla="*/ 192 w 256"/>
              <a:gd name="T37" fmla="*/ 60 h 216"/>
              <a:gd name="T38" fmla="*/ 192 w 256"/>
              <a:gd name="T39" fmla="*/ 80 h 216"/>
              <a:gd name="T40" fmla="*/ 200 w 256"/>
              <a:gd name="T41" fmla="*/ 108 h 216"/>
              <a:gd name="T42" fmla="*/ 200 w 256"/>
              <a:gd name="T43" fmla="*/ 116 h 216"/>
              <a:gd name="T44" fmla="*/ 132 w 256"/>
              <a:gd name="T45" fmla="*/ 144 h 216"/>
              <a:gd name="T46" fmla="*/ 132 w 256"/>
              <a:gd name="T47" fmla="*/ 136 h 216"/>
              <a:gd name="T48" fmla="*/ 124 w 256"/>
              <a:gd name="T49" fmla="*/ 152 h 216"/>
              <a:gd name="T50" fmla="*/ 108 w 256"/>
              <a:gd name="T51" fmla="*/ 144 h 216"/>
              <a:gd name="T52" fmla="*/ 56 w 256"/>
              <a:gd name="T53" fmla="*/ 128 h 216"/>
              <a:gd name="T54" fmla="*/ 32 w 256"/>
              <a:gd name="T55" fmla="*/ 152 h 216"/>
              <a:gd name="T56" fmla="*/ 20 w 256"/>
              <a:gd name="T57" fmla="*/ 164 h 216"/>
              <a:gd name="T58" fmla="*/ 8 w 256"/>
              <a:gd name="T59" fmla="*/ 168 h 216"/>
              <a:gd name="T60" fmla="*/ 0 w 256"/>
              <a:gd name="T61" fmla="*/ 184 h 216"/>
              <a:gd name="T62" fmla="*/ 8 w 256"/>
              <a:gd name="T63" fmla="*/ 180 h 216"/>
              <a:gd name="T64" fmla="*/ 21 w 256"/>
              <a:gd name="T65" fmla="*/ 191 h 216"/>
              <a:gd name="T66" fmla="*/ 32 w 256"/>
              <a:gd name="T67" fmla="*/ 200 h 216"/>
              <a:gd name="T68" fmla="*/ 0 w 256"/>
              <a:gd name="T69" fmla="*/ 216 h 216"/>
              <a:gd name="T70" fmla="*/ 221 w 256"/>
              <a:gd name="T71" fmla="*/ 208 h 216"/>
              <a:gd name="T72" fmla="*/ 227 w 256"/>
              <a:gd name="T73" fmla="*/ 199 h 216"/>
              <a:gd name="T74" fmla="*/ 236 w 256"/>
              <a:gd name="T75" fmla="*/ 180 h 216"/>
              <a:gd name="T76" fmla="*/ 252 w 256"/>
              <a:gd name="T77" fmla="*/ 188 h 216"/>
              <a:gd name="T78" fmla="*/ 252 w 256"/>
              <a:gd name="T79" fmla="*/ 164 h 216"/>
              <a:gd name="T80" fmla="*/ 50 w 256"/>
              <a:gd name="T81" fmla="*/ 188 h 216"/>
              <a:gd name="T82" fmla="*/ 78 w 256"/>
              <a:gd name="T83" fmla="*/ 208 h 216"/>
              <a:gd name="T84" fmla="*/ 88 w 256"/>
              <a:gd name="T85" fmla="*/ 198 h 216"/>
              <a:gd name="T86" fmla="*/ 96 w 256"/>
              <a:gd name="T87" fmla="*/ 201 h 216"/>
              <a:gd name="T88" fmla="*/ 108 w 256"/>
              <a:gd name="T89" fmla="*/ 184 h 216"/>
              <a:gd name="T90" fmla="*/ 150 w 256"/>
              <a:gd name="T91" fmla="*/ 196 h 216"/>
              <a:gd name="T92" fmla="*/ 93 w 256"/>
              <a:gd name="T93" fmla="*/ 208 h 216"/>
              <a:gd name="T94" fmla="*/ 178 w 256"/>
              <a:gd name="T95" fmla="*/ 188 h 216"/>
              <a:gd name="T96" fmla="*/ 206 w 256"/>
              <a:gd name="T97" fmla="*/ 208 h 216"/>
              <a:gd name="T98" fmla="*/ 216 w 256"/>
              <a:gd name="T99" fmla="*/ 198 h 216"/>
              <a:gd name="T100" fmla="*/ 223 w 256"/>
              <a:gd name="T101" fmla="*/ 192 h 216"/>
              <a:gd name="T102" fmla="*/ 178 w 256"/>
              <a:gd name="T103" fmla="*/ 180 h 216"/>
              <a:gd name="T104" fmla="*/ 156 w 256"/>
              <a:gd name="T105" fmla="*/ 180 h 216"/>
              <a:gd name="T106" fmla="*/ 100 w 256"/>
              <a:gd name="T107" fmla="*/ 180 h 216"/>
              <a:gd name="T108" fmla="*/ 78 w 256"/>
              <a:gd name="T109" fmla="*/ 180 h 216"/>
              <a:gd name="T110" fmla="*/ 33 w 256"/>
              <a:gd name="T111" fmla="*/ 192 h 216"/>
              <a:gd name="T112" fmla="*/ 34 w 256"/>
              <a:gd name="T113" fmla="*/ 160 h 216"/>
              <a:gd name="T114" fmla="*/ 228 w 256"/>
              <a:gd name="T115" fmla="*/ 18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216">
                <a:moveTo>
                  <a:pt x="72" y="8"/>
                </a:moveTo>
                <a:cubicBezTo>
                  <a:pt x="96" y="8"/>
                  <a:pt x="96" y="8"/>
                  <a:pt x="96" y="8"/>
                </a:cubicBezTo>
                <a:cubicBezTo>
                  <a:pt x="98" y="8"/>
                  <a:pt x="100" y="6"/>
                  <a:pt x="100" y="4"/>
                </a:cubicBezTo>
                <a:cubicBezTo>
                  <a:pt x="100" y="2"/>
                  <a:pt x="98" y="0"/>
                  <a:pt x="96" y="0"/>
                </a:cubicBezTo>
                <a:cubicBezTo>
                  <a:pt x="72" y="0"/>
                  <a:pt x="72" y="0"/>
                  <a:pt x="72" y="0"/>
                </a:cubicBezTo>
                <a:cubicBezTo>
                  <a:pt x="70" y="0"/>
                  <a:pt x="68" y="2"/>
                  <a:pt x="68" y="4"/>
                </a:cubicBezTo>
                <a:cubicBezTo>
                  <a:pt x="68" y="6"/>
                  <a:pt x="70" y="8"/>
                  <a:pt x="72" y="8"/>
                </a:cubicBezTo>
                <a:close/>
                <a:moveTo>
                  <a:pt x="84" y="112"/>
                </a:moveTo>
                <a:cubicBezTo>
                  <a:pt x="85" y="112"/>
                  <a:pt x="86" y="112"/>
                  <a:pt x="87" y="111"/>
                </a:cubicBezTo>
                <a:cubicBezTo>
                  <a:pt x="115" y="83"/>
                  <a:pt x="115" y="83"/>
                  <a:pt x="115" y="83"/>
                </a:cubicBezTo>
                <a:cubicBezTo>
                  <a:pt x="116" y="81"/>
                  <a:pt x="116" y="79"/>
                  <a:pt x="115" y="77"/>
                </a:cubicBezTo>
                <a:cubicBezTo>
                  <a:pt x="87" y="49"/>
                  <a:pt x="87" y="49"/>
                  <a:pt x="87" y="49"/>
                </a:cubicBezTo>
                <a:cubicBezTo>
                  <a:pt x="85" y="48"/>
                  <a:pt x="83" y="48"/>
                  <a:pt x="81" y="49"/>
                </a:cubicBezTo>
                <a:cubicBezTo>
                  <a:pt x="53" y="77"/>
                  <a:pt x="53" y="77"/>
                  <a:pt x="53" y="77"/>
                </a:cubicBezTo>
                <a:cubicBezTo>
                  <a:pt x="52" y="79"/>
                  <a:pt x="52" y="81"/>
                  <a:pt x="53" y="83"/>
                </a:cubicBezTo>
                <a:cubicBezTo>
                  <a:pt x="81" y="111"/>
                  <a:pt x="81" y="111"/>
                  <a:pt x="81" y="111"/>
                </a:cubicBezTo>
                <a:cubicBezTo>
                  <a:pt x="82" y="112"/>
                  <a:pt x="83" y="112"/>
                  <a:pt x="84" y="112"/>
                </a:cubicBezTo>
                <a:close/>
                <a:moveTo>
                  <a:pt x="84" y="58"/>
                </a:moveTo>
                <a:cubicBezTo>
                  <a:pt x="106" y="80"/>
                  <a:pt x="106" y="80"/>
                  <a:pt x="106" y="80"/>
                </a:cubicBezTo>
                <a:cubicBezTo>
                  <a:pt x="84" y="102"/>
                  <a:pt x="84" y="102"/>
                  <a:pt x="84" y="102"/>
                </a:cubicBezTo>
                <a:cubicBezTo>
                  <a:pt x="62" y="80"/>
                  <a:pt x="62" y="80"/>
                  <a:pt x="62" y="80"/>
                </a:cubicBezTo>
                <a:lnTo>
                  <a:pt x="84" y="58"/>
                </a:lnTo>
                <a:close/>
                <a:moveTo>
                  <a:pt x="184" y="40"/>
                </a:moveTo>
                <a:cubicBezTo>
                  <a:pt x="176" y="40"/>
                  <a:pt x="176" y="40"/>
                  <a:pt x="176" y="40"/>
                </a:cubicBezTo>
                <a:cubicBezTo>
                  <a:pt x="176" y="124"/>
                  <a:pt x="176" y="124"/>
                  <a:pt x="176" y="124"/>
                </a:cubicBezTo>
                <a:cubicBezTo>
                  <a:pt x="184" y="124"/>
                  <a:pt x="184" y="124"/>
                  <a:pt x="184" y="124"/>
                </a:cubicBezTo>
                <a:lnTo>
                  <a:pt x="184" y="40"/>
                </a:lnTo>
                <a:close/>
                <a:moveTo>
                  <a:pt x="252" y="164"/>
                </a:moveTo>
                <a:cubicBezTo>
                  <a:pt x="250" y="164"/>
                  <a:pt x="248" y="166"/>
                  <a:pt x="248" y="168"/>
                </a:cubicBezTo>
                <a:cubicBezTo>
                  <a:pt x="248" y="172"/>
                  <a:pt x="248" y="172"/>
                  <a:pt x="248" y="172"/>
                </a:cubicBezTo>
                <a:cubicBezTo>
                  <a:pt x="236" y="172"/>
                  <a:pt x="236" y="172"/>
                  <a:pt x="236" y="172"/>
                </a:cubicBezTo>
                <a:cubicBezTo>
                  <a:pt x="236" y="164"/>
                  <a:pt x="236" y="164"/>
                  <a:pt x="236" y="164"/>
                </a:cubicBezTo>
                <a:cubicBezTo>
                  <a:pt x="236" y="163"/>
                  <a:pt x="236" y="162"/>
                  <a:pt x="235" y="161"/>
                </a:cubicBezTo>
                <a:cubicBezTo>
                  <a:pt x="227" y="153"/>
                  <a:pt x="227" y="153"/>
                  <a:pt x="227" y="153"/>
                </a:cubicBezTo>
                <a:cubicBezTo>
                  <a:pt x="226" y="152"/>
                  <a:pt x="225" y="152"/>
                  <a:pt x="224" y="152"/>
                </a:cubicBezTo>
                <a:cubicBezTo>
                  <a:pt x="208" y="152"/>
                  <a:pt x="208" y="152"/>
                  <a:pt x="208" y="152"/>
                </a:cubicBezTo>
                <a:cubicBezTo>
                  <a:pt x="208" y="144"/>
                  <a:pt x="208" y="144"/>
                  <a:pt x="208" y="144"/>
                </a:cubicBezTo>
                <a:cubicBezTo>
                  <a:pt x="220" y="144"/>
                  <a:pt x="220" y="144"/>
                  <a:pt x="220" y="144"/>
                </a:cubicBezTo>
                <a:cubicBezTo>
                  <a:pt x="240" y="144"/>
                  <a:pt x="256" y="115"/>
                  <a:pt x="256" y="80"/>
                </a:cubicBezTo>
                <a:cubicBezTo>
                  <a:pt x="256" y="45"/>
                  <a:pt x="240" y="16"/>
                  <a:pt x="220" y="16"/>
                </a:cubicBezTo>
                <a:cubicBezTo>
                  <a:pt x="36" y="16"/>
                  <a:pt x="36" y="16"/>
                  <a:pt x="36" y="16"/>
                </a:cubicBezTo>
                <a:cubicBezTo>
                  <a:pt x="16" y="16"/>
                  <a:pt x="0" y="45"/>
                  <a:pt x="0" y="80"/>
                </a:cubicBezTo>
                <a:cubicBezTo>
                  <a:pt x="0" y="108"/>
                  <a:pt x="11" y="133"/>
                  <a:pt x="26" y="141"/>
                </a:cubicBezTo>
                <a:cubicBezTo>
                  <a:pt x="29" y="143"/>
                  <a:pt x="29" y="143"/>
                  <a:pt x="29" y="143"/>
                </a:cubicBezTo>
                <a:cubicBezTo>
                  <a:pt x="33" y="136"/>
                  <a:pt x="33" y="136"/>
                  <a:pt x="33" y="136"/>
                </a:cubicBezTo>
                <a:cubicBezTo>
                  <a:pt x="29" y="134"/>
                  <a:pt x="29" y="134"/>
                  <a:pt x="29" y="134"/>
                </a:cubicBezTo>
                <a:cubicBezTo>
                  <a:pt x="19" y="128"/>
                  <a:pt x="8" y="108"/>
                  <a:pt x="8" y="80"/>
                </a:cubicBezTo>
                <a:cubicBezTo>
                  <a:pt x="8" y="48"/>
                  <a:pt x="23" y="24"/>
                  <a:pt x="36" y="24"/>
                </a:cubicBezTo>
                <a:cubicBezTo>
                  <a:pt x="220" y="24"/>
                  <a:pt x="220" y="24"/>
                  <a:pt x="220" y="24"/>
                </a:cubicBezTo>
                <a:cubicBezTo>
                  <a:pt x="233" y="24"/>
                  <a:pt x="248" y="48"/>
                  <a:pt x="248" y="80"/>
                </a:cubicBezTo>
                <a:cubicBezTo>
                  <a:pt x="248" y="112"/>
                  <a:pt x="233" y="136"/>
                  <a:pt x="220" y="136"/>
                </a:cubicBezTo>
                <a:cubicBezTo>
                  <a:pt x="208" y="136"/>
                  <a:pt x="208" y="136"/>
                  <a:pt x="208" y="136"/>
                </a:cubicBezTo>
                <a:cubicBezTo>
                  <a:pt x="208" y="40"/>
                  <a:pt x="208" y="40"/>
                  <a:pt x="208" y="40"/>
                </a:cubicBezTo>
                <a:cubicBezTo>
                  <a:pt x="200" y="40"/>
                  <a:pt x="200" y="40"/>
                  <a:pt x="200" y="40"/>
                </a:cubicBezTo>
                <a:cubicBezTo>
                  <a:pt x="200" y="52"/>
                  <a:pt x="200" y="52"/>
                  <a:pt x="200" y="52"/>
                </a:cubicBezTo>
                <a:cubicBezTo>
                  <a:pt x="192" y="52"/>
                  <a:pt x="192" y="52"/>
                  <a:pt x="192" y="52"/>
                </a:cubicBezTo>
                <a:cubicBezTo>
                  <a:pt x="192" y="60"/>
                  <a:pt x="192" y="60"/>
                  <a:pt x="192" y="60"/>
                </a:cubicBezTo>
                <a:cubicBezTo>
                  <a:pt x="200" y="60"/>
                  <a:pt x="200" y="60"/>
                  <a:pt x="200" y="60"/>
                </a:cubicBezTo>
                <a:cubicBezTo>
                  <a:pt x="200" y="80"/>
                  <a:pt x="200" y="80"/>
                  <a:pt x="200" y="80"/>
                </a:cubicBezTo>
                <a:cubicBezTo>
                  <a:pt x="192" y="80"/>
                  <a:pt x="192" y="80"/>
                  <a:pt x="192" y="80"/>
                </a:cubicBezTo>
                <a:cubicBezTo>
                  <a:pt x="192" y="88"/>
                  <a:pt x="192" y="88"/>
                  <a:pt x="192" y="88"/>
                </a:cubicBezTo>
                <a:cubicBezTo>
                  <a:pt x="200" y="88"/>
                  <a:pt x="200" y="88"/>
                  <a:pt x="200" y="88"/>
                </a:cubicBezTo>
                <a:cubicBezTo>
                  <a:pt x="200" y="108"/>
                  <a:pt x="200" y="108"/>
                  <a:pt x="200" y="108"/>
                </a:cubicBezTo>
                <a:cubicBezTo>
                  <a:pt x="192" y="108"/>
                  <a:pt x="192" y="108"/>
                  <a:pt x="192" y="108"/>
                </a:cubicBezTo>
                <a:cubicBezTo>
                  <a:pt x="192" y="116"/>
                  <a:pt x="192" y="116"/>
                  <a:pt x="192" y="116"/>
                </a:cubicBezTo>
                <a:cubicBezTo>
                  <a:pt x="200" y="116"/>
                  <a:pt x="200" y="116"/>
                  <a:pt x="200" y="116"/>
                </a:cubicBezTo>
                <a:cubicBezTo>
                  <a:pt x="200" y="152"/>
                  <a:pt x="200" y="152"/>
                  <a:pt x="200" y="152"/>
                </a:cubicBezTo>
                <a:cubicBezTo>
                  <a:pt x="132" y="152"/>
                  <a:pt x="132" y="152"/>
                  <a:pt x="132" y="152"/>
                </a:cubicBezTo>
                <a:cubicBezTo>
                  <a:pt x="132" y="144"/>
                  <a:pt x="132" y="144"/>
                  <a:pt x="132" y="144"/>
                </a:cubicBezTo>
                <a:cubicBezTo>
                  <a:pt x="184" y="144"/>
                  <a:pt x="184" y="144"/>
                  <a:pt x="184" y="144"/>
                </a:cubicBezTo>
                <a:cubicBezTo>
                  <a:pt x="184" y="136"/>
                  <a:pt x="184" y="136"/>
                  <a:pt x="184" y="136"/>
                </a:cubicBezTo>
                <a:cubicBezTo>
                  <a:pt x="132" y="136"/>
                  <a:pt x="132" y="136"/>
                  <a:pt x="132" y="136"/>
                </a:cubicBezTo>
                <a:cubicBezTo>
                  <a:pt x="132" y="128"/>
                  <a:pt x="132" y="128"/>
                  <a:pt x="132" y="128"/>
                </a:cubicBezTo>
                <a:cubicBezTo>
                  <a:pt x="124" y="128"/>
                  <a:pt x="124" y="128"/>
                  <a:pt x="124" y="128"/>
                </a:cubicBezTo>
                <a:cubicBezTo>
                  <a:pt x="124" y="152"/>
                  <a:pt x="124" y="152"/>
                  <a:pt x="124" y="152"/>
                </a:cubicBezTo>
                <a:cubicBezTo>
                  <a:pt x="56" y="152"/>
                  <a:pt x="56" y="152"/>
                  <a:pt x="56" y="152"/>
                </a:cubicBezTo>
                <a:cubicBezTo>
                  <a:pt x="56" y="144"/>
                  <a:pt x="56" y="144"/>
                  <a:pt x="56" y="144"/>
                </a:cubicBezTo>
                <a:cubicBezTo>
                  <a:pt x="108" y="144"/>
                  <a:pt x="108" y="144"/>
                  <a:pt x="108" y="144"/>
                </a:cubicBezTo>
                <a:cubicBezTo>
                  <a:pt x="108" y="136"/>
                  <a:pt x="108" y="136"/>
                  <a:pt x="108" y="136"/>
                </a:cubicBezTo>
                <a:cubicBezTo>
                  <a:pt x="56" y="136"/>
                  <a:pt x="56" y="136"/>
                  <a:pt x="56" y="136"/>
                </a:cubicBezTo>
                <a:cubicBezTo>
                  <a:pt x="56" y="128"/>
                  <a:pt x="56" y="128"/>
                  <a:pt x="56" y="128"/>
                </a:cubicBezTo>
                <a:cubicBezTo>
                  <a:pt x="48" y="128"/>
                  <a:pt x="48" y="128"/>
                  <a:pt x="48" y="128"/>
                </a:cubicBezTo>
                <a:cubicBezTo>
                  <a:pt x="48" y="152"/>
                  <a:pt x="48" y="152"/>
                  <a:pt x="48" y="152"/>
                </a:cubicBezTo>
                <a:cubicBezTo>
                  <a:pt x="32" y="152"/>
                  <a:pt x="32" y="152"/>
                  <a:pt x="32" y="152"/>
                </a:cubicBezTo>
                <a:cubicBezTo>
                  <a:pt x="31" y="152"/>
                  <a:pt x="30" y="152"/>
                  <a:pt x="29" y="153"/>
                </a:cubicBezTo>
                <a:cubicBezTo>
                  <a:pt x="21" y="161"/>
                  <a:pt x="21" y="161"/>
                  <a:pt x="21" y="161"/>
                </a:cubicBezTo>
                <a:cubicBezTo>
                  <a:pt x="20" y="162"/>
                  <a:pt x="20" y="163"/>
                  <a:pt x="20" y="164"/>
                </a:cubicBezTo>
                <a:cubicBezTo>
                  <a:pt x="20" y="172"/>
                  <a:pt x="20" y="172"/>
                  <a:pt x="20" y="172"/>
                </a:cubicBezTo>
                <a:cubicBezTo>
                  <a:pt x="8" y="172"/>
                  <a:pt x="8" y="172"/>
                  <a:pt x="8" y="172"/>
                </a:cubicBezTo>
                <a:cubicBezTo>
                  <a:pt x="8" y="168"/>
                  <a:pt x="8" y="168"/>
                  <a:pt x="8" y="168"/>
                </a:cubicBezTo>
                <a:cubicBezTo>
                  <a:pt x="8" y="166"/>
                  <a:pt x="6" y="164"/>
                  <a:pt x="4" y="164"/>
                </a:cubicBezTo>
                <a:cubicBezTo>
                  <a:pt x="2" y="164"/>
                  <a:pt x="0" y="166"/>
                  <a:pt x="0" y="168"/>
                </a:cubicBezTo>
                <a:cubicBezTo>
                  <a:pt x="0" y="184"/>
                  <a:pt x="0" y="184"/>
                  <a:pt x="0" y="184"/>
                </a:cubicBezTo>
                <a:cubicBezTo>
                  <a:pt x="0" y="186"/>
                  <a:pt x="2" y="188"/>
                  <a:pt x="4" y="188"/>
                </a:cubicBezTo>
                <a:cubicBezTo>
                  <a:pt x="6" y="188"/>
                  <a:pt x="8" y="186"/>
                  <a:pt x="8" y="184"/>
                </a:cubicBezTo>
                <a:cubicBezTo>
                  <a:pt x="8" y="180"/>
                  <a:pt x="8" y="180"/>
                  <a:pt x="8" y="180"/>
                </a:cubicBezTo>
                <a:cubicBezTo>
                  <a:pt x="20" y="180"/>
                  <a:pt x="20" y="180"/>
                  <a:pt x="20" y="180"/>
                </a:cubicBezTo>
                <a:cubicBezTo>
                  <a:pt x="20" y="188"/>
                  <a:pt x="20" y="188"/>
                  <a:pt x="20" y="188"/>
                </a:cubicBezTo>
                <a:cubicBezTo>
                  <a:pt x="20" y="189"/>
                  <a:pt x="20" y="190"/>
                  <a:pt x="21" y="191"/>
                </a:cubicBezTo>
                <a:cubicBezTo>
                  <a:pt x="29" y="199"/>
                  <a:pt x="29" y="199"/>
                  <a:pt x="29" y="199"/>
                </a:cubicBezTo>
                <a:cubicBezTo>
                  <a:pt x="30" y="200"/>
                  <a:pt x="31" y="200"/>
                  <a:pt x="32" y="200"/>
                </a:cubicBezTo>
                <a:cubicBezTo>
                  <a:pt x="32" y="200"/>
                  <a:pt x="32" y="200"/>
                  <a:pt x="32" y="200"/>
                </a:cubicBezTo>
                <a:cubicBezTo>
                  <a:pt x="33" y="203"/>
                  <a:pt x="33" y="206"/>
                  <a:pt x="35" y="208"/>
                </a:cubicBezTo>
                <a:cubicBezTo>
                  <a:pt x="0" y="208"/>
                  <a:pt x="0" y="208"/>
                  <a:pt x="0" y="208"/>
                </a:cubicBezTo>
                <a:cubicBezTo>
                  <a:pt x="0" y="216"/>
                  <a:pt x="0" y="216"/>
                  <a:pt x="0" y="216"/>
                </a:cubicBezTo>
                <a:cubicBezTo>
                  <a:pt x="256" y="216"/>
                  <a:pt x="256" y="216"/>
                  <a:pt x="256" y="216"/>
                </a:cubicBezTo>
                <a:cubicBezTo>
                  <a:pt x="256" y="208"/>
                  <a:pt x="256" y="208"/>
                  <a:pt x="256" y="208"/>
                </a:cubicBezTo>
                <a:cubicBezTo>
                  <a:pt x="221" y="208"/>
                  <a:pt x="221" y="208"/>
                  <a:pt x="221" y="208"/>
                </a:cubicBezTo>
                <a:cubicBezTo>
                  <a:pt x="223" y="206"/>
                  <a:pt x="223" y="203"/>
                  <a:pt x="224" y="200"/>
                </a:cubicBezTo>
                <a:cubicBezTo>
                  <a:pt x="224" y="200"/>
                  <a:pt x="224" y="200"/>
                  <a:pt x="224" y="200"/>
                </a:cubicBezTo>
                <a:cubicBezTo>
                  <a:pt x="225" y="200"/>
                  <a:pt x="226" y="200"/>
                  <a:pt x="227" y="199"/>
                </a:cubicBezTo>
                <a:cubicBezTo>
                  <a:pt x="235" y="191"/>
                  <a:pt x="235" y="191"/>
                  <a:pt x="235" y="191"/>
                </a:cubicBezTo>
                <a:cubicBezTo>
                  <a:pt x="236" y="190"/>
                  <a:pt x="236" y="189"/>
                  <a:pt x="236" y="188"/>
                </a:cubicBezTo>
                <a:cubicBezTo>
                  <a:pt x="236" y="180"/>
                  <a:pt x="236" y="180"/>
                  <a:pt x="236" y="180"/>
                </a:cubicBezTo>
                <a:cubicBezTo>
                  <a:pt x="248" y="180"/>
                  <a:pt x="248" y="180"/>
                  <a:pt x="248" y="180"/>
                </a:cubicBezTo>
                <a:cubicBezTo>
                  <a:pt x="248" y="184"/>
                  <a:pt x="248" y="184"/>
                  <a:pt x="248" y="184"/>
                </a:cubicBezTo>
                <a:cubicBezTo>
                  <a:pt x="248" y="186"/>
                  <a:pt x="250" y="188"/>
                  <a:pt x="252" y="188"/>
                </a:cubicBezTo>
                <a:cubicBezTo>
                  <a:pt x="254" y="188"/>
                  <a:pt x="256" y="186"/>
                  <a:pt x="256" y="184"/>
                </a:cubicBezTo>
                <a:cubicBezTo>
                  <a:pt x="256" y="168"/>
                  <a:pt x="256" y="168"/>
                  <a:pt x="256" y="168"/>
                </a:cubicBezTo>
                <a:cubicBezTo>
                  <a:pt x="256" y="166"/>
                  <a:pt x="254" y="164"/>
                  <a:pt x="252" y="164"/>
                </a:cubicBezTo>
                <a:close/>
                <a:moveTo>
                  <a:pt x="50" y="208"/>
                </a:moveTo>
                <a:cubicBezTo>
                  <a:pt x="44" y="208"/>
                  <a:pt x="40" y="204"/>
                  <a:pt x="40" y="198"/>
                </a:cubicBezTo>
                <a:cubicBezTo>
                  <a:pt x="40" y="192"/>
                  <a:pt x="44" y="188"/>
                  <a:pt x="50" y="188"/>
                </a:cubicBezTo>
                <a:cubicBezTo>
                  <a:pt x="56" y="188"/>
                  <a:pt x="60" y="192"/>
                  <a:pt x="60" y="198"/>
                </a:cubicBezTo>
                <a:cubicBezTo>
                  <a:pt x="60" y="204"/>
                  <a:pt x="56" y="208"/>
                  <a:pt x="50" y="208"/>
                </a:cubicBezTo>
                <a:close/>
                <a:moveTo>
                  <a:pt x="78" y="208"/>
                </a:moveTo>
                <a:cubicBezTo>
                  <a:pt x="72" y="208"/>
                  <a:pt x="68" y="204"/>
                  <a:pt x="68" y="198"/>
                </a:cubicBezTo>
                <a:cubicBezTo>
                  <a:pt x="68" y="192"/>
                  <a:pt x="72" y="188"/>
                  <a:pt x="78" y="188"/>
                </a:cubicBezTo>
                <a:cubicBezTo>
                  <a:pt x="84" y="188"/>
                  <a:pt x="88" y="192"/>
                  <a:pt x="88" y="198"/>
                </a:cubicBezTo>
                <a:cubicBezTo>
                  <a:pt x="88" y="204"/>
                  <a:pt x="84" y="208"/>
                  <a:pt x="78" y="208"/>
                </a:cubicBezTo>
                <a:close/>
                <a:moveTo>
                  <a:pt x="93" y="208"/>
                </a:moveTo>
                <a:cubicBezTo>
                  <a:pt x="94" y="206"/>
                  <a:pt x="95" y="203"/>
                  <a:pt x="96" y="201"/>
                </a:cubicBezTo>
                <a:cubicBezTo>
                  <a:pt x="106" y="196"/>
                  <a:pt x="106" y="196"/>
                  <a:pt x="106" y="196"/>
                </a:cubicBezTo>
                <a:cubicBezTo>
                  <a:pt x="107" y="195"/>
                  <a:pt x="108" y="194"/>
                  <a:pt x="108" y="192"/>
                </a:cubicBezTo>
                <a:cubicBezTo>
                  <a:pt x="108" y="184"/>
                  <a:pt x="108" y="184"/>
                  <a:pt x="108" y="184"/>
                </a:cubicBezTo>
                <a:cubicBezTo>
                  <a:pt x="148" y="184"/>
                  <a:pt x="148" y="184"/>
                  <a:pt x="148" y="184"/>
                </a:cubicBezTo>
                <a:cubicBezTo>
                  <a:pt x="148" y="192"/>
                  <a:pt x="148" y="192"/>
                  <a:pt x="148" y="192"/>
                </a:cubicBezTo>
                <a:cubicBezTo>
                  <a:pt x="148" y="194"/>
                  <a:pt x="149" y="195"/>
                  <a:pt x="150" y="196"/>
                </a:cubicBezTo>
                <a:cubicBezTo>
                  <a:pt x="160" y="201"/>
                  <a:pt x="160" y="201"/>
                  <a:pt x="160" y="201"/>
                </a:cubicBezTo>
                <a:cubicBezTo>
                  <a:pt x="161" y="203"/>
                  <a:pt x="162" y="206"/>
                  <a:pt x="163" y="208"/>
                </a:cubicBezTo>
                <a:lnTo>
                  <a:pt x="93" y="208"/>
                </a:lnTo>
                <a:close/>
                <a:moveTo>
                  <a:pt x="178" y="208"/>
                </a:moveTo>
                <a:cubicBezTo>
                  <a:pt x="172" y="208"/>
                  <a:pt x="168" y="204"/>
                  <a:pt x="168" y="198"/>
                </a:cubicBezTo>
                <a:cubicBezTo>
                  <a:pt x="168" y="192"/>
                  <a:pt x="172" y="188"/>
                  <a:pt x="178" y="188"/>
                </a:cubicBezTo>
                <a:cubicBezTo>
                  <a:pt x="184" y="188"/>
                  <a:pt x="188" y="192"/>
                  <a:pt x="188" y="198"/>
                </a:cubicBezTo>
                <a:cubicBezTo>
                  <a:pt x="188" y="204"/>
                  <a:pt x="184" y="208"/>
                  <a:pt x="178" y="208"/>
                </a:cubicBezTo>
                <a:close/>
                <a:moveTo>
                  <a:pt x="206" y="208"/>
                </a:moveTo>
                <a:cubicBezTo>
                  <a:pt x="200" y="208"/>
                  <a:pt x="196" y="204"/>
                  <a:pt x="196" y="198"/>
                </a:cubicBezTo>
                <a:cubicBezTo>
                  <a:pt x="196" y="192"/>
                  <a:pt x="200" y="188"/>
                  <a:pt x="206" y="188"/>
                </a:cubicBezTo>
                <a:cubicBezTo>
                  <a:pt x="212" y="188"/>
                  <a:pt x="216" y="192"/>
                  <a:pt x="216" y="198"/>
                </a:cubicBezTo>
                <a:cubicBezTo>
                  <a:pt x="216" y="204"/>
                  <a:pt x="212" y="208"/>
                  <a:pt x="206" y="208"/>
                </a:cubicBezTo>
                <a:close/>
                <a:moveTo>
                  <a:pt x="228" y="186"/>
                </a:moveTo>
                <a:cubicBezTo>
                  <a:pt x="223" y="192"/>
                  <a:pt x="223" y="192"/>
                  <a:pt x="223" y="192"/>
                </a:cubicBezTo>
                <a:cubicBezTo>
                  <a:pt x="220" y="185"/>
                  <a:pt x="214" y="180"/>
                  <a:pt x="206" y="180"/>
                </a:cubicBezTo>
                <a:cubicBezTo>
                  <a:pt x="200" y="180"/>
                  <a:pt x="195" y="183"/>
                  <a:pt x="192" y="187"/>
                </a:cubicBezTo>
                <a:cubicBezTo>
                  <a:pt x="189" y="183"/>
                  <a:pt x="184" y="180"/>
                  <a:pt x="178" y="180"/>
                </a:cubicBezTo>
                <a:cubicBezTo>
                  <a:pt x="170" y="180"/>
                  <a:pt x="164" y="185"/>
                  <a:pt x="161" y="192"/>
                </a:cubicBezTo>
                <a:cubicBezTo>
                  <a:pt x="156" y="190"/>
                  <a:pt x="156" y="190"/>
                  <a:pt x="156" y="190"/>
                </a:cubicBezTo>
                <a:cubicBezTo>
                  <a:pt x="156" y="180"/>
                  <a:pt x="156" y="180"/>
                  <a:pt x="156" y="180"/>
                </a:cubicBezTo>
                <a:cubicBezTo>
                  <a:pt x="156" y="178"/>
                  <a:pt x="154" y="176"/>
                  <a:pt x="152" y="176"/>
                </a:cubicBezTo>
                <a:cubicBezTo>
                  <a:pt x="104" y="176"/>
                  <a:pt x="104" y="176"/>
                  <a:pt x="104" y="176"/>
                </a:cubicBezTo>
                <a:cubicBezTo>
                  <a:pt x="102" y="176"/>
                  <a:pt x="100" y="178"/>
                  <a:pt x="100" y="180"/>
                </a:cubicBezTo>
                <a:cubicBezTo>
                  <a:pt x="100" y="190"/>
                  <a:pt x="100" y="190"/>
                  <a:pt x="100" y="190"/>
                </a:cubicBezTo>
                <a:cubicBezTo>
                  <a:pt x="95" y="192"/>
                  <a:pt x="95" y="192"/>
                  <a:pt x="95" y="192"/>
                </a:cubicBezTo>
                <a:cubicBezTo>
                  <a:pt x="92" y="185"/>
                  <a:pt x="86" y="180"/>
                  <a:pt x="78" y="180"/>
                </a:cubicBezTo>
                <a:cubicBezTo>
                  <a:pt x="72" y="180"/>
                  <a:pt x="67" y="183"/>
                  <a:pt x="64" y="187"/>
                </a:cubicBezTo>
                <a:cubicBezTo>
                  <a:pt x="61" y="183"/>
                  <a:pt x="56" y="180"/>
                  <a:pt x="50" y="180"/>
                </a:cubicBezTo>
                <a:cubicBezTo>
                  <a:pt x="42" y="180"/>
                  <a:pt x="36" y="185"/>
                  <a:pt x="33" y="192"/>
                </a:cubicBezTo>
                <a:cubicBezTo>
                  <a:pt x="28" y="186"/>
                  <a:pt x="28" y="186"/>
                  <a:pt x="28" y="186"/>
                </a:cubicBezTo>
                <a:cubicBezTo>
                  <a:pt x="28" y="166"/>
                  <a:pt x="28" y="166"/>
                  <a:pt x="28" y="166"/>
                </a:cubicBezTo>
                <a:cubicBezTo>
                  <a:pt x="34" y="160"/>
                  <a:pt x="34" y="160"/>
                  <a:pt x="34" y="160"/>
                </a:cubicBezTo>
                <a:cubicBezTo>
                  <a:pt x="222" y="160"/>
                  <a:pt x="222" y="160"/>
                  <a:pt x="222" y="160"/>
                </a:cubicBezTo>
                <a:cubicBezTo>
                  <a:pt x="228" y="166"/>
                  <a:pt x="228" y="166"/>
                  <a:pt x="228" y="166"/>
                </a:cubicBezTo>
                <a:lnTo>
                  <a:pt x="228" y="18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26" name="Title 8">
            <a:extLst>
              <a:ext uri="{FF2B5EF4-FFF2-40B4-BE49-F238E27FC236}">
                <a16:creationId xmlns:a16="http://schemas.microsoft.com/office/drawing/2014/main" id="{1C5F87AB-6B76-4BF8-9F1F-00222F66CAAE}"/>
              </a:ext>
            </a:extLst>
          </p:cNvPr>
          <p:cNvSpPr>
            <a:spLocks noGrp="1"/>
          </p:cNvSpPr>
          <p:nvPr>
            <p:ph type="title"/>
          </p:nvPr>
        </p:nvSpPr>
        <p:spPr>
          <a:xfrm>
            <a:off x="612648" y="585216"/>
            <a:ext cx="1802078" cy="533370"/>
          </a:xfrm>
        </p:spPr>
        <p:txBody>
          <a:bodyPr/>
          <a:lstStyle/>
          <a:p>
            <a:r>
              <a:rPr lang="en-US"/>
              <a:t>Icons</a:t>
            </a:r>
          </a:p>
        </p:txBody>
      </p:sp>
      <p:sp>
        <p:nvSpPr>
          <p:cNvPr id="152" name="Footer Placeholder 1">
            <a:extLst>
              <a:ext uri="{FF2B5EF4-FFF2-40B4-BE49-F238E27FC236}">
                <a16:creationId xmlns:a16="http://schemas.microsoft.com/office/drawing/2014/main" id="{FC641F3C-9D3D-4E01-8608-98FAE5AC8FAF}"/>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spTree>
    <p:extLst>
      <p:ext uri="{BB962C8B-B14F-4D97-AF65-F5344CB8AC3E}">
        <p14:creationId xmlns:p14="http://schemas.microsoft.com/office/powerpoint/2010/main" val="4044264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43329081-4D46-4C35-837F-9D2CCBCE8175}"/>
              </a:ext>
            </a:extLst>
          </p:cNvPr>
          <p:cNvSpPr>
            <a:spLocks noGrp="1"/>
          </p:cNvSpPr>
          <p:nvPr>
            <p:ph type="body" sz="quarter" idx="11"/>
          </p:nvPr>
        </p:nvSpPr>
        <p:spPr>
          <a:xfrm>
            <a:off x="319088" y="1933725"/>
            <a:ext cx="908050" cy="303213"/>
          </a:xfrm>
        </p:spPr>
        <p:txBody>
          <a:bodyPr/>
          <a:lstStyle/>
          <a:p>
            <a:r>
              <a:rPr lang="en-US">
                <a:solidFill>
                  <a:schemeClr val="bg1">
                    <a:lumMod val="50000"/>
                  </a:schemeClr>
                </a:solidFill>
              </a:rPr>
              <a:t>Trolley</a:t>
            </a:r>
          </a:p>
        </p:txBody>
      </p:sp>
      <p:sp>
        <p:nvSpPr>
          <p:cNvPr id="30" name="Text Placeholder 29">
            <a:extLst>
              <a:ext uri="{FF2B5EF4-FFF2-40B4-BE49-F238E27FC236}">
                <a16:creationId xmlns:a16="http://schemas.microsoft.com/office/drawing/2014/main" id="{ADB6110C-F8AA-464F-A1E0-E2B6DB9E5652}"/>
              </a:ext>
            </a:extLst>
          </p:cNvPr>
          <p:cNvSpPr>
            <a:spLocks noGrp="1"/>
          </p:cNvSpPr>
          <p:nvPr>
            <p:ph type="body" sz="quarter" idx="13"/>
          </p:nvPr>
        </p:nvSpPr>
        <p:spPr>
          <a:xfrm>
            <a:off x="1286734" y="1933725"/>
            <a:ext cx="908050" cy="303213"/>
          </a:xfrm>
        </p:spPr>
        <p:txBody>
          <a:bodyPr/>
          <a:lstStyle/>
          <a:p>
            <a:r>
              <a:rPr lang="en-US">
                <a:solidFill>
                  <a:schemeClr val="bg1">
                    <a:lumMod val="50000"/>
                  </a:schemeClr>
                </a:solidFill>
              </a:rPr>
              <a:t>Train</a:t>
            </a:r>
          </a:p>
        </p:txBody>
      </p:sp>
      <p:sp>
        <p:nvSpPr>
          <p:cNvPr id="32" name="Text Placeholder 31">
            <a:extLst>
              <a:ext uri="{FF2B5EF4-FFF2-40B4-BE49-F238E27FC236}">
                <a16:creationId xmlns:a16="http://schemas.microsoft.com/office/drawing/2014/main" id="{4FE15F3C-CA74-4D10-BE13-1F0FB38799CF}"/>
              </a:ext>
            </a:extLst>
          </p:cNvPr>
          <p:cNvSpPr>
            <a:spLocks noGrp="1"/>
          </p:cNvSpPr>
          <p:nvPr>
            <p:ph type="body" sz="quarter" idx="15"/>
          </p:nvPr>
        </p:nvSpPr>
        <p:spPr>
          <a:xfrm>
            <a:off x="2254380" y="1933725"/>
            <a:ext cx="908050" cy="303213"/>
          </a:xfrm>
        </p:spPr>
        <p:txBody>
          <a:bodyPr/>
          <a:lstStyle/>
          <a:p>
            <a:r>
              <a:rPr lang="en-US">
                <a:solidFill>
                  <a:schemeClr val="bg1">
                    <a:lumMod val="50000"/>
                  </a:schemeClr>
                </a:solidFill>
              </a:rPr>
              <a:t>Airplane</a:t>
            </a:r>
          </a:p>
        </p:txBody>
      </p:sp>
      <p:sp>
        <p:nvSpPr>
          <p:cNvPr id="34" name="Text Placeholder 33">
            <a:extLst>
              <a:ext uri="{FF2B5EF4-FFF2-40B4-BE49-F238E27FC236}">
                <a16:creationId xmlns:a16="http://schemas.microsoft.com/office/drawing/2014/main" id="{CEACFA2F-0359-4AB3-A807-497C3624C55E}"/>
              </a:ext>
            </a:extLst>
          </p:cNvPr>
          <p:cNvSpPr>
            <a:spLocks noGrp="1"/>
          </p:cNvSpPr>
          <p:nvPr>
            <p:ph type="body" sz="quarter" idx="17"/>
          </p:nvPr>
        </p:nvSpPr>
        <p:spPr>
          <a:xfrm>
            <a:off x="3222026" y="1933725"/>
            <a:ext cx="908050" cy="303213"/>
          </a:xfrm>
        </p:spPr>
        <p:txBody>
          <a:bodyPr/>
          <a:lstStyle/>
          <a:p>
            <a:r>
              <a:rPr lang="en-US">
                <a:solidFill>
                  <a:schemeClr val="bg1">
                    <a:lumMod val="50000"/>
                  </a:schemeClr>
                </a:solidFill>
              </a:rPr>
              <a:t>Helicopter</a:t>
            </a:r>
          </a:p>
        </p:txBody>
      </p:sp>
      <p:sp>
        <p:nvSpPr>
          <p:cNvPr id="36" name="Text Placeholder 35">
            <a:extLst>
              <a:ext uri="{FF2B5EF4-FFF2-40B4-BE49-F238E27FC236}">
                <a16:creationId xmlns:a16="http://schemas.microsoft.com/office/drawing/2014/main" id="{7030C119-678A-4D85-8383-71201122E27D}"/>
              </a:ext>
            </a:extLst>
          </p:cNvPr>
          <p:cNvSpPr>
            <a:spLocks noGrp="1"/>
          </p:cNvSpPr>
          <p:nvPr>
            <p:ph type="body" sz="quarter" idx="19"/>
          </p:nvPr>
        </p:nvSpPr>
        <p:spPr>
          <a:xfrm>
            <a:off x="4189672" y="1933725"/>
            <a:ext cx="908050" cy="303213"/>
          </a:xfrm>
        </p:spPr>
        <p:txBody>
          <a:bodyPr/>
          <a:lstStyle/>
          <a:p>
            <a:r>
              <a:rPr lang="en-US">
                <a:solidFill>
                  <a:schemeClr val="bg1">
                    <a:lumMod val="50000"/>
                  </a:schemeClr>
                </a:solidFill>
              </a:rPr>
              <a:t>Smart City</a:t>
            </a:r>
          </a:p>
        </p:txBody>
      </p:sp>
      <p:sp>
        <p:nvSpPr>
          <p:cNvPr id="40" name="Text Placeholder 39">
            <a:extLst>
              <a:ext uri="{FF2B5EF4-FFF2-40B4-BE49-F238E27FC236}">
                <a16:creationId xmlns:a16="http://schemas.microsoft.com/office/drawing/2014/main" id="{E7555C2C-C1E7-4316-8BF6-C70EC5A74691}"/>
              </a:ext>
            </a:extLst>
          </p:cNvPr>
          <p:cNvSpPr>
            <a:spLocks noGrp="1"/>
          </p:cNvSpPr>
          <p:nvPr>
            <p:ph type="body" sz="quarter" idx="21"/>
          </p:nvPr>
        </p:nvSpPr>
        <p:spPr>
          <a:xfrm>
            <a:off x="5157318" y="1933725"/>
            <a:ext cx="908050" cy="303213"/>
          </a:xfrm>
        </p:spPr>
        <p:txBody>
          <a:bodyPr/>
          <a:lstStyle/>
          <a:p>
            <a:r>
              <a:rPr lang="en-US">
                <a:solidFill>
                  <a:schemeClr val="bg1">
                    <a:lumMod val="50000"/>
                  </a:schemeClr>
                </a:solidFill>
              </a:rPr>
              <a:t>Infrastructure</a:t>
            </a:r>
          </a:p>
        </p:txBody>
      </p:sp>
      <p:sp>
        <p:nvSpPr>
          <p:cNvPr id="42" name="Text Placeholder 41">
            <a:extLst>
              <a:ext uri="{FF2B5EF4-FFF2-40B4-BE49-F238E27FC236}">
                <a16:creationId xmlns:a16="http://schemas.microsoft.com/office/drawing/2014/main" id="{7D6B8183-4A46-4B96-A78B-55F11073942D}"/>
              </a:ext>
            </a:extLst>
          </p:cNvPr>
          <p:cNvSpPr>
            <a:spLocks noGrp="1"/>
          </p:cNvSpPr>
          <p:nvPr>
            <p:ph type="body" sz="quarter" idx="23"/>
          </p:nvPr>
        </p:nvSpPr>
        <p:spPr>
          <a:xfrm>
            <a:off x="6124964" y="1933725"/>
            <a:ext cx="908050" cy="303213"/>
          </a:xfrm>
        </p:spPr>
        <p:txBody>
          <a:bodyPr/>
          <a:lstStyle/>
          <a:p>
            <a:r>
              <a:rPr lang="en-US">
                <a:solidFill>
                  <a:schemeClr val="bg1">
                    <a:lumMod val="50000"/>
                  </a:schemeClr>
                </a:solidFill>
              </a:rPr>
              <a:t>Cruise Ship</a:t>
            </a:r>
          </a:p>
        </p:txBody>
      </p:sp>
      <p:sp>
        <p:nvSpPr>
          <p:cNvPr id="45" name="Text Placeholder 44">
            <a:extLst>
              <a:ext uri="{FF2B5EF4-FFF2-40B4-BE49-F238E27FC236}">
                <a16:creationId xmlns:a16="http://schemas.microsoft.com/office/drawing/2014/main" id="{5BAD9EBB-3C9C-4B57-922C-4CAD069676C1}"/>
              </a:ext>
            </a:extLst>
          </p:cNvPr>
          <p:cNvSpPr>
            <a:spLocks noGrp="1"/>
          </p:cNvSpPr>
          <p:nvPr>
            <p:ph type="body" sz="quarter" idx="25"/>
          </p:nvPr>
        </p:nvSpPr>
        <p:spPr>
          <a:xfrm>
            <a:off x="7092610" y="1933725"/>
            <a:ext cx="908050" cy="303213"/>
          </a:xfrm>
        </p:spPr>
        <p:txBody>
          <a:bodyPr/>
          <a:lstStyle/>
          <a:p>
            <a:r>
              <a:rPr lang="en-US">
                <a:solidFill>
                  <a:schemeClr val="bg1">
                    <a:lumMod val="50000"/>
                  </a:schemeClr>
                </a:solidFill>
              </a:rPr>
              <a:t>Cargo Ship</a:t>
            </a:r>
          </a:p>
        </p:txBody>
      </p:sp>
      <p:sp>
        <p:nvSpPr>
          <p:cNvPr id="47" name="Text Placeholder 46">
            <a:extLst>
              <a:ext uri="{FF2B5EF4-FFF2-40B4-BE49-F238E27FC236}">
                <a16:creationId xmlns:a16="http://schemas.microsoft.com/office/drawing/2014/main" id="{4758911E-7526-4A48-9F84-DB21B02EEE25}"/>
              </a:ext>
            </a:extLst>
          </p:cNvPr>
          <p:cNvSpPr>
            <a:spLocks noGrp="1"/>
          </p:cNvSpPr>
          <p:nvPr>
            <p:ph type="body" sz="quarter" idx="27"/>
          </p:nvPr>
        </p:nvSpPr>
        <p:spPr>
          <a:xfrm>
            <a:off x="8060256" y="1933725"/>
            <a:ext cx="908050" cy="303213"/>
          </a:xfrm>
        </p:spPr>
        <p:txBody>
          <a:bodyPr/>
          <a:lstStyle/>
          <a:p>
            <a:r>
              <a:rPr lang="en-US">
                <a:solidFill>
                  <a:schemeClr val="bg1">
                    <a:lumMod val="50000"/>
                  </a:schemeClr>
                </a:solidFill>
              </a:rPr>
              <a:t>Cargo Bin</a:t>
            </a:r>
          </a:p>
        </p:txBody>
      </p:sp>
      <p:sp>
        <p:nvSpPr>
          <p:cNvPr id="49" name="Text Placeholder 48">
            <a:extLst>
              <a:ext uri="{FF2B5EF4-FFF2-40B4-BE49-F238E27FC236}">
                <a16:creationId xmlns:a16="http://schemas.microsoft.com/office/drawing/2014/main" id="{2F807109-99E9-4642-9B36-95FE7B0CB71B}"/>
              </a:ext>
            </a:extLst>
          </p:cNvPr>
          <p:cNvSpPr>
            <a:spLocks noGrp="1"/>
          </p:cNvSpPr>
          <p:nvPr>
            <p:ph type="body" sz="quarter" idx="29"/>
          </p:nvPr>
        </p:nvSpPr>
        <p:spPr>
          <a:xfrm>
            <a:off x="9027902" y="1933725"/>
            <a:ext cx="908050" cy="303213"/>
          </a:xfrm>
        </p:spPr>
        <p:txBody>
          <a:bodyPr/>
          <a:lstStyle/>
          <a:p>
            <a:r>
              <a:rPr lang="en-US">
                <a:solidFill>
                  <a:schemeClr val="bg1">
                    <a:lumMod val="50000"/>
                  </a:schemeClr>
                </a:solidFill>
              </a:rPr>
              <a:t>Hook</a:t>
            </a:r>
          </a:p>
        </p:txBody>
      </p:sp>
      <p:sp>
        <p:nvSpPr>
          <p:cNvPr id="51" name="Text Placeholder 50">
            <a:extLst>
              <a:ext uri="{FF2B5EF4-FFF2-40B4-BE49-F238E27FC236}">
                <a16:creationId xmlns:a16="http://schemas.microsoft.com/office/drawing/2014/main" id="{A22794CB-B6F7-4E11-B8DD-3532790C746B}"/>
              </a:ext>
            </a:extLst>
          </p:cNvPr>
          <p:cNvSpPr>
            <a:spLocks noGrp="1"/>
          </p:cNvSpPr>
          <p:nvPr>
            <p:ph type="body" sz="quarter" idx="31"/>
          </p:nvPr>
        </p:nvSpPr>
        <p:spPr>
          <a:xfrm>
            <a:off x="9995548" y="1933725"/>
            <a:ext cx="908050" cy="303213"/>
          </a:xfrm>
        </p:spPr>
        <p:txBody>
          <a:bodyPr/>
          <a:lstStyle/>
          <a:p>
            <a:r>
              <a:rPr lang="en-US">
                <a:solidFill>
                  <a:schemeClr val="bg1">
                    <a:lumMod val="50000"/>
                  </a:schemeClr>
                </a:solidFill>
              </a:rPr>
              <a:t>Molten Metal</a:t>
            </a:r>
          </a:p>
        </p:txBody>
      </p:sp>
      <p:sp>
        <p:nvSpPr>
          <p:cNvPr id="53" name="Text Placeholder 52">
            <a:extLst>
              <a:ext uri="{FF2B5EF4-FFF2-40B4-BE49-F238E27FC236}">
                <a16:creationId xmlns:a16="http://schemas.microsoft.com/office/drawing/2014/main" id="{DC25FAE3-A212-4006-B92E-25F19DCF643A}"/>
              </a:ext>
            </a:extLst>
          </p:cNvPr>
          <p:cNvSpPr>
            <a:spLocks noGrp="1"/>
          </p:cNvSpPr>
          <p:nvPr>
            <p:ph type="body" sz="quarter" idx="33"/>
          </p:nvPr>
        </p:nvSpPr>
        <p:spPr>
          <a:xfrm>
            <a:off x="10963194" y="1933725"/>
            <a:ext cx="908050" cy="303213"/>
          </a:xfrm>
        </p:spPr>
        <p:txBody>
          <a:bodyPr/>
          <a:lstStyle/>
          <a:p>
            <a:r>
              <a:rPr lang="en-US">
                <a:solidFill>
                  <a:schemeClr val="bg1">
                    <a:lumMod val="50000"/>
                  </a:schemeClr>
                </a:solidFill>
              </a:rPr>
              <a:t>Metal Pouring</a:t>
            </a:r>
          </a:p>
        </p:txBody>
      </p:sp>
      <p:sp>
        <p:nvSpPr>
          <p:cNvPr id="55" name="Text Placeholder 54">
            <a:extLst>
              <a:ext uri="{FF2B5EF4-FFF2-40B4-BE49-F238E27FC236}">
                <a16:creationId xmlns:a16="http://schemas.microsoft.com/office/drawing/2014/main" id="{A1A59558-D42D-437B-9A09-450951B961EB}"/>
              </a:ext>
            </a:extLst>
          </p:cNvPr>
          <p:cNvSpPr>
            <a:spLocks noGrp="1"/>
          </p:cNvSpPr>
          <p:nvPr>
            <p:ph type="body" sz="quarter" idx="35"/>
          </p:nvPr>
        </p:nvSpPr>
        <p:spPr>
          <a:xfrm>
            <a:off x="319088" y="2908945"/>
            <a:ext cx="908050" cy="303213"/>
          </a:xfrm>
        </p:spPr>
        <p:txBody>
          <a:bodyPr/>
          <a:lstStyle/>
          <a:p>
            <a:r>
              <a:rPr lang="en-US">
                <a:solidFill>
                  <a:schemeClr val="bg1">
                    <a:lumMod val="50000"/>
                  </a:schemeClr>
                </a:solidFill>
              </a:rPr>
              <a:t>Metal Beam</a:t>
            </a:r>
          </a:p>
        </p:txBody>
      </p:sp>
      <p:sp>
        <p:nvSpPr>
          <p:cNvPr id="57" name="Text Placeholder 56">
            <a:extLst>
              <a:ext uri="{FF2B5EF4-FFF2-40B4-BE49-F238E27FC236}">
                <a16:creationId xmlns:a16="http://schemas.microsoft.com/office/drawing/2014/main" id="{50AFCE65-2498-4782-890F-6895D76F2059}"/>
              </a:ext>
            </a:extLst>
          </p:cNvPr>
          <p:cNvSpPr>
            <a:spLocks noGrp="1"/>
          </p:cNvSpPr>
          <p:nvPr>
            <p:ph type="body" sz="quarter" idx="37"/>
          </p:nvPr>
        </p:nvSpPr>
        <p:spPr>
          <a:xfrm>
            <a:off x="1286734" y="2908945"/>
            <a:ext cx="908050" cy="303213"/>
          </a:xfrm>
        </p:spPr>
        <p:txBody>
          <a:bodyPr/>
          <a:lstStyle/>
          <a:p>
            <a:r>
              <a:rPr lang="en-US">
                <a:solidFill>
                  <a:schemeClr val="bg1">
                    <a:lumMod val="50000"/>
                  </a:schemeClr>
                </a:solidFill>
              </a:rPr>
              <a:t>Metal Crane</a:t>
            </a:r>
          </a:p>
        </p:txBody>
      </p:sp>
      <p:sp>
        <p:nvSpPr>
          <p:cNvPr id="59" name="Text Placeholder 58">
            <a:extLst>
              <a:ext uri="{FF2B5EF4-FFF2-40B4-BE49-F238E27FC236}">
                <a16:creationId xmlns:a16="http://schemas.microsoft.com/office/drawing/2014/main" id="{C195C64B-10E6-49DE-940A-15BC1C3AB80A}"/>
              </a:ext>
            </a:extLst>
          </p:cNvPr>
          <p:cNvSpPr>
            <a:spLocks noGrp="1"/>
          </p:cNvSpPr>
          <p:nvPr>
            <p:ph type="body" sz="quarter" idx="39"/>
          </p:nvPr>
        </p:nvSpPr>
        <p:spPr>
          <a:xfrm>
            <a:off x="2254380" y="2908945"/>
            <a:ext cx="908050" cy="303213"/>
          </a:xfrm>
        </p:spPr>
        <p:txBody>
          <a:bodyPr/>
          <a:lstStyle/>
          <a:p>
            <a:r>
              <a:rPr lang="en-US">
                <a:solidFill>
                  <a:schemeClr val="bg1">
                    <a:lumMod val="50000"/>
                  </a:schemeClr>
                </a:solidFill>
              </a:rPr>
              <a:t>Steel</a:t>
            </a:r>
          </a:p>
        </p:txBody>
      </p:sp>
      <p:sp>
        <p:nvSpPr>
          <p:cNvPr id="61" name="Text Placeholder 60">
            <a:extLst>
              <a:ext uri="{FF2B5EF4-FFF2-40B4-BE49-F238E27FC236}">
                <a16:creationId xmlns:a16="http://schemas.microsoft.com/office/drawing/2014/main" id="{88D47262-B43A-480F-96E2-0526C730D4C6}"/>
              </a:ext>
            </a:extLst>
          </p:cNvPr>
          <p:cNvSpPr>
            <a:spLocks noGrp="1"/>
          </p:cNvSpPr>
          <p:nvPr>
            <p:ph type="body" sz="quarter" idx="41"/>
          </p:nvPr>
        </p:nvSpPr>
        <p:spPr>
          <a:xfrm>
            <a:off x="3222026" y="2908945"/>
            <a:ext cx="908050" cy="303213"/>
          </a:xfrm>
        </p:spPr>
        <p:txBody>
          <a:bodyPr/>
          <a:lstStyle/>
          <a:p>
            <a:r>
              <a:rPr lang="en-US">
                <a:solidFill>
                  <a:schemeClr val="bg1">
                    <a:lumMod val="50000"/>
                  </a:schemeClr>
                </a:solidFill>
              </a:rPr>
              <a:t>Steel Fab 1</a:t>
            </a:r>
          </a:p>
        </p:txBody>
      </p:sp>
      <p:sp>
        <p:nvSpPr>
          <p:cNvPr id="63" name="Text Placeholder 62">
            <a:extLst>
              <a:ext uri="{FF2B5EF4-FFF2-40B4-BE49-F238E27FC236}">
                <a16:creationId xmlns:a16="http://schemas.microsoft.com/office/drawing/2014/main" id="{215680F0-6BD9-4A1C-89A3-AFC18BDF870E}"/>
              </a:ext>
            </a:extLst>
          </p:cNvPr>
          <p:cNvSpPr>
            <a:spLocks noGrp="1"/>
          </p:cNvSpPr>
          <p:nvPr>
            <p:ph type="body" sz="quarter" idx="43"/>
          </p:nvPr>
        </p:nvSpPr>
        <p:spPr>
          <a:xfrm>
            <a:off x="4189672" y="2908945"/>
            <a:ext cx="908050" cy="303213"/>
          </a:xfrm>
        </p:spPr>
        <p:txBody>
          <a:bodyPr/>
          <a:lstStyle/>
          <a:p>
            <a:r>
              <a:rPr lang="en-US">
                <a:solidFill>
                  <a:schemeClr val="bg1">
                    <a:lumMod val="50000"/>
                  </a:schemeClr>
                </a:solidFill>
              </a:rPr>
              <a:t>Steel Fab 2</a:t>
            </a:r>
          </a:p>
        </p:txBody>
      </p:sp>
      <p:sp>
        <p:nvSpPr>
          <p:cNvPr id="65" name="Text Placeholder 64">
            <a:extLst>
              <a:ext uri="{FF2B5EF4-FFF2-40B4-BE49-F238E27FC236}">
                <a16:creationId xmlns:a16="http://schemas.microsoft.com/office/drawing/2014/main" id="{9E0D4E65-71D6-472A-857D-8A5AF1581366}"/>
              </a:ext>
            </a:extLst>
          </p:cNvPr>
          <p:cNvSpPr>
            <a:spLocks noGrp="1"/>
          </p:cNvSpPr>
          <p:nvPr>
            <p:ph type="body" sz="quarter" idx="45"/>
          </p:nvPr>
        </p:nvSpPr>
        <p:spPr>
          <a:xfrm>
            <a:off x="5157318" y="2908945"/>
            <a:ext cx="908050" cy="303213"/>
          </a:xfrm>
        </p:spPr>
        <p:txBody>
          <a:bodyPr/>
          <a:lstStyle/>
          <a:p>
            <a:r>
              <a:rPr lang="en-US">
                <a:solidFill>
                  <a:schemeClr val="bg1">
                    <a:lumMod val="50000"/>
                  </a:schemeClr>
                </a:solidFill>
              </a:rPr>
              <a:t>Nuclear</a:t>
            </a:r>
          </a:p>
        </p:txBody>
      </p:sp>
      <p:sp>
        <p:nvSpPr>
          <p:cNvPr id="67" name="Text Placeholder 66">
            <a:extLst>
              <a:ext uri="{FF2B5EF4-FFF2-40B4-BE49-F238E27FC236}">
                <a16:creationId xmlns:a16="http://schemas.microsoft.com/office/drawing/2014/main" id="{45B0FB4D-8C56-4A87-AB4D-C3D4944B9170}"/>
              </a:ext>
            </a:extLst>
          </p:cNvPr>
          <p:cNvSpPr>
            <a:spLocks noGrp="1"/>
          </p:cNvSpPr>
          <p:nvPr>
            <p:ph type="body" sz="quarter" idx="47"/>
          </p:nvPr>
        </p:nvSpPr>
        <p:spPr>
          <a:xfrm>
            <a:off x="6124964" y="2908945"/>
            <a:ext cx="908050" cy="303213"/>
          </a:xfrm>
        </p:spPr>
        <p:txBody>
          <a:bodyPr/>
          <a:lstStyle/>
          <a:p>
            <a:r>
              <a:rPr lang="en-US">
                <a:solidFill>
                  <a:schemeClr val="bg1">
                    <a:lumMod val="50000"/>
                  </a:schemeClr>
                </a:solidFill>
              </a:rPr>
              <a:t>Transmission Tower</a:t>
            </a:r>
          </a:p>
        </p:txBody>
      </p:sp>
      <p:sp>
        <p:nvSpPr>
          <p:cNvPr id="69" name="Text Placeholder 68">
            <a:extLst>
              <a:ext uri="{FF2B5EF4-FFF2-40B4-BE49-F238E27FC236}">
                <a16:creationId xmlns:a16="http://schemas.microsoft.com/office/drawing/2014/main" id="{C13E76FE-F0BF-4ADD-A4C3-C3321B08CB90}"/>
              </a:ext>
            </a:extLst>
          </p:cNvPr>
          <p:cNvSpPr>
            <a:spLocks noGrp="1"/>
          </p:cNvSpPr>
          <p:nvPr>
            <p:ph type="body" sz="quarter" idx="49"/>
          </p:nvPr>
        </p:nvSpPr>
        <p:spPr>
          <a:xfrm>
            <a:off x="7092610" y="2908945"/>
            <a:ext cx="908050" cy="303213"/>
          </a:xfrm>
        </p:spPr>
        <p:txBody>
          <a:bodyPr/>
          <a:lstStyle/>
          <a:p>
            <a:r>
              <a:rPr lang="en-US">
                <a:solidFill>
                  <a:schemeClr val="bg1">
                    <a:lumMod val="50000"/>
                  </a:schemeClr>
                </a:solidFill>
              </a:rPr>
              <a:t>Solar Panel</a:t>
            </a:r>
          </a:p>
        </p:txBody>
      </p:sp>
      <p:sp>
        <p:nvSpPr>
          <p:cNvPr id="71" name="Text Placeholder 70">
            <a:extLst>
              <a:ext uri="{FF2B5EF4-FFF2-40B4-BE49-F238E27FC236}">
                <a16:creationId xmlns:a16="http://schemas.microsoft.com/office/drawing/2014/main" id="{EB0F72C0-4B9E-4C0D-8181-9C0ECE428BDF}"/>
              </a:ext>
            </a:extLst>
          </p:cNvPr>
          <p:cNvSpPr>
            <a:spLocks noGrp="1"/>
          </p:cNvSpPr>
          <p:nvPr>
            <p:ph type="body" sz="quarter" idx="51"/>
          </p:nvPr>
        </p:nvSpPr>
        <p:spPr>
          <a:xfrm>
            <a:off x="8060256" y="2908945"/>
            <a:ext cx="908050" cy="303213"/>
          </a:xfrm>
        </p:spPr>
        <p:txBody>
          <a:bodyPr/>
          <a:lstStyle/>
          <a:p>
            <a:r>
              <a:rPr lang="en-US">
                <a:solidFill>
                  <a:schemeClr val="bg1">
                    <a:lumMod val="50000"/>
                  </a:schemeClr>
                </a:solidFill>
              </a:rPr>
              <a:t>Windmill</a:t>
            </a:r>
          </a:p>
        </p:txBody>
      </p:sp>
      <p:sp>
        <p:nvSpPr>
          <p:cNvPr id="73" name="Text Placeholder 72">
            <a:extLst>
              <a:ext uri="{FF2B5EF4-FFF2-40B4-BE49-F238E27FC236}">
                <a16:creationId xmlns:a16="http://schemas.microsoft.com/office/drawing/2014/main" id="{45D952A4-0EA5-4CEE-B15B-0E5B3725BF15}"/>
              </a:ext>
            </a:extLst>
          </p:cNvPr>
          <p:cNvSpPr>
            <a:spLocks noGrp="1"/>
          </p:cNvSpPr>
          <p:nvPr>
            <p:ph type="body" sz="quarter" idx="53"/>
          </p:nvPr>
        </p:nvSpPr>
        <p:spPr>
          <a:xfrm>
            <a:off x="9027902" y="2908945"/>
            <a:ext cx="908050" cy="303213"/>
          </a:xfrm>
        </p:spPr>
        <p:txBody>
          <a:bodyPr/>
          <a:lstStyle/>
          <a:p>
            <a:r>
              <a:rPr lang="en-US">
                <a:solidFill>
                  <a:schemeClr val="bg1">
                    <a:lumMod val="50000"/>
                  </a:schemeClr>
                </a:solidFill>
              </a:rPr>
              <a:t>Factory 1</a:t>
            </a:r>
          </a:p>
        </p:txBody>
      </p:sp>
      <p:sp>
        <p:nvSpPr>
          <p:cNvPr id="75" name="Text Placeholder 74">
            <a:extLst>
              <a:ext uri="{FF2B5EF4-FFF2-40B4-BE49-F238E27FC236}">
                <a16:creationId xmlns:a16="http://schemas.microsoft.com/office/drawing/2014/main" id="{16EDD378-7609-4CC3-8A2C-74B2A2EE6AB3}"/>
              </a:ext>
            </a:extLst>
          </p:cNvPr>
          <p:cNvSpPr>
            <a:spLocks noGrp="1"/>
          </p:cNvSpPr>
          <p:nvPr>
            <p:ph type="body" sz="quarter" idx="55"/>
          </p:nvPr>
        </p:nvSpPr>
        <p:spPr>
          <a:xfrm>
            <a:off x="9995548" y="2908945"/>
            <a:ext cx="908050" cy="303213"/>
          </a:xfrm>
        </p:spPr>
        <p:txBody>
          <a:bodyPr/>
          <a:lstStyle/>
          <a:p>
            <a:r>
              <a:rPr lang="en-US">
                <a:solidFill>
                  <a:schemeClr val="bg1">
                    <a:lumMod val="50000"/>
                  </a:schemeClr>
                </a:solidFill>
              </a:rPr>
              <a:t>Factory 2</a:t>
            </a:r>
          </a:p>
        </p:txBody>
      </p:sp>
      <p:sp>
        <p:nvSpPr>
          <p:cNvPr id="77" name="Text Placeholder 76">
            <a:extLst>
              <a:ext uri="{FF2B5EF4-FFF2-40B4-BE49-F238E27FC236}">
                <a16:creationId xmlns:a16="http://schemas.microsoft.com/office/drawing/2014/main" id="{8FA257F3-A159-47E9-BF17-98C4F05C4893}"/>
              </a:ext>
            </a:extLst>
          </p:cNvPr>
          <p:cNvSpPr>
            <a:spLocks noGrp="1"/>
          </p:cNvSpPr>
          <p:nvPr>
            <p:ph type="body" sz="quarter" idx="57"/>
          </p:nvPr>
        </p:nvSpPr>
        <p:spPr>
          <a:xfrm>
            <a:off x="10963194" y="2908945"/>
            <a:ext cx="908050" cy="303213"/>
          </a:xfrm>
        </p:spPr>
        <p:txBody>
          <a:bodyPr/>
          <a:lstStyle/>
          <a:p>
            <a:r>
              <a:rPr lang="en-US">
                <a:solidFill>
                  <a:schemeClr val="bg1">
                    <a:lumMod val="50000"/>
                  </a:schemeClr>
                </a:solidFill>
              </a:rPr>
              <a:t>Biofuel</a:t>
            </a:r>
          </a:p>
        </p:txBody>
      </p:sp>
      <p:sp>
        <p:nvSpPr>
          <p:cNvPr id="79" name="Text Placeholder 78">
            <a:extLst>
              <a:ext uri="{FF2B5EF4-FFF2-40B4-BE49-F238E27FC236}">
                <a16:creationId xmlns:a16="http://schemas.microsoft.com/office/drawing/2014/main" id="{8D84268B-C610-4FA1-8AEA-C29561B19E70}"/>
              </a:ext>
            </a:extLst>
          </p:cNvPr>
          <p:cNvSpPr>
            <a:spLocks noGrp="1"/>
          </p:cNvSpPr>
          <p:nvPr>
            <p:ph type="body" sz="quarter" idx="59"/>
          </p:nvPr>
        </p:nvSpPr>
        <p:spPr>
          <a:xfrm>
            <a:off x="319088" y="3885746"/>
            <a:ext cx="908050" cy="303213"/>
          </a:xfrm>
        </p:spPr>
        <p:txBody>
          <a:bodyPr/>
          <a:lstStyle/>
          <a:p>
            <a:r>
              <a:rPr lang="en-US">
                <a:solidFill>
                  <a:schemeClr val="bg1">
                    <a:lumMod val="50000"/>
                  </a:schemeClr>
                </a:solidFill>
              </a:rPr>
              <a:t>Eco Bulb</a:t>
            </a:r>
          </a:p>
        </p:txBody>
      </p:sp>
      <p:sp>
        <p:nvSpPr>
          <p:cNvPr id="81" name="Text Placeholder 80">
            <a:extLst>
              <a:ext uri="{FF2B5EF4-FFF2-40B4-BE49-F238E27FC236}">
                <a16:creationId xmlns:a16="http://schemas.microsoft.com/office/drawing/2014/main" id="{C6430D01-992A-4236-B04E-AE22855E317D}"/>
              </a:ext>
            </a:extLst>
          </p:cNvPr>
          <p:cNvSpPr>
            <a:spLocks noGrp="1"/>
          </p:cNvSpPr>
          <p:nvPr>
            <p:ph type="body" sz="quarter" idx="61"/>
          </p:nvPr>
        </p:nvSpPr>
        <p:spPr>
          <a:xfrm>
            <a:off x="1286734" y="3885746"/>
            <a:ext cx="908050" cy="303213"/>
          </a:xfrm>
        </p:spPr>
        <p:txBody>
          <a:bodyPr/>
          <a:lstStyle/>
          <a:p>
            <a:r>
              <a:rPr lang="en-US">
                <a:solidFill>
                  <a:schemeClr val="bg1">
                    <a:lumMod val="50000"/>
                  </a:schemeClr>
                </a:solidFill>
              </a:rPr>
              <a:t>Global Awareness</a:t>
            </a:r>
          </a:p>
        </p:txBody>
      </p:sp>
      <p:sp>
        <p:nvSpPr>
          <p:cNvPr id="83" name="Text Placeholder 82">
            <a:extLst>
              <a:ext uri="{FF2B5EF4-FFF2-40B4-BE49-F238E27FC236}">
                <a16:creationId xmlns:a16="http://schemas.microsoft.com/office/drawing/2014/main" id="{24131BE7-6824-41E5-8598-EEF3C969F96D}"/>
              </a:ext>
            </a:extLst>
          </p:cNvPr>
          <p:cNvSpPr>
            <a:spLocks noGrp="1"/>
          </p:cNvSpPr>
          <p:nvPr>
            <p:ph type="body" sz="quarter" idx="63"/>
          </p:nvPr>
        </p:nvSpPr>
        <p:spPr>
          <a:xfrm>
            <a:off x="2254380" y="3885746"/>
            <a:ext cx="908050" cy="303213"/>
          </a:xfrm>
        </p:spPr>
        <p:txBody>
          <a:bodyPr/>
          <a:lstStyle/>
          <a:p>
            <a:r>
              <a:rPr lang="en-US">
                <a:solidFill>
                  <a:schemeClr val="bg1">
                    <a:lumMod val="50000"/>
                  </a:schemeClr>
                </a:solidFill>
              </a:rPr>
              <a:t>Eco Car</a:t>
            </a:r>
          </a:p>
        </p:txBody>
      </p:sp>
      <p:sp>
        <p:nvSpPr>
          <p:cNvPr id="85" name="Text Placeholder 84">
            <a:extLst>
              <a:ext uri="{FF2B5EF4-FFF2-40B4-BE49-F238E27FC236}">
                <a16:creationId xmlns:a16="http://schemas.microsoft.com/office/drawing/2014/main" id="{09C60B14-0BCE-47EB-8BA6-835E6F9CB870}"/>
              </a:ext>
            </a:extLst>
          </p:cNvPr>
          <p:cNvSpPr>
            <a:spLocks noGrp="1"/>
          </p:cNvSpPr>
          <p:nvPr>
            <p:ph type="body" sz="quarter" idx="65"/>
          </p:nvPr>
        </p:nvSpPr>
        <p:spPr>
          <a:xfrm>
            <a:off x="3222026" y="3885746"/>
            <a:ext cx="908050" cy="303213"/>
          </a:xfrm>
        </p:spPr>
        <p:txBody>
          <a:bodyPr/>
          <a:lstStyle/>
          <a:p>
            <a:r>
              <a:rPr lang="en-US">
                <a:solidFill>
                  <a:schemeClr val="bg1">
                    <a:lumMod val="50000"/>
                  </a:schemeClr>
                </a:solidFill>
              </a:rPr>
              <a:t>Eco Friendly</a:t>
            </a:r>
          </a:p>
        </p:txBody>
      </p:sp>
      <p:sp>
        <p:nvSpPr>
          <p:cNvPr id="87" name="Text Placeholder 86">
            <a:extLst>
              <a:ext uri="{FF2B5EF4-FFF2-40B4-BE49-F238E27FC236}">
                <a16:creationId xmlns:a16="http://schemas.microsoft.com/office/drawing/2014/main" id="{EA1496CE-C0D1-42E0-813A-EEB42F0B69FB}"/>
              </a:ext>
            </a:extLst>
          </p:cNvPr>
          <p:cNvSpPr>
            <a:spLocks noGrp="1"/>
          </p:cNvSpPr>
          <p:nvPr>
            <p:ph type="body" sz="quarter" idx="67"/>
          </p:nvPr>
        </p:nvSpPr>
        <p:spPr>
          <a:xfrm>
            <a:off x="4189672" y="3885746"/>
            <a:ext cx="908050" cy="303213"/>
          </a:xfrm>
        </p:spPr>
        <p:txBody>
          <a:bodyPr/>
          <a:lstStyle/>
          <a:p>
            <a:r>
              <a:rPr lang="en-US">
                <a:solidFill>
                  <a:schemeClr val="bg1">
                    <a:lumMod val="50000"/>
                  </a:schemeClr>
                </a:solidFill>
              </a:rPr>
              <a:t>Eco Certified</a:t>
            </a:r>
          </a:p>
        </p:txBody>
      </p:sp>
      <p:sp>
        <p:nvSpPr>
          <p:cNvPr id="89" name="Text Placeholder 88">
            <a:extLst>
              <a:ext uri="{FF2B5EF4-FFF2-40B4-BE49-F238E27FC236}">
                <a16:creationId xmlns:a16="http://schemas.microsoft.com/office/drawing/2014/main" id="{0C5E0610-5D5D-467D-B8A4-5844FB274CEE}"/>
              </a:ext>
            </a:extLst>
          </p:cNvPr>
          <p:cNvSpPr>
            <a:spLocks noGrp="1"/>
          </p:cNvSpPr>
          <p:nvPr>
            <p:ph type="body" sz="quarter" idx="69"/>
          </p:nvPr>
        </p:nvSpPr>
        <p:spPr>
          <a:xfrm>
            <a:off x="5157318" y="3885746"/>
            <a:ext cx="908050" cy="303213"/>
          </a:xfrm>
        </p:spPr>
        <p:txBody>
          <a:bodyPr/>
          <a:lstStyle/>
          <a:p>
            <a:r>
              <a:rPr lang="en-US">
                <a:solidFill>
                  <a:schemeClr val="bg1">
                    <a:lumMod val="50000"/>
                  </a:schemeClr>
                </a:solidFill>
              </a:rPr>
              <a:t>Recycle</a:t>
            </a:r>
          </a:p>
        </p:txBody>
      </p:sp>
      <p:sp>
        <p:nvSpPr>
          <p:cNvPr id="91" name="Text Placeholder 90">
            <a:extLst>
              <a:ext uri="{FF2B5EF4-FFF2-40B4-BE49-F238E27FC236}">
                <a16:creationId xmlns:a16="http://schemas.microsoft.com/office/drawing/2014/main" id="{FB1581AB-7A22-43A9-AA01-AD9B5480766E}"/>
              </a:ext>
            </a:extLst>
          </p:cNvPr>
          <p:cNvSpPr>
            <a:spLocks noGrp="1"/>
          </p:cNvSpPr>
          <p:nvPr>
            <p:ph type="body" sz="quarter" idx="71"/>
          </p:nvPr>
        </p:nvSpPr>
        <p:spPr>
          <a:xfrm>
            <a:off x="6124964" y="3885746"/>
            <a:ext cx="908050" cy="303213"/>
          </a:xfrm>
        </p:spPr>
        <p:txBody>
          <a:bodyPr/>
          <a:lstStyle/>
          <a:p>
            <a:r>
              <a:rPr lang="en-US">
                <a:solidFill>
                  <a:schemeClr val="bg1">
                    <a:lumMod val="50000"/>
                  </a:schemeClr>
                </a:solidFill>
              </a:rPr>
              <a:t>Recycled Water</a:t>
            </a:r>
          </a:p>
        </p:txBody>
      </p:sp>
      <p:sp>
        <p:nvSpPr>
          <p:cNvPr id="93" name="Text Placeholder 92">
            <a:extLst>
              <a:ext uri="{FF2B5EF4-FFF2-40B4-BE49-F238E27FC236}">
                <a16:creationId xmlns:a16="http://schemas.microsoft.com/office/drawing/2014/main" id="{A2F653C6-1779-4BA2-BB79-1ABE604AB86C}"/>
              </a:ext>
            </a:extLst>
          </p:cNvPr>
          <p:cNvSpPr>
            <a:spLocks noGrp="1"/>
          </p:cNvSpPr>
          <p:nvPr>
            <p:ph type="body" sz="quarter" idx="73"/>
          </p:nvPr>
        </p:nvSpPr>
        <p:spPr>
          <a:xfrm>
            <a:off x="7092610" y="3885746"/>
            <a:ext cx="908050" cy="303213"/>
          </a:xfrm>
        </p:spPr>
        <p:txBody>
          <a:bodyPr/>
          <a:lstStyle/>
          <a:p>
            <a:r>
              <a:rPr lang="en-US">
                <a:solidFill>
                  <a:schemeClr val="bg1">
                    <a:lumMod val="50000"/>
                  </a:schemeClr>
                </a:solidFill>
              </a:rPr>
              <a:t>Water Wastewater</a:t>
            </a:r>
          </a:p>
        </p:txBody>
      </p:sp>
      <p:sp>
        <p:nvSpPr>
          <p:cNvPr id="95" name="Text Placeholder 94">
            <a:extLst>
              <a:ext uri="{FF2B5EF4-FFF2-40B4-BE49-F238E27FC236}">
                <a16:creationId xmlns:a16="http://schemas.microsoft.com/office/drawing/2014/main" id="{19766EC7-7CDF-40E2-AE13-0FE193826E78}"/>
              </a:ext>
            </a:extLst>
          </p:cNvPr>
          <p:cNvSpPr>
            <a:spLocks noGrp="1"/>
          </p:cNvSpPr>
          <p:nvPr>
            <p:ph type="body" sz="quarter" idx="75"/>
          </p:nvPr>
        </p:nvSpPr>
        <p:spPr>
          <a:xfrm>
            <a:off x="8060256" y="3885746"/>
            <a:ext cx="908050" cy="303213"/>
          </a:xfrm>
        </p:spPr>
        <p:txBody>
          <a:bodyPr/>
          <a:lstStyle/>
          <a:p>
            <a:r>
              <a:rPr lang="en-US">
                <a:solidFill>
                  <a:schemeClr val="bg1">
                    <a:lumMod val="50000"/>
                  </a:schemeClr>
                </a:solidFill>
              </a:rPr>
              <a:t>Water</a:t>
            </a:r>
          </a:p>
        </p:txBody>
      </p:sp>
      <p:sp>
        <p:nvSpPr>
          <p:cNvPr id="97" name="Text Placeholder 96">
            <a:extLst>
              <a:ext uri="{FF2B5EF4-FFF2-40B4-BE49-F238E27FC236}">
                <a16:creationId xmlns:a16="http://schemas.microsoft.com/office/drawing/2014/main" id="{A6F4F5B6-BF62-4E96-B606-B3020F80D8A4}"/>
              </a:ext>
            </a:extLst>
          </p:cNvPr>
          <p:cNvSpPr>
            <a:spLocks noGrp="1"/>
          </p:cNvSpPr>
          <p:nvPr>
            <p:ph type="body" sz="quarter" idx="77"/>
          </p:nvPr>
        </p:nvSpPr>
        <p:spPr>
          <a:xfrm>
            <a:off x="9027902" y="3885746"/>
            <a:ext cx="908050" cy="303213"/>
          </a:xfrm>
        </p:spPr>
        <p:txBody>
          <a:bodyPr/>
          <a:lstStyle/>
          <a:p>
            <a:r>
              <a:rPr lang="en-US">
                <a:solidFill>
                  <a:schemeClr val="bg1">
                    <a:lumMod val="50000"/>
                  </a:schemeClr>
                </a:solidFill>
              </a:rPr>
              <a:t>Drain Pipe</a:t>
            </a:r>
          </a:p>
        </p:txBody>
      </p:sp>
      <p:sp>
        <p:nvSpPr>
          <p:cNvPr id="99" name="Text Placeholder 98">
            <a:extLst>
              <a:ext uri="{FF2B5EF4-FFF2-40B4-BE49-F238E27FC236}">
                <a16:creationId xmlns:a16="http://schemas.microsoft.com/office/drawing/2014/main" id="{7C7D2DCF-64B3-400D-B38D-3CB6639C795D}"/>
              </a:ext>
            </a:extLst>
          </p:cNvPr>
          <p:cNvSpPr>
            <a:spLocks noGrp="1"/>
          </p:cNvSpPr>
          <p:nvPr>
            <p:ph type="body" sz="quarter" idx="79"/>
          </p:nvPr>
        </p:nvSpPr>
        <p:spPr>
          <a:xfrm>
            <a:off x="9995548" y="3885746"/>
            <a:ext cx="908050" cy="303213"/>
          </a:xfrm>
        </p:spPr>
        <p:txBody>
          <a:bodyPr/>
          <a:lstStyle/>
          <a:p>
            <a:r>
              <a:rPr lang="en-US">
                <a:solidFill>
                  <a:schemeClr val="bg1">
                    <a:lumMod val="50000"/>
                  </a:schemeClr>
                </a:solidFill>
              </a:rPr>
              <a:t>Water Valve</a:t>
            </a:r>
          </a:p>
        </p:txBody>
      </p:sp>
      <p:sp>
        <p:nvSpPr>
          <p:cNvPr id="101" name="Text Placeholder 100">
            <a:extLst>
              <a:ext uri="{FF2B5EF4-FFF2-40B4-BE49-F238E27FC236}">
                <a16:creationId xmlns:a16="http://schemas.microsoft.com/office/drawing/2014/main" id="{B560A792-7877-46CE-8A97-88FAA2622ABB}"/>
              </a:ext>
            </a:extLst>
          </p:cNvPr>
          <p:cNvSpPr>
            <a:spLocks noGrp="1"/>
          </p:cNvSpPr>
          <p:nvPr>
            <p:ph type="body" sz="quarter" idx="81"/>
          </p:nvPr>
        </p:nvSpPr>
        <p:spPr>
          <a:xfrm>
            <a:off x="10963194" y="3885746"/>
            <a:ext cx="908050" cy="303213"/>
          </a:xfrm>
        </p:spPr>
        <p:txBody>
          <a:bodyPr/>
          <a:lstStyle/>
          <a:p>
            <a:r>
              <a:rPr lang="en-US">
                <a:solidFill>
                  <a:schemeClr val="bg1">
                    <a:lumMod val="50000"/>
                  </a:schemeClr>
                </a:solidFill>
              </a:rPr>
              <a:t>Pulp and Paper 1</a:t>
            </a:r>
          </a:p>
        </p:txBody>
      </p:sp>
      <p:sp>
        <p:nvSpPr>
          <p:cNvPr id="103" name="Text Placeholder 102">
            <a:extLst>
              <a:ext uri="{FF2B5EF4-FFF2-40B4-BE49-F238E27FC236}">
                <a16:creationId xmlns:a16="http://schemas.microsoft.com/office/drawing/2014/main" id="{FD3F1D15-F7F4-4370-B852-B068A5209F56}"/>
              </a:ext>
            </a:extLst>
          </p:cNvPr>
          <p:cNvSpPr>
            <a:spLocks noGrp="1"/>
          </p:cNvSpPr>
          <p:nvPr>
            <p:ph type="body" sz="quarter" idx="83"/>
          </p:nvPr>
        </p:nvSpPr>
        <p:spPr>
          <a:xfrm>
            <a:off x="319088" y="4835565"/>
            <a:ext cx="908050" cy="303213"/>
          </a:xfrm>
        </p:spPr>
        <p:txBody>
          <a:bodyPr/>
          <a:lstStyle/>
          <a:p>
            <a:r>
              <a:rPr lang="en-US">
                <a:solidFill>
                  <a:schemeClr val="bg1">
                    <a:lumMod val="50000"/>
                  </a:schemeClr>
                </a:solidFill>
              </a:rPr>
              <a:t>Pulp and Paper 2</a:t>
            </a:r>
          </a:p>
        </p:txBody>
      </p:sp>
      <p:sp>
        <p:nvSpPr>
          <p:cNvPr id="105" name="Text Placeholder 104">
            <a:extLst>
              <a:ext uri="{FF2B5EF4-FFF2-40B4-BE49-F238E27FC236}">
                <a16:creationId xmlns:a16="http://schemas.microsoft.com/office/drawing/2014/main" id="{4B56D1EB-9ADB-4FC4-86A0-D0563BD57D8A}"/>
              </a:ext>
            </a:extLst>
          </p:cNvPr>
          <p:cNvSpPr>
            <a:spLocks noGrp="1"/>
          </p:cNvSpPr>
          <p:nvPr>
            <p:ph type="body" sz="quarter" idx="85"/>
          </p:nvPr>
        </p:nvSpPr>
        <p:spPr>
          <a:xfrm>
            <a:off x="1286734" y="4835565"/>
            <a:ext cx="908050" cy="303213"/>
          </a:xfrm>
        </p:spPr>
        <p:txBody>
          <a:bodyPr/>
          <a:lstStyle/>
          <a:p>
            <a:r>
              <a:rPr lang="en-US">
                <a:solidFill>
                  <a:schemeClr val="bg1">
                    <a:lumMod val="50000"/>
                  </a:schemeClr>
                </a:solidFill>
              </a:rPr>
              <a:t>Paper Rolls</a:t>
            </a:r>
          </a:p>
        </p:txBody>
      </p:sp>
      <p:sp>
        <p:nvSpPr>
          <p:cNvPr id="107" name="Text Placeholder 106">
            <a:extLst>
              <a:ext uri="{FF2B5EF4-FFF2-40B4-BE49-F238E27FC236}">
                <a16:creationId xmlns:a16="http://schemas.microsoft.com/office/drawing/2014/main" id="{A9C1DBC9-E6CA-4C40-89D4-3BE162A7D7C0}"/>
              </a:ext>
            </a:extLst>
          </p:cNvPr>
          <p:cNvSpPr>
            <a:spLocks noGrp="1"/>
          </p:cNvSpPr>
          <p:nvPr>
            <p:ph type="body" sz="quarter" idx="87"/>
          </p:nvPr>
        </p:nvSpPr>
        <p:spPr>
          <a:xfrm>
            <a:off x="2254380" y="4835565"/>
            <a:ext cx="908050" cy="303213"/>
          </a:xfrm>
        </p:spPr>
        <p:txBody>
          <a:bodyPr/>
          <a:lstStyle/>
          <a:p>
            <a:r>
              <a:rPr lang="en-US">
                <a:solidFill>
                  <a:schemeClr val="bg1">
                    <a:lumMod val="50000"/>
                  </a:schemeClr>
                </a:solidFill>
              </a:rPr>
              <a:t>Kitchen Utensils</a:t>
            </a:r>
          </a:p>
        </p:txBody>
      </p:sp>
      <p:sp>
        <p:nvSpPr>
          <p:cNvPr id="109" name="Text Placeholder 108">
            <a:extLst>
              <a:ext uri="{FF2B5EF4-FFF2-40B4-BE49-F238E27FC236}">
                <a16:creationId xmlns:a16="http://schemas.microsoft.com/office/drawing/2014/main" id="{E057A116-94DF-4CE1-BEE7-BFC03D407E40}"/>
              </a:ext>
            </a:extLst>
          </p:cNvPr>
          <p:cNvSpPr>
            <a:spLocks noGrp="1"/>
          </p:cNvSpPr>
          <p:nvPr>
            <p:ph type="body" sz="quarter" idx="89"/>
          </p:nvPr>
        </p:nvSpPr>
        <p:spPr>
          <a:xfrm>
            <a:off x="3222026" y="4835565"/>
            <a:ext cx="908050" cy="303213"/>
          </a:xfrm>
        </p:spPr>
        <p:txBody>
          <a:bodyPr/>
          <a:lstStyle/>
          <a:p>
            <a:r>
              <a:rPr lang="en-US">
                <a:solidFill>
                  <a:schemeClr val="bg1">
                    <a:lumMod val="50000"/>
                  </a:schemeClr>
                </a:solidFill>
              </a:rPr>
              <a:t>Boxed Milk</a:t>
            </a:r>
          </a:p>
        </p:txBody>
      </p:sp>
      <p:sp>
        <p:nvSpPr>
          <p:cNvPr id="111" name="Text Placeholder 110">
            <a:extLst>
              <a:ext uri="{FF2B5EF4-FFF2-40B4-BE49-F238E27FC236}">
                <a16:creationId xmlns:a16="http://schemas.microsoft.com/office/drawing/2014/main" id="{24D616E5-CCED-4FA5-824B-5F0E4E781588}"/>
              </a:ext>
            </a:extLst>
          </p:cNvPr>
          <p:cNvSpPr>
            <a:spLocks noGrp="1"/>
          </p:cNvSpPr>
          <p:nvPr>
            <p:ph type="body" sz="quarter" idx="91"/>
          </p:nvPr>
        </p:nvSpPr>
        <p:spPr>
          <a:xfrm>
            <a:off x="4189672" y="4835565"/>
            <a:ext cx="908050" cy="303213"/>
          </a:xfrm>
        </p:spPr>
        <p:txBody>
          <a:bodyPr/>
          <a:lstStyle/>
          <a:p>
            <a:r>
              <a:rPr lang="en-US">
                <a:solidFill>
                  <a:schemeClr val="bg1">
                    <a:lumMod val="50000"/>
                  </a:schemeClr>
                </a:solidFill>
              </a:rPr>
              <a:t>Canned Goods</a:t>
            </a:r>
          </a:p>
        </p:txBody>
      </p:sp>
      <p:sp>
        <p:nvSpPr>
          <p:cNvPr id="113" name="Text Placeholder 112">
            <a:extLst>
              <a:ext uri="{FF2B5EF4-FFF2-40B4-BE49-F238E27FC236}">
                <a16:creationId xmlns:a16="http://schemas.microsoft.com/office/drawing/2014/main" id="{3A89D450-2CBD-4EBA-A020-19ECAADAB0C6}"/>
              </a:ext>
            </a:extLst>
          </p:cNvPr>
          <p:cNvSpPr>
            <a:spLocks noGrp="1"/>
          </p:cNvSpPr>
          <p:nvPr>
            <p:ph type="body" sz="quarter" idx="93"/>
          </p:nvPr>
        </p:nvSpPr>
        <p:spPr>
          <a:xfrm>
            <a:off x="5157318" y="4835565"/>
            <a:ext cx="908050" cy="303213"/>
          </a:xfrm>
        </p:spPr>
        <p:txBody>
          <a:bodyPr/>
          <a:lstStyle/>
          <a:p>
            <a:r>
              <a:rPr lang="en-US">
                <a:solidFill>
                  <a:schemeClr val="bg1">
                    <a:lumMod val="50000"/>
                  </a:schemeClr>
                </a:solidFill>
              </a:rPr>
              <a:t>Wheat &amp; Grains</a:t>
            </a:r>
          </a:p>
        </p:txBody>
      </p:sp>
      <p:sp>
        <p:nvSpPr>
          <p:cNvPr id="115" name="Text Placeholder 114">
            <a:extLst>
              <a:ext uri="{FF2B5EF4-FFF2-40B4-BE49-F238E27FC236}">
                <a16:creationId xmlns:a16="http://schemas.microsoft.com/office/drawing/2014/main" id="{F2F70478-EB88-4439-9AD9-2F4177BB8ACE}"/>
              </a:ext>
            </a:extLst>
          </p:cNvPr>
          <p:cNvSpPr>
            <a:spLocks noGrp="1"/>
          </p:cNvSpPr>
          <p:nvPr>
            <p:ph type="body" sz="quarter" idx="95"/>
          </p:nvPr>
        </p:nvSpPr>
        <p:spPr>
          <a:xfrm>
            <a:off x="6124964" y="4835565"/>
            <a:ext cx="908050" cy="303213"/>
          </a:xfrm>
        </p:spPr>
        <p:txBody>
          <a:bodyPr/>
          <a:lstStyle/>
          <a:p>
            <a:r>
              <a:rPr lang="en-US">
                <a:solidFill>
                  <a:schemeClr val="bg1">
                    <a:lumMod val="50000"/>
                  </a:schemeClr>
                </a:solidFill>
              </a:rPr>
              <a:t>Processed Foods</a:t>
            </a:r>
          </a:p>
        </p:txBody>
      </p:sp>
      <p:sp>
        <p:nvSpPr>
          <p:cNvPr id="117" name="Text Placeholder 116">
            <a:extLst>
              <a:ext uri="{FF2B5EF4-FFF2-40B4-BE49-F238E27FC236}">
                <a16:creationId xmlns:a16="http://schemas.microsoft.com/office/drawing/2014/main" id="{10C93B15-09A4-4044-A63A-9F67690A5770}"/>
              </a:ext>
            </a:extLst>
          </p:cNvPr>
          <p:cNvSpPr>
            <a:spLocks noGrp="1"/>
          </p:cNvSpPr>
          <p:nvPr>
            <p:ph type="body" sz="quarter" idx="97"/>
          </p:nvPr>
        </p:nvSpPr>
        <p:spPr>
          <a:xfrm>
            <a:off x="7092610" y="4835565"/>
            <a:ext cx="908050" cy="303213"/>
          </a:xfrm>
        </p:spPr>
        <p:txBody>
          <a:bodyPr/>
          <a:lstStyle/>
          <a:p>
            <a:r>
              <a:rPr lang="en-US">
                <a:solidFill>
                  <a:schemeClr val="bg1">
                    <a:lumMod val="50000"/>
                  </a:schemeClr>
                </a:solidFill>
              </a:rPr>
              <a:t>Eggs</a:t>
            </a:r>
          </a:p>
        </p:txBody>
      </p:sp>
      <p:sp>
        <p:nvSpPr>
          <p:cNvPr id="119" name="Text Placeholder 118">
            <a:extLst>
              <a:ext uri="{FF2B5EF4-FFF2-40B4-BE49-F238E27FC236}">
                <a16:creationId xmlns:a16="http://schemas.microsoft.com/office/drawing/2014/main" id="{6E0E8752-9BEB-488F-81A2-6413556AB43D}"/>
              </a:ext>
            </a:extLst>
          </p:cNvPr>
          <p:cNvSpPr>
            <a:spLocks noGrp="1"/>
          </p:cNvSpPr>
          <p:nvPr>
            <p:ph type="body" sz="quarter" idx="99"/>
          </p:nvPr>
        </p:nvSpPr>
        <p:spPr>
          <a:xfrm>
            <a:off x="8060256" y="4835565"/>
            <a:ext cx="908050" cy="303213"/>
          </a:xfrm>
        </p:spPr>
        <p:txBody>
          <a:bodyPr/>
          <a:lstStyle/>
          <a:p>
            <a:r>
              <a:rPr lang="en-US">
                <a:solidFill>
                  <a:schemeClr val="bg1">
                    <a:lumMod val="50000"/>
                  </a:schemeClr>
                </a:solidFill>
              </a:rPr>
              <a:t>Bottled Condiments</a:t>
            </a:r>
          </a:p>
        </p:txBody>
      </p:sp>
      <p:sp>
        <p:nvSpPr>
          <p:cNvPr id="121" name="Text Placeholder 120">
            <a:extLst>
              <a:ext uri="{FF2B5EF4-FFF2-40B4-BE49-F238E27FC236}">
                <a16:creationId xmlns:a16="http://schemas.microsoft.com/office/drawing/2014/main" id="{E0229821-42C8-46C4-8284-D7500687DA69}"/>
              </a:ext>
            </a:extLst>
          </p:cNvPr>
          <p:cNvSpPr>
            <a:spLocks noGrp="1"/>
          </p:cNvSpPr>
          <p:nvPr>
            <p:ph type="body" sz="quarter" idx="101"/>
          </p:nvPr>
        </p:nvSpPr>
        <p:spPr>
          <a:xfrm>
            <a:off x="9027902" y="4835565"/>
            <a:ext cx="908050" cy="303213"/>
          </a:xfrm>
        </p:spPr>
        <p:txBody>
          <a:bodyPr/>
          <a:lstStyle/>
          <a:p>
            <a:r>
              <a:rPr lang="en-US">
                <a:solidFill>
                  <a:schemeClr val="bg1">
                    <a:lumMod val="50000"/>
                  </a:schemeClr>
                </a:solidFill>
              </a:rPr>
              <a:t>DNA</a:t>
            </a:r>
          </a:p>
        </p:txBody>
      </p:sp>
      <p:sp>
        <p:nvSpPr>
          <p:cNvPr id="123" name="Text Placeholder 122">
            <a:extLst>
              <a:ext uri="{FF2B5EF4-FFF2-40B4-BE49-F238E27FC236}">
                <a16:creationId xmlns:a16="http://schemas.microsoft.com/office/drawing/2014/main" id="{B54AAC8C-641F-4D06-84FA-ECBEBF983900}"/>
              </a:ext>
            </a:extLst>
          </p:cNvPr>
          <p:cNvSpPr>
            <a:spLocks noGrp="1"/>
          </p:cNvSpPr>
          <p:nvPr>
            <p:ph type="body" sz="quarter" idx="103"/>
          </p:nvPr>
        </p:nvSpPr>
        <p:spPr>
          <a:xfrm>
            <a:off x="9995548" y="4835565"/>
            <a:ext cx="908050" cy="303213"/>
          </a:xfrm>
        </p:spPr>
        <p:txBody>
          <a:bodyPr/>
          <a:lstStyle/>
          <a:p>
            <a:r>
              <a:rPr lang="en-US">
                <a:solidFill>
                  <a:schemeClr val="bg1">
                    <a:lumMod val="50000"/>
                  </a:schemeClr>
                </a:solidFill>
              </a:rPr>
              <a:t>Molecule</a:t>
            </a:r>
          </a:p>
        </p:txBody>
      </p:sp>
      <p:sp>
        <p:nvSpPr>
          <p:cNvPr id="125" name="Text Placeholder 124">
            <a:extLst>
              <a:ext uri="{FF2B5EF4-FFF2-40B4-BE49-F238E27FC236}">
                <a16:creationId xmlns:a16="http://schemas.microsoft.com/office/drawing/2014/main" id="{6C8191A1-F3B9-4D6E-A8E9-C01F2669754A}"/>
              </a:ext>
            </a:extLst>
          </p:cNvPr>
          <p:cNvSpPr>
            <a:spLocks noGrp="1"/>
          </p:cNvSpPr>
          <p:nvPr>
            <p:ph type="body" sz="quarter" idx="105"/>
          </p:nvPr>
        </p:nvSpPr>
        <p:spPr>
          <a:xfrm>
            <a:off x="10963194" y="4835565"/>
            <a:ext cx="908050" cy="303213"/>
          </a:xfrm>
        </p:spPr>
        <p:txBody>
          <a:bodyPr/>
          <a:lstStyle/>
          <a:p>
            <a:r>
              <a:rPr lang="en-US">
                <a:solidFill>
                  <a:schemeClr val="bg1">
                    <a:lumMod val="50000"/>
                  </a:schemeClr>
                </a:solidFill>
              </a:rPr>
              <a:t>Microscope</a:t>
            </a:r>
          </a:p>
        </p:txBody>
      </p:sp>
      <p:sp>
        <p:nvSpPr>
          <p:cNvPr id="127" name="Text Placeholder 126">
            <a:extLst>
              <a:ext uri="{FF2B5EF4-FFF2-40B4-BE49-F238E27FC236}">
                <a16:creationId xmlns:a16="http://schemas.microsoft.com/office/drawing/2014/main" id="{C6368B19-DC17-4F14-B129-06B00DF8BB1B}"/>
              </a:ext>
            </a:extLst>
          </p:cNvPr>
          <p:cNvSpPr>
            <a:spLocks noGrp="1"/>
          </p:cNvSpPr>
          <p:nvPr>
            <p:ph type="body" sz="quarter" idx="107"/>
          </p:nvPr>
        </p:nvSpPr>
        <p:spPr>
          <a:xfrm>
            <a:off x="319088" y="5788087"/>
            <a:ext cx="908050" cy="303213"/>
          </a:xfrm>
        </p:spPr>
        <p:txBody>
          <a:bodyPr/>
          <a:lstStyle/>
          <a:p>
            <a:r>
              <a:rPr lang="en-US">
                <a:solidFill>
                  <a:schemeClr val="bg1">
                    <a:lumMod val="50000"/>
                  </a:schemeClr>
                </a:solidFill>
              </a:rPr>
              <a:t>Farming</a:t>
            </a:r>
          </a:p>
        </p:txBody>
      </p:sp>
      <p:sp>
        <p:nvSpPr>
          <p:cNvPr id="129" name="Text Placeholder 128">
            <a:extLst>
              <a:ext uri="{FF2B5EF4-FFF2-40B4-BE49-F238E27FC236}">
                <a16:creationId xmlns:a16="http://schemas.microsoft.com/office/drawing/2014/main" id="{7022B901-07D9-4FF5-B897-604A0BB7287C}"/>
              </a:ext>
            </a:extLst>
          </p:cNvPr>
          <p:cNvSpPr>
            <a:spLocks noGrp="1"/>
          </p:cNvSpPr>
          <p:nvPr>
            <p:ph type="body" sz="quarter" idx="109"/>
          </p:nvPr>
        </p:nvSpPr>
        <p:spPr>
          <a:xfrm>
            <a:off x="1286734" y="5788087"/>
            <a:ext cx="908050" cy="303213"/>
          </a:xfrm>
        </p:spPr>
        <p:txBody>
          <a:bodyPr/>
          <a:lstStyle/>
          <a:p>
            <a:r>
              <a:rPr lang="en-US">
                <a:solidFill>
                  <a:schemeClr val="bg1">
                    <a:lumMod val="50000"/>
                  </a:schemeClr>
                </a:solidFill>
              </a:rPr>
              <a:t>Flower</a:t>
            </a:r>
          </a:p>
        </p:txBody>
      </p:sp>
      <p:sp>
        <p:nvSpPr>
          <p:cNvPr id="131" name="Text Placeholder 130">
            <a:extLst>
              <a:ext uri="{FF2B5EF4-FFF2-40B4-BE49-F238E27FC236}">
                <a16:creationId xmlns:a16="http://schemas.microsoft.com/office/drawing/2014/main" id="{E520FD45-9FF9-4F93-AF29-40E1E0E011AB}"/>
              </a:ext>
            </a:extLst>
          </p:cNvPr>
          <p:cNvSpPr>
            <a:spLocks noGrp="1"/>
          </p:cNvSpPr>
          <p:nvPr>
            <p:ph type="body" sz="quarter" idx="111"/>
          </p:nvPr>
        </p:nvSpPr>
        <p:spPr>
          <a:xfrm>
            <a:off x="2254380" y="5788087"/>
            <a:ext cx="908050" cy="303213"/>
          </a:xfrm>
        </p:spPr>
        <p:txBody>
          <a:bodyPr/>
          <a:lstStyle/>
          <a:p>
            <a:r>
              <a:rPr lang="en-US">
                <a:solidFill>
                  <a:schemeClr val="bg1">
                    <a:lumMod val="50000"/>
                  </a:schemeClr>
                </a:solidFill>
              </a:rPr>
              <a:t>Pharma 1</a:t>
            </a:r>
          </a:p>
        </p:txBody>
      </p:sp>
      <p:sp>
        <p:nvSpPr>
          <p:cNvPr id="133" name="Text Placeholder 132">
            <a:extLst>
              <a:ext uri="{FF2B5EF4-FFF2-40B4-BE49-F238E27FC236}">
                <a16:creationId xmlns:a16="http://schemas.microsoft.com/office/drawing/2014/main" id="{09C641FE-235E-44D7-8C3F-984542F4B8F0}"/>
              </a:ext>
            </a:extLst>
          </p:cNvPr>
          <p:cNvSpPr>
            <a:spLocks noGrp="1"/>
          </p:cNvSpPr>
          <p:nvPr>
            <p:ph type="body" sz="quarter" idx="113"/>
          </p:nvPr>
        </p:nvSpPr>
        <p:spPr>
          <a:xfrm>
            <a:off x="3222026" y="5788087"/>
            <a:ext cx="908050" cy="303213"/>
          </a:xfrm>
        </p:spPr>
        <p:txBody>
          <a:bodyPr/>
          <a:lstStyle/>
          <a:p>
            <a:r>
              <a:rPr lang="en-US">
                <a:solidFill>
                  <a:schemeClr val="bg1">
                    <a:lumMod val="50000"/>
                  </a:schemeClr>
                </a:solidFill>
              </a:rPr>
              <a:t>Pharma 2</a:t>
            </a:r>
          </a:p>
        </p:txBody>
      </p:sp>
      <p:sp>
        <p:nvSpPr>
          <p:cNvPr id="135" name="Text Placeholder 134">
            <a:extLst>
              <a:ext uri="{FF2B5EF4-FFF2-40B4-BE49-F238E27FC236}">
                <a16:creationId xmlns:a16="http://schemas.microsoft.com/office/drawing/2014/main" id="{C0D4DD58-5C8B-4C37-9B3B-EFA680CA975D}"/>
              </a:ext>
            </a:extLst>
          </p:cNvPr>
          <p:cNvSpPr>
            <a:spLocks noGrp="1"/>
          </p:cNvSpPr>
          <p:nvPr>
            <p:ph type="body" sz="quarter" idx="115"/>
          </p:nvPr>
        </p:nvSpPr>
        <p:spPr>
          <a:xfrm>
            <a:off x="4189672" y="5788087"/>
            <a:ext cx="908050" cy="303213"/>
          </a:xfrm>
        </p:spPr>
        <p:txBody>
          <a:bodyPr/>
          <a:lstStyle/>
          <a:p>
            <a:r>
              <a:rPr lang="en-US">
                <a:solidFill>
                  <a:schemeClr val="bg1">
                    <a:lumMod val="50000"/>
                  </a:schemeClr>
                </a:solidFill>
              </a:rPr>
              <a:t>Pharma 3</a:t>
            </a:r>
          </a:p>
        </p:txBody>
      </p:sp>
      <p:sp>
        <p:nvSpPr>
          <p:cNvPr id="137" name="Text Placeholder 136">
            <a:extLst>
              <a:ext uri="{FF2B5EF4-FFF2-40B4-BE49-F238E27FC236}">
                <a16:creationId xmlns:a16="http://schemas.microsoft.com/office/drawing/2014/main" id="{BBD9221D-B51D-4BE2-989C-4C43DDFB972D}"/>
              </a:ext>
            </a:extLst>
          </p:cNvPr>
          <p:cNvSpPr>
            <a:spLocks noGrp="1"/>
          </p:cNvSpPr>
          <p:nvPr>
            <p:ph type="body" sz="quarter" idx="117"/>
          </p:nvPr>
        </p:nvSpPr>
        <p:spPr>
          <a:xfrm>
            <a:off x="5157318" y="5788087"/>
            <a:ext cx="908050" cy="303213"/>
          </a:xfrm>
        </p:spPr>
        <p:txBody>
          <a:bodyPr/>
          <a:lstStyle/>
          <a:p>
            <a:r>
              <a:rPr lang="en-US">
                <a:solidFill>
                  <a:schemeClr val="bg1">
                    <a:lumMod val="50000"/>
                  </a:schemeClr>
                </a:solidFill>
              </a:rPr>
              <a:t>Medical Online</a:t>
            </a:r>
          </a:p>
        </p:txBody>
      </p:sp>
      <p:sp>
        <p:nvSpPr>
          <p:cNvPr id="139" name="Text Placeholder 138">
            <a:extLst>
              <a:ext uri="{FF2B5EF4-FFF2-40B4-BE49-F238E27FC236}">
                <a16:creationId xmlns:a16="http://schemas.microsoft.com/office/drawing/2014/main" id="{406E52BD-08E6-450D-B289-4ACF0D1A510D}"/>
              </a:ext>
            </a:extLst>
          </p:cNvPr>
          <p:cNvSpPr>
            <a:spLocks noGrp="1"/>
          </p:cNvSpPr>
          <p:nvPr>
            <p:ph type="body" sz="quarter" idx="119"/>
          </p:nvPr>
        </p:nvSpPr>
        <p:spPr>
          <a:xfrm>
            <a:off x="6124964" y="5788087"/>
            <a:ext cx="908050" cy="303213"/>
          </a:xfrm>
        </p:spPr>
        <p:txBody>
          <a:bodyPr/>
          <a:lstStyle/>
          <a:p>
            <a:r>
              <a:rPr lang="en-US">
                <a:solidFill>
                  <a:schemeClr val="bg1">
                    <a:lumMod val="50000"/>
                  </a:schemeClr>
                </a:solidFill>
              </a:rPr>
              <a:t>Prescription Medicine</a:t>
            </a:r>
          </a:p>
        </p:txBody>
      </p:sp>
      <p:sp>
        <p:nvSpPr>
          <p:cNvPr id="141" name="Text Placeholder 140">
            <a:extLst>
              <a:ext uri="{FF2B5EF4-FFF2-40B4-BE49-F238E27FC236}">
                <a16:creationId xmlns:a16="http://schemas.microsoft.com/office/drawing/2014/main" id="{CCF9788E-1FC8-4CA7-8AEC-E0CEE2F5EADF}"/>
              </a:ext>
            </a:extLst>
          </p:cNvPr>
          <p:cNvSpPr>
            <a:spLocks noGrp="1"/>
          </p:cNvSpPr>
          <p:nvPr>
            <p:ph type="body" sz="quarter" idx="121"/>
          </p:nvPr>
        </p:nvSpPr>
        <p:spPr>
          <a:xfrm>
            <a:off x="7092610" y="5788087"/>
            <a:ext cx="908050" cy="303213"/>
          </a:xfrm>
        </p:spPr>
        <p:txBody>
          <a:bodyPr/>
          <a:lstStyle/>
          <a:p>
            <a:r>
              <a:rPr lang="en-US">
                <a:solidFill>
                  <a:schemeClr val="bg1">
                    <a:lumMod val="50000"/>
                  </a:schemeClr>
                </a:solidFill>
              </a:rPr>
              <a:t>Organic Supplements</a:t>
            </a:r>
          </a:p>
        </p:txBody>
      </p:sp>
      <p:sp>
        <p:nvSpPr>
          <p:cNvPr id="143" name="Text Placeholder 142">
            <a:extLst>
              <a:ext uri="{FF2B5EF4-FFF2-40B4-BE49-F238E27FC236}">
                <a16:creationId xmlns:a16="http://schemas.microsoft.com/office/drawing/2014/main" id="{40EE740E-6D6E-4DD7-96D1-F4707D64289B}"/>
              </a:ext>
            </a:extLst>
          </p:cNvPr>
          <p:cNvSpPr>
            <a:spLocks noGrp="1"/>
          </p:cNvSpPr>
          <p:nvPr>
            <p:ph type="body" sz="quarter" idx="123"/>
          </p:nvPr>
        </p:nvSpPr>
        <p:spPr>
          <a:xfrm>
            <a:off x="8060256" y="5788087"/>
            <a:ext cx="908050" cy="303213"/>
          </a:xfrm>
        </p:spPr>
        <p:txBody>
          <a:bodyPr/>
          <a:lstStyle/>
          <a:p>
            <a:r>
              <a:rPr lang="en-US">
                <a:solidFill>
                  <a:schemeClr val="bg1">
                    <a:lumMod val="50000"/>
                  </a:schemeClr>
                </a:solidFill>
              </a:rPr>
              <a:t>Herbal Medicine</a:t>
            </a:r>
          </a:p>
        </p:txBody>
      </p:sp>
      <p:sp>
        <p:nvSpPr>
          <p:cNvPr id="145" name="Text Placeholder 144">
            <a:extLst>
              <a:ext uri="{FF2B5EF4-FFF2-40B4-BE49-F238E27FC236}">
                <a16:creationId xmlns:a16="http://schemas.microsoft.com/office/drawing/2014/main" id="{BA82C1C7-4E10-4B33-9413-812069373E2E}"/>
              </a:ext>
            </a:extLst>
          </p:cNvPr>
          <p:cNvSpPr>
            <a:spLocks noGrp="1"/>
          </p:cNvSpPr>
          <p:nvPr>
            <p:ph type="body" sz="quarter" idx="125"/>
          </p:nvPr>
        </p:nvSpPr>
        <p:spPr>
          <a:xfrm>
            <a:off x="9027902" y="5788087"/>
            <a:ext cx="908050" cy="303213"/>
          </a:xfrm>
        </p:spPr>
        <p:txBody>
          <a:bodyPr/>
          <a:lstStyle/>
          <a:p>
            <a:r>
              <a:rPr lang="en-US">
                <a:solidFill>
                  <a:schemeClr val="bg1">
                    <a:lumMod val="50000"/>
                  </a:schemeClr>
                </a:solidFill>
              </a:rPr>
              <a:t>Report</a:t>
            </a:r>
          </a:p>
        </p:txBody>
      </p:sp>
      <p:sp>
        <p:nvSpPr>
          <p:cNvPr id="147" name="Text Placeholder 146">
            <a:extLst>
              <a:ext uri="{FF2B5EF4-FFF2-40B4-BE49-F238E27FC236}">
                <a16:creationId xmlns:a16="http://schemas.microsoft.com/office/drawing/2014/main" id="{934766D5-B5E6-4248-9026-605EC19D6171}"/>
              </a:ext>
            </a:extLst>
          </p:cNvPr>
          <p:cNvSpPr>
            <a:spLocks noGrp="1"/>
          </p:cNvSpPr>
          <p:nvPr>
            <p:ph type="body" sz="quarter" idx="127"/>
          </p:nvPr>
        </p:nvSpPr>
        <p:spPr>
          <a:xfrm>
            <a:off x="9995548" y="5788087"/>
            <a:ext cx="908050" cy="303213"/>
          </a:xfrm>
        </p:spPr>
        <p:txBody>
          <a:bodyPr/>
          <a:lstStyle/>
          <a:p>
            <a:r>
              <a:rPr lang="en-US">
                <a:solidFill>
                  <a:schemeClr val="bg1">
                    <a:lumMod val="50000"/>
                  </a:schemeClr>
                </a:solidFill>
              </a:rPr>
              <a:t>Health Service</a:t>
            </a:r>
          </a:p>
        </p:txBody>
      </p:sp>
      <p:sp>
        <p:nvSpPr>
          <p:cNvPr id="149" name="Text Placeholder 148">
            <a:extLst>
              <a:ext uri="{FF2B5EF4-FFF2-40B4-BE49-F238E27FC236}">
                <a16:creationId xmlns:a16="http://schemas.microsoft.com/office/drawing/2014/main" id="{46412A53-8C87-4EE6-8000-F837BD0409E8}"/>
              </a:ext>
            </a:extLst>
          </p:cNvPr>
          <p:cNvSpPr>
            <a:spLocks noGrp="1"/>
          </p:cNvSpPr>
          <p:nvPr>
            <p:ph type="body" sz="quarter" idx="129"/>
          </p:nvPr>
        </p:nvSpPr>
        <p:spPr>
          <a:xfrm>
            <a:off x="10963194" y="5788087"/>
            <a:ext cx="908050" cy="303213"/>
          </a:xfrm>
        </p:spPr>
        <p:txBody>
          <a:bodyPr/>
          <a:lstStyle/>
          <a:p>
            <a:r>
              <a:rPr lang="en-US">
                <a:solidFill>
                  <a:schemeClr val="bg1">
                    <a:lumMod val="50000"/>
                  </a:schemeClr>
                </a:solidFill>
              </a:rPr>
              <a:t>Heart Monitor</a:t>
            </a:r>
          </a:p>
        </p:txBody>
      </p:sp>
      <p:sp>
        <p:nvSpPr>
          <p:cNvPr id="128" name="Freeform 17">
            <a:extLst>
              <a:ext uri="{FF2B5EF4-FFF2-40B4-BE49-F238E27FC236}">
                <a16:creationId xmlns:a16="http://schemas.microsoft.com/office/drawing/2014/main" id="{C6045630-F079-4461-9378-8B943DF099C1}"/>
              </a:ext>
            </a:extLst>
          </p:cNvPr>
          <p:cNvSpPr>
            <a:spLocks noChangeAspect="1" noEditPoints="1"/>
          </p:cNvSpPr>
          <p:nvPr/>
        </p:nvSpPr>
        <p:spPr bwMode="auto">
          <a:xfrm>
            <a:off x="11248944" y="4362450"/>
            <a:ext cx="336550" cy="400050"/>
          </a:xfrm>
          <a:custGeom>
            <a:avLst/>
            <a:gdLst>
              <a:gd name="T0" fmla="*/ 80 w 216"/>
              <a:gd name="T1" fmla="*/ 204 h 256"/>
              <a:gd name="T2" fmla="*/ 96 w 216"/>
              <a:gd name="T3" fmla="*/ 204 h 256"/>
              <a:gd name="T4" fmla="*/ 192 w 216"/>
              <a:gd name="T5" fmla="*/ 228 h 256"/>
              <a:gd name="T6" fmla="*/ 120 w 216"/>
              <a:gd name="T7" fmla="*/ 208 h 256"/>
              <a:gd name="T8" fmla="*/ 188 w 216"/>
              <a:gd name="T9" fmla="*/ 212 h 256"/>
              <a:gd name="T10" fmla="*/ 196 w 216"/>
              <a:gd name="T11" fmla="*/ 212 h 256"/>
              <a:gd name="T12" fmla="*/ 120 w 216"/>
              <a:gd name="T13" fmla="*/ 200 h 256"/>
              <a:gd name="T14" fmla="*/ 73 w 216"/>
              <a:gd name="T15" fmla="*/ 176 h 256"/>
              <a:gd name="T16" fmla="*/ 40 w 216"/>
              <a:gd name="T17" fmla="*/ 140 h 256"/>
              <a:gd name="T18" fmla="*/ 91 w 216"/>
              <a:gd name="T19" fmla="*/ 104 h 256"/>
              <a:gd name="T20" fmla="*/ 112 w 216"/>
              <a:gd name="T21" fmla="*/ 132 h 256"/>
              <a:gd name="T22" fmla="*/ 124 w 216"/>
              <a:gd name="T23" fmla="*/ 140 h 256"/>
              <a:gd name="T24" fmla="*/ 128 w 216"/>
              <a:gd name="T25" fmla="*/ 160 h 256"/>
              <a:gd name="T26" fmla="*/ 136 w 216"/>
              <a:gd name="T27" fmla="*/ 184 h 256"/>
              <a:gd name="T28" fmla="*/ 168 w 216"/>
              <a:gd name="T29" fmla="*/ 188 h 256"/>
              <a:gd name="T30" fmla="*/ 172 w 216"/>
              <a:gd name="T31" fmla="*/ 160 h 256"/>
              <a:gd name="T32" fmla="*/ 184 w 216"/>
              <a:gd name="T33" fmla="*/ 156 h 256"/>
              <a:gd name="T34" fmla="*/ 188 w 216"/>
              <a:gd name="T35" fmla="*/ 140 h 256"/>
              <a:gd name="T36" fmla="*/ 196 w 216"/>
              <a:gd name="T37" fmla="*/ 36 h 256"/>
              <a:gd name="T38" fmla="*/ 172 w 216"/>
              <a:gd name="T39" fmla="*/ 24 h 256"/>
              <a:gd name="T40" fmla="*/ 176 w 216"/>
              <a:gd name="T41" fmla="*/ 8 h 256"/>
              <a:gd name="T42" fmla="*/ 176 w 216"/>
              <a:gd name="T43" fmla="*/ 0 h 256"/>
              <a:gd name="T44" fmla="*/ 128 w 216"/>
              <a:gd name="T45" fmla="*/ 4 h 256"/>
              <a:gd name="T46" fmla="*/ 136 w 216"/>
              <a:gd name="T47" fmla="*/ 8 h 256"/>
              <a:gd name="T48" fmla="*/ 144 w 216"/>
              <a:gd name="T49" fmla="*/ 16 h 256"/>
              <a:gd name="T50" fmla="*/ 164 w 216"/>
              <a:gd name="T51" fmla="*/ 8 h 256"/>
              <a:gd name="T52" fmla="*/ 124 w 216"/>
              <a:gd name="T53" fmla="*/ 24 h 256"/>
              <a:gd name="T54" fmla="*/ 112 w 216"/>
              <a:gd name="T55" fmla="*/ 52 h 256"/>
              <a:gd name="T56" fmla="*/ 86 w 216"/>
              <a:gd name="T57" fmla="*/ 96 h 256"/>
              <a:gd name="T58" fmla="*/ 32 w 216"/>
              <a:gd name="T59" fmla="*/ 140 h 256"/>
              <a:gd name="T60" fmla="*/ 56 w 216"/>
              <a:gd name="T61" fmla="*/ 204 h 256"/>
              <a:gd name="T62" fmla="*/ 8 w 216"/>
              <a:gd name="T63" fmla="*/ 140 h 256"/>
              <a:gd name="T64" fmla="*/ 76 w 216"/>
              <a:gd name="T65" fmla="*/ 68 h 256"/>
              <a:gd name="T66" fmla="*/ 0 w 216"/>
              <a:gd name="T67" fmla="*/ 140 h 256"/>
              <a:gd name="T68" fmla="*/ 56 w 216"/>
              <a:gd name="T69" fmla="*/ 228 h 256"/>
              <a:gd name="T70" fmla="*/ 0 w 216"/>
              <a:gd name="T71" fmla="*/ 252 h 256"/>
              <a:gd name="T72" fmla="*/ 8 w 216"/>
              <a:gd name="T73" fmla="*/ 256 h 256"/>
              <a:gd name="T74" fmla="*/ 24 w 216"/>
              <a:gd name="T75" fmla="*/ 236 h 256"/>
              <a:gd name="T76" fmla="*/ 208 w 216"/>
              <a:gd name="T77" fmla="*/ 252 h 256"/>
              <a:gd name="T78" fmla="*/ 216 w 216"/>
              <a:gd name="T79" fmla="*/ 256 h 256"/>
              <a:gd name="T80" fmla="*/ 192 w 216"/>
              <a:gd name="T81" fmla="*/ 228 h 256"/>
              <a:gd name="T82" fmla="*/ 144 w 216"/>
              <a:gd name="T83" fmla="*/ 180 h 256"/>
              <a:gd name="T84" fmla="*/ 164 w 216"/>
              <a:gd name="T85" fmla="*/ 160 h 256"/>
              <a:gd name="T86" fmla="*/ 120 w 216"/>
              <a:gd name="T87" fmla="*/ 36 h 256"/>
              <a:gd name="T88" fmla="*/ 184 w 216"/>
              <a:gd name="T89" fmla="*/ 32 h 256"/>
              <a:gd name="T90" fmla="*/ 188 w 216"/>
              <a:gd name="T91" fmla="*/ 132 h 256"/>
              <a:gd name="T92" fmla="*/ 152 w 216"/>
              <a:gd name="T93" fmla="*/ 140 h 256"/>
              <a:gd name="T94" fmla="*/ 176 w 216"/>
              <a:gd name="T95" fmla="*/ 152 h 256"/>
              <a:gd name="T96" fmla="*/ 132 w 216"/>
              <a:gd name="T97" fmla="*/ 140 h 256"/>
              <a:gd name="T98" fmla="*/ 136 w 216"/>
              <a:gd name="T99" fmla="*/ 132 h 256"/>
              <a:gd name="T100" fmla="*/ 120 w 216"/>
              <a:gd name="T101" fmla="*/ 116 h 256"/>
              <a:gd name="T102" fmla="*/ 120 w 216"/>
              <a:gd name="T103" fmla="*/ 52 h 256"/>
              <a:gd name="T104" fmla="*/ 116 w 216"/>
              <a:gd name="T105" fmla="*/ 60 h 256"/>
              <a:gd name="T106" fmla="*/ 116 w 216"/>
              <a:gd name="T107" fmla="*/ 108 h 256"/>
              <a:gd name="T108" fmla="*/ 116 w 216"/>
              <a:gd name="T109" fmla="*/ 60 h 256"/>
              <a:gd name="T110" fmla="*/ 64 w 216"/>
              <a:gd name="T111" fmla="*/ 228 h 256"/>
              <a:gd name="T112" fmla="*/ 88 w 216"/>
              <a:gd name="T113" fmla="*/ 180 h 256"/>
              <a:gd name="T114" fmla="*/ 112 w 216"/>
              <a:gd name="T115" fmla="*/ 228 h 256"/>
              <a:gd name="T116" fmla="*/ 124 w 216"/>
              <a:gd name="T117" fmla="*/ 84 h 256"/>
              <a:gd name="T118" fmla="*/ 108 w 216"/>
              <a:gd name="T119" fmla="*/ 84 h 256"/>
              <a:gd name="T120" fmla="*/ 176 w 216"/>
              <a:gd name="T121" fmla="*/ 52 h 256"/>
              <a:gd name="T122" fmla="*/ 168 w 216"/>
              <a:gd name="T123" fmla="*/ 112 h 256"/>
              <a:gd name="T124" fmla="*/ 176 w 216"/>
              <a:gd name="T125" fmla="*/ 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6" h="256">
                <a:moveTo>
                  <a:pt x="88" y="196"/>
                </a:moveTo>
                <a:cubicBezTo>
                  <a:pt x="84" y="196"/>
                  <a:pt x="80" y="200"/>
                  <a:pt x="80" y="204"/>
                </a:cubicBezTo>
                <a:cubicBezTo>
                  <a:pt x="80" y="208"/>
                  <a:pt x="84" y="212"/>
                  <a:pt x="88" y="212"/>
                </a:cubicBezTo>
                <a:cubicBezTo>
                  <a:pt x="92" y="212"/>
                  <a:pt x="96" y="208"/>
                  <a:pt x="96" y="204"/>
                </a:cubicBezTo>
                <a:cubicBezTo>
                  <a:pt x="96" y="200"/>
                  <a:pt x="92" y="196"/>
                  <a:pt x="88" y="196"/>
                </a:cubicBezTo>
                <a:close/>
                <a:moveTo>
                  <a:pt x="192" y="228"/>
                </a:moveTo>
                <a:cubicBezTo>
                  <a:pt x="120" y="228"/>
                  <a:pt x="120" y="228"/>
                  <a:pt x="120" y="228"/>
                </a:cubicBezTo>
                <a:cubicBezTo>
                  <a:pt x="120" y="208"/>
                  <a:pt x="120" y="208"/>
                  <a:pt x="120" y="208"/>
                </a:cubicBezTo>
                <a:cubicBezTo>
                  <a:pt x="184" y="208"/>
                  <a:pt x="184" y="208"/>
                  <a:pt x="184" y="208"/>
                </a:cubicBezTo>
                <a:cubicBezTo>
                  <a:pt x="186" y="208"/>
                  <a:pt x="188" y="210"/>
                  <a:pt x="188" y="212"/>
                </a:cubicBezTo>
                <a:cubicBezTo>
                  <a:pt x="188" y="214"/>
                  <a:pt x="190" y="216"/>
                  <a:pt x="192" y="216"/>
                </a:cubicBezTo>
                <a:cubicBezTo>
                  <a:pt x="194" y="216"/>
                  <a:pt x="196" y="214"/>
                  <a:pt x="196" y="212"/>
                </a:cubicBezTo>
                <a:cubicBezTo>
                  <a:pt x="196" y="205"/>
                  <a:pt x="191" y="200"/>
                  <a:pt x="184" y="200"/>
                </a:cubicBezTo>
                <a:cubicBezTo>
                  <a:pt x="120" y="200"/>
                  <a:pt x="120" y="200"/>
                  <a:pt x="120" y="200"/>
                </a:cubicBezTo>
                <a:cubicBezTo>
                  <a:pt x="118" y="184"/>
                  <a:pt x="104" y="172"/>
                  <a:pt x="88" y="172"/>
                </a:cubicBezTo>
                <a:cubicBezTo>
                  <a:pt x="82" y="172"/>
                  <a:pt x="77" y="173"/>
                  <a:pt x="73" y="176"/>
                </a:cubicBezTo>
                <a:cubicBezTo>
                  <a:pt x="73" y="176"/>
                  <a:pt x="73" y="176"/>
                  <a:pt x="72" y="176"/>
                </a:cubicBezTo>
                <a:cubicBezTo>
                  <a:pt x="54" y="174"/>
                  <a:pt x="40" y="158"/>
                  <a:pt x="40" y="140"/>
                </a:cubicBezTo>
                <a:cubicBezTo>
                  <a:pt x="40" y="120"/>
                  <a:pt x="56" y="104"/>
                  <a:pt x="76" y="104"/>
                </a:cubicBezTo>
                <a:cubicBezTo>
                  <a:pt x="91" y="104"/>
                  <a:pt x="91" y="104"/>
                  <a:pt x="91" y="104"/>
                </a:cubicBezTo>
                <a:cubicBezTo>
                  <a:pt x="96" y="110"/>
                  <a:pt x="104" y="115"/>
                  <a:pt x="112" y="116"/>
                </a:cubicBezTo>
                <a:cubicBezTo>
                  <a:pt x="112" y="132"/>
                  <a:pt x="112" y="132"/>
                  <a:pt x="112" y="132"/>
                </a:cubicBezTo>
                <a:cubicBezTo>
                  <a:pt x="112" y="136"/>
                  <a:pt x="116" y="140"/>
                  <a:pt x="120" y="140"/>
                </a:cubicBezTo>
                <a:cubicBezTo>
                  <a:pt x="124" y="140"/>
                  <a:pt x="124" y="140"/>
                  <a:pt x="124" y="140"/>
                </a:cubicBezTo>
                <a:cubicBezTo>
                  <a:pt x="124" y="156"/>
                  <a:pt x="124" y="156"/>
                  <a:pt x="124" y="156"/>
                </a:cubicBezTo>
                <a:cubicBezTo>
                  <a:pt x="124" y="158"/>
                  <a:pt x="126" y="160"/>
                  <a:pt x="128" y="160"/>
                </a:cubicBezTo>
                <a:cubicBezTo>
                  <a:pt x="136" y="160"/>
                  <a:pt x="136" y="160"/>
                  <a:pt x="136" y="160"/>
                </a:cubicBezTo>
                <a:cubicBezTo>
                  <a:pt x="136" y="184"/>
                  <a:pt x="136" y="184"/>
                  <a:pt x="136" y="184"/>
                </a:cubicBezTo>
                <a:cubicBezTo>
                  <a:pt x="136" y="186"/>
                  <a:pt x="138" y="188"/>
                  <a:pt x="140" y="188"/>
                </a:cubicBezTo>
                <a:cubicBezTo>
                  <a:pt x="168" y="188"/>
                  <a:pt x="168" y="188"/>
                  <a:pt x="168" y="188"/>
                </a:cubicBezTo>
                <a:cubicBezTo>
                  <a:pt x="170" y="188"/>
                  <a:pt x="172" y="186"/>
                  <a:pt x="172" y="184"/>
                </a:cubicBezTo>
                <a:cubicBezTo>
                  <a:pt x="172" y="160"/>
                  <a:pt x="172" y="160"/>
                  <a:pt x="172" y="160"/>
                </a:cubicBezTo>
                <a:cubicBezTo>
                  <a:pt x="180" y="160"/>
                  <a:pt x="180" y="160"/>
                  <a:pt x="180" y="160"/>
                </a:cubicBezTo>
                <a:cubicBezTo>
                  <a:pt x="182" y="160"/>
                  <a:pt x="184" y="158"/>
                  <a:pt x="184" y="156"/>
                </a:cubicBezTo>
                <a:cubicBezTo>
                  <a:pt x="184" y="140"/>
                  <a:pt x="184" y="140"/>
                  <a:pt x="184" y="140"/>
                </a:cubicBezTo>
                <a:cubicBezTo>
                  <a:pt x="188" y="140"/>
                  <a:pt x="188" y="140"/>
                  <a:pt x="188" y="140"/>
                </a:cubicBezTo>
                <a:cubicBezTo>
                  <a:pt x="192" y="140"/>
                  <a:pt x="196" y="136"/>
                  <a:pt x="196" y="132"/>
                </a:cubicBezTo>
                <a:cubicBezTo>
                  <a:pt x="196" y="36"/>
                  <a:pt x="196" y="36"/>
                  <a:pt x="196" y="36"/>
                </a:cubicBezTo>
                <a:cubicBezTo>
                  <a:pt x="196" y="29"/>
                  <a:pt x="191" y="24"/>
                  <a:pt x="184" y="24"/>
                </a:cubicBezTo>
                <a:cubicBezTo>
                  <a:pt x="172" y="24"/>
                  <a:pt x="172" y="24"/>
                  <a:pt x="172" y="24"/>
                </a:cubicBezTo>
                <a:cubicBezTo>
                  <a:pt x="172" y="8"/>
                  <a:pt x="172" y="8"/>
                  <a:pt x="172" y="8"/>
                </a:cubicBezTo>
                <a:cubicBezTo>
                  <a:pt x="176" y="8"/>
                  <a:pt x="176" y="8"/>
                  <a:pt x="176" y="8"/>
                </a:cubicBezTo>
                <a:cubicBezTo>
                  <a:pt x="178" y="8"/>
                  <a:pt x="180" y="6"/>
                  <a:pt x="180" y="4"/>
                </a:cubicBezTo>
                <a:cubicBezTo>
                  <a:pt x="180" y="2"/>
                  <a:pt x="178" y="0"/>
                  <a:pt x="176" y="0"/>
                </a:cubicBezTo>
                <a:cubicBezTo>
                  <a:pt x="132" y="0"/>
                  <a:pt x="132" y="0"/>
                  <a:pt x="132" y="0"/>
                </a:cubicBezTo>
                <a:cubicBezTo>
                  <a:pt x="130" y="0"/>
                  <a:pt x="128" y="2"/>
                  <a:pt x="128" y="4"/>
                </a:cubicBezTo>
                <a:cubicBezTo>
                  <a:pt x="128" y="6"/>
                  <a:pt x="130" y="8"/>
                  <a:pt x="132" y="8"/>
                </a:cubicBezTo>
                <a:cubicBezTo>
                  <a:pt x="136" y="8"/>
                  <a:pt x="136" y="8"/>
                  <a:pt x="136" y="8"/>
                </a:cubicBezTo>
                <a:cubicBezTo>
                  <a:pt x="136" y="16"/>
                  <a:pt x="136" y="16"/>
                  <a:pt x="136" y="16"/>
                </a:cubicBezTo>
                <a:cubicBezTo>
                  <a:pt x="144" y="16"/>
                  <a:pt x="144" y="16"/>
                  <a:pt x="144" y="16"/>
                </a:cubicBezTo>
                <a:cubicBezTo>
                  <a:pt x="144" y="8"/>
                  <a:pt x="144" y="8"/>
                  <a:pt x="144" y="8"/>
                </a:cubicBezTo>
                <a:cubicBezTo>
                  <a:pt x="164" y="8"/>
                  <a:pt x="164" y="8"/>
                  <a:pt x="164" y="8"/>
                </a:cubicBezTo>
                <a:cubicBezTo>
                  <a:pt x="164" y="24"/>
                  <a:pt x="164" y="24"/>
                  <a:pt x="164" y="24"/>
                </a:cubicBezTo>
                <a:cubicBezTo>
                  <a:pt x="124" y="24"/>
                  <a:pt x="124" y="24"/>
                  <a:pt x="124" y="24"/>
                </a:cubicBezTo>
                <a:cubicBezTo>
                  <a:pt x="117" y="24"/>
                  <a:pt x="112" y="29"/>
                  <a:pt x="112" y="36"/>
                </a:cubicBezTo>
                <a:cubicBezTo>
                  <a:pt x="112" y="52"/>
                  <a:pt x="112" y="52"/>
                  <a:pt x="112" y="52"/>
                </a:cubicBezTo>
                <a:cubicBezTo>
                  <a:pt x="96" y="54"/>
                  <a:pt x="84" y="68"/>
                  <a:pt x="84" y="84"/>
                </a:cubicBezTo>
                <a:cubicBezTo>
                  <a:pt x="84" y="88"/>
                  <a:pt x="85" y="92"/>
                  <a:pt x="86" y="96"/>
                </a:cubicBezTo>
                <a:cubicBezTo>
                  <a:pt x="76" y="96"/>
                  <a:pt x="76" y="96"/>
                  <a:pt x="76" y="96"/>
                </a:cubicBezTo>
                <a:cubicBezTo>
                  <a:pt x="52" y="96"/>
                  <a:pt x="32" y="116"/>
                  <a:pt x="32" y="140"/>
                </a:cubicBezTo>
                <a:cubicBezTo>
                  <a:pt x="32" y="160"/>
                  <a:pt x="46" y="177"/>
                  <a:pt x="64" y="182"/>
                </a:cubicBezTo>
                <a:cubicBezTo>
                  <a:pt x="59" y="188"/>
                  <a:pt x="56" y="196"/>
                  <a:pt x="56" y="204"/>
                </a:cubicBezTo>
                <a:cubicBezTo>
                  <a:pt x="56" y="205"/>
                  <a:pt x="56" y="205"/>
                  <a:pt x="56" y="205"/>
                </a:cubicBezTo>
                <a:cubicBezTo>
                  <a:pt x="28" y="196"/>
                  <a:pt x="8" y="170"/>
                  <a:pt x="8" y="140"/>
                </a:cubicBezTo>
                <a:cubicBezTo>
                  <a:pt x="8" y="104"/>
                  <a:pt x="36" y="74"/>
                  <a:pt x="72" y="72"/>
                </a:cubicBezTo>
                <a:cubicBezTo>
                  <a:pt x="74" y="72"/>
                  <a:pt x="76" y="70"/>
                  <a:pt x="76" y="68"/>
                </a:cubicBezTo>
                <a:cubicBezTo>
                  <a:pt x="76" y="66"/>
                  <a:pt x="74" y="64"/>
                  <a:pt x="72" y="64"/>
                </a:cubicBezTo>
                <a:cubicBezTo>
                  <a:pt x="32" y="66"/>
                  <a:pt x="0" y="100"/>
                  <a:pt x="0" y="140"/>
                </a:cubicBezTo>
                <a:cubicBezTo>
                  <a:pt x="0" y="174"/>
                  <a:pt x="23" y="204"/>
                  <a:pt x="56" y="213"/>
                </a:cubicBezTo>
                <a:cubicBezTo>
                  <a:pt x="56" y="228"/>
                  <a:pt x="56" y="228"/>
                  <a:pt x="56" y="228"/>
                </a:cubicBezTo>
                <a:cubicBezTo>
                  <a:pt x="24" y="228"/>
                  <a:pt x="24" y="228"/>
                  <a:pt x="24" y="228"/>
                </a:cubicBezTo>
                <a:cubicBezTo>
                  <a:pt x="11" y="228"/>
                  <a:pt x="0" y="239"/>
                  <a:pt x="0" y="252"/>
                </a:cubicBezTo>
                <a:cubicBezTo>
                  <a:pt x="0" y="256"/>
                  <a:pt x="0" y="256"/>
                  <a:pt x="0" y="256"/>
                </a:cubicBezTo>
                <a:cubicBezTo>
                  <a:pt x="8" y="256"/>
                  <a:pt x="8" y="256"/>
                  <a:pt x="8" y="256"/>
                </a:cubicBezTo>
                <a:cubicBezTo>
                  <a:pt x="8" y="252"/>
                  <a:pt x="8" y="252"/>
                  <a:pt x="8" y="252"/>
                </a:cubicBezTo>
                <a:cubicBezTo>
                  <a:pt x="8" y="243"/>
                  <a:pt x="15" y="236"/>
                  <a:pt x="24" y="236"/>
                </a:cubicBezTo>
                <a:cubicBezTo>
                  <a:pt x="192" y="236"/>
                  <a:pt x="192" y="236"/>
                  <a:pt x="192" y="236"/>
                </a:cubicBezTo>
                <a:cubicBezTo>
                  <a:pt x="201" y="236"/>
                  <a:pt x="208" y="243"/>
                  <a:pt x="208" y="252"/>
                </a:cubicBezTo>
                <a:cubicBezTo>
                  <a:pt x="208" y="256"/>
                  <a:pt x="208" y="256"/>
                  <a:pt x="208" y="256"/>
                </a:cubicBezTo>
                <a:cubicBezTo>
                  <a:pt x="216" y="256"/>
                  <a:pt x="216" y="256"/>
                  <a:pt x="216" y="256"/>
                </a:cubicBezTo>
                <a:cubicBezTo>
                  <a:pt x="216" y="252"/>
                  <a:pt x="216" y="252"/>
                  <a:pt x="216" y="252"/>
                </a:cubicBezTo>
                <a:cubicBezTo>
                  <a:pt x="216" y="239"/>
                  <a:pt x="205" y="228"/>
                  <a:pt x="192" y="228"/>
                </a:cubicBezTo>
                <a:close/>
                <a:moveTo>
                  <a:pt x="164" y="180"/>
                </a:moveTo>
                <a:cubicBezTo>
                  <a:pt x="144" y="180"/>
                  <a:pt x="144" y="180"/>
                  <a:pt x="144" y="180"/>
                </a:cubicBezTo>
                <a:cubicBezTo>
                  <a:pt x="144" y="160"/>
                  <a:pt x="144" y="160"/>
                  <a:pt x="144" y="160"/>
                </a:cubicBezTo>
                <a:cubicBezTo>
                  <a:pt x="164" y="160"/>
                  <a:pt x="164" y="160"/>
                  <a:pt x="164" y="160"/>
                </a:cubicBezTo>
                <a:lnTo>
                  <a:pt x="164" y="180"/>
                </a:lnTo>
                <a:close/>
                <a:moveTo>
                  <a:pt x="120" y="36"/>
                </a:moveTo>
                <a:cubicBezTo>
                  <a:pt x="120" y="34"/>
                  <a:pt x="122" y="32"/>
                  <a:pt x="124" y="32"/>
                </a:cubicBezTo>
                <a:cubicBezTo>
                  <a:pt x="184" y="32"/>
                  <a:pt x="184" y="32"/>
                  <a:pt x="184" y="32"/>
                </a:cubicBezTo>
                <a:cubicBezTo>
                  <a:pt x="186" y="32"/>
                  <a:pt x="188" y="34"/>
                  <a:pt x="188" y="36"/>
                </a:cubicBezTo>
                <a:cubicBezTo>
                  <a:pt x="188" y="132"/>
                  <a:pt x="188" y="132"/>
                  <a:pt x="188" y="132"/>
                </a:cubicBezTo>
                <a:cubicBezTo>
                  <a:pt x="152" y="132"/>
                  <a:pt x="152" y="132"/>
                  <a:pt x="152" y="132"/>
                </a:cubicBezTo>
                <a:cubicBezTo>
                  <a:pt x="152" y="140"/>
                  <a:pt x="152" y="140"/>
                  <a:pt x="152" y="140"/>
                </a:cubicBezTo>
                <a:cubicBezTo>
                  <a:pt x="176" y="140"/>
                  <a:pt x="176" y="140"/>
                  <a:pt x="176" y="140"/>
                </a:cubicBezTo>
                <a:cubicBezTo>
                  <a:pt x="176" y="152"/>
                  <a:pt x="176" y="152"/>
                  <a:pt x="176" y="152"/>
                </a:cubicBezTo>
                <a:cubicBezTo>
                  <a:pt x="132" y="152"/>
                  <a:pt x="132" y="152"/>
                  <a:pt x="132" y="152"/>
                </a:cubicBezTo>
                <a:cubicBezTo>
                  <a:pt x="132" y="140"/>
                  <a:pt x="132" y="140"/>
                  <a:pt x="132" y="140"/>
                </a:cubicBezTo>
                <a:cubicBezTo>
                  <a:pt x="136" y="140"/>
                  <a:pt x="136" y="140"/>
                  <a:pt x="136" y="140"/>
                </a:cubicBezTo>
                <a:cubicBezTo>
                  <a:pt x="136" y="132"/>
                  <a:pt x="136" y="132"/>
                  <a:pt x="136" y="132"/>
                </a:cubicBezTo>
                <a:cubicBezTo>
                  <a:pt x="120" y="132"/>
                  <a:pt x="120" y="132"/>
                  <a:pt x="120" y="132"/>
                </a:cubicBezTo>
                <a:cubicBezTo>
                  <a:pt x="120" y="116"/>
                  <a:pt x="120" y="116"/>
                  <a:pt x="120" y="116"/>
                </a:cubicBezTo>
                <a:cubicBezTo>
                  <a:pt x="136" y="114"/>
                  <a:pt x="148" y="100"/>
                  <a:pt x="148" y="84"/>
                </a:cubicBezTo>
                <a:cubicBezTo>
                  <a:pt x="148" y="68"/>
                  <a:pt x="136" y="54"/>
                  <a:pt x="120" y="52"/>
                </a:cubicBezTo>
                <a:lnTo>
                  <a:pt x="120" y="36"/>
                </a:lnTo>
                <a:close/>
                <a:moveTo>
                  <a:pt x="116" y="60"/>
                </a:moveTo>
                <a:cubicBezTo>
                  <a:pt x="129" y="60"/>
                  <a:pt x="140" y="71"/>
                  <a:pt x="140" y="84"/>
                </a:cubicBezTo>
                <a:cubicBezTo>
                  <a:pt x="140" y="97"/>
                  <a:pt x="129" y="108"/>
                  <a:pt x="116" y="108"/>
                </a:cubicBezTo>
                <a:cubicBezTo>
                  <a:pt x="103" y="108"/>
                  <a:pt x="92" y="97"/>
                  <a:pt x="92" y="84"/>
                </a:cubicBezTo>
                <a:cubicBezTo>
                  <a:pt x="92" y="71"/>
                  <a:pt x="103" y="60"/>
                  <a:pt x="116" y="60"/>
                </a:cubicBezTo>
                <a:close/>
                <a:moveTo>
                  <a:pt x="112" y="228"/>
                </a:moveTo>
                <a:cubicBezTo>
                  <a:pt x="64" y="228"/>
                  <a:pt x="64" y="228"/>
                  <a:pt x="64" y="228"/>
                </a:cubicBezTo>
                <a:cubicBezTo>
                  <a:pt x="64" y="204"/>
                  <a:pt x="64" y="204"/>
                  <a:pt x="64" y="204"/>
                </a:cubicBezTo>
                <a:cubicBezTo>
                  <a:pt x="64" y="191"/>
                  <a:pt x="75" y="180"/>
                  <a:pt x="88" y="180"/>
                </a:cubicBezTo>
                <a:cubicBezTo>
                  <a:pt x="101" y="180"/>
                  <a:pt x="112" y="191"/>
                  <a:pt x="112" y="204"/>
                </a:cubicBezTo>
                <a:lnTo>
                  <a:pt x="112" y="228"/>
                </a:lnTo>
                <a:close/>
                <a:moveTo>
                  <a:pt x="116" y="92"/>
                </a:moveTo>
                <a:cubicBezTo>
                  <a:pt x="120" y="92"/>
                  <a:pt x="124" y="88"/>
                  <a:pt x="124" y="84"/>
                </a:cubicBezTo>
                <a:cubicBezTo>
                  <a:pt x="124" y="80"/>
                  <a:pt x="120" y="76"/>
                  <a:pt x="116" y="76"/>
                </a:cubicBezTo>
                <a:cubicBezTo>
                  <a:pt x="112" y="76"/>
                  <a:pt x="108" y="80"/>
                  <a:pt x="108" y="84"/>
                </a:cubicBezTo>
                <a:cubicBezTo>
                  <a:pt x="108" y="88"/>
                  <a:pt x="112" y="92"/>
                  <a:pt x="116" y="92"/>
                </a:cubicBezTo>
                <a:close/>
                <a:moveTo>
                  <a:pt x="176" y="52"/>
                </a:moveTo>
                <a:cubicBezTo>
                  <a:pt x="168" y="52"/>
                  <a:pt x="168" y="52"/>
                  <a:pt x="168" y="52"/>
                </a:cubicBezTo>
                <a:cubicBezTo>
                  <a:pt x="168" y="112"/>
                  <a:pt x="168" y="112"/>
                  <a:pt x="168" y="112"/>
                </a:cubicBezTo>
                <a:cubicBezTo>
                  <a:pt x="176" y="112"/>
                  <a:pt x="176" y="112"/>
                  <a:pt x="176" y="112"/>
                </a:cubicBezTo>
                <a:lnTo>
                  <a:pt x="176" y="5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 name="Freeform 24">
            <a:extLst>
              <a:ext uri="{FF2B5EF4-FFF2-40B4-BE49-F238E27FC236}">
                <a16:creationId xmlns:a16="http://schemas.microsoft.com/office/drawing/2014/main" id="{C1568AE1-EFFF-4249-A98B-0AD73984DE65}"/>
              </a:ext>
            </a:extLst>
          </p:cNvPr>
          <p:cNvSpPr>
            <a:spLocks noChangeAspect="1" noEditPoints="1"/>
          </p:cNvSpPr>
          <p:nvPr/>
        </p:nvSpPr>
        <p:spPr bwMode="auto">
          <a:xfrm>
            <a:off x="10262248" y="3392460"/>
            <a:ext cx="374650" cy="400050"/>
          </a:xfrm>
          <a:custGeom>
            <a:avLst/>
            <a:gdLst>
              <a:gd name="T0" fmla="*/ 160 w 240"/>
              <a:gd name="T1" fmla="*/ 96 h 256"/>
              <a:gd name="T2" fmla="*/ 140 w 240"/>
              <a:gd name="T3" fmla="*/ 56 h 256"/>
              <a:gd name="T4" fmla="*/ 164 w 240"/>
              <a:gd name="T5" fmla="*/ 40 h 256"/>
              <a:gd name="T6" fmla="*/ 134 w 240"/>
              <a:gd name="T7" fmla="*/ 8 h 256"/>
              <a:gd name="T8" fmla="*/ 132 w 240"/>
              <a:gd name="T9" fmla="*/ 5 h 256"/>
              <a:gd name="T10" fmla="*/ 128 w 240"/>
              <a:gd name="T11" fmla="*/ 2 h 256"/>
              <a:gd name="T12" fmla="*/ 124 w 240"/>
              <a:gd name="T13" fmla="*/ 0 h 256"/>
              <a:gd name="T14" fmla="*/ 116 w 240"/>
              <a:gd name="T15" fmla="*/ 0 h 256"/>
              <a:gd name="T16" fmla="*/ 112 w 240"/>
              <a:gd name="T17" fmla="*/ 2 h 256"/>
              <a:gd name="T18" fmla="*/ 108 w 240"/>
              <a:gd name="T19" fmla="*/ 5 h 256"/>
              <a:gd name="T20" fmla="*/ 106 w 240"/>
              <a:gd name="T21" fmla="*/ 8 h 256"/>
              <a:gd name="T22" fmla="*/ 76 w 240"/>
              <a:gd name="T23" fmla="*/ 40 h 256"/>
              <a:gd name="T24" fmla="*/ 100 w 240"/>
              <a:gd name="T25" fmla="*/ 56 h 256"/>
              <a:gd name="T26" fmla="*/ 80 w 240"/>
              <a:gd name="T27" fmla="*/ 96 h 256"/>
              <a:gd name="T28" fmla="*/ 0 w 240"/>
              <a:gd name="T29" fmla="*/ 108 h 256"/>
              <a:gd name="T30" fmla="*/ 74 w 240"/>
              <a:gd name="T31" fmla="*/ 168 h 256"/>
              <a:gd name="T32" fmla="*/ 84 w 240"/>
              <a:gd name="T33" fmla="*/ 220 h 256"/>
              <a:gd name="T34" fmla="*/ 143 w 240"/>
              <a:gd name="T35" fmla="*/ 187 h 256"/>
              <a:gd name="T36" fmla="*/ 236 w 240"/>
              <a:gd name="T37" fmla="*/ 168 h 256"/>
              <a:gd name="T38" fmla="*/ 236 w 240"/>
              <a:gd name="T39" fmla="*/ 104 h 256"/>
              <a:gd name="T40" fmla="*/ 84 w 240"/>
              <a:gd name="T41" fmla="*/ 16 h 256"/>
              <a:gd name="T42" fmla="*/ 113 w 240"/>
              <a:gd name="T43" fmla="*/ 13 h 256"/>
              <a:gd name="T44" fmla="*/ 113 w 240"/>
              <a:gd name="T45" fmla="*/ 11 h 256"/>
              <a:gd name="T46" fmla="*/ 116 w 240"/>
              <a:gd name="T47" fmla="*/ 9 h 256"/>
              <a:gd name="T48" fmla="*/ 118 w 240"/>
              <a:gd name="T49" fmla="*/ 8 h 256"/>
              <a:gd name="T50" fmla="*/ 122 w 240"/>
              <a:gd name="T51" fmla="*/ 4 h 256"/>
              <a:gd name="T52" fmla="*/ 123 w 240"/>
              <a:gd name="T53" fmla="*/ 9 h 256"/>
              <a:gd name="T54" fmla="*/ 126 w 240"/>
              <a:gd name="T55" fmla="*/ 10 h 256"/>
              <a:gd name="T56" fmla="*/ 127 w 240"/>
              <a:gd name="T57" fmla="*/ 11 h 256"/>
              <a:gd name="T58" fmla="*/ 127 w 240"/>
              <a:gd name="T59" fmla="*/ 13 h 256"/>
              <a:gd name="T60" fmla="*/ 156 w 240"/>
              <a:gd name="T61" fmla="*/ 16 h 256"/>
              <a:gd name="T62" fmla="*/ 76 w 240"/>
              <a:gd name="T63" fmla="*/ 32 h 256"/>
              <a:gd name="T64" fmla="*/ 112 w 240"/>
              <a:gd name="T65" fmla="*/ 56 h 256"/>
              <a:gd name="T66" fmla="*/ 104 w 240"/>
              <a:gd name="T67" fmla="*/ 64 h 256"/>
              <a:gd name="T68" fmla="*/ 120 w 240"/>
              <a:gd name="T69" fmla="*/ 80 h 256"/>
              <a:gd name="T70" fmla="*/ 148 w 240"/>
              <a:gd name="T71" fmla="*/ 220 h 256"/>
              <a:gd name="T72" fmla="*/ 120 w 240"/>
              <a:gd name="T73" fmla="*/ 170 h 256"/>
              <a:gd name="T74" fmla="*/ 164 w 240"/>
              <a:gd name="T75" fmla="*/ 160 h 256"/>
              <a:gd name="T76" fmla="*/ 139 w 240"/>
              <a:gd name="T77" fmla="*/ 180 h 256"/>
              <a:gd name="T78" fmla="*/ 101 w 240"/>
              <a:gd name="T79" fmla="*/ 180 h 256"/>
              <a:gd name="T80" fmla="*/ 76 w 240"/>
              <a:gd name="T81" fmla="*/ 160 h 256"/>
              <a:gd name="T82" fmla="*/ 76 w 240"/>
              <a:gd name="T83" fmla="*/ 112 h 256"/>
              <a:gd name="T84" fmla="*/ 101 w 240"/>
              <a:gd name="T85" fmla="*/ 92 h 256"/>
              <a:gd name="T86" fmla="*/ 138 w 240"/>
              <a:gd name="T87" fmla="*/ 92 h 256"/>
              <a:gd name="T88" fmla="*/ 160 w 240"/>
              <a:gd name="T89" fmla="*/ 110 h 256"/>
              <a:gd name="T90" fmla="*/ 232 w 240"/>
              <a:gd name="T91" fmla="*/ 160 h 256"/>
              <a:gd name="T92" fmla="*/ 216 w 240"/>
              <a:gd name="T93" fmla="*/ 128 h 256"/>
              <a:gd name="T94" fmla="*/ 208 w 240"/>
              <a:gd name="T95" fmla="*/ 144 h 256"/>
              <a:gd name="T96" fmla="*/ 24 w 240"/>
              <a:gd name="T97" fmla="*/ 128 h 256"/>
              <a:gd name="T98" fmla="*/ 32 w 240"/>
              <a:gd name="T99" fmla="*/ 144 h 256"/>
              <a:gd name="T100" fmla="*/ 108 w 240"/>
              <a:gd name="T101" fmla="*/ 220 h 256"/>
              <a:gd name="T102" fmla="*/ 120 w 240"/>
              <a:gd name="T103" fmla="*/ 240 h 256"/>
              <a:gd name="T104" fmla="*/ 108 w 240"/>
              <a:gd name="T105" fmla="*/ 220 h 256"/>
              <a:gd name="T106" fmla="*/ 88 w 240"/>
              <a:gd name="T107" fmla="*/ 136 h 256"/>
              <a:gd name="T108" fmla="*/ 103 w 240"/>
              <a:gd name="T109" fmla="*/ 153 h 256"/>
              <a:gd name="T110" fmla="*/ 120 w 240"/>
              <a:gd name="T111" fmla="*/ 112 h 256"/>
              <a:gd name="T112" fmla="*/ 137 w 240"/>
              <a:gd name="T113" fmla="*/ 153 h 256"/>
              <a:gd name="T114" fmla="*/ 143 w 240"/>
              <a:gd name="T115" fmla="*/ 159 h 256"/>
              <a:gd name="T116" fmla="*/ 120 w 240"/>
              <a:gd name="T117" fmla="*/ 1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0" h="256">
                <a:moveTo>
                  <a:pt x="236" y="104"/>
                </a:moveTo>
                <a:cubicBezTo>
                  <a:pt x="166" y="104"/>
                  <a:pt x="166" y="104"/>
                  <a:pt x="166" y="104"/>
                </a:cubicBezTo>
                <a:cubicBezTo>
                  <a:pt x="164" y="101"/>
                  <a:pt x="162" y="99"/>
                  <a:pt x="160" y="96"/>
                </a:cubicBezTo>
                <a:cubicBezTo>
                  <a:pt x="155" y="92"/>
                  <a:pt x="150" y="88"/>
                  <a:pt x="144" y="85"/>
                </a:cubicBezTo>
                <a:cubicBezTo>
                  <a:pt x="144" y="60"/>
                  <a:pt x="144" y="60"/>
                  <a:pt x="144" y="60"/>
                </a:cubicBezTo>
                <a:cubicBezTo>
                  <a:pt x="144" y="58"/>
                  <a:pt x="142" y="56"/>
                  <a:pt x="140" y="56"/>
                </a:cubicBezTo>
                <a:cubicBezTo>
                  <a:pt x="136" y="56"/>
                  <a:pt x="136" y="56"/>
                  <a:pt x="136" y="56"/>
                </a:cubicBezTo>
                <a:cubicBezTo>
                  <a:pt x="136" y="40"/>
                  <a:pt x="136" y="40"/>
                  <a:pt x="136" y="40"/>
                </a:cubicBezTo>
                <a:cubicBezTo>
                  <a:pt x="164" y="40"/>
                  <a:pt x="164" y="40"/>
                  <a:pt x="164" y="40"/>
                </a:cubicBezTo>
                <a:cubicBezTo>
                  <a:pt x="171" y="40"/>
                  <a:pt x="176" y="35"/>
                  <a:pt x="176" y="28"/>
                </a:cubicBezTo>
                <a:cubicBezTo>
                  <a:pt x="176" y="17"/>
                  <a:pt x="167" y="8"/>
                  <a:pt x="156" y="8"/>
                </a:cubicBezTo>
                <a:cubicBezTo>
                  <a:pt x="134" y="8"/>
                  <a:pt x="134" y="8"/>
                  <a:pt x="134" y="8"/>
                </a:cubicBezTo>
                <a:cubicBezTo>
                  <a:pt x="134" y="8"/>
                  <a:pt x="134" y="8"/>
                  <a:pt x="133" y="7"/>
                </a:cubicBezTo>
                <a:cubicBezTo>
                  <a:pt x="133" y="7"/>
                  <a:pt x="133" y="7"/>
                  <a:pt x="133" y="7"/>
                </a:cubicBezTo>
                <a:cubicBezTo>
                  <a:pt x="133" y="6"/>
                  <a:pt x="132" y="6"/>
                  <a:pt x="132" y="5"/>
                </a:cubicBezTo>
                <a:cubicBezTo>
                  <a:pt x="132" y="5"/>
                  <a:pt x="131" y="5"/>
                  <a:pt x="131" y="5"/>
                </a:cubicBezTo>
                <a:cubicBezTo>
                  <a:pt x="131" y="4"/>
                  <a:pt x="130" y="3"/>
                  <a:pt x="129" y="3"/>
                </a:cubicBezTo>
                <a:cubicBezTo>
                  <a:pt x="129" y="3"/>
                  <a:pt x="129" y="3"/>
                  <a:pt x="128" y="2"/>
                </a:cubicBezTo>
                <a:cubicBezTo>
                  <a:pt x="128" y="2"/>
                  <a:pt x="127" y="2"/>
                  <a:pt x="127" y="1"/>
                </a:cubicBezTo>
                <a:cubicBezTo>
                  <a:pt x="126" y="1"/>
                  <a:pt x="126" y="1"/>
                  <a:pt x="126" y="1"/>
                </a:cubicBezTo>
                <a:cubicBezTo>
                  <a:pt x="125" y="1"/>
                  <a:pt x="124" y="1"/>
                  <a:pt x="124" y="0"/>
                </a:cubicBezTo>
                <a:cubicBezTo>
                  <a:pt x="123" y="0"/>
                  <a:pt x="123" y="0"/>
                  <a:pt x="123" y="0"/>
                </a:cubicBezTo>
                <a:cubicBezTo>
                  <a:pt x="121" y="0"/>
                  <a:pt x="119" y="0"/>
                  <a:pt x="117" y="0"/>
                </a:cubicBezTo>
                <a:cubicBezTo>
                  <a:pt x="117" y="0"/>
                  <a:pt x="117" y="0"/>
                  <a:pt x="116" y="0"/>
                </a:cubicBezTo>
                <a:cubicBezTo>
                  <a:pt x="116" y="1"/>
                  <a:pt x="115" y="1"/>
                  <a:pt x="114" y="1"/>
                </a:cubicBezTo>
                <a:cubicBezTo>
                  <a:pt x="113" y="1"/>
                  <a:pt x="113" y="1"/>
                  <a:pt x="113" y="1"/>
                </a:cubicBezTo>
                <a:cubicBezTo>
                  <a:pt x="113" y="2"/>
                  <a:pt x="112" y="2"/>
                  <a:pt x="112" y="2"/>
                </a:cubicBezTo>
                <a:cubicBezTo>
                  <a:pt x="111" y="3"/>
                  <a:pt x="111" y="3"/>
                  <a:pt x="111" y="3"/>
                </a:cubicBezTo>
                <a:cubicBezTo>
                  <a:pt x="110" y="3"/>
                  <a:pt x="109" y="4"/>
                  <a:pt x="109" y="5"/>
                </a:cubicBezTo>
                <a:cubicBezTo>
                  <a:pt x="109" y="5"/>
                  <a:pt x="108" y="5"/>
                  <a:pt x="108" y="5"/>
                </a:cubicBezTo>
                <a:cubicBezTo>
                  <a:pt x="108" y="6"/>
                  <a:pt x="107" y="6"/>
                  <a:pt x="107" y="7"/>
                </a:cubicBezTo>
                <a:cubicBezTo>
                  <a:pt x="107" y="7"/>
                  <a:pt x="107" y="7"/>
                  <a:pt x="106" y="8"/>
                </a:cubicBezTo>
                <a:cubicBezTo>
                  <a:pt x="106" y="8"/>
                  <a:pt x="106" y="8"/>
                  <a:pt x="106" y="8"/>
                </a:cubicBezTo>
                <a:cubicBezTo>
                  <a:pt x="84" y="8"/>
                  <a:pt x="84" y="8"/>
                  <a:pt x="84" y="8"/>
                </a:cubicBezTo>
                <a:cubicBezTo>
                  <a:pt x="73" y="8"/>
                  <a:pt x="64" y="17"/>
                  <a:pt x="64" y="28"/>
                </a:cubicBezTo>
                <a:cubicBezTo>
                  <a:pt x="64" y="35"/>
                  <a:pt x="69" y="40"/>
                  <a:pt x="76" y="40"/>
                </a:cubicBezTo>
                <a:cubicBezTo>
                  <a:pt x="104" y="40"/>
                  <a:pt x="104" y="40"/>
                  <a:pt x="104" y="40"/>
                </a:cubicBezTo>
                <a:cubicBezTo>
                  <a:pt x="104" y="56"/>
                  <a:pt x="104" y="56"/>
                  <a:pt x="104" y="56"/>
                </a:cubicBezTo>
                <a:cubicBezTo>
                  <a:pt x="100" y="56"/>
                  <a:pt x="100" y="56"/>
                  <a:pt x="100" y="56"/>
                </a:cubicBezTo>
                <a:cubicBezTo>
                  <a:pt x="98" y="56"/>
                  <a:pt x="96" y="58"/>
                  <a:pt x="96" y="60"/>
                </a:cubicBezTo>
                <a:cubicBezTo>
                  <a:pt x="96" y="85"/>
                  <a:pt x="96" y="85"/>
                  <a:pt x="96" y="85"/>
                </a:cubicBezTo>
                <a:cubicBezTo>
                  <a:pt x="90" y="88"/>
                  <a:pt x="85" y="92"/>
                  <a:pt x="80" y="96"/>
                </a:cubicBezTo>
                <a:cubicBezTo>
                  <a:pt x="78" y="99"/>
                  <a:pt x="76" y="101"/>
                  <a:pt x="74" y="104"/>
                </a:cubicBezTo>
                <a:cubicBezTo>
                  <a:pt x="4" y="104"/>
                  <a:pt x="4" y="104"/>
                  <a:pt x="4" y="104"/>
                </a:cubicBezTo>
                <a:cubicBezTo>
                  <a:pt x="2" y="104"/>
                  <a:pt x="0" y="106"/>
                  <a:pt x="0" y="108"/>
                </a:cubicBezTo>
                <a:cubicBezTo>
                  <a:pt x="0" y="164"/>
                  <a:pt x="0" y="164"/>
                  <a:pt x="0" y="164"/>
                </a:cubicBezTo>
                <a:cubicBezTo>
                  <a:pt x="0" y="166"/>
                  <a:pt x="2" y="168"/>
                  <a:pt x="4" y="168"/>
                </a:cubicBezTo>
                <a:cubicBezTo>
                  <a:pt x="74" y="168"/>
                  <a:pt x="74" y="168"/>
                  <a:pt x="74" y="168"/>
                </a:cubicBezTo>
                <a:cubicBezTo>
                  <a:pt x="76" y="171"/>
                  <a:pt x="78" y="173"/>
                  <a:pt x="80" y="176"/>
                </a:cubicBezTo>
                <a:cubicBezTo>
                  <a:pt x="85" y="180"/>
                  <a:pt x="91" y="184"/>
                  <a:pt x="97" y="187"/>
                </a:cubicBezTo>
                <a:cubicBezTo>
                  <a:pt x="90" y="197"/>
                  <a:pt x="84" y="209"/>
                  <a:pt x="84" y="220"/>
                </a:cubicBezTo>
                <a:cubicBezTo>
                  <a:pt x="84" y="240"/>
                  <a:pt x="100" y="256"/>
                  <a:pt x="120" y="256"/>
                </a:cubicBezTo>
                <a:cubicBezTo>
                  <a:pt x="140" y="256"/>
                  <a:pt x="156" y="240"/>
                  <a:pt x="156" y="220"/>
                </a:cubicBezTo>
                <a:cubicBezTo>
                  <a:pt x="156" y="209"/>
                  <a:pt x="150" y="197"/>
                  <a:pt x="143" y="187"/>
                </a:cubicBezTo>
                <a:cubicBezTo>
                  <a:pt x="149" y="184"/>
                  <a:pt x="155" y="180"/>
                  <a:pt x="160" y="176"/>
                </a:cubicBezTo>
                <a:cubicBezTo>
                  <a:pt x="162" y="173"/>
                  <a:pt x="164" y="171"/>
                  <a:pt x="166" y="168"/>
                </a:cubicBezTo>
                <a:cubicBezTo>
                  <a:pt x="236" y="168"/>
                  <a:pt x="236" y="168"/>
                  <a:pt x="236" y="168"/>
                </a:cubicBezTo>
                <a:cubicBezTo>
                  <a:pt x="238" y="168"/>
                  <a:pt x="240" y="166"/>
                  <a:pt x="240" y="164"/>
                </a:cubicBezTo>
                <a:cubicBezTo>
                  <a:pt x="240" y="108"/>
                  <a:pt x="240" y="108"/>
                  <a:pt x="240" y="108"/>
                </a:cubicBezTo>
                <a:cubicBezTo>
                  <a:pt x="240" y="106"/>
                  <a:pt x="238" y="104"/>
                  <a:pt x="236" y="104"/>
                </a:cubicBezTo>
                <a:close/>
                <a:moveTo>
                  <a:pt x="76" y="32"/>
                </a:moveTo>
                <a:cubicBezTo>
                  <a:pt x="74" y="32"/>
                  <a:pt x="72" y="30"/>
                  <a:pt x="72" y="28"/>
                </a:cubicBezTo>
                <a:cubicBezTo>
                  <a:pt x="72" y="21"/>
                  <a:pt x="77" y="16"/>
                  <a:pt x="84" y="16"/>
                </a:cubicBezTo>
                <a:cubicBezTo>
                  <a:pt x="109" y="16"/>
                  <a:pt x="109" y="16"/>
                  <a:pt x="109" y="16"/>
                </a:cubicBezTo>
                <a:cubicBezTo>
                  <a:pt x="111" y="16"/>
                  <a:pt x="112" y="15"/>
                  <a:pt x="113" y="13"/>
                </a:cubicBezTo>
                <a:cubicBezTo>
                  <a:pt x="113" y="13"/>
                  <a:pt x="113" y="13"/>
                  <a:pt x="113" y="13"/>
                </a:cubicBezTo>
                <a:cubicBezTo>
                  <a:pt x="113" y="13"/>
                  <a:pt x="113" y="13"/>
                  <a:pt x="113" y="13"/>
                </a:cubicBezTo>
                <a:cubicBezTo>
                  <a:pt x="113" y="12"/>
                  <a:pt x="113" y="12"/>
                  <a:pt x="113" y="12"/>
                </a:cubicBezTo>
                <a:cubicBezTo>
                  <a:pt x="113" y="12"/>
                  <a:pt x="113" y="11"/>
                  <a:pt x="113" y="11"/>
                </a:cubicBezTo>
                <a:cubicBezTo>
                  <a:pt x="114" y="11"/>
                  <a:pt x="114" y="11"/>
                  <a:pt x="114" y="10"/>
                </a:cubicBezTo>
                <a:cubicBezTo>
                  <a:pt x="115" y="10"/>
                  <a:pt x="115" y="10"/>
                  <a:pt x="115" y="9"/>
                </a:cubicBezTo>
                <a:cubicBezTo>
                  <a:pt x="115" y="9"/>
                  <a:pt x="116" y="9"/>
                  <a:pt x="116" y="9"/>
                </a:cubicBezTo>
                <a:cubicBezTo>
                  <a:pt x="116" y="9"/>
                  <a:pt x="116" y="9"/>
                  <a:pt x="117" y="9"/>
                </a:cubicBezTo>
                <a:cubicBezTo>
                  <a:pt x="117" y="9"/>
                  <a:pt x="117" y="9"/>
                  <a:pt x="117" y="9"/>
                </a:cubicBezTo>
                <a:cubicBezTo>
                  <a:pt x="117" y="8"/>
                  <a:pt x="118" y="8"/>
                  <a:pt x="118" y="8"/>
                </a:cubicBezTo>
                <a:cubicBezTo>
                  <a:pt x="118" y="8"/>
                  <a:pt x="119" y="8"/>
                  <a:pt x="119" y="8"/>
                </a:cubicBezTo>
                <a:cubicBezTo>
                  <a:pt x="119" y="8"/>
                  <a:pt x="121" y="8"/>
                  <a:pt x="121" y="8"/>
                </a:cubicBezTo>
                <a:cubicBezTo>
                  <a:pt x="122" y="4"/>
                  <a:pt x="122" y="4"/>
                  <a:pt x="122" y="4"/>
                </a:cubicBezTo>
                <a:cubicBezTo>
                  <a:pt x="122" y="8"/>
                  <a:pt x="122" y="8"/>
                  <a:pt x="122" y="8"/>
                </a:cubicBezTo>
                <a:cubicBezTo>
                  <a:pt x="122" y="8"/>
                  <a:pt x="123" y="8"/>
                  <a:pt x="123" y="9"/>
                </a:cubicBezTo>
                <a:cubicBezTo>
                  <a:pt x="123" y="9"/>
                  <a:pt x="123" y="9"/>
                  <a:pt x="123" y="9"/>
                </a:cubicBezTo>
                <a:cubicBezTo>
                  <a:pt x="124" y="9"/>
                  <a:pt x="124" y="9"/>
                  <a:pt x="124" y="9"/>
                </a:cubicBezTo>
                <a:cubicBezTo>
                  <a:pt x="124" y="9"/>
                  <a:pt x="125" y="9"/>
                  <a:pt x="125" y="9"/>
                </a:cubicBezTo>
                <a:cubicBezTo>
                  <a:pt x="125" y="10"/>
                  <a:pt x="125" y="10"/>
                  <a:pt x="126" y="10"/>
                </a:cubicBezTo>
                <a:cubicBezTo>
                  <a:pt x="126" y="10"/>
                  <a:pt x="126" y="10"/>
                  <a:pt x="126" y="11"/>
                </a:cubicBezTo>
                <a:cubicBezTo>
                  <a:pt x="126" y="11"/>
                  <a:pt x="126" y="11"/>
                  <a:pt x="127" y="11"/>
                </a:cubicBezTo>
                <a:cubicBezTo>
                  <a:pt x="127" y="11"/>
                  <a:pt x="127" y="11"/>
                  <a:pt x="127" y="11"/>
                </a:cubicBezTo>
                <a:cubicBezTo>
                  <a:pt x="127" y="11"/>
                  <a:pt x="127" y="11"/>
                  <a:pt x="127" y="11"/>
                </a:cubicBezTo>
                <a:cubicBezTo>
                  <a:pt x="127" y="12"/>
                  <a:pt x="127" y="12"/>
                  <a:pt x="127" y="12"/>
                </a:cubicBezTo>
                <a:cubicBezTo>
                  <a:pt x="127" y="12"/>
                  <a:pt x="127" y="12"/>
                  <a:pt x="127" y="13"/>
                </a:cubicBezTo>
                <a:cubicBezTo>
                  <a:pt x="127" y="13"/>
                  <a:pt x="127" y="13"/>
                  <a:pt x="127" y="13"/>
                </a:cubicBezTo>
                <a:cubicBezTo>
                  <a:pt x="128" y="15"/>
                  <a:pt x="129" y="16"/>
                  <a:pt x="131" y="16"/>
                </a:cubicBezTo>
                <a:cubicBezTo>
                  <a:pt x="156" y="16"/>
                  <a:pt x="156" y="16"/>
                  <a:pt x="156" y="16"/>
                </a:cubicBezTo>
                <a:cubicBezTo>
                  <a:pt x="163" y="16"/>
                  <a:pt x="168" y="21"/>
                  <a:pt x="168" y="28"/>
                </a:cubicBezTo>
                <a:cubicBezTo>
                  <a:pt x="168" y="30"/>
                  <a:pt x="166" y="32"/>
                  <a:pt x="164" y="32"/>
                </a:cubicBezTo>
                <a:lnTo>
                  <a:pt x="76" y="32"/>
                </a:lnTo>
                <a:close/>
                <a:moveTo>
                  <a:pt x="128" y="40"/>
                </a:moveTo>
                <a:cubicBezTo>
                  <a:pt x="128" y="56"/>
                  <a:pt x="128" y="56"/>
                  <a:pt x="128" y="56"/>
                </a:cubicBezTo>
                <a:cubicBezTo>
                  <a:pt x="112" y="56"/>
                  <a:pt x="112" y="56"/>
                  <a:pt x="112" y="56"/>
                </a:cubicBezTo>
                <a:cubicBezTo>
                  <a:pt x="112" y="40"/>
                  <a:pt x="112" y="40"/>
                  <a:pt x="112" y="40"/>
                </a:cubicBezTo>
                <a:lnTo>
                  <a:pt x="128" y="40"/>
                </a:lnTo>
                <a:close/>
                <a:moveTo>
                  <a:pt x="104" y="64"/>
                </a:moveTo>
                <a:cubicBezTo>
                  <a:pt x="136" y="64"/>
                  <a:pt x="136" y="64"/>
                  <a:pt x="136" y="64"/>
                </a:cubicBezTo>
                <a:cubicBezTo>
                  <a:pt x="136" y="82"/>
                  <a:pt x="136" y="82"/>
                  <a:pt x="136" y="82"/>
                </a:cubicBezTo>
                <a:cubicBezTo>
                  <a:pt x="131" y="81"/>
                  <a:pt x="126" y="80"/>
                  <a:pt x="120" y="80"/>
                </a:cubicBezTo>
                <a:cubicBezTo>
                  <a:pt x="114" y="80"/>
                  <a:pt x="109" y="81"/>
                  <a:pt x="104" y="82"/>
                </a:cubicBezTo>
                <a:lnTo>
                  <a:pt x="104" y="64"/>
                </a:lnTo>
                <a:close/>
                <a:moveTo>
                  <a:pt x="148" y="220"/>
                </a:moveTo>
                <a:cubicBezTo>
                  <a:pt x="148" y="235"/>
                  <a:pt x="135" y="248"/>
                  <a:pt x="120" y="248"/>
                </a:cubicBezTo>
                <a:cubicBezTo>
                  <a:pt x="105" y="248"/>
                  <a:pt x="92" y="235"/>
                  <a:pt x="92" y="220"/>
                </a:cubicBezTo>
                <a:cubicBezTo>
                  <a:pt x="92" y="202"/>
                  <a:pt x="112" y="178"/>
                  <a:pt x="120" y="170"/>
                </a:cubicBezTo>
                <a:cubicBezTo>
                  <a:pt x="128" y="178"/>
                  <a:pt x="148" y="202"/>
                  <a:pt x="148" y="220"/>
                </a:cubicBezTo>
                <a:close/>
                <a:moveTo>
                  <a:pt x="232" y="160"/>
                </a:moveTo>
                <a:cubicBezTo>
                  <a:pt x="164" y="160"/>
                  <a:pt x="164" y="160"/>
                  <a:pt x="164" y="160"/>
                </a:cubicBezTo>
                <a:cubicBezTo>
                  <a:pt x="162" y="160"/>
                  <a:pt x="161" y="161"/>
                  <a:pt x="160" y="162"/>
                </a:cubicBezTo>
                <a:cubicBezTo>
                  <a:pt x="158" y="165"/>
                  <a:pt x="156" y="168"/>
                  <a:pt x="154" y="170"/>
                </a:cubicBezTo>
                <a:cubicBezTo>
                  <a:pt x="150" y="174"/>
                  <a:pt x="144" y="178"/>
                  <a:pt x="139" y="180"/>
                </a:cubicBezTo>
                <a:cubicBezTo>
                  <a:pt x="131" y="170"/>
                  <a:pt x="123" y="162"/>
                  <a:pt x="123" y="161"/>
                </a:cubicBezTo>
                <a:cubicBezTo>
                  <a:pt x="121" y="160"/>
                  <a:pt x="119" y="160"/>
                  <a:pt x="117" y="161"/>
                </a:cubicBezTo>
                <a:cubicBezTo>
                  <a:pt x="117" y="162"/>
                  <a:pt x="109" y="170"/>
                  <a:pt x="101" y="180"/>
                </a:cubicBezTo>
                <a:cubicBezTo>
                  <a:pt x="96" y="178"/>
                  <a:pt x="90" y="174"/>
                  <a:pt x="86" y="170"/>
                </a:cubicBezTo>
                <a:cubicBezTo>
                  <a:pt x="84" y="168"/>
                  <a:pt x="82" y="165"/>
                  <a:pt x="80" y="162"/>
                </a:cubicBezTo>
                <a:cubicBezTo>
                  <a:pt x="79" y="161"/>
                  <a:pt x="78" y="160"/>
                  <a:pt x="76" y="160"/>
                </a:cubicBezTo>
                <a:cubicBezTo>
                  <a:pt x="8" y="160"/>
                  <a:pt x="8" y="160"/>
                  <a:pt x="8" y="160"/>
                </a:cubicBezTo>
                <a:cubicBezTo>
                  <a:pt x="8" y="112"/>
                  <a:pt x="8" y="112"/>
                  <a:pt x="8" y="112"/>
                </a:cubicBezTo>
                <a:cubicBezTo>
                  <a:pt x="76" y="112"/>
                  <a:pt x="76" y="112"/>
                  <a:pt x="76" y="112"/>
                </a:cubicBezTo>
                <a:cubicBezTo>
                  <a:pt x="78" y="112"/>
                  <a:pt x="79" y="111"/>
                  <a:pt x="80" y="110"/>
                </a:cubicBezTo>
                <a:cubicBezTo>
                  <a:pt x="82" y="107"/>
                  <a:pt x="84" y="104"/>
                  <a:pt x="86" y="102"/>
                </a:cubicBezTo>
                <a:cubicBezTo>
                  <a:pt x="91" y="98"/>
                  <a:pt x="96" y="94"/>
                  <a:pt x="101" y="92"/>
                </a:cubicBezTo>
                <a:cubicBezTo>
                  <a:pt x="102" y="92"/>
                  <a:pt x="102" y="92"/>
                  <a:pt x="102" y="92"/>
                </a:cubicBezTo>
                <a:cubicBezTo>
                  <a:pt x="107" y="89"/>
                  <a:pt x="114" y="88"/>
                  <a:pt x="120" y="88"/>
                </a:cubicBezTo>
                <a:cubicBezTo>
                  <a:pt x="126" y="88"/>
                  <a:pt x="133" y="89"/>
                  <a:pt x="138" y="92"/>
                </a:cubicBezTo>
                <a:cubicBezTo>
                  <a:pt x="138" y="92"/>
                  <a:pt x="138" y="92"/>
                  <a:pt x="139" y="92"/>
                </a:cubicBezTo>
                <a:cubicBezTo>
                  <a:pt x="144" y="94"/>
                  <a:pt x="149" y="98"/>
                  <a:pt x="154" y="102"/>
                </a:cubicBezTo>
                <a:cubicBezTo>
                  <a:pt x="156" y="104"/>
                  <a:pt x="158" y="107"/>
                  <a:pt x="160" y="110"/>
                </a:cubicBezTo>
                <a:cubicBezTo>
                  <a:pt x="161" y="111"/>
                  <a:pt x="162" y="112"/>
                  <a:pt x="164" y="112"/>
                </a:cubicBezTo>
                <a:cubicBezTo>
                  <a:pt x="232" y="112"/>
                  <a:pt x="232" y="112"/>
                  <a:pt x="232" y="112"/>
                </a:cubicBezTo>
                <a:lnTo>
                  <a:pt x="232" y="160"/>
                </a:lnTo>
                <a:close/>
                <a:moveTo>
                  <a:pt x="212" y="148"/>
                </a:moveTo>
                <a:cubicBezTo>
                  <a:pt x="214" y="148"/>
                  <a:pt x="216" y="146"/>
                  <a:pt x="216" y="144"/>
                </a:cubicBezTo>
                <a:cubicBezTo>
                  <a:pt x="216" y="128"/>
                  <a:pt x="216" y="128"/>
                  <a:pt x="216" y="128"/>
                </a:cubicBezTo>
                <a:cubicBezTo>
                  <a:pt x="216" y="126"/>
                  <a:pt x="214" y="124"/>
                  <a:pt x="212" y="124"/>
                </a:cubicBezTo>
                <a:cubicBezTo>
                  <a:pt x="210" y="124"/>
                  <a:pt x="208" y="126"/>
                  <a:pt x="208" y="128"/>
                </a:cubicBezTo>
                <a:cubicBezTo>
                  <a:pt x="208" y="144"/>
                  <a:pt x="208" y="144"/>
                  <a:pt x="208" y="144"/>
                </a:cubicBezTo>
                <a:cubicBezTo>
                  <a:pt x="208" y="146"/>
                  <a:pt x="210" y="148"/>
                  <a:pt x="212" y="148"/>
                </a:cubicBezTo>
                <a:close/>
                <a:moveTo>
                  <a:pt x="28" y="124"/>
                </a:moveTo>
                <a:cubicBezTo>
                  <a:pt x="26" y="124"/>
                  <a:pt x="24" y="126"/>
                  <a:pt x="24" y="128"/>
                </a:cubicBezTo>
                <a:cubicBezTo>
                  <a:pt x="24" y="144"/>
                  <a:pt x="24" y="144"/>
                  <a:pt x="24" y="144"/>
                </a:cubicBezTo>
                <a:cubicBezTo>
                  <a:pt x="24" y="146"/>
                  <a:pt x="26" y="148"/>
                  <a:pt x="28" y="148"/>
                </a:cubicBezTo>
                <a:cubicBezTo>
                  <a:pt x="30" y="148"/>
                  <a:pt x="32" y="146"/>
                  <a:pt x="32" y="144"/>
                </a:cubicBezTo>
                <a:cubicBezTo>
                  <a:pt x="32" y="128"/>
                  <a:pt x="32" y="128"/>
                  <a:pt x="32" y="128"/>
                </a:cubicBezTo>
                <a:cubicBezTo>
                  <a:pt x="32" y="126"/>
                  <a:pt x="30" y="124"/>
                  <a:pt x="28" y="124"/>
                </a:cubicBezTo>
                <a:close/>
                <a:moveTo>
                  <a:pt x="108" y="220"/>
                </a:moveTo>
                <a:cubicBezTo>
                  <a:pt x="108" y="218"/>
                  <a:pt x="106" y="216"/>
                  <a:pt x="104" y="216"/>
                </a:cubicBezTo>
                <a:cubicBezTo>
                  <a:pt x="102" y="216"/>
                  <a:pt x="100" y="218"/>
                  <a:pt x="100" y="220"/>
                </a:cubicBezTo>
                <a:cubicBezTo>
                  <a:pt x="100" y="231"/>
                  <a:pt x="109" y="240"/>
                  <a:pt x="120" y="240"/>
                </a:cubicBezTo>
                <a:cubicBezTo>
                  <a:pt x="122" y="240"/>
                  <a:pt x="124" y="238"/>
                  <a:pt x="124" y="236"/>
                </a:cubicBezTo>
                <a:cubicBezTo>
                  <a:pt x="124" y="234"/>
                  <a:pt x="122" y="232"/>
                  <a:pt x="120" y="232"/>
                </a:cubicBezTo>
                <a:cubicBezTo>
                  <a:pt x="113" y="232"/>
                  <a:pt x="108" y="227"/>
                  <a:pt x="108" y="220"/>
                </a:cubicBezTo>
                <a:close/>
                <a:moveTo>
                  <a:pt x="120" y="104"/>
                </a:moveTo>
                <a:cubicBezTo>
                  <a:pt x="111" y="104"/>
                  <a:pt x="103" y="107"/>
                  <a:pt x="97" y="113"/>
                </a:cubicBezTo>
                <a:cubicBezTo>
                  <a:pt x="91" y="119"/>
                  <a:pt x="88" y="127"/>
                  <a:pt x="88" y="136"/>
                </a:cubicBezTo>
                <a:cubicBezTo>
                  <a:pt x="88" y="145"/>
                  <a:pt x="91" y="153"/>
                  <a:pt x="97" y="159"/>
                </a:cubicBezTo>
                <a:cubicBezTo>
                  <a:pt x="99" y="160"/>
                  <a:pt x="101" y="160"/>
                  <a:pt x="103" y="159"/>
                </a:cubicBezTo>
                <a:cubicBezTo>
                  <a:pt x="105" y="157"/>
                  <a:pt x="105" y="155"/>
                  <a:pt x="103" y="153"/>
                </a:cubicBezTo>
                <a:cubicBezTo>
                  <a:pt x="98" y="148"/>
                  <a:pt x="96" y="142"/>
                  <a:pt x="96" y="136"/>
                </a:cubicBezTo>
                <a:cubicBezTo>
                  <a:pt x="96" y="130"/>
                  <a:pt x="98" y="124"/>
                  <a:pt x="103" y="119"/>
                </a:cubicBezTo>
                <a:cubicBezTo>
                  <a:pt x="108" y="114"/>
                  <a:pt x="114" y="112"/>
                  <a:pt x="120" y="112"/>
                </a:cubicBezTo>
                <a:cubicBezTo>
                  <a:pt x="126" y="112"/>
                  <a:pt x="132" y="114"/>
                  <a:pt x="137" y="119"/>
                </a:cubicBezTo>
                <a:cubicBezTo>
                  <a:pt x="142" y="124"/>
                  <a:pt x="144" y="130"/>
                  <a:pt x="144" y="136"/>
                </a:cubicBezTo>
                <a:cubicBezTo>
                  <a:pt x="144" y="142"/>
                  <a:pt x="142" y="148"/>
                  <a:pt x="137" y="153"/>
                </a:cubicBezTo>
                <a:cubicBezTo>
                  <a:pt x="135" y="155"/>
                  <a:pt x="135" y="157"/>
                  <a:pt x="137" y="159"/>
                </a:cubicBezTo>
                <a:cubicBezTo>
                  <a:pt x="138" y="159"/>
                  <a:pt x="139" y="160"/>
                  <a:pt x="140" y="160"/>
                </a:cubicBezTo>
                <a:cubicBezTo>
                  <a:pt x="141" y="160"/>
                  <a:pt x="142" y="159"/>
                  <a:pt x="143" y="159"/>
                </a:cubicBezTo>
                <a:cubicBezTo>
                  <a:pt x="149" y="153"/>
                  <a:pt x="152" y="145"/>
                  <a:pt x="152" y="136"/>
                </a:cubicBezTo>
                <a:cubicBezTo>
                  <a:pt x="152" y="127"/>
                  <a:pt x="149" y="119"/>
                  <a:pt x="143" y="113"/>
                </a:cubicBezTo>
                <a:cubicBezTo>
                  <a:pt x="137" y="107"/>
                  <a:pt x="129" y="104"/>
                  <a:pt x="120" y="10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30" name="Freeform 8">
            <a:extLst>
              <a:ext uri="{FF2B5EF4-FFF2-40B4-BE49-F238E27FC236}">
                <a16:creationId xmlns:a16="http://schemas.microsoft.com/office/drawing/2014/main" id="{F7ED13AE-45B0-4D5A-B348-7265A3B96691}"/>
              </a:ext>
            </a:extLst>
          </p:cNvPr>
          <p:cNvSpPr>
            <a:spLocks noChangeAspect="1" noEditPoints="1"/>
          </p:cNvSpPr>
          <p:nvPr/>
        </p:nvSpPr>
        <p:spPr bwMode="auto">
          <a:xfrm>
            <a:off x="573088" y="1469351"/>
            <a:ext cx="400050" cy="400050"/>
          </a:xfrm>
          <a:custGeom>
            <a:avLst/>
            <a:gdLst>
              <a:gd name="T0" fmla="*/ 176 w 256"/>
              <a:gd name="T1" fmla="*/ 28 h 256"/>
              <a:gd name="T2" fmla="*/ 159 w 256"/>
              <a:gd name="T3" fmla="*/ 8 h 256"/>
              <a:gd name="T4" fmla="*/ 196 w 256"/>
              <a:gd name="T5" fmla="*/ 17 h 256"/>
              <a:gd name="T6" fmla="*/ 160 w 256"/>
              <a:gd name="T7" fmla="*/ 0 h 256"/>
              <a:gd name="T8" fmla="*/ 63 w 256"/>
              <a:gd name="T9" fmla="*/ 12 h 256"/>
              <a:gd name="T10" fmla="*/ 97 w 256"/>
              <a:gd name="T11" fmla="*/ 8 h 256"/>
              <a:gd name="T12" fmla="*/ 80 w 256"/>
              <a:gd name="T13" fmla="*/ 28 h 256"/>
              <a:gd name="T14" fmla="*/ 0 w 256"/>
              <a:gd name="T15" fmla="*/ 76 h 256"/>
              <a:gd name="T16" fmla="*/ 20 w 256"/>
              <a:gd name="T17" fmla="*/ 124 h 256"/>
              <a:gd name="T18" fmla="*/ 28 w 256"/>
              <a:gd name="T19" fmla="*/ 100 h 256"/>
              <a:gd name="T20" fmla="*/ 20 w 256"/>
              <a:gd name="T21" fmla="*/ 116 h 256"/>
              <a:gd name="T22" fmla="*/ 8 w 256"/>
              <a:gd name="T23" fmla="*/ 76 h 256"/>
              <a:gd name="T24" fmla="*/ 40 w 256"/>
              <a:gd name="T25" fmla="*/ 68 h 256"/>
              <a:gd name="T26" fmla="*/ 57 w 256"/>
              <a:gd name="T27" fmla="*/ 250 h 256"/>
              <a:gd name="T28" fmla="*/ 63 w 256"/>
              <a:gd name="T29" fmla="*/ 254 h 256"/>
              <a:gd name="T30" fmla="*/ 193 w 256"/>
              <a:gd name="T31" fmla="*/ 254 h 256"/>
              <a:gd name="T32" fmla="*/ 199 w 256"/>
              <a:gd name="T33" fmla="*/ 250 h 256"/>
              <a:gd name="T34" fmla="*/ 216 w 256"/>
              <a:gd name="T35" fmla="*/ 68 h 256"/>
              <a:gd name="T36" fmla="*/ 248 w 256"/>
              <a:gd name="T37" fmla="*/ 76 h 256"/>
              <a:gd name="T38" fmla="*/ 236 w 256"/>
              <a:gd name="T39" fmla="*/ 116 h 256"/>
              <a:gd name="T40" fmla="*/ 228 w 256"/>
              <a:gd name="T41" fmla="*/ 100 h 256"/>
              <a:gd name="T42" fmla="*/ 236 w 256"/>
              <a:gd name="T43" fmla="*/ 124 h 256"/>
              <a:gd name="T44" fmla="*/ 256 w 256"/>
              <a:gd name="T45" fmla="*/ 76 h 256"/>
              <a:gd name="T46" fmla="*/ 145 w 256"/>
              <a:gd name="T47" fmla="*/ 28 h 256"/>
              <a:gd name="T48" fmla="*/ 151 w 256"/>
              <a:gd name="T49" fmla="*/ 8 h 256"/>
              <a:gd name="T50" fmla="*/ 68 w 256"/>
              <a:gd name="T51" fmla="*/ 232 h 256"/>
              <a:gd name="T52" fmla="*/ 80 w 256"/>
              <a:gd name="T53" fmla="*/ 36 h 256"/>
              <a:gd name="T54" fmla="*/ 208 w 256"/>
              <a:gd name="T55" fmla="*/ 212 h 256"/>
              <a:gd name="T56" fmla="*/ 164 w 256"/>
              <a:gd name="T57" fmla="*/ 59 h 256"/>
              <a:gd name="T58" fmla="*/ 92 w 256"/>
              <a:gd name="T59" fmla="*/ 59 h 256"/>
              <a:gd name="T60" fmla="*/ 60 w 256"/>
              <a:gd name="T61" fmla="*/ 84 h 256"/>
              <a:gd name="T62" fmla="*/ 160 w 256"/>
              <a:gd name="T63" fmla="*/ 176 h 256"/>
              <a:gd name="T64" fmla="*/ 168 w 256"/>
              <a:gd name="T65" fmla="*/ 56 h 256"/>
              <a:gd name="T66" fmla="*/ 96 w 256"/>
              <a:gd name="T67" fmla="*/ 168 h 256"/>
              <a:gd name="T68" fmla="*/ 86 w 256"/>
              <a:gd name="T69" fmla="*/ 64 h 256"/>
              <a:gd name="T70" fmla="*/ 170 w 256"/>
              <a:gd name="T71" fmla="*/ 64 h 256"/>
              <a:gd name="T72" fmla="*/ 108 w 256"/>
              <a:gd name="T73" fmla="*/ 56 h 256"/>
              <a:gd name="T74" fmla="*/ 148 w 256"/>
              <a:gd name="T75" fmla="*/ 48 h 256"/>
              <a:gd name="T76" fmla="*/ 108 w 256"/>
              <a:gd name="T77" fmla="*/ 56 h 256"/>
              <a:gd name="T78" fmla="*/ 175 w 256"/>
              <a:gd name="T79" fmla="*/ 194 h 256"/>
              <a:gd name="T80" fmla="*/ 162 w 256"/>
              <a:gd name="T81" fmla="*/ 199 h 256"/>
              <a:gd name="T82" fmla="*/ 192 w 256"/>
              <a:gd name="T83" fmla="*/ 212 h 256"/>
              <a:gd name="T84" fmla="*/ 87 w 256"/>
              <a:gd name="T85" fmla="*/ 190 h 256"/>
              <a:gd name="T86" fmla="*/ 88 w 256"/>
              <a:gd name="T87" fmla="*/ 204 h 256"/>
              <a:gd name="T88" fmla="*/ 64 w 256"/>
              <a:gd name="T89" fmla="*/ 212 h 256"/>
              <a:gd name="T90" fmla="*/ 94 w 256"/>
              <a:gd name="T91" fmla="*/ 19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6" h="256">
                <a:moveTo>
                  <a:pt x="236" y="56"/>
                </a:moveTo>
                <a:cubicBezTo>
                  <a:pt x="214" y="56"/>
                  <a:pt x="214" y="56"/>
                  <a:pt x="214" y="56"/>
                </a:cubicBezTo>
                <a:cubicBezTo>
                  <a:pt x="209" y="40"/>
                  <a:pt x="194" y="28"/>
                  <a:pt x="176" y="28"/>
                </a:cubicBezTo>
                <a:cubicBezTo>
                  <a:pt x="153" y="28"/>
                  <a:pt x="153" y="28"/>
                  <a:pt x="153" y="28"/>
                </a:cubicBezTo>
                <a:cubicBezTo>
                  <a:pt x="159" y="8"/>
                  <a:pt x="159" y="8"/>
                  <a:pt x="159" y="8"/>
                </a:cubicBezTo>
                <a:cubicBezTo>
                  <a:pt x="159" y="8"/>
                  <a:pt x="159" y="8"/>
                  <a:pt x="159" y="8"/>
                </a:cubicBezTo>
                <a:cubicBezTo>
                  <a:pt x="191" y="20"/>
                  <a:pt x="191" y="20"/>
                  <a:pt x="191" y="20"/>
                </a:cubicBezTo>
                <a:cubicBezTo>
                  <a:pt x="191" y="20"/>
                  <a:pt x="192" y="20"/>
                  <a:pt x="192" y="20"/>
                </a:cubicBezTo>
                <a:cubicBezTo>
                  <a:pt x="194" y="20"/>
                  <a:pt x="195" y="19"/>
                  <a:pt x="196" y="17"/>
                </a:cubicBezTo>
                <a:cubicBezTo>
                  <a:pt x="197" y="15"/>
                  <a:pt x="195" y="13"/>
                  <a:pt x="193" y="12"/>
                </a:cubicBezTo>
                <a:cubicBezTo>
                  <a:pt x="161" y="0"/>
                  <a:pt x="161" y="0"/>
                  <a:pt x="161" y="0"/>
                </a:cubicBezTo>
                <a:cubicBezTo>
                  <a:pt x="161" y="0"/>
                  <a:pt x="160" y="0"/>
                  <a:pt x="160" y="0"/>
                </a:cubicBezTo>
                <a:cubicBezTo>
                  <a:pt x="96" y="0"/>
                  <a:pt x="96" y="0"/>
                  <a:pt x="96" y="0"/>
                </a:cubicBezTo>
                <a:cubicBezTo>
                  <a:pt x="96" y="0"/>
                  <a:pt x="95" y="0"/>
                  <a:pt x="95" y="0"/>
                </a:cubicBezTo>
                <a:cubicBezTo>
                  <a:pt x="63" y="12"/>
                  <a:pt x="63" y="12"/>
                  <a:pt x="63" y="12"/>
                </a:cubicBezTo>
                <a:cubicBezTo>
                  <a:pt x="61" y="13"/>
                  <a:pt x="59" y="15"/>
                  <a:pt x="60" y="17"/>
                </a:cubicBezTo>
                <a:cubicBezTo>
                  <a:pt x="61" y="19"/>
                  <a:pt x="63" y="21"/>
                  <a:pt x="65" y="20"/>
                </a:cubicBezTo>
                <a:cubicBezTo>
                  <a:pt x="97" y="8"/>
                  <a:pt x="97" y="8"/>
                  <a:pt x="97" y="8"/>
                </a:cubicBezTo>
                <a:cubicBezTo>
                  <a:pt x="97" y="8"/>
                  <a:pt x="97" y="8"/>
                  <a:pt x="97" y="8"/>
                </a:cubicBezTo>
                <a:cubicBezTo>
                  <a:pt x="103" y="28"/>
                  <a:pt x="103" y="28"/>
                  <a:pt x="103" y="28"/>
                </a:cubicBezTo>
                <a:cubicBezTo>
                  <a:pt x="80" y="28"/>
                  <a:pt x="80" y="28"/>
                  <a:pt x="80" y="28"/>
                </a:cubicBezTo>
                <a:cubicBezTo>
                  <a:pt x="62" y="28"/>
                  <a:pt x="47" y="40"/>
                  <a:pt x="42" y="56"/>
                </a:cubicBezTo>
                <a:cubicBezTo>
                  <a:pt x="20" y="56"/>
                  <a:pt x="20" y="56"/>
                  <a:pt x="20" y="56"/>
                </a:cubicBezTo>
                <a:cubicBezTo>
                  <a:pt x="9" y="56"/>
                  <a:pt x="0" y="65"/>
                  <a:pt x="0" y="76"/>
                </a:cubicBezTo>
                <a:cubicBezTo>
                  <a:pt x="0" y="112"/>
                  <a:pt x="0" y="112"/>
                  <a:pt x="0" y="112"/>
                </a:cubicBezTo>
                <a:cubicBezTo>
                  <a:pt x="0" y="119"/>
                  <a:pt x="5" y="124"/>
                  <a:pt x="12" y="124"/>
                </a:cubicBezTo>
                <a:cubicBezTo>
                  <a:pt x="20" y="124"/>
                  <a:pt x="20" y="124"/>
                  <a:pt x="20" y="124"/>
                </a:cubicBezTo>
                <a:cubicBezTo>
                  <a:pt x="27" y="124"/>
                  <a:pt x="32" y="119"/>
                  <a:pt x="32" y="112"/>
                </a:cubicBezTo>
                <a:cubicBezTo>
                  <a:pt x="32" y="104"/>
                  <a:pt x="32" y="104"/>
                  <a:pt x="32" y="104"/>
                </a:cubicBezTo>
                <a:cubicBezTo>
                  <a:pt x="32" y="102"/>
                  <a:pt x="30" y="100"/>
                  <a:pt x="28" y="100"/>
                </a:cubicBezTo>
                <a:cubicBezTo>
                  <a:pt x="26" y="100"/>
                  <a:pt x="24" y="102"/>
                  <a:pt x="24" y="104"/>
                </a:cubicBezTo>
                <a:cubicBezTo>
                  <a:pt x="24" y="112"/>
                  <a:pt x="24" y="112"/>
                  <a:pt x="24" y="112"/>
                </a:cubicBezTo>
                <a:cubicBezTo>
                  <a:pt x="24" y="114"/>
                  <a:pt x="22" y="116"/>
                  <a:pt x="20" y="116"/>
                </a:cubicBezTo>
                <a:cubicBezTo>
                  <a:pt x="12" y="116"/>
                  <a:pt x="12" y="116"/>
                  <a:pt x="12" y="116"/>
                </a:cubicBezTo>
                <a:cubicBezTo>
                  <a:pt x="10" y="116"/>
                  <a:pt x="8" y="114"/>
                  <a:pt x="8" y="112"/>
                </a:cubicBezTo>
                <a:cubicBezTo>
                  <a:pt x="8" y="76"/>
                  <a:pt x="8" y="76"/>
                  <a:pt x="8" y="76"/>
                </a:cubicBezTo>
                <a:cubicBezTo>
                  <a:pt x="8" y="69"/>
                  <a:pt x="13" y="64"/>
                  <a:pt x="20" y="64"/>
                </a:cubicBezTo>
                <a:cubicBezTo>
                  <a:pt x="40" y="64"/>
                  <a:pt x="40" y="64"/>
                  <a:pt x="40" y="64"/>
                </a:cubicBezTo>
                <a:cubicBezTo>
                  <a:pt x="40" y="65"/>
                  <a:pt x="40" y="67"/>
                  <a:pt x="40" y="68"/>
                </a:cubicBezTo>
                <a:cubicBezTo>
                  <a:pt x="40" y="212"/>
                  <a:pt x="40" y="212"/>
                  <a:pt x="40" y="212"/>
                </a:cubicBezTo>
                <a:cubicBezTo>
                  <a:pt x="40" y="226"/>
                  <a:pt x="51" y="238"/>
                  <a:pt x="64" y="240"/>
                </a:cubicBezTo>
                <a:cubicBezTo>
                  <a:pt x="57" y="250"/>
                  <a:pt x="57" y="250"/>
                  <a:pt x="57" y="250"/>
                </a:cubicBezTo>
                <a:cubicBezTo>
                  <a:pt x="55" y="251"/>
                  <a:pt x="56" y="254"/>
                  <a:pt x="58" y="255"/>
                </a:cubicBezTo>
                <a:cubicBezTo>
                  <a:pt x="58" y="256"/>
                  <a:pt x="59" y="256"/>
                  <a:pt x="60" y="256"/>
                </a:cubicBezTo>
                <a:cubicBezTo>
                  <a:pt x="61" y="256"/>
                  <a:pt x="62" y="255"/>
                  <a:pt x="63" y="254"/>
                </a:cubicBezTo>
                <a:cubicBezTo>
                  <a:pt x="74" y="240"/>
                  <a:pt x="74" y="240"/>
                  <a:pt x="74" y="240"/>
                </a:cubicBezTo>
                <a:cubicBezTo>
                  <a:pt x="182" y="240"/>
                  <a:pt x="182" y="240"/>
                  <a:pt x="182" y="240"/>
                </a:cubicBezTo>
                <a:cubicBezTo>
                  <a:pt x="193" y="254"/>
                  <a:pt x="193" y="254"/>
                  <a:pt x="193" y="254"/>
                </a:cubicBezTo>
                <a:cubicBezTo>
                  <a:pt x="194" y="255"/>
                  <a:pt x="195" y="256"/>
                  <a:pt x="196" y="256"/>
                </a:cubicBezTo>
                <a:cubicBezTo>
                  <a:pt x="197" y="256"/>
                  <a:pt x="198" y="256"/>
                  <a:pt x="198" y="255"/>
                </a:cubicBezTo>
                <a:cubicBezTo>
                  <a:pt x="200" y="254"/>
                  <a:pt x="201" y="251"/>
                  <a:pt x="199" y="250"/>
                </a:cubicBezTo>
                <a:cubicBezTo>
                  <a:pt x="192" y="240"/>
                  <a:pt x="192" y="240"/>
                  <a:pt x="192" y="240"/>
                </a:cubicBezTo>
                <a:cubicBezTo>
                  <a:pt x="205" y="238"/>
                  <a:pt x="216" y="226"/>
                  <a:pt x="216" y="212"/>
                </a:cubicBezTo>
                <a:cubicBezTo>
                  <a:pt x="216" y="68"/>
                  <a:pt x="216" y="68"/>
                  <a:pt x="216" y="68"/>
                </a:cubicBezTo>
                <a:cubicBezTo>
                  <a:pt x="216" y="67"/>
                  <a:pt x="216" y="65"/>
                  <a:pt x="216" y="64"/>
                </a:cubicBezTo>
                <a:cubicBezTo>
                  <a:pt x="236" y="64"/>
                  <a:pt x="236" y="64"/>
                  <a:pt x="236" y="64"/>
                </a:cubicBezTo>
                <a:cubicBezTo>
                  <a:pt x="243" y="64"/>
                  <a:pt x="248" y="69"/>
                  <a:pt x="248" y="76"/>
                </a:cubicBezTo>
                <a:cubicBezTo>
                  <a:pt x="248" y="112"/>
                  <a:pt x="248" y="112"/>
                  <a:pt x="248" y="112"/>
                </a:cubicBezTo>
                <a:cubicBezTo>
                  <a:pt x="248" y="114"/>
                  <a:pt x="246" y="116"/>
                  <a:pt x="244" y="116"/>
                </a:cubicBezTo>
                <a:cubicBezTo>
                  <a:pt x="236" y="116"/>
                  <a:pt x="236" y="116"/>
                  <a:pt x="236" y="116"/>
                </a:cubicBezTo>
                <a:cubicBezTo>
                  <a:pt x="234" y="116"/>
                  <a:pt x="232" y="114"/>
                  <a:pt x="232" y="112"/>
                </a:cubicBezTo>
                <a:cubicBezTo>
                  <a:pt x="232" y="104"/>
                  <a:pt x="232" y="104"/>
                  <a:pt x="232" y="104"/>
                </a:cubicBezTo>
                <a:cubicBezTo>
                  <a:pt x="232" y="102"/>
                  <a:pt x="230" y="100"/>
                  <a:pt x="228" y="100"/>
                </a:cubicBezTo>
                <a:cubicBezTo>
                  <a:pt x="226" y="100"/>
                  <a:pt x="224" y="102"/>
                  <a:pt x="224" y="104"/>
                </a:cubicBezTo>
                <a:cubicBezTo>
                  <a:pt x="224" y="112"/>
                  <a:pt x="224" y="112"/>
                  <a:pt x="224" y="112"/>
                </a:cubicBezTo>
                <a:cubicBezTo>
                  <a:pt x="224" y="119"/>
                  <a:pt x="229" y="124"/>
                  <a:pt x="236" y="124"/>
                </a:cubicBezTo>
                <a:cubicBezTo>
                  <a:pt x="244" y="124"/>
                  <a:pt x="244" y="124"/>
                  <a:pt x="244" y="124"/>
                </a:cubicBezTo>
                <a:cubicBezTo>
                  <a:pt x="251" y="124"/>
                  <a:pt x="256" y="119"/>
                  <a:pt x="256" y="112"/>
                </a:cubicBezTo>
                <a:cubicBezTo>
                  <a:pt x="256" y="76"/>
                  <a:pt x="256" y="76"/>
                  <a:pt x="256" y="76"/>
                </a:cubicBezTo>
                <a:cubicBezTo>
                  <a:pt x="256" y="65"/>
                  <a:pt x="247" y="56"/>
                  <a:pt x="236" y="56"/>
                </a:cubicBezTo>
                <a:close/>
                <a:moveTo>
                  <a:pt x="151" y="8"/>
                </a:moveTo>
                <a:cubicBezTo>
                  <a:pt x="145" y="28"/>
                  <a:pt x="145" y="28"/>
                  <a:pt x="145" y="28"/>
                </a:cubicBezTo>
                <a:cubicBezTo>
                  <a:pt x="111" y="28"/>
                  <a:pt x="111" y="28"/>
                  <a:pt x="111" y="28"/>
                </a:cubicBezTo>
                <a:cubicBezTo>
                  <a:pt x="105" y="8"/>
                  <a:pt x="105" y="8"/>
                  <a:pt x="105" y="8"/>
                </a:cubicBezTo>
                <a:lnTo>
                  <a:pt x="151" y="8"/>
                </a:lnTo>
                <a:close/>
                <a:moveTo>
                  <a:pt x="208" y="212"/>
                </a:moveTo>
                <a:cubicBezTo>
                  <a:pt x="208" y="223"/>
                  <a:pt x="199" y="232"/>
                  <a:pt x="188" y="232"/>
                </a:cubicBezTo>
                <a:cubicBezTo>
                  <a:pt x="68" y="232"/>
                  <a:pt x="68" y="232"/>
                  <a:pt x="68" y="232"/>
                </a:cubicBezTo>
                <a:cubicBezTo>
                  <a:pt x="57" y="232"/>
                  <a:pt x="48" y="223"/>
                  <a:pt x="48" y="212"/>
                </a:cubicBezTo>
                <a:cubicBezTo>
                  <a:pt x="48" y="68"/>
                  <a:pt x="48" y="68"/>
                  <a:pt x="48" y="68"/>
                </a:cubicBezTo>
                <a:cubicBezTo>
                  <a:pt x="48" y="50"/>
                  <a:pt x="62" y="36"/>
                  <a:pt x="80" y="36"/>
                </a:cubicBezTo>
                <a:cubicBezTo>
                  <a:pt x="176" y="36"/>
                  <a:pt x="176" y="36"/>
                  <a:pt x="176" y="36"/>
                </a:cubicBezTo>
                <a:cubicBezTo>
                  <a:pt x="194" y="36"/>
                  <a:pt x="208" y="50"/>
                  <a:pt x="208" y="68"/>
                </a:cubicBezTo>
                <a:lnTo>
                  <a:pt x="208" y="212"/>
                </a:lnTo>
                <a:close/>
                <a:moveTo>
                  <a:pt x="168" y="56"/>
                </a:moveTo>
                <a:cubicBezTo>
                  <a:pt x="167" y="56"/>
                  <a:pt x="167" y="56"/>
                  <a:pt x="167" y="56"/>
                </a:cubicBezTo>
                <a:cubicBezTo>
                  <a:pt x="166" y="56"/>
                  <a:pt x="164" y="57"/>
                  <a:pt x="164" y="59"/>
                </a:cubicBezTo>
                <a:cubicBezTo>
                  <a:pt x="162" y="64"/>
                  <a:pt x="157" y="68"/>
                  <a:pt x="152" y="68"/>
                </a:cubicBezTo>
                <a:cubicBezTo>
                  <a:pt x="104" y="68"/>
                  <a:pt x="104" y="68"/>
                  <a:pt x="104" y="68"/>
                </a:cubicBezTo>
                <a:cubicBezTo>
                  <a:pt x="99" y="68"/>
                  <a:pt x="94" y="64"/>
                  <a:pt x="92" y="59"/>
                </a:cubicBezTo>
                <a:cubicBezTo>
                  <a:pt x="92" y="57"/>
                  <a:pt x="90" y="56"/>
                  <a:pt x="89" y="56"/>
                </a:cubicBezTo>
                <a:cubicBezTo>
                  <a:pt x="88" y="56"/>
                  <a:pt x="88" y="56"/>
                  <a:pt x="88" y="56"/>
                </a:cubicBezTo>
                <a:cubicBezTo>
                  <a:pt x="73" y="56"/>
                  <a:pt x="60" y="69"/>
                  <a:pt x="60" y="84"/>
                </a:cubicBezTo>
                <a:cubicBezTo>
                  <a:pt x="60" y="140"/>
                  <a:pt x="60" y="140"/>
                  <a:pt x="60" y="140"/>
                </a:cubicBezTo>
                <a:cubicBezTo>
                  <a:pt x="60" y="160"/>
                  <a:pt x="76" y="176"/>
                  <a:pt x="96" y="176"/>
                </a:cubicBezTo>
                <a:cubicBezTo>
                  <a:pt x="160" y="176"/>
                  <a:pt x="160" y="176"/>
                  <a:pt x="160" y="176"/>
                </a:cubicBezTo>
                <a:cubicBezTo>
                  <a:pt x="180" y="176"/>
                  <a:pt x="196" y="160"/>
                  <a:pt x="196" y="140"/>
                </a:cubicBezTo>
                <a:cubicBezTo>
                  <a:pt x="196" y="84"/>
                  <a:pt x="196" y="84"/>
                  <a:pt x="196" y="84"/>
                </a:cubicBezTo>
                <a:cubicBezTo>
                  <a:pt x="196" y="69"/>
                  <a:pt x="183" y="56"/>
                  <a:pt x="168" y="56"/>
                </a:cubicBezTo>
                <a:close/>
                <a:moveTo>
                  <a:pt x="188" y="140"/>
                </a:moveTo>
                <a:cubicBezTo>
                  <a:pt x="188" y="155"/>
                  <a:pt x="175" y="168"/>
                  <a:pt x="160" y="168"/>
                </a:cubicBezTo>
                <a:cubicBezTo>
                  <a:pt x="96" y="168"/>
                  <a:pt x="96" y="168"/>
                  <a:pt x="96" y="168"/>
                </a:cubicBezTo>
                <a:cubicBezTo>
                  <a:pt x="81" y="168"/>
                  <a:pt x="68" y="155"/>
                  <a:pt x="68" y="140"/>
                </a:cubicBezTo>
                <a:cubicBezTo>
                  <a:pt x="68" y="84"/>
                  <a:pt x="68" y="84"/>
                  <a:pt x="68" y="84"/>
                </a:cubicBezTo>
                <a:cubicBezTo>
                  <a:pt x="68" y="74"/>
                  <a:pt x="76" y="65"/>
                  <a:pt x="86" y="64"/>
                </a:cubicBezTo>
                <a:cubicBezTo>
                  <a:pt x="89" y="71"/>
                  <a:pt x="96" y="76"/>
                  <a:pt x="104" y="76"/>
                </a:cubicBezTo>
                <a:cubicBezTo>
                  <a:pt x="152" y="76"/>
                  <a:pt x="152" y="76"/>
                  <a:pt x="152" y="76"/>
                </a:cubicBezTo>
                <a:cubicBezTo>
                  <a:pt x="160" y="76"/>
                  <a:pt x="167" y="71"/>
                  <a:pt x="170" y="64"/>
                </a:cubicBezTo>
                <a:cubicBezTo>
                  <a:pt x="180" y="65"/>
                  <a:pt x="188" y="74"/>
                  <a:pt x="188" y="84"/>
                </a:cubicBezTo>
                <a:lnTo>
                  <a:pt x="188" y="140"/>
                </a:lnTo>
                <a:close/>
                <a:moveTo>
                  <a:pt x="108" y="56"/>
                </a:moveTo>
                <a:cubicBezTo>
                  <a:pt x="148" y="56"/>
                  <a:pt x="148" y="56"/>
                  <a:pt x="148" y="56"/>
                </a:cubicBezTo>
                <a:cubicBezTo>
                  <a:pt x="150" y="56"/>
                  <a:pt x="152" y="54"/>
                  <a:pt x="152" y="52"/>
                </a:cubicBezTo>
                <a:cubicBezTo>
                  <a:pt x="152" y="50"/>
                  <a:pt x="150" y="48"/>
                  <a:pt x="148" y="48"/>
                </a:cubicBezTo>
                <a:cubicBezTo>
                  <a:pt x="108" y="48"/>
                  <a:pt x="108" y="48"/>
                  <a:pt x="108" y="48"/>
                </a:cubicBezTo>
                <a:cubicBezTo>
                  <a:pt x="106" y="48"/>
                  <a:pt x="104" y="50"/>
                  <a:pt x="104" y="52"/>
                </a:cubicBezTo>
                <a:cubicBezTo>
                  <a:pt x="104" y="54"/>
                  <a:pt x="106" y="56"/>
                  <a:pt x="108" y="56"/>
                </a:cubicBezTo>
                <a:close/>
                <a:moveTo>
                  <a:pt x="192" y="204"/>
                </a:moveTo>
                <a:cubicBezTo>
                  <a:pt x="168" y="204"/>
                  <a:pt x="168" y="204"/>
                  <a:pt x="168" y="204"/>
                </a:cubicBezTo>
                <a:cubicBezTo>
                  <a:pt x="175" y="194"/>
                  <a:pt x="175" y="194"/>
                  <a:pt x="175" y="194"/>
                </a:cubicBezTo>
                <a:cubicBezTo>
                  <a:pt x="177" y="193"/>
                  <a:pt x="176" y="190"/>
                  <a:pt x="174" y="189"/>
                </a:cubicBezTo>
                <a:cubicBezTo>
                  <a:pt x="173" y="187"/>
                  <a:pt x="170" y="188"/>
                  <a:pt x="169" y="190"/>
                </a:cubicBezTo>
                <a:cubicBezTo>
                  <a:pt x="162" y="199"/>
                  <a:pt x="162" y="199"/>
                  <a:pt x="162" y="199"/>
                </a:cubicBezTo>
                <a:cubicBezTo>
                  <a:pt x="160" y="202"/>
                  <a:pt x="159" y="205"/>
                  <a:pt x="161" y="208"/>
                </a:cubicBezTo>
                <a:cubicBezTo>
                  <a:pt x="162" y="210"/>
                  <a:pt x="165" y="212"/>
                  <a:pt x="168" y="212"/>
                </a:cubicBezTo>
                <a:cubicBezTo>
                  <a:pt x="192" y="212"/>
                  <a:pt x="192" y="212"/>
                  <a:pt x="192" y="212"/>
                </a:cubicBezTo>
                <a:cubicBezTo>
                  <a:pt x="194" y="212"/>
                  <a:pt x="196" y="210"/>
                  <a:pt x="196" y="208"/>
                </a:cubicBezTo>
                <a:cubicBezTo>
                  <a:pt x="196" y="206"/>
                  <a:pt x="194" y="204"/>
                  <a:pt x="192" y="204"/>
                </a:cubicBezTo>
                <a:close/>
                <a:moveTo>
                  <a:pt x="87" y="190"/>
                </a:moveTo>
                <a:cubicBezTo>
                  <a:pt x="86" y="188"/>
                  <a:pt x="83" y="187"/>
                  <a:pt x="82" y="189"/>
                </a:cubicBezTo>
                <a:cubicBezTo>
                  <a:pt x="80" y="190"/>
                  <a:pt x="79" y="193"/>
                  <a:pt x="81" y="194"/>
                </a:cubicBezTo>
                <a:cubicBezTo>
                  <a:pt x="88" y="204"/>
                  <a:pt x="88" y="204"/>
                  <a:pt x="88" y="204"/>
                </a:cubicBezTo>
                <a:cubicBezTo>
                  <a:pt x="64" y="204"/>
                  <a:pt x="64" y="204"/>
                  <a:pt x="64" y="204"/>
                </a:cubicBezTo>
                <a:cubicBezTo>
                  <a:pt x="62" y="204"/>
                  <a:pt x="60" y="206"/>
                  <a:pt x="60" y="208"/>
                </a:cubicBezTo>
                <a:cubicBezTo>
                  <a:pt x="60" y="210"/>
                  <a:pt x="62" y="212"/>
                  <a:pt x="64" y="212"/>
                </a:cubicBezTo>
                <a:cubicBezTo>
                  <a:pt x="88" y="212"/>
                  <a:pt x="88" y="212"/>
                  <a:pt x="88" y="212"/>
                </a:cubicBezTo>
                <a:cubicBezTo>
                  <a:pt x="91" y="212"/>
                  <a:pt x="94" y="210"/>
                  <a:pt x="95" y="208"/>
                </a:cubicBezTo>
                <a:cubicBezTo>
                  <a:pt x="97" y="205"/>
                  <a:pt x="96" y="202"/>
                  <a:pt x="94" y="199"/>
                </a:cubicBezTo>
                <a:lnTo>
                  <a:pt x="87" y="19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6" name="Freeform 12">
            <a:extLst>
              <a:ext uri="{FF2B5EF4-FFF2-40B4-BE49-F238E27FC236}">
                <a16:creationId xmlns:a16="http://schemas.microsoft.com/office/drawing/2014/main" id="{9C2F38F8-98C6-4FAA-BE75-863FF13696FA}"/>
              </a:ext>
            </a:extLst>
          </p:cNvPr>
          <p:cNvSpPr>
            <a:spLocks noChangeAspect="1" noEditPoints="1"/>
          </p:cNvSpPr>
          <p:nvPr/>
        </p:nvSpPr>
        <p:spPr bwMode="auto">
          <a:xfrm>
            <a:off x="1540734" y="1469351"/>
            <a:ext cx="400050" cy="400050"/>
          </a:xfrm>
          <a:custGeom>
            <a:avLst/>
            <a:gdLst>
              <a:gd name="T0" fmla="*/ 125 w 257"/>
              <a:gd name="T1" fmla="*/ 244 h 256"/>
              <a:gd name="T2" fmla="*/ 205 w 257"/>
              <a:gd name="T3" fmla="*/ 244 h 256"/>
              <a:gd name="T4" fmla="*/ 145 w 257"/>
              <a:gd name="T5" fmla="*/ 180 h 256"/>
              <a:gd name="T6" fmla="*/ 177 w 257"/>
              <a:gd name="T7" fmla="*/ 160 h 256"/>
              <a:gd name="T8" fmla="*/ 169 w 257"/>
              <a:gd name="T9" fmla="*/ 160 h 256"/>
              <a:gd name="T10" fmla="*/ 153 w 257"/>
              <a:gd name="T11" fmla="*/ 180 h 256"/>
              <a:gd name="T12" fmla="*/ 169 w 257"/>
              <a:gd name="T13" fmla="*/ 160 h 256"/>
              <a:gd name="T14" fmla="*/ 193 w 257"/>
              <a:gd name="T15" fmla="*/ 195 h 256"/>
              <a:gd name="T16" fmla="*/ 201 w 257"/>
              <a:gd name="T17" fmla="*/ 197 h 256"/>
              <a:gd name="T18" fmla="*/ 221 w 257"/>
              <a:gd name="T19" fmla="*/ 148 h 256"/>
              <a:gd name="T20" fmla="*/ 225 w 257"/>
              <a:gd name="T21" fmla="*/ 116 h 256"/>
              <a:gd name="T22" fmla="*/ 162 w 257"/>
              <a:gd name="T23" fmla="*/ 96 h 256"/>
              <a:gd name="T24" fmla="*/ 93 w 257"/>
              <a:gd name="T25" fmla="*/ 113 h 256"/>
              <a:gd name="T26" fmla="*/ 224 w 257"/>
              <a:gd name="T27" fmla="*/ 116 h 256"/>
              <a:gd name="T28" fmla="*/ 181 w 257"/>
              <a:gd name="T29" fmla="*/ 20 h 256"/>
              <a:gd name="T30" fmla="*/ 161 w 257"/>
              <a:gd name="T31" fmla="*/ 40 h 256"/>
              <a:gd name="T32" fmla="*/ 161 w 257"/>
              <a:gd name="T33" fmla="*/ 32 h 256"/>
              <a:gd name="T34" fmla="*/ 257 w 257"/>
              <a:gd name="T35" fmla="*/ 111 h 256"/>
              <a:gd name="T36" fmla="*/ 234 w 257"/>
              <a:gd name="T37" fmla="*/ 30 h 256"/>
              <a:gd name="T38" fmla="*/ 193 w 257"/>
              <a:gd name="T39" fmla="*/ 16 h 256"/>
              <a:gd name="T40" fmla="*/ 230 w 257"/>
              <a:gd name="T41" fmla="*/ 37 h 256"/>
              <a:gd name="T42" fmla="*/ 241 w 257"/>
              <a:gd name="T43" fmla="*/ 93 h 256"/>
              <a:gd name="T44" fmla="*/ 222 w 257"/>
              <a:gd name="T45" fmla="*/ 216 h 256"/>
              <a:gd name="T46" fmla="*/ 73 w 257"/>
              <a:gd name="T47" fmla="*/ 113 h 256"/>
              <a:gd name="T48" fmla="*/ 81 w 257"/>
              <a:gd name="T49" fmla="*/ 55 h 256"/>
              <a:gd name="T50" fmla="*/ 129 w 257"/>
              <a:gd name="T51" fmla="*/ 24 h 256"/>
              <a:gd name="T52" fmla="*/ 119 w 257"/>
              <a:gd name="T53" fmla="*/ 16 h 256"/>
              <a:gd name="T54" fmla="*/ 73 w 257"/>
              <a:gd name="T55" fmla="*/ 91 h 256"/>
              <a:gd name="T56" fmla="*/ 65 w 257"/>
              <a:gd name="T57" fmla="*/ 180 h 256"/>
              <a:gd name="T58" fmla="*/ 97 w 257"/>
              <a:gd name="T59" fmla="*/ 224 h 256"/>
              <a:gd name="T60" fmla="*/ 99 w 257"/>
              <a:gd name="T61" fmla="*/ 256 h 256"/>
              <a:gd name="T62" fmla="*/ 119 w 257"/>
              <a:gd name="T63" fmla="*/ 224 h 256"/>
              <a:gd name="T64" fmla="*/ 229 w 257"/>
              <a:gd name="T65" fmla="*/ 256 h 256"/>
              <a:gd name="T66" fmla="*/ 219 w 257"/>
              <a:gd name="T67" fmla="*/ 224 h 256"/>
              <a:gd name="T68" fmla="*/ 255 w 257"/>
              <a:gd name="T69" fmla="*/ 183 h 256"/>
              <a:gd name="T70" fmla="*/ 257 w 257"/>
              <a:gd name="T71" fmla="*/ 111 h 256"/>
              <a:gd name="T72" fmla="*/ 101 w 257"/>
              <a:gd name="T73" fmla="*/ 168 h 256"/>
              <a:gd name="T74" fmla="*/ 125 w 257"/>
              <a:gd name="T75" fmla="*/ 200 h 256"/>
              <a:gd name="T76" fmla="*/ 109 w 257"/>
              <a:gd name="T77" fmla="*/ 166 h 256"/>
              <a:gd name="T78" fmla="*/ 217 w 257"/>
              <a:gd name="T79" fmla="*/ 52 h 256"/>
              <a:gd name="T80" fmla="*/ 169 w 257"/>
              <a:gd name="T81" fmla="*/ 80 h 256"/>
              <a:gd name="T82" fmla="*/ 221 w 257"/>
              <a:gd name="T83" fmla="*/ 80 h 256"/>
              <a:gd name="T84" fmla="*/ 213 w 257"/>
              <a:gd name="T85" fmla="*/ 76 h 256"/>
              <a:gd name="T86" fmla="*/ 213 w 257"/>
              <a:gd name="T87" fmla="*/ 60 h 256"/>
              <a:gd name="T88" fmla="*/ 153 w 257"/>
              <a:gd name="T89" fmla="*/ 80 h 256"/>
              <a:gd name="T90" fmla="*/ 105 w 257"/>
              <a:gd name="T91" fmla="*/ 52 h 256"/>
              <a:gd name="T92" fmla="*/ 105 w 257"/>
              <a:gd name="T93" fmla="*/ 84 h 256"/>
              <a:gd name="T94" fmla="*/ 145 w 257"/>
              <a:gd name="T95" fmla="*/ 60 h 256"/>
              <a:gd name="T96" fmla="*/ 109 w 257"/>
              <a:gd name="T97" fmla="*/ 60 h 256"/>
              <a:gd name="T98" fmla="*/ 29 w 257"/>
              <a:gd name="T99" fmla="*/ 216 h 256"/>
              <a:gd name="T100" fmla="*/ 5 w 257"/>
              <a:gd name="T101" fmla="*/ 224 h 256"/>
              <a:gd name="T102" fmla="*/ 77 w 257"/>
              <a:gd name="T103" fmla="*/ 232 h 256"/>
              <a:gd name="T104" fmla="*/ 5 w 257"/>
              <a:gd name="T105" fmla="*/ 196 h 256"/>
              <a:gd name="T106" fmla="*/ 13 w 257"/>
              <a:gd name="T107" fmla="*/ 204 h 256"/>
              <a:gd name="T108" fmla="*/ 15 w 257"/>
              <a:gd name="T109" fmla="*/ 85 h 256"/>
              <a:gd name="T110" fmla="*/ 1 w 257"/>
              <a:gd name="T111" fmla="*/ 94 h 256"/>
              <a:gd name="T112" fmla="*/ 9 w 257"/>
              <a:gd name="T113" fmla="*/ 196 h 256"/>
              <a:gd name="T114" fmla="*/ 56 w 257"/>
              <a:gd name="T115" fmla="*/ 208 h 256"/>
              <a:gd name="T116" fmla="*/ 58 w 257"/>
              <a:gd name="T117" fmla="*/ 200 h 256"/>
              <a:gd name="T118" fmla="*/ 60 w 257"/>
              <a:gd name="T119" fmla="*/ 63 h 256"/>
              <a:gd name="T120" fmla="*/ 30 w 257"/>
              <a:gd name="T121" fmla="*/ 77 h 256"/>
              <a:gd name="T122" fmla="*/ 32 w 257"/>
              <a:gd name="T123" fmla="*/ 2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 h="256">
                <a:moveTo>
                  <a:pt x="201" y="240"/>
                </a:moveTo>
                <a:cubicBezTo>
                  <a:pt x="129" y="240"/>
                  <a:pt x="129" y="240"/>
                  <a:pt x="129" y="240"/>
                </a:cubicBezTo>
                <a:cubicBezTo>
                  <a:pt x="127" y="240"/>
                  <a:pt x="125" y="242"/>
                  <a:pt x="125" y="244"/>
                </a:cubicBezTo>
                <a:cubicBezTo>
                  <a:pt x="125" y="246"/>
                  <a:pt x="127" y="248"/>
                  <a:pt x="129" y="248"/>
                </a:cubicBezTo>
                <a:cubicBezTo>
                  <a:pt x="201" y="248"/>
                  <a:pt x="201" y="248"/>
                  <a:pt x="201" y="248"/>
                </a:cubicBezTo>
                <a:cubicBezTo>
                  <a:pt x="203" y="248"/>
                  <a:pt x="205" y="246"/>
                  <a:pt x="205" y="244"/>
                </a:cubicBezTo>
                <a:cubicBezTo>
                  <a:pt x="205" y="242"/>
                  <a:pt x="203" y="240"/>
                  <a:pt x="201" y="240"/>
                </a:cubicBezTo>
                <a:close/>
                <a:moveTo>
                  <a:pt x="145" y="160"/>
                </a:moveTo>
                <a:cubicBezTo>
                  <a:pt x="145" y="180"/>
                  <a:pt x="145" y="180"/>
                  <a:pt x="145" y="180"/>
                </a:cubicBezTo>
                <a:cubicBezTo>
                  <a:pt x="145" y="189"/>
                  <a:pt x="152" y="196"/>
                  <a:pt x="161" y="196"/>
                </a:cubicBezTo>
                <a:cubicBezTo>
                  <a:pt x="170" y="196"/>
                  <a:pt x="177" y="189"/>
                  <a:pt x="177" y="180"/>
                </a:cubicBezTo>
                <a:cubicBezTo>
                  <a:pt x="177" y="160"/>
                  <a:pt x="177" y="160"/>
                  <a:pt x="177" y="160"/>
                </a:cubicBezTo>
                <a:cubicBezTo>
                  <a:pt x="177" y="151"/>
                  <a:pt x="170" y="144"/>
                  <a:pt x="161" y="144"/>
                </a:cubicBezTo>
                <a:cubicBezTo>
                  <a:pt x="152" y="144"/>
                  <a:pt x="145" y="151"/>
                  <a:pt x="145" y="160"/>
                </a:cubicBezTo>
                <a:close/>
                <a:moveTo>
                  <a:pt x="169" y="160"/>
                </a:moveTo>
                <a:cubicBezTo>
                  <a:pt x="169" y="180"/>
                  <a:pt x="169" y="180"/>
                  <a:pt x="169" y="180"/>
                </a:cubicBezTo>
                <a:cubicBezTo>
                  <a:pt x="169" y="184"/>
                  <a:pt x="165" y="188"/>
                  <a:pt x="161" y="188"/>
                </a:cubicBezTo>
                <a:cubicBezTo>
                  <a:pt x="157" y="188"/>
                  <a:pt x="153" y="184"/>
                  <a:pt x="153" y="180"/>
                </a:cubicBezTo>
                <a:cubicBezTo>
                  <a:pt x="153" y="160"/>
                  <a:pt x="153" y="160"/>
                  <a:pt x="153" y="160"/>
                </a:cubicBezTo>
                <a:cubicBezTo>
                  <a:pt x="153" y="156"/>
                  <a:pt x="157" y="152"/>
                  <a:pt x="161" y="152"/>
                </a:cubicBezTo>
                <a:cubicBezTo>
                  <a:pt x="165" y="152"/>
                  <a:pt x="169" y="156"/>
                  <a:pt x="169" y="160"/>
                </a:cubicBezTo>
                <a:close/>
                <a:moveTo>
                  <a:pt x="213" y="148"/>
                </a:moveTo>
                <a:cubicBezTo>
                  <a:pt x="213" y="166"/>
                  <a:pt x="213" y="166"/>
                  <a:pt x="213" y="166"/>
                </a:cubicBezTo>
                <a:cubicBezTo>
                  <a:pt x="209" y="170"/>
                  <a:pt x="197" y="181"/>
                  <a:pt x="193" y="195"/>
                </a:cubicBezTo>
                <a:cubicBezTo>
                  <a:pt x="193" y="197"/>
                  <a:pt x="194" y="199"/>
                  <a:pt x="196" y="200"/>
                </a:cubicBezTo>
                <a:cubicBezTo>
                  <a:pt x="196" y="200"/>
                  <a:pt x="197" y="200"/>
                  <a:pt x="197" y="200"/>
                </a:cubicBezTo>
                <a:cubicBezTo>
                  <a:pt x="199" y="200"/>
                  <a:pt x="200" y="199"/>
                  <a:pt x="201" y="197"/>
                </a:cubicBezTo>
                <a:cubicBezTo>
                  <a:pt x="204" y="183"/>
                  <a:pt x="219" y="171"/>
                  <a:pt x="219" y="171"/>
                </a:cubicBezTo>
                <a:cubicBezTo>
                  <a:pt x="220" y="170"/>
                  <a:pt x="221" y="169"/>
                  <a:pt x="221" y="168"/>
                </a:cubicBezTo>
                <a:cubicBezTo>
                  <a:pt x="221" y="148"/>
                  <a:pt x="221" y="148"/>
                  <a:pt x="221" y="148"/>
                </a:cubicBezTo>
                <a:cubicBezTo>
                  <a:pt x="221" y="146"/>
                  <a:pt x="219" y="144"/>
                  <a:pt x="217" y="144"/>
                </a:cubicBezTo>
                <a:cubicBezTo>
                  <a:pt x="215" y="144"/>
                  <a:pt x="213" y="146"/>
                  <a:pt x="213" y="148"/>
                </a:cubicBezTo>
                <a:close/>
                <a:moveTo>
                  <a:pt x="225" y="116"/>
                </a:moveTo>
                <a:cubicBezTo>
                  <a:pt x="227" y="116"/>
                  <a:pt x="229" y="115"/>
                  <a:pt x="229" y="113"/>
                </a:cubicBezTo>
                <a:cubicBezTo>
                  <a:pt x="229" y="111"/>
                  <a:pt x="228" y="108"/>
                  <a:pt x="226" y="108"/>
                </a:cubicBezTo>
                <a:cubicBezTo>
                  <a:pt x="162" y="96"/>
                  <a:pt x="162" y="96"/>
                  <a:pt x="162" y="96"/>
                </a:cubicBezTo>
                <a:cubicBezTo>
                  <a:pt x="161" y="96"/>
                  <a:pt x="161" y="96"/>
                  <a:pt x="160" y="96"/>
                </a:cubicBezTo>
                <a:cubicBezTo>
                  <a:pt x="96" y="108"/>
                  <a:pt x="96" y="108"/>
                  <a:pt x="96" y="108"/>
                </a:cubicBezTo>
                <a:cubicBezTo>
                  <a:pt x="94" y="108"/>
                  <a:pt x="93" y="111"/>
                  <a:pt x="93" y="113"/>
                </a:cubicBezTo>
                <a:cubicBezTo>
                  <a:pt x="93" y="115"/>
                  <a:pt x="96" y="116"/>
                  <a:pt x="98" y="116"/>
                </a:cubicBezTo>
                <a:cubicBezTo>
                  <a:pt x="161" y="104"/>
                  <a:pt x="161" y="104"/>
                  <a:pt x="161" y="104"/>
                </a:cubicBezTo>
                <a:cubicBezTo>
                  <a:pt x="224" y="116"/>
                  <a:pt x="224" y="116"/>
                  <a:pt x="224" y="116"/>
                </a:cubicBezTo>
                <a:cubicBezTo>
                  <a:pt x="225" y="116"/>
                  <a:pt x="225" y="116"/>
                  <a:pt x="225" y="116"/>
                </a:cubicBezTo>
                <a:close/>
                <a:moveTo>
                  <a:pt x="161" y="40"/>
                </a:moveTo>
                <a:cubicBezTo>
                  <a:pt x="172" y="40"/>
                  <a:pt x="181" y="31"/>
                  <a:pt x="181" y="20"/>
                </a:cubicBezTo>
                <a:cubicBezTo>
                  <a:pt x="181" y="9"/>
                  <a:pt x="172" y="0"/>
                  <a:pt x="161" y="0"/>
                </a:cubicBezTo>
                <a:cubicBezTo>
                  <a:pt x="150" y="0"/>
                  <a:pt x="141" y="9"/>
                  <a:pt x="141" y="20"/>
                </a:cubicBezTo>
                <a:cubicBezTo>
                  <a:pt x="141" y="31"/>
                  <a:pt x="150" y="40"/>
                  <a:pt x="161" y="40"/>
                </a:cubicBezTo>
                <a:close/>
                <a:moveTo>
                  <a:pt x="161" y="8"/>
                </a:moveTo>
                <a:cubicBezTo>
                  <a:pt x="168" y="8"/>
                  <a:pt x="173" y="13"/>
                  <a:pt x="173" y="20"/>
                </a:cubicBezTo>
                <a:cubicBezTo>
                  <a:pt x="173" y="27"/>
                  <a:pt x="168" y="32"/>
                  <a:pt x="161" y="32"/>
                </a:cubicBezTo>
                <a:cubicBezTo>
                  <a:pt x="154" y="32"/>
                  <a:pt x="149" y="27"/>
                  <a:pt x="149" y="20"/>
                </a:cubicBezTo>
                <a:cubicBezTo>
                  <a:pt x="149" y="13"/>
                  <a:pt x="154" y="8"/>
                  <a:pt x="161" y="8"/>
                </a:cubicBezTo>
                <a:close/>
                <a:moveTo>
                  <a:pt x="257" y="111"/>
                </a:moveTo>
                <a:cubicBezTo>
                  <a:pt x="249" y="91"/>
                  <a:pt x="249" y="91"/>
                  <a:pt x="249" y="91"/>
                </a:cubicBezTo>
                <a:cubicBezTo>
                  <a:pt x="249" y="55"/>
                  <a:pt x="249" y="55"/>
                  <a:pt x="249" y="55"/>
                </a:cubicBezTo>
                <a:cubicBezTo>
                  <a:pt x="249" y="44"/>
                  <a:pt x="243" y="35"/>
                  <a:pt x="234" y="30"/>
                </a:cubicBezTo>
                <a:cubicBezTo>
                  <a:pt x="207" y="16"/>
                  <a:pt x="207" y="16"/>
                  <a:pt x="207" y="16"/>
                </a:cubicBezTo>
                <a:cubicBezTo>
                  <a:pt x="206" y="16"/>
                  <a:pt x="206" y="16"/>
                  <a:pt x="205" y="16"/>
                </a:cubicBezTo>
                <a:cubicBezTo>
                  <a:pt x="193" y="16"/>
                  <a:pt x="193" y="16"/>
                  <a:pt x="193" y="16"/>
                </a:cubicBezTo>
                <a:cubicBezTo>
                  <a:pt x="193" y="24"/>
                  <a:pt x="193" y="24"/>
                  <a:pt x="193" y="24"/>
                </a:cubicBezTo>
                <a:cubicBezTo>
                  <a:pt x="204" y="24"/>
                  <a:pt x="204" y="24"/>
                  <a:pt x="204" y="24"/>
                </a:cubicBezTo>
                <a:cubicBezTo>
                  <a:pt x="230" y="37"/>
                  <a:pt x="230" y="37"/>
                  <a:pt x="230" y="37"/>
                </a:cubicBezTo>
                <a:cubicBezTo>
                  <a:pt x="237" y="40"/>
                  <a:pt x="241" y="47"/>
                  <a:pt x="241" y="55"/>
                </a:cubicBezTo>
                <a:cubicBezTo>
                  <a:pt x="241" y="92"/>
                  <a:pt x="241" y="92"/>
                  <a:pt x="241" y="92"/>
                </a:cubicBezTo>
                <a:cubicBezTo>
                  <a:pt x="241" y="93"/>
                  <a:pt x="241" y="93"/>
                  <a:pt x="241" y="93"/>
                </a:cubicBezTo>
                <a:cubicBezTo>
                  <a:pt x="249" y="113"/>
                  <a:pt x="249" y="113"/>
                  <a:pt x="249" y="113"/>
                </a:cubicBezTo>
                <a:cubicBezTo>
                  <a:pt x="249" y="178"/>
                  <a:pt x="249" y="178"/>
                  <a:pt x="249" y="178"/>
                </a:cubicBezTo>
                <a:cubicBezTo>
                  <a:pt x="244" y="182"/>
                  <a:pt x="229" y="194"/>
                  <a:pt x="222" y="216"/>
                </a:cubicBezTo>
                <a:cubicBezTo>
                  <a:pt x="100" y="216"/>
                  <a:pt x="100" y="216"/>
                  <a:pt x="100" y="216"/>
                </a:cubicBezTo>
                <a:cubicBezTo>
                  <a:pt x="95" y="196"/>
                  <a:pt x="79" y="182"/>
                  <a:pt x="73" y="178"/>
                </a:cubicBezTo>
                <a:cubicBezTo>
                  <a:pt x="73" y="113"/>
                  <a:pt x="73" y="113"/>
                  <a:pt x="73" y="113"/>
                </a:cubicBezTo>
                <a:cubicBezTo>
                  <a:pt x="81" y="93"/>
                  <a:pt x="81" y="93"/>
                  <a:pt x="81" y="93"/>
                </a:cubicBezTo>
                <a:cubicBezTo>
                  <a:pt x="81" y="93"/>
                  <a:pt x="81" y="93"/>
                  <a:pt x="81" y="92"/>
                </a:cubicBezTo>
                <a:cubicBezTo>
                  <a:pt x="81" y="55"/>
                  <a:pt x="81" y="55"/>
                  <a:pt x="81" y="55"/>
                </a:cubicBezTo>
                <a:cubicBezTo>
                  <a:pt x="81" y="48"/>
                  <a:pt x="86" y="40"/>
                  <a:pt x="93" y="37"/>
                </a:cubicBezTo>
                <a:cubicBezTo>
                  <a:pt x="122" y="24"/>
                  <a:pt x="122" y="24"/>
                  <a:pt x="122" y="24"/>
                </a:cubicBezTo>
                <a:cubicBezTo>
                  <a:pt x="129" y="24"/>
                  <a:pt x="129" y="24"/>
                  <a:pt x="129" y="24"/>
                </a:cubicBezTo>
                <a:cubicBezTo>
                  <a:pt x="129" y="16"/>
                  <a:pt x="129" y="16"/>
                  <a:pt x="129" y="16"/>
                </a:cubicBezTo>
                <a:cubicBezTo>
                  <a:pt x="121" y="16"/>
                  <a:pt x="121" y="16"/>
                  <a:pt x="121" y="16"/>
                </a:cubicBezTo>
                <a:cubicBezTo>
                  <a:pt x="120" y="16"/>
                  <a:pt x="120" y="16"/>
                  <a:pt x="119" y="16"/>
                </a:cubicBezTo>
                <a:cubicBezTo>
                  <a:pt x="89" y="30"/>
                  <a:pt x="89" y="30"/>
                  <a:pt x="89" y="30"/>
                </a:cubicBezTo>
                <a:cubicBezTo>
                  <a:pt x="79" y="34"/>
                  <a:pt x="73" y="45"/>
                  <a:pt x="73" y="55"/>
                </a:cubicBezTo>
                <a:cubicBezTo>
                  <a:pt x="73" y="91"/>
                  <a:pt x="73" y="91"/>
                  <a:pt x="73" y="91"/>
                </a:cubicBezTo>
                <a:cubicBezTo>
                  <a:pt x="65" y="111"/>
                  <a:pt x="65" y="111"/>
                  <a:pt x="65" y="111"/>
                </a:cubicBezTo>
                <a:cubicBezTo>
                  <a:pt x="65" y="111"/>
                  <a:pt x="65" y="111"/>
                  <a:pt x="65" y="112"/>
                </a:cubicBezTo>
                <a:cubicBezTo>
                  <a:pt x="65" y="180"/>
                  <a:pt x="65" y="180"/>
                  <a:pt x="65" y="180"/>
                </a:cubicBezTo>
                <a:cubicBezTo>
                  <a:pt x="65" y="181"/>
                  <a:pt x="66" y="183"/>
                  <a:pt x="67" y="183"/>
                </a:cubicBezTo>
                <a:cubicBezTo>
                  <a:pt x="67" y="183"/>
                  <a:pt x="89" y="199"/>
                  <a:pt x="93" y="221"/>
                </a:cubicBezTo>
                <a:cubicBezTo>
                  <a:pt x="93" y="223"/>
                  <a:pt x="95" y="224"/>
                  <a:pt x="97" y="224"/>
                </a:cubicBezTo>
                <a:cubicBezTo>
                  <a:pt x="111" y="224"/>
                  <a:pt x="111" y="224"/>
                  <a:pt x="111" y="224"/>
                </a:cubicBezTo>
                <a:cubicBezTo>
                  <a:pt x="97" y="250"/>
                  <a:pt x="97" y="250"/>
                  <a:pt x="97" y="250"/>
                </a:cubicBezTo>
                <a:cubicBezTo>
                  <a:pt x="96" y="252"/>
                  <a:pt x="97" y="255"/>
                  <a:pt x="99" y="256"/>
                </a:cubicBezTo>
                <a:cubicBezTo>
                  <a:pt x="100" y="256"/>
                  <a:pt x="100" y="256"/>
                  <a:pt x="101" y="256"/>
                </a:cubicBezTo>
                <a:cubicBezTo>
                  <a:pt x="102" y="256"/>
                  <a:pt x="104" y="255"/>
                  <a:pt x="105" y="254"/>
                </a:cubicBezTo>
                <a:cubicBezTo>
                  <a:pt x="119" y="224"/>
                  <a:pt x="119" y="224"/>
                  <a:pt x="119" y="224"/>
                </a:cubicBezTo>
                <a:cubicBezTo>
                  <a:pt x="211" y="224"/>
                  <a:pt x="211" y="224"/>
                  <a:pt x="211" y="224"/>
                </a:cubicBezTo>
                <a:cubicBezTo>
                  <a:pt x="225" y="254"/>
                  <a:pt x="225" y="254"/>
                  <a:pt x="225" y="254"/>
                </a:cubicBezTo>
                <a:cubicBezTo>
                  <a:pt x="226" y="255"/>
                  <a:pt x="228" y="256"/>
                  <a:pt x="229" y="256"/>
                </a:cubicBezTo>
                <a:cubicBezTo>
                  <a:pt x="230" y="256"/>
                  <a:pt x="230" y="256"/>
                  <a:pt x="231" y="256"/>
                </a:cubicBezTo>
                <a:cubicBezTo>
                  <a:pt x="233" y="255"/>
                  <a:pt x="234" y="252"/>
                  <a:pt x="233" y="250"/>
                </a:cubicBezTo>
                <a:cubicBezTo>
                  <a:pt x="219" y="224"/>
                  <a:pt x="219" y="224"/>
                  <a:pt x="219" y="224"/>
                </a:cubicBezTo>
                <a:cubicBezTo>
                  <a:pt x="225" y="224"/>
                  <a:pt x="225" y="224"/>
                  <a:pt x="225" y="224"/>
                </a:cubicBezTo>
                <a:cubicBezTo>
                  <a:pt x="227" y="224"/>
                  <a:pt x="228" y="223"/>
                  <a:pt x="229" y="221"/>
                </a:cubicBezTo>
                <a:cubicBezTo>
                  <a:pt x="236" y="195"/>
                  <a:pt x="255" y="184"/>
                  <a:pt x="255" y="183"/>
                </a:cubicBezTo>
                <a:cubicBezTo>
                  <a:pt x="256" y="183"/>
                  <a:pt x="257" y="181"/>
                  <a:pt x="257" y="180"/>
                </a:cubicBezTo>
                <a:cubicBezTo>
                  <a:pt x="257" y="112"/>
                  <a:pt x="257" y="112"/>
                  <a:pt x="257" y="112"/>
                </a:cubicBezTo>
                <a:cubicBezTo>
                  <a:pt x="257" y="111"/>
                  <a:pt x="257" y="111"/>
                  <a:pt x="257" y="111"/>
                </a:cubicBezTo>
                <a:close/>
                <a:moveTo>
                  <a:pt x="105" y="144"/>
                </a:moveTo>
                <a:cubicBezTo>
                  <a:pt x="103" y="144"/>
                  <a:pt x="101" y="146"/>
                  <a:pt x="101" y="148"/>
                </a:cubicBezTo>
                <a:cubicBezTo>
                  <a:pt x="101" y="168"/>
                  <a:pt x="101" y="168"/>
                  <a:pt x="101" y="168"/>
                </a:cubicBezTo>
                <a:cubicBezTo>
                  <a:pt x="101" y="169"/>
                  <a:pt x="102" y="170"/>
                  <a:pt x="103" y="171"/>
                </a:cubicBezTo>
                <a:cubicBezTo>
                  <a:pt x="103" y="171"/>
                  <a:pt x="118" y="183"/>
                  <a:pt x="121" y="197"/>
                </a:cubicBezTo>
                <a:cubicBezTo>
                  <a:pt x="122" y="199"/>
                  <a:pt x="123" y="200"/>
                  <a:pt x="125" y="200"/>
                </a:cubicBezTo>
                <a:cubicBezTo>
                  <a:pt x="125" y="200"/>
                  <a:pt x="126" y="200"/>
                  <a:pt x="126" y="200"/>
                </a:cubicBezTo>
                <a:cubicBezTo>
                  <a:pt x="128" y="199"/>
                  <a:pt x="129" y="197"/>
                  <a:pt x="129" y="195"/>
                </a:cubicBezTo>
                <a:cubicBezTo>
                  <a:pt x="125" y="181"/>
                  <a:pt x="113" y="170"/>
                  <a:pt x="109" y="166"/>
                </a:cubicBezTo>
                <a:cubicBezTo>
                  <a:pt x="109" y="148"/>
                  <a:pt x="109" y="148"/>
                  <a:pt x="109" y="148"/>
                </a:cubicBezTo>
                <a:cubicBezTo>
                  <a:pt x="109" y="146"/>
                  <a:pt x="107" y="144"/>
                  <a:pt x="105" y="144"/>
                </a:cubicBezTo>
                <a:close/>
                <a:moveTo>
                  <a:pt x="217" y="52"/>
                </a:moveTo>
                <a:cubicBezTo>
                  <a:pt x="173" y="52"/>
                  <a:pt x="173" y="52"/>
                  <a:pt x="173" y="52"/>
                </a:cubicBezTo>
                <a:cubicBezTo>
                  <a:pt x="171" y="52"/>
                  <a:pt x="169" y="54"/>
                  <a:pt x="169" y="56"/>
                </a:cubicBezTo>
                <a:cubicBezTo>
                  <a:pt x="169" y="80"/>
                  <a:pt x="169" y="80"/>
                  <a:pt x="169" y="80"/>
                </a:cubicBezTo>
                <a:cubicBezTo>
                  <a:pt x="169" y="82"/>
                  <a:pt x="171" y="84"/>
                  <a:pt x="173" y="84"/>
                </a:cubicBezTo>
                <a:cubicBezTo>
                  <a:pt x="217" y="84"/>
                  <a:pt x="217" y="84"/>
                  <a:pt x="217" y="84"/>
                </a:cubicBezTo>
                <a:cubicBezTo>
                  <a:pt x="219" y="84"/>
                  <a:pt x="221" y="82"/>
                  <a:pt x="221" y="80"/>
                </a:cubicBezTo>
                <a:cubicBezTo>
                  <a:pt x="221" y="56"/>
                  <a:pt x="221" y="56"/>
                  <a:pt x="221" y="56"/>
                </a:cubicBezTo>
                <a:cubicBezTo>
                  <a:pt x="221" y="54"/>
                  <a:pt x="219" y="52"/>
                  <a:pt x="217" y="52"/>
                </a:cubicBezTo>
                <a:close/>
                <a:moveTo>
                  <a:pt x="213" y="76"/>
                </a:moveTo>
                <a:cubicBezTo>
                  <a:pt x="177" y="76"/>
                  <a:pt x="177" y="76"/>
                  <a:pt x="177" y="76"/>
                </a:cubicBezTo>
                <a:cubicBezTo>
                  <a:pt x="177" y="60"/>
                  <a:pt x="177" y="60"/>
                  <a:pt x="177" y="60"/>
                </a:cubicBezTo>
                <a:cubicBezTo>
                  <a:pt x="213" y="60"/>
                  <a:pt x="213" y="60"/>
                  <a:pt x="213" y="60"/>
                </a:cubicBezTo>
                <a:lnTo>
                  <a:pt x="213" y="76"/>
                </a:lnTo>
                <a:close/>
                <a:moveTo>
                  <a:pt x="149" y="84"/>
                </a:moveTo>
                <a:cubicBezTo>
                  <a:pt x="151" y="84"/>
                  <a:pt x="153" y="82"/>
                  <a:pt x="153" y="80"/>
                </a:cubicBezTo>
                <a:cubicBezTo>
                  <a:pt x="153" y="56"/>
                  <a:pt x="153" y="56"/>
                  <a:pt x="153" y="56"/>
                </a:cubicBezTo>
                <a:cubicBezTo>
                  <a:pt x="153" y="54"/>
                  <a:pt x="151" y="52"/>
                  <a:pt x="149" y="52"/>
                </a:cubicBezTo>
                <a:cubicBezTo>
                  <a:pt x="105" y="52"/>
                  <a:pt x="105" y="52"/>
                  <a:pt x="105" y="52"/>
                </a:cubicBezTo>
                <a:cubicBezTo>
                  <a:pt x="103" y="52"/>
                  <a:pt x="101" y="54"/>
                  <a:pt x="101" y="56"/>
                </a:cubicBezTo>
                <a:cubicBezTo>
                  <a:pt x="101" y="80"/>
                  <a:pt x="101" y="80"/>
                  <a:pt x="101" y="80"/>
                </a:cubicBezTo>
                <a:cubicBezTo>
                  <a:pt x="101" y="82"/>
                  <a:pt x="103" y="84"/>
                  <a:pt x="105" y="84"/>
                </a:cubicBezTo>
                <a:lnTo>
                  <a:pt x="149" y="84"/>
                </a:lnTo>
                <a:close/>
                <a:moveTo>
                  <a:pt x="109" y="60"/>
                </a:moveTo>
                <a:cubicBezTo>
                  <a:pt x="145" y="60"/>
                  <a:pt x="145" y="60"/>
                  <a:pt x="145" y="60"/>
                </a:cubicBezTo>
                <a:cubicBezTo>
                  <a:pt x="145" y="76"/>
                  <a:pt x="145" y="76"/>
                  <a:pt x="145" y="76"/>
                </a:cubicBezTo>
                <a:cubicBezTo>
                  <a:pt x="109" y="76"/>
                  <a:pt x="109" y="76"/>
                  <a:pt x="109" y="76"/>
                </a:cubicBezTo>
                <a:lnTo>
                  <a:pt x="109" y="60"/>
                </a:lnTo>
                <a:close/>
                <a:moveTo>
                  <a:pt x="78" y="224"/>
                </a:moveTo>
                <a:cubicBezTo>
                  <a:pt x="30" y="216"/>
                  <a:pt x="30" y="216"/>
                  <a:pt x="30" y="216"/>
                </a:cubicBezTo>
                <a:cubicBezTo>
                  <a:pt x="29" y="216"/>
                  <a:pt x="29" y="216"/>
                  <a:pt x="29" y="216"/>
                </a:cubicBezTo>
                <a:cubicBezTo>
                  <a:pt x="5" y="216"/>
                  <a:pt x="5" y="216"/>
                  <a:pt x="5" y="216"/>
                </a:cubicBezTo>
                <a:cubicBezTo>
                  <a:pt x="3" y="216"/>
                  <a:pt x="1" y="218"/>
                  <a:pt x="1" y="220"/>
                </a:cubicBezTo>
                <a:cubicBezTo>
                  <a:pt x="1" y="222"/>
                  <a:pt x="3" y="224"/>
                  <a:pt x="5" y="224"/>
                </a:cubicBezTo>
                <a:cubicBezTo>
                  <a:pt x="29" y="224"/>
                  <a:pt x="29" y="224"/>
                  <a:pt x="29" y="224"/>
                </a:cubicBezTo>
                <a:cubicBezTo>
                  <a:pt x="76" y="232"/>
                  <a:pt x="76" y="232"/>
                  <a:pt x="76" y="232"/>
                </a:cubicBezTo>
                <a:cubicBezTo>
                  <a:pt x="77" y="232"/>
                  <a:pt x="77" y="232"/>
                  <a:pt x="77" y="232"/>
                </a:cubicBezTo>
                <a:cubicBezTo>
                  <a:pt x="79" y="232"/>
                  <a:pt x="81" y="231"/>
                  <a:pt x="81" y="229"/>
                </a:cubicBezTo>
                <a:cubicBezTo>
                  <a:pt x="81" y="226"/>
                  <a:pt x="80" y="224"/>
                  <a:pt x="78" y="224"/>
                </a:cubicBezTo>
                <a:close/>
                <a:moveTo>
                  <a:pt x="5" y="196"/>
                </a:moveTo>
                <a:cubicBezTo>
                  <a:pt x="3" y="196"/>
                  <a:pt x="1" y="198"/>
                  <a:pt x="1" y="200"/>
                </a:cubicBezTo>
                <a:cubicBezTo>
                  <a:pt x="1" y="202"/>
                  <a:pt x="3" y="204"/>
                  <a:pt x="5" y="204"/>
                </a:cubicBezTo>
                <a:cubicBezTo>
                  <a:pt x="13" y="204"/>
                  <a:pt x="13" y="204"/>
                  <a:pt x="13" y="204"/>
                </a:cubicBezTo>
                <a:cubicBezTo>
                  <a:pt x="15" y="204"/>
                  <a:pt x="17" y="202"/>
                  <a:pt x="17" y="200"/>
                </a:cubicBezTo>
                <a:cubicBezTo>
                  <a:pt x="17" y="88"/>
                  <a:pt x="17" y="88"/>
                  <a:pt x="17" y="88"/>
                </a:cubicBezTo>
                <a:cubicBezTo>
                  <a:pt x="17" y="87"/>
                  <a:pt x="16" y="85"/>
                  <a:pt x="15" y="85"/>
                </a:cubicBezTo>
                <a:cubicBezTo>
                  <a:pt x="14" y="84"/>
                  <a:pt x="12" y="84"/>
                  <a:pt x="11" y="84"/>
                </a:cubicBezTo>
                <a:cubicBezTo>
                  <a:pt x="3" y="88"/>
                  <a:pt x="3" y="88"/>
                  <a:pt x="3" y="88"/>
                </a:cubicBezTo>
                <a:cubicBezTo>
                  <a:pt x="1" y="89"/>
                  <a:pt x="0" y="92"/>
                  <a:pt x="1" y="94"/>
                </a:cubicBezTo>
                <a:cubicBezTo>
                  <a:pt x="2" y="96"/>
                  <a:pt x="5" y="97"/>
                  <a:pt x="7" y="96"/>
                </a:cubicBezTo>
                <a:cubicBezTo>
                  <a:pt x="9" y="94"/>
                  <a:pt x="9" y="94"/>
                  <a:pt x="9" y="94"/>
                </a:cubicBezTo>
                <a:cubicBezTo>
                  <a:pt x="9" y="196"/>
                  <a:pt x="9" y="196"/>
                  <a:pt x="9" y="196"/>
                </a:cubicBezTo>
                <a:lnTo>
                  <a:pt x="5" y="196"/>
                </a:lnTo>
                <a:close/>
                <a:moveTo>
                  <a:pt x="32" y="204"/>
                </a:moveTo>
                <a:cubicBezTo>
                  <a:pt x="56" y="208"/>
                  <a:pt x="56" y="208"/>
                  <a:pt x="56" y="208"/>
                </a:cubicBezTo>
                <a:cubicBezTo>
                  <a:pt x="57" y="208"/>
                  <a:pt x="57" y="208"/>
                  <a:pt x="57" y="208"/>
                </a:cubicBezTo>
                <a:cubicBezTo>
                  <a:pt x="59" y="208"/>
                  <a:pt x="61" y="207"/>
                  <a:pt x="61" y="205"/>
                </a:cubicBezTo>
                <a:cubicBezTo>
                  <a:pt x="61" y="202"/>
                  <a:pt x="60" y="200"/>
                  <a:pt x="58" y="200"/>
                </a:cubicBezTo>
                <a:cubicBezTo>
                  <a:pt x="37" y="197"/>
                  <a:pt x="37" y="197"/>
                  <a:pt x="37" y="197"/>
                </a:cubicBezTo>
                <a:cubicBezTo>
                  <a:pt x="37" y="82"/>
                  <a:pt x="37" y="82"/>
                  <a:pt x="37" y="82"/>
                </a:cubicBezTo>
                <a:cubicBezTo>
                  <a:pt x="60" y="63"/>
                  <a:pt x="60" y="63"/>
                  <a:pt x="60" y="63"/>
                </a:cubicBezTo>
                <a:cubicBezTo>
                  <a:pt x="61" y="62"/>
                  <a:pt x="61" y="59"/>
                  <a:pt x="60" y="57"/>
                </a:cubicBezTo>
                <a:cubicBezTo>
                  <a:pt x="59" y="56"/>
                  <a:pt x="56" y="56"/>
                  <a:pt x="54" y="57"/>
                </a:cubicBezTo>
                <a:cubicBezTo>
                  <a:pt x="30" y="77"/>
                  <a:pt x="30" y="77"/>
                  <a:pt x="30" y="77"/>
                </a:cubicBezTo>
                <a:cubicBezTo>
                  <a:pt x="30" y="78"/>
                  <a:pt x="29" y="79"/>
                  <a:pt x="29" y="80"/>
                </a:cubicBezTo>
                <a:cubicBezTo>
                  <a:pt x="29" y="200"/>
                  <a:pt x="29" y="200"/>
                  <a:pt x="29" y="200"/>
                </a:cubicBezTo>
                <a:cubicBezTo>
                  <a:pt x="29" y="202"/>
                  <a:pt x="30" y="204"/>
                  <a:pt x="32" y="20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1" name="Freeform 19">
            <a:extLst>
              <a:ext uri="{FF2B5EF4-FFF2-40B4-BE49-F238E27FC236}">
                <a16:creationId xmlns:a16="http://schemas.microsoft.com/office/drawing/2014/main" id="{FB8B171E-302E-491A-9B43-651A2DF200D6}"/>
              </a:ext>
            </a:extLst>
          </p:cNvPr>
          <p:cNvSpPr>
            <a:spLocks noChangeAspect="1" noEditPoints="1"/>
          </p:cNvSpPr>
          <p:nvPr/>
        </p:nvSpPr>
        <p:spPr bwMode="auto">
          <a:xfrm>
            <a:off x="2503618" y="1464589"/>
            <a:ext cx="409575" cy="409575"/>
          </a:xfrm>
          <a:custGeom>
            <a:avLst/>
            <a:gdLst>
              <a:gd name="T0" fmla="*/ 243 w 262"/>
              <a:gd name="T1" fmla="*/ 56 h 262"/>
              <a:gd name="T2" fmla="*/ 206 w 262"/>
              <a:gd name="T3" fmla="*/ 19 h 262"/>
              <a:gd name="T4" fmla="*/ 5 w 262"/>
              <a:gd name="T5" fmla="*/ 14 h 262"/>
              <a:gd name="T6" fmla="*/ 0 w 262"/>
              <a:gd name="T7" fmla="*/ 18 h 262"/>
              <a:gd name="T8" fmla="*/ 2 w 262"/>
              <a:gd name="T9" fmla="*/ 45 h 262"/>
              <a:gd name="T10" fmla="*/ 101 w 262"/>
              <a:gd name="T11" fmla="*/ 124 h 262"/>
              <a:gd name="T12" fmla="*/ 67 w 262"/>
              <a:gd name="T13" fmla="*/ 158 h 262"/>
              <a:gd name="T14" fmla="*/ 2 w 262"/>
              <a:gd name="T15" fmla="*/ 130 h 262"/>
              <a:gd name="T16" fmla="*/ 0 w 262"/>
              <a:gd name="T17" fmla="*/ 154 h 262"/>
              <a:gd name="T18" fmla="*/ 32 w 262"/>
              <a:gd name="T19" fmla="*/ 188 h 262"/>
              <a:gd name="T20" fmla="*/ 37 w 262"/>
              <a:gd name="T21" fmla="*/ 188 h 262"/>
              <a:gd name="T22" fmla="*/ 8 w 262"/>
              <a:gd name="T23" fmla="*/ 153 h 262"/>
              <a:gd name="T24" fmla="*/ 62 w 262"/>
              <a:gd name="T25" fmla="*/ 165 h 262"/>
              <a:gd name="T26" fmla="*/ 32 w 262"/>
              <a:gd name="T27" fmla="*/ 230 h 262"/>
              <a:gd name="T28" fmla="*/ 40 w 262"/>
              <a:gd name="T29" fmla="*/ 232 h 262"/>
              <a:gd name="T30" fmla="*/ 122 w 262"/>
              <a:gd name="T31" fmla="*/ 254 h 262"/>
              <a:gd name="T32" fmla="*/ 80 w 262"/>
              <a:gd name="T33" fmla="*/ 225 h 262"/>
              <a:gd name="T34" fmla="*/ 74 w 262"/>
              <a:gd name="T35" fmla="*/ 230 h 262"/>
              <a:gd name="T36" fmla="*/ 108 w 262"/>
              <a:gd name="T37" fmla="*/ 262 h 262"/>
              <a:gd name="T38" fmla="*/ 132 w 262"/>
              <a:gd name="T39" fmla="*/ 260 h 262"/>
              <a:gd name="T40" fmla="*/ 104 w 262"/>
              <a:gd name="T41" fmla="*/ 195 h 262"/>
              <a:gd name="T42" fmla="*/ 138 w 262"/>
              <a:gd name="T43" fmla="*/ 161 h 262"/>
              <a:gd name="T44" fmla="*/ 217 w 262"/>
              <a:gd name="T45" fmla="*/ 260 h 262"/>
              <a:gd name="T46" fmla="*/ 244 w 262"/>
              <a:gd name="T47" fmla="*/ 262 h 262"/>
              <a:gd name="T48" fmla="*/ 248 w 262"/>
              <a:gd name="T49" fmla="*/ 257 h 262"/>
              <a:gd name="T50" fmla="*/ 222 w 262"/>
              <a:gd name="T51" fmla="*/ 254 h 262"/>
              <a:gd name="T52" fmla="*/ 176 w 262"/>
              <a:gd name="T53" fmla="*/ 188 h 262"/>
              <a:gd name="T54" fmla="*/ 152 w 262"/>
              <a:gd name="T55" fmla="*/ 147 h 262"/>
              <a:gd name="T56" fmla="*/ 146 w 262"/>
              <a:gd name="T57" fmla="*/ 141 h 262"/>
              <a:gd name="T58" fmla="*/ 40 w 262"/>
              <a:gd name="T59" fmla="*/ 224 h 262"/>
              <a:gd name="T60" fmla="*/ 38 w 262"/>
              <a:gd name="T61" fmla="*/ 222 h 262"/>
              <a:gd name="T62" fmla="*/ 121 w 262"/>
              <a:gd name="T63" fmla="*/ 116 h 262"/>
              <a:gd name="T64" fmla="*/ 115 w 262"/>
              <a:gd name="T65" fmla="*/ 110 h 262"/>
              <a:gd name="T66" fmla="*/ 73 w 262"/>
              <a:gd name="T67" fmla="*/ 85 h 262"/>
              <a:gd name="T68" fmla="*/ 8 w 262"/>
              <a:gd name="T69" fmla="*/ 40 h 262"/>
              <a:gd name="T70" fmla="*/ 158 w 262"/>
              <a:gd name="T71" fmla="*/ 75 h 262"/>
              <a:gd name="T72" fmla="*/ 162 w 262"/>
              <a:gd name="T73" fmla="*/ 74 h 262"/>
              <a:gd name="T74" fmla="*/ 245 w 262"/>
              <a:gd name="T75" fmla="*/ 17 h 262"/>
              <a:gd name="T76" fmla="*/ 188 w 262"/>
              <a:gd name="T77" fmla="*/ 100 h 262"/>
              <a:gd name="T78" fmla="*/ 186 w 262"/>
              <a:gd name="T79" fmla="*/ 103 h 262"/>
              <a:gd name="T80" fmla="*/ 187 w 262"/>
              <a:gd name="T81" fmla="*/ 104 h 262"/>
              <a:gd name="T82" fmla="*/ 222 w 262"/>
              <a:gd name="T83" fmla="*/ 2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 h="262">
                <a:moveTo>
                  <a:pt x="195" y="104"/>
                </a:moveTo>
                <a:cubicBezTo>
                  <a:pt x="243" y="56"/>
                  <a:pt x="243" y="56"/>
                  <a:pt x="243" y="56"/>
                </a:cubicBezTo>
                <a:cubicBezTo>
                  <a:pt x="254" y="45"/>
                  <a:pt x="262" y="24"/>
                  <a:pt x="250" y="12"/>
                </a:cubicBezTo>
                <a:cubicBezTo>
                  <a:pt x="238" y="0"/>
                  <a:pt x="217" y="8"/>
                  <a:pt x="206" y="19"/>
                </a:cubicBezTo>
                <a:cubicBezTo>
                  <a:pt x="158" y="67"/>
                  <a:pt x="158" y="67"/>
                  <a:pt x="158" y="67"/>
                </a:cubicBezTo>
                <a:cubicBezTo>
                  <a:pt x="5" y="14"/>
                  <a:pt x="5" y="14"/>
                  <a:pt x="5" y="14"/>
                </a:cubicBezTo>
                <a:cubicBezTo>
                  <a:pt x="4" y="14"/>
                  <a:pt x="3" y="14"/>
                  <a:pt x="2" y="15"/>
                </a:cubicBezTo>
                <a:cubicBezTo>
                  <a:pt x="1" y="15"/>
                  <a:pt x="0" y="17"/>
                  <a:pt x="0" y="18"/>
                </a:cubicBezTo>
                <a:cubicBezTo>
                  <a:pt x="0" y="42"/>
                  <a:pt x="0" y="42"/>
                  <a:pt x="0" y="42"/>
                </a:cubicBezTo>
                <a:cubicBezTo>
                  <a:pt x="0" y="43"/>
                  <a:pt x="1" y="45"/>
                  <a:pt x="2" y="45"/>
                </a:cubicBezTo>
                <a:cubicBezTo>
                  <a:pt x="68" y="91"/>
                  <a:pt x="68" y="91"/>
                  <a:pt x="68" y="91"/>
                </a:cubicBezTo>
                <a:cubicBezTo>
                  <a:pt x="101" y="124"/>
                  <a:pt x="101" y="124"/>
                  <a:pt x="101" y="124"/>
                </a:cubicBezTo>
                <a:cubicBezTo>
                  <a:pt x="69" y="157"/>
                  <a:pt x="69" y="157"/>
                  <a:pt x="69" y="157"/>
                </a:cubicBezTo>
                <a:cubicBezTo>
                  <a:pt x="68" y="157"/>
                  <a:pt x="68" y="158"/>
                  <a:pt x="67" y="158"/>
                </a:cubicBezTo>
                <a:cubicBezTo>
                  <a:pt x="6" y="130"/>
                  <a:pt x="6" y="130"/>
                  <a:pt x="6" y="130"/>
                </a:cubicBezTo>
                <a:cubicBezTo>
                  <a:pt x="4" y="129"/>
                  <a:pt x="3" y="130"/>
                  <a:pt x="2" y="130"/>
                </a:cubicBezTo>
                <a:cubicBezTo>
                  <a:pt x="1" y="131"/>
                  <a:pt x="0" y="132"/>
                  <a:pt x="0" y="134"/>
                </a:cubicBezTo>
                <a:cubicBezTo>
                  <a:pt x="0" y="154"/>
                  <a:pt x="0" y="154"/>
                  <a:pt x="0" y="154"/>
                </a:cubicBezTo>
                <a:cubicBezTo>
                  <a:pt x="0" y="155"/>
                  <a:pt x="0" y="156"/>
                  <a:pt x="1" y="157"/>
                </a:cubicBezTo>
                <a:cubicBezTo>
                  <a:pt x="32" y="188"/>
                  <a:pt x="32" y="188"/>
                  <a:pt x="32" y="188"/>
                </a:cubicBezTo>
                <a:cubicBezTo>
                  <a:pt x="32" y="189"/>
                  <a:pt x="34" y="189"/>
                  <a:pt x="35" y="189"/>
                </a:cubicBezTo>
                <a:cubicBezTo>
                  <a:pt x="36" y="189"/>
                  <a:pt x="37" y="189"/>
                  <a:pt x="37" y="188"/>
                </a:cubicBezTo>
                <a:cubicBezTo>
                  <a:pt x="39" y="186"/>
                  <a:pt x="39" y="184"/>
                  <a:pt x="37" y="182"/>
                </a:cubicBezTo>
                <a:cubicBezTo>
                  <a:pt x="8" y="153"/>
                  <a:pt x="8" y="153"/>
                  <a:pt x="8" y="153"/>
                </a:cubicBezTo>
                <a:cubicBezTo>
                  <a:pt x="8" y="140"/>
                  <a:pt x="8" y="140"/>
                  <a:pt x="8" y="140"/>
                </a:cubicBezTo>
                <a:cubicBezTo>
                  <a:pt x="62" y="165"/>
                  <a:pt x="62" y="165"/>
                  <a:pt x="62" y="165"/>
                </a:cubicBezTo>
                <a:cubicBezTo>
                  <a:pt x="50" y="179"/>
                  <a:pt x="29" y="207"/>
                  <a:pt x="30" y="222"/>
                </a:cubicBezTo>
                <a:cubicBezTo>
                  <a:pt x="30" y="225"/>
                  <a:pt x="31" y="228"/>
                  <a:pt x="32" y="230"/>
                </a:cubicBezTo>
                <a:cubicBezTo>
                  <a:pt x="34" y="231"/>
                  <a:pt x="37" y="232"/>
                  <a:pt x="40" y="232"/>
                </a:cubicBezTo>
                <a:cubicBezTo>
                  <a:pt x="40" y="232"/>
                  <a:pt x="40" y="232"/>
                  <a:pt x="40" y="232"/>
                </a:cubicBezTo>
                <a:cubicBezTo>
                  <a:pt x="55" y="232"/>
                  <a:pt x="83" y="212"/>
                  <a:pt x="97" y="200"/>
                </a:cubicBezTo>
                <a:cubicBezTo>
                  <a:pt x="122" y="254"/>
                  <a:pt x="122" y="254"/>
                  <a:pt x="122" y="254"/>
                </a:cubicBezTo>
                <a:cubicBezTo>
                  <a:pt x="109" y="254"/>
                  <a:pt x="109" y="254"/>
                  <a:pt x="109" y="254"/>
                </a:cubicBezTo>
                <a:cubicBezTo>
                  <a:pt x="80" y="225"/>
                  <a:pt x="80" y="225"/>
                  <a:pt x="80" y="225"/>
                </a:cubicBezTo>
                <a:cubicBezTo>
                  <a:pt x="78" y="223"/>
                  <a:pt x="76" y="223"/>
                  <a:pt x="74" y="225"/>
                </a:cubicBezTo>
                <a:cubicBezTo>
                  <a:pt x="73" y="226"/>
                  <a:pt x="73" y="229"/>
                  <a:pt x="74" y="230"/>
                </a:cubicBezTo>
                <a:cubicBezTo>
                  <a:pt x="105" y="261"/>
                  <a:pt x="105" y="261"/>
                  <a:pt x="105" y="261"/>
                </a:cubicBezTo>
                <a:cubicBezTo>
                  <a:pt x="106" y="262"/>
                  <a:pt x="107" y="262"/>
                  <a:pt x="108" y="262"/>
                </a:cubicBezTo>
                <a:cubicBezTo>
                  <a:pt x="128" y="262"/>
                  <a:pt x="128" y="262"/>
                  <a:pt x="128" y="262"/>
                </a:cubicBezTo>
                <a:cubicBezTo>
                  <a:pt x="130" y="262"/>
                  <a:pt x="131" y="261"/>
                  <a:pt x="132" y="260"/>
                </a:cubicBezTo>
                <a:cubicBezTo>
                  <a:pt x="132" y="259"/>
                  <a:pt x="133" y="258"/>
                  <a:pt x="132" y="256"/>
                </a:cubicBezTo>
                <a:cubicBezTo>
                  <a:pt x="104" y="195"/>
                  <a:pt x="104" y="195"/>
                  <a:pt x="104" y="195"/>
                </a:cubicBezTo>
                <a:cubicBezTo>
                  <a:pt x="104" y="194"/>
                  <a:pt x="105" y="194"/>
                  <a:pt x="105" y="193"/>
                </a:cubicBezTo>
                <a:cubicBezTo>
                  <a:pt x="138" y="161"/>
                  <a:pt x="138" y="161"/>
                  <a:pt x="138" y="161"/>
                </a:cubicBezTo>
                <a:cubicBezTo>
                  <a:pt x="170" y="193"/>
                  <a:pt x="170" y="193"/>
                  <a:pt x="170" y="193"/>
                </a:cubicBezTo>
                <a:cubicBezTo>
                  <a:pt x="217" y="260"/>
                  <a:pt x="217" y="260"/>
                  <a:pt x="217" y="260"/>
                </a:cubicBezTo>
                <a:cubicBezTo>
                  <a:pt x="217" y="261"/>
                  <a:pt x="219" y="262"/>
                  <a:pt x="220" y="262"/>
                </a:cubicBezTo>
                <a:cubicBezTo>
                  <a:pt x="244" y="262"/>
                  <a:pt x="244" y="262"/>
                  <a:pt x="244" y="262"/>
                </a:cubicBezTo>
                <a:cubicBezTo>
                  <a:pt x="245" y="262"/>
                  <a:pt x="247" y="261"/>
                  <a:pt x="247" y="260"/>
                </a:cubicBezTo>
                <a:cubicBezTo>
                  <a:pt x="248" y="259"/>
                  <a:pt x="248" y="258"/>
                  <a:pt x="248" y="257"/>
                </a:cubicBezTo>
                <a:lnTo>
                  <a:pt x="195" y="104"/>
                </a:lnTo>
                <a:close/>
                <a:moveTo>
                  <a:pt x="222" y="254"/>
                </a:moveTo>
                <a:cubicBezTo>
                  <a:pt x="177" y="188"/>
                  <a:pt x="177" y="188"/>
                  <a:pt x="177" y="188"/>
                </a:cubicBezTo>
                <a:cubicBezTo>
                  <a:pt x="176" y="188"/>
                  <a:pt x="176" y="188"/>
                  <a:pt x="176" y="188"/>
                </a:cubicBezTo>
                <a:cubicBezTo>
                  <a:pt x="144" y="155"/>
                  <a:pt x="144" y="155"/>
                  <a:pt x="144" y="155"/>
                </a:cubicBezTo>
                <a:cubicBezTo>
                  <a:pt x="152" y="147"/>
                  <a:pt x="152" y="147"/>
                  <a:pt x="152" y="147"/>
                </a:cubicBezTo>
                <a:cubicBezTo>
                  <a:pt x="153" y="145"/>
                  <a:pt x="153" y="143"/>
                  <a:pt x="152" y="141"/>
                </a:cubicBezTo>
                <a:cubicBezTo>
                  <a:pt x="150" y="140"/>
                  <a:pt x="148" y="140"/>
                  <a:pt x="146" y="141"/>
                </a:cubicBezTo>
                <a:cubicBezTo>
                  <a:pt x="100" y="188"/>
                  <a:pt x="100" y="188"/>
                  <a:pt x="100" y="188"/>
                </a:cubicBezTo>
                <a:cubicBezTo>
                  <a:pt x="90" y="197"/>
                  <a:pt x="54" y="224"/>
                  <a:pt x="40" y="224"/>
                </a:cubicBezTo>
                <a:cubicBezTo>
                  <a:pt x="40" y="225"/>
                  <a:pt x="39" y="224"/>
                  <a:pt x="38" y="224"/>
                </a:cubicBezTo>
                <a:cubicBezTo>
                  <a:pt x="38" y="223"/>
                  <a:pt x="38" y="222"/>
                  <a:pt x="38" y="222"/>
                </a:cubicBezTo>
                <a:cubicBezTo>
                  <a:pt x="37" y="207"/>
                  <a:pt x="66" y="170"/>
                  <a:pt x="74" y="162"/>
                </a:cubicBezTo>
                <a:cubicBezTo>
                  <a:pt x="121" y="116"/>
                  <a:pt x="121" y="116"/>
                  <a:pt x="121" y="116"/>
                </a:cubicBezTo>
                <a:cubicBezTo>
                  <a:pt x="122" y="114"/>
                  <a:pt x="122" y="112"/>
                  <a:pt x="121" y="110"/>
                </a:cubicBezTo>
                <a:cubicBezTo>
                  <a:pt x="119" y="109"/>
                  <a:pt x="117" y="109"/>
                  <a:pt x="115" y="110"/>
                </a:cubicBezTo>
                <a:cubicBezTo>
                  <a:pt x="107" y="119"/>
                  <a:pt x="107" y="119"/>
                  <a:pt x="107" y="119"/>
                </a:cubicBezTo>
                <a:cubicBezTo>
                  <a:pt x="73" y="85"/>
                  <a:pt x="73" y="85"/>
                  <a:pt x="73" y="85"/>
                </a:cubicBezTo>
                <a:cubicBezTo>
                  <a:pt x="73" y="85"/>
                  <a:pt x="73" y="85"/>
                  <a:pt x="73" y="84"/>
                </a:cubicBezTo>
                <a:cubicBezTo>
                  <a:pt x="8" y="40"/>
                  <a:pt x="8" y="40"/>
                  <a:pt x="8" y="40"/>
                </a:cubicBezTo>
                <a:cubicBezTo>
                  <a:pt x="8" y="24"/>
                  <a:pt x="8" y="24"/>
                  <a:pt x="8" y="24"/>
                </a:cubicBezTo>
                <a:cubicBezTo>
                  <a:pt x="158" y="75"/>
                  <a:pt x="158" y="75"/>
                  <a:pt x="158" y="75"/>
                </a:cubicBezTo>
                <a:cubicBezTo>
                  <a:pt x="158" y="75"/>
                  <a:pt x="159" y="76"/>
                  <a:pt x="159" y="76"/>
                </a:cubicBezTo>
                <a:cubicBezTo>
                  <a:pt x="160" y="76"/>
                  <a:pt x="161" y="75"/>
                  <a:pt x="162" y="74"/>
                </a:cubicBezTo>
                <a:cubicBezTo>
                  <a:pt x="212" y="25"/>
                  <a:pt x="212" y="25"/>
                  <a:pt x="212" y="25"/>
                </a:cubicBezTo>
                <a:cubicBezTo>
                  <a:pt x="219" y="18"/>
                  <a:pt x="236" y="9"/>
                  <a:pt x="245" y="17"/>
                </a:cubicBezTo>
                <a:cubicBezTo>
                  <a:pt x="253" y="26"/>
                  <a:pt x="244" y="43"/>
                  <a:pt x="237" y="50"/>
                </a:cubicBezTo>
                <a:cubicBezTo>
                  <a:pt x="188" y="100"/>
                  <a:pt x="188" y="100"/>
                  <a:pt x="188" y="100"/>
                </a:cubicBezTo>
                <a:cubicBezTo>
                  <a:pt x="187" y="101"/>
                  <a:pt x="186" y="102"/>
                  <a:pt x="186" y="103"/>
                </a:cubicBezTo>
                <a:cubicBezTo>
                  <a:pt x="186" y="103"/>
                  <a:pt x="186" y="103"/>
                  <a:pt x="186" y="103"/>
                </a:cubicBezTo>
                <a:cubicBezTo>
                  <a:pt x="186" y="103"/>
                  <a:pt x="186" y="103"/>
                  <a:pt x="186" y="103"/>
                </a:cubicBezTo>
                <a:cubicBezTo>
                  <a:pt x="186" y="103"/>
                  <a:pt x="186" y="104"/>
                  <a:pt x="187" y="104"/>
                </a:cubicBezTo>
                <a:cubicBezTo>
                  <a:pt x="238" y="254"/>
                  <a:pt x="238" y="254"/>
                  <a:pt x="238" y="254"/>
                </a:cubicBezTo>
                <a:lnTo>
                  <a:pt x="222" y="25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7" name="Freeform 23">
            <a:extLst>
              <a:ext uri="{FF2B5EF4-FFF2-40B4-BE49-F238E27FC236}">
                <a16:creationId xmlns:a16="http://schemas.microsoft.com/office/drawing/2014/main" id="{CFF82188-02D9-488A-9645-33EC4AC3A10D}"/>
              </a:ext>
            </a:extLst>
          </p:cNvPr>
          <p:cNvSpPr>
            <a:spLocks noChangeAspect="1" noEditPoints="1"/>
          </p:cNvSpPr>
          <p:nvPr/>
        </p:nvSpPr>
        <p:spPr bwMode="auto">
          <a:xfrm>
            <a:off x="3476026" y="1469351"/>
            <a:ext cx="400050" cy="400050"/>
          </a:xfrm>
          <a:custGeom>
            <a:avLst/>
            <a:gdLst>
              <a:gd name="T0" fmla="*/ 132 w 256"/>
              <a:gd name="T1" fmla="*/ 184 h 256"/>
              <a:gd name="T2" fmla="*/ 128 w 256"/>
              <a:gd name="T3" fmla="*/ 120 h 256"/>
              <a:gd name="T4" fmla="*/ 124 w 256"/>
              <a:gd name="T5" fmla="*/ 184 h 256"/>
              <a:gd name="T6" fmla="*/ 77 w 256"/>
              <a:gd name="T7" fmla="*/ 176 h 256"/>
              <a:gd name="T8" fmla="*/ 75 w 256"/>
              <a:gd name="T9" fmla="*/ 184 h 256"/>
              <a:gd name="T10" fmla="*/ 144 w 256"/>
              <a:gd name="T11" fmla="*/ 192 h 256"/>
              <a:gd name="T12" fmla="*/ 184 w 256"/>
              <a:gd name="T13" fmla="*/ 179 h 256"/>
              <a:gd name="T14" fmla="*/ 144 w 256"/>
              <a:gd name="T15" fmla="*/ 184 h 256"/>
              <a:gd name="T16" fmla="*/ 4 w 256"/>
              <a:gd name="T17" fmla="*/ 28 h 256"/>
              <a:gd name="T18" fmla="*/ 4 w 256"/>
              <a:gd name="T19" fmla="*/ 36 h 256"/>
              <a:gd name="T20" fmla="*/ 136 w 256"/>
              <a:gd name="T21" fmla="*/ 52 h 256"/>
              <a:gd name="T22" fmla="*/ 183 w 256"/>
              <a:gd name="T23" fmla="*/ 88 h 256"/>
              <a:gd name="T24" fmla="*/ 176 w 256"/>
              <a:gd name="T25" fmla="*/ 91 h 256"/>
              <a:gd name="T26" fmla="*/ 79 w 256"/>
              <a:gd name="T27" fmla="*/ 91 h 256"/>
              <a:gd name="T28" fmla="*/ 73 w 256"/>
              <a:gd name="T29" fmla="*/ 88 h 256"/>
              <a:gd name="T30" fmla="*/ 120 w 256"/>
              <a:gd name="T31" fmla="*/ 52 h 256"/>
              <a:gd name="T32" fmla="*/ 112 w 256"/>
              <a:gd name="T33" fmla="*/ 44 h 256"/>
              <a:gd name="T34" fmla="*/ 64 w 256"/>
              <a:gd name="T35" fmla="*/ 91 h 256"/>
              <a:gd name="T36" fmla="*/ 61 w 256"/>
              <a:gd name="T37" fmla="*/ 215 h 256"/>
              <a:gd name="T38" fmla="*/ 44 w 256"/>
              <a:gd name="T39" fmla="*/ 256 h 256"/>
              <a:gd name="T40" fmla="*/ 67 w 256"/>
              <a:gd name="T41" fmla="*/ 221 h 256"/>
              <a:gd name="T42" fmla="*/ 102 w 256"/>
              <a:gd name="T43" fmla="*/ 237 h 256"/>
              <a:gd name="T44" fmla="*/ 131 w 256"/>
              <a:gd name="T45" fmla="*/ 240 h 256"/>
              <a:gd name="T46" fmla="*/ 178 w 256"/>
              <a:gd name="T47" fmla="*/ 228 h 256"/>
              <a:gd name="T48" fmla="*/ 208 w 256"/>
              <a:gd name="T49" fmla="*/ 252 h 256"/>
              <a:gd name="T50" fmla="*/ 216 w 256"/>
              <a:gd name="T51" fmla="*/ 252 h 256"/>
              <a:gd name="T52" fmla="*/ 208 w 256"/>
              <a:gd name="T53" fmla="*/ 167 h 256"/>
              <a:gd name="T54" fmla="*/ 144 w 256"/>
              <a:gd name="T55" fmla="*/ 48 h 256"/>
              <a:gd name="T56" fmla="*/ 252 w 256"/>
              <a:gd name="T57" fmla="*/ 36 h 256"/>
              <a:gd name="T58" fmla="*/ 252 w 256"/>
              <a:gd name="T59" fmla="*/ 28 h 256"/>
              <a:gd name="T60" fmla="*/ 185 w 256"/>
              <a:gd name="T61" fmla="*/ 213 h 256"/>
              <a:gd name="T62" fmla="*/ 174 w 256"/>
              <a:gd name="T63" fmla="*/ 220 h 256"/>
              <a:gd name="T64" fmla="*/ 131 w 256"/>
              <a:gd name="T65" fmla="*/ 232 h 256"/>
              <a:gd name="T66" fmla="*/ 104 w 256"/>
              <a:gd name="T67" fmla="*/ 229 h 256"/>
              <a:gd name="T68" fmla="*/ 71 w 256"/>
              <a:gd name="T69" fmla="*/ 213 h 256"/>
              <a:gd name="T70" fmla="*/ 56 w 256"/>
              <a:gd name="T71" fmla="*/ 169 h 256"/>
              <a:gd name="T72" fmla="*/ 76 w 256"/>
              <a:gd name="T73" fmla="*/ 98 h 256"/>
              <a:gd name="T74" fmla="*/ 180 w 256"/>
              <a:gd name="T75" fmla="*/ 99 h 256"/>
              <a:gd name="T76" fmla="*/ 200 w 256"/>
              <a:gd name="T77" fmla="*/ 169 h 256"/>
              <a:gd name="T78" fmla="*/ 128 w 256"/>
              <a:gd name="T79" fmla="*/ 8 h 256"/>
              <a:gd name="T80" fmla="*/ 136 w 256"/>
              <a:gd name="T81" fmla="*/ 20 h 256"/>
              <a:gd name="T82" fmla="*/ 144 w 256"/>
              <a:gd name="T83" fmla="*/ 16 h 256"/>
              <a:gd name="T84" fmla="*/ 112 w 256"/>
              <a:gd name="T85" fmla="*/ 16 h 256"/>
              <a:gd name="T86" fmla="*/ 120 w 256"/>
              <a:gd name="T87" fmla="*/ 2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56">
                <a:moveTo>
                  <a:pt x="144" y="184"/>
                </a:moveTo>
                <a:cubicBezTo>
                  <a:pt x="132" y="184"/>
                  <a:pt x="132" y="184"/>
                  <a:pt x="132" y="184"/>
                </a:cubicBezTo>
                <a:cubicBezTo>
                  <a:pt x="132" y="124"/>
                  <a:pt x="132" y="124"/>
                  <a:pt x="132" y="124"/>
                </a:cubicBezTo>
                <a:cubicBezTo>
                  <a:pt x="132" y="122"/>
                  <a:pt x="130" y="120"/>
                  <a:pt x="128" y="120"/>
                </a:cubicBezTo>
                <a:cubicBezTo>
                  <a:pt x="126" y="120"/>
                  <a:pt x="124" y="122"/>
                  <a:pt x="124" y="124"/>
                </a:cubicBezTo>
                <a:cubicBezTo>
                  <a:pt x="124" y="184"/>
                  <a:pt x="124" y="184"/>
                  <a:pt x="124" y="184"/>
                </a:cubicBezTo>
                <a:cubicBezTo>
                  <a:pt x="112" y="184"/>
                  <a:pt x="112" y="184"/>
                  <a:pt x="112" y="184"/>
                </a:cubicBezTo>
                <a:cubicBezTo>
                  <a:pt x="112" y="184"/>
                  <a:pt x="95" y="183"/>
                  <a:pt x="77" y="176"/>
                </a:cubicBezTo>
                <a:cubicBezTo>
                  <a:pt x="75" y="175"/>
                  <a:pt x="73" y="177"/>
                  <a:pt x="72" y="179"/>
                </a:cubicBezTo>
                <a:cubicBezTo>
                  <a:pt x="71" y="181"/>
                  <a:pt x="72" y="183"/>
                  <a:pt x="75" y="184"/>
                </a:cubicBezTo>
                <a:cubicBezTo>
                  <a:pt x="93" y="191"/>
                  <a:pt x="112" y="192"/>
                  <a:pt x="112" y="192"/>
                </a:cubicBezTo>
                <a:cubicBezTo>
                  <a:pt x="144" y="192"/>
                  <a:pt x="144" y="192"/>
                  <a:pt x="144" y="192"/>
                </a:cubicBezTo>
                <a:cubicBezTo>
                  <a:pt x="144" y="192"/>
                  <a:pt x="163" y="191"/>
                  <a:pt x="181" y="184"/>
                </a:cubicBezTo>
                <a:cubicBezTo>
                  <a:pt x="184" y="183"/>
                  <a:pt x="185" y="181"/>
                  <a:pt x="184" y="179"/>
                </a:cubicBezTo>
                <a:cubicBezTo>
                  <a:pt x="183" y="176"/>
                  <a:pt x="181" y="175"/>
                  <a:pt x="179" y="176"/>
                </a:cubicBezTo>
                <a:cubicBezTo>
                  <a:pt x="161" y="183"/>
                  <a:pt x="144" y="184"/>
                  <a:pt x="144" y="184"/>
                </a:cubicBezTo>
                <a:close/>
                <a:moveTo>
                  <a:pt x="252" y="28"/>
                </a:moveTo>
                <a:cubicBezTo>
                  <a:pt x="4" y="28"/>
                  <a:pt x="4" y="28"/>
                  <a:pt x="4" y="28"/>
                </a:cubicBezTo>
                <a:cubicBezTo>
                  <a:pt x="2" y="28"/>
                  <a:pt x="0" y="30"/>
                  <a:pt x="0" y="32"/>
                </a:cubicBezTo>
                <a:cubicBezTo>
                  <a:pt x="0" y="34"/>
                  <a:pt x="2" y="36"/>
                  <a:pt x="4" y="36"/>
                </a:cubicBezTo>
                <a:cubicBezTo>
                  <a:pt x="136" y="36"/>
                  <a:pt x="136" y="36"/>
                  <a:pt x="136" y="36"/>
                </a:cubicBezTo>
                <a:cubicBezTo>
                  <a:pt x="136" y="52"/>
                  <a:pt x="136" y="52"/>
                  <a:pt x="136" y="52"/>
                </a:cubicBezTo>
                <a:cubicBezTo>
                  <a:pt x="136" y="54"/>
                  <a:pt x="138" y="56"/>
                  <a:pt x="140" y="56"/>
                </a:cubicBezTo>
                <a:cubicBezTo>
                  <a:pt x="141" y="56"/>
                  <a:pt x="175" y="57"/>
                  <a:pt x="183" y="88"/>
                </a:cubicBezTo>
                <a:cubicBezTo>
                  <a:pt x="183" y="88"/>
                  <a:pt x="183" y="88"/>
                  <a:pt x="182" y="88"/>
                </a:cubicBezTo>
                <a:cubicBezTo>
                  <a:pt x="180" y="90"/>
                  <a:pt x="178" y="91"/>
                  <a:pt x="176" y="91"/>
                </a:cubicBezTo>
                <a:cubicBezTo>
                  <a:pt x="170" y="95"/>
                  <a:pt x="168" y="96"/>
                  <a:pt x="128" y="96"/>
                </a:cubicBezTo>
                <a:cubicBezTo>
                  <a:pt x="90" y="96"/>
                  <a:pt x="87" y="95"/>
                  <a:pt x="79" y="91"/>
                </a:cubicBezTo>
                <a:cubicBezTo>
                  <a:pt x="77" y="90"/>
                  <a:pt x="76" y="89"/>
                  <a:pt x="74" y="88"/>
                </a:cubicBezTo>
                <a:cubicBezTo>
                  <a:pt x="73" y="88"/>
                  <a:pt x="73" y="88"/>
                  <a:pt x="73" y="88"/>
                </a:cubicBezTo>
                <a:cubicBezTo>
                  <a:pt x="81" y="57"/>
                  <a:pt x="115" y="56"/>
                  <a:pt x="116" y="56"/>
                </a:cubicBezTo>
                <a:cubicBezTo>
                  <a:pt x="118" y="56"/>
                  <a:pt x="120" y="54"/>
                  <a:pt x="120" y="52"/>
                </a:cubicBezTo>
                <a:cubicBezTo>
                  <a:pt x="120" y="44"/>
                  <a:pt x="120" y="44"/>
                  <a:pt x="120" y="44"/>
                </a:cubicBezTo>
                <a:cubicBezTo>
                  <a:pt x="112" y="44"/>
                  <a:pt x="112" y="44"/>
                  <a:pt x="112" y="44"/>
                </a:cubicBezTo>
                <a:cubicBezTo>
                  <a:pt x="112" y="48"/>
                  <a:pt x="112" y="48"/>
                  <a:pt x="112" y="48"/>
                </a:cubicBezTo>
                <a:cubicBezTo>
                  <a:pt x="101" y="50"/>
                  <a:pt x="69" y="57"/>
                  <a:pt x="64" y="91"/>
                </a:cubicBezTo>
                <a:cubicBezTo>
                  <a:pt x="48" y="167"/>
                  <a:pt x="48" y="167"/>
                  <a:pt x="48" y="167"/>
                </a:cubicBezTo>
                <a:cubicBezTo>
                  <a:pt x="48" y="167"/>
                  <a:pt x="42" y="195"/>
                  <a:pt x="61" y="215"/>
                </a:cubicBezTo>
                <a:cubicBezTo>
                  <a:pt x="50" y="223"/>
                  <a:pt x="40" y="237"/>
                  <a:pt x="40" y="252"/>
                </a:cubicBezTo>
                <a:cubicBezTo>
                  <a:pt x="40" y="254"/>
                  <a:pt x="42" y="256"/>
                  <a:pt x="44" y="256"/>
                </a:cubicBezTo>
                <a:cubicBezTo>
                  <a:pt x="46" y="256"/>
                  <a:pt x="48" y="254"/>
                  <a:pt x="48" y="252"/>
                </a:cubicBezTo>
                <a:cubicBezTo>
                  <a:pt x="48" y="239"/>
                  <a:pt x="58" y="226"/>
                  <a:pt x="67" y="221"/>
                </a:cubicBezTo>
                <a:cubicBezTo>
                  <a:pt x="71" y="223"/>
                  <a:pt x="74" y="226"/>
                  <a:pt x="78" y="228"/>
                </a:cubicBezTo>
                <a:cubicBezTo>
                  <a:pt x="85" y="231"/>
                  <a:pt x="93" y="234"/>
                  <a:pt x="102" y="237"/>
                </a:cubicBezTo>
                <a:cubicBezTo>
                  <a:pt x="109" y="239"/>
                  <a:pt x="117" y="240"/>
                  <a:pt x="125" y="240"/>
                </a:cubicBezTo>
                <a:cubicBezTo>
                  <a:pt x="131" y="240"/>
                  <a:pt x="131" y="240"/>
                  <a:pt x="131" y="240"/>
                </a:cubicBezTo>
                <a:cubicBezTo>
                  <a:pt x="139" y="240"/>
                  <a:pt x="147" y="239"/>
                  <a:pt x="154" y="237"/>
                </a:cubicBezTo>
                <a:cubicBezTo>
                  <a:pt x="163" y="234"/>
                  <a:pt x="171" y="231"/>
                  <a:pt x="178" y="228"/>
                </a:cubicBezTo>
                <a:cubicBezTo>
                  <a:pt x="182" y="226"/>
                  <a:pt x="185" y="223"/>
                  <a:pt x="189" y="221"/>
                </a:cubicBezTo>
                <a:cubicBezTo>
                  <a:pt x="198" y="226"/>
                  <a:pt x="208" y="239"/>
                  <a:pt x="208" y="252"/>
                </a:cubicBezTo>
                <a:cubicBezTo>
                  <a:pt x="208" y="254"/>
                  <a:pt x="210" y="256"/>
                  <a:pt x="212" y="256"/>
                </a:cubicBezTo>
                <a:cubicBezTo>
                  <a:pt x="214" y="256"/>
                  <a:pt x="216" y="254"/>
                  <a:pt x="216" y="252"/>
                </a:cubicBezTo>
                <a:cubicBezTo>
                  <a:pt x="216" y="237"/>
                  <a:pt x="206" y="223"/>
                  <a:pt x="195" y="215"/>
                </a:cubicBezTo>
                <a:cubicBezTo>
                  <a:pt x="214" y="195"/>
                  <a:pt x="208" y="167"/>
                  <a:pt x="208" y="167"/>
                </a:cubicBezTo>
                <a:cubicBezTo>
                  <a:pt x="192" y="91"/>
                  <a:pt x="192" y="91"/>
                  <a:pt x="192" y="91"/>
                </a:cubicBezTo>
                <a:cubicBezTo>
                  <a:pt x="187" y="57"/>
                  <a:pt x="155" y="50"/>
                  <a:pt x="144" y="48"/>
                </a:cubicBezTo>
                <a:cubicBezTo>
                  <a:pt x="144" y="36"/>
                  <a:pt x="144" y="36"/>
                  <a:pt x="144" y="36"/>
                </a:cubicBezTo>
                <a:cubicBezTo>
                  <a:pt x="252" y="36"/>
                  <a:pt x="252" y="36"/>
                  <a:pt x="252" y="36"/>
                </a:cubicBezTo>
                <a:cubicBezTo>
                  <a:pt x="254" y="36"/>
                  <a:pt x="256" y="34"/>
                  <a:pt x="256" y="32"/>
                </a:cubicBezTo>
                <a:cubicBezTo>
                  <a:pt x="256" y="30"/>
                  <a:pt x="254" y="28"/>
                  <a:pt x="252" y="28"/>
                </a:cubicBezTo>
                <a:close/>
                <a:moveTo>
                  <a:pt x="200" y="169"/>
                </a:moveTo>
                <a:cubicBezTo>
                  <a:pt x="200" y="169"/>
                  <a:pt x="206" y="195"/>
                  <a:pt x="185" y="213"/>
                </a:cubicBezTo>
                <a:cubicBezTo>
                  <a:pt x="185" y="213"/>
                  <a:pt x="185" y="213"/>
                  <a:pt x="185" y="213"/>
                </a:cubicBezTo>
                <a:cubicBezTo>
                  <a:pt x="182" y="216"/>
                  <a:pt x="179" y="218"/>
                  <a:pt x="174" y="220"/>
                </a:cubicBezTo>
                <a:cubicBezTo>
                  <a:pt x="167" y="224"/>
                  <a:pt x="160" y="227"/>
                  <a:pt x="152" y="229"/>
                </a:cubicBezTo>
                <a:cubicBezTo>
                  <a:pt x="145" y="231"/>
                  <a:pt x="138" y="232"/>
                  <a:pt x="131" y="232"/>
                </a:cubicBezTo>
                <a:cubicBezTo>
                  <a:pt x="125" y="232"/>
                  <a:pt x="125" y="232"/>
                  <a:pt x="125" y="232"/>
                </a:cubicBezTo>
                <a:cubicBezTo>
                  <a:pt x="118" y="232"/>
                  <a:pt x="111" y="231"/>
                  <a:pt x="104" y="229"/>
                </a:cubicBezTo>
                <a:cubicBezTo>
                  <a:pt x="96" y="227"/>
                  <a:pt x="89" y="224"/>
                  <a:pt x="82" y="220"/>
                </a:cubicBezTo>
                <a:cubicBezTo>
                  <a:pt x="78" y="218"/>
                  <a:pt x="74" y="216"/>
                  <a:pt x="71" y="213"/>
                </a:cubicBezTo>
                <a:cubicBezTo>
                  <a:pt x="71" y="213"/>
                  <a:pt x="71" y="213"/>
                  <a:pt x="70" y="213"/>
                </a:cubicBezTo>
                <a:cubicBezTo>
                  <a:pt x="50" y="195"/>
                  <a:pt x="56" y="170"/>
                  <a:pt x="56" y="169"/>
                </a:cubicBezTo>
                <a:cubicBezTo>
                  <a:pt x="71" y="96"/>
                  <a:pt x="71" y="96"/>
                  <a:pt x="71" y="96"/>
                </a:cubicBezTo>
                <a:cubicBezTo>
                  <a:pt x="73" y="97"/>
                  <a:pt x="74" y="97"/>
                  <a:pt x="76" y="98"/>
                </a:cubicBezTo>
                <a:cubicBezTo>
                  <a:pt x="86" y="103"/>
                  <a:pt x="89" y="104"/>
                  <a:pt x="128" y="104"/>
                </a:cubicBezTo>
                <a:cubicBezTo>
                  <a:pt x="169" y="104"/>
                  <a:pt x="172" y="103"/>
                  <a:pt x="180" y="99"/>
                </a:cubicBezTo>
                <a:cubicBezTo>
                  <a:pt x="181" y="98"/>
                  <a:pt x="183" y="97"/>
                  <a:pt x="185" y="96"/>
                </a:cubicBezTo>
                <a:lnTo>
                  <a:pt x="200" y="169"/>
                </a:lnTo>
                <a:close/>
                <a:moveTo>
                  <a:pt x="120" y="16"/>
                </a:moveTo>
                <a:cubicBezTo>
                  <a:pt x="120" y="12"/>
                  <a:pt x="124" y="8"/>
                  <a:pt x="128" y="8"/>
                </a:cubicBezTo>
                <a:cubicBezTo>
                  <a:pt x="132" y="8"/>
                  <a:pt x="136" y="12"/>
                  <a:pt x="136" y="16"/>
                </a:cubicBezTo>
                <a:cubicBezTo>
                  <a:pt x="136" y="20"/>
                  <a:pt x="136" y="20"/>
                  <a:pt x="136" y="20"/>
                </a:cubicBezTo>
                <a:cubicBezTo>
                  <a:pt x="144" y="20"/>
                  <a:pt x="144" y="20"/>
                  <a:pt x="144" y="20"/>
                </a:cubicBezTo>
                <a:cubicBezTo>
                  <a:pt x="144" y="16"/>
                  <a:pt x="144" y="16"/>
                  <a:pt x="144" y="16"/>
                </a:cubicBezTo>
                <a:cubicBezTo>
                  <a:pt x="144" y="7"/>
                  <a:pt x="137" y="0"/>
                  <a:pt x="128" y="0"/>
                </a:cubicBezTo>
                <a:cubicBezTo>
                  <a:pt x="119" y="0"/>
                  <a:pt x="112" y="7"/>
                  <a:pt x="112" y="16"/>
                </a:cubicBezTo>
                <a:cubicBezTo>
                  <a:pt x="112" y="20"/>
                  <a:pt x="112" y="20"/>
                  <a:pt x="112" y="20"/>
                </a:cubicBezTo>
                <a:cubicBezTo>
                  <a:pt x="120" y="20"/>
                  <a:pt x="120" y="20"/>
                  <a:pt x="120" y="20"/>
                </a:cubicBezTo>
                <a:lnTo>
                  <a:pt x="120" y="1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24" name="Freeform 27">
            <a:extLst>
              <a:ext uri="{FF2B5EF4-FFF2-40B4-BE49-F238E27FC236}">
                <a16:creationId xmlns:a16="http://schemas.microsoft.com/office/drawing/2014/main" id="{245262EE-C268-4782-8817-466A8AE09A92}"/>
              </a:ext>
            </a:extLst>
          </p:cNvPr>
          <p:cNvSpPr>
            <a:spLocks noChangeAspect="1" noEditPoints="1"/>
          </p:cNvSpPr>
          <p:nvPr/>
        </p:nvSpPr>
        <p:spPr bwMode="auto">
          <a:xfrm>
            <a:off x="4443672" y="1469351"/>
            <a:ext cx="400050" cy="400050"/>
          </a:xfrm>
          <a:custGeom>
            <a:avLst/>
            <a:gdLst>
              <a:gd name="T0" fmla="*/ 104 w 256"/>
              <a:gd name="T1" fmla="*/ 192 h 256"/>
              <a:gd name="T2" fmla="*/ 120 w 256"/>
              <a:gd name="T3" fmla="*/ 200 h 256"/>
              <a:gd name="T4" fmla="*/ 128 w 256"/>
              <a:gd name="T5" fmla="*/ 256 h 256"/>
              <a:gd name="T6" fmla="*/ 124 w 256"/>
              <a:gd name="T7" fmla="*/ 192 h 256"/>
              <a:gd name="T8" fmla="*/ 28 w 256"/>
              <a:gd name="T9" fmla="*/ 176 h 256"/>
              <a:gd name="T10" fmla="*/ 24 w 256"/>
              <a:gd name="T11" fmla="*/ 256 h 256"/>
              <a:gd name="T12" fmla="*/ 32 w 256"/>
              <a:gd name="T13" fmla="*/ 184 h 256"/>
              <a:gd name="T14" fmla="*/ 64 w 256"/>
              <a:gd name="T15" fmla="*/ 256 h 256"/>
              <a:gd name="T16" fmla="*/ 72 w 256"/>
              <a:gd name="T17" fmla="*/ 180 h 256"/>
              <a:gd name="T18" fmla="*/ 92 w 256"/>
              <a:gd name="T19" fmla="*/ 144 h 256"/>
              <a:gd name="T20" fmla="*/ 80 w 256"/>
              <a:gd name="T21" fmla="*/ 124 h 256"/>
              <a:gd name="T22" fmla="*/ 52 w 256"/>
              <a:gd name="T23" fmla="*/ 120 h 256"/>
              <a:gd name="T24" fmla="*/ 48 w 256"/>
              <a:gd name="T25" fmla="*/ 80 h 256"/>
              <a:gd name="T26" fmla="*/ 44 w 256"/>
              <a:gd name="T27" fmla="*/ 120 h 256"/>
              <a:gd name="T28" fmla="*/ 16 w 256"/>
              <a:gd name="T29" fmla="*/ 124 h 256"/>
              <a:gd name="T30" fmla="*/ 4 w 256"/>
              <a:gd name="T31" fmla="*/ 144 h 256"/>
              <a:gd name="T32" fmla="*/ 0 w 256"/>
              <a:gd name="T33" fmla="*/ 256 h 256"/>
              <a:gd name="T34" fmla="*/ 8 w 256"/>
              <a:gd name="T35" fmla="*/ 152 h 256"/>
              <a:gd name="T36" fmla="*/ 88 w 256"/>
              <a:gd name="T37" fmla="*/ 256 h 256"/>
              <a:gd name="T38" fmla="*/ 96 w 256"/>
              <a:gd name="T39" fmla="*/ 148 h 256"/>
              <a:gd name="T40" fmla="*/ 72 w 256"/>
              <a:gd name="T41" fmla="*/ 144 h 256"/>
              <a:gd name="T42" fmla="*/ 24 w 256"/>
              <a:gd name="T43" fmla="*/ 128 h 256"/>
              <a:gd name="T44" fmla="*/ 72 w 256"/>
              <a:gd name="T45" fmla="*/ 144 h 256"/>
              <a:gd name="T46" fmla="*/ 216 w 256"/>
              <a:gd name="T47" fmla="*/ 120 h 256"/>
              <a:gd name="T48" fmla="*/ 184 w 256"/>
              <a:gd name="T49" fmla="*/ 160 h 256"/>
              <a:gd name="T50" fmla="*/ 176 w 256"/>
              <a:gd name="T51" fmla="*/ 120 h 256"/>
              <a:gd name="T52" fmla="*/ 160 w 256"/>
              <a:gd name="T53" fmla="*/ 160 h 256"/>
              <a:gd name="T54" fmla="*/ 176 w 256"/>
              <a:gd name="T55" fmla="*/ 168 h 256"/>
              <a:gd name="T56" fmla="*/ 160 w 256"/>
              <a:gd name="T57" fmla="*/ 224 h 256"/>
              <a:gd name="T58" fmla="*/ 176 w 256"/>
              <a:gd name="T59" fmla="*/ 232 h 256"/>
              <a:gd name="T60" fmla="*/ 184 w 256"/>
              <a:gd name="T61" fmla="*/ 256 h 256"/>
              <a:gd name="T62" fmla="*/ 216 w 256"/>
              <a:gd name="T63" fmla="*/ 232 h 256"/>
              <a:gd name="T64" fmla="*/ 224 w 256"/>
              <a:gd name="T65" fmla="*/ 256 h 256"/>
              <a:gd name="T66" fmla="*/ 240 w 256"/>
              <a:gd name="T67" fmla="*/ 232 h 256"/>
              <a:gd name="T68" fmla="*/ 224 w 256"/>
              <a:gd name="T69" fmla="*/ 224 h 256"/>
              <a:gd name="T70" fmla="*/ 240 w 256"/>
              <a:gd name="T71" fmla="*/ 168 h 256"/>
              <a:gd name="T72" fmla="*/ 224 w 256"/>
              <a:gd name="T73" fmla="*/ 160 h 256"/>
              <a:gd name="T74" fmla="*/ 216 w 256"/>
              <a:gd name="T75" fmla="*/ 224 h 256"/>
              <a:gd name="T76" fmla="*/ 184 w 256"/>
              <a:gd name="T77" fmla="*/ 168 h 256"/>
              <a:gd name="T78" fmla="*/ 216 w 256"/>
              <a:gd name="T79" fmla="*/ 224 h 256"/>
              <a:gd name="T80" fmla="*/ 240 w 256"/>
              <a:gd name="T81" fmla="*/ 96 h 256"/>
              <a:gd name="T82" fmla="*/ 236 w 256"/>
              <a:gd name="T83" fmla="*/ 72 h 256"/>
              <a:gd name="T84" fmla="*/ 224 w 256"/>
              <a:gd name="T85" fmla="*/ 52 h 256"/>
              <a:gd name="T86" fmla="*/ 204 w 256"/>
              <a:gd name="T87" fmla="*/ 48 h 256"/>
              <a:gd name="T88" fmla="*/ 200 w 256"/>
              <a:gd name="T89" fmla="*/ 0 h 256"/>
              <a:gd name="T90" fmla="*/ 196 w 256"/>
              <a:gd name="T91" fmla="*/ 48 h 256"/>
              <a:gd name="T92" fmla="*/ 176 w 256"/>
              <a:gd name="T93" fmla="*/ 52 h 256"/>
              <a:gd name="T94" fmla="*/ 164 w 256"/>
              <a:gd name="T95" fmla="*/ 72 h 256"/>
              <a:gd name="T96" fmla="*/ 160 w 256"/>
              <a:gd name="T97" fmla="*/ 96 h 256"/>
              <a:gd name="T98" fmla="*/ 144 w 256"/>
              <a:gd name="T99" fmla="*/ 100 h 256"/>
              <a:gd name="T100" fmla="*/ 152 w 256"/>
              <a:gd name="T101" fmla="*/ 256 h 256"/>
              <a:gd name="T102" fmla="*/ 248 w 256"/>
              <a:gd name="T103" fmla="*/ 104 h 256"/>
              <a:gd name="T104" fmla="*/ 256 w 256"/>
              <a:gd name="T105" fmla="*/ 256 h 256"/>
              <a:gd name="T106" fmla="*/ 252 w 256"/>
              <a:gd name="T107" fmla="*/ 96 h 256"/>
              <a:gd name="T108" fmla="*/ 216 w 256"/>
              <a:gd name="T109" fmla="*/ 56 h 256"/>
              <a:gd name="T110" fmla="*/ 184 w 256"/>
              <a:gd name="T111" fmla="*/ 72 h 256"/>
              <a:gd name="T112" fmla="*/ 232 w 256"/>
              <a:gd name="T113" fmla="*/ 96 h 256"/>
              <a:gd name="T114" fmla="*/ 168 w 256"/>
              <a:gd name="T115" fmla="*/ 80 h 256"/>
              <a:gd name="T116" fmla="*/ 232 w 256"/>
              <a:gd name="T117" fmla="*/ 9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124" y="192"/>
                </a:moveTo>
                <a:cubicBezTo>
                  <a:pt x="104" y="192"/>
                  <a:pt x="104" y="192"/>
                  <a:pt x="104" y="192"/>
                </a:cubicBezTo>
                <a:cubicBezTo>
                  <a:pt x="104" y="200"/>
                  <a:pt x="104" y="200"/>
                  <a:pt x="104" y="200"/>
                </a:cubicBezTo>
                <a:cubicBezTo>
                  <a:pt x="120" y="200"/>
                  <a:pt x="120" y="200"/>
                  <a:pt x="120" y="200"/>
                </a:cubicBezTo>
                <a:cubicBezTo>
                  <a:pt x="120" y="256"/>
                  <a:pt x="120" y="256"/>
                  <a:pt x="120" y="256"/>
                </a:cubicBezTo>
                <a:cubicBezTo>
                  <a:pt x="128" y="256"/>
                  <a:pt x="128" y="256"/>
                  <a:pt x="128" y="256"/>
                </a:cubicBezTo>
                <a:cubicBezTo>
                  <a:pt x="128" y="196"/>
                  <a:pt x="128" y="196"/>
                  <a:pt x="128" y="196"/>
                </a:cubicBezTo>
                <a:cubicBezTo>
                  <a:pt x="128" y="194"/>
                  <a:pt x="126" y="192"/>
                  <a:pt x="124" y="192"/>
                </a:cubicBezTo>
                <a:close/>
                <a:moveTo>
                  <a:pt x="68" y="176"/>
                </a:moveTo>
                <a:cubicBezTo>
                  <a:pt x="28" y="176"/>
                  <a:pt x="28" y="176"/>
                  <a:pt x="28" y="176"/>
                </a:cubicBezTo>
                <a:cubicBezTo>
                  <a:pt x="26" y="176"/>
                  <a:pt x="24" y="178"/>
                  <a:pt x="24" y="180"/>
                </a:cubicBezTo>
                <a:cubicBezTo>
                  <a:pt x="24" y="256"/>
                  <a:pt x="24" y="256"/>
                  <a:pt x="24" y="256"/>
                </a:cubicBezTo>
                <a:cubicBezTo>
                  <a:pt x="32" y="256"/>
                  <a:pt x="32" y="256"/>
                  <a:pt x="32" y="256"/>
                </a:cubicBezTo>
                <a:cubicBezTo>
                  <a:pt x="32" y="184"/>
                  <a:pt x="32" y="184"/>
                  <a:pt x="32" y="184"/>
                </a:cubicBezTo>
                <a:cubicBezTo>
                  <a:pt x="64" y="184"/>
                  <a:pt x="64" y="184"/>
                  <a:pt x="64" y="184"/>
                </a:cubicBezTo>
                <a:cubicBezTo>
                  <a:pt x="64" y="256"/>
                  <a:pt x="64" y="256"/>
                  <a:pt x="64" y="256"/>
                </a:cubicBezTo>
                <a:cubicBezTo>
                  <a:pt x="72" y="256"/>
                  <a:pt x="72" y="256"/>
                  <a:pt x="72" y="256"/>
                </a:cubicBezTo>
                <a:cubicBezTo>
                  <a:pt x="72" y="180"/>
                  <a:pt x="72" y="180"/>
                  <a:pt x="72" y="180"/>
                </a:cubicBezTo>
                <a:cubicBezTo>
                  <a:pt x="72" y="178"/>
                  <a:pt x="70" y="176"/>
                  <a:pt x="68" y="176"/>
                </a:cubicBezTo>
                <a:close/>
                <a:moveTo>
                  <a:pt x="92" y="144"/>
                </a:moveTo>
                <a:cubicBezTo>
                  <a:pt x="80" y="144"/>
                  <a:pt x="80" y="144"/>
                  <a:pt x="80" y="144"/>
                </a:cubicBezTo>
                <a:cubicBezTo>
                  <a:pt x="80" y="124"/>
                  <a:pt x="80" y="124"/>
                  <a:pt x="80" y="124"/>
                </a:cubicBezTo>
                <a:cubicBezTo>
                  <a:pt x="80" y="122"/>
                  <a:pt x="78" y="120"/>
                  <a:pt x="76" y="120"/>
                </a:cubicBezTo>
                <a:cubicBezTo>
                  <a:pt x="52" y="120"/>
                  <a:pt x="52" y="120"/>
                  <a:pt x="52" y="120"/>
                </a:cubicBezTo>
                <a:cubicBezTo>
                  <a:pt x="52" y="84"/>
                  <a:pt x="52" y="84"/>
                  <a:pt x="52" y="84"/>
                </a:cubicBezTo>
                <a:cubicBezTo>
                  <a:pt x="52" y="82"/>
                  <a:pt x="50" y="80"/>
                  <a:pt x="48" y="80"/>
                </a:cubicBezTo>
                <a:cubicBezTo>
                  <a:pt x="46" y="80"/>
                  <a:pt x="44" y="82"/>
                  <a:pt x="44" y="84"/>
                </a:cubicBezTo>
                <a:cubicBezTo>
                  <a:pt x="44" y="120"/>
                  <a:pt x="44" y="120"/>
                  <a:pt x="44" y="120"/>
                </a:cubicBezTo>
                <a:cubicBezTo>
                  <a:pt x="20" y="120"/>
                  <a:pt x="20" y="120"/>
                  <a:pt x="20" y="120"/>
                </a:cubicBezTo>
                <a:cubicBezTo>
                  <a:pt x="18" y="120"/>
                  <a:pt x="16" y="122"/>
                  <a:pt x="16" y="124"/>
                </a:cubicBezTo>
                <a:cubicBezTo>
                  <a:pt x="16" y="144"/>
                  <a:pt x="16" y="144"/>
                  <a:pt x="16" y="144"/>
                </a:cubicBezTo>
                <a:cubicBezTo>
                  <a:pt x="4" y="144"/>
                  <a:pt x="4" y="144"/>
                  <a:pt x="4" y="144"/>
                </a:cubicBezTo>
                <a:cubicBezTo>
                  <a:pt x="2" y="144"/>
                  <a:pt x="0" y="146"/>
                  <a:pt x="0" y="148"/>
                </a:cubicBezTo>
                <a:cubicBezTo>
                  <a:pt x="0" y="256"/>
                  <a:pt x="0" y="256"/>
                  <a:pt x="0" y="256"/>
                </a:cubicBezTo>
                <a:cubicBezTo>
                  <a:pt x="8" y="256"/>
                  <a:pt x="8" y="256"/>
                  <a:pt x="8" y="256"/>
                </a:cubicBezTo>
                <a:cubicBezTo>
                  <a:pt x="8" y="152"/>
                  <a:pt x="8" y="152"/>
                  <a:pt x="8" y="152"/>
                </a:cubicBezTo>
                <a:cubicBezTo>
                  <a:pt x="88" y="152"/>
                  <a:pt x="88" y="152"/>
                  <a:pt x="88" y="152"/>
                </a:cubicBezTo>
                <a:cubicBezTo>
                  <a:pt x="88" y="256"/>
                  <a:pt x="88" y="256"/>
                  <a:pt x="88" y="256"/>
                </a:cubicBezTo>
                <a:cubicBezTo>
                  <a:pt x="96" y="256"/>
                  <a:pt x="96" y="256"/>
                  <a:pt x="96" y="256"/>
                </a:cubicBezTo>
                <a:cubicBezTo>
                  <a:pt x="96" y="148"/>
                  <a:pt x="96" y="148"/>
                  <a:pt x="96" y="148"/>
                </a:cubicBezTo>
                <a:cubicBezTo>
                  <a:pt x="96" y="146"/>
                  <a:pt x="94" y="144"/>
                  <a:pt x="92" y="144"/>
                </a:cubicBezTo>
                <a:close/>
                <a:moveTo>
                  <a:pt x="72" y="144"/>
                </a:moveTo>
                <a:cubicBezTo>
                  <a:pt x="24" y="144"/>
                  <a:pt x="24" y="144"/>
                  <a:pt x="24" y="144"/>
                </a:cubicBezTo>
                <a:cubicBezTo>
                  <a:pt x="24" y="128"/>
                  <a:pt x="24" y="128"/>
                  <a:pt x="24" y="128"/>
                </a:cubicBezTo>
                <a:cubicBezTo>
                  <a:pt x="72" y="128"/>
                  <a:pt x="72" y="128"/>
                  <a:pt x="72" y="128"/>
                </a:cubicBezTo>
                <a:lnTo>
                  <a:pt x="72" y="144"/>
                </a:lnTo>
                <a:close/>
                <a:moveTo>
                  <a:pt x="224" y="120"/>
                </a:moveTo>
                <a:cubicBezTo>
                  <a:pt x="216" y="120"/>
                  <a:pt x="216" y="120"/>
                  <a:pt x="216" y="120"/>
                </a:cubicBezTo>
                <a:cubicBezTo>
                  <a:pt x="216" y="160"/>
                  <a:pt x="216" y="160"/>
                  <a:pt x="216" y="160"/>
                </a:cubicBezTo>
                <a:cubicBezTo>
                  <a:pt x="184" y="160"/>
                  <a:pt x="184" y="160"/>
                  <a:pt x="184" y="160"/>
                </a:cubicBezTo>
                <a:cubicBezTo>
                  <a:pt x="184" y="120"/>
                  <a:pt x="184" y="120"/>
                  <a:pt x="184" y="120"/>
                </a:cubicBezTo>
                <a:cubicBezTo>
                  <a:pt x="176" y="120"/>
                  <a:pt x="176" y="120"/>
                  <a:pt x="176" y="120"/>
                </a:cubicBezTo>
                <a:cubicBezTo>
                  <a:pt x="176" y="160"/>
                  <a:pt x="176" y="160"/>
                  <a:pt x="176" y="160"/>
                </a:cubicBezTo>
                <a:cubicBezTo>
                  <a:pt x="160" y="160"/>
                  <a:pt x="160" y="160"/>
                  <a:pt x="160" y="160"/>
                </a:cubicBezTo>
                <a:cubicBezTo>
                  <a:pt x="160" y="168"/>
                  <a:pt x="160" y="168"/>
                  <a:pt x="160" y="168"/>
                </a:cubicBezTo>
                <a:cubicBezTo>
                  <a:pt x="176" y="168"/>
                  <a:pt x="176" y="168"/>
                  <a:pt x="176" y="168"/>
                </a:cubicBezTo>
                <a:cubicBezTo>
                  <a:pt x="176" y="224"/>
                  <a:pt x="176" y="224"/>
                  <a:pt x="176" y="224"/>
                </a:cubicBezTo>
                <a:cubicBezTo>
                  <a:pt x="160" y="224"/>
                  <a:pt x="160" y="224"/>
                  <a:pt x="160" y="224"/>
                </a:cubicBezTo>
                <a:cubicBezTo>
                  <a:pt x="160" y="232"/>
                  <a:pt x="160" y="232"/>
                  <a:pt x="160" y="232"/>
                </a:cubicBezTo>
                <a:cubicBezTo>
                  <a:pt x="176" y="232"/>
                  <a:pt x="176" y="232"/>
                  <a:pt x="176" y="232"/>
                </a:cubicBezTo>
                <a:cubicBezTo>
                  <a:pt x="176" y="256"/>
                  <a:pt x="176" y="256"/>
                  <a:pt x="176" y="256"/>
                </a:cubicBezTo>
                <a:cubicBezTo>
                  <a:pt x="184" y="256"/>
                  <a:pt x="184" y="256"/>
                  <a:pt x="184" y="256"/>
                </a:cubicBezTo>
                <a:cubicBezTo>
                  <a:pt x="184" y="232"/>
                  <a:pt x="184" y="232"/>
                  <a:pt x="184" y="232"/>
                </a:cubicBezTo>
                <a:cubicBezTo>
                  <a:pt x="216" y="232"/>
                  <a:pt x="216" y="232"/>
                  <a:pt x="216" y="232"/>
                </a:cubicBezTo>
                <a:cubicBezTo>
                  <a:pt x="216" y="256"/>
                  <a:pt x="216" y="256"/>
                  <a:pt x="216" y="256"/>
                </a:cubicBezTo>
                <a:cubicBezTo>
                  <a:pt x="224" y="256"/>
                  <a:pt x="224" y="256"/>
                  <a:pt x="224" y="256"/>
                </a:cubicBezTo>
                <a:cubicBezTo>
                  <a:pt x="224" y="232"/>
                  <a:pt x="224" y="232"/>
                  <a:pt x="224" y="232"/>
                </a:cubicBezTo>
                <a:cubicBezTo>
                  <a:pt x="240" y="232"/>
                  <a:pt x="240" y="232"/>
                  <a:pt x="240" y="232"/>
                </a:cubicBezTo>
                <a:cubicBezTo>
                  <a:pt x="240" y="224"/>
                  <a:pt x="240" y="224"/>
                  <a:pt x="240" y="224"/>
                </a:cubicBezTo>
                <a:cubicBezTo>
                  <a:pt x="224" y="224"/>
                  <a:pt x="224" y="224"/>
                  <a:pt x="224" y="224"/>
                </a:cubicBezTo>
                <a:cubicBezTo>
                  <a:pt x="224" y="168"/>
                  <a:pt x="224" y="168"/>
                  <a:pt x="224" y="168"/>
                </a:cubicBezTo>
                <a:cubicBezTo>
                  <a:pt x="240" y="168"/>
                  <a:pt x="240" y="168"/>
                  <a:pt x="240" y="168"/>
                </a:cubicBezTo>
                <a:cubicBezTo>
                  <a:pt x="240" y="160"/>
                  <a:pt x="240" y="160"/>
                  <a:pt x="240" y="160"/>
                </a:cubicBezTo>
                <a:cubicBezTo>
                  <a:pt x="224" y="160"/>
                  <a:pt x="224" y="160"/>
                  <a:pt x="224" y="160"/>
                </a:cubicBezTo>
                <a:lnTo>
                  <a:pt x="224" y="120"/>
                </a:lnTo>
                <a:close/>
                <a:moveTo>
                  <a:pt x="216" y="224"/>
                </a:moveTo>
                <a:cubicBezTo>
                  <a:pt x="184" y="224"/>
                  <a:pt x="184" y="224"/>
                  <a:pt x="184" y="224"/>
                </a:cubicBezTo>
                <a:cubicBezTo>
                  <a:pt x="184" y="168"/>
                  <a:pt x="184" y="168"/>
                  <a:pt x="184" y="168"/>
                </a:cubicBezTo>
                <a:cubicBezTo>
                  <a:pt x="216" y="168"/>
                  <a:pt x="216" y="168"/>
                  <a:pt x="216" y="168"/>
                </a:cubicBezTo>
                <a:lnTo>
                  <a:pt x="216" y="224"/>
                </a:lnTo>
                <a:close/>
                <a:moveTo>
                  <a:pt x="252" y="96"/>
                </a:moveTo>
                <a:cubicBezTo>
                  <a:pt x="240" y="96"/>
                  <a:pt x="240" y="96"/>
                  <a:pt x="240" y="96"/>
                </a:cubicBezTo>
                <a:cubicBezTo>
                  <a:pt x="240" y="76"/>
                  <a:pt x="240" y="76"/>
                  <a:pt x="240" y="76"/>
                </a:cubicBezTo>
                <a:cubicBezTo>
                  <a:pt x="240" y="74"/>
                  <a:pt x="238" y="72"/>
                  <a:pt x="236" y="72"/>
                </a:cubicBezTo>
                <a:cubicBezTo>
                  <a:pt x="224" y="72"/>
                  <a:pt x="224" y="72"/>
                  <a:pt x="224" y="72"/>
                </a:cubicBezTo>
                <a:cubicBezTo>
                  <a:pt x="224" y="52"/>
                  <a:pt x="224" y="52"/>
                  <a:pt x="224" y="52"/>
                </a:cubicBezTo>
                <a:cubicBezTo>
                  <a:pt x="224" y="50"/>
                  <a:pt x="222" y="48"/>
                  <a:pt x="220" y="48"/>
                </a:cubicBezTo>
                <a:cubicBezTo>
                  <a:pt x="204" y="48"/>
                  <a:pt x="204" y="48"/>
                  <a:pt x="204" y="48"/>
                </a:cubicBezTo>
                <a:cubicBezTo>
                  <a:pt x="204" y="4"/>
                  <a:pt x="204" y="4"/>
                  <a:pt x="204" y="4"/>
                </a:cubicBezTo>
                <a:cubicBezTo>
                  <a:pt x="204" y="2"/>
                  <a:pt x="202" y="0"/>
                  <a:pt x="200" y="0"/>
                </a:cubicBezTo>
                <a:cubicBezTo>
                  <a:pt x="198" y="0"/>
                  <a:pt x="196" y="2"/>
                  <a:pt x="196" y="4"/>
                </a:cubicBezTo>
                <a:cubicBezTo>
                  <a:pt x="196" y="48"/>
                  <a:pt x="196" y="48"/>
                  <a:pt x="196" y="48"/>
                </a:cubicBezTo>
                <a:cubicBezTo>
                  <a:pt x="180" y="48"/>
                  <a:pt x="180" y="48"/>
                  <a:pt x="180" y="48"/>
                </a:cubicBezTo>
                <a:cubicBezTo>
                  <a:pt x="178" y="48"/>
                  <a:pt x="176" y="50"/>
                  <a:pt x="176" y="52"/>
                </a:cubicBezTo>
                <a:cubicBezTo>
                  <a:pt x="176" y="72"/>
                  <a:pt x="176" y="72"/>
                  <a:pt x="176" y="72"/>
                </a:cubicBezTo>
                <a:cubicBezTo>
                  <a:pt x="164" y="72"/>
                  <a:pt x="164" y="72"/>
                  <a:pt x="164" y="72"/>
                </a:cubicBezTo>
                <a:cubicBezTo>
                  <a:pt x="162" y="72"/>
                  <a:pt x="160" y="74"/>
                  <a:pt x="160" y="76"/>
                </a:cubicBezTo>
                <a:cubicBezTo>
                  <a:pt x="160" y="96"/>
                  <a:pt x="160" y="96"/>
                  <a:pt x="160" y="96"/>
                </a:cubicBezTo>
                <a:cubicBezTo>
                  <a:pt x="148" y="96"/>
                  <a:pt x="148" y="96"/>
                  <a:pt x="148" y="96"/>
                </a:cubicBezTo>
                <a:cubicBezTo>
                  <a:pt x="146" y="96"/>
                  <a:pt x="144" y="98"/>
                  <a:pt x="144" y="100"/>
                </a:cubicBezTo>
                <a:cubicBezTo>
                  <a:pt x="144" y="256"/>
                  <a:pt x="144" y="256"/>
                  <a:pt x="144" y="256"/>
                </a:cubicBezTo>
                <a:cubicBezTo>
                  <a:pt x="152" y="256"/>
                  <a:pt x="152" y="256"/>
                  <a:pt x="152" y="256"/>
                </a:cubicBezTo>
                <a:cubicBezTo>
                  <a:pt x="152" y="104"/>
                  <a:pt x="152" y="104"/>
                  <a:pt x="152" y="104"/>
                </a:cubicBezTo>
                <a:cubicBezTo>
                  <a:pt x="248" y="104"/>
                  <a:pt x="248" y="104"/>
                  <a:pt x="248" y="104"/>
                </a:cubicBezTo>
                <a:cubicBezTo>
                  <a:pt x="248" y="256"/>
                  <a:pt x="248" y="256"/>
                  <a:pt x="248" y="256"/>
                </a:cubicBezTo>
                <a:cubicBezTo>
                  <a:pt x="256" y="256"/>
                  <a:pt x="256" y="256"/>
                  <a:pt x="256" y="256"/>
                </a:cubicBezTo>
                <a:cubicBezTo>
                  <a:pt x="256" y="100"/>
                  <a:pt x="256" y="100"/>
                  <a:pt x="256" y="100"/>
                </a:cubicBezTo>
                <a:cubicBezTo>
                  <a:pt x="256" y="98"/>
                  <a:pt x="254" y="96"/>
                  <a:pt x="252" y="96"/>
                </a:cubicBezTo>
                <a:close/>
                <a:moveTo>
                  <a:pt x="184" y="56"/>
                </a:moveTo>
                <a:cubicBezTo>
                  <a:pt x="216" y="56"/>
                  <a:pt x="216" y="56"/>
                  <a:pt x="216" y="56"/>
                </a:cubicBezTo>
                <a:cubicBezTo>
                  <a:pt x="216" y="72"/>
                  <a:pt x="216" y="72"/>
                  <a:pt x="216" y="72"/>
                </a:cubicBezTo>
                <a:cubicBezTo>
                  <a:pt x="184" y="72"/>
                  <a:pt x="184" y="72"/>
                  <a:pt x="184" y="72"/>
                </a:cubicBezTo>
                <a:lnTo>
                  <a:pt x="184" y="56"/>
                </a:lnTo>
                <a:close/>
                <a:moveTo>
                  <a:pt x="232" y="96"/>
                </a:moveTo>
                <a:cubicBezTo>
                  <a:pt x="168" y="96"/>
                  <a:pt x="168" y="96"/>
                  <a:pt x="168" y="96"/>
                </a:cubicBezTo>
                <a:cubicBezTo>
                  <a:pt x="168" y="80"/>
                  <a:pt x="168" y="80"/>
                  <a:pt x="168" y="80"/>
                </a:cubicBezTo>
                <a:cubicBezTo>
                  <a:pt x="232" y="80"/>
                  <a:pt x="232" y="80"/>
                  <a:pt x="232" y="80"/>
                </a:cubicBezTo>
                <a:lnTo>
                  <a:pt x="232" y="9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4" name="Freeform 31">
            <a:extLst>
              <a:ext uri="{FF2B5EF4-FFF2-40B4-BE49-F238E27FC236}">
                <a16:creationId xmlns:a16="http://schemas.microsoft.com/office/drawing/2014/main" id="{4ACF7E96-EC5E-4A10-9497-96A206A2B78F}"/>
              </a:ext>
            </a:extLst>
          </p:cNvPr>
          <p:cNvSpPr>
            <a:spLocks noChangeAspect="1" noEditPoints="1"/>
          </p:cNvSpPr>
          <p:nvPr/>
        </p:nvSpPr>
        <p:spPr bwMode="auto">
          <a:xfrm>
            <a:off x="5411318" y="1469351"/>
            <a:ext cx="400050" cy="400050"/>
          </a:xfrm>
          <a:custGeom>
            <a:avLst/>
            <a:gdLst>
              <a:gd name="T0" fmla="*/ 80 w 256"/>
              <a:gd name="T1" fmla="*/ 256 h 256"/>
              <a:gd name="T2" fmla="*/ 88 w 256"/>
              <a:gd name="T3" fmla="*/ 236 h 256"/>
              <a:gd name="T4" fmla="*/ 108 w 256"/>
              <a:gd name="T5" fmla="*/ 228 h 256"/>
              <a:gd name="T6" fmla="*/ 80 w 256"/>
              <a:gd name="T7" fmla="*/ 232 h 256"/>
              <a:gd name="T8" fmla="*/ 124 w 256"/>
              <a:gd name="T9" fmla="*/ 256 h 256"/>
              <a:gd name="T10" fmla="*/ 132 w 256"/>
              <a:gd name="T11" fmla="*/ 236 h 256"/>
              <a:gd name="T12" fmla="*/ 152 w 256"/>
              <a:gd name="T13" fmla="*/ 228 h 256"/>
              <a:gd name="T14" fmla="*/ 124 w 256"/>
              <a:gd name="T15" fmla="*/ 232 h 256"/>
              <a:gd name="T16" fmla="*/ 80 w 256"/>
              <a:gd name="T17" fmla="*/ 212 h 256"/>
              <a:gd name="T18" fmla="*/ 88 w 256"/>
              <a:gd name="T19" fmla="*/ 192 h 256"/>
              <a:gd name="T20" fmla="*/ 108 w 256"/>
              <a:gd name="T21" fmla="*/ 184 h 256"/>
              <a:gd name="T22" fmla="*/ 80 w 256"/>
              <a:gd name="T23" fmla="*/ 188 h 256"/>
              <a:gd name="T24" fmla="*/ 144 w 256"/>
              <a:gd name="T25" fmla="*/ 132 h 256"/>
              <a:gd name="T26" fmla="*/ 116 w 256"/>
              <a:gd name="T27" fmla="*/ 160 h 256"/>
              <a:gd name="T28" fmla="*/ 108 w 256"/>
              <a:gd name="T29" fmla="*/ 132 h 256"/>
              <a:gd name="T30" fmla="*/ 80 w 256"/>
              <a:gd name="T31" fmla="*/ 160 h 256"/>
              <a:gd name="T32" fmla="*/ 72 w 256"/>
              <a:gd name="T33" fmla="*/ 132 h 256"/>
              <a:gd name="T34" fmla="*/ 56 w 256"/>
              <a:gd name="T35" fmla="*/ 160 h 256"/>
              <a:gd name="T36" fmla="*/ 52 w 256"/>
              <a:gd name="T37" fmla="*/ 256 h 256"/>
              <a:gd name="T38" fmla="*/ 60 w 256"/>
              <a:gd name="T39" fmla="*/ 168 h 256"/>
              <a:gd name="T40" fmla="*/ 164 w 256"/>
              <a:gd name="T41" fmla="*/ 160 h 256"/>
              <a:gd name="T42" fmla="*/ 152 w 256"/>
              <a:gd name="T43" fmla="*/ 132 h 256"/>
              <a:gd name="T44" fmla="*/ 124 w 256"/>
              <a:gd name="T45" fmla="*/ 212 h 256"/>
              <a:gd name="T46" fmla="*/ 132 w 256"/>
              <a:gd name="T47" fmla="*/ 192 h 256"/>
              <a:gd name="T48" fmla="*/ 152 w 256"/>
              <a:gd name="T49" fmla="*/ 184 h 256"/>
              <a:gd name="T50" fmla="*/ 124 w 256"/>
              <a:gd name="T51" fmla="*/ 188 h 256"/>
              <a:gd name="T52" fmla="*/ 256 w 256"/>
              <a:gd name="T53" fmla="*/ 43 h 256"/>
              <a:gd name="T54" fmla="*/ 255 w 256"/>
              <a:gd name="T55" fmla="*/ 41 h 256"/>
              <a:gd name="T56" fmla="*/ 254 w 256"/>
              <a:gd name="T57" fmla="*/ 41 h 256"/>
              <a:gd name="T58" fmla="*/ 186 w 256"/>
              <a:gd name="T59" fmla="*/ 0 h 256"/>
              <a:gd name="T60" fmla="*/ 184 w 256"/>
              <a:gd name="T61" fmla="*/ 0 h 256"/>
              <a:gd name="T62" fmla="*/ 184 w 256"/>
              <a:gd name="T63" fmla="*/ 0 h 256"/>
              <a:gd name="T64" fmla="*/ 182 w 256"/>
              <a:gd name="T65" fmla="*/ 0 h 256"/>
              <a:gd name="T66" fmla="*/ 91 w 256"/>
              <a:gd name="T67" fmla="*/ 52 h 256"/>
              <a:gd name="T68" fmla="*/ 25 w 256"/>
              <a:gd name="T69" fmla="*/ 53 h 256"/>
              <a:gd name="T70" fmla="*/ 0 w 256"/>
              <a:gd name="T71" fmla="*/ 86 h 256"/>
              <a:gd name="T72" fmla="*/ 24 w 256"/>
              <a:gd name="T73" fmla="*/ 88 h 256"/>
              <a:gd name="T74" fmla="*/ 31 w 256"/>
              <a:gd name="T75" fmla="*/ 125 h 256"/>
              <a:gd name="T76" fmla="*/ 29 w 256"/>
              <a:gd name="T77" fmla="*/ 140 h 256"/>
              <a:gd name="T78" fmla="*/ 20 w 256"/>
              <a:gd name="T79" fmla="*/ 132 h 256"/>
              <a:gd name="T80" fmla="*/ 12 w 256"/>
              <a:gd name="T81" fmla="*/ 132 h 256"/>
              <a:gd name="T82" fmla="*/ 28 w 256"/>
              <a:gd name="T83" fmla="*/ 148 h 256"/>
              <a:gd name="T84" fmla="*/ 44 w 256"/>
              <a:gd name="T85" fmla="*/ 135 h 256"/>
              <a:gd name="T86" fmla="*/ 32 w 256"/>
              <a:gd name="T87" fmla="*/ 114 h 256"/>
              <a:gd name="T88" fmla="*/ 180 w 256"/>
              <a:gd name="T89" fmla="*/ 88 h 256"/>
              <a:gd name="T90" fmla="*/ 188 w 256"/>
              <a:gd name="T91" fmla="*/ 256 h 256"/>
              <a:gd name="T92" fmla="*/ 188 w 256"/>
              <a:gd name="T93" fmla="*/ 84 h 256"/>
              <a:gd name="T94" fmla="*/ 167 w 256"/>
              <a:gd name="T95" fmla="*/ 54 h 256"/>
              <a:gd name="T96" fmla="*/ 107 w 256"/>
              <a:gd name="T97" fmla="*/ 52 h 256"/>
              <a:gd name="T98" fmla="*/ 180 w 256"/>
              <a:gd name="T99" fmla="*/ 52 h 256"/>
              <a:gd name="T100" fmla="*/ 188 w 256"/>
              <a:gd name="T101" fmla="*/ 52 h 256"/>
              <a:gd name="T102" fmla="*/ 237 w 256"/>
              <a:gd name="T103" fmla="*/ 40 h 256"/>
              <a:gd name="T104" fmla="*/ 208 w 256"/>
              <a:gd name="T105" fmla="*/ 44 h 256"/>
              <a:gd name="T106" fmla="*/ 216 w 256"/>
              <a:gd name="T107" fmla="*/ 56 h 256"/>
              <a:gd name="T108" fmla="*/ 248 w 256"/>
              <a:gd name="T109" fmla="*/ 48 h 256"/>
              <a:gd name="T110" fmla="*/ 216 w 256"/>
              <a:gd name="T111" fmla="*/ 80 h 256"/>
              <a:gd name="T112" fmla="*/ 212 w 256"/>
              <a:gd name="T113" fmla="*/ 256 h 256"/>
              <a:gd name="T114" fmla="*/ 220 w 256"/>
              <a:gd name="T115" fmla="*/ 88 h 256"/>
              <a:gd name="T116" fmla="*/ 256 w 256"/>
              <a:gd name="T117" fmla="*/ 84 h 256"/>
              <a:gd name="T118" fmla="*/ 256 w 256"/>
              <a:gd name="T119" fmla="*/ 44 h 256"/>
              <a:gd name="T120" fmla="*/ 176 w 256"/>
              <a:gd name="T121" fmla="*/ 80 h 256"/>
              <a:gd name="T122" fmla="*/ 30 w 256"/>
              <a:gd name="T123" fmla="*/ 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80" y="232"/>
                </a:moveTo>
                <a:cubicBezTo>
                  <a:pt x="80" y="256"/>
                  <a:pt x="80" y="256"/>
                  <a:pt x="80" y="256"/>
                </a:cubicBezTo>
                <a:cubicBezTo>
                  <a:pt x="88" y="256"/>
                  <a:pt x="88" y="256"/>
                  <a:pt x="88" y="256"/>
                </a:cubicBezTo>
                <a:cubicBezTo>
                  <a:pt x="88" y="236"/>
                  <a:pt x="88" y="236"/>
                  <a:pt x="88" y="236"/>
                </a:cubicBezTo>
                <a:cubicBezTo>
                  <a:pt x="108" y="236"/>
                  <a:pt x="108" y="236"/>
                  <a:pt x="108" y="236"/>
                </a:cubicBezTo>
                <a:cubicBezTo>
                  <a:pt x="108" y="228"/>
                  <a:pt x="108" y="228"/>
                  <a:pt x="108" y="228"/>
                </a:cubicBezTo>
                <a:cubicBezTo>
                  <a:pt x="84" y="228"/>
                  <a:pt x="84" y="228"/>
                  <a:pt x="84" y="228"/>
                </a:cubicBezTo>
                <a:cubicBezTo>
                  <a:pt x="82" y="228"/>
                  <a:pt x="80" y="230"/>
                  <a:pt x="80" y="232"/>
                </a:cubicBezTo>
                <a:close/>
                <a:moveTo>
                  <a:pt x="124" y="232"/>
                </a:moveTo>
                <a:cubicBezTo>
                  <a:pt x="124" y="256"/>
                  <a:pt x="124" y="256"/>
                  <a:pt x="124" y="256"/>
                </a:cubicBezTo>
                <a:cubicBezTo>
                  <a:pt x="132" y="256"/>
                  <a:pt x="132" y="256"/>
                  <a:pt x="132" y="256"/>
                </a:cubicBezTo>
                <a:cubicBezTo>
                  <a:pt x="132" y="236"/>
                  <a:pt x="132" y="236"/>
                  <a:pt x="132" y="236"/>
                </a:cubicBezTo>
                <a:cubicBezTo>
                  <a:pt x="152" y="236"/>
                  <a:pt x="152" y="236"/>
                  <a:pt x="152" y="236"/>
                </a:cubicBezTo>
                <a:cubicBezTo>
                  <a:pt x="152" y="228"/>
                  <a:pt x="152" y="228"/>
                  <a:pt x="152" y="228"/>
                </a:cubicBezTo>
                <a:cubicBezTo>
                  <a:pt x="128" y="228"/>
                  <a:pt x="128" y="228"/>
                  <a:pt x="128" y="228"/>
                </a:cubicBezTo>
                <a:cubicBezTo>
                  <a:pt x="126" y="228"/>
                  <a:pt x="124" y="230"/>
                  <a:pt x="124" y="232"/>
                </a:cubicBezTo>
                <a:close/>
                <a:moveTo>
                  <a:pt x="80" y="188"/>
                </a:moveTo>
                <a:cubicBezTo>
                  <a:pt x="80" y="212"/>
                  <a:pt x="80" y="212"/>
                  <a:pt x="80" y="212"/>
                </a:cubicBezTo>
                <a:cubicBezTo>
                  <a:pt x="88" y="212"/>
                  <a:pt x="88" y="212"/>
                  <a:pt x="88" y="212"/>
                </a:cubicBezTo>
                <a:cubicBezTo>
                  <a:pt x="88" y="192"/>
                  <a:pt x="88" y="192"/>
                  <a:pt x="88" y="192"/>
                </a:cubicBezTo>
                <a:cubicBezTo>
                  <a:pt x="108" y="192"/>
                  <a:pt x="108" y="192"/>
                  <a:pt x="108" y="192"/>
                </a:cubicBezTo>
                <a:cubicBezTo>
                  <a:pt x="108" y="184"/>
                  <a:pt x="108" y="184"/>
                  <a:pt x="108" y="184"/>
                </a:cubicBezTo>
                <a:cubicBezTo>
                  <a:pt x="84" y="184"/>
                  <a:pt x="84" y="184"/>
                  <a:pt x="84" y="184"/>
                </a:cubicBezTo>
                <a:cubicBezTo>
                  <a:pt x="82" y="184"/>
                  <a:pt x="80" y="186"/>
                  <a:pt x="80" y="188"/>
                </a:cubicBezTo>
                <a:close/>
                <a:moveTo>
                  <a:pt x="152" y="132"/>
                </a:moveTo>
                <a:cubicBezTo>
                  <a:pt x="144" y="132"/>
                  <a:pt x="144" y="132"/>
                  <a:pt x="144" y="132"/>
                </a:cubicBezTo>
                <a:cubicBezTo>
                  <a:pt x="144" y="160"/>
                  <a:pt x="144" y="160"/>
                  <a:pt x="144" y="160"/>
                </a:cubicBezTo>
                <a:cubicBezTo>
                  <a:pt x="116" y="160"/>
                  <a:pt x="116" y="160"/>
                  <a:pt x="116" y="160"/>
                </a:cubicBezTo>
                <a:cubicBezTo>
                  <a:pt x="116" y="132"/>
                  <a:pt x="116" y="132"/>
                  <a:pt x="116" y="132"/>
                </a:cubicBezTo>
                <a:cubicBezTo>
                  <a:pt x="108" y="132"/>
                  <a:pt x="108" y="132"/>
                  <a:pt x="108" y="132"/>
                </a:cubicBezTo>
                <a:cubicBezTo>
                  <a:pt x="108" y="160"/>
                  <a:pt x="108" y="160"/>
                  <a:pt x="108" y="160"/>
                </a:cubicBezTo>
                <a:cubicBezTo>
                  <a:pt x="80" y="160"/>
                  <a:pt x="80" y="160"/>
                  <a:pt x="80" y="160"/>
                </a:cubicBezTo>
                <a:cubicBezTo>
                  <a:pt x="80" y="132"/>
                  <a:pt x="80" y="132"/>
                  <a:pt x="80" y="132"/>
                </a:cubicBezTo>
                <a:cubicBezTo>
                  <a:pt x="72" y="132"/>
                  <a:pt x="72" y="132"/>
                  <a:pt x="72" y="132"/>
                </a:cubicBezTo>
                <a:cubicBezTo>
                  <a:pt x="72" y="160"/>
                  <a:pt x="72" y="160"/>
                  <a:pt x="72" y="160"/>
                </a:cubicBezTo>
                <a:cubicBezTo>
                  <a:pt x="56" y="160"/>
                  <a:pt x="56" y="160"/>
                  <a:pt x="56" y="160"/>
                </a:cubicBezTo>
                <a:cubicBezTo>
                  <a:pt x="54" y="160"/>
                  <a:pt x="52" y="162"/>
                  <a:pt x="52" y="164"/>
                </a:cubicBezTo>
                <a:cubicBezTo>
                  <a:pt x="52" y="256"/>
                  <a:pt x="52" y="256"/>
                  <a:pt x="52" y="256"/>
                </a:cubicBezTo>
                <a:cubicBezTo>
                  <a:pt x="60" y="256"/>
                  <a:pt x="60" y="256"/>
                  <a:pt x="60" y="256"/>
                </a:cubicBezTo>
                <a:cubicBezTo>
                  <a:pt x="60" y="168"/>
                  <a:pt x="60" y="168"/>
                  <a:pt x="60" y="168"/>
                </a:cubicBezTo>
                <a:cubicBezTo>
                  <a:pt x="164" y="168"/>
                  <a:pt x="164" y="168"/>
                  <a:pt x="164" y="168"/>
                </a:cubicBezTo>
                <a:cubicBezTo>
                  <a:pt x="164" y="160"/>
                  <a:pt x="164" y="160"/>
                  <a:pt x="164" y="160"/>
                </a:cubicBezTo>
                <a:cubicBezTo>
                  <a:pt x="152" y="160"/>
                  <a:pt x="152" y="160"/>
                  <a:pt x="152" y="160"/>
                </a:cubicBezTo>
                <a:lnTo>
                  <a:pt x="152" y="132"/>
                </a:lnTo>
                <a:close/>
                <a:moveTo>
                  <a:pt x="124" y="188"/>
                </a:moveTo>
                <a:cubicBezTo>
                  <a:pt x="124" y="212"/>
                  <a:pt x="124" y="212"/>
                  <a:pt x="124" y="212"/>
                </a:cubicBezTo>
                <a:cubicBezTo>
                  <a:pt x="132" y="212"/>
                  <a:pt x="132" y="212"/>
                  <a:pt x="132" y="212"/>
                </a:cubicBezTo>
                <a:cubicBezTo>
                  <a:pt x="132" y="192"/>
                  <a:pt x="132" y="192"/>
                  <a:pt x="132" y="192"/>
                </a:cubicBezTo>
                <a:cubicBezTo>
                  <a:pt x="152" y="192"/>
                  <a:pt x="152" y="192"/>
                  <a:pt x="152" y="192"/>
                </a:cubicBezTo>
                <a:cubicBezTo>
                  <a:pt x="152" y="184"/>
                  <a:pt x="152" y="184"/>
                  <a:pt x="152" y="184"/>
                </a:cubicBezTo>
                <a:cubicBezTo>
                  <a:pt x="128" y="184"/>
                  <a:pt x="128" y="184"/>
                  <a:pt x="128" y="184"/>
                </a:cubicBezTo>
                <a:cubicBezTo>
                  <a:pt x="126" y="184"/>
                  <a:pt x="124" y="186"/>
                  <a:pt x="124" y="188"/>
                </a:cubicBezTo>
                <a:close/>
                <a:moveTo>
                  <a:pt x="256" y="44"/>
                </a:moveTo>
                <a:cubicBezTo>
                  <a:pt x="256" y="43"/>
                  <a:pt x="256" y="43"/>
                  <a:pt x="256" y="43"/>
                </a:cubicBezTo>
                <a:cubicBezTo>
                  <a:pt x="256" y="42"/>
                  <a:pt x="256" y="42"/>
                  <a:pt x="255" y="42"/>
                </a:cubicBezTo>
                <a:cubicBezTo>
                  <a:pt x="255" y="42"/>
                  <a:pt x="255" y="42"/>
                  <a:pt x="255" y="41"/>
                </a:cubicBezTo>
                <a:cubicBezTo>
                  <a:pt x="255" y="41"/>
                  <a:pt x="255" y="41"/>
                  <a:pt x="254" y="41"/>
                </a:cubicBezTo>
                <a:cubicBezTo>
                  <a:pt x="254" y="41"/>
                  <a:pt x="254" y="41"/>
                  <a:pt x="254" y="41"/>
                </a:cubicBezTo>
                <a:cubicBezTo>
                  <a:pt x="186" y="1"/>
                  <a:pt x="186" y="1"/>
                  <a:pt x="186" y="1"/>
                </a:cubicBezTo>
                <a:cubicBezTo>
                  <a:pt x="186" y="0"/>
                  <a:pt x="186" y="0"/>
                  <a:pt x="186" y="0"/>
                </a:cubicBezTo>
                <a:cubicBezTo>
                  <a:pt x="186" y="0"/>
                  <a:pt x="185" y="0"/>
                  <a:pt x="185" y="0"/>
                </a:cubicBezTo>
                <a:cubicBezTo>
                  <a:pt x="185" y="0"/>
                  <a:pt x="184" y="0"/>
                  <a:pt x="184" y="0"/>
                </a:cubicBezTo>
                <a:cubicBezTo>
                  <a:pt x="184" y="0"/>
                  <a:pt x="184" y="0"/>
                  <a:pt x="184" y="0"/>
                </a:cubicBezTo>
                <a:cubicBezTo>
                  <a:pt x="184" y="0"/>
                  <a:pt x="184" y="0"/>
                  <a:pt x="184" y="0"/>
                </a:cubicBezTo>
                <a:cubicBezTo>
                  <a:pt x="184" y="0"/>
                  <a:pt x="183" y="0"/>
                  <a:pt x="183" y="0"/>
                </a:cubicBezTo>
                <a:cubicBezTo>
                  <a:pt x="183" y="0"/>
                  <a:pt x="182" y="0"/>
                  <a:pt x="182" y="0"/>
                </a:cubicBezTo>
                <a:cubicBezTo>
                  <a:pt x="182" y="0"/>
                  <a:pt x="182" y="0"/>
                  <a:pt x="182" y="1"/>
                </a:cubicBezTo>
                <a:cubicBezTo>
                  <a:pt x="91" y="52"/>
                  <a:pt x="91" y="52"/>
                  <a:pt x="91" y="52"/>
                </a:cubicBezTo>
                <a:cubicBezTo>
                  <a:pt x="28" y="52"/>
                  <a:pt x="28" y="52"/>
                  <a:pt x="28" y="52"/>
                </a:cubicBezTo>
                <a:cubicBezTo>
                  <a:pt x="27" y="52"/>
                  <a:pt x="26" y="53"/>
                  <a:pt x="25" y="53"/>
                </a:cubicBezTo>
                <a:cubicBezTo>
                  <a:pt x="1" y="81"/>
                  <a:pt x="1" y="81"/>
                  <a:pt x="1" y="81"/>
                </a:cubicBezTo>
                <a:cubicBezTo>
                  <a:pt x="0" y="83"/>
                  <a:pt x="0" y="84"/>
                  <a:pt x="0" y="86"/>
                </a:cubicBezTo>
                <a:cubicBezTo>
                  <a:pt x="1" y="87"/>
                  <a:pt x="2" y="88"/>
                  <a:pt x="4" y="88"/>
                </a:cubicBezTo>
                <a:cubicBezTo>
                  <a:pt x="24" y="88"/>
                  <a:pt x="24" y="88"/>
                  <a:pt x="24" y="88"/>
                </a:cubicBezTo>
                <a:cubicBezTo>
                  <a:pt x="24" y="114"/>
                  <a:pt x="24" y="114"/>
                  <a:pt x="24" y="114"/>
                </a:cubicBezTo>
                <a:cubicBezTo>
                  <a:pt x="24" y="119"/>
                  <a:pt x="27" y="123"/>
                  <a:pt x="31" y="125"/>
                </a:cubicBezTo>
                <a:cubicBezTo>
                  <a:pt x="35" y="126"/>
                  <a:pt x="37" y="130"/>
                  <a:pt x="36" y="133"/>
                </a:cubicBezTo>
                <a:cubicBezTo>
                  <a:pt x="35" y="137"/>
                  <a:pt x="33" y="139"/>
                  <a:pt x="29" y="140"/>
                </a:cubicBezTo>
                <a:cubicBezTo>
                  <a:pt x="27" y="140"/>
                  <a:pt x="25" y="140"/>
                  <a:pt x="23" y="138"/>
                </a:cubicBezTo>
                <a:cubicBezTo>
                  <a:pt x="21" y="137"/>
                  <a:pt x="20" y="134"/>
                  <a:pt x="20" y="132"/>
                </a:cubicBezTo>
                <a:cubicBezTo>
                  <a:pt x="20" y="130"/>
                  <a:pt x="18" y="128"/>
                  <a:pt x="16" y="128"/>
                </a:cubicBezTo>
                <a:cubicBezTo>
                  <a:pt x="14" y="128"/>
                  <a:pt x="12" y="130"/>
                  <a:pt x="12" y="132"/>
                </a:cubicBezTo>
                <a:cubicBezTo>
                  <a:pt x="12" y="137"/>
                  <a:pt x="14" y="141"/>
                  <a:pt x="18" y="144"/>
                </a:cubicBezTo>
                <a:cubicBezTo>
                  <a:pt x="21" y="147"/>
                  <a:pt x="24" y="148"/>
                  <a:pt x="28" y="148"/>
                </a:cubicBezTo>
                <a:cubicBezTo>
                  <a:pt x="29" y="148"/>
                  <a:pt x="30" y="148"/>
                  <a:pt x="31" y="148"/>
                </a:cubicBezTo>
                <a:cubicBezTo>
                  <a:pt x="37" y="147"/>
                  <a:pt x="43" y="141"/>
                  <a:pt x="44" y="135"/>
                </a:cubicBezTo>
                <a:cubicBezTo>
                  <a:pt x="45" y="127"/>
                  <a:pt x="41" y="120"/>
                  <a:pt x="34" y="117"/>
                </a:cubicBezTo>
                <a:cubicBezTo>
                  <a:pt x="33" y="117"/>
                  <a:pt x="32" y="115"/>
                  <a:pt x="32" y="114"/>
                </a:cubicBezTo>
                <a:cubicBezTo>
                  <a:pt x="32" y="88"/>
                  <a:pt x="32" y="88"/>
                  <a:pt x="32" y="88"/>
                </a:cubicBezTo>
                <a:cubicBezTo>
                  <a:pt x="180" y="88"/>
                  <a:pt x="180" y="88"/>
                  <a:pt x="180" y="88"/>
                </a:cubicBezTo>
                <a:cubicBezTo>
                  <a:pt x="180" y="256"/>
                  <a:pt x="180" y="256"/>
                  <a:pt x="180" y="256"/>
                </a:cubicBezTo>
                <a:cubicBezTo>
                  <a:pt x="188" y="256"/>
                  <a:pt x="188" y="256"/>
                  <a:pt x="188" y="256"/>
                </a:cubicBezTo>
                <a:cubicBezTo>
                  <a:pt x="188" y="84"/>
                  <a:pt x="188" y="84"/>
                  <a:pt x="188" y="84"/>
                </a:cubicBezTo>
                <a:cubicBezTo>
                  <a:pt x="188" y="84"/>
                  <a:pt x="188" y="84"/>
                  <a:pt x="188" y="84"/>
                </a:cubicBezTo>
                <a:cubicBezTo>
                  <a:pt x="188" y="83"/>
                  <a:pt x="188" y="82"/>
                  <a:pt x="187" y="82"/>
                </a:cubicBezTo>
                <a:cubicBezTo>
                  <a:pt x="167" y="54"/>
                  <a:pt x="167" y="54"/>
                  <a:pt x="167" y="54"/>
                </a:cubicBezTo>
                <a:cubicBezTo>
                  <a:pt x="167" y="53"/>
                  <a:pt x="165" y="52"/>
                  <a:pt x="164" y="52"/>
                </a:cubicBezTo>
                <a:cubicBezTo>
                  <a:pt x="107" y="52"/>
                  <a:pt x="107" y="52"/>
                  <a:pt x="107" y="52"/>
                </a:cubicBezTo>
                <a:cubicBezTo>
                  <a:pt x="180" y="11"/>
                  <a:pt x="180" y="11"/>
                  <a:pt x="180" y="11"/>
                </a:cubicBezTo>
                <a:cubicBezTo>
                  <a:pt x="180" y="52"/>
                  <a:pt x="180" y="52"/>
                  <a:pt x="180" y="52"/>
                </a:cubicBezTo>
                <a:cubicBezTo>
                  <a:pt x="180" y="54"/>
                  <a:pt x="182" y="56"/>
                  <a:pt x="184" y="56"/>
                </a:cubicBezTo>
                <a:cubicBezTo>
                  <a:pt x="186" y="56"/>
                  <a:pt x="188" y="54"/>
                  <a:pt x="188" y="52"/>
                </a:cubicBezTo>
                <a:cubicBezTo>
                  <a:pt x="188" y="11"/>
                  <a:pt x="188" y="11"/>
                  <a:pt x="188" y="11"/>
                </a:cubicBezTo>
                <a:cubicBezTo>
                  <a:pt x="237" y="40"/>
                  <a:pt x="237" y="40"/>
                  <a:pt x="237" y="40"/>
                </a:cubicBezTo>
                <a:cubicBezTo>
                  <a:pt x="212" y="40"/>
                  <a:pt x="212" y="40"/>
                  <a:pt x="212" y="40"/>
                </a:cubicBezTo>
                <a:cubicBezTo>
                  <a:pt x="210" y="40"/>
                  <a:pt x="208" y="42"/>
                  <a:pt x="208" y="44"/>
                </a:cubicBezTo>
                <a:cubicBezTo>
                  <a:pt x="208" y="56"/>
                  <a:pt x="208" y="56"/>
                  <a:pt x="208" y="56"/>
                </a:cubicBezTo>
                <a:cubicBezTo>
                  <a:pt x="216" y="56"/>
                  <a:pt x="216" y="56"/>
                  <a:pt x="216" y="56"/>
                </a:cubicBezTo>
                <a:cubicBezTo>
                  <a:pt x="216" y="48"/>
                  <a:pt x="216" y="48"/>
                  <a:pt x="216" y="48"/>
                </a:cubicBezTo>
                <a:cubicBezTo>
                  <a:pt x="248" y="48"/>
                  <a:pt x="248" y="48"/>
                  <a:pt x="248" y="48"/>
                </a:cubicBezTo>
                <a:cubicBezTo>
                  <a:pt x="248" y="80"/>
                  <a:pt x="248" y="80"/>
                  <a:pt x="248" y="80"/>
                </a:cubicBezTo>
                <a:cubicBezTo>
                  <a:pt x="216" y="80"/>
                  <a:pt x="216" y="80"/>
                  <a:pt x="216" y="80"/>
                </a:cubicBezTo>
                <a:cubicBezTo>
                  <a:pt x="214" y="80"/>
                  <a:pt x="212" y="82"/>
                  <a:pt x="212" y="84"/>
                </a:cubicBezTo>
                <a:cubicBezTo>
                  <a:pt x="212" y="256"/>
                  <a:pt x="212" y="256"/>
                  <a:pt x="212" y="256"/>
                </a:cubicBezTo>
                <a:cubicBezTo>
                  <a:pt x="220" y="256"/>
                  <a:pt x="220" y="256"/>
                  <a:pt x="220" y="256"/>
                </a:cubicBezTo>
                <a:cubicBezTo>
                  <a:pt x="220" y="88"/>
                  <a:pt x="220" y="88"/>
                  <a:pt x="220" y="88"/>
                </a:cubicBezTo>
                <a:cubicBezTo>
                  <a:pt x="252" y="88"/>
                  <a:pt x="252" y="88"/>
                  <a:pt x="252" y="88"/>
                </a:cubicBezTo>
                <a:cubicBezTo>
                  <a:pt x="254" y="88"/>
                  <a:pt x="256" y="86"/>
                  <a:pt x="256" y="84"/>
                </a:cubicBezTo>
                <a:cubicBezTo>
                  <a:pt x="256" y="44"/>
                  <a:pt x="256" y="44"/>
                  <a:pt x="256" y="44"/>
                </a:cubicBezTo>
                <a:cubicBezTo>
                  <a:pt x="256" y="44"/>
                  <a:pt x="256" y="44"/>
                  <a:pt x="256" y="44"/>
                </a:cubicBezTo>
                <a:close/>
                <a:moveTo>
                  <a:pt x="162" y="60"/>
                </a:moveTo>
                <a:cubicBezTo>
                  <a:pt x="176" y="80"/>
                  <a:pt x="176" y="80"/>
                  <a:pt x="176" y="80"/>
                </a:cubicBezTo>
                <a:cubicBezTo>
                  <a:pt x="13" y="80"/>
                  <a:pt x="13" y="80"/>
                  <a:pt x="13" y="80"/>
                </a:cubicBezTo>
                <a:cubicBezTo>
                  <a:pt x="30" y="60"/>
                  <a:pt x="30" y="60"/>
                  <a:pt x="30" y="60"/>
                </a:cubicBezTo>
                <a:lnTo>
                  <a:pt x="162" y="6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36" name="Freeform 38">
            <a:extLst>
              <a:ext uri="{FF2B5EF4-FFF2-40B4-BE49-F238E27FC236}">
                <a16:creationId xmlns:a16="http://schemas.microsoft.com/office/drawing/2014/main" id="{9CC0209B-371C-45C7-BF06-6B1211843072}"/>
              </a:ext>
            </a:extLst>
          </p:cNvPr>
          <p:cNvSpPr>
            <a:spLocks noChangeAspect="1" noEditPoints="1"/>
          </p:cNvSpPr>
          <p:nvPr/>
        </p:nvSpPr>
        <p:spPr bwMode="auto">
          <a:xfrm>
            <a:off x="6378964" y="1469351"/>
            <a:ext cx="400050" cy="400050"/>
          </a:xfrm>
          <a:custGeom>
            <a:avLst/>
            <a:gdLst>
              <a:gd name="T0" fmla="*/ 221 w 256"/>
              <a:gd name="T1" fmla="*/ 246 h 256"/>
              <a:gd name="T2" fmla="*/ 227 w 256"/>
              <a:gd name="T3" fmla="*/ 156 h 256"/>
              <a:gd name="T4" fmla="*/ 15 w 256"/>
              <a:gd name="T5" fmla="*/ 163 h 256"/>
              <a:gd name="T6" fmla="*/ 3 w 256"/>
              <a:gd name="T7" fmla="*/ 241 h 256"/>
              <a:gd name="T8" fmla="*/ 127 w 256"/>
              <a:gd name="T9" fmla="*/ 248 h 256"/>
              <a:gd name="T10" fmla="*/ 256 w 256"/>
              <a:gd name="T11" fmla="*/ 243 h 256"/>
              <a:gd name="T12" fmla="*/ 132 w 256"/>
              <a:gd name="T13" fmla="*/ 241 h 256"/>
              <a:gd name="T14" fmla="*/ 142 w 256"/>
              <a:gd name="T15" fmla="*/ 209 h 256"/>
              <a:gd name="T16" fmla="*/ 109 w 256"/>
              <a:gd name="T17" fmla="*/ 210 h 256"/>
              <a:gd name="T18" fmla="*/ 40 w 256"/>
              <a:gd name="T19" fmla="*/ 235 h 256"/>
              <a:gd name="T20" fmla="*/ 28 w 256"/>
              <a:gd name="T21" fmla="*/ 164 h 256"/>
              <a:gd name="T22" fmla="*/ 234 w 256"/>
              <a:gd name="T23" fmla="*/ 168 h 256"/>
              <a:gd name="T24" fmla="*/ 132 w 256"/>
              <a:gd name="T25" fmla="*/ 241 h 256"/>
              <a:gd name="T26" fmla="*/ 104 w 256"/>
              <a:gd name="T27" fmla="*/ 28 h 256"/>
              <a:gd name="T28" fmla="*/ 195 w 256"/>
              <a:gd name="T29" fmla="*/ 40 h 256"/>
              <a:gd name="T30" fmla="*/ 197 w 256"/>
              <a:gd name="T31" fmla="*/ 33 h 256"/>
              <a:gd name="T32" fmla="*/ 148 w 256"/>
              <a:gd name="T33" fmla="*/ 20 h 256"/>
              <a:gd name="T34" fmla="*/ 120 w 256"/>
              <a:gd name="T35" fmla="*/ 0 h 256"/>
              <a:gd name="T36" fmla="*/ 104 w 256"/>
              <a:gd name="T37" fmla="*/ 20 h 256"/>
              <a:gd name="T38" fmla="*/ 56 w 256"/>
              <a:gd name="T39" fmla="*/ 38 h 256"/>
              <a:gd name="T40" fmla="*/ 120 w 256"/>
              <a:gd name="T41" fmla="*/ 8 h 256"/>
              <a:gd name="T42" fmla="*/ 140 w 256"/>
              <a:gd name="T43" fmla="*/ 20 h 256"/>
              <a:gd name="T44" fmla="*/ 28 w 256"/>
              <a:gd name="T45" fmla="*/ 112 h 256"/>
              <a:gd name="T46" fmla="*/ 56 w 256"/>
              <a:gd name="T47" fmla="*/ 104 h 256"/>
              <a:gd name="T48" fmla="*/ 16 w 256"/>
              <a:gd name="T49" fmla="*/ 144 h 256"/>
              <a:gd name="T50" fmla="*/ 28 w 256"/>
              <a:gd name="T51" fmla="*/ 140 h 256"/>
              <a:gd name="T52" fmla="*/ 52 w 256"/>
              <a:gd name="T53" fmla="*/ 132 h 256"/>
              <a:gd name="T54" fmla="*/ 24 w 256"/>
              <a:gd name="T55" fmla="*/ 116 h 256"/>
              <a:gd name="T56" fmla="*/ 128 w 256"/>
              <a:gd name="T57" fmla="*/ 144 h 256"/>
              <a:gd name="T58" fmla="*/ 75 w 256"/>
              <a:gd name="T59" fmla="*/ 144 h 256"/>
              <a:gd name="T60" fmla="*/ 184 w 256"/>
              <a:gd name="T61" fmla="*/ 139 h 256"/>
              <a:gd name="T62" fmla="*/ 15 w 256"/>
              <a:gd name="T63" fmla="*/ 92 h 256"/>
              <a:gd name="T64" fmla="*/ 76 w 256"/>
              <a:gd name="T65" fmla="*/ 124 h 256"/>
              <a:gd name="T66" fmla="*/ 84 w 256"/>
              <a:gd name="T67" fmla="*/ 89 h 256"/>
              <a:gd name="T68" fmla="*/ 176 w 256"/>
              <a:gd name="T69" fmla="*/ 121 h 256"/>
              <a:gd name="T70" fmla="*/ 184 w 256"/>
              <a:gd name="T71" fmla="*/ 120 h 256"/>
              <a:gd name="T72" fmla="*/ 249 w 256"/>
              <a:gd name="T73" fmla="*/ 86 h 256"/>
              <a:gd name="T74" fmla="*/ 247 w 256"/>
              <a:gd name="T75" fmla="*/ 52 h 256"/>
              <a:gd name="T76" fmla="*/ 76 w 256"/>
              <a:gd name="T77" fmla="*/ 52 h 256"/>
              <a:gd name="T78" fmla="*/ 1 w 256"/>
              <a:gd name="T79" fmla="*/ 62 h 256"/>
              <a:gd name="T80" fmla="*/ 80 w 256"/>
              <a:gd name="T81" fmla="*/ 59 h 256"/>
              <a:gd name="T82" fmla="*/ 179 w 256"/>
              <a:gd name="T83" fmla="*/ 60 h 256"/>
              <a:gd name="T84" fmla="*/ 180 w 256"/>
              <a:gd name="T85" fmla="*/ 84 h 256"/>
              <a:gd name="T86" fmla="*/ 15 w 256"/>
              <a:gd name="T87" fmla="*/ 84 h 256"/>
              <a:gd name="T88" fmla="*/ 228 w 256"/>
              <a:gd name="T89" fmla="*/ 132 h 256"/>
              <a:gd name="T90" fmla="*/ 204 w 256"/>
              <a:gd name="T91" fmla="*/ 140 h 256"/>
              <a:gd name="T92" fmla="*/ 236 w 256"/>
              <a:gd name="T93" fmla="*/ 148 h 256"/>
              <a:gd name="T94" fmla="*/ 228 w 256"/>
              <a:gd name="T95" fmla="*/ 104 h 256"/>
              <a:gd name="T96" fmla="*/ 200 w 256"/>
              <a:gd name="T97" fmla="*/ 112 h 256"/>
              <a:gd name="T98" fmla="*/ 232 w 256"/>
              <a:gd name="T99" fmla="*/ 13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6" h="256">
                <a:moveTo>
                  <a:pt x="256" y="243"/>
                </a:moveTo>
                <a:cubicBezTo>
                  <a:pt x="255" y="241"/>
                  <a:pt x="253" y="240"/>
                  <a:pt x="251" y="241"/>
                </a:cubicBezTo>
                <a:cubicBezTo>
                  <a:pt x="251" y="241"/>
                  <a:pt x="239" y="243"/>
                  <a:pt x="221" y="246"/>
                </a:cubicBezTo>
                <a:cubicBezTo>
                  <a:pt x="243" y="177"/>
                  <a:pt x="243" y="177"/>
                  <a:pt x="243" y="177"/>
                </a:cubicBezTo>
                <a:cubicBezTo>
                  <a:pt x="244" y="172"/>
                  <a:pt x="244" y="167"/>
                  <a:pt x="241" y="163"/>
                </a:cubicBezTo>
                <a:cubicBezTo>
                  <a:pt x="237" y="159"/>
                  <a:pt x="233" y="157"/>
                  <a:pt x="227" y="156"/>
                </a:cubicBezTo>
                <a:cubicBezTo>
                  <a:pt x="226" y="157"/>
                  <a:pt x="144" y="164"/>
                  <a:pt x="128" y="164"/>
                </a:cubicBezTo>
                <a:cubicBezTo>
                  <a:pt x="112" y="164"/>
                  <a:pt x="30" y="157"/>
                  <a:pt x="28" y="156"/>
                </a:cubicBezTo>
                <a:cubicBezTo>
                  <a:pt x="23" y="156"/>
                  <a:pt x="19" y="159"/>
                  <a:pt x="15" y="163"/>
                </a:cubicBezTo>
                <a:cubicBezTo>
                  <a:pt x="12" y="167"/>
                  <a:pt x="12" y="172"/>
                  <a:pt x="13" y="177"/>
                </a:cubicBezTo>
                <a:cubicBezTo>
                  <a:pt x="32" y="235"/>
                  <a:pt x="32" y="235"/>
                  <a:pt x="32" y="235"/>
                </a:cubicBezTo>
                <a:cubicBezTo>
                  <a:pt x="15" y="238"/>
                  <a:pt x="4" y="240"/>
                  <a:pt x="3" y="241"/>
                </a:cubicBezTo>
                <a:cubicBezTo>
                  <a:pt x="1" y="241"/>
                  <a:pt x="0" y="243"/>
                  <a:pt x="0" y="245"/>
                </a:cubicBezTo>
                <a:cubicBezTo>
                  <a:pt x="1" y="248"/>
                  <a:pt x="3" y="249"/>
                  <a:pt x="5" y="248"/>
                </a:cubicBezTo>
                <a:cubicBezTo>
                  <a:pt x="6" y="248"/>
                  <a:pt x="68" y="232"/>
                  <a:pt x="127" y="248"/>
                </a:cubicBezTo>
                <a:cubicBezTo>
                  <a:pt x="148" y="254"/>
                  <a:pt x="168" y="256"/>
                  <a:pt x="187" y="256"/>
                </a:cubicBezTo>
                <a:cubicBezTo>
                  <a:pt x="223" y="256"/>
                  <a:pt x="251" y="249"/>
                  <a:pt x="253" y="248"/>
                </a:cubicBezTo>
                <a:cubicBezTo>
                  <a:pt x="255" y="248"/>
                  <a:pt x="256" y="246"/>
                  <a:pt x="256" y="243"/>
                </a:cubicBezTo>
                <a:close/>
                <a:moveTo>
                  <a:pt x="132" y="241"/>
                </a:moveTo>
                <a:cubicBezTo>
                  <a:pt x="132" y="241"/>
                  <a:pt x="132" y="241"/>
                  <a:pt x="132" y="241"/>
                </a:cubicBezTo>
                <a:cubicBezTo>
                  <a:pt x="132" y="241"/>
                  <a:pt x="132" y="241"/>
                  <a:pt x="132" y="241"/>
                </a:cubicBezTo>
                <a:cubicBezTo>
                  <a:pt x="136" y="223"/>
                  <a:pt x="146" y="216"/>
                  <a:pt x="146" y="216"/>
                </a:cubicBezTo>
                <a:cubicBezTo>
                  <a:pt x="148" y="215"/>
                  <a:pt x="149" y="212"/>
                  <a:pt x="147" y="210"/>
                </a:cubicBezTo>
                <a:cubicBezTo>
                  <a:pt x="146" y="208"/>
                  <a:pt x="144" y="208"/>
                  <a:pt x="142" y="209"/>
                </a:cubicBezTo>
                <a:cubicBezTo>
                  <a:pt x="141" y="209"/>
                  <a:pt x="133" y="215"/>
                  <a:pt x="128" y="227"/>
                </a:cubicBezTo>
                <a:cubicBezTo>
                  <a:pt x="123" y="215"/>
                  <a:pt x="115" y="209"/>
                  <a:pt x="114" y="209"/>
                </a:cubicBezTo>
                <a:cubicBezTo>
                  <a:pt x="112" y="208"/>
                  <a:pt x="110" y="208"/>
                  <a:pt x="109" y="210"/>
                </a:cubicBezTo>
                <a:cubicBezTo>
                  <a:pt x="107" y="212"/>
                  <a:pt x="108" y="215"/>
                  <a:pt x="110" y="216"/>
                </a:cubicBezTo>
                <a:cubicBezTo>
                  <a:pt x="110" y="216"/>
                  <a:pt x="120" y="223"/>
                  <a:pt x="124" y="239"/>
                </a:cubicBezTo>
                <a:cubicBezTo>
                  <a:pt x="93" y="232"/>
                  <a:pt x="62" y="232"/>
                  <a:pt x="40" y="235"/>
                </a:cubicBezTo>
                <a:cubicBezTo>
                  <a:pt x="21" y="175"/>
                  <a:pt x="21" y="175"/>
                  <a:pt x="21" y="175"/>
                </a:cubicBezTo>
                <a:cubicBezTo>
                  <a:pt x="20" y="172"/>
                  <a:pt x="20" y="170"/>
                  <a:pt x="22" y="168"/>
                </a:cubicBezTo>
                <a:cubicBezTo>
                  <a:pt x="23" y="166"/>
                  <a:pt x="26" y="164"/>
                  <a:pt x="28" y="164"/>
                </a:cubicBezTo>
                <a:cubicBezTo>
                  <a:pt x="31" y="165"/>
                  <a:pt x="112" y="172"/>
                  <a:pt x="128" y="172"/>
                </a:cubicBezTo>
                <a:cubicBezTo>
                  <a:pt x="144" y="172"/>
                  <a:pt x="225" y="165"/>
                  <a:pt x="228" y="164"/>
                </a:cubicBezTo>
                <a:cubicBezTo>
                  <a:pt x="230" y="164"/>
                  <a:pt x="233" y="166"/>
                  <a:pt x="234" y="168"/>
                </a:cubicBezTo>
                <a:cubicBezTo>
                  <a:pt x="236" y="170"/>
                  <a:pt x="236" y="172"/>
                  <a:pt x="235" y="175"/>
                </a:cubicBezTo>
                <a:cubicBezTo>
                  <a:pt x="212" y="246"/>
                  <a:pt x="212" y="246"/>
                  <a:pt x="212" y="246"/>
                </a:cubicBezTo>
                <a:cubicBezTo>
                  <a:pt x="190" y="248"/>
                  <a:pt x="161" y="248"/>
                  <a:pt x="132" y="241"/>
                </a:cubicBezTo>
                <a:close/>
                <a:moveTo>
                  <a:pt x="61" y="40"/>
                </a:moveTo>
                <a:cubicBezTo>
                  <a:pt x="83" y="32"/>
                  <a:pt x="83" y="32"/>
                  <a:pt x="83" y="32"/>
                </a:cubicBezTo>
                <a:cubicBezTo>
                  <a:pt x="89" y="30"/>
                  <a:pt x="96" y="28"/>
                  <a:pt x="104" y="28"/>
                </a:cubicBezTo>
                <a:cubicBezTo>
                  <a:pt x="152" y="28"/>
                  <a:pt x="152" y="28"/>
                  <a:pt x="152" y="28"/>
                </a:cubicBezTo>
                <a:cubicBezTo>
                  <a:pt x="159" y="28"/>
                  <a:pt x="167" y="30"/>
                  <a:pt x="174" y="33"/>
                </a:cubicBezTo>
                <a:cubicBezTo>
                  <a:pt x="195" y="40"/>
                  <a:pt x="195" y="40"/>
                  <a:pt x="195" y="40"/>
                </a:cubicBezTo>
                <a:cubicBezTo>
                  <a:pt x="195" y="40"/>
                  <a:pt x="196" y="40"/>
                  <a:pt x="196" y="40"/>
                </a:cubicBezTo>
                <a:cubicBezTo>
                  <a:pt x="198" y="40"/>
                  <a:pt x="199" y="39"/>
                  <a:pt x="200" y="38"/>
                </a:cubicBezTo>
                <a:cubicBezTo>
                  <a:pt x="201" y="36"/>
                  <a:pt x="199" y="33"/>
                  <a:pt x="197" y="33"/>
                </a:cubicBezTo>
                <a:cubicBezTo>
                  <a:pt x="177" y="25"/>
                  <a:pt x="177" y="25"/>
                  <a:pt x="177" y="25"/>
                </a:cubicBezTo>
                <a:cubicBezTo>
                  <a:pt x="169" y="22"/>
                  <a:pt x="160" y="20"/>
                  <a:pt x="152" y="20"/>
                </a:cubicBezTo>
                <a:cubicBezTo>
                  <a:pt x="148" y="20"/>
                  <a:pt x="148" y="20"/>
                  <a:pt x="148" y="20"/>
                </a:cubicBezTo>
                <a:cubicBezTo>
                  <a:pt x="148" y="12"/>
                  <a:pt x="148" y="12"/>
                  <a:pt x="148" y="12"/>
                </a:cubicBezTo>
                <a:cubicBezTo>
                  <a:pt x="148" y="6"/>
                  <a:pt x="143" y="0"/>
                  <a:pt x="136" y="0"/>
                </a:cubicBezTo>
                <a:cubicBezTo>
                  <a:pt x="120" y="0"/>
                  <a:pt x="120" y="0"/>
                  <a:pt x="120" y="0"/>
                </a:cubicBezTo>
                <a:cubicBezTo>
                  <a:pt x="113" y="0"/>
                  <a:pt x="108" y="6"/>
                  <a:pt x="108" y="12"/>
                </a:cubicBezTo>
                <a:cubicBezTo>
                  <a:pt x="108" y="20"/>
                  <a:pt x="108" y="20"/>
                  <a:pt x="108" y="20"/>
                </a:cubicBezTo>
                <a:cubicBezTo>
                  <a:pt x="104" y="20"/>
                  <a:pt x="104" y="20"/>
                  <a:pt x="104" y="20"/>
                </a:cubicBezTo>
                <a:cubicBezTo>
                  <a:pt x="95" y="20"/>
                  <a:pt x="87" y="22"/>
                  <a:pt x="80" y="25"/>
                </a:cubicBezTo>
                <a:cubicBezTo>
                  <a:pt x="59" y="33"/>
                  <a:pt x="59" y="33"/>
                  <a:pt x="59" y="33"/>
                </a:cubicBezTo>
                <a:cubicBezTo>
                  <a:pt x="57" y="33"/>
                  <a:pt x="55" y="36"/>
                  <a:pt x="56" y="38"/>
                </a:cubicBezTo>
                <a:cubicBezTo>
                  <a:pt x="57" y="40"/>
                  <a:pt x="59" y="41"/>
                  <a:pt x="61" y="40"/>
                </a:cubicBezTo>
                <a:close/>
                <a:moveTo>
                  <a:pt x="116" y="12"/>
                </a:moveTo>
                <a:cubicBezTo>
                  <a:pt x="116" y="10"/>
                  <a:pt x="118" y="8"/>
                  <a:pt x="120" y="8"/>
                </a:cubicBezTo>
                <a:cubicBezTo>
                  <a:pt x="136" y="8"/>
                  <a:pt x="136" y="8"/>
                  <a:pt x="136" y="8"/>
                </a:cubicBezTo>
                <a:cubicBezTo>
                  <a:pt x="138" y="8"/>
                  <a:pt x="140" y="10"/>
                  <a:pt x="140" y="12"/>
                </a:cubicBezTo>
                <a:cubicBezTo>
                  <a:pt x="140" y="20"/>
                  <a:pt x="140" y="20"/>
                  <a:pt x="140" y="20"/>
                </a:cubicBezTo>
                <a:cubicBezTo>
                  <a:pt x="116" y="20"/>
                  <a:pt x="116" y="20"/>
                  <a:pt x="116" y="20"/>
                </a:cubicBezTo>
                <a:lnTo>
                  <a:pt x="116" y="12"/>
                </a:lnTo>
                <a:close/>
                <a:moveTo>
                  <a:pt x="28" y="112"/>
                </a:moveTo>
                <a:cubicBezTo>
                  <a:pt x="56" y="112"/>
                  <a:pt x="56" y="112"/>
                  <a:pt x="56" y="112"/>
                </a:cubicBezTo>
                <a:cubicBezTo>
                  <a:pt x="58" y="112"/>
                  <a:pt x="60" y="111"/>
                  <a:pt x="60" y="108"/>
                </a:cubicBezTo>
                <a:cubicBezTo>
                  <a:pt x="60" y="106"/>
                  <a:pt x="58" y="104"/>
                  <a:pt x="56" y="104"/>
                </a:cubicBezTo>
                <a:cubicBezTo>
                  <a:pt x="28" y="104"/>
                  <a:pt x="28" y="104"/>
                  <a:pt x="28" y="104"/>
                </a:cubicBezTo>
                <a:cubicBezTo>
                  <a:pt x="21" y="104"/>
                  <a:pt x="16" y="110"/>
                  <a:pt x="16" y="116"/>
                </a:cubicBezTo>
                <a:cubicBezTo>
                  <a:pt x="16" y="144"/>
                  <a:pt x="16" y="144"/>
                  <a:pt x="16" y="144"/>
                </a:cubicBezTo>
                <a:cubicBezTo>
                  <a:pt x="16" y="147"/>
                  <a:pt x="18" y="148"/>
                  <a:pt x="20" y="148"/>
                </a:cubicBezTo>
                <a:cubicBezTo>
                  <a:pt x="22" y="148"/>
                  <a:pt x="24" y="147"/>
                  <a:pt x="24" y="144"/>
                </a:cubicBezTo>
                <a:cubicBezTo>
                  <a:pt x="24" y="142"/>
                  <a:pt x="26" y="140"/>
                  <a:pt x="28" y="140"/>
                </a:cubicBezTo>
                <a:cubicBezTo>
                  <a:pt x="52" y="140"/>
                  <a:pt x="52" y="140"/>
                  <a:pt x="52" y="140"/>
                </a:cubicBezTo>
                <a:cubicBezTo>
                  <a:pt x="54" y="140"/>
                  <a:pt x="56" y="139"/>
                  <a:pt x="56" y="136"/>
                </a:cubicBezTo>
                <a:cubicBezTo>
                  <a:pt x="56" y="134"/>
                  <a:pt x="54" y="132"/>
                  <a:pt x="52" y="132"/>
                </a:cubicBezTo>
                <a:cubicBezTo>
                  <a:pt x="28" y="132"/>
                  <a:pt x="28" y="132"/>
                  <a:pt x="28" y="132"/>
                </a:cubicBezTo>
                <a:cubicBezTo>
                  <a:pt x="27" y="132"/>
                  <a:pt x="25" y="133"/>
                  <a:pt x="24" y="133"/>
                </a:cubicBezTo>
                <a:cubicBezTo>
                  <a:pt x="24" y="116"/>
                  <a:pt x="24" y="116"/>
                  <a:pt x="24" y="116"/>
                </a:cubicBezTo>
                <a:cubicBezTo>
                  <a:pt x="24" y="114"/>
                  <a:pt x="26" y="112"/>
                  <a:pt x="28" y="112"/>
                </a:cubicBezTo>
                <a:close/>
                <a:moveTo>
                  <a:pt x="179" y="137"/>
                </a:moveTo>
                <a:cubicBezTo>
                  <a:pt x="179" y="137"/>
                  <a:pt x="155" y="144"/>
                  <a:pt x="128" y="144"/>
                </a:cubicBezTo>
                <a:cubicBezTo>
                  <a:pt x="105" y="144"/>
                  <a:pt x="77" y="137"/>
                  <a:pt x="77" y="137"/>
                </a:cubicBezTo>
                <a:cubicBezTo>
                  <a:pt x="75" y="136"/>
                  <a:pt x="73" y="137"/>
                  <a:pt x="72" y="139"/>
                </a:cubicBezTo>
                <a:cubicBezTo>
                  <a:pt x="72" y="141"/>
                  <a:pt x="73" y="144"/>
                  <a:pt x="75" y="144"/>
                </a:cubicBezTo>
                <a:cubicBezTo>
                  <a:pt x="76" y="145"/>
                  <a:pt x="104" y="152"/>
                  <a:pt x="128" y="152"/>
                </a:cubicBezTo>
                <a:cubicBezTo>
                  <a:pt x="156" y="152"/>
                  <a:pt x="180" y="145"/>
                  <a:pt x="181" y="144"/>
                </a:cubicBezTo>
                <a:cubicBezTo>
                  <a:pt x="183" y="144"/>
                  <a:pt x="184" y="141"/>
                  <a:pt x="184" y="139"/>
                </a:cubicBezTo>
                <a:cubicBezTo>
                  <a:pt x="183" y="137"/>
                  <a:pt x="181" y="136"/>
                  <a:pt x="179" y="137"/>
                </a:cubicBezTo>
                <a:close/>
                <a:moveTo>
                  <a:pt x="7" y="86"/>
                </a:moveTo>
                <a:cubicBezTo>
                  <a:pt x="8" y="90"/>
                  <a:pt x="11" y="92"/>
                  <a:pt x="15" y="92"/>
                </a:cubicBezTo>
                <a:cubicBezTo>
                  <a:pt x="75" y="92"/>
                  <a:pt x="75" y="92"/>
                  <a:pt x="75" y="92"/>
                </a:cubicBezTo>
                <a:cubicBezTo>
                  <a:pt x="72" y="120"/>
                  <a:pt x="72" y="120"/>
                  <a:pt x="72" y="120"/>
                </a:cubicBezTo>
                <a:cubicBezTo>
                  <a:pt x="72" y="122"/>
                  <a:pt x="73" y="124"/>
                  <a:pt x="76" y="124"/>
                </a:cubicBezTo>
                <a:cubicBezTo>
                  <a:pt x="76" y="124"/>
                  <a:pt x="76" y="124"/>
                  <a:pt x="76" y="124"/>
                </a:cubicBezTo>
                <a:cubicBezTo>
                  <a:pt x="78" y="124"/>
                  <a:pt x="80" y="123"/>
                  <a:pt x="80" y="121"/>
                </a:cubicBezTo>
                <a:cubicBezTo>
                  <a:pt x="84" y="89"/>
                  <a:pt x="84" y="89"/>
                  <a:pt x="84" y="89"/>
                </a:cubicBezTo>
                <a:cubicBezTo>
                  <a:pt x="91" y="87"/>
                  <a:pt x="106" y="84"/>
                  <a:pt x="128" y="84"/>
                </a:cubicBezTo>
                <a:cubicBezTo>
                  <a:pt x="150" y="84"/>
                  <a:pt x="165" y="87"/>
                  <a:pt x="172" y="89"/>
                </a:cubicBezTo>
                <a:cubicBezTo>
                  <a:pt x="176" y="121"/>
                  <a:pt x="176" y="121"/>
                  <a:pt x="176" y="121"/>
                </a:cubicBezTo>
                <a:cubicBezTo>
                  <a:pt x="176" y="123"/>
                  <a:pt x="178" y="124"/>
                  <a:pt x="180" y="124"/>
                </a:cubicBezTo>
                <a:cubicBezTo>
                  <a:pt x="180" y="124"/>
                  <a:pt x="180" y="124"/>
                  <a:pt x="180" y="124"/>
                </a:cubicBezTo>
                <a:cubicBezTo>
                  <a:pt x="183" y="124"/>
                  <a:pt x="184" y="122"/>
                  <a:pt x="184" y="120"/>
                </a:cubicBezTo>
                <a:cubicBezTo>
                  <a:pt x="181" y="92"/>
                  <a:pt x="181" y="92"/>
                  <a:pt x="181" y="92"/>
                </a:cubicBezTo>
                <a:cubicBezTo>
                  <a:pt x="241" y="92"/>
                  <a:pt x="241" y="92"/>
                  <a:pt x="241" y="92"/>
                </a:cubicBezTo>
                <a:cubicBezTo>
                  <a:pt x="245" y="92"/>
                  <a:pt x="248" y="90"/>
                  <a:pt x="249" y="86"/>
                </a:cubicBezTo>
                <a:cubicBezTo>
                  <a:pt x="255" y="62"/>
                  <a:pt x="255" y="62"/>
                  <a:pt x="255" y="62"/>
                </a:cubicBezTo>
                <a:cubicBezTo>
                  <a:pt x="255" y="60"/>
                  <a:pt x="255" y="57"/>
                  <a:pt x="253" y="56"/>
                </a:cubicBezTo>
                <a:cubicBezTo>
                  <a:pt x="252" y="54"/>
                  <a:pt x="249" y="52"/>
                  <a:pt x="247" y="52"/>
                </a:cubicBezTo>
                <a:cubicBezTo>
                  <a:pt x="180" y="52"/>
                  <a:pt x="180" y="52"/>
                  <a:pt x="180" y="52"/>
                </a:cubicBezTo>
                <a:cubicBezTo>
                  <a:pt x="172" y="47"/>
                  <a:pt x="147" y="44"/>
                  <a:pt x="128" y="44"/>
                </a:cubicBezTo>
                <a:cubicBezTo>
                  <a:pt x="109" y="44"/>
                  <a:pt x="84" y="47"/>
                  <a:pt x="76" y="52"/>
                </a:cubicBezTo>
                <a:cubicBezTo>
                  <a:pt x="9" y="52"/>
                  <a:pt x="9" y="52"/>
                  <a:pt x="9" y="52"/>
                </a:cubicBezTo>
                <a:cubicBezTo>
                  <a:pt x="7" y="52"/>
                  <a:pt x="4" y="54"/>
                  <a:pt x="3" y="56"/>
                </a:cubicBezTo>
                <a:cubicBezTo>
                  <a:pt x="1" y="57"/>
                  <a:pt x="1" y="60"/>
                  <a:pt x="1" y="62"/>
                </a:cubicBezTo>
                <a:lnTo>
                  <a:pt x="7" y="86"/>
                </a:lnTo>
                <a:close/>
                <a:moveTo>
                  <a:pt x="77" y="60"/>
                </a:moveTo>
                <a:cubicBezTo>
                  <a:pt x="78" y="60"/>
                  <a:pt x="79" y="60"/>
                  <a:pt x="80" y="59"/>
                </a:cubicBezTo>
                <a:cubicBezTo>
                  <a:pt x="83" y="57"/>
                  <a:pt x="100" y="52"/>
                  <a:pt x="128" y="52"/>
                </a:cubicBezTo>
                <a:cubicBezTo>
                  <a:pt x="156" y="52"/>
                  <a:pt x="173" y="57"/>
                  <a:pt x="176" y="59"/>
                </a:cubicBezTo>
                <a:cubicBezTo>
                  <a:pt x="177" y="60"/>
                  <a:pt x="178" y="60"/>
                  <a:pt x="179" y="60"/>
                </a:cubicBezTo>
                <a:cubicBezTo>
                  <a:pt x="247" y="60"/>
                  <a:pt x="247" y="60"/>
                  <a:pt x="247" y="60"/>
                </a:cubicBezTo>
                <a:cubicBezTo>
                  <a:pt x="241" y="84"/>
                  <a:pt x="241" y="84"/>
                  <a:pt x="241" y="84"/>
                </a:cubicBezTo>
                <a:cubicBezTo>
                  <a:pt x="180" y="84"/>
                  <a:pt x="180" y="84"/>
                  <a:pt x="180" y="84"/>
                </a:cubicBezTo>
                <a:cubicBezTo>
                  <a:pt x="172" y="79"/>
                  <a:pt x="147" y="76"/>
                  <a:pt x="128" y="76"/>
                </a:cubicBezTo>
                <a:cubicBezTo>
                  <a:pt x="109" y="76"/>
                  <a:pt x="84" y="79"/>
                  <a:pt x="76" y="84"/>
                </a:cubicBezTo>
                <a:cubicBezTo>
                  <a:pt x="15" y="84"/>
                  <a:pt x="15" y="84"/>
                  <a:pt x="15" y="84"/>
                </a:cubicBezTo>
                <a:cubicBezTo>
                  <a:pt x="9" y="60"/>
                  <a:pt x="9" y="60"/>
                  <a:pt x="9" y="60"/>
                </a:cubicBezTo>
                <a:lnTo>
                  <a:pt x="77" y="60"/>
                </a:lnTo>
                <a:close/>
                <a:moveTo>
                  <a:pt x="228" y="132"/>
                </a:moveTo>
                <a:cubicBezTo>
                  <a:pt x="204" y="132"/>
                  <a:pt x="204" y="132"/>
                  <a:pt x="204" y="132"/>
                </a:cubicBezTo>
                <a:cubicBezTo>
                  <a:pt x="202" y="132"/>
                  <a:pt x="200" y="134"/>
                  <a:pt x="200" y="136"/>
                </a:cubicBezTo>
                <a:cubicBezTo>
                  <a:pt x="200" y="139"/>
                  <a:pt x="202" y="140"/>
                  <a:pt x="204" y="140"/>
                </a:cubicBezTo>
                <a:cubicBezTo>
                  <a:pt x="228" y="140"/>
                  <a:pt x="228" y="140"/>
                  <a:pt x="228" y="140"/>
                </a:cubicBezTo>
                <a:cubicBezTo>
                  <a:pt x="230" y="140"/>
                  <a:pt x="232" y="142"/>
                  <a:pt x="232" y="144"/>
                </a:cubicBezTo>
                <a:cubicBezTo>
                  <a:pt x="232" y="147"/>
                  <a:pt x="234" y="148"/>
                  <a:pt x="236" y="148"/>
                </a:cubicBezTo>
                <a:cubicBezTo>
                  <a:pt x="238" y="148"/>
                  <a:pt x="240" y="147"/>
                  <a:pt x="240" y="144"/>
                </a:cubicBezTo>
                <a:cubicBezTo>
                  <a:pt x="240" y="116"/>
                  <a:pt x="240" y="116"/>
                  <a:pt x="240" y="116"/>
                </a:cubicBezTo>
                <a:cubicBezTo>
                  <a:pt x="240" y="110"/>
                  <a:pt x="235" y="104"/>
                  <a:pt x="228" y="104"/>
                </a:cubicBezTo>
                <a:cubicBezTo>
                  <a:pt x="200" y="104"/>
                  <a:pt x="200" y="104"/>
                  <a:pt x="200" y="104"/>
                </a:cubicBezTo>
                <a:cubicBezTo>
                  <a:pt x="198" y="104"/>
                  <a:pt x="196" y="106"/>
                  <a:pt x="196" y="108"/>
                </a:cubicBezTo>
                <a:cubicBezTo>
                  <a:pt x="196" y="111"/>
                  <a:pt x="198" y="112"/>
                  <a:pt x="200" y="112"/>
                </a:cubicBezTo>
                <a:cubicBezTo>
                  <a:pt x="228" y="112"/>
                  <a:pt x="228" y="112"/>
                  <a:pt x="228" y="112"/>
                </a:cubicBezTo>
                <a:cubicBezTo>
                  <a:pt x="230" y="112"/>
                  <a:pt x="232" y="114"/>
                  <a:pt x="232" y="116"/>
                </a:cubicBezTo>
                <a:cubicBezTo>
                  <a:pt x="232" y="133"/>
                  <a:pt x="232" y="133"/>
                  <a:pt x="232" y="133"/>
                </a:cubicBezTo>
                <a:cubicBezTo>
                  <a:pt x="231" y="133"/>
                  <a:pt x="229" y="132"/>
                  <a:pt x="228" y="13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2" name="Freeform 42">
            <a:extLst>
              <a:ext uri="{FF2B5EF4-FFF2-40B4-BE49-F238E27FC236}">
                <a16:creationId xmlns:a16="http://schemas.microsoft.com/office/drawing/2014/main" id="{25F9BA0D-E6A7-4D0B-B3E6-1FD2A115D779}"/>
              </a:ext>
            </a:extLst>
          </p:cNvPr>
          <p:cNvSpPr>
            <a:spLocks noChangeAspect="1" noEditPoints="1"/>
          </p:cNvSpPr>
          <p:nvPr/>
        </p:nvSpPr>
        <p:spPr bwMode="auto">
          <a:xfrm>
            <a:off x="7345023" y="1466970"/>
            <a:ext cx="403225" cy="404813"/>
          </a:xfrm>
          <a:custGeom>
            <a:avLst/>
            <a:gdLst>
              <a:gd name="T0" fmla="*/ 29 w 258"/>
              <a:gd name="T1" fmla="*/ 223 h 259"/>
              <a:gd name="T2" fmla="*/ 15 w 258"/>
              <a:gd name="T3" fmla="*/ 159 h 259"/>
              <a:gd name="T4" fmla="*/ 125 w 258"/>
              <a:gd name="T5" fmla="*/ 184 h 259"/>
              <a:gd name="T6" fmla="*/ 133 w 258"/>
              <a:gd name="T7" fmla="*/ 145 h 259"/>
              <a:gd name="T8" fmla="*/ 246 w 258"/>
              <a:gd name="T9" fmla="*/ 161 h 259"/>
              <a:gd name="T10" fmla="*/ 232 w 258"/>
              <a:gd name="T11" fmla="*/ 228 h 259"/>
              <a:gd name="T12" fmla="*/ 254 w 258"/>
              <a:gd name="T13" fmla="*/ 166 h 259"/>
              <a:gd name="T14" fmla="*/ 143 w 258"/>
              <a:gd name="T15" fmla="*/ 138 h 259"/>
              <a:gd name="T16" fmla="*/ 5 w 258"/>
              <a:gd name="T17" fmla="*/ 156 h 259"/>
              <a:gd name="T18" fmla="*/ 40 w 258"/>
              <a:gd name="T19" fmla="*/ 40 h 259"/>
              <a:gd name="T20" fmla="*/ 81 w 258"/>
              <a:gd name="T21" fmla="*/ 56 h 259"/>
              <a:gd name="T22" fmla="*/ 45 w 258"/>
              <a:gd name="T23" fmla="*/ 33 h 259"/>
              <a:gd name="T24" fmla="*/ 213 w 258"/>
              <a:gd name="T25" fmla="*/ 33 h 259"/>
              <a:gd name="T26" fmla="*/ 177 w 258"/>
              <a:gd name="T27" fmla="*/ 56 h 259"/>
              <a:gd name="T28" fmla="*/ 218 w 258"/>
              <a:gd name="T29" fmla="*/ 40 h 259"/>
              <a:gd name="T30" fmla="*/ 217 w 258"/>
              <a:gd name="T31" fmla="*/ 16 h 259"/>
              <a:gd name="T32" fmla="*/ 145 w 258"/>
              <a:gd name="T33" fmla="*/ 0 h 259"/>
              <a:gd name="T34" fmla="*/ 117 w 258"/>
              <a:gd name="T35" fmla="*/ 16 h 259"/>
              <a:gd name="T36" fmla="*/ 109 w 258"/>
              <a:gd name="T37" fmla="*/ 4 h 259"/>
              <a:gd name="T38" fmla="*/ 37 w 258"/>
              <a:gd name="T39" fmla="*/ 20 h 259"/>
              <a:gd name="T40" fmla="*/ 85 w 258"/>
              <a:gd name="T41" fmla="*/ 176 h 259"/>
              <a:gd name="T42" fmla="*/ 93 w 258"/>
              <a:gd name="T43" fmla="*/ 164 h 259"/>
              <a:gd name="T44" fmla="*/ 165 w 258"/>
              <a:gd name="T45" fmla="*/ 188 h 259"/>
              <a:gd name="T46" fmla="*/ 157 w 258"/>
              <a:gd name="T47" fmla="*/ 176 h 259"/>
              <a:gd name="T48" fmla="*/ 235 w 258"/>
              <a:gd name="T49" fmla="*/ 238 h 259"/>
              <a:gd name="T50" fmla="*/ 22 w 258"/>
              <a:gd name="T51" fmla="*/ 241 h 259"/>
              <a:gd name="T52" fmla="*/ 5 w 258"/>
              <a:gd name="T53" fmla="*/ 256 h 259"/>
              <a:gd name="T54" fmla="*/ 123 w 258"/>
              <a:gd name="T55" fmla="*/ 244 h 259"/>
              <a:gd name="T56" fmla="*/ 254 w 258"/>
              <a:gd name="T57" fmla="*/ 240 h 259"/>
              <a:gd name="T58" fmla="*/ 53 w 258"/>
              <a:gd name="T59" fmla="*/ 120 h 259"/>
              <a:gd name="T60" fmla="*/ 61 w 258"/>
              <a:gd name="T61" fmla="*/ 120 h 259"/>
              <a:gd name="T62" fmla="*/ 109 w 258"/>
              <a:gd name="T63" fmla="*/ 128 h 259"/>
              <a:gd name="T64" fmla="*/ 149 w 258"/>
              <a:gd name="T65" fmla="*/ 128 h 259"/>
              <a:gd name="T66" fmla="*/ 197 w 258"/>
              <a:gd name="T67" fmla="*/ 120 h 259"/>
              <a:gd name="T68" fmla="*/ 205 w 258"/>
              <a:gd name="T69" fmla="*/ 120 h 259"/>
              <a:gd name="T70" fmla="*/ 253 w 258"/>
              <a:gd name="T71" fmla="*/ 140 h 259"/>
              <a:gd name="T72" fmla="*/ 9 w 258"/>
              <a:gd name="T73" fmla="*/ 64 h 259"/>
              <a:gd name="T74" fmla="*/ 13 w 258"/>
              <a:gd name="T75" fmla="*/ 140 h 259"/>
              <a:gd name="T76" fmla="*/ 245 w 258"/>
              <a:gd name="T77" fmla="*/ 72 h 259"/>
              <a:gd name="T78" fmla="*/ 205 w 258"/>
              <a:gd name="T79" fmla="*/ 72 h 259"/>
              <a:gd name="T80" fmla="*/ 197 w 258"/>
              <a:gd name="T81" fmla="*/ 112 h 259"/>
              <a:gd name="T82" fmla="*/ 109 w 258"/>
              <a:gd name="T83" fmla="*/ 72 h 259"/>
              <a:gd name="T84" fmla="*/ 109 w 258"/>
              <a:gd name="T85" fmla="*/ 112 h 259"/>
              <a:gd name="T86" fmla="*/ 101 w 258"/>
              <a:gd name="T87" fmla="*/ 72 h 259"/>
              <a:gd name="T88" fmla="*/ 61 w 258"/>
              <a:gd name="T89" fmla="*/ 72 h 259"/>
              <a:gd name="T90" fmla="*/ 53 w 258"/>
              <a:gd name="T91" fmla="*/ 11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259">
                <a:moveTo>
                  <a:pt x="21" y="225"/>
                </a:moveTo>
                <a:cubicBezTo>
                  <a:pt x="22" y="227"/>
                  <a:pt x="24" y="228"/>
                  <a:pt x="26" y="228"/>
                </a:cubicBezTo>
                <a:cubicBezTo>
                  <a:pt x="28" y="227"/>
                  <a:pt x="29" y="225"/>
                  <a:pt x="29" y="223"/>
                </a:cubicBezTo>
                <a:cubicBezTo>
                  <a:pt x="11" y="164"/>
                  <a:pt x="11" y="164"/>
                  <a:pt x="11" y="164"/>
                </a:cubicBezTo>
                <a:cubicBezTo>
                  <a:pt x="11" y="163"/>
                  <a:pt x="11" y="162"/>
                  <a:pt x="12" y="161"/>
                </a:cubicBezTo>
                <a:cubicBezTo>
                  <a:pt x="13" y="160"/>
                  <a:pt x="14" y="159"/>
                  <a:pt x="15" y="159"/>
                </a:cubicBezTo>
                <a:cubicBezTo>
                  <a:pt x="116" y="146"/>
                  <a:pt x="116" y="146"/>
                  <a:pt x="116" y="146"/>
                </a:cubicBezTo>
                <a:cubicBezTo>
                  <a:pt x="119" y="145"/>
                  <a:pt x="122" y="145"/>
                  <a:pt x="125" y="145"/>
                </a:cubicBezTo>
                <a:cubicBezTo>
                  <a:pt x="125" y="184"/>
                  <a:pt x="125" y="184"/>
                  <a:pt x="125" y="184"/>
                </a:cubicBezTo>
                <a:cubicBezTo>
                  <a:pt x="125" y="186"/>
                  <a:pt x="127" y="188"/>
                  <a:pt x="129" y="188"/>
                </a:cubicBezTo>
                <a:cubicBezTo>
                  <a:pt x="131" y="188"/>
                  <a:pt x="133" y="186"/>
                  <a:pt x="133" y="184"/>
                </a:cubicBezTo>
                <a:cubicBezTo>
                  <a:pt x="133" y="145"/>
                  <a:pt x="133" y="145"/>
                  <a:pt x="133" y="145"/>
                </a:cubicBezTo>
                <a:cubicBezTo>
                  <a:pt x="136" y="145"/>
                  <a:pt x="139" y="145"/>
                  <a:pt x="142" y="146"/>
                </a:cubicBezTo>
                <a:cubicBezTo>
                  <a:pt x="243" y="159"/>
                  <a:pt x="243" y="159"/>
                  <a:pt x="243" y="159"/>
                </a:cubicBezTo>
                <a:cubicBezTo>
                  <a:pt x="244" y="159"/>
                  <a:pt x="245" y="160"/>
                  <a:pt x="246" y="161"/>
                </a:cubicBezTo>
                <a:cubicBezTo>
                  <a:pt x="247" y="162"/>
                  <a:pt x="247" y="163"/>
                  <a:pt x="247" y="164"/>
                </a:cubicBezTo>
                <a:cubicBezTo>
                  <a:pt x="229" y="223"/>
                  <a:pt x="229" y="223"/>
                  <a:pt x="229" y="223"/>
                </a:cubicBezTo>
                <a:cubicBezTo>
                  <a:pt x="229" y="225"/>
                  <a:pt x="230" y="227"/>
                  <a:pt x="232" y="228"/>
                </a:cubicBezTo>
                <a:cubicBezTo>
                  <a:pt x="232" y="228"/>
                  <a:pt x="233" y="228"/>
                  <a:pt x="233" y="228"/>
                </a:cubicBezTo>
                <a:cubicBezTo>
                  <a:pt x="235" y="228"/>
                  <a:pt x="236" y="227"/>
                  <a:pt x="237" y="225"/>
                </a:cubicBezTo>
                <a:cubicBezTo>
                  <a:pt x="254" y="166"/>
                  <a:pt x="254" y="166"/>
                  <a:pt x="254" y="166"/>
                </a:cubicBezTo>
                <a:cubicBezTo>
                  <a:pt x="255" y="163"/>
                  <a:pt x="255" y="159"/>
                  <a:pt x="253" y="156"/>
                </a:cubicBezTo>
                <a:cubicBezTo>
                  <a:pt x="251" y="153"/>
                  <a:pt x="248" y="151"/>
                  <a:pt x="244" y="151"/>
                </a:cubicBezTo>
                <a:cubicBezTo>
                  <a:pt x="143" y="138"/>
                  <a:pt x="143" y="138"/>
                  <a:pt x="143" y="138"/>
                </a:cubicBezTo>
                <a:cubicBezTo>
                  <a:pt x="134" y="137"/>
                  <a:pt x="124" y="137"/>
                  <a:pt x="115" y="138"/>
                </a:cubicBezTo>
                <a:cubicBezTo>
                  <a:pt x="14" y="151"/>
                  <a:pt x="14" y="151"/>
                  <a:pt x="14" y="151"/>
                </a:cubicBezTo>
                <a:cubicBezTo>
                  <a:pt x="10" y="151"/>
                  <a:pt x="7" y="153"/>
                  <a:pt x="5" y="156"/>
                </a:cubicBezTo>
                <a:cubicBezTo>
                  <a:pt x="3" y="159"/>
                  <a:pt x="3" y="163"/>
                  <a:pt x="4" y="166"/>
                </a:cubicBezTo>
                <a:lnTo>
                  <a:pt x="21" y="225"/>
                </a:lnTo>
                <a:close/>
                <a:moveTo>
                  <a:pt x="40" y="40"/>
                </a:moveTo>
                <a:cubicBezTo>
                  <a:pt x="73" y="47"/>
                  <a:pt x="73" y="47"/>
                  <a:pt x="73" y="47"/>
                </a:cubicBezTo>
                <a:cubicBezTo>
                  <a:pt x="73" y="56"/>
                  <a:pt x="73" y="56"/>
                  <a:pt x="73" y="56"/>
                </a:cubicBezTo>
                <a:cubicBezTo>
                  <a:pt x="81" y="56"/>
                  <a:pt x="81" y="56"/>
                  <a:pt x="81" y="56"/>
                </a:cubicBezTo>
                <a:cubicBezTo>
                  <a:pt x="81" y="44"/>
                  <a:pt x="81" y="44"/>
                  <a:pt x="81" y="44"/>
                </a:cubicBezTo>
                <a:cubicBezTo>
                  <a:pt x="81" y="42"/>
                  <a:pt x="80" y="41"/>
                  <a:pt x="78" y="40"/>
                </a:cubicBezTo>
                <a:cubicBezTo>
                  <a:pt x="45" y="33"/>
                  <a:pt x="45" y="33"/>
                  <a:pt x="45" y="33"/>
                </a:cubicBezTo>
                <a:cubicBezTo>
                  <a:pt x="45" y="24"/>
                  <a:pt x="45" y="24"/>
                  <a:pt x="45" y="24"/>
                </a:cubicBezTo>
                <a:cubicBezTo>
                  <a:pt x="213" y="24"/>
                  <a:pt x="213" y="24"/>
                  <a:pt x="213" y="24"/>
                </a:cubicBezTo>
                <a:cubicBezTo>
                  <a:pt x="213" y="33"/>
                  <a:pt x="213" y="33"/>
                  <a:pt x="213" y="33"/>
                </a:cubicBezTo>
                <a:cubicBezTo>
                  <a:pt x="180" y="40"/>
                  <a:pt x="180" y="40"/>
                  <a:pt x="180" y="40"/>
                </a:cubicBezTo>
                <a:cubicBezTo>
                  <a:pt x="178" y="41"/>
                  <a:pt x="177" y="42"/>
                  <a:pt x="177" y="44"/>
                </a:cubicBezTo>
                <a:cubicBezTo>
                  <a:pt x="177" y="56"/>
                  <a:pt x="177" y="56"/>
                  <a:pt x="177" y="56"/>
                </a:cubicBezTo>
                <a:cubicBezTo>
                  <a:pt x="185" y="56"/>
                  <a:pt x="185" y="56"/>
                  <a:pt x="185" y="56"/>
                </a:cubicBezTo>
                <a:cubicBezTo>
                  <a:pt x="185" y="47"/>
                  <a:pt x="185" y="47"/>
                  <a:pt x="185" y="47"/>
                </a:cubicBezTo>
                <a:cubicBezTo>
                  <a:pt x="218" y="40"/>
                  <a:pt x="218" y="40"/>
                  <a:pt x="218" y="40"/>
                </a:cubicBezTo>
                <a:cubicBezTo>
                  <a:pt x="220" y="39"/>
                  <a:pt x="221" y="38"/>
                  <a:pt x="221" y="36"/>
                </a:cubicBezTo>
                <a:cubicBezTo>
                  <a:pt x="221" y="20"/>
                  <a:pt x="221" y="20"/>
                  <a:pt x="221" y="20"/>
                </a:cubicBezTo>
                <a:cubicBezTo>
                  <a:pt x="221" y="18"/>
                  <a:pt x="219" y="16"/>
                  <a:pt x="217" y="16"/>
                </a:cubicBezTo>
                <a:cubicBezTo>
                  <a:pt x="149" y="16"/>
                  <a:pt x="149" y="16"/>
                  <a:pt x="149" y="16"/>
                </a:cubicBezTo>
                <a:cubicBezTo>
                  <a:pt x="149" y="4"/>
                  <a:pt x="149" y="4"/>
                  <a:pt x="149" y="4"/>
                </a:cubicBezTo>
                <a:cubicBezTo>
                  <a:pt x="149" y="2"/>
                  <a:pt x="147" y="0"/>
                  <a:pt x="145" y="0"/>
                </a:cubicBezTo>
                <a:cubicBezTo>
                  <a:pt x="143" y="0"/>
                  <a:pt x="141" y="2"/>
                  <a:pt x="141" y="4"/>
                </a:cubicBezTo>
                <a:cubicBezTo>
                  <a:pt x="141" y="16"/>
                  <a:pt x="141" y="16"/>
                  <a:pt x="141" y="16"/>
                </a:cubicBezTo>
                <a:cubicBezTo>
                  <a:pt x="117" y="16"/>
                  <a:pt x="117" y="16"/>
                  <a:pt x="117" y="16"/>
                </a:cubicBezTo>
                <a:cubicBezTo>
                  <a:pt x="117" y="4"/>
                  <a:pt x="117" y="4"/>
                  <a:pt x="117" y="4"/>
                </a:cubicBezTo>
                <a:cubicBezTo>
                  <a:pt x="117" y="2"/>
                  <a:pt x="115" y="0"/>
                  <a:pt x="113" y="0"/>
                </a:cubicBezTo>
                <a:cubicBezTo>
                  <a:pt x="111" y="0"/>
                  <a:pt x="109" y="2"/>
                  <a:pt x="109" y="4"/>
                </a:cubicBezTo>
                <a:cubicBezTo>
                  <a:pt x="109" y="16"/>
                  <a:pt x="109" y="16"/>
                  <a:pt x="109" y="16"/>
                </a:cubicBezTo>
                <a:cubicBezTo>
                  <a:pt x="41" y="16"/>
                  <a:pt x="41" y="16"/>
                  <a:pt x="41" y="16"/>
                </a:cubicBezTo>
                <a:cubicBezTo>
                  <a:pt x="39" y="16"/>
                  <a:pt x="37" y="18"/>
                  <a:pt x="37" y="20"/>
                </a:cubicBezTo>
                <a:cubicBezTo>
                  <a:pt x="37" y="36"/>
                  <a:pt x="37" y="36"/>
                  <a:pt x="37" y="36"/>
                </a:cubicBezTo>
                <a:cubicBezTo>
                  <a:pt x="37" y="38"/>
                  <a:pt x="38" y="39"/>
                  <a:pt x="40" y="40"/>
                </a:cubicBezTo>
                <a:close/>
                <a:moveTo>
                  <a:pt x="85" y="176"/>
                </a:moveTo>
                <a:cubicBezTo>
                  <a:pt x="85" y="183"/>
                  <a:pt x="88" y="188"/>
                  <a:pt x="93" y="188"/>
                </a:cubicBezTo>
                <a:cubicBezTo>
                  <a:pt x="98" y="188"/>
                  <a:pt x="101" y="183"/>
                  <a:pt x="101" y="176"/>
                </a:cubicBezTo>
                <a:cubicBezTo>
                  <a:pt x="101" y="169"/>
                  <a:pt x="98" y="164"/>
                  <a:pt x="93" y="164"/>
                </a:cubicBezTo>
                <a:cubicBezTo>
                  <a:pt x="88" y="164"/>
                  <a:pt x="85" y="169"/>
                  <a:pt x="85" y="176"/>
                </a:cubicBezTo>
                <a:close/>
                <a:moveTo>
                  <a:pt x="157" y="176"/>
                </a:moveTo>
                <a:cubicBezTo>
                  <a:pt x="157" y="183"/>
                  <a:pt x="160" y="188"/>
                  <a:pt x="165" y="188"/>
                </a:cubicBezTo>
                <a:cubicBezTo>
                  <a:pt x="170" y="188"/>
                  <a:pt x="173" y="183"/>
                  <a:pt x="173" y="176"/>
                </a:cubicBezTo>
                <a:cubicBezTo>
                  <a:pt x="173" y="169"/>
                  <a:pt x="170" y="164"/>
                  <a:pt x="165" y="164"/>
                </a:cubicBezTo>
                <a:cubicBezTo>
                  <a:pt x="160" y="164"/>
                  <a:pt x="157" y="169"/>
                  <a:pt x="157" y="176"/>
                </a:cubicBezTo>
                <a:close/>
                <a:moveTo>
                  <a:pt x="257" y="235"/>
                </a:moveTo>
                <a:cubicBezTo>
                  <a:pt x="256" y="233"/>
                  <a:pt x="254" y="231"/>
                  <a:pt x="252" y="232"/>
                </a:cubicBezTo>
                <a:cubicBezTo>
                  <a:pt x="235" y="238"/>
                  <a:pt x="235" y="238"/>
                  <a:pt x="235" y="238"/>
                </a:cubicBezTo>
                <a:cubicBezTo>
                  <a:pt x="205" y="250"/>
                  <a:pt x="172" y="251"/>
                  <a:pt x="142" y="241"/>
                </a:cubicBezTo>
                <a:cubicBezTo>
                  <a:pt x="125" y="236"/>
                  <a:pt x="125" y="236"/>
                  <a:pt x="125" y="236"/>
                </a:cubicBezTo>
                <a:cubicBezTo>
                  <a:pt x="91" y="226"/>
                  <a:pt x="55" y="227"/>
                  <a:pt x="22" y="241"/>
                </a:cubicBezTo>
                <a:cubicBezTo>
                  <a:pt x="3" y="248"/>
                  <a:pt x="3" y="248"/>
                  <a:pt x="3" y="248"/>
                </a:cubicBezTo>
                <a:cubicBezTo>
                  <a:pt x="1" y="249"/>
                  <a:pt x="0" y="251"/>
                  <a:pt x="1" y="254"/>
                </a:cubicBezTo>
                <a:cubicBezTo>
                  <a:pt x="2" y="255"/>
                  <a:pt x="3" y="256"/>
                  <a:pt x="5" y="256"/>
                </a:cubicBezTo>
                <a:cubicBezTo>
                  <a:pt x="6" y="256"/>
                  <a:pt x="6" y="256"/>
                  <a:pt x="7" y="256"/>
                </a:cubicBezTo>
                <a:cubicBezTo>
                  <a:pt x="25" y="248"/>
                  <a:pt x="25" y="248"/>
                  <a:pt x="25" y="248"/>
                </a:cubicBezTo>
                <a:cubicBezTo>
                  <a:pt x="56" y="235"/>
                  <a:pt x="91" y="234"/>
                  <a:pt x="123" y="244"/>
                </a:cubicBezTo>
                <a:cubicBezTo>
                  <a:pt x="139" y="249"/>
                  <a:pt x="139" y="249"/>
                  <a:pt x="139" y="249"/>
                </a:cubicBezTo>
                <a:cubicBezTo>
                  <a:pt x="171" y="259"/>
                  <a:pt x="206" y="258"/>
                  <a:pt x="238" y="246"/>
                </a:cubicBezTo>
                <a:cubicBezTo>
                  <a:pt x="254" y="240"/>
                  <a:pt x="254" y="240"/>
                  <a:pt x="254" y="240"/>
                </a:cubicBezTo>
                <a:cubicBezTo>
                  <a:pt x="256" y="239"/>
                  <a:pt x="258" y="237"/>
                  <a:pt x="257" y="235"/>
                </a:cubicBezTo>
                <a:close/>
                <a:moveTo>
                  <a:pt x="13" y="120"/>
                </a:moveTo>
                <a:cubicBezTo>
                  <a:pt x="53" y="120"/>
                  <a:pt x="53" y="120"/>
                  <a:pt x="53" y="120"/>
                </a:cubicBezTo>
                <a:cubicBezTo>
                  <a:pt x="53" y="132"/>
                  <a:pt x="53" y="132"/>
                  <a:pt x="53" y="132"/>
                </a:cubicBezTo>
                <a:cubicBezTo>
                  <a:pt x="61" y="132"/>
                  <a:pt x="61" y="132"/>
                  <a:pt x="61" y="132"/>
                </a:cubicBezTo>
                <a:cubicBezTo>
                  <a:pt x="61" y="120"/>
                  <a:pt x="61" y="120"/>
                  <a:pt x="61" y="120"/>
                </a:cubicBezTo>
                <a:cubicBezTo>
                  <a:pt x="101" y="120"/>
                  <a:pt x="101" y="120"/>
                  <a:pt x="101" y="120"/>
                </a:cubicBezTo>
                <a:cubicBezTo>
                  <a:pt x="101" y="128"/>
                  <a:pt x="101" y="128"/>
                  <a:pt x="101" y="128"/>
                </a:cubicBezTo>
                <a:cubicBezTo>
                  <a:pt x="109" y="128"/>
                  <a:pt x="109" y="128"/>
                  <a:pt x="109" y="128"/>
                </a:cubicBezTo>
                <a:cubicBezTo>
                  <a:pt x="109" y="120"/>
                  <a:pt x="109" y="120"/>
                  <a:pt x="109" y="120"/>
                </a:cubicBezTo>
                <a:cubicBezTo>
                  <a:pt x="149" y="120"/>
                  <a:pt x="149" y="120"/>
                  <a:pt x="149" y="120"/>
                </a:cubicBezTo>
                <a:cubicBezTo>
                  <a:pt x="149" y="128"/>
                  <a:pt x="149" y="128"/>
                  <a:pt x="149" y="128"/>
                </a:cubicBezTo>
                <a:cubicBezTo>
                  <a:pt x="157" y="128"/>
                  <a:pt x="157" y="128"/>
                  <a:pt x="157" y="128"/>
                </a:cubicBezTo>
                <a:cubicBezTo>
                  <a:pt x="157" y="120"/>
                  <a:pt x="157" y="120"/>
                  <a:pt x="157" y="120"/>
                </a:cubicBezTo>
                <a:cubicBezTo>
                  <a:pt x="197" y="120"/>
                  <a:pt x="197" y="120"/>
                  <a:pt x="197" y="120"/>
                </a:cubicBezTo>
                <a:cubicBezTo>
                  <a:pt x="197" y="132"/>
                  <a:pt x="197" y="132"/>
                  <a:pt x="197" y="132"/>
                </a:cubicBezTo>
                <a:cubicBezTo>
                  <a:pt x="205" y="132"/>
                  <a:pt x="205" y="132"/>
                  <a:pt x="205" y="132"/>
                </a:cubicBezTo>
                <a:cubicBezTo>
                  <a:pt x="205" y="120"/>
                  <a:pt x="205" y="120"/>
                  <a:pt x="205" y="120"/>
                </a:cubicBezTo>
                <a:cubicBezTo>
                  <a:pt x="245" y="120"/>
                  <a:pt x="245" y="120"/>
                  <a:pt x="245" y="120"/>
                </a:cubicBezTo>
                <a:cubicBezTo>
                  <a:pt x="245" y="140"/>
                  <a:pt x="245" y="140"/>
                  <a:pt x="245" y="140"/>
                </a:cubicBezTo>
                <a:cubicBezTo>
                  <a:pt x="253" y="140"/>
                  <a:pt x="253" y="140"/>
                  <a:pt x="253" y="140"/>
                </a:cubicBezTo>
                <a:cubicBezTo>
                  <a:pt x="253" y="68"/>
                  <a:pt x="253" y="68"/>
                  <a:pt x="253" y="68"/>
                </a:cubicBezTo>
                <a:cubicBezTo>
                  <a:pt x="253" y="66"/>
                  <a:pt x="251" y="64"/>
                  <a:pt x="249" y="64"/>
                </a:cubicBezTo>
                <a:cubicBezTo>
                  <a:pt x="9" y="64"/>
                  <a:pt x="9" y="64"/>
                  <a:pt x="9" y="64"/>
                </a:cubicBezTo>
                <a:cubicBezTo>
                  <a:pt x="7" y="64"/>
                  <a:pt x="5" y="66"/>
                  <a:pt x="5" y="68"/>
                </a:cubicBezTo>
                <a:cubicBezTo>
                  <a:pt x="5" y="140"/>
                  <a:pt x="5" y="140"/>
                  <a:pt x="5" y="140"/>
                </a:cubicBezTo>
                <a:cubicBezTo>
                  <a:pt x="13" y="140"/>
                  <a:pt x="13" y="140"/>
                  <a:pt x="13" y="140"/>
                </a:cubicBezTo>
                <a:lnTo>
                  <a:pt x="13" y="120"/>
                </a:lnTo>
                <a:close/>
                <a:moveTo>
                  <a:pt x="205" y="72"/>
                </a:moveTo>
                <a:cubicBezTo>
                  <a:pt x="245" y="72"/>
                  <a:pt x="245" y="72"/>
                  <a:pt x="245" y="72"/>
                </a:cubicBezTo>
                <a:cubicBezTo>
                  <a:pt x="245" y="112"/>
                  <a:pt x="245" y="112"/>
                  <a:pt x="245" y="112"/>
                </a:cubicBezTo>
                <a:cubicBezTo>
                  <a:pt x="205" y="112"/>
                  <a:pt x="205" y="112"/>
                  <a:pt x="205" y="112"/>
                </a:cubicBezTo>
                <a:lnTo>
                  <a:pt x="205" y="72"/>
                </a:lnTo>
                <a:close/>
                <a:moveTo>
                  <a:pt x="157" y="72"/>
                </a:moveTo>
                <a:cubicBezTo>
                  <a:pt x="197" y="72"/>
                  <a:pt x="197" y="72"/>
                  <a:pt x="197" y="72"/>
                </a:cubicBezTo>
                <a:cubicBezTo>
                  <a:pt x="197" y="112"/>
                  <a:pt x="197" y="112"/>
                  <a:pt x="197" y="112"/>
                </a:cubicBezTo>
                <a:cubicBezTo>
                  <a:pt x="157" y="112"/>
                  <a:pt x="157" y="112"/>
                  <a:pt x="157" y="112"/>
                </a:cubicBezTo>
                <a:lnTo>
                  <a:pt x="157" y="72"/>
                </a:lnTo>
                <a:close/>
                <a:moveTo>
                  <a:pt x="109" y="72"/>
                </a:moveTo>
                <a:cubicBezTo>
                  <a:pt x="149" y="72"/>
                  <a:pt x="149" y="72"/>
                  <a:pt x="149" y="72"/>
                </a:cubicBezTo>
                <a:cubicBezTo>
                  <a:pt x="149" y="112"/>
                  <a:pt x="149" y="112"/>
                  <a:pt x="149" y="112"/>
                </a:cubicBezTo>
                <a:cubicBezTo>
                  <a:pt x="109" y="112"/>
                  <a:pt x="109" y="112"/>
                  <a:pt x="109" y="112"/>
                </a:cubicBezTo>
                <a:lnTo>
                  <a:pt x="109" y="72"/>
                </a:lnTo>
                <a:close/>
                <a:moveTo>
                  <a:pt x="61" y="72"/>
                </a:moveTo>
                <a:cubicBezTo>
                  <a:pt x="101" y="72"/>
                  <a:pt x="101" y="72"/>
                  <a:pt x="101" y="72"/>
                </a:cubicBezTo>
                <a:cubicBezTo>
                  <a:pt x="101" y="112"/>
                  <a:pt x="101" y="112"/>
                  <a:pt x="101" y="112"/>
                </a:cubicBezTo>
                <a:cubicBezTo>
                  <a:pt x="61" y="112"/>
                  <a:pt x="61" y="112"/>
                  <a:pt x="61" y="112"/>
                </a:cubicBezTo>
                <a:lnTo>
                  <a:pt x="61" y="72"/>
                </a:lnTo>
                <a:close/>
                <a:moveTo>
                  <a:pt x="13" y="72"/>
                </a:moveTo>
                <a:cubicBezTo>
                  <a:pt x="53" y="72"/>
                  <a:pt x="53" y="72"/>
                  <a:pt x="53" y="72"/>
                </a:cubicBezTo>
                <a:cubicBezTo>
                  <a:pt x="53" y="112"/>
                  <a:pt x="53" y="112"/>
                  <a:pt x="53" y="112"/>
                </a:cubicBezTo>
                <a:cubicBezTo>
                  <a:pt x="13" y="112"/>
                  <a:pt x="13" y="112"/>
                  <a:pt x="13" y="112"/>
                </a:cubicBezTo>
                <a:lnTo>
                  <a:pt x="13" y="7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46" name="Freeform 46">
            <a:extLst>
              <a:ext uri="{FF2B5EF4-FFF2-40B4-BE49-F238E27FC236}">
                <a16:creationId xmlns:a16="http://schemas.microsoft.com/office/drawing/2014/main" id="{04EA871D-1FEB-44F6-BFF7-E674DDF77B53}"/>
              </a:ext>
            </a:extLst>
          </p:cNvPr>
          <p:cNvSpPr>
            <a:spLocks noChangeAspect="1" noEditPoints="1"/>
          </p:cNvSpPr>
          <p:nvPr/>
        </p:nvSpPr>
        <p:spPr bwMode="auto">
          <a:xfrm>
            <a:off x="8314256" y="1460473"/>
            <a:ext cx="400050" cy="400050"/>
          </a:xfrm>
          <a:custGeom>
            <a:avLst/>
            <a:gdLst>
              <a:gd name="T0" fmla="*/ 148 w 256"/>
              <a:gd name="T1" fmla="*/ 52 h 256"/>
              <a:gd name="T2" fmla="*/ 156 w 256"/>
              <a:gd name="T3" fmla="*/ 52 h 256"/>
              <a:gd name="T4" fmla="*/ 132 w 256"/>
              <a:gd name="T5" fmla="*/ 21 h 256"/>
              <a:gd name="T6" fmla="*/ 124 w 256"/>
              <a:gd name="T7" fmla="*/ 0 h 256"/>
              <a:gd name="T8" fmla="*/ 133 w 256"/>
              <a:gd name="T9" fmla="*/ 33 h 256"/>
              <a:gd name="T10" fmla="*/ 132 w 256"/>
              <a:gd name="T11" fmla="*/ 76 h 256"/>
              <a:gd name="T12" fmla="*/ 108 w 256"/>
              <a:gd name="T13" fmla="*/ 52 h 256"/>
              <a:gd name="T14" fmla="*/ 100 w 256"/>
              <a:gd name="T15" fmla="*/ 52 h 256"/>
              <a:gd name="T16" fmla="*/ 176 w 256"/>
              <a:gd name="T17" fmla="*/ 228 h 256"/>
              <a:gd name="T18" fmla="*/ 180 w 256"/>
              <a:gd name="T19" fmla="*/ 140 h 256"/>
              <a:gd name="T20" fmla="*/ 172 w 256"/>
              <a:gd name="T21" fmla="*/ 140 h 256"/>
              <a:gd name="T22" fmla="*/ 176 w 256"/>
              <a:gd name="T23" fmla="*/ 228 h 256"/>
              <a:gd name="T24" fmla="*/ 204 w 256"/>
              <a:gd name="T25" fmla="*/ 224 h 256"/>
              <a:gd name="T26" fmla="*/ 200 w 256"/>
              <a:gd name="T27" fmla="*/ 136 h 256"/>
              <a:gd name="T28" fmla="*/ 196 w 256"/>
              <a:gd name="T29" fmla="*/ 224 h 256"/>
              <a:gd name="T30" fmla="*/ 224 w 256"/>
              <a:gd name="T31" fmla="*/ 228 h 256"/>
              <a:gd name="T32" fmla="*/ 228 w 256"/>
              <a:gd name="T33" fmla="*/ 140 h 256"/>
              <a:gd name="T34" fmla="*/ 220 w 256"/>
              <a:gd name="T35" fmla="*/ 140 h 256"/>
              <a:gd name="T36" fmla="*/ 224 w 256"/>
              <a:gd name="T37" fmla="*/ 228 h 256"/>
              <a:gd name="T38" fmla="*/ 156 w 256"/>
              <a:gd name="T39" fmla="*/ 224 h 256"/>
              <a:gd name="T40" fmla="*/ 152 w 256"/>
              <a:gd name="T41" fmla="*/ 136 h 256"/>
              <a:gd name="T42" fmla="*/ 148 w 256"/>
              <a:gd name="T43" fmla="*/ 224 h 256"/>
              <a:gd name="T44" fmla="*/ 32 w 256"/>
              <a:gd name="T45" fmla="*/ 228 h 256"/>
              <a:gd name="T46" fmla="*/ 36 w 256"/>
              <a:gd name="T47" fmla="*/ 140 h 256"/>
              <a:gd name="T48" fmla="*/ 28 w 256"/>
              <a:gd name="T49" fmla="*/ 140 h 256"/>
              <a:gd name="T50" fmla="*/ 32 w 256"/>
              <a:gd name="T51" fmla="*/ 228 h 256"/>
              <a:gd name="T52" fmla="*/ 240 w 256"/>
              <a:gd name="T53" fmla="*/ 108 h 256"/>
              <a:gd name="T54" fmla="*/ 225 w 256"/>
              <a:gd name="T55" fmla="*/ 84 h 256"/>
              <a:gd name="T56" fmla="*/ 124 w 256"/>
              <a:gd name="T57" fmla="*/ 58 h 256"/>
              <a:gd name="T58" fmla="*/ 213 w 256"/>
              <a:gd name="T59" fmla="*/ 89 h 256"/>
              <a:gd name="T60" fmla="*/ 208 w 256"/>
              <a:gd name="T61" fmla="*/ 108 h 256"/>
              <a:gd name="T62" fmla="*/ 48 w 256"/>
              <a:gd name="T63" fmla="*/ 100 h 256"/>
              <a:gd name="T64" fmla="*/ 97 w 256"/>
              <a:gd name="T65" fmla="*/ 76 h 256"/>
              <a:gd name="T66" fmla="*/ 95 w 256"/>
              <a:gd name="T67" fmla="*/ 68 h 256"/>
              <a:gd name="T68" fmla="*/ 16 w 256"/>
              <a:gd name="T69" fmla="*/ 100 h 256"/>
              <a:gd name="T70" fmla="*/ 4 w 256"/>
              <a:gd name="T71" fmla="*/ 108 h 256"/>
              <a:gd name="T72" fmla="*/ 0 w 256"/>
              <a:gd name="T73" fmla="*/ 252 h 256"/>
              <a:gd name="T74" fmla="*/ 252 w 256"/>
              <a:gd name="T75" fmla="*/ 256 h 256"/>
              <a:gd name="T76" fmla="*/ 256 w 256"/>
              <a:gd name="T77" fmla="*/ 112 h 256"/>
              <a:gd name="T78" fmla="*/ 216 w 256"/>
              <a:gd name="T79" fmla="*/ 100 h 256"/>
              <a:gd name="T80" fmla="*/ 232 w 256"/>
              <a:gd name="T81" fmla="*/ 100 h 256"/>
              <a:gd name="T82" fmla="*/ 216 w 256"/>
              <a:gd name="T83" fmla="*/ 108 h 256"/>
              <a:gd name="T84" fmla="*/ 24 w 256"/>
              <a:gd name="T85" fmla="*/ 100 h 256"/>
              <a:gd name="T86" fmla="*/ 40 w 256"/>
              <a:gd name="T87" fmla="*/ 100 h 256"/>
              <a:gd name="T88" fmla="*/ 24 w 256"/>
              <a:gd name="T89" fmla="*/ 108 h 256"/>
              <a:gd name="T90" fmla="*/ 248 w 256"/>
              <a:gd name="T91" fmla="*/ 248 h 256"/>
              <a:gd name="T92" fmla="*/ 8 w 256"/>
              <a:gd name="T93" fmla="*/ 116 h 256"/>
              <a:gd name="T94" fmla="*/ 248 w 256"/>
              <a:gd name="T95" fmla="*/ 248 h 256"/>
              <a:gd name="T96" fmla="*/ 60 w 256"/>
              <a:gd name="T97" fmla="*/ 224 h 256"/>
              <a:gd name="T98" fmla="*/ 56 w 256"/>
              <a:gd name="T99" fmla="*/ 136 h 256"/>
              <a:gd name="T100" fmla="*/ 52 w 256"/>
              <a:gd name="T101" fmla="*/ 224 h 256"/>
              <a:gd name="T102" fmla="*/ 104 w 256"/>
              <a:gd name="T103" fmla="*/ 228 h 256"/>
              <a:gd name="T104" fmla="*/ 108 w 256"/>
              <a:gd name="T105" fmla="*/ 140 h 256"/>
              <a:gd name="T106" fmla="*/ 100 w 256"/>
              <a:gd name="T107" fmla="*/ 140 h 256"/>
              <a:gd name="T108" fmla="*/ 104 w 256"/>
              <a:gd name="T109" fmla="*/ 228 h 256"/>
              <a:gd name="T110" fmla="*/ 132 w 256"/>
              <a:gd name="T111" fmla="*/ 224 h 256"/>
              <a:gd name="T112" fmla="*/ 128 w 256"/>
              <a:gd name="T113" fmla="*/ 136 h 256"/>
              <a:gd name="T114" fmla="*/ 124 w 256"/>
              <a:gd name="T115" fmla="*/ 224 h 256"/>
              <a:gd name="T116" fmla="*/ 80 w 256"/>
              <a:gd name="T117" fmla="*/ 228 h 256"/>
              <a:gd name="T118" fmla="*/ 84 w 256"/>
              <a:gd name="T119" fmla="*/ 140 h 256"/>
              <a:gd name="T120" fmla="*/ 76 w 256"/>
              <a:gd name="T121" fmla="*/ 140 h 256"/>
              <a:gd name="T122" fmla="*/ 80 w 256"/>
              <a:gd name="T123" fmla="*/ 2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133" y="33"/>
                </a:moveTo>
                <a:cubicBezTo>
                  <a:pt x="142" y="35"/>
                  <a:pt x="148" y="43"/>
                  <a:pt x="148" y="52"/>
                </a:cubicBezTo>
                <a:cubicBezTo>
                  <a:pt x="148" y="54"/>
                  <a:pt x="150" y="56"/>
                  <a:pt x="152" y="56"/>
                </a:cubicBezTo>
                <a:cubicBezTo>
                  <a:pt x="154" y="56"/>
                  <a:pt x="156" y="54"/>
                  <a:pt x="156" y="52"/>
                </a:cubicBezTo>
                <a:cubicBezTo>
                  <a:pt x="156" y="39"/>
                  <a:pt x="147" y="28"/>
                  <a:pt x="135" y="25"/>
                </a:cubicBezTo>
                <a:cubicBezTo>
                  <a:pt x="133" y="24"/>
                  <a:pt x="132" y="23"/>
                  <a:pt x="132" y="21"/>
                </a:cubicBezTo>
                <a:cubicBezTo>
                  <a:pt x="132" y="0"/>
                  <a:pt x="132" y="0"/>
                  <a:pt x="132" y="0"/>
                </a:cubicBezTo>
                <a:cubicBezTo>
                  <a:pt x="124" y="0"/>
                  <a:pt x="124" y="0"/>
                  <a:pt x="124" y="0"/>
                </a:cubicBezTo>
                <a:cubicBezTo>
                  <a:pt x="124" y="21"/>
                  <a:pt x="124" y="21"/>
                  <a:pt x="124" y="21"/>
                </a:cubicBezTo>
                <a:cubicBezTo>
                  <a:pt x="124" y="26"/>
                  <a:pt x="128" y="31"/>
                  <a:pt x="133" y="33"/>
                </a:cubicBezTo>
                <a:close/>
                <a:moveTo>
                  <a:pt x="128" y="80"/>
                </a:moveTo>
                <a:cubicBezTo>
                  <a:pt x="130" y="80"/>
                  <a:pt x="132" y="78"/>
                  <a:pt x="132" y="76"/>
                </a:cubicBezTo>
                <a:cubicBezTo>
                  <a:pt x="132" y="74"/>
                  <a:pt x="130" y="72"/>
                  <a:pt x="128" y="72"/>
                </a:cubicBezTo>
                <a:cubicBezTo>
                  <a:pt x="117" y="72"/>
                  <a:pt x="108" y="63"/>
                  <a:pt x="108" y="52"/>
                </a:cubicBezTo>
                <a:cubicBezTo>
                  <a:pt x="108" y="50"/>
                  <a:pt x="106" y="48"/>
                  <a:pt x="104" y="48"/>
                </a:cubicBezTo>
                <a:cubicBezTo>
                  <a:pt x="102" y="48"/>
                  <a:pt x="100" y="50"/>
                  <a:pt x="100" y="52"/>
                </a:cubicBezTo>
                <a:cubicBezTo>
                  <a:pt x="100" y="67"/>
                  <a:pt x="113" y="80"/>
                  <a:pt x="128" y="80"/>
                </a:cubicBezTo>
                <a:close/>
                <a:moveTo>
                  <a:pt x="176" y="228"/>
                </a:moveTo>
                <a:cubicBezTo>
                  <a:pt x="178" y="228"/>
                  <a:pt x="180" y="226"/>
                  <a:pt x="180" y="224"/>
                </a:cubicBezTo>
                <a:cubicBezTo>
                  <a:pt x="180" y="140"/>
                  <a:pt x="180" y="140"/>
                  <a:pt x="180" y="140"/>
                </a:cubicBezTo>
                <a:cubicBezTo>
                  <a:pt x="180" y="138"/>
                  <a:pt x="178" y="136"/>
                  <a:pt x="176" y="136"/>
                </a:cubicBezTo>
                <a:cubicBezTo>
                  <a:pt x="174" y="136"/>
                  <a:pt x="172" y="138"/>
                  <a:pt x="172" y="140"/>
                </a:cubicBezTo>
                <a:cubicBezTo>
                  <a:pt x="172" y="224"/>
                  <a:pt x="172" y="224"/>
                  <a:pt x="172" y="224"/>
                </a:cubicBezTo>
                <a:cubicBezTo>
                  <a:pt x="172" y="226"/>
                  <a:pt x="174" y="228"/>
                  <a:pt x="176" y="228"/>
                </a:cubicBezTo>
                <a:close/>
                <a:moveTo>
                  <a:pt x="200" y="228"/>
                </a:moveTo>
                <a:cubicBezTo>
                  <a:pt x="202" y="228"/>
                  <a:pt x="204" y="226"/>
                  <a:pt x="204" y="224"/>
                </a:cubicBezTo>
                <a:cubicBezTo>
                  <a:pt x="204" y="140"/>
                  <a:pt x="204" y="140"/>
                  <a:pt x="204" y="140"/>
                </a:cubicBezTo>
                <a:cubicBezTo>
                  <a:pt x="204" y="138"/>
                  <a:pt x="202" y="136"/>
                  <a:pt x="200" y="136"/>
                </a:cubicBezTo>
                <a:cubicBezTo>
                  <a:pt x="198" y="136"/>
                  <a:pt x="196" y="138"/>
                  <a:pt x="196" y="140"/>
                </a:cubicBezTo>
                <a:cubicBezTo>
                  <a:pt x="196" y="224"/>
                  <a:pt x="196" y="224"/>
                  <a:pt x="196" y="224"/>
                </a:cubicBezTo>
                <a:cubicBezTo>
                  <a:pt x="196" y="226"/>
                  <a:pt x="198" y="228"/>
                  <a:pt x="200" y="228"/>
                </a:cubicBezTo>
                <a:close/>
                <a:moveTo>
                  <a:pt x="224" y="228"/>
                </a:moveTo>
                <a:cubicBezTo>
                  <a:pt x="226" y="228"/>
                  <a:pt x="228" y="226"/>
                  <a:pt x="228" y="224"/>
                </a:cubicBezTo>
                <a:cubicBezTo>
                  <a:pt x="228" y="140"/>
                  <a:pt x="228" y="140"/>
                  <a:pt x="228" y="140"/>
                </a:cubicBezTo>
                <a:cubicBezTo>
                  <a:pt x="228" y="138"/>
                  <a:pt x="226" y="136"/>
                  <a:pt x="224" y="136"/>
                </a:cubicBezTo>
                <a:cubicBezTo>
                  <a:pt x="222" y="136"/>
                  <a:pt x="220" y="138"/>
                  <a:pt x="220" y="140"/>
                </a:cubicBezTo>
                <a:cubicBezTo>
                  <a:pt x="220" y="224"/>
                  <a:pt x="220" y="224"/>
                  <a:pt x="220" y="224"/>
                </a:cubicBezTo>
                <a:cubicBezTo>
                  <a:pt x="220" y="226"/>
                  <a:pt x="222" y="228"/>
                  <a:pt x="224" y="228"/>
                </a:cubicBezTo>
                <a:close/>
                <a:moveTo>
                  <a:pt x="152" y="228"/>
                </a:moveTo>
                <a:cubicBezTo>
                  <a:pt x="154" y="228"/>
                  <a:pt x="156" y="226"/>
                  <a:pt x="156" y="224"/>
                </a:cubicBezTo>
                <a:cubicBezTo>
                  <a:pt x="156" y="140"/>
                  <a:pt x="156" y="140"/>
                  <a:pt x="156" y="140"/>
                </a:cubicBezTo>
                <a:cubicBezTo>
                  <a:pt x="156" y="138"/>
                  <a:pt x="154" y="136"/>
                  <a:pt x="152" y="136"/>
                </a:cubicBezTo>
                <a:cubicBezTo>
                  <a:pt x="150" y="136"/>
                  <a:pt x="148" y="138"/>
                  <a:pt x="148" y="140"/>
                </a:cubicBezTo>
                <a:cubicBezTo>
                  <a:pt x="148" y="224"/>
                  <a:pt x="148" y="224"/>
                  <a:pt x="148" y="224"/>
                </a:cubicBezTo>
                <a:cubicBezTo>
                  <a:pt x="148" y="226"/>
                  <a:pt x="150" y="228"/>
                  <a:pt x="152" y="228"/>
                </a:cubicBezTo>
                <a:close/>
                <a:moveTo>
                  <a:pt x="32" y="228"/>
                </a:moveTo>
                <a:cubicBezTo>
                  <a:pt x="34" y="228"/>
                  <a:pt x="36" y="226"/>
                  <a:pt x="36" y="224"/>
                </a:cubicBezTo>
                <a:cubicBezTo>
                  <a:pt x="36" y="140"/>
                  <a:pt x="36" y="140"/>
                  <a:pt x="36" y="140"/>
                </a:cubicBezTo>
                <a:cubicBezTo>
                  <a:pt x="36" y="138"/>
                  <a:pt x="34" y="136"/>
                  <a:pt x="32" y="136"/>
                </a:cubicBezTo>
                <a:cubicBezTo>
                  <a:pt x="30" y="136"/>
                  <a:pt x="28" y="138"/>
                  <a:pt x="28" y="140"/>
                </a:cubicBezTo>
                <a:cubicBezTo>
                  <a:pt x="28" y="224"/>
                  <a:pt x="28" y="224"/>
                  <a:pt x="28" y="224"/>
                </a:cubicBezTo>
                <a:cubicBezTo>
                  <a:pt x="28" y="226"/>
                  <a:pt x="30" y="228"/>
                  <a:pt x="32" y="228"/>
                </a:cubicBezTo>
                <a:close/>
                <a:moveTo>
                  <a:pt x="252" y="108"/>
                </a:moveTo>
                <a:cubicBezTo>
                  <a:pt x="240" y="108"/>
                  <a:pt x="240" y="108"/>
                  <a:pt x="240" y="108"/>
                </a:cubicBezTo>
                <a:cubicBezTo>
                  <a:pt x="240" y="100"/>
                  <a:pt x="240" y="100"/>
                  <a:pt x="240" y="100"/>
                </a:cubicBezTo>
                <a:cubicBezTo>
                  <a:pt x="240" y="91"/>
                  <a:pt x="233" y="85"/>
                  <a:pt x="225" y="84"/>
                </a:cubicBezTo>
                <a:cubicBezTo>
                  <a:pt x="129" y="55"/>
                  <a:pt x="129" y="55"/>
                  <a:pt x="129" y="55"/>
                </a:cubicBezTo>
                <a:cubicBezTo>
                  <a:pt x="127" y="55"/>
                  <a:pt x="125" y="56"/>
                  <a:pt x="124" y="58"/>
                </a:cubicBezTo>
                <a:cubicBezTo>
                  <a:pt x="124" y="60"/>
                  <a:pt x="125" y="62"/>
                  <a:pt x="127" y="63"/>
                </a:cubicBezTo>
                <a:cubicBezTo>
                  <a:pt x="213" y="89"/>
                  <a:pt x="213" y="89"/>
                  <a:pt x="213" y="89"/>
                </a:cubicBezTo>
                <a:cubicBezTo>
                  <a:pt x="210" y="92"/>
                  <a:pt x="208" y="96"/>
                  <a:pt x="208" y="100"/>
                </a:cubicBezTo>
                <a:cubicBezTo>
                  <a:pt x="208" y="108"/>
                  <a:pt x="208" y="108"/>
                  <a:pt x="208" y="108"/>
                </a:cubicBezTo>
                <a:cubicBezTo>
                  <a:pt x="48" y="108"/>
                  <a:pt x="48" y="108"/>
                  <a:pt x="48" y="108"/>
                </a:cubicBezTo>
                <a:cubicBezTo>
                  <a:pt x="48" y="100"/>
                  <a:pt x="48" y="100"/>
                  <a:pt x="48" y="100"/>
                </a:cubicBezTo>
                <a:cubicBezTo>
                  <a:pt x="48" y="96"/>
                  <a:pt x="46" y="92"/>
                  <a:pt x="44" y="89"/>
                </a:cubicBezTo>
                <a:cubicBezTo>
                  <a:pt x="97" y="76"/>
                  <a:pt x="97" y="76"/>
                  <a:pt x="97" y="76"/>
                </a:cubicBezTo>
                <a:cubicBezTo>
                  <a:pt x="99" y="75"/>
                  <a:pt x="100" y="73"/>
                  <a:pt x="100" y="71"/>
                </a:cubicBezTo>
                <a:cubicBezTo>
                  <a:pt x="99" y="69"/>
                  <a:pt x="97" y="68"/>
                  <a:pt x="95" y="68"/>
                </a:cubicBezTo>
                <a:cubicBezTo>
                  <a:pt x="31" y="84"/>
                  <a:pt x="31" y="84"/>
                  <a:pt x="31" y="84"/>
                </a:cubicBezTo>
                <a:cubicBezTo>
                  <a:pt x="23" y="85"/>
                  <a:pt x="16" y="91"/>
                  <a:pt x="16" y="100"/>
                </a:cubicBezTo>
                <a:cubicBezTo>
                  <a:pt x="16" y="108"/>
                  <a:pt x="16" y="108"/>
                  <a:pt x="16" y="108"/>
                </a:cubicBezTo>
                <a:cubicBezTo>
                  <a:pt x="4" y="108"/>
                  <a:pt x="4" y="108"/>
                  <a:pt x="4" y="108"/>
                </a:cubicBezTo>
                <a:cubicBezTo>
                  <a:pt x="2" y="108"/>
                  <a:pt x="0" y="110"/>
                  <a:pt x="0" y="112"/>
                </a:cubicBezTo>
                <a:cubicBezTo>
                  <a:pt x="0" y="252"/>
                  <a:pt x="0" y="252"/>
                  <a:pt x="0" y="252"/>
                </a:cubicBezTo>
                <a:cubicBezTo>
                  <a:pt x="0" y="254"/>
                  <a:pt x="2" y="256"/>
                  <a:pt x="4" y="256"/>
                </a:cubicBezTo>
                <a:cubicBezTo>
                  <a:pt x="252" y="256"/>
                  <a:pt x="252" y="256"/>
                  <a:pt x="252" y="256"/>
                </a:cubicBezTo>
                <a:cubicBezTo>
                  <a:pt x="254" y="256"/>
                  <a:pt x="256" y="254"/>
                  <a:pt x="256" y="252"/>
                </a:cubicBezTo>
                <a:cubicBezTo>
                  <a:pt x="256" y="112"/>
                  <a:pt x="256" y="112"/>
                  <a:pt x="256" y="112"/>
                </a:cubicBezTo>
                <a:cubicBezTo>
                  <a:pt x="256" y="110"/>
                  <a:pt x="254" y="108"/>
                  <a:pt x="252" y="108"/>
                </a:cubicBezTo>
                <a:close/>
                <a:moveTo>
                  <a:pt x="216" y="100"/>
                </a:moveTo>
                <a:cubicBezTo>
                  <a:pt x="216" y="96"/>
                  <a:pt x="220" y="92"/>
                  <a:pt x="224" y="92"/>
                </a:cubicBezTo>
                <a:cubicBezTo>
                  <a:pt x="228" y="92"/>
                  <a:pt x="232" y="96"/>
                  <a:pt x="232" y="100"/>
                </a:cubicBezTo>
                <a:cubicBezTo>
                  <a:pt x="232" y="108"/>
                  <a:pt x="232" y="108"/>
                  <a:pt x="232" y="108"/>
                </a:cubicBezTo>
                <a:cubicBezTo>
                  <a:pt x="216" y="108"/>
                  <a:pt x="216" y="108"/>
                  <a:pt x="216" y="108"/>
                </a:cubicBezTo>
                <a:lnTo>
                  <a:pt x="216" y="100"/>
                </a:lnTo>
                <a:close/>
                <a:moveTo>
                  <a:pt x="24" y="100"/>
                </a:moveTo>
                <a:cubicBezTo>
                  <a:pt x="24" y="96"/>
                  <a:pt x="28" y="92"/>
                  <a:pt x="32" y="92"/>
                </a:cubicBezTo>
                <a:cubicBezTo>
                  <a:pt x="36" y="92"/>
                  <a:pt x="40" y="96"/>
                  <a:pt x="40" y="100"/>
                </a:cubicBezTo>
                <a:cubicBezTo>
                  <a:pt x="40" y="108"/>
                  <a:pt x="40" y="108"/>
                  <a:pt x="40" y="108"/>
                </a:cubicBezTo>
                <a:cubicBezTo>
                  <a:pt x="24" y="108"/>
                  <a:pt x="24" y="108"/>
                  <a:pt x="24" y="108"/>
                </a:cubicBezTo>
                <a:lnTo>
                  <a:pt x="24" y="100"/>
                </a:lnTo>
                <a:close/>
                <a:moveTo>
                  <a:pt x="248" y="248"/>
                </a:moveTo>
                <a:cubicBezTo>
                  <a:pt x="8" y="248"/>
                  <a:pt x="8" y="248"/>
                  <a:pt x="8" y="248"/>
                </a:cubicBezTo>
                <a:cubicBezTo>
                  <a:pt x="8" y="116"/>
                  <a:pt x="8" y="116"/>
                  <a:pt x="8" y="116"/>
                </a:cubicBezTo>
                <a:cubicBezTo>
                  <a:pt x="248" y="116"/>
                  <a:pt x="248" y="116"/>
                  <a:pt x="248" y="116"/>
                </a:cubicBezTo>
                <a:lnTo>
                  <a:pt x="248" y="248"/>
                </a:lnTo>
                <a:close/>
                <a:moveTo>
                  <a:pt x="56" y="228"/>
                </a:moveTo>
                <a:cubicBezTo>
                  <a:pt x="58" y="228"/>
                  <a:pt x="60" y="226"/>
                  <a:pt x="60" y="224"/>
                </a:cubicBezTo>
                <a:cubicBezTo>
                  <a:pt x="60" y="140"/>
                  <a:pt x="60" y="140"/>
                  <a:pt x="60" y="140"/>
                </a:cubicBezTo>
                <a:cubicBezTo>
                  <a:pt x="60" y="138"/>
                  <a:pt x="58" y="136"/>
                  <a:pt x="56" y="136"/>
                </a:cubicBezTo>
                <a:cubicBezTo>
                  <a:pt x="54" y="136"/>
                  <a:pt x="52" y="138"/>
                  <a:pt x="52" y="140"/>
                </a:cubicBezTo>
                <a:cubicBezTo>
                  <a:pt x="52" y="224"/>
                  <a:pt x="52" y="224"/>
                  <a:pt x="52" y="224"/>
                </a:cubicBezTo>
                <a:cubicBezTo>
                  <a:pt x="52" y="226"/>
                  <a:pt x="54" y="228"/>
                  <a:pt x="56" y="228"/>
                </a:cubicBezTo>
                <a:close/>
                <a:moveTo>
                  <a:pt x="104" y="228"/>
                </a:moveTo>
                <a:cubicBezTo>
                  <a:pt x="106" y="228"/>
                  <a:pt x="108" y="226"/>
                  <a:pt x="108" y="224"/>
                </a:cubicBezTo>
                <a:cubicBezTo>
                  <a:pt x="108" y="140"/>
                  <a:pt x="108" y="140"/>
                  <a:pt x="108" y="140"/>
                </a:cubicBezTo>
                <a:cubicBezTo>
                  <a:pt x="108" y="138"/>
                  <a:pt x="106" y="136"/>
                  <a:pt x="104" y="136"/>
                </a:cubicBezTo>
                <a:cubicBezTo>
                  <a:pt x="102" y="136"/>
                  <a:pt x="100" y="138"/>
                  <a:pt x="100" y="140"/>
                </a:cubicBezTo>
                <a:cubicBezTo>
                  <a:pt x="100" y="224"/>
                  <a:pt x="100" y="224"/>
                  <a:pt x="100" y="224"/>
                </a:cubicBezTo>
                <a:cubicBezTo>
                  <a:pt x="100" y="226"/>
                  <a:pt x="102" y="228"/>
                  <a:pt x="104" y="228"/>
                </a:cubicBezTo>
                <a:close/>
                <a:moveTo>
                  <a:pt x="128" y="228"/>
                </a:moveTo>
                <a:cubicBezTo>
                  <a:pt x="130" y="228"/>
                  <a:pt x="132" y="226"/>
                  <a:pt x="132" y="224"/>
                </a:cubicBezTo>
                <a:cubicBezTo>
                  <a:pt x="132" y="140"/>
                  <a:pt x="132" y="140"/>
                  <a:pt x="132" y="140"/>
                </a:cubicBezTo>
                <a:cubicBezTo>
                  <a:pt x="132" y="138"/>
                  <a:pt x="130" y="136"/>
                  <a:pt x="128" y="136"/>
                </a:cubicBezTo>
                <a:cubicBezTo>
                  <a:pt x="126" y="136"/>
                  <a:pt x="124" y="138"/>
                  <a:pt x="124" y="140"/>
                </a:cubicBezTo>
                <a:cubicBezTo>
                  <a:pt x="124" y="224"/>
                  <a:pt x="124" y="224"/>
                  <a:pt x="124" y="224"/>
                </a:cubicBezTo>
                <a:cubicBezTo>
                  <a:pt x="124" y="226"/>
                  <a:pt x="126" y="228"/>
                  <a:pt x="128" y="228"/>
                </a:cubicBezTo>
                <a:close/>
                <a:moveTo>
                  <a:pt x="80" y="228"/>
                </a:moveTo>
                <a:cubicBezTo>
                  <a:pt x="82" y="228"/>
                  <a:pt x="84" y="226"/>
                  <a:pt x="84" y="224"/>
                </a:cubicBezTo>
                <a:cubicBezTo>
                  <a:pt x="84" y="140"/>
                  <a:pt x="84" y="140"/>
                  <a:pt x="84" y="140"/>
                </a:cubicBezTo>
                <a:cubicBezTo>
                  <a:pt x="84" y="138"/>
                  <a:pt x="82" y="136"/>
                  <a:pt x="80" y="136"/>
                </a:cubicBezTo>
                <a:cubicBezTo>
                  <a:pt x="78" y="136"/>
                  <a:pt x="76" y="138"/>
                  <a:pt x="76" y="140"/>
                </a:cubicBezTo>
                <a:cubicBezTo>
                  <a:pt x="76" y="224"/>
                  <a:pt x="76" y="224"/>
                  <a:pt x="76" y="224"/>
                </a:cubicBezTo>
                <a:cubicBezTo>
                  <a:pt x="76" y="226"/>
                  <a:pt x="78" y="228"/>
                  <a:pt x="80" y="22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56" name="Freeform 50">
            <a:extLst>
              <a:ext uri="{FF2B5EF4-FFF2-40B4-BE49-F238E27FC236}">
                <a16:creationId xmlns:a16="http://schemas.microsoft.com/office/drawing/2014/main" id="{80839C80-CE61-43D9-8B75-A8199567B804}"/>
              </a:ext>
            </a:extLst>
          </p:cNvPr>
          <p:cNvSpPr>
            <a:spLocks noChangeAspect="1" noEditPoints="1"/>
          </p:cNvSpPr>
          <p:nvPr/>
        </p:nvSpPr>
        <p:spPr bwMode="auto">
          <a:xfrm>
            <a:off x="9281902" y="1478229"/>
            <a:ext cx="400050" cy="400050"/>
          </a:xfrm>
          <a:custGeom>
            <a:avLst/>
            <a:gdLst>
              <a:gd name="T0" fmla="*/ 0 w 256"/>
              <a:gd name="T1" fmla="*/ 8 h 256"/>
              <a:gd name="T2" fmla="*/ 7 w 256"/>
              <a:gd name="T3" fmla="*/ 42 h 256"/>
              <a:gd name="T4" fmla="*/ 68 w 256"/>
              <a:gd name="T5" fmla="*/ 56 h 256"/>
              <a:gd name="T6" fmla="*/ 44 w 256"/>
              <a:gd name="T7" fmla="*/ 64 h 256"/>
              <a:gd name="T8" fmla="*/ 57 w 256"/>
              <a:gd name="T9" fmla="*/ 87 h 256"/>
              <a:gd name="T10" fmla="*/ 88 w 256"/>
              <a:gd name="T11" fmla="*/ 104 h 256"/>
              <a:gd name="T12" fmla="*/ 76 w 256"/>
              <a:gd name="T13" fmla="*/ 164 h 256"/>
              <a:gd name="T14" fmla="*/ 104 w 256"/>
              <a:gd name="T15" fmla="*/ 192 h 256"/>
              <a:gd name="T16" fmla="*/ 121 w 256"/>
              <a:gd name="T17" fmla="*/ 214 h 256"/>
              <a:gd name="T18" fmla="*/ 111 w 256"/>
              <a:gd name="T19" fmla="*/ 226 h 256"/>
              <a:gd name="T20" fmla="*/ 86 w 256"/>
              <a:gd name="T21" fmla="*/ 207 h 256"/>
              <a:gd name="T22" fmla="*/ 105 w 256"/>
              <a:gd name="T23" fmla="*/ 253 h 256"/>
              <a:gd name="T24" fmla="*/ 152 w 256"/>
              <a:gd name="T25" fmla="*/ 224 h 256"/>
              <a:gd name="T26" fmla="*/ 140 w 256"/>
              <a:gd name="T27" fmla="*/ 192 h 256"/>
              <a:gd name="T28" fmla="*/ 175 w 256"/>
              <a:gd name="T29" fmla="*/ 167 h 256"/>
              <a:gd name="T30" fmla="*/ 172 w 256"/>
              <a:gd name="T31" fmla="*/ 104 h 256"/>
              <a:gd name="T32" fmla="*/ 196 w 256"/>
              <a:gd name="T33" fmla="*/ 88 h 256"/>
              <a:gd name="T34" fmla="*/ 212 w 256"/>
              <a:gd name="T35" fmla="*/ 72 h 256"/>
              <a:gd name="T36" fmla="*/ 256 w 256"/>
              <a:gd name="T37" fmla="*/ 56 h 256"/>
              <a:gd name="T38" fmla="*/ 226 w 256"/>
              <a:gd name="T39" fmla="*/ 8 h 256"/>
              <a:gd name="T40" fmla="*/ 235 w 256"/>
              <a:gd name="T41" fmla="*/ 8 h 256"/>
              <a:gd name="T42" fmla="*/ 130 w 256"/>
              <a:gd name="T43" fmla="*/ 8 h 256"/>
              <a:gd name="T44" fmla="*/ 126 w 256"/>
              <a:gd name="T45" fmla="*/ 8 h 256"/>
              <a:gd name="T46" fmla="*/ 116 w 256"/>
              <a:gd name="T47" fmla="*/ 8 h 256"/>
              <a:gd name="T48" fmla="*/ 44 w 256"/>
              <a:gd name="T49" fmla="*/ 8 h 256"/>
              <a:gd name="T50" fmla="*/ 84 w 256"/>
              <a:gd name="T51" fmla="*/ 142 h 256"/>
              <a:gd name="T52" fmla="*/ 96 w 256"/>
              <a:gd name="T53" fmla="*/ 88 h 256"/>
              <a:gd name="T54" fmla="*/ 96 w 256"/>
              <a:gd name="T55" fmla="*/ 104 h 256"/>
              <a:gd name="T56" fmla="*/ 109 w 256"/>
              <a:gd name="T57" fmla="*/ 245 h 256"/>
              <a:gd name="T58" fmla="*/ 93 w 256"/>
              <a:gd name="T59" fmla="*/ 212 h 256"/>
              <a:gd name="T60" fmla="*/ 119 w 256"/>
              <a:gd name="T61" fmla="*/ 236 h 256"/>
              <a:gd name="T62" fmla="*/ 120 w 256"/>
              <a:gd name="T63" fmla="*/ 195 h 256"/>
              <a:gd name="T64" fmla="*/ 132 w 256"/>
              <a:gd name="T65" fmla="*/ 196 h 256"/>
              <a:gd name="T66" fmla="*/ 168 w 256"/>
              <a:gd name="T67" fmla="*/ 112 h 256"/>
              <a:gd name="T68" fmla="*/ 142 w 256"/>
              <a:gd name="T69" fmla="*/ 163 h 256"/>
              <a:gd name="T70" fmla="*/ 168 w 256"/>
              <a:gd name="T71" fmla="*/ 139 h 256"/>
              <a:gd name="T72" fmla="*/ 148 w 256"/>
              <a:gd name="T73" fmla="*/ 184 h 256"/>
              <a:gd name="T74" fmla="*/ 84 w 256"/>
              <a:gd name="T75" fmla="*/ 163 h 256"/>
              <a:gd name="T76" fmla="*/ 146 w 256"/>
              <a:gd name="T77" fmla="*/ 112 h 256"/>
              <a:gd name="T78" fmla="*/ 109 w 256"/>
              <a:gd name="T79" fmla="*/ 164 h 256"/>
              <a:gd name="T80" fmla="*/ 168 w 256"/>
              <a:gd name="T81" fmla="*/ 112 h 256"/>
              <a:gd name="T82" fmla="*/ 194 w 256"/>
              <a:gd name="T83" fmla="*/ 80 h 256"/>
              <a:gd name="T84" fmla="*/ 52 w 256"/>
              <a:gd name="T85" fmla="*/ 64 h 256"/>
              <a:gd name="T86" fmla="*/ 174 w 256"/>
              <a:gd name="T87" fmla="*/ 56 h 256"/>
              <a:gd name="T88" fmla="*/ 178 w 256"/>
              <a:gd name="T89" fmla="*/ 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6" h="256">
                <a:moveTo>
                  <a:pt x="256" y="0"/>
                </a:moveTo>
                <a:cubicBezTo>
                  <a:pt x="0" y="0"/>
                  <a:pt x="0" y="0"/>
                  <a:pt x="0" y="0"/>
                </a:cubicBezTo>
                <a:cubicBezTo>
                  <a:pt x="0" y="8"/>
                  <a:pt x="0" y="8"/>
                  <a:pt x="0" y="8"/>
                </a:cubicBezTo>
                <a:cubicBezTo>
                  <a:pt x="21" y="8"/>
                  <a:pt x="21" y="8"/>
                  <a:pt x="21" y="8"/>
                </a:cubicBezTo>
                <a:cubicBezTo>
                  <a:pt x="1" y="38"/>
                  <a:pt x="1" y="38"/>
                  <a:pt x="1" y="38"/>
                </a:cubicBezTo>
                <a:cubicBezTo>
                  <a:pt x="7" y="42"/>
                  <a:pt x="7" y="42"/>
                  <a:pt x="7" y="42"/>
                </a:cubicBezTo>
                <a:cubicBezTo>
                  <a:pt x="30" y="8"/>
                  <a:pt x="30" y="8"/>
                  <a:pt x="30" y="8"/>
                </a:cubicBezTo>
                <a:cubicBezTo>
                  <a:pt x="34" y="8"/>
                  <a:pt x="34" y="8"/>
                  <a:pt x="34" y="8"/>
                </a:cubicBezTo>
                <a:cubicBezTo>
                  <a:pt x="68" y="56"/>
                  <a:pt x="68" y="56"/>
                  <a:pt x="68" y="56"/>
                </a:cubicBezTo>
                <a:cubicBezTo>
                  <a:pt x="0" y="56"/>
                  <a:pt x="0" y="56"/>
                  <a:pt x="0" y="56"/>
                </a:cubicBezTo>
                <a:cubicBezTo>
                  <a:pt x="0" y="64"/>
                  <a:pt x="0" y="64"/>
                  <a:pt x="0" y="64"/>
                </a:cubicBezTo>
                <a:cubicBezTo>
                  <a:pt x="44" y="64"/>
                  <a:pt x="44" y="64"/>
                  <a:pt x="44" y="64"/>
                </a:cubicBezTo>
                <a:cubicBezTo>
                  <a:pt x="44" y="72"/>
                  <a:pt x="44" y="72"/>
                  <a:pt x="44" y="72"/>
                </a:cubicBezTo>
                <a:cubicBezTo>
                  <a:pt x="44" y="73"/>
                  <a:pt x="44" y="74"/>
                  <a:pt x="45" y="75"/>
                </a:cubicBezTo>
                <a:cubicBezTo>
                  <a:pt x="57" y="87"/>
                  <a:pt x="57" y="87"/>
                  <a:pt x="57" y="87"/>
                </a:cubicBezTo>
                <a:cubicBezTo>
                  <a:pt x="58" y="88"/>
                  <a:pt x="59" y="88"/>
                  <a:pt x="60" y="88"/>
                </a:cubicBezTo>
                <a:cubicBezTo>
                  <a:pt x="88" y="88"/>
                  <a:pt x="88" y="88"/>
                  <a:pt x="88" y="88"/>
                </a:cubicBezTo>
                <a:cubicBezTo>
                  <a:pt x="88" y="104"/>
                  <a:pt x="88" y="104"/>
                  <a:pt x="88" y="104"/>
                </a:cubicBezTo>
                <a:cubicBezTo>
                  <a:pt x="80" y="104"/>
                  <a:pt x="80" y="104"/>
                  <a:pt x="80" y="104"/>
                </a:cubicBezTo>
                <a:cubicBezTo>
                  <a:pt x="78" y="104"/>
                  <a:pt x="76" y="106"/>
                  <a:pt x="76" y="108"/>
                </a:cubicBezTo>
                <a:cubicBezTo>
                  <a:pt x="76" y="164"/>
                  <a:pt x="76" y="164"/>
                  <a:pt x="76" y="164"/>
                </a:cubicBezTo>
                <a:cubicBezTo>
                  <a:pt x="76" y="165"/>
                  <a:pt x="76" y="166"/>
                  <a:pt x="77" y="167"/>
                </a:cubicBezTo>
                <a:cubicBezTo>
                  <a:pt x="95" y="188"/>
                  <a:pt x="95" y="188"/>
                  <a:pt x="95" y="188"/>
                </a:cubicBezTo>
                <a:cubicBezTo>
                  <a:pt x="97" y="190"/>
                  <a:pt x="100" y="192"/>
                  <a:pt x="104" y="192"/>
                </a:cubicBezTo>
                <a:cubicBezTo>
                  <a:pt x="112" y="192"/>
                  <a:pt x="112" y="192"/>
                  <a:pt x="112" y="192"/>
                </a:cubicBezTo>
                <a:cubicBezTo>
                  <a:pt x="112" y="195"/>
                  <a:pt x="112" y="195"/>
                  <a:pt x="112" y="195"/>
                </a:cubicBezTo>
                <a:cubicBezTo>
                  <a:pt x="112" y="202"/>
                  <a:pt x="115" y="209"/>
                  <a:pt x="121" y="214"/>
                </a:cubicBezTo>
                <a:cubicBezTo>
                  <a:pt x="123" y="216"/>
                  <a:pt x="124" y="218"/>
                  <a:pt x="124" y="221"/>
                </a:cubicBezTo>
                <a:cubicBezTo>
                  <a:pt x="123" y="225"/>
                  <a:pt x="121" y="227"/>
                  <a:pt x="117" y="228"/>
                </a:cubicBezTo>
                <a:cubicBezTo>
                  <a:pt x="115" y="228"/>
                  <a:pt x="113" y="228"/>
                  <a:pt x="111" y="226"/>
                </a:cubicBezTo>
                <a:cubicBezTo>
                  <a:pt x="109" y="225"/>
                  <a:pt x="108" y="222"/>
                  <a:pt x="108" y="220"/>
                </a:cubicBezTo>
                <a:cubicBezTo>
                  <a:pt x="108" y="214"/>
                  <a:pt x="104" y="204"/>
                  <a:pt x="92" y="204"/>
                </a:cubicBezTo>
                <a:cubicBezTo>
                  <a:pt x="88" y="204"/>
                  <a:pt x="87" y="206"/>
                  <a:pt x="86" y="207"/>
                </a:cubicBezTo>
                <a:cubicBezTo>
                  <a:pt x="83" y="211"/>
                  <a:pt x="85" y="216"/>
                  <a:pt x="87" y="220"/>
                </a:cubicBezTo>
                <a:cubicBezTo>
                  <a:pt x="87" y="221"/>
                  <a:pt x="88" y="223"/>
                  <a:pt x="88" y="224"/>
                </a:cubicBezTo>
                <a:cubicBezTo>
                  <a:pt x="88" y="237"/>
                  <a:pt x="95" y="248"/>
                  <a:pt x="105" y="253"/>
                </a:cubicBezTo>
                <a:cubicBezTo>
                  <a:pt x="110" y="255"/>
                  <a:pt x="115" y="256"/>
                  <a:pt x="120" y="256"/>
                </a:cubicBezTo>
                <a:cubicBezTo>
                  <a:pt x="126" y="256"/>
                  <a:pt x="132" y="254"/>
                  <a:pt x="137" y="251"/>
                </a:cubicBezTo>
                <a:cubicBezTo>
                  <a:pt x="146" y="245"/>
                  <a:pt x="152" y="235"/>
                  <a:pt x="152" y="224"/>
                </a:cubicBezTo>
                <a:cubicBezTo>
                  <a:pt x="152" y="215"/>
                  <a:pt x="149" y="207"/>
                  <a:pt x="143" y="201"/>
                </a:cubicBezTo>
                <a:cubicBezTo>
                  <a:pt x="141" y="200"/>
                  <a:pt x="140" y="198"/>
                  <a:pt x="140" y="196"/>
                </a:cubicBezTo>
                <a:cubicBezTo>
                  <a:pt x="140" y="192"/>
                  <a:pt x="140" y="192"/>
                  <a:pt x="140" y="192"/>
                </a:cubicBezTo>
                <a:cubicBezTo>
                  <a:pt x="148" y="192"/>
                  <a:pt x="148" y="192"/>
                  <a:pt x="148" y="192"/>
                </a:cubicBezTo>
                <a:cubicBezTo>
                  <a:pt x="152" y="192"/>
                  <a:pt x="155" y="190"/>
                  <a:pt x="157" y="188"/>
                </a:cubicBezTo>
                <a:cubicBezTo>
                  <a:pt x="175" y="167"/>
                  <a:pt x="175" y="167"/>
                  <a:pt x="175" y="167"/>
                </a:cubicBezTo>
                <a:cubicBezTo>
                  <a:pt x="176" y="166"/>
                  <a:pt x="176" y="165"/>
                  <a:pt x="176" y="164"/>
                </a:cubicBezTo>
                <a:cubicBezTo>
                  <a:pt x="176" y="108"/>
                  <a:pt x="176" y="108"/>
                  <a:pt x="176" y="108"/>
                </a:cubicBezTo>
                <a:cubicBezTo>
                  <a:pt x="176" y="106"/>
                  <a:pt x="174" y="104"/>
                  <a:pt x="172" y="104"/>
                </a:cubicBezTo>
                <a:cubicBezTo>
                  <a:pt x="164" y="104"/>
                  <a:pt x="164" y="104"/>
                  <a:pt x="164" y="104"/>
                </a:cubicBezTo>
                <a:cubicBezTo>
                  <a:pt x="164" y="88"/>
                  <a:pt x="164" y="88"/>
                  <a:pt x="164" y="88"/>
                </a:cubicBezTo>
                <a:cubicBezTo>
                  <a:pt x="196" y="88"/>
                  <a:pt x="196" y="88"/>
                  <a:pt x="196" y="88"/>
                </a:cubicBezTo>
                <a:cubicBezTo>
                  <a:pt x="197" y="88"/>
                  <a:pt x="198" y="88"/>
                  <a:pt x="199" y="87"/>
                </a:cubicBezTo>
                <a:cubicBezTo>
                  <a:pt x="211" y="75"/>
                  <a:pt x="211" y="75"/>
                  <a:pt x="211" y="75"/>
                </a:cubicBezTo>
                <a:cubicBezTo>
                  <a:pt x="212" y="74"/>
                  <a:pt x="212" y="73"/>
                  <a:pt x="212" y="72"/>
                </a:cubicBezTo>
                <a:cubicBezTo>
                  <a:pt x="212" y="64"/>
                  <a:pt x="212" y="64"/>
                  <a:pt x="212" y="64"/>
                </a:cubicBezTo>
                <a:cubicBezTo>
                  <a:pt x="256" y="64"/>
                  <a:pt x="256" y="64"/>
                  <a:pt x="256" y="64"/>
                </a:cubicBezTo>
                <a:cubicBezTo>
                  <a:pt x="256" y="56"/>
                  <a:pt x="256" y="56"/>
                  <a:pt x="256" y="56"/>
                </a:cubicBezTo>
                <a:cubicBezTo>
                  <a:pt x="188" y="56"/>
                  <a:pt x="188" y="56"/>
                  <a:pt x="188" y="56"/>
                </a:cubicBezTo>
                <a:cubicBezTo>
                  <a:pt x="222" y="8"/>
                  <a:pt x="222" y="8"/>
                  <a:pt x="222" y="8"/>
                </a:cubicBezTo>
                <a:cubicBezTo>
                  <a:pt x="226" y="8"/>
                  <a:pt x="226" y="8"/>
                  <a:pt x="226" y="8"/>
                </a:cubicBezTo>
                <a:cubicBezTo>
                  <a:pt x="249" y="42"/>
                  <a:pt x="249" y="42"/>
                  <a:pt x="249" y="42"/>
                </a:cubicBezTo>
                <a:cubicBezTo>
                  <a:pt x="255" y="38"/>
                  <a:pt x="255" y="38"/>
                  <a:pt x="255" y="38"/>
                </a:cubicBezTo>
                <a:cubicBezTo>
                  <a:pt x="235" y="8"/>
                  <a:pt x="235" y="8"/>
                  <a:pt x="235" y="8"/>
                </a:cubicBezTo>
                <a:cubicBezTo>
                  <a:pt x="256" y="8"/>
                  <a:pt x="256" y="8"/>
                  <a:pt x="256" y="8"/>
                </a:cubicBezTo>
                <a:lnTo>
                  <a:pt x="256" y="0"/>
                </a:lnTo>
                <a:close/>
                <a:moveTo>
                  <a:pt x="130" y="8"/>
                </a:moveTo>
                <a:cubicBezTo>
                  <a:pt x="164" y="56"/>
                  <a:pt x="164" y="56"/>
                  <a:pt x="164" y="56"/>
                </a:cubicBezTo>
                <a:cubicBezTo>
                  <a:pt x="92" y="56"/>
                  <a:pt x="92" y="56"/>
                  <a:pt x="92" y="56"/>
                </a:cubicBezTo>
                <a:cubicBezTo>
                  <a:pt x="126" y="8"/>
                  <a:pt x="126" y="8"/>
                  <a:pt x="126" y="8"/>
                </a:cubicBezTo>
                <a:lnTo>
                  <a:pt x="130" y="8"/>
                </a:lnTo>
                <a:close/>
                <a:moveTo>
                  <a:pt x="44" y="8"/>
                </a:moveTo>
                <a:cubicBezTo>
                  <a:pt x="116" y="8"/>
                  <a:pt x="116" y="8"/>
                  <a:pt x="116" y="8"/>
                </a:cubicBezTo>
                <a:cubicBezTo>
                  <a:pt x="82" y="56"/>
                  <a:pt x="82" y="56"/>
                  <a:pt x="82" y="56"/>
                </a:cubicBezTo>
                <a:cubicBezTo>
                  <a:pt x="78" y="56"/>
                  <a:pt x="78" y="56"/>
                  <a:pt x="78" y="56"/>
                </a:cubicBezTo>
                <a:lnTo>
                  <a:pt x="44" y="8"/>
                </a:lnTo>
                <a:close/>
                <a:moveTo>
                  <a:pt x="84" y="112"/>
                </a:moveTo>
                <a:cubicBezTo>
                  <a:pt x="110" y="112"/>
                  <a:pt x="110" y="112"/>
                  <a:pt x="110" y="112"/>
                </a:cubicBezTo>
                <a:cubicBezTo>
                  <a:pt x="84" y="142"/>
                  <a:pt x="84" y="142"/>
                  <a:pt x="84" y="142"/>
                </a:cubicBezTo>
                <a:lnTo>
                  <a:pt x="84" y="112"/>
                </a:lnTo>
                <a:close/>
                <a:moveTo>
                  <a:pt x="96" y="104"/>
                </a:moveTo>
                <a:cubicBezTo>
                  <a:pt x="96" y="88"/>
                  <a:pt x="96" y="88"/>
                  <a:pt x="96" y="88"/>
                </a:cubicBezTo>
                <a:cubicBezTo>
                  <a:pt x="156" y="88"/>
                  <a:pt x="156" y="88"/>
                  <a:pt x="156" y="88"/>
                </a:cubicBezTo>
                <a:cubicBezTo>
                  <a:pt x="156" y="104"/>
                  <a:pt x="156" y="104"/>
                  <a:pt x="156" y="104"/>
                </a:cubicBezTo>
                <a:lnTo>
                  <a:pt x="96" y="104"/>
                </a:lnTo>
                <a:close/>
                <a:moveTo>
                  <a:pt x="144" y="224"/>
                </a:moveTo>
                <a:cubicBezTo>
                  <a:pt x="144" y="232"/>
                  <a:pt x="140" y="240"/>
                  <a:pt x="133" y="244"/>
                </a:cubicBezTo>
                <a:cubicBezTo>
                  <a:pt x="126" y="249"/>
                  <a:pt x="117" y="249"/>
                  <a:pt x="109" y="245"/>
                </a:cubicBezTo>
                <a:cubicBezTo>
                  <a:pt x="101" y="242"/>
                  <a:pt x="96" y="234"/>
                  <a:pt x="96" y="224"/>
                </a:cubicBezTo>
                <a:cubicBezTo>
                  <a:pt x="96" y="222"/>
                  <a:pt x="95" y="220"/>
                  <a:pt x="94" y="217"/>
                </a:cubicBezTo>
                <a:cubicBezTo>
                  <a:pt x="94" y="216"/>
                  <a:pt x="93" y="213"/>
                  <a:pt x="93" y="212"/>
                </a:cubicBezTo>
                <a:cubicBezTo>
                  <a:pt x="99" y="212"/>
                  <a:pt x="100" y="218"/>
                  <a:pt x="100" y="220"/>
                </a:cubicBezTo>
                <a:cubicBezTo>
                  <a:pt x="100" y="225"/>
                  <a:pt x="102" y="229"/>
                  <a:pt x="106" y="232"/>
                </a:cubicBezTo>
                <a:cubicBezTo>
                  <a:pt x="109" y="235"/>
                  <a:pt x="114" y="237"/>
                  <a:pt x="119" y="236"/>
                </a:cubicBezTo>
                <a:cubicBezTo>
                  <a:pt x="125" y="235"/>
                  <a:pt x="131" y="229"/>
                  <a:pt x="132" y="223"/>
                </a:cubicBezTo>
                <a:cubicBezTo>
                  <a:pt x="133" y="217"/>
                  <a:pt x="131" y="211"/>
                  <a:pt x="126" y="207"/>
                </a:cubicBezTo>
                <a:cubicBezTo>
                  <a:pt x="122" y="205"/>
                  <a:pt x="120" y="200"/>
                  <a:pt x="120" y="195"/>
                </a:cubicBezTo>
                <a:cubicBezTo>
                  <a:pt x="120" y="192"/>
                  <a:pt x="120" y="192"/>
                  <a:pt x="120" y="192"/>
                </a:cubicBezTo>
                <a:cubicBezTo>
                  <a:pt x="132" y="192"/>
                  <a:pt x="132" y="192"/>
                  <a:pt x="132" y="192"/>
                </a:cubicBezTo>
                <a:cubicBezTo>
                  <a:pt x="132" y="196"/>
                  <a:pt x="132" y="196"/>
                  <a:pt x="132" y="196"/>
                </a:cubicBezTo>
                <a:cubicBezTo>
                  <a:pt x="132" y="200"/>
                  <a:pt x="134" y="204"/>
                  <a:pt x="137" y="207"/>
                </a:cubicBezTo>
                <a:cubicBezTo>
                  <a:pt x="142" y="212"/>
                  <a:pt x="144" y="218"/>
                  <a:pt x="144" y="224"/>
                </a:cubicBezTo>
                <a:close/>
                <a:moveTo>
                  <a:pt x="168" y="112"/>
                </a:moveTo>
                <a:cubicBezTo>
                  <a:pt x="168" y="127"/>
                  <a:pt x="168" y="127"/>
                  <a:pt x="168" y="127"/>
                </a:cubicBezTo>
                <a:cubicBezTo>
                  <a:pt x="142" y="157"/>
                  <a:pt x="142" y="157"/>
                  <a:pt x="142" y="157"/>
                </a:cubicBezTo>
                <a:cubicBezTo>
                  <a:pt x="140" y="159"/>
                  <a:pt x="140" y="162"/>
                  <a:pt x="142" y="163"/>
                </a:cubicBezTo>
                <a:cubicBezTo>
                  <a:pt x="143" y="164"/>
                  <a:pt x="144" y="164"/>
                  <a:pt x="145" y="164"/>
                </a:cubicBezTo>
                <a:cubicBezTo>
                  <a:pt x="146" y="164"/>
                  <a:pt x="147" y="164"/>
                  <a:pt x="148" y="163"/>
                </a:cubicBezTo>
                <a:cubicBezTo>
                  <a:pt x="168" y="139"/>
                  <a:pt x="168" y="139"/>
                  <a:pt x="168" y="139"/>
                </a:cubicBezTo>
                <a:cubicBezTo>
                  <a:pt x="168" y="163"/>
                  <a:pt x="168" y="163"/>
                  <a:pt x="168" y="163"/>
                </a:cubicBezTo>
                <a:cubicBezTo>
                  <a:pt x="151" y="183"/>
                  <a:pt x="151" y="183"/>
                  <a:pt x="151" y="183"/>
                </a:cubicBezTo>
                <a:cubicBezTo>
                  <a:pt x="151" y="183"/>
                  <a:pt x="149" y="184"/>
                  <a:pt x="148" y="184"/>
                </a:cubicBezTo>
                <a:cubicBezTo>
                  <a:pt x="104" y="184"/>
                  <a:pt x="104" y="184"/>
                  <a:pt x="104" y="184"/>
                </a:cubicBezTo>
                <a:cubicBezTo>
                  <a:pt x="103" y="184"/>
                  <a:pt x="101" y="183"/>
                  <a:pt x="101" y="183"/>
                </a:cubicBezTo>
                <a:cubicBezTo>
                  <a:pt x="84" y="163"/>
                  <a:pt x="84" y="163"/>
                  <a:pt x="84" y="163"/>
                </a:cubicBezTo>
                <a:cubicBezTo>
                  <a:pt x="84" y="154"/>
                  <a:pt x="84" y="154"/>
                  <a:pt x="84" y="154"/>
                </a:cubicBezTo>
                <a:cubicBezTo>
                  <a:pt x="121" y="112"/>
                  <a:pt x="121" y="112"/>
                  <a:pt x="121" y="112"/>
                </a:cubicBezTo>
                <a:cubicBezTo>
                  <a:pt x="146" y="112"/>
                  <a:pt x="146" y="112"/>
                  <a:pt x="146" y="112"/>
                </a:cubicBezTo>
                <a:cubicBezTo>
                  <a:pt x="106" y="157"/>
                  <a:pt x="106" y="157"/>
                  <a:pt x="106" y="157"/>
                </a:cubicBezTo>
                <a:cubicBezTo>
                  <a:pt x="105" y="159"/>
                  <a:pt x="105" y="162"/>
                  <a:pt x="107" y="163"/>
                </a:cubicBezTo>
                <a:cubicBezTo>
                  <a:pt x="107" y="164"/>
                  <a:pt x="108" y="164"/>
                  <a:pt x="109" y="164"/>
                </a:cubicBezTo>
                <a:cubicBezTo>
                  <a:pt x="110" y="164"/>
                  <a:pt x="112" y="164"/>
                  <a:pt x="112" y="163"/>
                </a:cubicBezTo>
                <a:cubicBezTo>
                  <a:pt x="157" y="112"/>
                  <a:pt x="157" y="112"/>
                  <a:pt x="157" y="112"/>
                </a:cubicBezTo>
                <a:lnTo>
                  <a:pt x="168" y="112"/>
                </a:lnTo>
                <a:close/>
                <a:moveTo>
                  <a:pt x="204" y="64"/>
                </a:moveTo>
                <a:cubicBezTo>
                  <a:pt x="204" y="70"/>
                  <a:pt x="204" y="70"/>
                  <a:pt x="204" y="70"/>
                </a:cubicBezTo>
                <a:cubicBezTo>
                  <a:pt x="194" y="80"/>
                  <a:pt x="194" y="80"/>
                  <a:pt x="194" y="80"/>
                </a:cubicBezTo>
                <a:cubicBezTo>
                  <a:pt x="62" y="80"/>
                  <a:pt x="62" y="80"/>
                  <a:pt x="62" y="80"/>
                </a:cubicBezTo>
                <a:cubicBezTo>
                  <a:pt x="52" y="70"/>
                  <a:pt x="52" y="70"/>
                  <a:pt x="52" y="70"/>
                </a:cubicBezTo>
                <a:cubicBezTo>
                  <a:pt x="52" y="64"/>
                  <a:pt x="52" y="64"/>
                  <a:pt x="52" y="64"/>
                </a:cubicBezTo>
                <a:lnTo>
                  <a:pt x="204" y="64"/>
                </a:lnTo>
                <a:close/>
                <a:moveTo>
                  <a:pt x="178" y="56"/>
                </a:moveTo>
                <a:cubicBezTo>
                  <a:pt x="174" y="56"/>
                  <a:pt x="174" y="56"/>
                  <a:pt x="174" y="56"/>
                </a:cubicBezTo>
                <a:cubicBezTo>
                  <a:pt x="140" y="8"/>
                  <a:pt x="140" y="8"/>
                  <a:pt x="140" y="8"/>
                </a:cubicBezTo>
                <a:cubicBezTo>
                  <a:pt x="212" y="8"/>
                  <a:pt x="212" y="8"/>
                  <a:pt x="212" y="8"/>
                </a:cubicBezTo>
                <a:lnTo>
                  <a:pt x="178" y="5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60" name="Freeform 54">
            <a:extLst>
              <a:ext uri="{FF2B5EF4-FFF2-40B4-BE49-F238E27FC236}">
                <a16:creationId xmlns:a16="http://schemas.microsoft.com/office/drawing/2014/main" id="{E2817879-BD13-4D15-8D09-A2F5FB14FFE8}"/>
              </a:ext>
            </a:extLst>
          </p:cNvPr>
          <p:cNvSpPr>
            <a:spLocks noChangeAspect="1" noEditPoints="1"/>
          </p:cNvSpPr>
          <p:nvPr/>
        </p:nvSpPr>
        <p:spPr bwMode="auto">
          <a:xfrm>
            <a:off x="10249548" y="1469351"/>
            <a:ext cx="400050" cy="400050"/>
          </a:xfrm>
          <a:custGeom>
            <a:avLst/>
            <a:gdLst>
              <a:gd name="T0" fmla="*/ 68 w 256"/>
              <a:gd name="T1" fmla="*/ 248 h 256"/>
              <a:gd name="T2" fmla="*/ 64 w 256"/>
              <a:gd name="T3" fmla="*/ 256 h 256"/>
              <a:gd name="T4" fmla="*/ 76 w 256"/>
              <a:gd name="T5" fmla="*/ 232 h 256"/>
              <a:gd name="T6" fmla="*/ 188 w 256"/>
              <a:gd name="T7" fmla="*/ 248 h 256"/>
              <a:gd name="T8" fmla="*/ 180 w 256"/>
              <a:gd name="T9" fmla="*/ 232 h 256"/>
              <a:gd name="T10" fmla="*/ 192 w 256"/>
              <a:gd name="T11" fmla="*/ 256 h 256"/>
              <a:gd name="T12" fmla="*/ 256 w 256"/>
              <a:gd name="T13" fmla="*/ 0 h 256"/>
              <a:gd name="T14" fmla="*/ 21 w 256"/>
              <a:gd name="T15" fmla="*/ 8 h 256"/>
              <a:gd name="T16" fmla="*/ 30 w 256"/>
              <a:gd name="T17" fmla="*/ 8 h 256"/>
              <a:gd name="T18" fmla="*/ 0 w 256"/>
              <a:gd name="T19" fmla="*/ 56 h 256"/>
              <a:gd name="T20" fmla="*/ 104 w 256"/>
              <a:gd name="T21" fmla="*/ 72 h 256"/>
              <a:gd name="T22" fmla="*/ 124 w 256"/>
              <a:gd name="T23" fmla="*/ 110 h 256"/>
              <a:gd name="T24" fmla="*/ 132 w 256"/>
              <a:gd name="T25" fmla="*/ 135 h 256"/>
              <a:gd name="T26" fmla="*/ 124 w 256"/>
              <a:gd name="T27" fmla="*/ 132 h 256"/>
              <a:gd name="T28" fmla="*/ 120 w 256"/>
              <a:gd name="T29" fmla="*/ 128 h 256"/>
              <a:gd name="T30" fmla="*/ 118 w 256"/>
              <a:gd name="T31" fmla="*/ 140 h 256"/>
              <a:gd name="T32" fmla="*/ 96 w 256"/>
              <a:gd name="T33" fmla="*/ 152 h 256"/>
              <a:gd name="T34" fmla="*/ 184 w 256"/>
              <a:gd name="T35" fmla="*/ 168 h 256"/>
              <a:gd name="T36" fmla="*/ 180 w 256"/>
              <a:gd name="T37" fmla="*/ 176 h 256"/>
              <a:gd name="T38" fmla="*/ 152 w 256"/>
              <a:gd name="T39" fmla="*/ 229 h 256"/>
              <a:gd name="T40" fmla="*/ 112 w 256"/>
              <a:gd name="T41" fmla="*/ 248 h 256"/>
              <a:gd name="T42" fmla="*/ 82 w 256"/>
              <a:gd name="T43" fmla="*/ 217 h 256"/>
              <a:gd name="T44" fmla="*/ 124 w 256"/>
              <a:gd name="T45" fmla="*/ 219 h 256"/>
              <a:gd name="T46" fmla="*/ 132 w 256"/>
              <a:gd name="T47" fmla="*/ 216 h 256"/>
              <a:gd name="T48" fmla="*/ 76 w 256"/>
              <a:gd name="T49" fmla="*/ 176 h 256"/>
              <a:gd name="T50" fmla="*/ 72 w 256"/>
              <a:gd name="T51" fmla="*/ 168 h 256"/>
              <a:gd name="T52" fmla="*/ 80 w 256"/>
              <a:gd name="T53" fmla="*/ 152 h 256"/>
              <a:gd name="T54" fmla="*/ 64 w 256"/>
              <a:gd name="T55" fmla="*/ 168 h 256"/>
              <a:gd name="T56" fmla="*/ 52 w 256"/>
              <a:gd name="T57" fmla="*/ 185 h 256"/>
              <a:gd name="T58" fmla="*/ 44 w 256"/>
              <a:gd name="T59" fmla="*/ 188 h 256"/>
              <a:gd name="T60" fmla="*/ 68 w 256"/>
              <a:gd name="T61" fmla="*/ 207 h 256"/>
              <a:gd name="T62" fmla="*/ 104 w 256"/>
              <a:gd name="T63" fmla="*/ 243 h 256"/>
              <a:gd name="T64" fmla="*/ 148 w 256"/>
              <a:gd name="T65" fmla="*/ 256 h 256"/>
              <a:gd name="T66" fmla="*/ 156 w 256"/>
              <a:gd name="T67" fmla="*/ 236 h 256"/>
              <a:gd name="T68" fmla="*/ 188 w 256"/>
              <a:gd name="T69" fmla="*/ 175 h 256"/>
              <a:gd name="T70" fmla="*/ 188 w 256"/>
              <a:gd name="T71" fmla="*/ 152 h 256"/>
              <a:gd name="T72" fmla="*/ 144 w 256"/>
              <a:gd name="T73" fmla="*/ 131 h 256"/>
              <a:gd name="T74" fmla="*/ 132 w 256"/>
              <a:gd name="T75" fmla="*/ 88 h 256"/>
              <a:gd name="T76" fmla="*/ 152 w 256"/>
              <a:gd name="T77" fmla="*/ 64 h 256"/>
              <a:gd name="T78" fmla="*/ 188 w 256"/>
              <a:gd name="T79" fmla="*/ 56 h 256"/>
              <a:gd name="T80" fmla="*/ 249 w 256"/>
              <a:gd name="T81" fmla="*/ 42 h 256"/>
              <a:gd name="T82" fmla="*/ 256 w 256"/>
              <a:gd name="T83" fmla="*/ 8 h 256"/>
              <a:gd name="T84" fmla="*/ 44 w 256"/>
              <a:gd name="T85" fmla="*/ 8 h 256"/>
              <a:gd name="T86" fmla="*/ 78 w 256"/>
              <a:gd name="T87" fmla="*/ 56 h 256"/>
              <a:gd name="T88" fmla="*/ 120 w 256"/>
              <a:gd name="T89" fmla="*/ 80 h 256"/>
              <a:gd name="T90" fmla="*/ 144 w 256"/>
              <a:gd name="T91" fmla="*/ 64 h 256"/>
              <a:gd name="T92" fmla="*/ 126 w 256"/>
              <a:gd name="T93" fmla="*/ 8 h 256"/>
              <a:gd name="T94" fmla="*/ 92 w 256"/>
              <a:gd name="T95" fmla="*/ 56 h 256"/>
              <a:gd name="T96" fmla="*/ 140 w 256"/>
              <a:gd name="T97" fmla="*/ 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6" h="256">
                <a:moveTo>
                  <a:pt x="72" y="228"/>
                </a:moveTo>
                <a:cubicBezTo>
                  <a:pt x="70" y="228"/>
                  <a:pt x="68" y="230"/>
                  <a:pt x="68" y="232"/>
                </a:cubicBezTo>
                <a:cubicBezTo>
                  <a:pt x="68" y="248"/>
                  <a:pt x="68" y="248"/>
                  <a:pt x="68" y="248"/>
                </a:cubicBezTo>
                <a:cubicBezTo>
                  <a:pt x="64" y="248"/>
                  <a:pt x="64" y="248"/>
                  <a:pt x="64" y="248"/>
                </a:cubicBezTo>
                <a:cubicBezTo>
                  <a:pt x="62" y="248"/>
                  <a:pt x="60" y="250"/>
                  <a:pt x="60" y="252"/>
                </a:cubicBezTo>
                <a:cubicBezTo>
                  <a:pt x="60" y="254"/>
                  <a:pt x="62" y="256"/>
                  <a:pt x="64" y="256"/>
                </a:cubicBezTo>
                <a:cubicBezTo>
                  <a:pt x="72" y="256"/>
                  <a:pt x="72" y="256"/>
                  <a:pt x="72" y="256"/>
                </a:cubicBezTo>
                <a:cubicBezTo>
                  <a:pt x="74" y="256"/>
                  <a:pt x="76" y="254"/>
                  <a:pt x="76" y="252"/>
                </a:cubicBezTo>
                <a:cubicBezTo>
                  <a:pt x="76" y="232"/>
                  <a:pt x="76" y="232"/>
                  <a:pt x="76" y="232"/>
                </a:cubicBezTo>
                <a:cubicBezTo>
                  <a:pt x="76" y="230"/>
                  <a:pt x="74" y="228"/>
                  <a:pt x="72" y="228"/>
                </a:cubicBezTo>
                <a:close/>
                <a:moveTo>
                  <a:pt x="192" y="248"/>
                </a:moveTo>
                <a:cubicBezTo>
                  <a:pt x="188" y="248"/>
                  <a:pt x="188" y="248"/>
                  <a:pt x="188" y="248"/>
                </a:cubicBezTo>
                <a:cubicBezTo>
                  <a:pt x="188" y="232"/>
                  <a:pt x="188" y="232"/>
                  <a:pt x="188" y="232"/>
                </a:cubicBezTo>
                <a:cubicBezTo>
                  <a:pt x="188" y="230"/>
                  <a:pt x="186" y="228"/>
                  <a:pt x="184" y="228"/>
                </a:cubicBezTo>
                <a:cubicBezTo>
                  <a:pt x="182" y="228"/>
                  <a:pt x="180" y="230"/>
                  <a:pt x="180" y="232"/>
                </a:cubicBezTo>
                <a:cubicBezTo>
                  <a:pt x="180" y="252"/>
                  <a:pt x="180" y="252"/>
                  <a:pt x="180" y="252"/>
                </a:cubicBezTo>
                <a:cubicBezTo>
                  <a:pt x="180" y="254"/>
                  <a:pt x="182" y="256"/>
                  <a:pt x="184" y="256"/>
                </a:cubicBezTo>
                <a:cubicBezTo>
                  <a:pt x="192" y="256"/>
                  <a:pt x="192" y="256"/>
                  <a:pt x="192" y="256"/>
                </a:cubicBezTo>
                <a:cubicBezTo>
                  <a:pt x="194" y="256"/>
                  <a:pt x="196" y="254"/>
                  <a:pt x="196" y="252"/>
                </a:cubicBezTo>
                <a:cubicBezTo>
                  <a:pt x="196" y="250"/>
                  <a:pt x="194" y="248"/>
                  <a:pt x="192" y="248"/>
                </a:cubicBezTo>
                <a:close/>
                <a:moveTo>
                  <a:pt x="256" y="0"/>
                </a:moveTo>
                <a:cubicBezTo>
                  <a:pt x="0" y="0"/>
                  <a:pt x="0" y="0"/>
                  <a:pt x="0" y="0"/>
                </a:cubicBezTo>
                <a:cubicBezTo>
                  <a:pt x="0" y="8"/>
                  <a:pt x="0" y="8"/>
                  <a:pt x="0" y="8"/>
                </a:cubicBezTo>
                <a:cubicBezTo>
                  <a:pt x="21" y="8"/>
                  <a:pt x="21" y="8"/>
                  <a:pt x="21" y="8"/>
                </a:cubicBezTo>
                <a:cubicBezTo>
                  <a:pt x="1" y="38"/>
                  <a:pt x="1" y="38"/>
                  <a:pt x="1" y="38"/>
                </a:cubicBezTo>
                <a:cubicBezTo>
                  <a:pt x="7" y="42"/>
                  <a:pt x="7" y="42"/>
                  <a:pt x="7" y="42"/>
                </a:cubicBezTo>
                <a:cubicBezTo>
                  <a:pt x="30" y="8"/>
                  <a:pt x="30" y="8"/>
                  <a:pt x="30" y="8"/>
                </a:cubicBezTo>
                <a:cubicBezTo>
                  <a:pt x="34" y="8"/>
                  <a:pt x="34" y="8"/>
                  <a:pt x="34" y="8"/>
                </a:cubicBezTo>
                <a:cubicBezTo>
                  <a:pt x="68" y="56"/>
                  <a:pt x="68" y="56"/>
                  <a:pt x="68" y="56"/>
                </a:cubicBezTo>
                <a:cubicBezTo>
                  <a:pt x="0" y="56"/>
                  <a:pt x="0" y="56"/>
                  <a:pt x="0" y="56"/>
                </a:cubicBezTo>
                <a:cubicBezTo>
                  <a:pt x="0" y="64"/>
                  <a:pt x="0" y="64"/>
                  <a:pt x="0" y="64"/>
                </a:cubicBezTo>
                <a:cubicBezTo>
                  <a:pt x="104" y="64"/>
                  <a:pt x="104" y="64"/>
                  <a:pt x="104" y="64"/>
                </a:cubicBezTo>
                <a:cubicBezTo>
                  <a:pt x="104" y="72"/>
                  <a:pt x="104" y="72"/>
                  <a:pt x="104" y="72"/>
                </a:cubicBezTo>
                <a:cubicBezTo>
                  <a:pt x="104" y="81"/>
                  <a:pt x="111" y="88"/>
                  <a:pt x="120" y="88"/>
                </a:cubicBezTo>
                <a:cubicBezTo>
                  <a:pt x="124" y="88"/>
                  <a:pt x="124" y="88"/>
                  <a:pt x="124" y="88"/>
                </a:cubicBezTo>
                <a:cubicBezTo>
                  <a:pt x="124" y="110"/>
                  <a:pt x="124" y="110"/>
                  <a:pt x="124" y="110"/>
                </a:cubicBezTo>
                <a:cubicBezTo>
                  <a:pt x="124" y="115"/>
                  <a:pt x="127" y="119"/>
                  <a:pt x="131" y="121"/>
                </a:cubicBezTo>
                <a:cubicBezTo>
                  <a:pt x="135" y="122"/>
                  <a:pt x="137" y="126"/>
                  <a:pt x="136" y="129"/>
                </a:cubicBezTo>
                <a:cubicBezTo>
                  <a:pt x="135" y="132"/>
                  <a:pt x="134" y="134"/>
                  <a:pt x="132" y="135"/>
                </a:cubicBezTo>
                <a:cubicBezTo>
                  <a:pt x="132" y="132"/>
                  <a:pt x="132" y="132"/>
                  <a:pt x="132" y="132"/>
                </a:cubicBezTo>
                <a:cubicBezTo>
                  <a:pt x="132" y="130"/>
                  <a:pt x="130" y="128"/>
                  <a:pt x="128" y="128"/>
                </a:cubicBezTo>
                <a:cubicBezTo>
                  <a:pt x="126" y="128"/>
                  <a:pt x="124" y="130"/>
                  <a:pt x="124" y="132"/>
                </a:cubicBezTo>
                <a:cubicBezTo>
                  <a:pt x="124" y="135"/>
                  <a:pt x="124" y="135"/>
                  <a:pt x="124" y="135"/>
                </a:cubicBezTo>
                <a:cubicBezTo>
                  <a:pt x="124" y="135"/>
                  <a:pt x="123" y="134"/>
                  <a:pt x="123" y="134"/>
                </a:cubicBezTo>
                <a:cubicBezTo>
                  <a:pt x="121" y="133"/>
                  <a:pt x="120" y="130"/>
                  <a:pt x="120" y="128"/>
                </a:cubicBezTo>
                <a:cubicBezTo>
                  <a:pt x="120" y="126"/>
                  <a:pt x="118" y="124"/>
                  <a:pt x="116" y="124"/>
                </a:cubicBezTo>
                <a:cubicBezTo>
                  <a:pt x="114" y="124"/>
                  <a:pt x="112" y="126"/>
                  <a:pt x="112" y="128"/>
                </a:cubicBezTo>
                <a:cubicBezTo>
                  <a:pt x="112" y="133"/>
                  <a:pt x="114" y="137"/>
                  <a:pt x="118" y="140"/>
                </a:cubicBezTo>
                <a:cubicBezTo>
                  <a:pt x="120" y="142"/>
                  <a:pt x="122" y="143"/>
                  <a:pt x="124" y="143"/>
                </a:cubicBezTo>
                <a:cubicBezTo>
                  <a:pt x="124" y="152"/>
                  <a:pt x="124" y="152"/>
                  <a:pt x="124" y="152"/>
                </a:cubicBezTo>
                <a:cubicBezTo>
                  <a:pt x="96" y="152"/>
                  <a:pt x="96" y="152"/>
                  <a:pt x="96" y="152"/>
                </a:cubicBezTo>
                <a:cubicBezTo>
                  <a:pt x="96" y="160"/>
                  <a:pt x="96" y="160"/>
                  <a:pt x="96" y="160"/>
                </a:cubicBezTo>
                <a:cubicBezTo>
                  <a:pt x="184" y="160"/>
                  <a:pt x="184" y="160"/>
                  <a:pt x="184" y="160"/>
                </a:cubicBezTo>
                <a:cubicBezTo>
                  <a:pt x="184" y="168"/>
                  <a:pt x="184" y="168"/>
                  <a:pt x="184" y="168"/>
                </a:cubicBezTo>
                <a:cubicBezTo>
                  <a:pt x="168" y="168"/>
                  <a:pt x="168" y="168"/>
                  <a:pt x="168" y="168"/>
                </a:cubicBezTo>
                <a:cubicBezTo>
                  <a:pt x="168" y="176"/>
                  <a:pt x="168" y="176"/>
                  <a:pt x="168" y="176"/>
                </a:cubicBezTo>
                <a:cubicBezTo>
                  <a:pt x="180" y="176"/>
                  <a:pt x="180" y="176"/>
                  <a:pt x="180" y="176"/>
                </a:cubicBezTo>
                <a:cubicBezTo>
                  <a:pt x="180" y="207"/>
                  <a:pt x="180" y="207"/>
                  <a:pt x="180" y="207"/>
                </a:cubicBezTo>
                <a:cubicBezTo>
                  <a:pt x="180" y="211"/>
                  <a:pt x="178" y="215"/>
                  <a:pt x="174" y="217"/>
                </a:cubicBezTo>
                <a:cubicBezTo>
                  <a:pt x="152" y="229"/>
                  <a:pt x="152" y="229"/>
                  <a:pt x="152" y="229"/>
                </a:cubicBezTo>
                <a:cubicBezTo>
                  <a:pt x="147" y="232"/>
                  <a:pt x="144" y="237"/>
                  <a:pt x="144" y="243"/>
                </a:cubicBezTo>
                <a:cubicBezTo>
                  <a:pt x="144" y="248"/>
                  <a:pt x="144" y="248"/>
                  <a:pt x="144" y="248"/>
                </a:cubicBezTo>
                <a:cubicBezTo>
                  <a:pt x="112" y="248"/>
                  <a:pt x="112" y="248"/>
                  <a:pt x="112" y="248"/>
                </a:cubicBezTo>
                <a:cubicBezTo>
                  <a:pt x="112" y="243"/>
                  <a:pt x="112" y="243"/>
                  <a:pt x="112" y="243"/>
                </a:cubicBezTo>
                <a:cubicBezTo>
                  <a:pt x="112" y="237"/>
                  <a:pt x="109" y="232"/>
                  <a:pt x="104" y="229"/>
                </a:cubicBezTo>
                <a:cubicBezTo>
                  <a:pt x="82" y="217"/>
                  <a:pt x="82" y="217"/>
                  <a:pt x="82" y="217"/>
                </a:cubicBezTo>
                <a:cubicBezTo>
                  <a:pt x="78" y="215"/>
                  <a:pt x="76" y="211"/>
                  <a:pt x="76" y="207"/>
                </a:cubicBezTo>
                <a:cubicBezTo>
                  <a:pt x="76" y="202"/>
                  <a:pt x="76" y="202"/>
                  <a:pt x="76" y="202"/>
                </a:cubicBezTo>
                <a:cubicBezTo>
                  <a:pt x="124" y="219"/>
                  <a:pt x="124" y="219"/>
                  <a:pt x="124" y="219"/>
                </a:cubicBezTo>
                <a:cubicBezTo>
                  <a:pt x="124" y="240"/>
                  <a:pt x="124" y="240"/>
                  <a:pt x="124" y="240"/>
                </a:cubicBezTo>
                <a:cubicBezTo>
                  <a:pt x="132" y="240"/>
                  <a:pt x="132" y="240"/>
                  <a:pt x="132" y="240"/>
                </a:cubicBezTo>
                <a:cubicBezTo>
                  <a:pt x="132" y="216"/>
                  <a:pt x="132" y="216"/>
                  <a:pt x="132" y="216"/>
                </a:cubicBezTo>
                <a:cubicBezTo>
                  <a:pt x="132" y="214"/>
                  <a:pt x="131" y="213"/>
                  <a:pt x="129" y="212"/>
                </a:cubicBezTo>
                <a:cubicBezTo>
                  <a:pt x="76" y="194"/>
                  <a:pt x="76" y="194"/>
                  <a:pt x="76" y="194"/>
                </a:cubicBezTo>
                <a:cubicBezTo>
                  <a:pt x="76" y="176"/>
                  <a:pt x="76" y="176"/>
                  <a:pt x="76" y="176"/>
                </a:cubicBezTo>
                <a:cubicBezTo>
                  <a:pt x="88" y="176"/>
                  <a:pt x="88" y="176"/>
                  <a:pt x="88" y="176"/>
                </a:cubicBezTo>
                <a:cubicBezTo>
                  <a:pt x="88" y="168"/>
                  <a:pt x="88" y="168"/>
                  <a:pt x="88" y="168"/>
                </a:cubicBezTo>
                <a:cubicBezTo>
                  <a:pt x="72" y="168"/>
                  <a:pt x="72" y="168"/>
                  <a:pt x="72" y="168"/>
                </a:cubicBezTo>
                <a:cubicBezTo>
                  <a:pt x="72" y="160"/>
                  <a:pt x="72" y="160"/>
                  <a:pt x="72" y="160"/>
                </a:cubicBezTo>
                <a:cubicBezTo>
                  <a:pt x="80" y="160"/>
                  <a:pt x="80" y="160"/>
                  <a:pt x="80" y="160"/>
                </a:cubicBezTo>
                <a:cubicBezTo>
                  <a:pt x="80" y="152"/>
                  <a:pt x="80" y="152"/>
                  <a:pt x="80" y="152"/>
                </a:cubicBezTo>
                <a:cubicBezTo>
                  <a:pt x="68" y="152"/>
                  <a:pt x="68" y="152"/>
                  <a:pt x="68" y="152"/>
                </a:cubicBezTo>
                <a:cubicBezTo>
                  <a:pt x="66" y="152"/>
                  <a:pt x="64" y="154"/>
                  <a:pt x="64" y="156"/>
                </a:cubicBezTo>
                <a:cubicBezTo>
                  <a:pt x="64" y="168"/>
                  <a:pt x="64" y="168"/>
                  <a:pt x="64" y="168"/>
                </a:cubicBezTo>
                <a:cubicBezTo>
                  <a:pt x="64" y="171"/>
                  <a:pt x="66" y="173"/>
                  <a:pt x="68" y="175"/>
                </a:cubicBezTo>
                <a:cubicBezTo>
                  <a:pt x="68" y="191"/>
                  <a:pt x="68" y="191"/>
                  <a:pt x="68" y="191"/>
                </a:cubicBezTo>
                <a:cubicBezTo>
                  <a:pt x="52" y="185"/>
                  <a:pt x="52" y="185"/>
                  <a:pt x="52" y="185"/>
                </a:cubicBezTo>
                <a:cubicBezTo>
                  <a:pt x="52" y="172"/>
                  <a:pt x="52" y="172"/>
                  <a:pt x="52" y="172"/>
                </a:cubicBezTo>
                <a:cubicBezTo>
                  <a:pt x="44" y="172"/>
                  <a:pt x="44" y="172"/>
                  <a:pt x="44" y="172"/>
                </a:cubicBezTo>
                <a:cubicBezTo>
                  <a:pt x="44" y="188"/>
                  <a:pt x="44" y="188"/>
                  <a:pt x="44" y="188"/>
                </a:cubicBezTo>
                <a:cubicBezTo>
                  <a:pt x="44" y="190"/>
                  <a:pt x="45" y="191"/>
                  <a:pt x="47" y="192"/>
                </a:cubicBezTo>
                <a:cubicBezTo>
                  <a:pt x="68" y="199"/>
                  <a:pt x="68" y="199"/>
                  <a:pt x="68" y="199"/>
                </a:cubicBezTo>
                <a:cubicBezTo>
                  <a:pt x="68" y="207"/>
                  <a:pt x="68" y="207"/>
                  <a:pt x="68" y="207"/>
                </a:cubicBezTo>
                <a:cubicBezTo>
                  <a:pt x="68" y="214"/>
                  <a:pt x="72" y="221"/>
                  <a:pt x="78" y="224"/>
                </a:cubicBezTo>
                <a:cubicBezTo>
                  <a:pt x="100" y="236"/>
                  <a:pt x="100" y="236"/>
                  <a:pt x="100" y="236"/>
                </a:cubicBezTo>
                <a:cubicBezTo>
                  <a:pt x="102" y="237"/>
                  <a:pt x="104" y="240"/>
                  <a:pt x="104" y="243"/>
                </a:cubicBezTo>
                <a:cubicBezTo>
                  <a:pt x="104" y="252"/>
                  <a:pt x="104" y="252"/>
                  <a:pt x="104" y="252"/>
                </a:cubicBezTo>
                <a:cubicBezTo>
                  <a:pt x="104" y="254"/>
                  <a:pt x="106" y="256"/>
                  <a:pt x="108" y="256"/>
                </a:cubicBezTo>
                <a:cubicBezTo>
                  <a:pt x="148" y="256"/>
                  <a:pt x="148" y="256"/>
                  <a:pt x="148" y="256"/>
                </a:cubicBezTo>
                <a:cubicBezTo>
                  <a:pt x="150" y="256"/>
                  <a:pt x="152" y="254"/>
                  <a:pt x="152" y="252"/>
                </a:cubicBezTo>
                <a:cubicBezTo>
                  <a:pt x="152" y="243"/>
                  <a:pt x="152" y="243"/>
                  <a:pt x="152" y="243"/>
                </a:cubicBezTo>
                <a:cubicBezTo>
                  <a:pt x="152" y="240"/>
                  <a:pt x="154" y="237"/>
                  <a:pt x="156" y="236"/>
                </a:cubicBezTo>
                <a:cubicBezTo>
                  <a:pt x="178" y="224"/>
                  <a:pt x="178" y="224"/>
                  <a:pt x="178" y="224"/>
                </a:cubicBezTo>
                <a:cubicBezTo>
                  <a:pt x="184" y="221"/>
                  <a:pt x="188" y="214"/>
                  <a:pt x="188" y="207"/>
                </a:cubicBezTo>
                <a:cubicBezTo>
                  <a:pt x="188" y="175"/>
                  <a:pt x="188" y="175"/>
                  <a:pt x="188" y="175"/>
                </a:cubicBezTo>
                <a:cubicBezTo>
                  <a:pt x="190" y="173"/>
                  <a:pt x="192" y="171"/>
                  <a:pt x="192" y="168"/>
                </a:cubicBezTo>
                <a:cubicBezTo>
                  <a:pt x="192" y="156"/>
                  <a:pt x="192" y="156"/>
                  <a:pt x="192" y="156"/>
                </a:cubicBezTo>
                <a:cubicBezTo>
                  <a:pt x="192" y="154"/>
                  <a:pt x="190" y="152"/>
                  <a:pt x="188" y="152"/>
                </a:cubicBezTo>
                <a:cubicBezTo>
                  <a:pt x="132" y="152"/>
                  <a:pt x="132" y="152"/>
                  <a:pt x="132" y="152"/>
                </a:cubicBezTo>
                <a:cubicBezTo>
                  <a:pt x="132" y="143"/>
                  <a:pt x="132" y="143"/>
                  <a:pt x="132" y="143"/>
                </a:cubicBezTo>
                <a:cubicBezTo>
                  <a:pt x="138" y="142"/>
                  <a:pt x="143" y="137"/>
                  <a:pt x="144" y="131"/>
                </a:cubicBezTo>
                <a:cubicBezTo>
                  <a:pt x="145" y="123"/>
                  <a:pt x="141" y="116"/>
                  <a:pt x="134" y="113"/>
                </a:cubicBezTo>
                <a:cubicBezTo>
                  <a:pt x="133" y="113"/>
                  <a:pt x="132" y="111"/>
                  <a:pt x="132" y="110"/>
                </a:cubicBezTo>
                <a:cubicBezTo>
                  <a:pt x="132" y="88"/>
                  <a:pt x="132" y="88"/>
                  <a:pt x="132" y="88"/>
                </a:cubicBezTo>
                <a:cubicBezTo>
                  <a:pt x="136" y="88"/>
                  <a:pt x="136" y="88"/>
                  <a:pt x="136" y="88"/>
                </a:cubicBezTo>
                <a:cubicBezTo>
                  <a:pt x="145" y="88"/>
                  <a:pt x="152" y="81"/>
                  <a:pt x="152" y="72"/>
                </a:cubicBezTo>
                <a:cubicBezTo>
                  <a:pt x="152" y="64"/>
                  <a:pt x="152" y="64"/>
                  <a:pt x="152" y="64"/>
                </a:cubicBezTo>
                <a:cubicBezTo>
                  <a:pt x="256" y="64"/>
                  <a:pt x="256" y="64"/>
                  <a:pt x="256" y="64"/>
                </a:cubicBezTo>
                <a:cubicBezTo>
                  <a:pt x="256" y="56"/>
                  <a:pt x="256" y="56"/>
                  <a:pt x="256" y="56"/>
                </a:cubicBezTo>
                <a:cubicBezTo>
                  <a:pt x="188" y="56"/>
                  <a:pt x="188" y="56"/>
                  <a:pt x="188" y="56"/>
                </a:cubicBezTo>
                <a:cubicBezTo>
                  <a:pt x="222" y="8"/>
                  <a:pt x="222" y="8"/>
                  <a:pt x="222" y="8"/>
                </a:cubicBezTo>
                <a:cubicBezTo>
                  <a:pt x="226" y="8"/>
                  <a:pt x="226" y="8"/>
                  <a:pt x="226" y="8"/>
                </a:cubicBezTo>
                <a:cubicBezTo>
                  <a:pt x="249" y="42"/>
                  <a:pt x="249" y="42"/>
                  <a:pt x="249" y="42"/>
                </a:cubicBezTo>
                <a:cubicBezTo>
                  <a:pt x="255" y="38"/>
                  <a:pt x="255" y="38"/>
                  <a:pt x="255" y="38"/>
                </a:cubicBezTo>
                <a:cubicBezTo>
                  <a:pt x="235" y="8"/>
                  <a:pt x="235" y="8"/>
                  <a:pt x="235" y="8"/>
                </a:cubicBezTo>
                <a:cubicBezTo>
                  <a:pt x="256" y="8"/>
                  <a:pt x="256" y="8"/>
                  <a:pt x="256" y="8"/>
                </a:cubicBezTo>
                <a:lnTo>
                  <a:pt x="256" y="0"/>
                </a:lnTo>
                <a:close/>
                <a:moveTo>
                  <a:pt x="78" y="56"/>
                </a:moveTo>
                <a:cubicBezTo>
                  <a:pt x="44" y="8"/>
                  <a:pt x="44" y="8"/>
                  <a:pt x="44" y="8"/>
                </a:cubicBezTo>
                <a:cubicBezTo>
                  <a:pt x="116" y="8"/>
                  <a:pt x="116" y="8"/>
                  <a:pt x="116" y="8"/>
                </a:cubicBezTo>
                <a:cubicBezTo>
                  <a:pt x="82" y="56"/>
                  <a:pt x="82" y="56"/>
                  <a:pt x="82" y="56"/>
                </a:cubicBezTo>
                <a:lnTo>
                  <a:pt x="78" y="56"/>
                </a:lnTo>
                <a:close/>
                <a:moveTo>
                  <a:pt x="144" y="72"/>
                </a:moveTo>
                <a:cubicBezTo>
                  <a:pt x="144" y="76"/>
                  <a:pt x="140" y="80"/>
                  <a:pt x="136" y="80"/>
                </a:cubicBezTo>
                <a:cubicBezTo>
                  <a:pt x="120" y="80"/>
                  <a:pt x="120" y="80"/>
                  <a:pt x="120" y="80"/>
                </a:cubicBezTo>
                <a:cubicBezTo>
                  <a:pt x="116" y="80"/>
                  <a:pt x="112" y="76"/>
                  <a:pt x="112" y="72"/>
                </a:cubicBezTo>
                <a:cubicBezTo>
                  <a:pt x="112" y="64"/>
                  <a:pt x="112" y="64"/>
                  <a:pt x="112" y="64"/>
                </a:cubicBezTo>
                <a:cubicBezTo>
                  <a:pt x="144" y="64"/>
                  <a:pt x="144" y="64"/>
                  <a:pt x="144" y="64"/>
                </a:cubicBezTo>
                <a:lnTo>
                  <a:pt x="144" y="72"/>
                </a:lnTo>
                <a:close/>
                <a:moveTo>
                  <a:pt x="92" y="56"/>
                </a:moveTo>
                <a:cubicBezTo>
                  <a:pt x="126" y="8"/>
                  <a:pt x="126" y="8"/>
                  <a:pt x="126" y="8"/>
                </a:cubicBezTo>
                <a:cubicBezTo>
                  <a:pt x="130" y="8"/>
                  <a:pt x="130" y="8"/>
                  <a:pt x="130" y="8"/>
                </a:cubicBezTo>
                <a:cubicBezTo>
                  <a:pt x="164" y="56"/>
                  <a:pt x="164" y="56"/>
                  <a:pt x="164" y="56"/>
                </a:cubicBezTo>
                <a:lnTo>
                  <a:pt x="92" y="56"/>
                </a:lnTo>
                <a:close/>
                <a:moveTo>
                  <a:pt x="178" y="56"/>
                </a:moveTo>
                <a:cubicBezTo>
                  <a:pt x="174" y="56"/>
                  <a:pt x="174" y="56"/>
                  <a:pt x="174" y="56"/>
                </a:cubicBezTo>
                <a:cubicBezTo>
                  <a:pt x="140" y="8"/>
                  <a:pt x="140" y="8"/>
                  <a:pt x="140" y="8"/>
                </a:cubicBezTo>
                <a:cubicBezTo>
                  <a:pt x="212" y="8"/>
                  <a:pt x="212" y="8"/>
                  <a:pt x="212" y="8"/>
                </a:cubicBezTo>
                <a:lnTo>
                  <a:pt x="178" y="5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64" name="Freeform 58">
            <a:extLst>
              <a:ext uri="{FF2B5EF4-FFF2-40B4-BE49-F238E27FC236}">
                <a16:creationId xmlns:a16="http://schemas.microsoft.com/office/drawing/2014/main" id="{CE52A9E2-1F71-468B-B393-0227E5BC8A8D}"/>
              </a:ext>
            </a:extLst>
          </p:cNvPr>
          <p:cNvSpPr>
            <a:spLocks noChangeAspect="1" noEditPoints="1"/>
          </p:cNvSpPr>
          <p:nvPr/>
        </p:nvSpPr>
        <p:spPr bwMode="auto">
          <a:xfrm>
            <a:off x="11242594" y="1466823"/>
            <a:ext cx="349250" cy="387350"/>
          </a:xfrm>
          <a:custGeom>
            <a:avLst/>
            <a:gdLst>
              <a:gd name="T0" fmla="*/ 224 w 224"/>
              <a:gd name="T1" fmla="*/ 108 h 248"/>
              <a:gd name="T2" fmla="*/ 147 w 224"/>
              <a:gd name="T3" fmla="*/ 108 h 248"/>
              <a:gd name="T4" fmla="*/ 159 w 224"/>
              <a:gd name="T5" fmla="*/ 135 h 248"/>
              <a:gd name="T6" fmla="*/ 204 w 224"/>
              <a:gd name="T7" fmla="*/ 135 h 248"/>
              <a:gd name="T8" fmla="*/ 216 w 224"/>
              <a:gd name="T9" fmla="*/ 108 h 248"/>
              <a:gd name="T10" fmla="*/ 186 w 224"/>
              <a:gd name="T11" fmla="*/ 75 h 248"/>
              <a:gd name="T12" fmla="*/ 197 w 224"/>
              <a:gd name="T13" fmla="*/ 139 h 248"/>
              <a:gd name="T14" fmla="*/ 182 w 224"/>
              <a:gd name="T15" fmla="*/ 116 h 248"/>
              <a:gd name="T16" fmla="*/ 178 w 224"/>
              <a:gd name="T17" fmla="*/ 75 h 248"/>
              <a:gd name="T18" fmla="*/ 178 w 224"/>
              <a:gd name="T19" fmla="*/ 74 h 248"/>
              <a:gd name="T20" fmla="*/ 198 w 224"/>
              <a:gd name="T21" fmla="*/ 162 h 248"/>
              <a:gd name="T22" fmla="*/ 111 w 224"/>
              <a:gd name="T23" fmla="*/ 203 h 248"/>
              <a:gd name="T24" fmla="*/ 113 w 224"/>
              <a:gd name="T25" fmla="*/ 191 h 248"/>
              <a:gd name="T26" fmla="*/ 93 w 224"/>
              <a:gd name="T27" fmla="*/ 192 h 248"/>
              <a:gd name="T28" fmla="*/ 98 w 224"/>
              <a:gd name="T29" fmla="*/ 175 h 248"/>
              <a:gd name="T30" fmla="*/ 88 w 224"/>
              <a:gd name="T31" fmla="*/ 179 h 248"/>
              <a:gd name="T32" fmla="*/ 70 w 224"/>
              <a:gd name="T33" fmla="*/ 143 h 248"/>
              <a:gd name="T34" fmla="*/ 62 w 224"/>
              <a:gd name="T35" fmla="*/ 160 h 248"/>
              <a:gd name="T36" fmla="*/ 111 w 224"/>
              <a:gd name="T37" fmla="*/ 76 h 248"/>
              <a:gd name="T38" fmla="*/ 42 w 224"/>
              <a:gd name="T39" fmla="*/ 135 h 248"/>
              <a:gd name="T40" fmla="*/ 33 w 224"/>
              <a:gd name="T41" fmla="*/ 147 h 248"/>
              <a:gd name="T42" fmla="*/ 0 w 224"/>
              <a:gd name="T43" fmla="*/ 243 h 248"/>
              <a:gd name="T44" fmla="*/ 8 w 224"/>
              <a:gd name="T45" fmla="*/ 244 h 248"/>
              <a:gd name="T46" fmla="*/ 28 w 224"/>
              <a:gd name="T47" fmla="*/ 160 h 248"/>
              <a:gd name="T48" fmla="*/ 65 w 224"/>
              <a:gd name="T49" fmla="*/ 169 h 248"/>
              <a:gd name="T50" fmla="*/ 86 w 224"/>
              <a:gd name="T51" fmla="*/ 197 h 248"/>
              <a:gd name="T52" fmla="*/ 107 w 224"/>
              <a:gd name="T53" fmla="*/ 209 h 248"/>
              <a:gd name="T54" fmla="*/ 150 w 224"/>
              <a:gd name="T55" fmla="*/ 247 h 248"/>
              <a:gd name="T56" fmla="*/ 204 w 224"/>
              <a:gd name="T57" fmla="*/ 156 h 248"/>
              <a:gd name="T58" fmla="*/ 147 w 224"/>
              <a:gd name="T59" fmla="*/ 159 h 248"/>
              <a:gd name="T60" fmla="*/ 139 w 224"/>
              <a:gd name="T61" fmla="*/ 159 h 248"/>
              <a:gd name="T62" fmla="*/ 135 w 224"/>
              <a:gd name="T63" fmla="*/ 155 h 248"/>
              <a:gd name="T64" fmla="*/ 120 w 224"/>
              <a:gd name="T65" fmla="*/ 62 h 248"/>
              <a:gd name="T66" fmla="*/ 112 w 224"/>
              <a:gd name="T67" fmla="*/ 163 h 248"/>
              <a:gd name="T68" fmla="*/ 158 w 224"/>
              <a:gd name="T69" fmla="*/ 167 h 248"/>
              <a:gd name="T70" fmla="*/ 170 w 224"/>
              <a:gd name="T71" fmla="*/ 155 h 248"/>
              <a:gd name="T72" fmla="*/ 155 w 224"/>
              <a:gd name="T73" fmla="*/ 159 h 248"/>
              <a:gd name="T74" fmla="*/ 131 w 224"/>
              <a:gd name="T75" fmla="*/ 174 h 248"/>
              <a:gd name="T76" fmla="*/ 124 w 224"/>
              <a:gd name="T77" fmla="*/ 147 h 248"/>
              <a:gd name="T78" fmla="*/ 143 w 224"/>
              <a:gd name="T79" fmla="*/ 66 h 248"/>
              <a:gd name="T80" fmla="*/ 151 w 224"/>
              <a:gd name="T81" fmla="*/ 62 h 248"/>
              <a:gd name="T82" fmla="*/ 139 w 224"/>
              <a:gd name="T83" fmla="*/ 50 h 248"/>
              <a:gd name="T84" fmla="*/ 152 w 224"/>
              <a:gd name="T85" fmla="*/ 21 h 248"/>
              <a:gd name="T86" fmla="*/ 136 w 224"/>
              <a:gd name="T87" fmla="*/ 0 h 248"/>
              <a:gd name="T88" fmla="*/ 131 w 224"/>
              <a:gd name="T89" fmla="*/ 0 h 248"/>
              <a:gd name="T90" fmla="*/ 145 w 224"/>
              <a:gd name="T91" fmla="*/ 25 h 248"/>
              <a:gd name="T92" fmla="*/ 139 w 224"/>
              <a:gd name="T93" fmla="*/ 39 h 248"/>
              <a:gd name="T94" fmla="*/ 131 w 224"/>
              <a:gd name="T95" fmla="*/ 42 h 248"/>
              <a:gd name="T96" fmla="*/ 120 w 224"/>
              <a:gd name="T97" fmla="*/ 27 h 248"/>
              <a:gd name="T98" fmla="*/ 131 w 224"/>
              <a:gd name="T99" fmla="*/ 50 h 248"/>
              <a:gd name="T100" fmla="*/ 35 w 224"/>
              <a:gd name="T101" fmla="*/ 179 h 248"/>
              <a:gd name="T102" fmla="*/ 31 w 224"/>
              <a:gd name="T103" fmla="*/ 244 h 248"/>
              <a:gd name="T104" fmla="*/ 39 w 224"/>
              <a:gd name="T105" fmla="*/ 243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248">
                <a:moveTo>
                  <a:pt x="139" y="108"/>
                </a:moveTo>
                <a:cubicBezTo>
                  <a:pt x="139" y="132"/>
                  <a:pt x="158" y="151"/>
                  <a:pt x="182" y="151"/>
                </a:cubicBezTo>
                <a:cubicBezTo>
                  <a:pt x="205" y="151"/>
                  <a:pt x="224" y="132"/>
                  <a:pt x="224" y="108"/>
                </a:cubicBezTo>
                <a:cubicBezTo>
                  <a:pt x="224" y="85"/>
                  <a:pt x="205" y="66"/>
                  <a:pt x="182" y="66"/>
                </a:cubicBezTo>
                <a:cubicBezTo>
                  <a:pt x="158" y="66"/>
                  <a:pt x="139" y="85"/>
                  <a:pt x="139" y="108"/>
                </a:cubicBezTo>
                <a:close/>
                <a:moveTo>
                  <a:pt x="147" y="108"/>
                </a:moveTo>
                <a:cubicBezTo>
                  <a:pt x="147" y="107"/>
                  <a:pt x="147" y="106"/>
                  <a:pt x="147" y="104"/>
                </a:cubicBezTo>
                <a:cubicBezTo>
                  <a:pt x="175" y="111"/>
                  <a:pt x="175" y="111"/>
                  <a:pt x="175" y="111"/>
                </a:cubicBezTo>
                <a:cubicBezTo>
                  <a:pt x="159" y="135"/>
                  <a:pt x="159" y="135"/>
                  <a:pt x="159" y="135"/>
                </a:cubicBezTo>
                <a:cubicBezTo>
                  <a:pt x="152" y="129"/>
                  <a:pt x="147" y="119"/>
                  <a:pt x="147" y="108"/>
                </a:cubicBezTo>
                <a:close/>
                <a:moveTo>
                  <a:pt x="216" y="108"/>
                </a:moveTo>
                <a:cubicBezTo>
                  <a:pt x="216" y="119"/>
                  <a:pt x="211" y="129"/>
                  <a:pt x="204" y="135"/>
                </a:cubicBezTo>
                <a:cubicBezTo>
                  <a:pt x="188" y="111"/>
                  <a:pt x="188" y="111"/>
                  <a:pt x="188" y="111"/>
                </a:cubicBezTo>
                <a:cubicBezTo>
                  <a:pt x="216" y="104"/>
                  <a:pt x="216" y="104"/>
                  <a:pt x="216" y="104"/>
                </a:cubicBezTo>
                <a:cubicBezTo>
                  <a:pt x="216" y="106"/>
                  <a:pt x="216" y="107"/>
                  <a:pt x="216" y="108"/>
                </a:cubicBezTo>
                <a:close/>
                <a:moveTo>
                  <a:pt x="214" y="96"/>
                </a:moveTo>
                <a:cubicBezTo>
                  <a:pt x="186" y="103"/>
                  <a:pt x="186" y="103"/>
                  <a:pt x="186" y="103"/>
                </a:cubicBezTo>
                <a:cubicBezTo>
                  <a:pt x="186" y="75"/>
                  <a:pt x="186" y="75"/>
                  <a:pt x="186" y="75"/>
                </a:cubicBezTo>
                <a:cubicBezTo>
                  <a:pt x="186" y="75"/>
                  <a:pt x="185" y="74"/>
                  <a:pt x="185" y="74"/>
                </a:cubicBezTo>
                <a:cubicBezTo>
                  <a:pt x="199" y="75"/>
                  <a:pt x="209" y="84"/>
                  <a:pt x="214" y="96"/>
                </a:cubicBezTo>
                <a:close/>
                <a:moveTo>
                  <a:pt x="197" y="139"/>
                </a:moveTo>
                <a:cubicBezTo>
                  <a:pt x="193" y="142"/>
                  <a:pt x="187" y="143"/>
                  <a:pt x="182" y="143"/>
                </a:cubicBezTo>
                <a:cubicBezTo>
                  <a:pt x="176" y="143"/>
                  <a:pt x="171" y="142"/>
                  <a:pt x="166" y="139"/>
                </a:cubicBezTo>
                <a:cubicBezTo>
                  <a:pt x="182" y="116"/>
                  <a:pt x="182" y="116"/>
                  <a:pt x="182" y="116"/>
                </a:cubicBezTo>
                <a:lnTo>
                  <a:pt x="197" y="139"/>
                </a:lnTo>
                <a:close/>
                <a:moveTo>
                  <a:pt x="178" y="74"/>
                </a:moveTo>
                <a:cubicBezTo>
                  <a:pt x="178" y="74"/>
                  <a:pt x="178" y="75"/>
                  <a:pt x="178" y="75"/>
                </a:cubicBezTo>
                <a:cubicBezTo>
                  <a:pt x="178" y="103"/>
                  <a:pt x="178" y="103"/>
                  <a:pt x="178" y="103"/>
                </a:cubicBezTo>
                <a:cubicBezTo>
                  <a:pt x="149" y="96"/>
                  <a:pt x="149" y="96"/>
                  <a:pt x="149" y="96"/>
                </a:cubicBezTo>
                <a:cubicBezTo>
                  <a:pt x="154" y="84"/>
                  <a:pt x="165" y="75"/>
                  <a:pt x="178" y="74"/>
                </a:cubicBezTo>
                <a:close/>
                <a:moveTo>
                  <a:pt x="204" y="156"/>
                </a:moveTo>
                <a:cubicBezTo>
                  <a:pt x="202" y="154"/>
                  <a:pt x="200" y="154"/>
                  <a:pt x="198" y="156"/>
                </a:cubicBezTo>
                <a:cubicBezTo>
                  <a:pt x="197" y="157"/>
                  <a:pt x="197" y="160"/>
                  <a:pt x="198" y="162"/>
                </a:cubicBezTo>
                <a:cubicBezTo>
                  <a:pt x="211" y="174"/>
                  <a:pt x="211" y="174"/>
                  <a:pt x="211" y="174"/>
                </a:cubicBezTo>
                <a:cubicBezTo>
                  <a:pt x="147" y="238"/>
                  <a:pt x="147" y="238"/>
                  <a:pt x="147" y="238"/>
                </a:cubicBezTo>
                <a:cubicBezTo>
                  <a:pt x="111" y="203"/>
                  <a:pt x="111" y="203"/>
                  <a:pt x="111" y="203"/>
                </a:cubicBezTo>
                <a:cubicBezTo>
                  <a:pt x="119" y="197"/>
                  <a:pt x="119" y="197"/>
                  <a:pt x="119" y="197"/>
                </a:cubicBezTo>
                <a:cubicBezTo>
                  <a:pt x="120" y="195"/>
                  <a:pt x="120" y="193"/>
                  <a:pt x="119" y="191"/>
                </a:cubicBezTo>
                <a:cubicBezTo>
                  <a:pt x="117" y="189"/>
                  <a:pt x="115" y="189"/>
                  <a:pt x="113" y="191"/>
                </a:cubicBezTo>
                <a:cubicBezTo>
                  <a:pt x="102" y="200"/>
                  <a:pt x="102" y="200"/>
                  <a:pt x="102" y="200"/>
                </a:cubicBezTo>
                <a:cubicBezTo>
                  <a:pt x="102" y="200"/>
                  <a:pt x="102" y="200"/>
                  <a:pt x="102" y="200"/>
                </a:cubicBezTo>
                <a:cubicBezTo>
                  <a:pt x="93" y="192"/>
                  <a:pt x="93" y="192"/>
                  <a:pt x="93" y="192"/>
                </a:cubicBezTo>
                <a:cubicBezTo>
                  <a:pt x="103" y="181"/>
                  <a:pt x="103" y="181"/>
                  <a:pt x="103" y="181"/>
                </a:cubicBezTo>
                <a:cubicBezTo>
                  <a:pt x="105" y="179"/>
                  <a:pt x="105" y="177"/>
                  <a:pt x="103" y="175"/>
                </a:cubicBezTo>
                <a:cubicBezTo>
                  <a:pt x="102" y="174"/>
                  <a:pt x="99" y="174"/>
                  <a:pt x="98" y="175"/>
                </a:cubicBezTo>
                <a:cubicBezTo>
                  <a:pt x="90" y="183"/>
                  <a:pt x="90" y="183"/>
                  <a:pt x="90" y="183"/>
                </a:cubicBezTo>
                <a:cubicBezTo>
                  <a:pt x="89" y="181"/>
                  <a:pt x="89" y="181"/>
                  <a:pt x="89" y="181"/>
                </a:cubicBezTo>
                <a:cubicBezTo>
                  <a:pt x="89" y="180"/>
                  <a:pt x="88" y="179"/>
                  <a:pt x="88" y="179"/>
                </a:cubicBezTo>
                <a:cubicBezTo>
                  <a:pt x="70" y="162"/>
                  <a:pt x="70" y="162"/>
                  <a:pt x="70" y="162"/>
                </a:cubicBezTo>
                <a:cubicBezTo>
                  <a:pt x="70" y="162"/>
                  <a:pt x="70" y="162"/>
                  <a:pt x="70" y="162"/>
                </a:cubicBezTo>
                <a:cubicBezTo>
                  <a:pt x="70" y="143"/>
                  <a:pt x="70" y="143"/>
                  <a:pt x="70" y="143"/>
                </a:cubicBezTo>
                <a:cubicBezTo>
                  <a:pt x="70" y="141"/>
                  <a:pt x="68" y="139"/>
                  <a:pt x="66" y="139"/>
                </a:cubicBezTo>
                <a:cubicBezTo>
                  <a:pt x="63" y="139"/>
                  <a:pt x="62" y="141"/>
                  <a:pt x="62" y="143"/>
                </a:cubicBezTo>
                <a:cubicBezTo>
                  <a:pt x="62" y="160"/>
                  <a:pt x="62" y="160"/>
                  <a:pt x="62" y="160"/>
                </a:cubicBezTo>
                <a:cubicBezTo>
                  <a:pt x="38" y="158"/>
                  <a:pt x="38" y="158"/>
                  <a:pt x="38" y="158"/>
                </a:cubicBezTo>
                <a:cubicBezTo>
                  <a:pt x="48" y="140"/>
                  <a:pt x="48" y="140"/>
                  <a:pt x="48" y="140"/>
                </a:cubicBezTo>
                <a:cubicBezTo>
                  <a:pt x="111" y="76"/>
                  <a:pt x="111" y="76"/>
                  <a:pt x="111" y="76"/>
                </a:cubicBezTo>
                <a:cubicBezTo>
                  <a:pt x="113" y="75"/>
                  <a:pt x="113" y="72"/>
                  <a:pt x="111" y="71"/>
                </a:cubicBezTo>
                <a:cubicBezTo>
                  <a:pt x="109" y="69"/>
                  <a:pt x="107" y="69"/>
                  <a:pt x="105" y="71"/>
                </a:cubicBezTo>
                <a:cubicBezTo>
                  <a:pt x="42" y="135"/>
                  <a:pt x="42" y="135"/>
                  <a:pt x="42" y="135"/>
                </a:cubicBezTo>
                <a:cubicBezTo>
                  <a:pt x="42" y="135"/>
                  <a:pt x="42" y="135"/>
                  <a:pt x="41" y="135"/>
                </a:cubicBezTo>
                <a:cubicBezTo>
                  <a:pt x="35" y="147"/>
                  <a:pt x="35" y="147"/>
                  <a:pt x="35" y="147"/>
                </a:cubicBezTo>
                <a:cubicBezTo>
                  <a:pt x="34" y="147"/>
                  <a:pt x="34" y="147"/>
                  <a:pt x="33" y="147"/>
                </a:cubicBezTo>
                <a:cubicBezTo>
                  <a:pt x="27" y="150"/>
                  <a:pt x="27" y="150"/>
                  <a:pt x="27" y="150"/>
                </a:cubicBezTo>
                <a:cubicBezTo>
                  <a:pt x="15" y="156"/>
                  <a:pt x="7" y="168"/>
                  <a:pt x="6" y="181"/>
                </a:cubicBezTo>
                <a:cubicBezTo>
                  <a:pt x="0" y="243"/>
                  <a:pt x="0" y="243"/>
                  <a:pt x="0" y="243"/>
                </a:cubicBezTo>
                <a:cubicBezTo>
                  <a:pt x="0" y="246"/>
                  <a:pt x="1" y="248"/>
                  <a:pt x="3" y="248"/>
                </a:cubicBezTo>
                <a:cubicBezTo>
                  <a:pt x="4" y="248"/>
                  <a:pt x="4" y="248"/>
                  <a:pt x="4" y="248"/>
                </a:cubicBezTo>
                <a:cubicBezTo>
                  <a:pt x="6" y="248"/>
                  <a:pt x="8" y="246"/>
                  <a:pt x="8" y="244"/>
                </a:cubicBezTo>
                <a:cubicBezTo>
                  <a:pt x="14" y="182"/>
                  <a:pt x="14" y="182"/>
                  <a:pt x="14" y="182"/>
                </a:cubicBezTo>
                <a:cubicBezTo>
                  <a:pt x="15" y="172"/>
                  <a:pt x="20" y="164"/>
                  <a:pt x="29" y="159"/>
                </a:cubicBezTo>
                <a:cubicBezTo>
                  <a:pt x="28" y="160"/>
                  <a:pt x="28" y="160"/>
                  <a:pt x="28" y="160"/>
                </a:cubicBezTo>
                <a:cubicBezTo>
                  <a:pt x="27" y="161"/>
                  <a:pt x="27" y="163"/>
                  <a:pt x="28" y="164"/>
                </a:cubicBezTo>
                <a:cubicBezTo>
                  <a:pt x="28" y="165"/>
                  <a:pt x="30" y="166"/>
                  <a:pt x="31" y="166"/>
                </a:cubicBezTo>
                <a:cubicBezTo>
                  <a:pt x="65" y="169"/>
                  <a:pt x="65" y="169"/>
                  <a:pt x="65" y="169"/>
                </a:cubicBezTo>
                <a:cubicBezTo>
                  <a:pt x="81" y="184"/>
                  <a:pt x="81" y="184"/>
                  <a:pt x="81" y="184"/>
                </a:cubicBezTo>
                <a:cubicBezTo>
                  <a:pt x="85" y="195"/>
                  <a:pt x="85" y="195"/>
                  <a:pt x="85" y="195"/>
                </a:cubicBezTo>
                <a:cubicBezTo>
                  <a:pt x="85" y="195"/>
                  <a:pt x="86" y="196"/>
                  <a:pt x="86" y="197"/>
                </a:cubicBezTo>
                <a:cubicBezTo>
                  <a:pt x="100" y="209"/>
                  <a:pt x="100" y="209"/>
                  <a:pt x="100" y="209"/>
                </a:cubicBezTo>
                <a:cubicBezTo>
                  <a:pt x="101" y="209"/>
                  <a:pt x="102" y="210"/>
                  <a:pt x="103" y="210"/>
                </a:cubicBezTo>
                <a:cubicBezTo>
                  <a:pt x="107" y="209"/>
                  <a:pt x="107" y="209"/>
                  <a:pt x="107" y="209"/>
                </a:cubicBezTo>
                <a:cubicBezTo>
                  <a:pt x="144" y="247"/>
                  <a:pt x="144" y="247"/>
                  <a:pt x="144" y="247"/>
                </a:cubicBezTo>
                <a:cubicBezTo>
                  <a:pt x="145" y="247"/>
                  <a:pt x="146" y="248"/>
                  <a:pt x="147" y="248"/>
                </a:cubicBezTo>
                <a:cubicBezTo>
                  <a:pt x="148" y="248"/>
                  <a:pt x="149" y="247"/>
                  <a:pt x="150" y="247"/>
                </a:cubicBezTo>
                <a:cubicBezTo>
                  <a:pt x="219" y="177"/>
                  <a:pt x="219" y="177"/>
                  <a:pt x="219" y="177"/>
                </a:cubicBezTo>
                <a:cubicBezTo>
                  <a:pt x="221" y="175"/>
                  <a:pt x="221" y="173"/>
                  <a:pt x="219" y="171"/>
                </a:cubicBezTo>
                <a:lnTo>
                  <a:pt x="204" y="156"/>
                </a:lnTo>
                <a:close/>
                <a:moveTo>
                  <a:pt x="123" y="159"/>
                </a:moveTo>
                <a:cubicBezTo>
                  <a:pt x="123" y="165"/>
                  <a:pt x="129" y="170"/>
                  <a:pt x="135" y="170"/>
                </a:cubicBezTo>
                <a:cubicBezTo>
                  <a:pt x="142" y="170"/>
                  <a:pt x="147" y="165"/>
                  <a:pt x="147" y="159"/>
                </a:cubicBezTo>
                <a:cubicBezTo>
                  <a:pt x="147" y="152"/>
                  <a:pt x="142" y="147"/>
                  <a:pt x="135" y="147"/>
                </a:cubicBezTo>
                <a:cubicBezTo>
                  <a:pt x="129" y="147"/>
                  <a:pt x="123" y="152"/>
                  <a:pt x="123" y="159"/>
                </a:cubicBezTo>
                <a:close/>
                <a:moveTo>
                  <a:pt x="139" y="159"/>
                </a:moveTo>
                <a:cubicBezTo>
                  <a:pt x="139" y="161"/>
                  <a:pt x="137" y="162"/>
                  <a:pt x="135" y="162"/>
                </a:cubicBezTo>
                <a:cubicBezTo>
                  <a:pt x="133" y="162"/>
                  <a:pt x="131" y="161"/>
                  <a:pt x="131" y="159"/>
                </a:cubicBezTo>
                <a:cubicBezTo>
                  <a:pt x="131" y="157"/>
                  <a:pt x="133" y="155"/>
                  <a:pt x="135" y="155"/>
                </a:cubicBezTo>
                <a:cubicBezTo>
                  <a:pt x="137" y="155"/>
                  <a:pt x="139" y="157"/>
                  <a:pt x="139" y="159"/>
                </a:cubicBezTo>
                <a:close/>
                <a:moveTo>
                  <a:pt x="124" y="58"/>
                </a:moveTo>
                <a:cubicBezTo>
                  <a:pt x="121" y="58"/>
                  <a:pt x="120" y="60"/>
                  <a:pt x="120" y="62"/>
                </a:cubicBezTo>
                <a:cubicBezTo>
                  <a:pt x="120" y="140"/>
                  <a:pt x="120" y="140"/>
                  <a:pt x="120" y="140"/>
                </a:cubicBezTo>
                <a:cubicBezTo>
                  <a:pt x="115" y="142"/>
                  <a:pt x="112" y="146"/>
                  <a:pt x="112" y="151"/>
                </a:cubicBezTo>
                <a:cubicBezTo>
                  <a:pt x="112" y="163"/>
                  <a:pt x="112" y="163"/>
                  <a:pt x="112" y="163"/>
                </a:cubicBezTo>
                <a:cubicBezTo>
                  <a:pt x="112" y="173"/>
                  <a:pt x="121" y="182"/>
                  <a:pt x="131" y="182"/>
                </a:cubicBezTo>
                <a:cubicBezTo>
                  <a:pt x="139" y="182"/>
                  <a:pt x="139" y="182"/>
                  <a:pt x="139" y="182"/>
                </a:cubicBezTo>
                <a:cubicBezTo>
                  <a:pt x="148" y="182"/>
                  <a:pt x="156" y="175"/>
                  <a:pt x="158" y="167"/>
                </a:cubicBezTo>
                <a:cubicBezTo>
                  <a:pt x="166" y="167"/>
                  <a:pt x="166" y="167"/>
                  <a:pt x="166" y="167"/>
                </a:cubicBezTo>
                <a:cubicBezTo>
                  <a:pt x="168" y="167"/>
                  <a:pt x="170" y="165"/>
                  <a:pt x="170" y="163"/>
                </a:cubicBezTo>
                <a:cubicBezTo>
                  <a:pt x="170" y="155"/>
                  <a:pt x="170" y="155"/>
                  <a:pt x="170" y="155"/>
                </a:cubicBezTo>
                <a:cubicBezTo>
                  <a:pt x="162" y="155"/>
                  <a:pt x="162" y="155"/>
                  <a:pt x="162" y="155"/>
                </a:cubicBezTo>
                <a:cubicBezTo>
                  <a:pt x="162" y="159"/>
                  <a:pt x="162" y="159"/>
                  <a:pt x="162" y="159"/>
                </a:cubicBezTo>
                <a:cubicBezTo>
                  <a:pt x="155" y="159"/>
                  <a:pt x="155" y="159"/>
                  <a:pt x="155" y="159"/>
                </a:cubicBezTo>
                <a:cubicBezTo>
                  <a:pt x="152" y="159"/>
                  <a:pt x="151" y="160"/>
                  <a:pt x="151" y="163"/>
                </a:cubicBezTo>
                <a:cubicBezTo>
                  <a:pt x="151" y="169"/>
                  <a:pt x="145" y="174"/>
                  <a:pt x="139" y="174"/>
                </a:cubicBezTo>
                <a:cubicBezTo>
                  <a:pt x="131" y="174"/>
                  <a:pt x="131" y="174"/>
                  <a:pt x="131" y="174"/>
                </a:cubicBezTo>
                <a:cubicBezTo>
                  <a:pt x="125" y="174"/>
                  <a:pt x="120" y="169"/>
                  <a:pt x="120" y="163"/>
                </a:cubicBezTo>
                <a:cubicBezTo>
                  <a:pt x="120" y="151"/>
                  <a:pt x="120" y="151"/>
                  <a:pt x="120" y="151"/>
                </a:cubicBezTo>
                <a:cubicBezTo>
                  <a:pt x="120" y="149"/>
                  <a:pt x="122" y="147"/>
                  <a:pt x="124" y="147"/>
                </a:cubicBezTo>
                <a:cubicBezTo>
                  <a:pt x="126" y="147"/>
                  <a:pt x="128" y="145"/>
                  <a:pt x="128" y="143"/>
                </a:cubicBezTo>
                <a:cubicBezTo>
                  <a:pt x="128" y="66"/>
                  <a:pt x="128" y="66"/>
                  <a:pt x="128" y="66"/>
                </a:cubicBezTo>
                <a:cubicBezTo>
                  <a:pt x="143" y="66"/>
                  <a:pt x="143" y="66"/>
                  <a:pt x="143" y="66"/>
                </a:cubicBezTo>
                <a:cubicBezTo>
                  <a:pt x="143" y="70"/>
                  <a:pt x="143" y="70"/>
                  <a:pt x="143" y="70"/>
                </a:cubicBezTo>
                <a:cubicBezTo>
                  <a:pt x="151" y="70"/>
                  <a:pt x="151" y="70"/>
                  <a:pt x="151" y="70"/>
                </a:cubicBezTo>
                <a:cubicBezTo>
                  <a:pt x="151" y="62"/>
                  <a:pt x="151" y="62"/>
                  <a:pt x="151" y="62"/>
                </a:cubicBezTo>
                <a:cubicBezTo>
                  <a:pt x="151" y="60"/>
                  <a:pt x="149" y="58"/>
                  <a:pt x="147" y="58"/>
                </a:cubicBezTo>
                <a:cubicBezTo>
                  <a:pt x="139" y="58"/>
                  <a:pt x="139" y="58"/>
                  <a:pt x="139" y="58"/>
                </a:cubicBezTo>
                <a:cubicBezTo>
                  <a:pt x="139" y="50"/>
                  <a:pt x="139" y="50"/>
                  <a:pt x="139" y="50"/>
                </a:cubicBezTo>
                <a:cubicBezTo>
                  <a:pt x="139" y="50"/>
                  <a:pt x="140" y="50"/>
                  <a:pt x="140" y="50"/>
                </a:cubicBezTo>
                <a:cubicBezTo>
                  <a:pt x="147" y="48"/>
                  <a:pt x="153" y="43"/>
                  <a:pt x="154" y="36"/>
                </a:cubicBezTo>
                <a:cubicBezTo>
                  <a:pt x="155" y="30"/>
                  <a:pt x="154" y="25"/>
                  <a:pt x="152" y="21"/>
                </a:cubicBezTo>
                <a:cubicBezTo>
                  <a:pt x="149" y="16"/>
                  <a:pt x="144" y="13"/>
                  <a:pt x="139" y="12"/>
                </a:cubicBezTo>
                <a:cubicBezTo>
                  <a:pt x="139" y="0"/>
                  <a:pt x="139" y="0"/>
                  <a:pt x="139" y="0"/>
                </a:cubicBezTo>
                <a:cubicBezTo>
                  <a:pt x="136" y="0"/>
                  <a:pt x="136" y="0"/>
                  <a:pt x="136" y="0"/>
                </a:cubicBezTo>
                <a:cubicBezTo>
                  <a:pt x="136" y="0"/>
                  <a:pt x="135" y="0"/>
                  <a:pt x="135" y="0"/>
                </a:cubicBezTo>
                <a:cubicBezTo>
                  <a:pt x="135" y="0"/>
                  <a:pt x="135" y="0"/>
                  <a:pt x="135" y="0"/>
                </a:cubicBezTo>
                <a:cubicBezTo>
                  <a:pt x="131" y="0"/>
                  <a:pt x="131" y="0"/>
                  <a:pt x="131" y="0"/>
                </a:cubicBezTo>
                <a:cubicBezTo>
                  <a:pt x="131" y="12"/>
                  <a:pt x="131" y="12"/>
                  <a:pt x="131" y="12"/>
                </a:cubicBezTo>
                <a:cubicBezTo>
                  <a:pt x="131" y="16"/>
                  <a:pt x="134" y="19"/>
                  <a:pt x="138" y="20"/>
                </a:cubicBezTo>
                <a:cubicBezTo>
                  <a:pt x="141" y="21"/>
                  <a:pt x="143" y="22"/>
                  <a:pt x="145" y="25"/>
                </a:cubicBezTo>
                <a:cubicBezTo>
                  <a:pt x="147" y="28"/>
                  <a:pt x="147" y="31"/>
                  <a:pt x="146" y="34"/>
                </a:cubicBezTo>
                <a:cubicBezTo>
                  <a:pt x="146" y="38"/>
                  <a:pt x="143" y="41"/>
                  <a:pt x="139" y="42"/>
                </a:cubicBezTo>
                <a:cubicBezTo>
                  <a:pt x="139" y="39"/>
                  <a:pt x="139" y="39"/>
                  <a:pt x="139" y="39"/>
                </a:cubicBezTo>
                <a:cubicBezTo>
                  <a:pt x="139" y="37"/>
                  <a:pt x="137" y="35"/>
                  <a:pt x="135" y="35"/>
                </a:cubicBezTo>
                <a:cubicBezTo>
                  <a:pt x="133" y="35"/>
                  <a:pt x="131" y="37"/>
                  <a:pt x="131" y="39"/>
                </a:cubicBezTo>
                <a:cubicBezTo>
                  <a:pt x="131" y="42"/>
                  <a:pt x="131" y="42"/>
                  <a:pt x="131" y="42"/>
                </a:cubicBezTo>
                <a:cubicBezTo>
                  <a:pt x="130" y="41"/>
                  <a:pt x="129" y="41"/>
                  <a:pt x="128" y="40"/>
                </a:cubicBezTo>
                <a:cubicBezTo>
                  <a:pt x="125" y="38"/>
                  <a:pt x="124" y="35"/>
                  <a:pt x="124" y="31"/>
                </a:cubicBezTo>
                <a:cubicBezTo>
                  <a:pt x="124" y="29"/>
                  <a:pt x="122" y="27"/>
                  <a:pt x="120" y="27"/>
                </a:cubicBezTo>
                <a:cubicBezTo>
                  <a:pt x="118" y="27"/>
                  <a:pt x="116" y="29"/>
                  <a:pt x="116" y="31"/>
                </a:cubicBezTo>
                <a:cubicBezTo>
                  <a:pt x="116" y="37"/>
                  <a:pt x="118" y="43"/>
                  <a:pt x="123" y="46"/>
                </a:cubicBezTo>
                <a:cubicBezTo>
                  <a:pt x="125" y="48"/>
                  <a:pt x="128" y="50"/>
                  <a:pt x="131" y="50"/>
                </a:cubicBezTo>
                <a:cubicBezTo>
                  <a:pt x="131" y="58"/>
                  <a:pt x="131" y="58"/>
                  <a:pt x="131" y="58"/>
                </a:cubicBezTo>
                <a:lnTo>
                  <a:pt x="124" y="58"/>
                </a:lnTo>
                <a:close/>
                <a:moveTo>
                  <a:pt x="35" y="179"/>
                </a:moveTo>
                <a:cubicBezTo>
                  <a:pt x="35" y="177"/>
                  <a:pt x="34" y="174"/>
                  <a:pt x="31" y="174"/>
                </a:cubicBezTo>
                <a:cubicBezTo>
                  <a:pt x="29" y="174"/>
                  <a:pt x="27" y="175"/>
                  <a:pt x="27" y="177"/>
                </a:cubicBezTo>
                <a:cubicBezTo>
                  <a:pt x="23" y="201"/>
                  <a:pt x="30" y="243"/>
                  <a:pt x="31" y="244"/>
                </a:cubicBezTo>
                <a:cubicBezTo>
                  <a:pt x="31" y="246"/>
                  <a:pt x="33" y="248"/>
                  <a:pt x="35" y="248"/>
                </a:cubicBezTo>
                <a:cubicBezTo>
                  <a:pt x="35" y="248"/>
                  <a:pt x="35" y="248"/>
                  <a:pt x="35" y="248"/>
                </a:cubicBezTo>
                <a:cubicBezTo>
                  <a:pt x="38" y="247"/>
                  <a:pt x="39" y="245"/>
                  <a:pt x="39" y="243"/>
                </a:cubicBezTo>
                <a:cubicBezTo>
                  <a:pt x="39" y="243"/>
                  <a:pt x="31" y="201"/>
                  <a:pt x="35" y="17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7" name="Freeform 62">
            <a:extLst>
              <a:ext uri="{FF2B5EF4-FFF2-40B4-BE49-F238E27FC236}">
                <a16:creationId xmlns:a16="http://schemas.microsoft.com/office/drawing/2014/main" id="{9040CE07-8E08-474C-86E7-22AEE3DBD8BD}"/>
              </a:ext>
            </a:extLst>
          </p:cNvPr>
          <p:cNvSpPr>
            <a:spLocks noChangeAspect="1" noEditPoints="1"/>
          </p:cNvSpPr>
          <p:nvPr/>
        </p:nvSpPr>
        <p:spPr bwMode="auto">
          <a:xfrm>
            <a:off x="573088" y="2440782"/>
            <a:ext cx="400050" cy="400050"/>
          </a:xfrm>
          <a:custGeom>
            <a:avLst/>
            <a:gdLst>
              <a:gd name="T0" fmla="*/ 152 w 256"/>
              <a:gd name="T1" fmla="*/ 118 h 256"/>
              <a:gd name="T2" fmla="*/ 147 w 256"/>
              <a:gd name="T3" fmla="*/ 97 h 256"/>
              <a:gd name="T4" fmla="*/ 144 w 256"/>
              <a:gd name="T5" fmla="*/ 92 h 256"/>
              <a:gd name="T6" fmla="*/ 136 w 256"/>
              <a:gd name="T7" fmla="*/ 92 h 256"/>
              <a:gd name="T8" fmla="*/ 141 w 256"/>
              <a:gd name="T9" fmla="*/ 103 h 256"/>
              <a:gd name="T10" fmla="*/ 126 w 256"/>
              <a:gd name="T11" fmla="*/ 122 h 256"/>
              <a:gd name="T12" fmla="*/ 115 w 256"/>
              <a:gd name="T13" fmla="*/ 122 h 256"/>
              <a:gd name="T14" fmla="*/ 110 w 256"/>
              <a:gd name="T15" fmla="*/ 108 h 256"/>
              <a:gd name="T16" fmla="*/ 89 w 256"/>
              <a:gd name="T17" fmla="*/ 112 h 256"/>
              <a:gd name="T18" fmla="*/ 93 w 256"/>
              <a:gd name="T19" fmla="*/ 129 h 256"/>
              <a:gd name="T20" fmla="*/ 124 w 256"/>
              <a:gd name="T21" fmla="*/ 152 h 256"/>
              <a:gd name="T22" fmla="*/ 137 w 256"/>
              <a:gd name="T23" fmla="*/ 140 h 256"/>
              <a:gd name="T24" fmla="*/ 103 w 256"/>
              <a:gd name="T25" fmla="*/ 133 h 256"/>
              <a:gd name="T26" fmla="*/ 98 w 256"/>
              <a:gd name="T27" fmla="*/ 113 h 256"/>
              <a:gd name="T28" fmla="*/ 103 w 256"/>
              <a:gd name="T29" fmla="*/ 112 h 256"/>
              <a:gd name="T30" fmla="*/ 110 w 256"/>
              <a:gd name="T31" fmla="*/ 128 h 256"/>
              <a:gd name="T32" fmla="*/ 131 w 256"/>
              <a:gd name="T33" fmla="*/ 127 h 256"/>
              <a:gd name="T34" fmla="*/ 135 w 256"/>
              <a:gd name="T35" fmla="*/ 110 h 256"/>
              <a:gd name="T36" fmla="*/ 126 w 256"/>
              <a:gd name="T37" fmla="*/ 98 h 256"/>
              <a:gd name="T38" fmla="*/ 120 w 256"/>
              <a:gd name="T39" fmla="*/ 80 h 256"/>
              <a:gd name="T40" fmla="*/ 118 w 256"/>
              <a:gd name="T41" fmla="*/ 101 h 256"/>
              <a:gd name="T42" fmla="*/ 127 w 256"/>
              <a:gd name="T43" fmla="*/ 113 h 256"/>
              <a:gd name="T44" fmla="*/ 99 w 256"/>
              <a:gd name="T45" fmla="*/ 72 h 256"/>
              <a:gd name="T46" fmla="*/ 179 w 256"/>
              <a:gd name="T47" fmla="*/ 51 h 256"/>
              <a:gd name="T48" fmla="*/ 84 w 256"/>
              <a:gd name="T49" fmla="*/ 0 h 256"/>
              <a:gd name="T50" fmla="*/ 99 w 256"/>
              <a:gd name="T51" fmla="*/ 72 h 256"/>
              <a:gd name="T52" fmla="*/ 137 w 256"/>
              <a:gd name="T53" fmla="*/ 68 h 256"/>
              <a:gd name="T54" fmla="*/ 172 w 256"/>
              <a:gd name="T55" fmla="*/ 15 h 256"/>
              <a:gd name="T56" fmla="*/ 102 w 256"/>
              <a:gd name="T57" fmla="*/ 63 h 256"/>
              <a:gd name="T58" fmla="*/ 88 w 256"/>
              <a:gd name="T59" fmla="*/ 8 h 256"/>
              <a:gd name="T60" fmla="*/ 88 w 256"/>
              <a:gd name="T61" fmla="*/ 39 h 256"/>
              <a:gd name="T62" fmla="*/ 97 w 256"/>
              <a:gd name="T63" fmla="*/ 57 h 256"/>
              <a:gd name="T64" fmla="*/ 146 w 256"/>
              <a:gd name="T65" fmla="*/ 131 h 256"/>
              <a:gd name="T66" fmla="*/ 230 w 256"/>
              <a:gd name="T67" fmla="*/ 173 h 256"/>
              <a:gd name="T68" fmla="*/ 30 w 256"/>
              <a:gd name="T69" fmla="*/ 180 h 256"/>
              <a:gd name="T70" fmla="*/ 26 w 256"/>
              <a:gd name="T71" fmla="*/ 172 h 256"/>
              <a:gd name="T72" fmla="*/ 48 w 256"/>
              <a:gd name="T73" fmla="*/ 220 h 256"/>
              <a:gd name="T74" fmla="*/ 68 w 256"/>
              <a:gd name="T75" fmla="*/ 232 h 256"/>
              <a:gd name="T76" fmla="*/ 68 w 256"/>
              <a:gd name="T77" fmla="*/ 232 h 256"/>
              <a:gd name="T78" fmla="*/ 148 w 256"/>
              <a:gd name="T79" fmla="*/ 220 h 256"/>
              <a:gd name="T80" fmla="*/ 128 w 256"/>
              <a:gd name="T81" fmla="*/ 208 h 256"/>
              <a:gd name="T82" fmla="*/ 256 w 256"/>
              <a:gd name="T83" fmla="*/ 204 h 256"/>
              <a:gd name="T84" fmla="*/ 0 w 256"/>
              <a:gd name="T85" fmla="*/ 188 h 256"/>
              <a:gd name="T86" fmla="*/ 16 w 256"/>
              <a:gd name="T87" fmla="*/ 220 h 256"/>
              <a:gd name="T88" fmla="*/ 0 w 256"/>
              <a:gd name="T89" fmla="*/ 252 h 256"/>
              <a:gd name="T90" fmla="*/ 256 w 256"/>
              <a:gd name="T91" fmla="*/ 236 h 256"/>
              <a:gd name="T92" fmla="*/ 244 w 256"/>
              <a:gd name="T93" fmla="*/ 212 h 256"/>
              <a:gd name="T94" fmla="*/ 248 w 256"/>
              <a:gd name="T95" fmla="*/ 248 h 256"/>
              <a:gd name="T96" fmla="*/ 24 w 256"/>
              <a:gd name="T97" fmla="*/ 220 h 256"/>
              <a:gd name="T98" fmla="*/ 248 w 256"/>
              <a:gd name="T99" fmla="*/ 192 h 256"/>
              <a:gd name="T100" fmla="*/ 238 w 256"/>
              <a:gd name="T101" fmla="*/ 234 h 256"/>
              <a:gd name="T102" fmla="*/ 208 w 256"/>
              <a:gd name="T103" fmla="*/ 220 h 256"/>
              <a:gd name="T104" fmla="*/ 188 w 256"/>
              <a:gd name="T105" fmla="*/ 20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146" y="111"/>
                </a:moveTo>
                <a:cubicBezTo>
                  <a:pt x="147" y="112"/>
                  <a:pt x="147" y="114"/>
                  <a:pt x="148" y="115"/>
                </a:cubicBezTo>
                <a:cubicBezTo>
                  <a:pt x="148" y="117"/>
                  <a:pt x="150" y="118"/>
                  <a:pt x="151" y="118"/>
                </a:cubicBezTo>
                <a:cubicBezTo>
                  <a:pt x="152" y="118"/>
                  <a:pt x="152" y="118"/>
                  <a:pt x="152" y="118"/>
                </a:cubicBezTo>
                <a:cubicBezTo>
                  <a:pt x="154" y="118"/>
                  <a:pt x="156" y="116"/>
                  <a:pt x="155" y="114"/>
                </a:cubicBezTo>
                <a:cubicBezTo>
                  <a:pt x="155" y="112"/>
                  <a:pt x="154" y="109"/>
                  <a:pt x="153" y="108"/>
                </a:cubicBezTo>
                <a:cubicBezTo>
                  <a:pt x="153" y="106"/>
                  <a:pt x="152" y="104"/>
                  <a:pt x="151" y="102"/>
                </a:cubicBezTo>
                <a:cubicBezTo>
                  <a:pt x="149" y="100"/>
                  <a:pt x="148" y="99"/>
                  <a:pt x="147" y="97"/>
                </a:cubicBezTo>
                <a:cubicBezTo>
                  <a:pt x="146" y="97"/>
                  <a:pt x="146" y="97"/>
                  <a:pt x="146" y="96"/>
                </a:cubicBezTo>
                <a:cubicBezTo>
                  <a:pt x="145" y="96"/>
                  <a:pt x="145" y="95"/>
                  <a:pt x="145" y="95"/>
                </a:cubicBezTo>
                <a:cubicBezTo>
                  <a:pt x="144" y="94"/>
                  <a:pt x="144" y="94"/>
                  <a:pt x="144" y="93"/>
                </a:cubicBezTo>
                <a:cubicBezTo>
                  <a:pt x="144" y="93"/>
                  <a:pt x="144" y="92"/>
                  <a:pt x="144" y="92"/>
                </a:cubicBezTo>
                <a:cubicBezTo>
                  <a:pt x="144" y="84"/>
                  <a:pt x="144" y="84"/>
                  <a:pt x="144" y="84"/>
                </a:cubicBezTo>
                <a:cubicBezTo>
                  <a:pt x="144" y="82"/>
                  <a:pt x="142" y="80"/>
                  <a:pt x="140" y="80"/>
                </a:cubicBezTo>
                <a:cubicBezTo>
                  <a:pt x="138" y="80"/>
                  <a:pt x="136" y="82"/>
                  <a:pt x="136" y="84"/>
                </a:cubicBezTo>
                <a:cubicBezTo>
                  <a:pt x="136" y="92"/>
                  <a:pt x="136" y="92"/>
                  <a:pt x="136" y="92"/>
                </a:cubicBezTo>
                <a:cubicBezTo>
                  <a:pt x="136" y="93"/>
                  <a:pt x="136" y="94"/>
                  <a:pt x="136" y="95"/>
                </a:cubicBezTo>
                <a:cubicBezTo>
                  <a:pt x="137" y="96"/>
                  <a:pt x="137" y="97"/>
                  <a:pt x="137" y="98"/>
                </a:cubicBezTo>
                <a:cubicBezTo>
                  <a:pt x="138" y="99"/>
                  <a:pt x="138" y="100"/>
                  <a:pt x="139" y="101"/>
                </a:cubicBezTo>
                <a:cubicBezTo>
                  <a:pt x="140" y="101"/>
                  <a:pt x="140" y="102"/>
                  <a:pt x="141" y="103"/>
                </a:cubicBezTo>
                <a:cubicBezTo>
                  <a:pt x="142" y="104"/>
                  <a:pt x="143" y="105"/>
                  <a:pt x="144" y="107"/>
                </a:cubicBezTo>
                <a:cubicBezTo>
                  <a:pt x="145" y="108"/>
                  <a:pt x="146" y="109"/>
                  <a:pt x="146" y="111"/>
                </a:cubicBezTo>
                <a:close/>
                <a:moveTo>
                  <a:pt x="127" y="120"/>
                </a:moveTo>
                <a:cubicBezTo>
                  <a:pt x="127" y="120"/>
                  <a:pt x="126" y="121"/>
                  <a:pt x="126" y="122"/>
                </a:cubicBezTo>
                <a:cubicBezTo>
                  <a:pt x="125" y="122"/>
                  <a:pt x="124" y="123"/>
                  <a:pt x="124" y="123"/>
                </a:cubicBezTo>
                <a:cubicBezTo>
                  <a:pt x="123" y="123"/>
                  <a:pt x="122" y="124"/>
                  <a:pt x="121" y="124"/>
                </a:cubicBezTo>
                <a:cubicBezTo>
                  <a:pt x="120" y="124"/>
                  <a:pt x="119" y="124"/>
                  <a:pt x="118" y="124"/>
                </a:cubicBezTo>
                <a:cubicBezTo>
                  <a:pt x="117" y="123"/>
                  <a:pt x="116" y="123"/>
                  <a:pt x="115" y="122"/>
                </a:cubicBezTo>
                <a:cubicBezTo>
                  <a:pt x="114" y="121"/>
                  <a:pt x="113" y="120"/>
                  <a:pt x="113" y="119"/>
                </a:cubicBezTo>
                <a:cubicBezTo>
                  <a:pt x="112" y="118"/>
                  <a:pt x="112" y="117"/>
                  <a:pt x="112" y="116"/>
                </a:cubicBezTo>
                <a:cubicBezTo>
                  <a:pt x="112" y="116"/>
                  <a:pt x="112" y="115"/>
                  <a:pt x="112" y="113"/>
                </a:cubicBezTo>
                <a:cubicBezTo>
                  <a:pt x="111" y="112"/>
                  <a:pt x="111" y="110"/>
                  <a:pt x="110" y="108"/>
                </a:cubicBezTo>
                <a:cubicBezTo>
                  <a:pt x="109" y="106"/>
                  <a:pt x="107" y="104"/>
                  <a:pt x="105" y="103"/>
                </a:cubicBezTo>
                <a:cubicBezTo>
                  <a:pt x="103" y="101"/>
                  <a:pt x="100" y="100"/>
                  <a:pt x="96" y="100"/>
                </a:cubicBezTo>
                <a:cubicBezTo>
                  <a:pt x="91" y="100"/>
                  <a:pt x="89" y="103"/>
                  <a:pt x="89" y="105"/>
                </a:cubicBezTo>
                <a:cubicBezTo>
                  <a:pt x="88" y="107"/>
                  <a:pt x="88" y="109"/>
                  <a:pt x="89" y="112"/>
                </a:cubicBezTo>
                <a:cubicBezTo>
                  <a:pt x="90" y="113"/>
                  <a:pt x="90" y="115"/>
                  <a:pt x="91" y="116"/>
                </a:cubicBezTo>
                <a:cubicBezTo>
                  <a:pt x="91" y="117"/>
                  <a:pt x="91" y="117"/>
                  <a:pt x="91" y="117"/>
                </a:cubicBezTo>
                <a:cubicBezTo>
                  <a:pt x="92" y="119"/>
                  <a:pt x="92" y="120"/>
                  <a:pt x="92" y="120"/>
                </a:cubicBezTo>
                <a:cubicBezTo>
                  <a:pt x="92" y="123"/>
                  <a:pt x="92" y="126"/>
                  <a:pt x="93" y="129"/>
                </a:cubicBezTo>
                <a:cubicBezTo>
                  <a:pt x="94" y="132"/>
                  <a:pt x="95" y="134"/>
                  <a:pt x="96" y="137"/>
                </a:cubicBezTo>
                <a:cubicBezTo>
                  <a:pt x="98" y="139"/>
                  <a:pt x="100" y="142"/>
                  <a:pt x="102" y="144"/>
                </a:cubicBezTo>
                <a:cubicBezTo>
                  <a:pt x="104" y="146"/>
                  <a:pt x="106" y="147"/>
                  <a:pt x="109" y="149"/>
                </a:cubicBezTo>
                <a:cubicBezTo>
                  <a:pt x="114" y="151"/>
                  <a:pt x="119" y="152"/>
                  <a:pt x="124" y="152"/>
                </a:cubicBezTo>
                <a:cubicBezTo>
                  <a:pt x="125" y="152"/>
                  <a:pt x="126" y="152"/>
                  <a:pt x="126" y="152"/>
                </a:cubicBezTo>
                <a:cubicBezTo>
                  <a:pt x="132" y="152"/>
                  <a:pt x="137" y="150"/>
                  <a:pt x="141" y="147"/>
                </a:cubicBezTo>
                <a:cubicBezTo>
                  <a:pt x="143" y="146"/>
                  <a:pt x="144" y="143"/>
                  <a:pt x="143" y="141"/>
                </a:cubicBezTo>
                <a:cubicBezTo>
                  <a:pt x="141" y="139"/>
                  <a:pt x="139" y="139"/>
                  <a:pt x="137" y="140"/>
                </a:cubicBezTo>
                <a:cubicBezTo>
                  <a:pt x="134" y="142"/>
                  <a:pt x="130" y="144"/>
                  <a:pt x="126" y="144"/>
                </a:cubicBezTo>
                <a:cubicBezTo>
                  <a:pt x="121" y="144"/>
                  <a:pt x="117" y="143"/>
                  <a:pt x="113" y="141"/>
                </a:cubicBezTo>
                <a:cubicBezTo>
                  <a:pt x="111" y="140"/>
                  <a:pt x="109" y="139"/>
                  <a:pt x="107" y="138"/>
                </a:cubicBezTo>
                <a:cubicBezTo>
                  <a:pt x="106" y="136"/>
                  <a:pt x="104" y="135"/>
                  <a:pt x="103" y="133"/>
                </a:cubicBezTo>
                <a:cubicBezTo>
                  <a:pt x="102" y="131"/>
                  <a:pt x="101" y="129"/>
                  <a:pt x="101" y="127"/>
                </a:cubicBezTo>
                <a:cubicBezTo>
                  <a:pt x="100" y="125"/>
                  <a:pt x="100" y="122"/>
                  <a:pt x="100" y="120"/>
                </a:cubicBezTo>
                <a:cubicBezTo>
                  <a:pt x="100" y="118"/>
                  <a:pt x="99" y="117"/>
                  <a:pt x="99" y="114"/>
                </a:cubicBezTo>
                <a:cubicBezTo>
                  <a:pt x="98" y="113"/>
                  <a:pt x="98" y="113"/>
                  <a:pt x="98" y="113"/>
                </a:cubicBezTo>
                <a:cubicBezTo>
                  <a:pt x="98" y="112"/>
                  <a:pt x="97" y="111"/>
                  <a:pt x="97" y="109"/>
                </a:cubicBezTo>
                <a:cubicBezTo>
                  <a:pt x="97" y="109"/>
                  <a:pt x="97" y="108"/>
                  <a:pt x="97" y="108"/>
                </a:cubicBezTo>
                <a:cubicBezTo>
                  <a:pt x="98" y="108"/>
                  <a:pt x="100" y="108"/>
                  <a:pt x="101" y="109"/>
                </a:cubicBezTo>
                <a:cubicBezTo>
                  <a:pt x="102" y="110"/>
                  <a:pt x="102" y="111"/>
                  <a:pt x="103" y="112"/>
                </a:cubicBezTo>
                <a:cubicBezTo>
                  <a:pt x="103" y="113"/>
                  <a:pt x="104" y="114"/>
                  <a:pt x="104" y="115"/>
                </a:cubicBezTo>
                <a:cubicBezTo>
                  <a:pt x="104" y="115"/>
                  <a:pt x="104" y="116"/>
                  <a:pt x="104" y="116"/>
                </a:cubicBezTo>
                <a:cubicBezTo>
                  <a:pt x="104" y="118"/>
                  <a:pt x="105" y="121"/>
                  <a:pt x="106" y="123"/>
                </a:cubicBezTo>
                <a:cubicBezTo>
                  <a:pt x="107" y="125"/>
                  <a:pt x="108" y="127"/>
                  <a:pt x="110" y="128"/>
                </a:cubicBezTo>
                <a:cubicBezTo>
                  <a:pt x="111" y="130"/>
                  <a:pt x="113" y="131"/>
                  <a:pt x="116" y="131"/>
                </a:cubicBezTo>
                <a:cubicBezTo>
                  <a:pt x="118" y="132"/>
                  <a:pt x="120" y="132"/>
                  <a:pt x="123" y="132"/>
                </a:cubicBezTo>
                <a:cubicBezTo>
                  <a:pt x="124" y="131"/>
                  <a:pt x="126" y="131"/>
                  <a:pt x="127" y="130"/>
                </a:cubicBezTo>
                <a:cubicBezTo>
                  <a:pt x="129" y="129"/>
                  <a:pt x="130" y="128"/>
                  <a:pt x="131" y="127"/>
                </a:cubicBezTo>
                <a:cubicBezTo>
                  <a:pt x="132" y="126"/>
                  <a:pt x="133" y="125"/>
                  <a:pt x="134" y="123"/>
                </a:cubicBezTo>
                <a:cubicBezTo>
                  <a:pt x="135" y="122"/>
                  <a:pt x="135" y="120"/>
                  <a:pt x="136" y="119"/>
                </a:cubicBezTo>
                <a:cubicBezTo>
                  <a:pt x="136" y="117"/>
                  <a:pt x="136" y="116"/>
                  <a:pt x="136" y="114"/>
                </a:cubicBezTo>
                <a:cubicBezTo>
                  <a:pt x="136" y="113"/>
                  <a:pt x="135" y="111"/>
                  <a:pt x="135" y="110"/>
                </a:cubicBezTo>
                <a:cubicBezTo>
                  <a:pt x="134" y="109"/>
                  <a:pt x="134" y="107"/>
                  <a:pt x="133" y="106"/>
                </a:cubicBezTo>
                <a:cubicBezTo>
                  <a:pt x="132" y="105"/>
                  <a:pt x="131" y="104"/>
                  <a:pt x="130" y="103"/>
                </a:cubicBezTo>
                <a:cubicBezTo>
                  <a:pt x="129" y="103"/>
                  <a:pt x="128" y="102"/>
                  <a:pt x="127" y="101"/>
                </a:cubicBezTo>
                <a:cubicBezTo>
                  <a:pt x="127" y="100"/>
                  <a:pt x="126" y="99"/>
                  <a:pt x="126" y="98"/>
                </a:cubicBezTo>
                <a:cubicBezTo>
                  <a:pt x="125" y="97"/>
                  <a:pt x="125" y="96"/>
                  <a:pt x="124" y="95"/>
                </a:cubicBezTo>
                <a:cubicBezTo>
                  <a:pt x="124" y="93"/>
                  <a:pt x="124" y="92"/>
                  <a:pt x="124" y="91"/>
                </a:cubicBezTo>
                <a:cubicBezTo>
                  <a:pt x="124" y="84"/>
                  <a:pt x="124" y="84"/>
                  <a:pt x="124" y="84"/>
                </a:cubicBezTo>
                <a:cubicBezTo>
                  <a:pt x="124" y="82"/>
                  <a:pt x="122" y="80"/>
                  <a:pt x="120" y="80"/>
                </a:cubicBezTo>
                <a:cubicBezTo>
                  <a:pt x="118" y="80"/>
                  <a:pt x="116" y="82"/>
                  <a:pt x="116" y="84"/>
                </a:cubicBezTo>
                <a:cubicBezTo>
                  <a:pt x="116" y="91"/>
                  <a:pt x="116" y="91"/>
                  <a:pt x="116" y="91"/>
                </a:cubicBezTo>
                <a:cubicBezTo>
                  <a:pt x="116" y="93"/>
                  <a:pt x="116" y="95"/>
                  <a:pt x="117" y="96"/>
                </a:cubicBezTo>
                <a:cubicBezTo>
                  <a:pt x="117" y="98"/>
                  <a:pt x="118" y="100"/>
                  <a:pt x="118" y="101"/>
                </a:cubicBezTo>
                <a:cubicBezTo>
                  <a:pt x="119" y="103"/>
                  <a:pt x="120" y="104"/>
                  <a:pt x="121" y="106"/>
                </a:cubicBezTo>
                <a:cubicBezTo>
                  <a:pt x="122" y="107"/>
                  <a:pt x="123" y="109"/>
                  <a:pt x="125" y="110"/>
                </a:cubicBezTo>
                <a:cubicBezTo>
                  <a:pt x="125" y="110"/>
                  <a:pt x="126" y="111"/>
                  <a:pt x="126" y="111"/>
                </a:cubicBezTo>
                <a:cubicBezTo>
                  <a:pt x="127" y="112"/>
                  <a:pt x="127" y="112"/>
                  <a:pt x="127" y="113"/>
                </a:cubicBezTo>
                <a:cubicBezTo>
                  <a:pt x="128" y="114"/>
                  <a:pt x="128" y="114"/>
                  <a:pt x="128" y="115"/>
                </a:cubicBezTo>
                <a:cubicBezTo>
                  <a:pt x="128" y="116"/>
                  <a:pt x="128" y="117"/>
                  <a:pt x="128" y="117"/>
                </a:cubicBezTo>
                <a:cubicBezTo>
                  <a:pt x="128" y="118"/>
                  <a:pt x="127" y="119"/>
                  <a:pt x="127" y="120"/>
                </a:cubicBezTo>
                <a:close/>
                <a:moveTo>
                  <a:pt x="99" y="72"/>
                </a:moveTo>
                <a:cubicBezTo>
                  <a:pt x="101" y="74"/>
                  <a:pt x="104" y="76"/>
                  <a:pt x="108" y="76"/>
                </a:cubicBezTo>
                <a:cubicBezTo>
                  <a:pt x="152" y="76"/>
                  <a:pt x="152" y="76"/>
                  <a:pt x="152" y="76"/>
                </a:cubicBezTo>
                <a:cubicBezTo>
                  <a:pt x="156" y="76"/>
                  <a:pt x="159" y="74"/>
                  <a:pt x="161" y="72"/>
                </a:cubicBezTo>
                <a:cubicBezTo>
                  <a:pt x="179" y="51"/>
                  <a:pt x="179" y="51"/>
                  <a:pt x="179" y="51"/>
                </a:cubicBezTo>
                <a:cubicBezTo>
                  <a:pt x="180" y="50"/>
                  <a:pt x="180" y="49"/>
                  <a:pt x="180" y="48"/>
                </a:cubicBezTo>
                <a:cubicBezTo>
                  <a:pt x="180" y="4"/>
                  <a:pt x="180" y="4"/>
                  <a:pt x="180" y="4"/>
                </a:cubicBezTo>
                <a:cubicBezTo>
                  <a:pt x="180" y="2"/>
                  <a:pt x="178" y="0"/>
                  <a:pt x="176" y="0"/>
                </a:cubicBezTo>
                <a:cubicBezTo>
                  <a:pt x="84" y="0"/>
                  <a:pt x="84" y="0"/>
                  <a:pt x="84" y="0"/>
                </a:cubicBezTo>
                <a:cubicBezTo>
                  <a:pt x="82" y="0"/>
                  <a:pt x="80" y="2"/>
                  <a:pt x="80" y="4"/>
                </a:cubicBezTo>
                <a:cubicBezTo>
                  <a:pt x="80" y="48"/>
                  <a:pt x="80" y="48"/>
                  <a:pt x="80" y="48"/>
                </a:cubicBezTo>
                <a:cubicBezTo>
                  <a:pt x="80" y="49"/>
                  <a:pt x="80" y="50"/>
                  <a:pt x="81" y="51"/>
                </a:cubicBezTo>
                <a:lnTo>
                  <a:pt x="99" y="72"/>
                </a:lnTo>
                <a:close/>
                <a:moveTo>
                  <a:pt x="172" y="47"/>
                </a:moveTo>
                <a:cubicBezTo>
                  <a:pt x="155" y="67"/>
                  <a:pt x="155" y="67"/>
                  <a:pt x="155" y="67"/>
                </a:cubicBezTo>
                <a:cubicBezTo>
                  <a:pt x="155" y="67"/>
                  <a:pt x="153" y="68"/>
                  <a:pt x="152" y="68"/>
                </a:cubicBezTo>
                <a:cubicBezTo>
                  <a:pt x="137" y="68"/>
                  <a:pt x="137" y="68"/>
                  <a:pt x="137" y="68"/>
                </a:cubicBezTo>
                <a:cubicBezTo>
                  <a:pt x="172" y="27"/>
                  <a:pt x="172" y="27"/>
                  <a:pt x="172" y="27"/>
                </a:cubicBezTo>
                <a:lnTo>
                  <a:pt x="172" y="47"/>
                </a:lnTo>
                <a:close/>
                <a:moveTo>
                  <a:pt x="172" y="8"/>
                </a:moveTo>
                <a:cubicBezTo>
                  <a:pt x="172" y="15"/>
                  <a:pt x="172" y="15"/>
                  <a:pt x="172" y="15"/>
                </a:cubicBezTo>
                <a:cubicBezTo>
                  <a:pt x="126" y="68"/>
                  <a:pt x="126" y="68"/>
                  <a:pt x="126" y="68"/>
                </a:cubicBezTo>
                <a:cubicBezTo>
                  <a:pt x="108" y="68"/>
                  <a:pt x="108" y="68"/>
                  <a:pt x="108" y="68"/>
                </a:cubicBezTo>
                <a:cubicBezTo>
                  <a:pt x="107" y="68"/>
                  <a:pt x="105" y="67"/>
                  <a:pt x="105" y="67"/>
                </a:cubicBezTo>
                <a:cubicBezTo>
                  <a:pt x="102" y="63"/>
                  <a:pt x="102" y="63"/>
                  <a:pt x="102" y="63"/>
                </a:cubicBezTo>
                <a:cubicBezTo>
                  <a:pt x="102" y="63"/>
                  <a:pt x="103" y="63"/>
                  <a:pt x="103" y="63"/>
                </a:cubicBezTo>
                <a:cubicBezTo>
                  <a:pt x="154" y="8"/>
                  <a:pt x="154" y="8"/>
                  <a:pt x="154" y="8"/>
                </a:cubicBezTo>
                <a:lnTo>
                  <a:pt x="172" y="8"/>
                </a:lnTo>
                <a:close/>
                <a:moveTo>
                  <a:pt x="88" y="8"/>
                </a:moveTo>
                <a:cubicBezTo>
                  <a:pt x="107" y="8"/>
                  <a:pt x="107" y="8"/>
                  <a:pt x="107" y="8"/>
                </a:cubicBezTo>
                <a:cubicBezTo>
                  <a:pt x="88" y="27"/>
                  <a:pt x="88" y="27"/>
                  <a:pt x="88" y="27"/>
                </a:cubicBezTo>
                <a:lnTo>
                  <a:pt x="88" y="8"/>
                </a:lnTo>
                <a:close/>
                <a:moveTo>
                  <a:pt x="88" y="39"/>
                </a:moveTo>
                <a:cubicBezTo>
                  <a:pt x="118" y="8"/>
                  <a:pt x="118" y="8"/>
                  <a:pt x="118" y="8"/>
                </a:cubicBezTo>
                <a:cubicBezTo>
                  <a:pt x="143" y="8"/>
                  <a:pt x="143" y="8"/>
                  <a:pt x="143" y="8"/>
                </a:cubicBezTo>
                <a:cubicBezTo>
                  <a:pt x="97" y="57"/>
                  <a:pt x="97" y="57"/>
                  <a:pt x="97" y="57"/>
                </a:cubicBezTo>
                <a:cubicBezTo>
                  <a:pt x="97" y="57"/>
                  <a:pt x="97" y="57"/>
                  <a:pt x="97" y="57"/>
                </a:cubicBezTo>
                <a:cubicBezTo>
                  <a:pt x="88" y="47"/>
                  <a:pt x="88" y="47"/>
                  <a:pt x="88" y="47"/>
                </a:cubicBezTo>
                <a:lnTo>
                  <a:pt x="88" y="39"/>
                </a:lnTo>
                <a:close/>
                <a:moveTo>
                  <a:pt x="145" y="126"/>
                </a:moveTo>
                <a:cubicBezTo>
                  <a:pt x="143" y="128"/>
                  <a:pt x="144" y="130"/>
                  <a:pt x="146" y="131"/>
                </a:cubicBezTo>
                <a:cubicBezTo>
                  <a:pt x="226" y="179"/>
                  <a:pt x="226" y="179"/>
                  <a:pt x="226" y="179"/>
                </a:cubicBezTo>
                <a:cubicBezTo>
                  <a:pt x="227" y="180"/>
                  <a:pt x="227" y="180"/>
                  <a:pt x="228" y="180"/>
                </a:cubicBezTo>
                <a:cubicBezTo>
                  <a:pt x="229" y="180"/>
                  <a:pt x="231" y="179"/>
                  <a:pt x="231" y="178"/>
                </a:cubicBezTo>
                <a:cubicBezTo>
                  <a:pt x="233" y="176"/>
                  <a:pt x="232" y="174"/>
                  <a:pt x="230" y="173"/>
                </a:cubicBezTo>
                <a:cubicBezTo>
                  <a:pt x="150" y="125"/>
                  <a:pt x="150" y="125"/>
                  <a:pt x="150" y="125"/>
                </a:cubicBezTo>
                <a:cubicBezTo>
                  <a:pt x="148" y="123"/>
                  <a:pt x="146" y="124"/>
                  <a:pt x="145" y="126"/>
                </a:cubicBezTo>
                <a:close/>
                <a:moveTo>
                  <a:pt x="28" y="180"/>
                </a:moveTo>
                <a:cubicBezTo>
                  <a:pt x="29" y="180"/>
                  <a:pt x="29" y="180"/>
                  <a:pt x="30" y="180"/>
                </a:cubicBezTo>
                <a:cubicBezTo>
                  <a:pt x="94" y="148"/>
                  <a:pt x="94" y="148"/>
                  <a:pt x="94" y="148"/>
                </a:cubicBezTo>
                <a:cubicBezTo>
                  <a:pt x="96" y="147"/>
                  <a:pt x="97" y="144"/>
                  <a:pt x="96" y="142"/>
                </a:cubicBezTo>
                <a:cubicBezTo>
                  <a:pt x="95" y="140"/>
                  <a:pt x="92" y="139"/>
                  <a:pt x="90" y="140"/>
                </a:cubicBezTo>
                <a:cubicBezTo>
                  <a:pt x="26" y="172"/>
                  <a:pt x="26" y="172"/>
                  <a:pt x="26" y="172"/>
                </a:cubicBezTo>
                <a:cubicBezTo>
                  <a:pt x="24" y="173"/>
                  <a:pt x="23" y="176"/>
                  <a:pt x="24" y="178"/>
                </a:cubicBezTo>
                <a:cubicBezTo>
                  <a:pt x="25" y="179"/>
                  <a:pt x="27" y="180"/>
                  <a:pt x="28" y="180"/>
                </a:cubicBezTo>
                <a:close/>
                <a:moveTo>
                  <a:pt x="68" y="200"/>
                </a:moveTo>
                <a:cubicBezTo>
                  <a:pt x="57" y="200"/>
                  <a:pt x="48" y="209"/>
                  <a:pt x="48" y="220"/>
                </a:cubicBezTo>
                <a:cubicBezTo>
                  <a:pt x="48" y="231"/>
                  <a:pt x="57" y="240"/>
                  <a:pt x="68" y="240"/>
                </a:cubicBezTo>
                <a:cubicBezTo>
                  <a:pt x="79" y="240"/>
                  <a:pt x="88" y="231"/>
                  <a:pt x="88" y="220"/>
                </a:cubicBezTo>
                <a:cubicBezTo>
                  <a:pt x="88" y="209"/>
                  <a:pt x="79" y="200"/>
                  <a:pt x="68" y="200"/>
                </a:cubicBezTo>
                <a:close/>
                <a:moveTo>
                  <a:pt x="68" y="232"/>
                </a:moveTo>
                <a:cubicBezTo>
                  <a:pt x="61" y="232"/>
                  <a:pt x="56" y="227"/>
                  <a:pt x="56" y="220"/>
                </a:cubicBezTo>
                <a:cubicBezTo>
                  <a:pt x="56" y="213"/>
                  <a:pt x="61" y="208"/>
                  <a:pt x="68" y="208"/>
                </a:cubicBezTo>
                <a:cubicBezTo>
                  <a:pt x="75" y="208"/>
                  <a:pt x="80" y="213"/>
                  <a:pt x="80" y="220"/>
                </a:cubicBezTo>
                <a:cubicBezTo>
                  <a:pt x="80" y="227"/>
                  <a:pt x="75" y="232"/>
                  <a:pt x="68" y="232"/>
                </a:cubicBezTo>
                <a:close/>
                <a:moveTo>
                  <a:pt x="128" y="200"/>
                </a:moveTo>
                <a:cubicBezTo>
                  <a:pt x="117" y="200"/>
                  <a:pt x="108" y="209"/>
                  <a:pt x="108" y="220"/>
                </a:cubicBezTo>
                <a:cubicBezTo>
                  <a:pt x="108" y="231"/>
                  <a:pt x="117" y="240"/>
                  <a:pt x="128" y="240"/>
                </a:cubicBezTo>
                <a:cubicBezTo>
                  <a:pt x="139" y="240"/>
                  <a:pt x="148" y="231"/>
                  <a:pt x="148" y="220"/>
                </a:cubicBezTo>
                <a:cubicBezTo>
                  <a:pt x="148" y="209"/>
                  <a:pt x="139" y="200"/>
                  <a:pt x="128" y="200"/>
                </a:cubicBezTo>
                <a:close/>
                <a:moveTo>
                  <a:pt x="128" y="232"/>
                </a:moveTo>
                <a:cubicBezTo>
                  <a:pt x="121" y="232"/>
                  <a:pt x="116" y="227"/>
                  <a:pt x="116" y="220"/>
                </a:cubicBezTo>
                <a:cubicBezTo>
                  <a:pt x="116" y="213"/>
                  <a:pt x="121" y="208"/>
                  <a:pt x="128" y="208"/>
                </a:cubicBezTo>
                <a:cubicBezTo>
                  <a:pt x="135" y="208"/>
                  <a:pt x="140" y="213"/>
                  <a:pt x="140" y="220"/>
                </a:cubicBezTo>
                <a:cubicBezTo>
                  <a:pt x="140" y="227"/>
                  <a:pt x="135" y="232"/>
                  <a:pt x="128" y="232"/>
                </a:cubicBezTo>
                <a:close/>
                <a:moveTo>
                  <a:pt x="252" y="208"/>
                </a:moveTo>
                <a:cubicBezTo>
                  <a:pt x="254" y="208"/>
                  <a:pt x="256" y="206"/>
                  <a:pt x="256" y="204"/>
                </a:cubicBezTo>
                <a:cubicBezTo>
                  <a:pt x="256" y="188"/>
                  <a:pt x="256" y="188"/>
                  <a:pt x="256" y="188"/>
                </a:cubicBezTo>
                <a:cubicBezTo>
                  <a:pt x="256" y="186"/>
                  <a:pt x="254" y="184"/>
                  <a:pt x="252" y="184"/>
                </a:cubicBezTo>
                <a:cubicBezTo>
                  <a:pt x="4" y="184"/>
                  <a:pt x="4" y="184"/>
                  <a:pt x="4" y="184"/>
                </a:cubicBezTo>
                <a:cubicBezTo>
                  <a:pt x="2" y="184"/>
                  <a:pt x="0" y="186"/>
                  <a:pt x="0" y="188"/>
                </a:cubicBezTo>
                <a:cubicBezTo>
                  <a:pt x="0" y="204"/>
                  <a:pt x="0" y="204"/>
                  <a:pt x="0" y="204"/>
                </a:cubicBezTo>
                <a:cubicBezTo>
                  <a:pt x="0" y="206"/>
                  <a:pt x="2" y="208"/>
                  <a:pt x="4" y="208"/>
                </a:cubicBezTo>
                <a:cubicBezTo>
                  <a:pt x="7" y="208"/>
                  <a:pt x="10" y="209"/>
                  <a:pt x="12" y="212"/>
                </a:cubicBezTo>
                <a:cubicBezTo>
                  <a:pt x="15" y="214"/>
                  <a:pt x="16" y="217"/>
                  <a:pt x="16" y="220"/>
                </a:cubicBezTo>
                <a:cubicBezTo>
                  <a:pt x="16" y="223"/>
                  <a:pt x="15" y="226"/>
                  <a:pt x="12" y="228"/>
                </a:cubicBezTo>
                <a:cubicBezTo>
                  <a:pt x="10" y="231"/>
                  <a:pt x="7" y="232"/>
                  <a:pt x="4" y="232"/>
                </a:cubicBezTo>
                <a:cubicBezTo>
                  <a:pt x="2" y="232"/>
                  <a:pt x="0" y="234"/>
                  <a:pt x="0" y="236"/>
                </a:cubicBezTo>
                <a:cubicBezTo>
                  <a:pt x="0" y="252"/>
                  <a:pt x="0" y="252"/>
                  <a:pt x="0" y="252"/>
                </a:cubicBezTo>
                <a:cubicBezTo>
                  <a:pt x="0" y="254"/>
                  <a:pt x="2" y="256"/>
                  <a:pt x="4" y="256"/>
                </a:cubicBezTo>
                <a:cubicBezTo>
                  <a:pt x="252" y="256"/>
                  <a:pt x="252" y="256"/>
                  <a:pt x="252" y="256"/>
                </a:cubicBezTo>
                <a:cubicBezTo>
                  <a:pt x="254" y="256"/>
                  <a:pt x="256" y="254"/>
                  <a:pt x="256" y="252"/>
                </a:cubicBezTo>
                <a:cubicBezTo>
                  <a:pt x="256" y="236"/>
                  <a:pt x="256" y="236"/>
                  <a:pt x="256" y="236"/>
                </a:cubicBezTo>
                <a:cubicBezTo>
                  <a:pt x="256" y="234"/>
                  <a:pt x="254" y="232"/>
                  <a:pt x="252" y="232"/>
                </a:cubicBezTo>
                <a:cubicBezTo>
                  <a:pt x="249" y="232"/>
                  <a:pt x="246" y="231"/>
                  <a:pt x="244" y="228"/>
                </a:cubicBezTo>
                <a:cubicBezTo>
                  <a:pt x="241" y="226"/>
                  <a:pt x="240" y="223"/>
                  <a:pt x="240" y="220"/>
                </a:cubicBezTo>
                <a:cubicBezTo>
                  <a:pt x="240" y="217"/>
                  <a:pt x="241" y="214"/>
                  <a:pt x="244" y="212"/>
                </a:cubicBezTo>
                <a:cubicBezTo>
                  <a:pt x="246" y="209"/>
                  <a:pt x="249" y="208"/>
                  <a:pt x="252" y="208"/>
                </a:cubicBezTo>
                <a:close/>
                <a:moveTo>
                  <a:pt x="238" y="234"/>
                </a:moveTo>
                <a:cubicBezTo>
                  <a:pt x="241" y="237"/>
                  <a:pt x="244" y="239"/>
                  <a:pt x="248" y="240"/>
                </a:cubicBezTo>
                <a:cubicBezTo>
                  <a:pt x="248" y="248"/>
                  <a:pt x="248" y="248"/>
                  <a:pt x="248" y="248"/>
                </a:cubicBezTo>
                <a:cubicBezTo>
                  <a:pt x="8" y="248"/>
                  <a:pt x="8" y="248"/>
                  <a:pt x="8" y="248"/>
                </a:cubicBezTo>
                <a:cubicBezTo>
                  <a:pt x="8" y="240"/>
                  <a:pt x="8" y="240"/>
                  <a:pt x="8" y="240"/>
                </a:cubicBezTo>
                <a:cubicBezTo>
                  <a:pt x="12" y="239"/>
                  <a:pt x="15" y="237"/>
                  <a:pt x="18" y="234"/>
                </a:cubicBezTo>
                <a:cubicBezTo>
                  <a:pt x="22" y="230"/>
                  <a:pt x="24" y="225"/>
                  <a:pt x="24" y="220"/>
                </a:cubicBezTo>
                <a:cubicBezTo>
                  <a:pt x="24" y="215"/>
                  <a:pt x="22" y="210"/>
                  <a:pt x="18" y="206"/>
                </a:cubicBezTo>
                <a:cubicBezTo>
                  <a:pt x="15" y="203"/>
                  <a:pt x="12" y="201"/>
                  <a:pt x="8" y="200"/>
                </a:cubicBezTo>
                <a:cubicBezTo>
                  <a:pt x="8" y="192"/>
                  <a:pt x="8" y="192"/>
                  <a:pt x="8" y="192"/>
                </a:cubicBezTo>
                <a:cubicBezTo>
                  <a:pt x="248" y="192"/>
                  <a:pt x="248" y="192"/>
                  <a:pt x="248" y="192"/>
                </a:cubicBezTo>
                <a:cubicBezTo>
                  <a:pt x="248" y="200"/>
                  <a:pt x="248" y="200"/>
                  <a:pt x="248" y="200"/>
                </a:cubicBezTo>
                <a:cubicBezTo>
                  <a:pt x="244" y="201"/>
                  <a:pt x="241" y="203"/>
                  <a:pt x="238" y="206"/>
                </a:cubicBezTo>
                <a:cubicBezTo>
                  <a:pt x="234" y="210"/>
                  <a:pt x="232" y="215"/>
                  <a:pt x="232" y="220"/>
                </a:cubicBezTo>
                <a:cubicBezTo>
                  <a:pt x="232" y="225"/>
                  <a:pt x="234" y="230"/>
                  <a:pt x="238" y="234"/>
                </a:cubicBezTo>
                <a:close/>
                <a:moveTo>
                  <a:pt x="188" y="200"/>
                </a:moveTo>
                <a:cubicBezTo>
                  <a:pt x="177" y="200"/>
                  <a:pt x="168" y="209"/>
                  <a:pt x="168" y="220"/>
                </a:cubicBezTo>
                <a:cubicBezTo>
                  <a:pt x="168" y="231"/>
                  <a:pt x="177" y="240"/>
                  <a:pt x="188" y="240"/>
                </a:cubicBezTo>
                <a:cubicBezTo>
                  <a:pt x="199" y="240"/>
                  <a:pt x="208" y="231"/>
                  <a:pt x="208" y="220"/>
                </a:cubicBezTo>
                <a:cubicBezTo>
                  <a:pt x="208" y="209"/>
                  <a:pt x="199" y="200"/>
                  <a:pt x="188" y="200"/>
                </a:cubicBezTo>
                <a:close/>
                <a:moveTo>
                  <a:pt x="188" y="232"/>
                </a:moveTo>
                <a:cubicBezTo>
                  <a:pt x="181" y="232"/>
                  <a:pt x="176" y="227"/>
                  <a:pt x="176" y="220"/>
                </a:cubicBezTo>
                <a:cubicBezTo>
                  <a:pt x="176" y="213"/>
                  <a:pt x="181" y="208"/>
                  <a:pt x="188" y="208"/>
                </a:cubicBezTo>
                <a:cubicBezTo>
                  <a:pt x="195" y="208"/>
                  <a:pt x="200" y="213"/>
                  <a:pt x="200" y="220"/>
                </a:cubicBezTo>
                <a:cubicBezTo>
                  <a:pt x="200" y="227"/>
                  <a:pt x="195" y="232"/>
                  <a:pt x="188" y="23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44" name="Freeform 66">
            <a:extLst>
              <a:ext uri="{FF2B5EF4-FFF2-40B4-BE49-F238E27FC236}">
                <a16:creationId xmlns:a16="http://schemas.microsoft.com/office/drawing/2014/main" id="{60ECCA8F-B4EE-4F26-BE40-1FCFB54DBD18}"/>
              </a:ext>
            </a:extLst>
          </p:cNvPr>
          <p:cNvSpPr>
            <a:spLocks noChangeAspect="1" noEditPoints="1"/>
          </p:cNvSpPr>
          <p:nvPr/>
        </p:nvSpPr>
        <p:spPr bwMode="auto">
          <a:xfrm>
            <a:off x="1541528" y="2431904"/>
            <a:ext cx="398462" cy="400050"/>
          </a:xfrm>
          <a:custGeom>
            <a:avLst/>
            <a:gdLst>
              <a:gd name="T0" fmla="*/ 112 w 256"/>
              <a:gd name="T1" fmla="*/ 92 h 256"/>
              <a:gd name="T2" fmla="*/ 104 w 256"/>
              <a:gd name="T3" fmla="*/ 120 h 256"/>
              <a:gd name="T4" fmla="*/ 72 w 256"/>
              <a:gd name="T5" fmla="*/ 88 h 256"/>
              <a:gd name="T6" fmla="*/ 40 w 256"/>
              <a:gd name="T7" fmla="*/ 248 h 256"/>
              <a:gd name="T8" fmla="*/ 168 w 256"/>
              <a:gd name="T9" fmla="*/ 256 h 256"/>
              <a:gd name="T10" fmla="*/ 76 w 256"/>
              <a:gd name="T11" fmla="*/ 105 h 256"/>
              <a:gd name="T12" fmla="*/ 76 w 256"/>
              <a:gd name="T13" fmla="*/ 105 h 256"/>
              <a:gd name="T14" fmla="*/ 76 w 256"/>
              <a:gd name="T15" fmla="*/ 213 h 256"/>
              <a:gd name="T16" fmla="*/ 76 w 256"/>
              <a:gd name="T17" fmla="*/ 231 h 256"/>
              <a:gd name="T18" fmla="*/ 104 w 256"/>
              <a:gd name="T19" fmla="*/ 247 h 256"/>
              <a:gd name="T20" fmla="*/ 104 w 256"/>
              <a:gd name="T21" fmla="*/ 247 h 256"/>
              <a:gd name="T22" fmla="*/ 104 w 256"/>
              <a:gd name="T23" fmla="*/ 136 h 256"/>
              <a:gd name="T24" fmla="*/ 240 w 256"/>
              <a:gd name="T25" fmla="*/ 160 h 256"/>
              <a:gd name="T26" fmla="*/ 176 w 256"/>
              <a:gd name="T27" fmla="*/ 164 h 256"/>
              <a:gd name="T28" fmla="*/ 252 w 256"/>
              <a:gd name="T29" fmla="*/ 184 h 256"/>
              <a:gd name="T30" fmla="*/ 252 w 256"/>
              <a:gd name="T31" fmla="*/ 160 h 256"/>
              <a:gd name="T32" fmla="*/ 184 w 256"/>
              <a:gd name="T33" fmla="*/ 168 h 256"/>
              <a:gd name="T34" fmla="*/ 216 w 256"/>
              <a:gd name="T35" fmla="*/ 138 h 256"/>
              <a:gd name="T36" fmla="*/ 243 w 256"/>
              <a:gd name="T37" fmla="*/ 159 h 256"/>
              <a:gd name="T38" fmla="*/ 220 w 256"/>
              <a:gd name="T39" fmla="*/ 92 h 256"/>
              <a:gd name="T40" fmla="*/ 212 w 256"/>
              <a:gd name="T41" fmla="*/ 130 h 256"/>
              <a:gd name="T42" fmla="*/ 192 w 256"/>
              <a:gd name="T43" fmla="*/ 160 h 256"/>
              <a:gd name="T44" fmla="*/ 52 w 256"/>
              <a:gd name="T45" fmla="*/ 88 h 256"/>
              <a:gd name="T46" fmla="*/ 252 w 256"/>
              <a:gd name="T47" fmla="*/ 82 h 256"/>
              <a:gd name="T48" fmla="*/ 224 w 256"/>
              <a:gd name="T49" fmla="*/ 52 h 256"/>
              <a:gd name="T50" fmla="*/ 48 w 256"/>
              <a:gd name="T51" fmla="*/ 44 h 256"/>
              <a:gd name="T52" fmla="*/ 0 w 256"/>
              <a:gd name="T53" fmla="*/ 88 h 256"/>
              <a:gd name="T54" fmla="*/ 52 w 256"/>
              <a:gd name="T55" fmla="*/ 88 h 256"/>
              <a:gd name="T56" fmla="*/ 200 w 256"/>
              <a:gd name="T57" fmla="*/ 76 h 256"/>
              <a:gd name="T58" fmla="*/ 201 w 256"/>
              <a:gd name="T59" fmla="*/ 62 h 256"/>
              <a:gd name="T60" fmla="*/ 222 w 256"/>
              <a:gd name="T61" fmla="*/ 60 h 256"/>
              <a:gd name="T62" fmla="*/ 168 w 256"/>
              <a:gd name="T63" fmla="*/ 62 h 256"/>
              <a:gd name="T64" fmla="*/ 149 w 256"/>
              <a:gd name="T65" fmla="*/ 74 h 256"/>
              <a:gd name="T66" fmla="*/ 140 w 256"/>
              <a:gd name="T67" fmla="*/ 76 h 256"/>
              <a:gd name="T68" fmla="*/ 140 w 256"/>
              <a:gd name="T69" fmla="*/ 76 h 256"/>
              <a:gd name="T70" fmla="*/ 95 w 256"/>
              <a:gd name="T71" fmla="*/ 60 h 256"/>
              <a:gd name="T72" fmla="*/ 44 w 256"/>
              <a:gd name="T73" fmla="*/ 84 h 256"/>
              <a:gd name="T74" fmla="*/ 44 w 256"/>
              <a:gd name="T75" fmla="*/ 52 h 256"/>
              <a:gd name="T76" fmla="*/ 52 w 256"/>
              <a:gd name="T77" fmla="*/ 64 h 256"/>
              <a:gd name="T78" fmla="*/ 73 w 256"/>
              <a:gd name="T79" fmla="*/ 65 h 256"/>
              <a:gd name="T80" fmla="*/ 86 w 256"/>
              <a:gd name="T81" fmla="*/ 62 h 256"/>
              <a:gd name="T82" fmla="*/ 44 w 256"/>
              <a:gd name="T83" fmla="*/ 80 h 256"/>
              <a:gd name="T84" fmla="*/ 68 w 256"/>
              <a:gd name="T85" fmla="*/ 12 h 256"/>
              <a:gd name="T86" fmla="*/ 76 w 256"/>
              <a:gd name="T87" fmla="*/ 44 h 256"/>
              <a:gd name="T88" fmla="*/ 100 w 256"/>
              <a:gd name="T89" fmla="*/ 48 h 256"/>
              <a:gd name="T90" fmla="*/ 84 w 256"/>
              <a:gd name="T91" fmla="*/ 14 h 256"/>
              <a:gd name="T92" fmla="*/ 160 w 256"/>
              <a:gd name="T93" fmla="*/ 46 h 256"/>
              <a:gd name="T94" fmla="*/ 74 w 256"/>
              <a:gd name="T95" fmla="*/ 0 h 256"/>
              <a:gd name="T96" fmla="*/ 72 w 256"/>
              <a:gd name="T97" fmla="*/ 0 h 256"/>
              <a:gd name="T98" fmla="*/ 72 w 256"/>
              <a:gd name="T99" fmla="*/ 0 h 256"/>
              <a:gd name="T100" fmla="*/ 71 w 256"/>
              <a:gd name="T101" fmla="*/ 0 h 256"/>
              <a:gd name="T102" fmla="*/ 70 w 256"/>
              <a:gd name="T103" fmla="*/ 1 h 256"/>
              <a:gd name="T104" fmla="*/ 29 w 256"/>
              <a:gd name="T105" fmla="*/ 3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168" y="248"/>
                </a:moveTo>
                <a:cubicBezTo>
                  <a:pt x="112" y="248"/>
                  <a:pt x="112" y="248"/>
                  <a:pt x="112" y="248"/>
                </a:cubicBezTo>
                <a:cubicBezTo>
                  <a:pt x="112" y="92"/>
                  <a:pt x="112" y="92"/>
                  <a:pt x="112" y="92"/>
                </a:cubicBezTo>
                <a:cubicBezTo>
                  <a:pt x="112" y="90"/>
                  <a:pt x="110" y="88"/>
                  <a:pt x="108" y="88"/>
                </a:cubicBezTo>
                <a:cubicBezTo>
                  <a:pt x="106" y="88"/>
                  <a:pt x="104" y="90"/>
                  <a:pt x="104" y="92"/>
                </a:cubicBezTo>
                <a:cubicBezTo>
                  <a:pt x="104" y="120"/>
                  <a:pt x="104" y="120"/>
                  <a:pt x="104" y="120"/>
                </a:cubicBezTo>
                <a:cubicBezTo>
                  <a:pt x="76" y="94"/>
                  <a:pt x="76" y="94"/>
                  <a:pt x="76" y="94"/>
                </a:cubicBezTo>
                <a:cubicBezTo>
                  <a:pt x="76" y="92"/>
                  <a:pt x="76" y="92"/>
                  <a:pt x="76" y="92"/>
                </a:cubicBezTo>
                <a:cubicBezTo>
                  <a:pt x="76" y="90"/>
                  <a:pt x="74" y="88"/>
                  <a:pt x="72" y="88"/>
                </a:cubicBezTo>
                <a:cubicBezTo>
                  <a:pt x="70" y="88"/>
                  <a:pt x="68" y="90"/>
                  <a:pt x="68" y="92"/>
                </a:cubicBezTo>
                <a:cubicBezTo>
                  <a:pt x="68" y="248"/>
                  <a:pt x="68" y="248"/>
                  <a:pt x="68" y="248"/>
                </a:cubicBezTo>
                <a:cubicBezTo>
                  <a:pt x="40" y="248"/>
                  <a:pt x="40" y="248"/>
                  <a:pt x="40" y="248"/>
                </a:cubicBezTo>
                <a:cubicBezTo>
                  <a:pt x="38" y="248"/>
                  <a:pt x="36" y="250"/>
                  <a:pt x="36" y="252"/>
                </a:cubicBezTo>
                <a:cubicBezTo>
                  <a:pt x="36" y="254"/>
                  <a:pt x="38" y="256"/>
                  <a:pt x="40" y="256"/>
                </a:cubicBezTo>
                <a:cubicBezTo>
                  <a:pt x="168" y="256"/>
                  <a:pt x="168" y="256"/>
                  <a:pt x="168" y="256"/>
                </a:cubicBezTo>
                <a:cubicBezTo>
                  <a:pt x="170" y="256"/>
                  <a:pt x="172" y="254"/>
                  <a:pt x="172" y="252"/>
                </a:cubicBezTo>
                <a:cubicBezTo>
                  <a:pt x="172" y="250"/>
                  <a:pt x="170" y="248"/>
                  <a:pt x="168" y="248"/>
                </a:cubicBezTo>
                <a:close/>
                <a:moveTo>
                  <a:pt x="76" y="105"/>
                </a:moveTo>
                <a:cubicBezTo>
                  <a:pt x="101" y="128"/>
                  <a:pt x="101" y="128"/>
                  <a:pt x="101" y="128"/>
                </a:cubicBezTo>
                <a:cubicBezTo>
                  <a:pt x="76" y="151"/>
                  <a:pt x="76" y="151"/>
                  <a:pt x="76" y="151"/>
                </a:cubicBezTo>
                <a:lnTo>
                  <a:pt x="76" y="105"/>
                </a:lnTo>
                <a:close/>
                <a:moveTo>
                  <a:pt x="76" y="169"/>
                </a:moveTo>
                <a:cubicBezTo>
                  <a:pt x="101" y="192"/>
                  <a:pt x="101" y="192"/>
                  <a:pt x="101" y="192"/>
                </a:cubicBezTo>
                <a:cubicBezTo>
                  <a:pt x="76" y="213"/>
                  <a:pt x="76" y="213"/>
                  <a:pt x="76" y="213"/>
                </a:cubicBezTo>
                <a:lnTo>
                  <a:pt x="76" y="169"/>
                </a:lnTo>
                <a:close/>
                <a:moveTo>
                  <a:pt x="76" y="248"/>
                </a:moveTo>
                <a:cubicBezTo>
                  <a:pt x="76" y="231"/>
                  <a:pt x="76" y="231"/>
                  <a:pt x="76" y="231"/>
                </a:cubicBezTo>
                <a:cubicBezTo>
                  <a:pt x="94" y="248"/>
                  <a:pt x="94" y="248"/>
                  <a:pt x="94" y="248"/>
                </a:cubicBezTo>
                <a:lnTo>
                  <a:pt x="76" y="248"/>
                </a:lnTo>
                <a:close/>
                <a:moveTo>
                  <a:pt x="104" y="247"/>
                </a:moveTo>
                <a:cubicBezTo>
                  <a:pt x="78" y="222"/>
                  <a:pt x="78" y="222"/>
                  <a:pt x="78" y="222"/>
                </a:cubicBezTo>
                <a:cubicBezTo>
                  <a:pt x="104" y="200"/>
                  <a:pt x="104" y="200"/>
                  <a:pt x="104" y="200"/>
                </a:cubicBezTo>
                <a:lnTo>
                  <a:pt x="104" y="247"/>
                </a:lnTo>
                <a:close/>
                <a:moveTo>
                  <a:pt x="104" y="184"/>
                </a:moveTo>
                <a:cubicBezTo>
                  <a:pt x="78" y="160"/>
                  <a:pt x="78" y="160"/>
                  <a:pt x="78" y="160"/>
                </a:cubicBezTo>
                <a:cubicBezTo>
                  <a:pt x="104" y="136"/>
                  <a:pt x="104" y="136"/>
                  <a:pt x="104" y="136"/>
                </a:cubicBezTo>
                <a:lnTo>
                  <a:pt x="104" y="184"/>
                </a:lnTo>
                <a:close/>
                <a:moveTo>
                  <a:pt x="252" y="160"/>
                </a:moveTo>
                <a:cubicBezTo>
                  <a:pt x="240" y="160"/>
                  <a:pt x="240" y="160"/>
                  <a:pt x="240" y="160"/>
                </a:cubicBezTo>
                <a:cubicBezTo>
                  <a:pt x="192" y="160"/>
                  <a:pt x="192" y="160"/>
                  <a:pt x="192" y="160"/>
                </a:cubicBezTo>
                <a:cubicBezTo>
                  <a:pt x="180" y="160"/>
                  <a:pt x="180" y="160"/>
                  <a:pt x="180" y="160"/>
                </a:cubicBezTo>
                <a:cubicBezTo>
                  <a:pt x="178" y="160"/>
                  <a:pt x="176" y="162"/>
                  <a:pt x="176" y="164"/>
                </a:cubicBezTo>
                <a:cubicBezTo>
                  <a:pt x="176" y="180"/>
                  <a:pt x="176" y="180"/>
                  <a:pt x="176" y="180"/>
                </a:cubicBezTo>
                <a:cubicBezTo>
                  <a:pt x="176" y="182"/>
                  <a:pt x="178" y="184"/>
                  <a:pt x="180" y="184"/>
                </a:cubicBezTo>
                <a:cubicBezTo>
                  <a:pt x="252" y="184"/>
                  <a:pt x="252" y="184"/>
                  <a:pt x="252" y="184"/>
                </a:cubicBezTo>
                <a:cubicBezTo>
                  <a:pt x="254" y="184"/>
                  <a:pt x="256" y="182"/>
                  <a:pt x="256" y="180"/>
                </a:cubicBezTo>
                <a:cubicBezTo>
                  <a:pt x="256" y="164"/>
                  <a:pt x="256" y="164"/>
                  <a:pt x="256" y="164"/>
                </a:cubicBezTo>
                <a:cubicBezTo>
                  <a:pt x="256" y="162"/>
                  <a:pt x="254" y="160"/>
                  <a:pt x="252" y="160"/>
                </a:cubicBezTo>
                <a:close/>
                <a:moveTo>
                  <a:pt x="248" y="176"/>
                </a:moveTo>
                <a:cubicBezTo>
                  <a:pt x="184" y="176"/>
                  <a:pt x="184" y="176"/>
                  <a:pt x="184" y="176"/>
                </a:cubicBezTo>
                <a:cubicBezTo>
                  <a:pt x="184" y="168"/>
                  <a:pt x="184" y="168"/>
                  <a:pt x="184" y="168"/>
                </a:cubicBezTo>
                <a:cubicBezTo>
                  <a:pt x="248" y="168"/>
                  <a:pt x="248" y="168"/>
                  <a:pt x="248" y="168"/>
                </a:cubicBezTo>
                <a:lnTo>
                  <a:pt x="248" y="176"/>
                </a:lnTo>
                <a:close/>
                <a:moveTo>
                  <a:pt x="216" y="138"/>
                </a:moveTo>
                <a:cubicBezTo>
                  <a:pt x="237" y="159"/>
                  <a:pt x="237" y="159"/>
                  <a:pt x="237" y="159"/>
                </a:cubicBezTo>
                <a:cubicBezTo>
                  <a:pt x="238" y="160"/>
                  <a:pt x="239" y="160"/>
                  <a:pt x="240" y="160"/>
                </a:cubicBezTo>
                <a:cubicBezTo>
                  <a:pt x="241" y="160"/>
                  <a:pt x="242" y="160"/>
                  <a:pt x="243" y="159"/>
                </a:cubicBezTo>
                <a:cubicBezTo>
                  <a:pt x="244" y="157"/>
                  <a:pt x="244" y="155"/>
                  <a:pt x="243" y="153"/>
                </a:cubicBezTo>
                <a:cubicBezTo>
                  <a:pt x="220" y="130"/>
                  <a:pt x="220" y="130"/>
                  <a:pt x="220" y="130"/>
                </a:cubicBezTo>
                <a:cubicBezTo>
                  <a:pt x="220" y="92"/>
                  <a:pt x="220" y="92"/>
                  <a:pt x="220" y="92"/>
                </a:cubicBezTo>
                <a:cubicBezTo>
                  <a:pt x="220" y="90"/>
                  <a:pt x="218" y="88"/>
                  <a:pt x="216" y="88"/>
                </a:cubicBezTo>
                <a:cubicBezTo>
                  <a:pt x="214" y="88"/>
                  <a:pt x="212" y="90"/>
                  <a:pt x="212" y="92"/>
                </a:cubicBezTo>
                <a:cubicBezTo>
                  <a:pt x="212" y="130"/>
                  <a:pt x="212" y="130"/>
                  <a:pt x="212" y="130"/>
                </a:cubicBezTo>
                <a:cubicBezTo>
                  <a:pt x="189" y="153"/>
                  <a:pt x="189" y="153"/>
                  <a:pt x="189" y="153"/>
                </a:cubicBezTo>
                <a:cubicBezTo>
                  <a:pt x="188" y="155"/>
                  <a:pt x="188" y="157"/>
                  <a:pt x="189" y="159"/>
                </a:cubicBezTo>
                <a:cubicBezTo>
                  <a:pt x="190" y="160"/>
                  <a:pt x="191" y="160"/>
                  <a:pt x="192" y="160"/>
                </a:cubicBezTo>
                <a:cubicBezTo>
                  <a:pt x="193" y="160"/>
                  <a:pt x="194" y="160"/>
                  <a:pt x="195" y="159"/>
                </a:cubicBezTo>
                <a:lnTo>
                  <a:pt x="216" y="138"/>
                </a:lnTo>
                <a:close/>
                <a:moveTo>
                  <a:pt x="52" y="88"/>
                </a:moveTo>
                <a:cubicBezTo>
                  <a:pt x="52" y="84"/>
                  <a:pt x="52" y="84"/>
                  <a:pt x="52" y="84"/>
                </a:cubicBezTo>
                <a:cubicBezTo>
                  <a:pt x="248" y="84"/>
                  <a:pt x="248" y="84"/>
                  <a:pt x="248" y="84"/>
                </a:cubicBezTo>
                <a:cubicBezTo>
                  <a:pt x="250" y="84"/>
                  <a:pt x="251" y="83"/>
                  <a:pt x="252" y="82"/>
                </a:cubicBezTo>
                <a:cubicBezTo>
                  <a:pt x="252" y="80"/>
                  <a:pt x="252" y="78"/>
                  <a:pt x="251" y="77"/>
                </a:cubicBezTo>
                <a:cubicBezTo>
                  <a:pt x="227" y="53"/>
                  <a:pt x="227" y="53"/>
                  <a:pt x="227" y="53"/>
                </a:cubicBezTo>
                <a:cubicBezTo>
                  <a:pt x="226" y="52"/>
                  <a:pt x="225" y="52"/>
                  <a:pt x="224" y="52"/>
                </a:cubicBezTo>
                <a:cubicBezTo>
                  <a:pt x="52" y="52"/>
                  <a:pt x="52" y="52"/>
                  <a:pt x="52" y="52"/>
                </a:cubicBezTo>
                <a:cubicBezTo>
                  <a:pt x="52" y="48"/>
                  <a:pt x="52" y="48"/>
                  <a:pt x="52" y="48"/>
                </a:cubicBezTo>
                <a:cubicBezTo>
                  <a:pt x="52" y="46"/>
                  <a:pt x="50" y="44"/>
                  <a:pt x="48" y="44"/>
                </a:cubicBezTo>
                <a:cubicBezTo>
                  <a:pt x="4" y="44"/>
                  <a:pt x="4" y="44"/>
                  <a:pt x="4" y="44"/>
                </a:cubicBezTo>
                <a:cubicBezTo>
                  <a:pt x="2" y="44"/>
                  <a:pt x="0" y="46"/>
                  <a:pt x="0" y="48"/>
                </a:cubicBezTo>
                <a:cubicBezTo>
                  <a:pt x="0" y="88"/>
                  <a:pt x="0" y="88"/>
                  <a:pt x="0" y="88"/>
                </a:cubicBezTo>
                <a:cubicBezTo>
                  <a:pt x="0" y="90"/>
                  <a:pt x="2" y="92"/>
                  <a:pt x="4" y="92"/>
                </a:cubicBezTo>
                <a:cubicBezTo>
                  <a:pt x="48" y="92"/>
                  <a:pt x="48" y="92"/>
                  <a:pt x="48" y="92"/>
                </a:cubicBezTo>
                <a:cubicBezTo>
                  <a:pt x="50" y="92"/>
                  <a:pt x="52" y="90"/>
                  <a:pt x="52" y="88"/>
                </a:cubicBezTo>
                <a:close/>
                <a:moveTo>
                  <a:pt x="222" y="60"/>
                </a:moveTo>
                <a:cubicBezTo>
                  <a:pt x="238" y="76"/>
                  <a:pt x="238" y="76"/>
                  <a:pt x="238" y="76"/>
                </a:cubicBezTo>
                <a:cubicBezTo>
                  <a:pt x="200" y="76"/>
                  <a:pt x="200" y="76"/>
                  <a:pt x="200" y="76"/>
                </a:cubicBezTo>
                <a:cubicBezTo>
                  <a:pt x="207" y="66"/>
                  <a:pt x="207" y="66"/>
                  <a:pt x="207" y="66"/>
                </a:cubicBezTo>
                <a:cubicBezTo>
                  <a:pt x="209" y="65"/>
                  <a:pt x="208" y="62"/>
                  <a:pt x="206" y="61"/>
                </a:cubicBezTo>
                <a:cubicBezTo>
                  <a:pt x="205" y="59"/>
                  <a:pt x="202" y="60"/>
                  <a:pt x="201" y="62"/>
                </a:cubicBezTo>
                <a:cubicBezTo>
                  <a:pt x="192" y="74"/>
                  <a:pt x="192" y="74"/>
                  <a:pt x="192" y="74"/>
                </a:cubicBezTo>
                <a:cubicBezTo>
                  <a:pt x="178" y="60"/>
                  <a:pt x="178" y="60"/>
                  <a:pt x="178" y="60"/>
                </a:cubicBezTo>
                <a:lnTo>
                  <a:pt x="222" y="60"/>
                </a:lnTo>
                <a:close/>
                <a:moveTo>
                  <a:pt x="182" y="76"/>
                </a:moveTo>
                <a:cubicBezTo>
                  <a:pt x="157" y="76"/>
                  <a:pt x="157" y="76"/>
                  <a:pt x="157" y="76"/>
                </a:cubicBezTo>
                <a:cubicBezTo>
                  <a:pt x="168" y="62"/>
                  <a:pt x="168" y="62"/>
                  <a:pt x="168" y="62"/>
                </a:cubicBezTo>
                <a:lnTo>
                  <a:pt x="182" y="76"/>
                </a:lnTo>
                <a:close/>
                <a:moveTo>
                  <a:pt x="160" y="60"/>
                </a:moveTo>
                <a:cubicBezTo>
                  <a:pt x="149" y="74"/>
                  <a:pt x="149" y="74"/>
                  <a:pt x="149" y="74"/>
                </a:cubicBezTo>
                <a:cubicBezTo>
                  <a:pt x="137" y="60"/>
                  <a:pt x="137" y="60"/>
                  <a:pt x="137" y="60"/>
                </a:cubicBezTo>
                <a:lnTo>
                  <a:pt x="160" y="60"/>
                </a:lnTo>
                <a:close/>
                <a:moveTo>
                  <a:pt x="140" y="76"/>
                </a:moveTo>
                <a:cubicBezTo>
                  <a:pt x="117" y="76"/>
                  <a:pt x="117" y="76"/>
                  <a:pt x="117" y="76"/>
                </a:cubicBezTo>
                <a:cubicBezTo>
                  <a:pt x="128" y="62"/>
                  <a:pt x="128" y="62"/>
                  <a:pt x="128" y="62"/>
                </a:cubicBezTo>
                <a:lnTo>
                  <a:pt x="140" y="76"/>
                </a:lnTo>
                <a:close/>
                <a:moveTo>
                  <a:pt x="119" y="60"/>
                </a:moveTo>
                <a:cubicBezTo>
                  <a:pt x="108" y="74"/>
                  <a:pt x="108" y="74"/>
                  <a:pt x="108" y="74"/>
                </a:cubicBezTo>
                <a:cubicBezTo>
                  <a:pt x="95" y="60"/>
                  <a:pt x="95" y="60"/>
                  <a:pt x="95" y="60"/>
                </a:cubicBezTo>
                <a:lnTo>
                  <a:pt x="119" y="60"/>
                </a:lnTo>
                <a:close/>
                <a:moveTo>
                  <a:pt x="44" y="80"/>
                </a:moveTo>
                <a:cubicBezTo>
                  <a:pt x="44" y="84"/>
                  <a:pt x="44" y="84"/>
                  <a:pt x="44" y="84"/>
                </a:cubicBezTo>
                <a:cubicBezTo>
                  <a:pt x="8" y="84"/>
                  <a:pt x="8" y="84"/>
                  <a:pt x="8" y="84"/>
                </a:cubicBezTo>
                <a:cubicBezTo>
                  <a:pt x="8" y="52"/>
                  <a:pt x="8" y="52"/>
                  <a:pt x="8" y="52"/>
                </a:cubicBezTo>
                <a:cubicBezTo>
                  <a:pt x="44" y="52"/>
                  <a:pt x="44" y="52"/>
                  <a:pt x="44" y="52"/>
                </a:cubicBezTo>
                <a:cubicBezTo>
                  <a:pt x="44" y="64"/>
                  <a:pt x="44" y="64"/>
                  <a:pt x="44" y="64"/>
                </a:cubicBezTo>
                <a:cubicBezTo>
                  <a:pt x="44" y="66"/>
                  <a:pt x="46" y="68"/>
                  <a:pt x="48" y="68"/>
                </a:cubicBezTo>
                <a:cubicBezTo>
                  <a:pt x="50" y="68"/>
                  <a:pt x="52" y="66"/>
                  <a:pt x="52" y="64"/>
                </a:cubicBezTo>
                <a:cubicBezTo>
                  <a:pt x="52" y="60"/>
                  <a:pt x="52" y="60"/>
                  <a:pt x="52" y="60"/>
                </a:cubicBezTo>
                <a:cubicBezTo>
                  <a:pt x="77" y="60"/>
                  <a:pt x="77" y="60"/>
                  <a:pt x="77" y="60"/>
                </a:cubicBezTo>
                <a:cubicBezTo>
                  <a:pt x="73" y="65"/>
                  <a:pt x="73" y="65"/>
                  <a:pt x="73" y="65"/>
                </a:cubicBezTo>
                <a:cubicBezTo>
                  <a:pt x="72" y="67"/>
                  <a:pt x="72" y="70"/>
                  <a:pt x="73" y="71"/>
                </a:cubicBezTo>
                <a:cubicBezTo>
                  <a:pt x="75" y="72"/>
                  <a:pt x="78" y="72"/>
                  <a:pt x="79" y="71"/>
                </a:cubicBezTo>
                <a:cubicBezTo>
                  <a:pt x="86" y="62"/>
                  <a:pt x="86" y="62"/>
                  <a:pt x="86" y="62"/>
                </a:cubicBezTo>
                <a:cubicBezTo>
                  <a:pt x="99" y="76"/>
                  <a:pt x="99" y="76"/>
                  <a:pt x="99" y="76"/>
                </a:cubicBezTo>
                <a:cubicBezTo>
                  <a:pt x="48" y="76"/>
                  <a:pt x="48" y="76"/>
                  <a:pt x="48" y="76"/>
                </a:cubicBezTo>
                <a:cubicBezTo>
                  <a:pt x="46" y="76"/>
                  <a:pt x="44" y="78"/>
                  <a:pt x="44" y="80"/>
                </a:cubicBezTo>
                <a:close/>
                <a:moveTo>
                  <a:pt x="32" y="40"/>
                </a:moveTo>
                <a:cubicBezTo>
                  <a:pt x="33" y="40"/>
                  <a:pt x="34" y="40"/>
                  <a:pt x="34" y="39"/>
                </a:cubicBezTo>
                <a:cubicBezTo>
                  <a:pt x="68" y="12"/>
                  <a:pt x="68" y="12"/>
                  <a:pt x="68" y="12"/>
                </a:cubicBezTo>
                <a:cubicBezTo>
                  <a:pt x="68" y="44"/>
                  <a:pt x="68" y="44"/>
                  <a:pt x="68" y="44"/>
                </a:cubicBezTo>
                <a:cubicBezTo>
                  <a:pt x="68" y="46"/>
                  <a:pt x="70" y="48"/>
                  <a:pt x="72" y="48"/>
                </a:cubicBezTo>
                <a:cubicBezTo>
                  <a:pt x="74" y="48"/>
                  <a:pt x="76" y="46"/>
                  <a:pt x="76" y="44"/>
                </a:cubicBezTo>
                <a:cubicBezTo>
                  <a:pt x="76" y="17"/>
                  <a:pt x="76" y="17"/>
                  <a:pt x="76" y="17"/>
                </a:cubicBezTo>
                <a:cubicBezTo>
                  <a:pt x="97" y="46"/>
                  <a:pt x="97" y="46"/>
                  <a:pt x="97" y="46"/>
                </a:cubicBezTo>
                <a:cubicBezTo>
                  <a:pt x="98" y="47"/>
                  <a:pt x="99" y="48"/>
                  <a:pt x="100" y="48"/>
                </a:cubicBezTo>
                <a:cubicBezTo>
                  <a:pt x="101" y="48"/>
                  <a:pt x="102" y="48"/>
                  <a:pt x="102" y="47"/>
                </a:cubicBezTo>
                <a:cubicBezTo>
                  <a:pt x="104" y="46"/>
                  <a:pt x="105" y="44"/>
                  <a:pt x="103" y="42"/>
                </a:cubicBezTo>
                <a:cubicBezTo>
                  <a:pt x="84" y="14"/>
                  <a:pt x="84" y="14"/>
                  <a:pt x="84" y="14"/>
                </a:cubicBezTo>
                <a:cubicBezTo>
                  <a:pt x="154" y="48"/>
                  <a:pt x="154" y="48"/>
                  <a:pt x="154" y="48"/>
                </a:cubicBezTo>
                <a:cubicBezTo>
                  <a:pt x="155" y="48"/>
                  <a:pt x="155" y="48"/>
                  <a:pt x="156" y="48"/>
                </a:cubicBezTo>
                <a:cubicBezTo>
                  <a:pt x="157" y="48"/>
                  <a:pt x="159" y="47"/>
                  <a:pt x="160" y="46"/>
                </a:cubicBezTo>
                <a:cubicBezTo>
                  <a:pt x="161" y="44"/>
                  <a:pt x="160" y="41"/>
                  <a:pt x="158" y="40"/>
                </a:cubicBezTo>
                <a:cubicBezTo>
                  <a:pt x="74" y="0"/>
                  <a:pt x="74" y="0"/>
                  <a:pt x="74" y="0"/>
                </a:cubicBezTo>
                <a:cubicBezTo>
                  <a:pt x="74" y="0"/>
                  <a:pt x="74" y="0"/>
                  <a:pt x="74" y="0"/>
                </a:cubicBezTo>
                <a:cubicBezTo>
                  <a:pt x="73" y="0"/>
                  <a:pt x="73" y="0"/>
                  <a:pt x="73" y="0"/>
                </a:cubicBezTo>
                <a:cubicBezTo>
                  <a:pt x="73" y="0"/>
                  <a:pt x="73" y="0"/>
                  <a:pt x="73" y="0"/>
                </a:cubicBezTo>
                <a:cubicBezTo>
                  <a:pt x="72" y="0"/>
                  <a:pt x="72" y="0"/>
                  <a:pt x="72" y="0"/>
                </a:cubicBezTo>
                <a:cubicBezTo>
                  <a:pt x="72" y="0"/>
                  <a:pt x="72" y="0"/>
                  <a:pt x="72" y="0"/>
                </a:cubicBezTo>
                <a:cubicBezTo>
                  <a:pt x="72" y="0"/>
                  <a:pt x="72" y="0"/>
                  <a:pt x="72" y="0"/>
                </a:cubicBezTo>
                <a:cubicBezTo>
                  <a:pt x="72" y="0"/>
                  <a:pt x="72" y="0"/>
                  <a:pt x="72" y="0"/>
                </a:cubicBezTo>
                <a:cubicBezTo>
                  <a:pt x="71" y="0"/>
                  <a:pt x="71" y="0"/>
                  <a:pt x="71" y="0"/>
                </a:cubicBezTo>
                <a:cubicBezTo>
                  <a:pt x="71" y="0"/>
                  <a:pt x="71" y="0"/>
                  <a:pt x="71" y="0"/>
                </a:cubicBezTo>
                <a:cubicBezTo>
                  <a:pt x="71" y="0"/>
                  <a:pt x="71" y="0"/>
                  <a:pt x="71" y="0"/>
                </a:cubicBezTo>
                <a:cubicBezTo>
                  <a:pt x="70" y="0"/>
                  <a:pt x="70" y="0"/>
                  <a:pt x="70" y="1"/>
                </a:cubicBezTo>
                <a:cubicBezTo>
                  <a:pt x="70" y="1"/>
                  <a:pt x="70" y="1"/>
                  <a:pt x="70" y="1"/>
                </a:cubicBezTo>
                <a:cubicBezTo>
                  <a:pt x="70" y="1"/>
                  <a:pt x="70" y="1"/>
                  <a:pt x="70" y="1"/>
                </a:cubicBezTo>
                <a:cubicBezTo>
                  <a:pt x="70" y="1"/>
                  <a:pt x="70" y="1"/>
                  <a:pt x="70" y="1"/>
                </a:cubicBezTo>
                <a:cubicBezTo>
                  <a:pt x="30" y="33"/>
                  <a:pt x="30" y="33"/>
                  <a:pt x="30" y="33"/>
                </a:cubicBezTo>
                <a:cubicBezTo>
                  <a:pt x="28" y="34"/>
                  <a:pt x="27" y="37"/>
                  <a:pt x="29" y="39"/>
                </a:cubicBezTo>
                <a:cubicBezTo>
                  <a:pt x="30" y="39"/>
                  <a:pt x="31" y="40"/>
                  <a:pt x="32" y="4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50" name="Freeform 73">
            <a:extLst>
              <a:ext uri="{FF2B5EF4-FFF2-40B4-BE49-F238E27FC236}">
                <a16:creationId xmlns:a16="http://schemas.microsoft.com/office/drawing/2014/main" id="{1F714D18-24BE-41FD-B9C7-3BA518EE6263}"/>
              </a:ext>
            </a:extLst>
          </p:cNvPr>
          <p:cNvSpPr>
            <a:spLocks noChangeAspect="1" noEditPoints="1"/>
          </p:cNvSpPr>
          <p:nvPr/>
        </p:nvSpPr>
        <p:spPr bwMode="auto">
          <a:xfrm>
            <a:off x="2576643" y="2457304"/>
            <a:ext cx="263525" cy="349250"/>
          </a:xfrm>
          <a:custGeom>
            <a:avLst/>
            <a:gdLst>
              <a:gd name="T0" fmla="*/ 168 w 168"/>
              <a:gd name="T1" fmla="*/ 100 h 224"/>
              <a:gd name="T2" fmla="*/ 168 w 168"/>
              <a:gd name="T3" fmla="*/ 68 h 224"/>
              <a:gd name="T4" fmla="*/ 167 w 168"/>
              <a:gd name="T5" fmla="*/ 66 h 224"/>
              <a:gd name="T6" fmla="*/ 123 w 168"/>
              <a:gd name="T7" fmla="*/ 2 h 224"/>
              <a:gd name="T8" fmla="*/ 48 w 168"/>
              <a:gd name="T9" fmla="*/ 0 h 224"/>
              <a:gd name="T10" fmla="*/ 1 w 168"/>
              <a:gd name="T11" fmla="*/ 66 h 224"/>
              <a:gd name="T12" fmla="*/ 0 w 168"/>
              <a:gd name="T13" fmla="*/ 67 h 224"/>
              <a:gd name="T14" fmla="*/ 0 w 168"/>
              <a:gd name="T15" fmla="*/ 68 h 224"/>
              <a:gd name="T16" fmla="*/ 4 w 168"/>
              <a:gd name="T17" fmla="*/ 104 h 224"/>
              <a:gd name="T18" fmla="*/ 64 w 168"/>
              <a:gd name="T19" fmla="*/ 184 h 224"/>
              <a:gd name="T20" fmla="*/ 41 w 168"/>
              <a:gd name="T21" fmla="*/ 118 h 224"/>
              <a:gd name="T22" fmla="*/ 33 w 168"/>
              <a:gd name="T23" fmla="*/ 114 h 224"/>
              <a:gd name="T24" fmla="*/ 0 w 168"/>
              <a:gd name="T25" fmla="*/ 186 h 224"/>
              <a:gd name="T26" fmla="*/ 0 w 168"/>
              <a:gd name="T27" fmla="*/ 188 h 224"/>
              <a:gd name="T28" fmla="*/ 0 w 168"/>
              <a:gd name="T29" fmla="*/ 220 h 224"/>
              <a:gd name="T30" fmla="*/ 164 w 168"/>
              <a:gd name="T31" fmla="*/ 224 h 224"/>
              <a:gd name="T32" fmla="*/ 168 w 168"/>
              <a:gd name="T33" fmla="*/ 188 h 224"/>
              <a:gd name="T34" fmla="*/ 168 w 168"/>
              <a:gd name="T35" fmla="*/ 187 h 224"/>
              <a:gd name="T36" fmla="*/ 168 w 168"/>
              <a:gd name="T37" fmla="*/ 186 h 224"/>
              <a:gd name="T38" fmla="*/ 129 w 168"/>
              <a:gd name="T39" fmla="*/ 112 h 224"/>
              <a:gd name="T40" fmla="*/ 158 w 168"/>
              <a:gd name="T41" fmla="*/ 184 h 224"/>
              <a:gd name="T42" fmla="*/ 104 w 168"/>
              <a:gd name="T43" fmla="*/ 104 h 224"/>
              <a:gd name="T44" fmla="*/ 50 w 168"/>
              <a:gd name="T45" fmla="*/ 8 h 224"/>
              <a:gd name="T46" fmla="*/ 156 w 168"/>
              <a:gd name="T47" fmla="*/ 64 h 224"/>
              <a:gd name="T48" fmla="*/ 50 w 168"/>
              <a:gd name="T49" fmla="*/ 8 h 224"/>
              <a:gd name="T50" fmla="*/ 160 w 168"/>
              <a:gd name="T51" fmla="*/ 192 h 224"/>
              <a:gd name="T52" fmla="*/ 8 w 168"/>
              <a:gd name="T53" fmla="*/ 216 h 224"/>
              <a:gd name="T54" fmla="*/ 68 w 168"/>
              <a:gd name="T55" fmla="*/ 192 h 224"/>
              <a:gd name="T56" fmla="*/ 72 w 168"/>
              <a:gd name="T57" fmla="*/ 100 h 224"/>
              <a:gd name="T58" fmla="*/ 8 w 168"/>
              <a:gd name="T59" fmla="*/ 96 h 224"/>
              <a:gd name="T60" fmla="*/ 160 w 168"/>
              <a:gd name="T61" fmla="*/ 72 h 224"/>
              <a:gd name="T62" fmla="*/ 100 w 168"/>
              <a:gd name="T63" fmla="*/ 96 h 224"/>
              <a:gd name="T64" fmla="*/ 96 w 168"/>
              <a:gd name="T65" fmla="*/ 18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8" h="224">
                <a:moveTo>
                  <a:pt x="164" y="104"/>
                </a:moveTo>
                <a:cubicBezTo>
                  <a:pt x="166" y="104"/>
                  <a:pt x="168" y="102"/>
                  <a:pt x="168" y="100"/>
                </a:cubicBezTo>
                <a:cubicBezTo>
                  <a:pt x="168" y="68"/>
                  <a:pt x="168" y="68"/>
                  <a:pt x="168" y="68"/>
                </a:cubicBezTo>
                <a:cubicBezTo>
                  <a:pt x="168" y="68"/>
                  <a:pt x="168" y="68"/>
                  <a:pt x="168" y="68"/>
                </a:cubicBezTo>
                <a:cubicBezTo>
                  <a:pt x="168" y="67"/>
                  <a:pt x="168" y="67"/>
                  <a:pt x="168" y="67"/>
                </a:cubicBezTo>
                <a:cubicBezTo>
                  <a:pt x="168" y="67"/>
                  <a:pt x="168" y="66"/>
                  <a:pt x="167" y="66"/>
                </a:cubicBezTo>
                <a:cubicBezTo>
                  <a:pt x="167" y="66"/>
                  <a:pt x="167" y="66"/>
                  <a:pt x="167" y="66"/>
                </a:cubicBezTo>
                <a:cubicBezTo>
                  <a:pt x="123" y="2"/>
                  <a:pt x="123" y="2"/>
                  <a:pt x="123" y="2"/>
                </a:cubicBezTo>
                <a:cubicBezTo>
                  <a:pt x="123" y="1"/>
                  <a:pt x="121" y="0"/>
                  <a:pt x="120" y="0"/>
                </a:cubicBezTo>
                <a:cubicBezTo>
                  <a:pt x="48" y="0"/>
                  <a:pt x="48" y="0"/>
                  <a:pt x="48" y="0"/>
                </a:cubicBezTo>
                <a:cubicBezTo>
                  <a:pt x="47" y="0"/>
                  <a:pt x="45" y="1"/>
                  <a:pt x="45" y="2"/>
                </a:cubicBezTo>
                <a:cubicBezTo>
                  <a:pt x="1" y="66"/>
                  <a:pt x="1" y="66"/>
                  <a:pt x="1" y="66"/>
                </a:cubicBezTo>
                <a:cubicBezTo>
                  <a:pt x="1" y="66"/>
                  <a:pt x="1" y="66"/>
                  <a:pt x="1" y="66"/>
                </a:cubicBezTo>
                <a:cubicBezTo>
                  <a:pt x="0" y="66"/>
                  <a:pt x="0" y="67"/>
                  <a:pt x="0" y="67"/>
                </a:cubicBezTo>
                <a:cubicBezTo>
                  <a:pt x="0" y="67"/>
                  <a:pt x="0" y="67"/>
                  <a:pt x="0" y="68"/>
                </a:cubicBezTo>
                <a:cubicBezTo>
                  <a:pt x="0" y="68"/>
                  <a:pt x="0" y="68"/>
                  <a:pt x="0" y="68"/>
                </a:cubicBezTo>
                <a:cubicBezTo>
                  <a:pt x="0" y="100"/>
                  <a:pt x="0" y="100"/>
                  <a:pt x="0" y="100"/>
                </a:cubicBezTo>
                <a:cubicBezTo>
                  <a:pt x="0" y="102"/>
                  <a:pt x="2" y="104"/>
                  <a:pt x="4" y="104"/>
                </a:cubicBezTo>
                <a:cubicBezTo>
                  <a:pt x="64" y="104"/>
                  <a:pt x="64" y="104"/>
                  <a:pt x="64" y="104"/>
                </a:cubicBezTo>
                <a:cubicBezTo>
                  <a:pt x="64" y="184"/>
                  <a:pt x="64" y="184"/>
                  <a:pt x="64" y="184"/>
                </a:cubicBezTo>
                <a:cubicBezTo>
                  <a:pt x="10" y="184"/>
                  <a:pt x="10" y="184"/>
                  <a:pt x="10" y="184"/>
                </a:cubicBezTo>
                <a:cubicBezTo>
                  <a:pt x="41" y="118"/>
                  <a:pt x="41" y="118"/>
                  <a:pt x="41" y="118"/>
                </a:cubicBezTo>
                <a:cubicBezTo>
                  <a:pt x="42" y="116"/>
                  <a:pt x="41" y="113"/>
                  <a:pt x="39" y="112"/>
                </a:cubicBezTo>
                <a:cubicBezTo>
                  <a:pt x="37" y="111"/>
                  <a:pt x="34" y="112"/>
                  <a:pt x="33" y="114"/>
                </a:cubicBezTo>
                <a:cubicBezTo>
                  <a:pt x="0" y="186"/>
                  <a:pt x="0" y="186"/>
                  <a:pt x="0" y="186"/>
                </a:cubicBezTo>
                <a:cubicBezTo>
                  <a:pt x="0" y="186"/>
                  <a:pt x="0" y="186"/>
                  <a:pt x="0" y="186"/>
                </a:cubicBezTo>
                <a:cubicBezTo>
                  <a:pt x="0" y="187"/>
                  <a:pt x="0" y="187"/>
                  <a:pt x="0" y="187"/>
                </a:cubicBezTo>
                <a:cubicBezTo>
                  <a:pt x="0" y="187"/>
                  <a:pt x="0" y="188"/>
                  <a:pt x="0" y="188"/>
                </a:cubicBezTo>
                <a:cubicBezTo>
                  <a:pt x="0" y="188"/>
                  <a:pt x="0" y="188"/>
                  <a:pt x="0" y="188"/>
                </a:cubicBezTo>
                <a:cubicBezTo>
                  <a:pt x="0" y="220"/>
                  <a:pt x="0" y="220"/>
                  <a:pt x="0" y="220"/>
                </a:cubicBezTo>
                <a:cubicBezTo>
                  <a:pt x="0" y="222"/>
                  <a:pt x="2" y="224"/>
                  <a:pt x="4" y="224"/>
                </a:cubicBezTo>
                <a:cubicBezTo>
                  <a:pt x="164" y="224"/>
                  <a:pt x="164" y="224"/>
                  <a:pt x="164" y="224"/>
                </a:cubicBezTo>
                <a:cubicBezTo>
                  <a:pt x="166" y="224"/>
                  <a:pt x="168" y="222"/>
                  <a:pt x="168" y="220"/>
                </a:cubicBezTo>
                <a:cubicBezTo>
                  <a:pt x="168" y="188"/>
                  <a:pt x="168" y="188"/>
                  <a:pt x="168" y="188"/>
                </a:cubicBezTo>
                <a:cubicBezTo>
                  <a:pt x="168" y="188"/>
                  <a:pt x="168" y="188"/>
                  <a:pt x="168" y="188"/>
                </a:cubicBezTo>
                <a:cubicBezTo>
                  <a:pt x="168" y="188"/>
                  <a:pt x="168" y="187"/>
                  <a:pt x="168" y="187"/>
                </a:cubicBezTo>
                <a:cubicBezTo>
                  <a:pt x="168" y="187"/>
                  <a:pt x="168" y="187"/>
                  <a:pt x="168" y="186"/>
                </a:cubicBezTo>
                <a:cubicBezTo>
                  <a:pt x="168" y="186"/>
                  <a:pt x="168" y="186"/>
                  <a:pt x="168" y="186"/>
                </a:cubicBezTo>
                <a:cubicBezTo>
                  <a:pt x="135" y="114"/>
                  <a:pt x="135" y="114"/>
                  <a:pt x="135" y="114"/>
                </a:cubicBezTo>
                <a:cubicBezTo>
                  <a:pt x="134" y="112"/>
                  <a:pt x="131" y="111"/>
                  <a:pt x="129" y="112"/>
                </a:cubicBezTo>
                <a:cubicBezTo>
                  <a:pt x="127" y="113"/>
                  <a:pt x="126" y="116"/>
                  <a:pt x="127" y="118"/>
                </a:cubicBezTo>
                <a:cubicBezTo>
                  <a:pt x="158" y="184"/>
                  <a:pt x="158" y="184"/>
                  <a:pt x="158" y="184"/>
                </a:cubicBezTo>
                <a:cubicBezTo>
                  <a:pt x="104" y="184"/>
                  <a:pt x="104" y="184"/>
                  <a:pt x="104" y="184"/>
                </a:cubicBezTo>
                <a:cubicBezTo>
                  <a:pt x="104" y="104"/>
                  <a:pt x="104" y="104"/>
                  <a:pt x="104" y="104"/>
                </a:cubicBezTo>
                <a:lnTo>
                  <a:pt x="164" y="104"/>
                </a:lnTo>
                <a:close/>
                <a:moveTo>
                  <a:pt x="50" y="8"/>
                </a:moveTo>
                <a:cubicBezTo>
                  <a:pt x="118" y="8"/>
                  <a:pt x="118" y="8"/>
                  <a:pt x="118" y="8"/>
                </a:cubicBezTo>
                <a:cubicBezTo>
                  <a:pt x="156" y="64"/>
                  <a:pt x="156" y="64"/>
                  <a:pt x="156" y="64"/>
                </a:cubicBezTo>
                <a:cubicBezTo>
                  <a:pt x="12" y="64"/>
                  <a:pt x="12" y="64"/>
                  <a:pt x="12" y="64"/>
                </a:cubicBezTo>
                <a:lnTo>
                  <a:pt x="50" y="8"/>
                </a:lnTo>
                <a:close/>
                <a:moveTo>
                  <a:pt x="100" y="192"/>
                </a:moveTo>
                <a:cubicBezTo>
                  <a:pt x="160" y="192"/>
                  <a:pt x="160" y="192"/>
                  <a:pt x="160" y="192"/>
                </a:cubicBezTo>
                <a:cubicBezTo>
                  <a:pt x="160" y="216"/>
                  <a:pt x="160" y="216"/>
                  <a:pt x="160" y="216"/>
                </a:cubicBezTo>
                <a:cubicBezTo>
                  <a:pt x="8" y="216"/>
                  <a:pt x="8" y="216"/>
                  <a:pt x="8" y="216"/>
                </a:cubicBezTo>
                <a:cubicBezTo>
                  <a:pt x="8" y="192"/>
                  <a:pt x="8" y="192"/>
                  <a:pt x="8" y="192"/>
                </a:cubicBezTo>
                <a:cubicBezTo>
                  <a:pt x="68" y="192"/>
                  <a:pt x="68" y="192"/>
                  <a:pt x="68" y="192"/>
                </a:cubicBezTo>
                <a:cubicBezTo>
                  <a:pt x="70" y="192"/>
                  <a:pt x="72" y="190"/>
                  <a:pt x="72" y="188"/>
                </a:cubicBezTo>
                <a:cubicBezTo>
                  <a:pt x="72" y="100"/>
                  <a:pt x="72" y="100"/>
                  <a:pt x="72" y="100"/>
                </a:cubicBezTo>
                <a:cubicBezTo>
                  <a:pt x="72" y="98"/>
                  <a:pt x="70" y="96"/>
                  <a:pt x="68" y="96"/>
                </a:cubicBezTo>
                <a:cubicBezTo>
                  <a:pt x="8" y="96"/>
                  <a:pt x="8" y="96"/>
                  <a:pt x="8" y="96"/>
                </a:cubicBezTo>
                <a:cubicBezTo>
                  <a:pt x="8" y="72"/>
                  <a:pt x="8" y="72"/>
                  <a:pt x="8" y="72"/>
                </a:cubicBezTo>
                <a:cubicBezTo>
                  <a:pt x="160" y="72"/>
                  <a:pt x="160" y="72"/>
                  <a:pt x="160" y="72"/>
                </a:cubicBezTo>
                <a:cubicBezTo>
                  <a:pt x="160" y="96"/>
                  <a:pt x="160" y="96"/>
                  <a:pt x="160" y="96"/>
                </a:cubicBezTo>
                <a:cubicBezTo>
                  <a:pt x="100" y="96"/>
                  <a:pt x="100" y="96"/>
                  <a:pt x="100" y="96"/>
                </a:cubicBezTo>
                <a:cubicBezTo>
                  <a:pt x="98" y="96"/>
                  <a:pt x="96" y="98"/>
                  <a:pt x="96" y="100"/>
                </a:cubicBezTo>
                <a:cubicBezTo>
                  <a:pt x="96" y="188"/>
                  <a:pt x="96" y="188"/>
                  <a:pt x="96" y="188"/>
                </a:cubicBezTo>
                <a:cubicBezTo>
                  <a:pt x="96" y="190"/>
                  <a:pt x="98" y="192"/>
                  <a:pt x="100" y="19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8" name="Freeform 77">
            <a:extLst>
              <a:ext uri="{FF2B5EF4-FFF2-40B4-BE49-F238E27FC236}">
                <a16:creationId xmlns:a16="http://schemas.microsoft.com/office/drawing/2014/main" id="{14BFB2CA-40CC-44BA-89A7-55E9E7078C58}"/>
              </a:ext>
            </a:extLst>
          </p:cNvPr>
          <p:cNvSpPr>
            <a:spLocks noChangeAspect="1" noEditPoints="1"/>
          </p:cNvSpPr>
          <p:nvPr/>
        </p:nvSpPr>
        <p:spPr bwMode="auto">
          <a:xfrm>
            <a:off x="3482376" y="2423026"/>
            <a:ext cx="387350" cy="400050"/>
          </a:xfrm>
          <a:custGeom>
            <a:avLst/>
            <a:gdLst>
              <a:gd name="T0" fmla="*/ 131 w 248"/>
              <a:gd name="T1" fmla="*/ 214 h 256"/>
              <a:gd name="T2" fmla="*/ 156 w 248"/>
              <a:gd name="T3" fmla="*/ 120 h 256"/>
              <a:gd name="T4" fmla="*/ 188 w 248"/>
              <a:gd name="T5" fmla="*/ 100 h 256"/>
              <a:gd name="T6" fmla="*/ 180 w 248"/>
              <a:gd name="T7" fmla="*/ 88 h 256"/>
              <a:gd name="T8" fmla="*/ 204 w 248"/>
              <a:gd name="T9" fmla="*/ 68 h 256"/>
              <a:gd name="T10" fmla="*/ 188 w 248"/>
              <a:gd name="T11" fmla="*/ 56 h 256"/>
              <a:gd name="T12" fmla="*/ 227 w 248"/>
              <a:gd name="T13" fmla="*/ 14 h 256"/>
              <a:gd name="T14" fmla="*/ 220 w 248"/>
              <a:gd name="T15" fmla="*/ 0 h 256"/>
              <a:gd name="T16" fmla="*/ 50 w 248"/>
              <a:gd name="T17" fmla="*/ 48 h 256"/>
              <a:gd name="T18" fmla="*/ 20 w 248"/>
              <a:gd name="T19" fmla="*/ 0 h 256"/>
              <a:gd name="T20" fmla="*/ 45 w 248"/>
              <a:gd name="T21" fmla="*/ 54 h 256"/>
              <a:gd name="T22" fmla="*/ 60 w 248"/>
              <a:gd name="T23" fmla="*/ 64 h 256"/>
              <a:gd name="T24" fmla="*/ 44 w 248"/>
              <a:gd name="T25" fmla="*/ 84 h 256"/>
              <a:gd name="T26" fmla="*/ 68 w 248"/>
              <a:gd name="T27" fmla="*/ 96 h 256"/>
              <a:gd name="T28" fmla="*/ 60 w 248"/>
              <a:gd name="T29" fmla="*/ 116 h 256"/>
              <a:gd name="T30" fmla="*/ 92 w 248"/>
              <a:gd name="T31" fmla="*/ 172 h 256"/>
              <a:gd name="T32" fmla="*/ 120 w 248"/>
              <a:gd name="T33" fmla="*/ 216 h 256"/>
              <a:gd name="T34" fmla="*/ 0 w 248"/>
              <a:gd name="T35" fmla="*/ 256 h 256"/>
              <a:gd name="T36" fmla="*/ 128 w 248"/>
              <a:gd name="T37" fmla="*/ 248 h 256"/>
              <a:gd name="T38" fmla="*/ 180 w 248"/>
              <a:gd name="T39" fmla="*/ 64 h 256"/>
              <a:gd name="T40" fmla="*/ 52 w 248"/>
              <a:gd name="T41" fmla="*/ 80 h 256"/>
              <a:gd name="T42" fmla="*/ 196 w 248"/>
              <a:gd name="T43" fmla="*/ 80 h 256"/>
              <a:gd name="T44" fmla="*/ 172 w 248"/>
              <a:gd name="T45" fmla="*/ 96 h 256"/>
              <a:gd name="T46" fmla="*/ 172 w 248"/>
              <a:gd name="T47" fmla="*/ 88 h 256"/>
              <a:gd name="T48" fmla="*/ 180 w 248"/>
              <a:gd name="T49" fmla="*/ 104 h 256"/>
              <a:gd name="T50" fmla="*/ 122 w 248"/>
              <a:gd name="T51" fmla="*/ 208 h 256"/>
              <a:gd name="T52" fmla="*/ 148 w 248"/>
              <a:gd name="T53" fmla="*/ 120 h 256"/>
              <a:gd name="T54" fmla="*/ 108 w 248"/>
              <a:gd name="T55" fmla="*/ 176 h 256"/>
              <a:gd name="T56" fmla="*/ 122 w 248"/>
              <a:gd name="T57" fmla="*/ 208 h 256"/>
              <a:gd name="T58" fmla="*/ 184 w 248"/>
              <a:gd name="T59" fmla="*/ 228 h 256"/>
              <a:gd name="T60" fmla="*/ 204 w 248"/>
              <a:gd name="T61" fmla="*/ 196 h 256"/>
              <a:gd name="T62" fmla="*/ 192 w 248"/>
              <a:gd name="T63" fmla="*/ 208 h 256"/>
              <a:gd name="T64" fmla="*/ 192 w 248"/>
              <a:gd name="T65" fmla="*/ 192 h 256"/>
              <a:gd name="T66" fmla="*/ 188 w 248"/>
              <a:gd name="T67" fmla="*/ 196 h 256"/>
              <a:gd name="T68" fmla="*/ 208 w 248"/>
              <a:gd name="T69" fmla="*/ 220 h 256"/>
              <a:gd name="T70" fmla="*/ 168 w 248"/>
              <a:gd name="T71" fmla="*/ 212 h 256"/>
              <a:gd name="T72" fmla="*/ 176 w 248"/>
              <a:gd name="T73" fmla="*/ 220 h 256"/>
              <a:gd name="T74" fmla="*/ 40 w 248"/>
              <a:gd name="T75" fmla="*/ 236 h 256"/>
              <a:gd name="T76" fmla="*/ 32 w 248"/>
              <a:gd name="T77" fmla="*/ 228 h 256"/>
              <a:gd name="T78" fmla="*/ 72 w 248"/>
              <a:gd name="T79" fmla="*/ 236 h 256"/>
              <a:gd name="T80" fmla="*/ 56 w 248"/>
              <a:gd name="T81" fmla="*/ 184 h 256"/>
              <a:gd name="T82" fmla="*/ 68 w 248"/>
              <a:gd name="T83" fmla="*/ 196 h 256"/>
              <a:gd name="T84" fmla="*/ 52 w 248"/>
              <a:gd name="T85" fmla="*/ 196 h 256"/>
              <a:gd name="T86" fmla="*/ 56 w 248"/>
              <a:gd name="T87" fmla="*/ 200 h 256"/>
              <a:gd name="T88" fmla="*/ 72 w 248"/>
              <a:gd name="T89" fmla="*/ 22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56">
                <a:moveTo>
                  <a:pt x="128" y="248"/>
                </a:moveTo>
                <a:cubicBezTo>
                  <a:pt x="128" y="216"/>
                  <a:pt x="128" y="216"/>
                  <a:pt x="128" y="216"/>
                </a:cubicBezTo>
                <a:cubicBezTo>
                  <a:pt x="129" y="216"/>
                  <a:pt x="131" y="215"/>
                  <a:pt x="131" y="214"/>
                </a:cubicBezTo>
                <a:cubicBezTo>
                  <a:pt x="155" y="174"/>
                  <a:pt x="155" y="174"/>
                  <a:pt x="155" y="174"/>
                </a:cubicBezTo>
                <a:cubicBezTo>
                  <a:pt x="156" y="173"/>
                  <a:pt x="156" y="173"/>
                  <a:pt x="156" y="172"/>
                </a:cubicBezTo>
                <a:cubicBezTo>
                  <a:pt x="156" y="120"/>
                  <a:pt x="156" y="120"/>
                  <a:pt x="156" y="120"/>
                </a:cubicBezTo>
                <a:cubicBezTo>
                  <a:pt x="184" y="120"/>
                  <a:pt x="184" y="120"/>
                  <a:pt x="184" y="120"/>
                </a:cubicBezTo>
                <a:cubicBezTo>
                  <a:pt x="186" y="120"/>
                  <a:pt x="188" y="118"/>
                  <a:pt x="188" y="116"/>
                </a:cubicBezTo>
                <a:cubicBezTo>
                  <a:pt x="188" y="100"/>
                  <a:pt x="188" y="100"/>
                  <a:pt x="188" y="100"/>
                </a:cubicBezTo>
                <a:cubicBezTo>
                  <a:pt x="188" y="98"/>
                  <a:pt x="186" y="96"/>
                  <a:pt x="184" y="96"/>
                </a:cubicBezTo>
                <a:cubicBezTo>
                  <a:pt x="180" y="96"/>
                  <a:pt x="180" y="96"/>
                  <a:pt x="180" y="96"/>
                </a:cubicBezTo>
                <a:cubicBezTo>
                  <a:pt x="180" y="88"/>
                  <a:pt x="180" y="88"/>
                  <a:pt x="180" y="88"/>
                </a:cubicBezTo>
                <a:cubicBezTo>
                  <a:pt x="200" y="88"/>
                  <a:pt x="200" y="88"/>
                  <a:pt x="200" y="88"/>
                </a:cubicBezTo>
                <a:cubicBezTo>
                  <a:pt x="202" y="88"/>
                  <a:pt x="204" y="86"/>
                  <a:pt x="204" y="84"/>
                </a:cubicBezTo>
                <a:cubicBezTo>
                  <a:pt x="204" y="68"/>
                  <a:pt x="204" y="68"/>
                  <a:pt x="204" y="68"/>
                </a:cubicBezTo>
                <a:cubicBezTo>
                  <a:pt x="204" y="66"/>
                  <a:pt x="202" y="64"/>
                  <a:pt x="200" y="64"/>
                </a:cubicBezTo>
                <a:cubicBezTo>
                  <a:pt x="188" y="64"/>
                  <a:pt x="188" y="64"/>
                  <a:pt x="188" y="64"/>
                </a:cubicBezTo>
                <a:cubicBezTo>
                  <a:pt x="188" y="56"/>
                  <a:pt x="188" y="56"/>
                  <a:pt x="188" y="56"/>
                </a:cubicBezTo>
                <a:cubicBezTo>
                  <a:pt x="200" y="56"/>
                  <a:pt x="200" y="56"/>
                  <a:pt x="200" y="56"/>
                </a:cubicBezTo>
                <a:cubicBezTo>
                  <a:pt x="201" y="56"/>
                  <a:pt x="203" y="55"/>
                  <a:pt x="203" y="54"/>
                </a:cubicBezTo>
                <a:cubicBezTo>
                  <a:pt x="227" y="14"/>
                  <a:pt x="227" y="14"/>
                  <a:pt x="227" y="14"/>
                </a:cubicBezTo>
                <a:cubicBezTo>
                  <a:pt x="228" y="13"/>
                  <a:pt x="228" y="13"/>
                  <a:pt x="228" y="12"/>
                </a:cubicBezTo>
                <a:cubicBezTo>
                  <a:pt x="228" y="0"/>
                  <a:pt x="228" y="0"/>
                  <a:pt x="228" y="0"/>
                </a:cubicBezTo>
                <a:cubicBezTo>
                  <a:pt x="220" y="0"/>
                  <a:pt x="220" y="0"/>
                  <a:pt x="220" y="0"/>
                </a:cubicBezTo>
                <a:cubicBezTo>
                  <a:pt x="220" y="11"/>
                  <a:pt x="220" y="11"/>
                  <a:pt x="220" y="11"/>
                </a:cubicBezTo>
                <a:cubicBezTo>
                  <a:pt x="198" y="48"/>
                  <a:pt x="198" y="48"/>
                  <a:pt x="198" y="48"/>
                </a:cubicBezTo>
                <a:cubicBezTo>
                  <a:pt x="50" y="48"/>
                  <a:pt x="50" y="48"/>
                  <a:pt x="50" y="48"/>
                </a:cubicBezTo>
                <a:cubicBezTo>
                  <a:pt x="28" y="11"/>
                  <a:pt x="28" y="11"/>
                  <a:pt x="28" y="11"/>
                </a:cubicBezTo>
                <a:cubicBezTo>
                  <a:pt x="28" y="0"/>
                  <a:pt x="28" y="0"/>
                  <a:pt x="28" y="0"/>
                </a:cubicBezTo>
                <a:cubicBezTo>
                  <a:pt x="20" y="0"/>
                  <a:pt x="20" y="0"/>
                  <a:pt x="20" y="0"/>
                </a:cubicBezTo>
                <a:cubicBezTo>
                  <a:pt x="20" y="12"/>
                  <a:pt x="20" y="12"/>
                  <a:pt x="20" y="12"/>
                </a:cubicBezTo>
                <a:cubicBezTo>
                  <a:pt x="20" y="13"/>
                  <a:pt x="20" y="13"/>
                  <a:pt x="21" y="14"/>
                </a:cubicBezTo>
                <a:cubicBezTo>
                  <a:pt x="45" y="54"/>
                  <a:pt x="45" y="54"/>
                  <a:pt x="45" y="54"/>
                </a:cubicBezTo>
                <a:cubicBezTo>
                  <a:pt x="45" y="55"/>
                  <a:pt x="47" y="56"/>
                  <a:pt x="48" y="56"/>
                </a:cubicBezTo>
                <a:cubicBezTo>
                  <a:pt x="60" y="56"/>
                  <a:pt x="60" y="56"/>
                  <a:pt x="60" y="56"/>
                </a:cubicBezTo>
                <a:cubicBezTo>
                  <a:pt x="60" y="64"/>
                  <a:pt x="60" y="64"/>
                  <a:pt x="60" y="64"/>
                </a:cubicBezTo>
                <a:cubicBezTo>
                  <a:pt x="48" y="64"/>
                  <a:pt x="48" y="64"/>
                  <a:pt x="48" y="64"/>
                </a:cubicBezTo>
                <a:cubicBezTo>
                  <a:pt x="46" y="64"/>
                  <a:pt x="44" y="66"/>
                  <a:pt x="44" y="68"/>
                </a:cubicBezTo>
                <a:cubicBezTo>
                  <a:pt x="44" y="84"/>
                  <a:pt x="44" y="84"/>
                  <a:pt x="44" y="84"/>
                </a:cubicBezTo>
                <a:cubicBezTo>
                  <a:pt x="44" y="86"/>
                  <a:pt x="46" y="88"/>
                  <a:pt x="48" y="88"/>
                </a:cubicBezTo>
                <a:cubicBezTo>
                  <a:pt x="68" y="88"/>
                  <a:pt x="68" y="88"/>
                  <a:pt x="68" y="88"/>
                </a:cubicBezTo>
                <a:cubicBezTo>
                  <a:pt x="68" y="96"/>
                  <a:pt x="68" y="96"/>
                  <a:pt x="68" y="96"/>
                </a:cubicBezTo>
                <a:cubicBezTo>
                  <a:pt x="64" y="96"/>
                  <a:pt x="64" y="96"/>
                  <a:pt x="64" y="96"/>
                </a:cubicBezTo>
                <a:cubicBezTo>
                  <a:pt x="62" y="96"/>
                  <a:pt x="60" y="98"/>
                  <a:pt x="60" y="100"/>
                </a:cubicBezTo>
                <a:cubicBezTo>
                  <a:pt x="60" y="116"/>
                  <a:pt x="60" y="116"/>
                  <a:pt x="60" y="116"/>
                </a:cubicBezTo>
                <a:cubicBezTo>
                  <a:pt x="60" y="118"/>
                  <a:pt x="62" y="120"/>
                  <a:pt x="64" y="120"/>
                </a:cubicBezTo>
                <a:cubicBezTo>
                  <a:pt x="92" y="120"/>
                  <a:pt x="92" y="120"/>
                  <a:pt x="92" y="120"/>
                </a:cubicBezTo>
                <a:cubicBezTo>
                  <a:pt x="92" y="172"/>
                  <a:pt x="92" y="172"/>
                  <a:pt x="92" y="172"/>
                </a:cubicBezTo>
                <a:cubicBezTo>
                  <a:pt x="92" y="173"/>
                  <a:pt x="92" y="173"/>
                  <a:pt x="93" y="174"/>
                </a:cubicBezTo>
                <a:cubicBezTo>
                  <a:pt x="117" y="214"/>
                  <a:pt x="117" y="214"/>
                  <a:pt x="117" y="214"/>
                </a:cubicBezTo>
                <a:cubicBezTo>
                  <a:pt x="117" y="215"/>
                  <a:pt x="119" y="216"/>
                  <a:pt x="120" y="216"/>
                </a:cubicBezTo>
                <a:cubicBezTo>
                  <a:pt x="120" y="248"/>
                  <a:pt x="120" y="248"/>
                  <a:pt x="120" y="248"/>
                </a:cubicBezTo>
                <a:cubicBezTo>
                  <a:pt x="0" y="248"/>
                  <a:pt x="0" y="248"/>
                  <a:pt x="0" y="248"/>
                </a:cubicBezTo>
                <a:cubicBezTo>
                  <a:pt x="0" y="256"/>
                  <a:pt x="0" y="256"/>
                  <a:pt x="0" y="256"/>
                </a:cubicBezTo>
                <a:cubicBezTo>
                  <a:pt x="248" y="256"/>
                  <a:pt x="248" y="256"/>
                  <a:pt x="248" y="256"/>
                </a:cubicBezTo>
                <a:cubicBezTo>
                  <a:pt x="248" y="248"/>
                  <a:pt x="248" y="248"/>
                  <a:pt x="248" y="248"/>
                </a:cubicBezTo>
                <a:lnTo>
                  <a:pt x="128" y="248"/>
                </a:lnTo>
                <a:close/>
                <a:moveTo>
                  <a:pt x="68" y="56"/>
                </a:moveTo>
                <a:cubicBezTo>
                  <a:pt x="180" y="56"/>
                  <a:pt x="180" y="56"/>
                  <a:pt x="180" y="56"/>
                </a:cubicBezTo>
                <a:cubicBezTo>
                  <a:pt x="180" y="64"/>
                  <a:pt x="180" y="64"/>
                  <a:pt x="180" y="64"/>
                </a:cubicBezTo>
                <a:cubicBezTo>
                  <a:pt x="68" y="64"/>
                  <a:pt x="68" y="64"/>
                  <a:pt x="68" y="64"/>
                </a:cubicBezTo>
                <a:lnTo>
                  <a:pt x="68" y="56"/>
                </a:lnTo>
                <a:close/>
                <a:moveTo>
                  <a:pt x="52" y="80"/>
                </a:moveTo>
                <a:cubicBezTo>
                  <a:pt x="52" y="72"/>
                  <a:pt x="52" y="72"/>
                  <a:pt x="52" y="72"/>
                </a:cubicBezTo>
                <a:cubicBezTo>
                  <a:pt x="196" y="72"/>
                  <a:pt x="196" y="72"/>
                  <a:pt x="196" y="72"/>
                </a:cubicBezTo>
                <a:cubicBezTo>
                  <a:pt x="196" y="80"/>
                  <a:pt x="196" y="80"/>
                  <a:pt x="196" y="80"/>
                </a:cubicBezTo>
                <a:lnTo>
                  <a:pt x="52" y="80"/>
                </a:lnTo>
                <a:close/>
                <a:moveTo>
                  <a:pt x="172" y="88"/>
                </a:moveTo>
                <a:cubicBezTo>
                  <a:pt x="172" y="96"/>
                  <a:pt x="172" y="96"/>
                  <a:pt x="172" y="96"/>
                </a:cubicBezTo>
                <a:cubicBezTo>
                  <a:pt x="76" y="96"/>
                  <a:pt x="76" y="96"/>
                  <a:pt x="76" y="96"/>
                </a:cubicBezTo>
                <a:cubicBezTo>
                  <a:pt x="76" y="88"/>
                  <a:pt x="76" y="88"/>
                  <a:pt x="76" y="88"/>
                </a:cubicBezTo>
                <a:lnTo>
                  <a:pt x="172" y="88"/>
                </a:lnTo>
                <a:close/>
                <a:moveTo>
                  <a:pt x="68" y="112"/>
                </a:moveTo>
                <a:cubicBezTo>
                  <a:pt x="68" y="104"/>
                  <a:pt x="68" y="104"/>
                  <a:pt x="68" y="104"/>
                </a:cubicBezTo>
                <a:cubicBezTo>
                  <a:pt x="180" y="104"/>
                  <a:pt x="180" y="104"/>
                  <a:pt x="180" y="104"/>
                </a:cubicBezTo>
                <a:cubicBezTo>
                  <a:pt x="180" y="112"/>
                  <a:pt x="180" y="112"/>
                  <a:pt x="180" y="112"/>
                </a:cubicBezTo>
                <a:lnTo>
                  <a:pt x="68" y="112"/>
                </a:lnTo>
                <a:close/>
                <a:moveTo>
                  <a:pt x="122" y="208"/>
                </a:moveTo>
                <a:cubicBezTo>
                  <a:pt x="100" y="171"/>
                  <a:pt x="100" y="171"/>
                  <a:pt x="100" y="171"/>
                </a:cubicBezTo>
                <a:cubicBezTo>
                  <a:pt x="100" y="120"/>
                  <a:pt x="100" y="120"/>
                  <a:pt x="100" y="120"/>
                </a:cubicBezTo>
                <a:cubicBezTo>
                  <a:pt x="148" y="120"/>
                  <a:pt x="148" y="120"/>
                  <a:pt x="148" y="120"/>
                </a:cubicBezTo>
                <a:cubicBezTo>
                  <a:pt x="148" y="168"/>
                  <a:pt x="148" y="168"/>
                  <a:pt x="148" y="168"/>
                </a:cubicBezTo>
                <a:cubicBezTo>
                  <a:pt x="108" y="168"/>
                  <a:pt x="108" y="168"/>
                  <a:pt x="108" y="168"/>
                </a:cubicBezTo>
                <a:cubicBezTo>
                  <a:pt x="108" y="176"/>
                  <a:pt x="108" y="176"/>
                  <a:pt x="108" y="176"/>
                </a:cubicBezTo>
                <a:cubicBezTo>
                  <a:pt x="145" y="176"/>
                  <a:pt x="145" y="176"/>
                  <a:pt x="145" y="176"/>
                </a:cubicBezTo>
                <a:cubicBezTo>
                  <a:pt x="126" y="208"/>
                  <a:pt x="126" y="208"/>
                  <a:pt x="126" y="208"/>
                </a:cubicBezTo>
                <a:lnTo>
                  <a:pt x="122" y="208"/>
                </a:lnTo>
                <a:close/>
                <a:moveTo>
                  <a:pt x="184" y="244"/>
                </a:moveTo>
                <a:cubicBezTo>
                  <a:pt x="188" y="244"/>
                  <a:pt x="192" y="240"/>
                  <a:pt x="192" y="236"/>
                </a:cubicBezTo>
                <a:cubicBezTo>
                  <a:pt x="192" y="232"/>
                  <a:pt x="188" y="228"/>
                  <a:pt x="184" y="228"/>
                </a:cubicBezTo>
                <a:cubicBezTo>
                  <a:pt x="180" y="228"/>
                  <a:pt x="176" y="232"/>
                  <a:pt x="176" y="236"/>
                </a:cubicBezTo>
                <a:cubicBezTo>
                  <a:pt x="176" y="240"/>
                  <a:pt x="180" y="244"/>
                  <a:pt x="184" y="244"/>
                </a:cubicBezTo>
                <a:close/>
                <a:moveTo>
                  <a:pt x="204" y="196"/>
                </a:moveTo>
                <a:cubicBezTo>
                  <a:pt x="204" y="189"/>
                  <a:pt x="199" y="184"/>
                  <a:pt x="192" y="184"/>
                </a:cubicBezTo>
                <a:cubicBezTo>
                  <a:pt x="185" y="184"/>
                  <a:pt x="180" y="189"/>
                  <a:pt x="180" y="196"/>
                </a:cubicBezTo>
                <a:cubicBezTo>
                  <a:pt x="180" y="203"/>
                  <a:pt x="185" y="208"/>
                  <a:pt x="192" y="208"/>
                </a:cubicBezTo>
                <a:cubicBezTo>
                  <a:pt x="199" y="208"/>
                  <a:pt x="204" y="203"/>
                  <a:pt x="204" y="196"/>
                </a:cubicBezTo>
                <a:close/>
                <a:moveTo>
                  <a:pt x="188" y="196"/>
                </a:moveTo>
                <a:cubicBezTo>
                  <a:pt x="188" y="194"/>
                  <a:pt x="190" y="192"/>
                  <a:pt x="192" y="192"/>
                </a:cubicBezTo>
                <a:cubicBezTo>
                  <a:pt x="194" y="192"/>
                  <a:pt x="196" y="194"/>
                  <a:pt x="196" y="196"/>
                </a:cubicBezTo>
                <a:cubicBezTo>
                  <a:pt x="196" y="198"/>
                  <a:pt x="194" y="200"/>
                  <a:pt x="192" y="200"/>
                </a:cubicBezTo>
                <a:cubicBezTo>
                  <a:pt x="190" y="200"/>
                  <a:pt x="188" y="198"/>
                  <a:pt x="188" y="196"/>
                </a:cubicBezTo>
                <a:close/>
                <a:moveTo>
                  <a:pt x="208" y="236"/>
                </a:moveTo>
                <a:cubicBezTo>
                  <a:pt x="212" y="236"/>
                  <a:pt x="216" y="232"/>
                  <a:pt x="216" y="228"/>
                </a:cubicBezTo>
                <a:cubicBezTo>
                  <a:pt x="216" y="224"/>
                  <a:pt x="212" y="220"/>
                  <a:pt x="208" y="220"/>
                </a:cubicBezTo>
                <a:cubicBezTo>
                  <a:pt x="204" y="220"/>
                  <a:pt x="200" y="224"/>
                  <a:pt x="200" y="228"/>
                </a:cubicBezTo>
                <a:cubicBezTo>
                  <a:pt x="200" y="232"/>
                  <a:pt x="204" y="236"/>
                  <a:pt x="208" y="236"/>
                </a:cubicBezTo>
                <a:close/>
                <a:moveTo>
                  <a:pt x="168" y="212"/>
                </a:moveTo>
                <a:cubicBezTo>
                  <a:pt x="164" y="212"/>
                  <a:pt x="160" y="216"/>
                  <a:pt x="160" y="220"/>
                </a:cubicBezTo>
                <a:cubicBezTo>
                  <a:pt x="160" y="224"/>
                  <a:pt x="164" y="228"/>
                  <a:pt x="168" y="228"/>
                </a:cubicBezTo>
                <a:cubicBezTo>
                  <a:pt x="172" y="228"/>
                  <a:pt x="176" y="224"/>
                  <a:pt x="176" y="220"/>
                </a:cubicBezTo>
                <a:cubicBezTo>
                  <a:pt x="176" y="216"/>
                  <a:pt x="172" y="212"/>
                  <a:pt x="168" y="212"/>
                </a:cubicBezTo>
                <a:close/>
                <a:moveTo>
                  <a:pt x="32" y="228"/>
                </a:moveTo>
                <a:cubicBezTo>
                  <a:pt x="32" y="232"/>
                  <a:pt x="36" y="236"/>
                  <a:pt x="40" y="236"/>
                </a:cubicBezTo>
                <a:cubicBezTo>
                  <a:pt x="44" y="236"/>
                  <a:pt x="48" y="232"/>
                  <a:pt x="48" y="228"/>
                </a:cubicBezTo>
                <a:cubicBezTo>
                  <a:pt x="48" y="224"/>
                  <a:pt x="44" y="220"/>
                  <a:pt x="40" y="220"/>
                </a:cubicBezTo>
                <a:cubicBezTo>
                  <a:pt x="36" y="220"/>
                  <a:pt x="32" y="224"/>
                  <a:pt x="32" y="228"/>
                </a:cubicBezTo>
                <a:close/>
                <a:moveTo>
                  <a:pt x="56" y="236"/>
                </a:moveTo>
                <a:cubicBezTo>
                  <a:pt x="56" y="240"/>
                  <a:pt x="60" y="244"/>
                  <a:pt x="64" y="244"/>
                </a:cubicBezTo>
                <a:cubicBezTo>
                  <a:pt x="68" y="244"/>
                  <a:pt x="72" y="240"/>
                  <a:pt x="72" y="236"/>
                </a:cubicBezTo>
                <a:cubicBezTo>
                  <a:pt x="72" y="232"/>
                  <a:pt x="68" y="228"/>
                  <a:pt x="64" y="228"/>
                </a:cubicBezTo>
                <a:cubicBezTo>
                  <a:pt x="60" y="228"/>
                  <a:pt x="56" y="232"/>
                  <a:pt x="56" y="236"/>
                </a:cubicBezTo>
                <a:close/>
                <a:moveTo>
                  <a:pt x="56" y="184"/>
                </a:moveTo>
                <a:cubicBezTo>
                  <a:pt x="49" y="184"/>
                  <a:pt x="44" y="189"/>
                  <a:pt x="44" y="196"/>
                </a:cubicBezTo>
                <a:cubicBezTo>
                  <a:pt x="44" y="203"/>
                  <a:pt x="49" y="208"/>
                  <a:pt x="56" y="208"/>
                </a:cubicBezTo>
                <a:cubicBezTo>
                  <a:pt x="63" y="208"/>
                  <a:pt x="68" y="203"/>
                  <a:pt x="68" y="196"/>
                </a:cubicBezTo>
                <a:cubicBezTo>
                  <a:pt x="68" y="189"/>
                  <a:pt x="63" y="184"/>
                  <a:pt x="56" y="184"/>
                </a:cubicBezTo>
                <a:close/>
                <a:moveTo>
                  <a:pt x="56" y="200"/>
                </a:moveTo>
                <a:cubicBezTo>
                  <a:pt x="54" y="200"/>
                  <a:pt x="52" y="198"/>
                  <a:pt x="52" y="196"/>
                </a:cubicBezTo>
                <a:cubicBezTo>
                  <a:pt x="52" y="194"/>
                  <a:pt x="54" y="192"/>
                  <a:pt x="56" y="192"/>
                </a:cubicBezTo>
                <a:cubicBezTo>
                  <a:pt x="58" y="192"/>
                  <a:pt x="60" y="194"/>
                  <a:pt x="60" y="196"/>
                </a:cubicBezTo>
                <a:cubicBezTo>
                  <a:pt x="60" y="198"/>
                  <a:pt x="58" y="200"/>
                  <a:pt x="56" y="200"/>
                </a:cubicBezTo>
                <a:close/>
                <a:moveTo>
                  <a:pt x="88" y="221"/>
                </a:moveTo>
                <a:cubicBezTo>
                  <a:pt x="88" y="216"/>
                  <a:pt x="84" y="213"/>
                  <a:pt x="80" y="213"/>
                </a:cubicBezTo>
                <a:cubicBezTo>
                  <a:pt x="76" y="213"/>
                  <a:pt x="72" y="216"/>
                  <a:pt x="72" y="221"/>
                </a:cubicBezTo>
                <a:cubicBezTo>
                  <a:pt x="72" y="225"/>
                  <a:pt x="76" y="229"/>
                  <a:pt x="80" y="229"/>
                </a:cubicBezTo>
                <a:cubicBezTo>
                  <a:pt x="84" y="229"/>
                  <a:pt x="88" y="225"/>
                  <a:pt x="88" y="22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82" name="Freeform 81">
            <a:extLst>
              <a:ext uri="{FF2B5EF4-FFF2-40B4-BE49-F238E27FC236}">
                <a16:creationId xmlns:a16="http://schemas.microsoft.com/office/drawing/2014/main" id="{6A84BFE8-D023-4085-A655-8AABC6690599}"/>
              </a:ext>
            </a:extLst>
          </p:cNvPr>
          <p:cNvSpPr>
            <a:spLocks noChangeAspect="1" noEditPoints="1"/>
          </p:cNvSpPr>
          <p:nvPr/>
        </p:nvSpPr>
        <p:spPr bwMode="auto">
          <a:xfrm>
            <a:off x="4443672" y="2459832"/>
            <a:ext cx="400050" cy="361950"/>
          </a:xfrm>
          <a:custGeom>
            <a:avLst/>
            <a:gdLst>
              <a:gd name="T0" fmla="*/ 230 w 256"/>
              <a:gd name="T1" fmla="*/ 157 h 232"/>
              <a:gd name="T2" fmla="*/ 226 w 256"/>
              <a:gd name="T3" fmla="*/ 164 h 232"/>
              <a:gd name="T4" fmla="*/ 128 w 256"/>
              <a:gd name="T5" fmla="*/ 224 h 232"/>
              <a:gd name="T6" fmla="*/ 31 w 256"/>
              <a:gd name="T7" fmla="*/ 164 h 232"/>
              <a:gd name="T8" fmla="*/ 27 w 256"/>
              <a:gd name="T9" fmla="*/ 156 h 232"/>
              <a:gd name="T10" fmla="*/ 0 w 256"/>
              <a:gd name="T11" fmla="*/ 172 h 232"/>
              <a:gd name="T12" fmla="*/ 126 w 256"/>
              <a:gd name="T13" fmla="*/ 232 h 232"/>
              <a:gd name="T14" fmla="*/ 130 w 256"/>
              <a:gd name="T15" fmla="*/ 232 h 232"/>
              <a:gd name="T16" fmla="*/ 256 w 256"/>
              <a:gd name="T17" fmla="*/ 172 h 232"/>
              <a:gd name="T18" fmla="*/ 2 w 256"/>
              <a:gd name="T19" fmla="*/ 64 h 232"/>
              <a:gd name="T20" fmla="*/ 128 w 256"/>
              <a:gd name="T21" fmla="*/ 124 h 232"/>
              <a:gd name="T22" fmla="*/ 254 w 256"/>
              <a:gd name="T23" fmla="*/ 64 h 232"/>
              <a:gd name="T24" fmla="*/ 254 w 256"/>
              <a:gd name="T25" fmla="*/ 56 h 232"/>
              <a:gd name="T26" fmla="*/ 126 w 256"/>
              <a:gd name="T27" fmla="*/ 0 h 232"/>
              <a:gd name="T28" fmla="*/ 0 w 256"/>
              <a:gd name="T29" fmla="*/ 60 h 232"/>
              <a:gd name="T30" fmla="*/ 128 w 256"/>
              <a:gd name="T31" fmla="*/ 8 h 232"/>
              <a:gd name="T32" fmla="*/ 128 w 256"/>
              <a:gd name="T33" fmla="*/ 116 h 232"/>
              <a:gd name="T34" fmla="*/ 128 w 256"/>
              <a:gd name="T35" fmla="*/ 8 h 232"/>
              <a:gd name="T36" fmla="*/ 256 w 256"/>
              <a:gd name="T37" fmla="*/ 94 h 232"/>
              <a:gd name="T38" fmla="*/ 256 w 256"/>
              <a:gd name="T39" fmla="*/ 94 h 232"/>
              <a:gd name="T40" fmla="*/ 255 w 256"/>
              <a:gd name="T41" fmla="*/ 93 h 232"/>
              <a:gd name="T42" fmla="*/ 237 w 256"/>
              <a:gd name="T43" fmla="*/ 84 h 232"/>
              <a:gd name="T44" fmla="*/ 234 w 256"/>
              <a:gd name="T45" fmla="*/ 92 h 232"/>
              <a:gd name="T46" fmla="*/ 128 w 256"/>
              <a:gd name="T47" fmla="*/ 152 h 232"/>
              <a:gd name="T48" fmla="*/ 22 w 256"/>
              <a:gd name="T49" fmla="*/ 92 h 232"/>
              <a:gd name="T50" fmla="*/ 19 w 256"/>
              <a:gd name="T51" fmla="*/ 84 h 232"/>
              <a:gd name="T52" fmla="*/ 1 w 256"/>
              <a:gd name="T53" fmla="*/ 93 h 232"/>
              <a:gd name="T54" fmla="*/ 0 w 256"/>
              <a:gd name="T55" fmla="*/ 94 h 232"/>
              <a:gd name="T56" fmla="*/ 0 w 256"/>
              <a:gd name="T57" fmla="*/ 94 h 232"/>
              <a:gd name="T58" fmla="*/ 0 w 256"/>
              <a:gd name="T59" fmla="*/ 96 h 232"/>
              <a:gd name="T60" fmla="*/ 0 w 256"/>
              <a:gd name="T61" fmla="*/ 128 h 232"/>
              <a:gd name="T62" fmla="*/ 126 w 256"/>
              <a:gd name="T63" fmla="*/ 192 h 232"/>
              <a:gd name="T64" fmla="*/ 128 w 256"/>
              <a:gd name="T65" fmla="*/ 192 h 232"/>
              <a:gd name="T66" fmla="*/ 130 w 256"/>
              <a:gd name="T67" fmla="*/ 192 h 232"/>
              <a:gd name="T68" fmla="*/ 256 w 256"/>
              <a:gd name="T69" fmla="*/ 128 h 232"/>
              <a:gd name="T70" fmla="*/ 256 w 256"/>
              <a:gd name="T71" fmla="*/ 96 h 232"/>
              <a:gd name="T72" fmla="*/ 44 w 256"/>
              <a:gd name="T73" fmla="*/ 143 h 232"/>
              <a:gd name="T74" fmla="*/ 8 w 256"/>
              <a:gd name="T75" fmla="*/ 102 h 232"/>
              <a:gd name="T76" fmla="*/ 44 w 256"/>
              <a:gd name="T77" fmla="*/ 143 h 232"/>
              <a:gd name="T78" fmla="*/ 52 w 256"/>
              <a:gd name="T79" fmla="*/ 147 h 232"/>
              <a:gd name="T80" fmla="*/ 52 w 256"/>
              <a:gd name="T81" fmla="*/ 124 h 232"/>
              <a:gd name="T82" fmla="*/ 84 w 256"/>
              <a:gd name="T83" fmla="*/ 162 h 232"/>
              <a:gd name="T84" fmla="*/ 92 w 256"/>
              <a:gd name="T85" fmla="*/ 166 h 232"/>
              <a:gd name="T86" fmla="*/ 92 w 256"/>
              <a:gd name="T87" fmla="*/ 143 h 232"/>
              <a:gd name="T88" fmla="*/ 124 w 256"/>
              <a:gd name="T89" fmla="*/ 182 h 232"/>
              <a:gd name="T90" fmla="*/ 132 w 256"/>
              <a:gd name="T91" fmla="*/ 182 h 232"/>
              <a:gd name="T92" fmla="*/ 168 w 256"/>
              <a:gd name="T93" fmla="*/ 141 h 232"/>
              <a:gd name="T94" fmla="*/ 208 w 256"/>
              <a:gd name="T95" fmla="*/ 145 h 232"/>
              <a:gd name="T96" fmla="*/ 176 w 256"/>
              <a:gd name="T97" fmla="*/ 138 h 232"/>
              <a:gd name="T98" fmla="*/ 208 w 256"/>
              <a:gd name="T99" fmla="*/ 122 h 232"/>
              <a:gd name="T100" fmla="*/ 248 w 256"/>
              <a:gd name="T101" fmla="*/ 125 h 232"/>
              <a:gd name="T102" fmla="*/ 216 w 256"/>
              <a:gd name="T103" fmla="*/ 118 h 232"/>
              <a:gd name="T104" fmla="*/ 248 w 256"/>
              <a:gd name="T105" fmla="*/ 10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32">
                <a:moveTo>
                  <a:pt x="254" y="168"/>
                </a:moveTo>
                <a:cubicBezTo>
                  <a:pt x="230" y="157"/>
                  <a:pt x="230" y="157"/>
                  <a:pt x="230" y="157"/>
                </a:cubicBezTo>
                <a:cubicBezTo>
                  <a:pt x="228" y="156"/>
                  <a:pt x="225" y="157"/>
                  <a:pt x="224" y="159"/>
                </a:cubicBezTo>
                <a:cubicBezTo>
                  <a:pt x="223" y="161"/>
                  <a:pt x="224" y="163"/>
                  <a:pt x="226" y="164"/>
                </a:cubicBezTo>
                <a:cubicBezTo>
                  <a:pt x="243" y="172"/>
                  <a:pt x="243" y="172"/>
                  <a:pt x="243" y="172"/>
                </a:cubicBezTo>
                <a:cubicBezTo>
                  <a:pt x="128" y="224"/>
                  <a:pt x="128" y="224"/>
                  <a:pt x="128" y="224"/>
                </a:cubicBezTo>
                <a:cubicBezTo>
                  <a:pt x="13" y="172"/>
                  <a:pt x="13" y="172"/>
                  <a:pt x="13" y="172"/>
                </a:cubicBezTo>
                <a:cubicBezTo>
                  <a:pt x="31" y="164"/>
                  <a:pt x="31" y="164"/>
                  <a:pt x="31" y="164"/>
                </a:cubicBezTo>
                <a:cubicBezTo>
                  <a:pt x="33" y="163"/>
                  <a:pt x="33" y="160"/>
                  <a:pt x="32" y="158"/>
                </a:cubicBezTo>
                <a:cubicBezTo>
                  <a:pt x="31" y="156"/>
                  <a:pt x="29" y="155"/>
                  <a:pt x="27" y="156"/>
                </a:cubicBezTo>
                <a:cubicBezTo>
                  <a:pt x="2" y="168"/>
                  <a:pt x="2" y="168"/>
                  <a:pt x="2" y="168"/>
                </a:cubicBezTo>
                <a:cubicBezTo>
                  <a:pt x="1" y="169"/>
                  <a:pt x="0" y="171"/>
                  <a:pt x="0" y="172"/>
                </a:cubicBezTo>
                <a:cubicBezTo>
                  <a:pt x="0" y="174"/>
                  <a:pt x="1" y="175"/>
                  <a:pt x="2" y="176"/>
                </a:cubicBezTo>
                <a:cubicBezTo>
                  <a:pt x="126" y="232"/>
                  <a:pt x="126" y="232"/>
                  <a:pt x="126" y="232"/>
                </a:cubicBezTo>
                <a:cubicBezTo>
                  <a:pt x="127" y="232"/>
                  <a:pt x="127" y="232"/>
                  <a:pt x="128" y="232"/>
                </a:cubicBezTo>
                <a:cubicBezTo>
                  <a:pt x="129" y="232"/>
                  <a:pt x="129" y="232"/>
                  <a:pt x="130" y="232"/>
                </a:cubicBezTo>
                <a:cubicBezTo>
                  <a:pt x="254" y="176"/>
                  <a:pt x="254" y="176"/>
                  <a:pt x="254" y="176"/>
                </a:cubicBezTo>
                <a:cubicBezTo>
                  <a:pt x="255" y="175"/>
                  <a:pt x="256" y="174"/>
                  <a:pt x="256" y="172"/>
                </a:cubicBezTo>
                <a:cubicBezTo>
                  <a:pt x="256" y="171"/>
                  <a:pt x="255" y="169"/>
                  <a:pt x="254" y="168"/>
                </a:cubicBezTo>
                <a:close/>
                <a:moveTo>
                  <a:pt x="2" y="64"/>
                </a:moveTo>
                <a:cubicBezTo>
                  <a:pt x="126" y="124"/>
                  <a:pt x="126" y="124"/>
                  <a:pt x="126" y="124"/>
                </a:cubicBezTo>
                <a:cubicBezTo>
                  <a:pt x="127" y="124"/>
                  <a:pt x="127" y="124"/>
                  <a:pt x="128" y="124"/>
                </a:cubicBezTo>
                <a:cubicBezTo>
                  <a:pt x="129" y="124"/>
                  <a:pt x="129" y="124"/>
                  <a:pt x="130" y="124"/>
                </a:cubicBezTo>
                <a:cubicBezTo>
                  <a:pt x="254" y="64"/>
                  <a:pt x="254" y="64"/>
                  <a:pt x="254" y="64"/>
                </a:cubicBezTo>
                <a:cubicBezTo>
                  <a:pt x="255" y="63"/>
                  <a:pt x="256" y="62"/>
                  <a:pt x="256" y="60"/>
                </a:cubicBezTo>
                <a:cubicBezTo>
                  <a:pt x="256" y="58"/>
                  <a:pt x="255" y="57"/>
                  <a:pt x="254" y="56"/>
                </a:cubicBezTo>
                <a:cubicBezTo>
                  <a:pt x="130" y="0"/>
                  <a:pt x="130" y="0"/>
                  <a:pt x="130" y="0"/>
                </a:cubicBezTo>
                <a:cubicBezTo>
                  <a:pt x="129" y="0"/>
                  <a:pt x="127" y="0"/>
                  <a:pt x="126" y="0"/>
                </a:cubicBezTo>
                <a:cubicBezTo>
                  <a:pt x="2" y="56"/>
                  <a:pt x="2" y="56"/>
                  <a:pt x="2" y="56"/>
                </a:cubicBezTo>
                <a:cubicBezTo>
                  <a:pt x="1" y="57"/>
                  <a:pt x="0" y="58"/>
                  <a:pt x="0" y="60"/>
                </a:cubicBezTo>
                <a:cubicBezTo>
                  <a:pt x="0" y="62"/>
                  <a:pt x="1" y="63"/>
                  <a:pt x="2" y="64"/>
                </a:cubicBezTo>
                <a:close/>
                <a:moveTo>
                  <a:pt x="128" y="8"/>
                </a:moveTo>
                <a:cubicBezTo>
                  <a:pt x="243" y="60"/>
                  <a:pt x="243" y="60"/>
                  <a:pt x="243" y="60"/>
                </a:cubicBezTo>
                <a:cubicBezTo>
                  <a:pt x="128" y="116"/>
                  <a:pt x="128" y="116"/>
                  <a:pt x="128" y="116"/>
                </a:cubicBezTo>
                <a:cubicBezTo>
                  <a:pt x="13" y="60"/>
                  <a:pt x="13" y="60"/>
                  <a:pt x="13" y="60"/>
                </a:cubicBezTo>
                <a:lnTo>
                  <a:pt x="128" y="8"/>
                </a:lnTo>
                <a:close/>
                <a:moveTo>
                  <a:pt x="256" y="96"/>
                </a:moveTo>
                <a:cubicBezTo>
                  <a:pt x="256" y="95"/>
                  <a:pt x="256" y="95"/>
                  <a:pt x="256" y="94"/>
                </a:cubicBezTo>
                <a:cubicBezTo>
                  <a:pt x="256" y="94"/>
                  <a:pt x="256" y="94"/>
                  <a:pt x="256" y="94"/>
                </a:cubicBezTo>
                <a:cubicBezTo>
                  <a:pt x="256" y="94"/>
                  <a:pt x="256" y="94"/>
                  <a:pt x="256" y="94"/>
                </a:cubicBezTo>
                <a:cubicBezTo>
                  <a:pt x="255" y="94"/>
                  <a:pt x="255" y="93"/>
                  <a:pt x="255" y="93"/>
                </a:cubicBezTo>
                <a:cubicBezTo>
                  <a:pt x="255" y="93"/>
                  <a:pt x="255" y="93"/>
                  <a:pt x="255" y="93"/>
                </a:cubicBezTo>
                <a:cubicBezTo>
                  <a:pt x="254" y="93"/>
                  <a:pt x="254" y="93"/>
                  <a:pt x="254" y="92"/>
                </a:cubicBezTo>
                <a:cubicBezTo>
                  <a:pt x="237" y="84"/>
                  <a:pt x="237" y="84"/>
                  <a:pt x="237" y="84"/>
                </a:cubicBezTo>
                <a:cubicBezTo>
                  <a:pt x="235" y="83"/>
                  <a:pt x="233" y="84"/>
                  <a:pt x="232" y="86"/>
                </a:cubicBezTo>
                <a:cubicBezTo>
                  <a:pt x="231" y="88"/>
                  <a:pt x="232" y="91"/>
                  <a:pt x="234" y="92"/>
                </a:cubicBezTo>
                <a:cubicBezTo>
                  <a:pt x="243" y="96"/>
                  <a:pt x="243" y="96"/>
                  <a:pt x="243" y="96"/>
                </a:cubicBezTo>
                <a:cubicBezTo>
                  <a:pt x="128" y="152"/>
                  <a:pt x="128" y="152"/>
                  <a:pt x="128" y="152"/>
                </a:cubicBezTo>
                <a:cubicBezTo>
                  <a:pt x="13" y="96"/>
                  <a:pt x="13" y="96"/>
                  <a:pt x="13" y="96"/>
                </a:cubicBezTo>
                <a:cubicBezTo>
                  <a:pt x="22" y="92"/>
                  <a:pt x="22" y="92"/>
                  <a:pt x="22" y="92"/>
                </a:cubicBezTo>
                <a:cubicBezTo>
                  <a:pt x="24" y="91"/>
                  <a:pt x="25" y="88"/>
                  <a:pt x="24" y="86"/>
                </a:cubicBezTo>
                <a:cubicBezTo>
                  <a:pt x="23" y="84"/>
                  <a:pt x="21" y="83"/>
                  <a:pt x="19" y="84"/>
                </a:cubicBezTo>
                <a:cubicBezTo>
                  <a:pt x="2" y="92"/>
                  <a:pt x="2" y="92"/>
                  <a:pt x="2" y="92"/>
                </a:cubicBezTo>
                <a:cubicBezTo>
                  <a:pt x="2" y="93"/>
                  <a:pt x="2" y="93"/>
                  <a:pt x="1" y="93"/>
                </a:cubicBezTo>
                <a:cubicBezTo>
                  <a:pt x="1" y="93"/>
                  <a:pt x="1" y="93"/>
                  <a:pt x="1" y="93"/>
                </a:cubicBezTo>
                <a:cubicBezTo>
                  <a:pt x="1" y="93"/>
                  <a:pt x="1" y="94"/>
                  <a:pt x="0" y="94"/>
                </a:cubicBezTo>
                <a:cubicBezTo>
                  <a:pt x="0" y="94"/>
                  <a:pt x="0" y="94"/>
                  <a:pt x="0" y="94"/>
                </a:cubicBezTo>
                <a:cubicBezTo>
                  <a:pt x="0" y="94"/>
                  <a:pt x="0" y="94"/>
                  <a:pt x="0" y="94"/>
                </a:cubicBezTo>
                <a:cubicBezTo>
                  <a:pt x="0" y="95"/>
                  <a:pt x="0" y="95"/>
                  <a:pt x="0" y="96"/>
                </a:cubicBezTo>
                <a:cubicBezTo>
                  <a:pt x="0" y="96"/>
                  <a:pt x="0" y="96"/>
                  <a:pt x="0" y="96"/>
                </a:cubicBezTo>
                <a:cubicBezTo>
                  <a:pt x="0" y="96"/>
                  <a:pt x="0" y="96"/>
                  <a:pt x="0" y="96"/>
                </a:cubicBezTo>
                <a:cubicBezTo>
                  <a:pt x="0" y="128"/>
                  <a:pt x="0" y="128"/>
                  <a:pt x="0" y="128"/>
                </a:cubicBezTo>
                <a:cubicBezTo>
                  <a:pt x="0" y="130"/>
                  <a:pt x="1" y="131"/>
                  <a:pt x="2" y="132"/>
                </a:cubicBezTo>
                <a:cubicBezTo>
                  <a:pt x="126" y="192"/>
                  <a:pt x="126" y="192"/>
                  <a:pt x="126" y="192"/>
                </a:cubicBezTo>
                <a:cubicBezTo>
                  <a:pt x="126" y="192"/>
                  <a:pt x="126" y="192"/>
                  <a:pt x="126" y="192"/>
                </a:cubicBezTo>
                <a:cubicBezTo>
                  <a:pt x="127" y="192"/>
                  <a:pt x="127" y="192"/>
                  <a:pt x="128" y="192"/>
                </a:cubicBezTo>
                <a:cubicBezTo>
                  <a:pt x="129" y="192"/>
                  <a:pt x="129" y="192"/>
                  <a:pt x="130" y="192"/>
                </a:cubicBezTo>
                <a:cubicBezTo>
                  <a:pt x="130" y="192"/>
                  <a:pt x="130" y="192"/>
                  <a:pt x="130" y="192"/>
                </a:cubicBezTo>
                <a:cubicBezTo>
                  <a:pt x="254" y="132"/>
                  <a:pt x="254" y="132"/>
                  <a:pt x="254" y="132"/>
                </a:cubicBezTo>
                <a:cubicBezTo>
                  <a:pt x="255" y="131"/>
                  <a:pt x="256" y="130"/>
                  <a:pt x="256" y="128"/>
                </a:cubicBezTo>
                <a:cubicBezTo>
                  <a:pt x="256" y="96"/>
                  <a:pt x="256" y="96"/>
                  <a:pt x="256" y="96"/>
                </a:cubicBezTo>
                <a:cubicBezTo>
                  <a:pt x="256" y="96"/>
                  <a:pt x="256" y="96"/>
                  <a:pt x="256" y="96"/>
                </a:cubicBezTo>
                <a:cubicBezTo>
                  <a:pt x="256" y="96"/>
                  <a:pt x="256" y="96"/>
                  <a:pt x="256" y="96"/>
                </a:cubicBezTo>
                <a:close/>
                <a:moveTo>
                  <a:pt x="44" y="143"/>
                </a:moveTo>
                <a:cubicBezTo>
                  <a:pt x="8" y="125"/>
                  <a:pt x="8" y="125"/>
                  <a:pt x="8" y="125"/>
                </a:cubicBezTo>
                <a:cubicBezTo>
                  <a:pt x="8" y="102"/>
                  <a:pt x="8" y="102"/>
                  <a:pt x="8" y="102"/>
                </a:cubicBezTo>
                <a:cubicBezTo>
                  <a:pt x="44" y="120"/>
                  <a:pt x="44" y="120"/>
                  <a:pt x="44" y="120"/>
                </a:cubicBezTo>
                <a:lnTo>
                  <a:pt x="44" y="143"/>
                </a:lnTo>
                <a:close/>
                <a:moveTo>
                  <a:pt x="84" y="162"/>
                </a:moveTo>
                <a:cubicBezTo>
                  <a:pt x="52" y="147"/>
                  <a:pt x="52" y="147"/>
                  <a:pt x="52" y="147"/>
                </a:cubicBezTo>
                <a:cubicBezTo>
                  <a:pt x="52" y="146"/>
                  <a:pt x="52" y="146"/>
                  <a:pt x="52" y="146"/>
                </a:cubicBezTo>
                <a:cubicBezTo>
                  <a:pt x="52" y="124"/>
                  <a:pt x="52" y="124"/>
                  <a:pt x="52" y="124"/>
                </a:cubicBezTo>
                <a:cubicBezTo>
                  <a:pt x="84" y="139"/>
                  <a:pt x="84" y="139"/>
                  <a:pt x="84" y="139"/>
                </a:cubicBezTo>
                <a:lnTo>
                  <a:pt x="84" y="162"/>
                </a:lnTo>
                <a:close/>
                <a:moveTo>
                  <a:pt x="124" y="182"/>
                </a:moveTo>
                <a:cubicBezTo>
                  <a:pt x="92" y="166"/>
                  <a:pt x="92" y="166"/>
                  <a:pt x="92" y="166"/>
                </a:cubicBezTo>
                <a:cubicBezTo>
                  <a:pt x="92" y="166"/>
                  <a:pt x="92" y="166"/>
                  <a:pt x="92" y="166"/>
                </a:cubicBezTo>
                <a:cubicBezTo>
                  <a:pt x="92" y="143"/>
                  <a:pt x="92" y="143"/>
                  <a:pt x="92" y="143"/>
                </a:cubicBezTo>
                <a:cubicBezTo>
                  <a:pt x="124" y="159"/>
                  <a:pt x="124" y="159"/>
                  <a:pt x="124" y="159"/>
                </a:cubicBezTo>
                <a:lnTo>
                  <a:pt x="124" y="182"/>
                </a:lnTo>
                <a:close/>
                <a:moveTo>
                  <a:pt x="168" y="164"/>
                </a:moveTo>
                <a:cubicBezTo>
                  <a:pt x="132" y="182"/>
                  <a:pt x="132" y="182"/>
                  <a:pt x="132" y="182"/>
                </a:cubicBezTo>
                <a:cubicBezTo>
                  <a:pt x="132" y="159"/>
                  <a:pt x="132" y="159"/>
                  <a:pt x="132" y="159"/>
                </a:cubicBezTo>
                <a:cubicBezTo>
                  <a:pt x="168" y="141"/>
                  <a:pt x="168" y="141"/>
                  <a:pt x="168" y="141"/>
                </a:cubicBezTo>
                <a:lnTo>
                  <a:pt x="168" y="164"/>
                </a:lnTo>
                <a:close/>
                <a:moveTo>
                  <a:pt x="208" y="145"/>
                </a:moveTo>
                <a:cubicBezTo>
                  <a:pt x="176" y="160"/>
                  <a:pt x="176" y="160"/>
                  <a:pt x="176" y="160"/>
                </a:cubicBezTo>
                <a:cubicBezTo>
                  <a:pt x="176" y="138"/>
                  <a:pt x="176" y="138"/>
                  <a:pt x="176" y="138"/>
                </a:cubicBezTo>
                <a:cubicBezTo>
                  <a:pt x="176" y="138"/>
                  <a:pt x="176" y="138"/>
                  <a:pt x="176" y="137"/>
                </a:cubicBezTo>
                <a:cubicBezTo>
                  <a:pt x="208" y="122"/>
                  <a:pt x="208" y="122"/>
                  <a:pt x="208" y="122"/>
                </a:cubicBezTo>
                <a:lnTo>
                  <a:pt x="208" y="145"/>
                </a:lnTo>
                <a:close/>
                <a:moveTo>
                  <a:pt x="248" y="125"/>
                </a:moveTo>
                <a:cubicBezTo>
                  <a:pt x="216" y="141"/>
                  <a:pt x="216" y="141"/>
                  <a:pt x="216" y="141"/>
                </a:cubicBezTo>
                <a:cubicBezTo>
                  <a:pt x="216" y="118"/>
                  <a:pt x="216" y="118"/>
                  <a:pt x="216" y="118"/>
                </a:cubicBezTo>
                <a:cubicBezTo>
                  <a:pt x="216" y="118"/>
                  <a:pt x="216" y="118"/>
                  <a:pt x="216" y="118"/>
                </a:cubicBezTo>
                <a:cubicBezTo>
                  <a:pt x="248" y="102"/>
                  <a:pt x="248" y="102"/>
                  <a:pt x="248" y="102"/>
                </a:cubicBezTo>
                <a:lnTo>
                  <a:pt x="248" y="125"/>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68" name="Freeform 85">
            <a:extLst>
              <a:ext uri="{FF2B5EF4-FFF2-40B4-BE49-F238E27FC236}">
                <a16:creationId xmlns:a16="http://schemas.microsoft.com/office/drawing/2014/main" id="{8C3C9C47-3992-48F5-B315-7CE5FC566460}"/>
              </a:ext>
            </a:extLst>
          </p:cNvPr>
          <p:cNvSpPr>
            <a:spLocks noChangeAspect="1" noEditPoints="1"/>
          </p:cNvSpPr>
          <p:nvPr/>
        </p:nvSpPr>
        <p:spPr bwMode="auto">
          <a:xfrm>
            <a:off x="5411318" y="2431904"/>
            <a:ext cx="400050" cy="400050"/>
          </a:xfrm>
          <a:custGeom>
            <a:avLst/>
            <a:gdLst>
              <a:gd name="T0" fmla="*/ 179 w 256"/>
              <a:gd name="T1" fmla="*/ 25 h 256"/>
              <a:gd name="T2" fmla="*/ 179 w 256"/>
              <a:gd name="T3" fmla="*/ 1 h 256"/>
              <a:gd name="T4" fmla="*/ 32 w 256"/>
              <a:gd name="T5" fmla="*/ 0 h 256"/>
              <a:gd name="T6" fmla="*/ 28 w 256"/>
              <a:gd name="T7" fmla="*/ 4 h 256"/>
              <a:gd name="T8" fmla="*/ 25 w 256"/>
              <a:gd name="T9" fmla="*/ 99 h 256"/>
              <a:gd name="T10" fmla="*/ 0 w 256"/>
              <a:gd name="T11" fmla="*/ 228 h 256"/>
              <a:gd name="T12" fmla="*/ 8 w 256"/>
              <a:gd name="T13" fmla="*/ 256 h 256"/>
              <a:gd name="T14" fmla="*/ 33 w 256"/>
              <a:gd name="T15" fmla="*/ 101 h 256"/>
              <a:gd name="T16" fmla="*/ 36 w 256"/>
              <a:gd name="T17" fmla="*/ 8 h 256"/>
              <a:gd name="T18" fmla="*/ 171 w 256"/>
              <a:gd name="T19" fmla="*/ 24 h 256"/>
              <a:gd name="T20" fmla="*/ 203 w 256"/>
              <a:gd name="T21" fmla="*/ 224 h 256"/>
              <a:gd name="T22" fmla="*/ 32 w 256"/>
              <a:gd name="T23" fmla="*/ 232 h 256"/>
              <a:gd name="T24" fmla="*/ 204 w 256"/>
              <a:gd name="T25" fmla="*/ 256 h 256"/>
              <a:gd name="T26" fmla="*/ 212 w 256"/>
              <a:gd name="T27" fmla="*/ 228 h 256"/>
              <a:gd name="T28" fmla="*/ 184 w 256"/>
              <a:gd name="T29" fmla="*/ 102 h 256"/>
              <a:gd name="T30" fmla="*/ 228 w 256"/>
              <a:gd name="T31" fmla="*/ 121 h 256"/>
              <a:gd name="T32" fmla="*/ 224 w 256"/>
              <a:gd name="T33" fmla="*/ 36 h 256"/>
              <a:gd name="T34" fmla="*/ 220 w 256"/>
              <a:gd name="T35" fmla="*/ 32 h 256"/>
              <a:gd name="T36" fmla="*/ 196 w 256"/>
              <a:gd name="T37" fmla="*/ 40 h 256"/>
              <a:gd name="T38" fmla="*/ 215 w 256"/>
              <a:gd name="T39" fmla="*/ 53 h 256"/>
              <a:gd name="T40" fmla="*/ 246 w 256"/>
              <a:gd name="T41" fmla="*/ 224 h 256"/>
              <a:gd name="T42" fmla="*/ 228 w 256"/>
              <a:gd name="T43" fmla="*/ 232 h 256"/>
              <a:gd name="T44" fmla="*/ 248 w 256"/>
              <a:gd name="T45" fmla="*/ 256 h 256"/>
              <a:gd name="T46" fmla="*/ 256 w 256"/>
              <a:gd name="T47" fmla="*/ 231 h 256"/>
              <a:gd name="T48" fmla="*/ 163 w 256"/>
              <a:gd name="T49" fmla="*/ 139 h 256"/>
              <a:gd name="T50" fmla="*/ 134 w 256"/>
              <a:gd name="T51" fmla="*/ 83 h 256"/>
              <a:gd name="T52" fmla="*/ 115 w 256"/>
              <a:gd name="T53" fmla="*/ 109 h 256"/>
              <a:gd name="T54" fmla="*/ 134 w 256"/>
              <a:gd name="T55" fmla="*/ 92 h 256"/>
              <a:gd name="T56" fmla="*/ 132 w 256"/>
              <a:gd name="T57" fmla="*/ 132 h 256"/>
              <a:gd name="T58" fmla="*/ 160 w 256"/>
              <a:gd name="T59" fmla="*/ 140 h 256"/>
              <a:gd name="T60" fmla="*/ 89 w 256"/>
              <a:gd name="T61" fmla="*/ 154 h 256"/>
              <a:gd name="T62" fmla="*/ 76 w 256"/>
              <a:gd name="T63" fmla="*/ 184 h 256"/>
              <a:gd name="T64" fmla="*/ 136 w 256"/>
              <a:gd name="T65" fmla="*/ 184 h 256"/>
              <a:gd name="T66" fmla="*/ 123 w 256"/>
              <a:gd name="T67" fmla="*/ 154 h 256"/>
              <a:gd name="T68" fmla="*/ 128 w 256"/>
              <a:gd name="T69" fmla="*/ 179 h 256"/>
              <a:gd name="T70" fmla="*/ 96 w 256"/>
              <a:gd name="T71" fmla="*/ 158 h 256"/>
              <a:gd name="T72" fmla="*/ 78 w 256"/>
              <a:gd name="T73" fmla="*/ 83 h 256"/>
              <a:gd name="T74" fmla="*/ 49 w 256"/>
              <a:gd name="T75" fmla="*/ 139 h 256"/>
              <a:gd name="T76" fmla="*/ 80 w 256"/>
              <a:gd name="T77" fmla="*/ 140 h 256"/>
              <a:gd name="T78" fmla="*/ 56 w 256"/>
              <a:gd name="T79" fmla="*/ 132 h 256"/>
              <a:gd name="T80" fmla="*/ 90 w 256"/>
              <a:gd name="T81" fmla="*/ 113 h 256"/>
              <a:gd name="T82" fmla="*/ 83 w 256"/>
              <a:gd name="T83" fmla="*/ 85 h 256"/>
              <a:gd name="T84" fmla="*/ 88 w 256"/>
              <a:gd name="T85" fmla="*/ 134 h 256"/>
              <a:gd name="T86" fmla="*/ 124 w 256"/>
              <a:gd name="T87" fmla="*/ 134 h 256"/>
              <a:gd name="T88" fmla="*/ 88 w 256"/>
              <a:gd name="T89" fmla="*/ 134 h 256"/>
              <a:gd name="T90" fmla="*/ 106 w 256"/>
              <a:gd name="T91" fmla="*/ 144 h 256"/>
              <a:gd name="T92" fmla="*/ 106 w 256"/>
              <a:gd name="T93"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56">
                <a:moveTo>
                  <a:pt x="184" y="102"/>
                </a:moveTo>
                <a:cubicBezTo>
                  <a:pt x="179" y="77"/>
                  <a:pt x="177" y="51"/>
                  <a:pt x="179" y="25"/>
                </a:cubicBezTo>
                <a:cubicBezTo>
                  <a:pt x="180" y="4"/>
                  <a:pt x="180" y="4"/>
                  <a:pt x="180" y="4"/>
                </a:cubicBezTo>
                <a:cubicBezTo>
                  <a:pt x="180" y="3"/>
                  <a:pt x="180" y="2"/>
                  <a:pt x="179" y="1"/>
                </a:cubicBezTo>
                <a:cubicBezTo>
                  <a:pt x="178" y="0"/>
                  <a:pt x="177" y="0"/>
                  <a:pt x="176" y="0"/>
                </a:cubicBezTo>
                <a:cubicBezTo>
                  <a:pt x="32" y="0"/>
                  <a:pt x="32" y="0"/>
                  <a:pt x="32" y="0"/>
                </a:cubicBezTo>
                <a:cubicBezTo>
                  <a:pt x="31" y="0"/>
                  <a:pt x="30" y="0"/>
                  <a:pt x="29" y="1"/>
                </a:cubicBezTo>
                <a:cubicBezTo>
                  <a:pt x="28" y="2"/>
                  <a:pt x="28" y="3"/>
                  <a:pt x="28" y="4"/>
                </a:cubicBezTo>
                <a:cubicBezTo>
                  <a:pt x="30" y="28"/>
                  <a:pt x="30" y="28"/>
                  <a:pt x="30" y="28"/>
                </a:cubicBezTo>
                <a:cubicBezTo>
                  <a:pt x="31" y="52"/>
                  <a:pt x="30" y="76"/>
                  <a:pt x="25" y="99"/>
                </a:cubicBezTo>
                <a:cubicBezTo>
                  <a:pt x="0" y="227"/>
                  <a:pt x="0" y="227"/>
                  <a:pt x="0" y="227"/>
                </a:cubicBezTo>
                <a:cubicBezTo>
                  <a:pt x="0" y="227"/>
                  <a:pt x="0" y="228"/>
                  <a:pt x="0" y="228"/>
                </a:cubicBezTo>
                <a:cubicBezTo>
                  <a:pt x="0" y="256"/>
                  <a:pt x="0" y="256"/>
                  <a:pt x="0" y="256"/>
                </a:cubicBezTo>
                <a:cubicBezTo>
                  <a:pt x="8" y="256"/>
                  <a:pt x="8" y="256"/>
                  <a:pt x="8" y="256"/>
                </a:cubicBezTo>
                <a:cubicBezTo>
                  <a:pt x="8" y="228"/>
                  <a:pt x="8" y="228"/>
                  <a:pt x="8" y="228"/>
                </a:cubicBezTo>
                <a:cubicBezTo>
                  <a:pt x="33" y="101"/>
                  <a:pt x="33" y="101"/>
                  <a:pt x="33" y="101"/>
                </a:cubicBezTo>
                <a:cubicBezTo>
                  <a:pt x="38" y="76"/>
                  <a:pt x="39" y="52"/>
                  <a:pt x="38" y="27"/>
                </a:cubicBezTo>
                <a:cubicBezTo>
                  <a:pt x="36" y="8"/>
                  <a:pt x="36" y="8"/>
                  <a:pt x="36" y="8"/>
                </a:cubicBezTo>
                <a:cubicBezTo>
                  <a:pt x="172" y="8"/>
                  <a:pt x="172" y="8"/>
                  <a:pt x="172" y="8"/>
                </a:cubicBezTo>
                <a:cubicBezTo>
                  <a:pt x="171" y="24"/>
                  <a:pt x="171" y="24"/>
                  <a:pt x="171" y="24"/>
                </a:cubicBezTo>
                <a:cubicBezTo>
                  <a:pt x="169" y="51"/>
                  <a:pt x="171" y="78"/>
                  <a:pt x="177" y="104"/>
                </a:cubicBezTo>
                <a:cubicBezTo>
                  <a:pt x="203" y="224"/>
                  <a:pt x="203" y="224"/>
                  <a:pt x="203" y="224"/>
                </a:cubicBezTo>
                <a:cubicBezTo>
                  <a:pt x="32" y="224"/>
                  <a:pt x="32" y="224"/>
                  <a:pt x="32" y="224"/>
                </a:cubicBezTo>
                <a:cubicBezTo>
                  <a:pt x="32" y="232"/>
                  <a:pt x="32" y="232"/>
                  <a:pt x="32" y="232"/>
                </a:cubicBezTo>
                <a:cubicBezTo>
                  <a:pt x="204" y="232"/>
                  <a:pt x="204" y="232"/>
                  <a:pt x="204" y="232"/>
                </a:cubicBezTo>
                <a:cubicBezTo>
                  <a:pt x="204" y="256"/>
                  <a:pt x="204" y="256"/>
                  <a:pt x="204" y="256"/>
                </a:cubicBezTo>
                <a:cubicBezTo>
                  <a:pt x="212" y="256"/>
                  <a:pt x="212" y="256"/>
                  <a:pt x="212" y="256"/>
                </a:cubicBezTo>
                <a:cubicBezTo>
                  <a:pt x="212" y="228"/>
                  <a:pt x="212" y="228"/>
                  <a:pt x="212" y="228"/>
                </a:cubicBezTo>
                <a:cubicBezTo>
                  <a:pt x="212" y="228"/>
                  <a:pt x="212" y="227"/>
                  <a:pt x="212" y="227"/>
                </a:cubicBezTo>
                <a:lnTo>
                  <a:pt x="184" y="102"/>
                </a:lnTo>
                <a:close/>
                <a:moveTo>
                  <a:pt x="256" y="230"/>
                </a:moveTo>
                <a:cubicBezTo>
                  <a:pt x="228" y="121"/>
                  <a:pt x="228" y="121"/>
                  <a:pt x="228" y="121"/>
                </a:cubicBezTo>
                <a:cubicBezTo>
                  <a:pt x="223" y="99"/>
                  <a:pt x="221" y="76"/>
                  <a:pt x="223" y="54"/>
                </a:cubicBezTo>
                <a:cubicBezTo>
                  <a:pt x="224" y="36"/>
                  <a:pt x="224" y="36"/>
                  <a:pt x="224" y="36"/>
                </a:cubicBezTo>
                <a:cubicBezTo>
                  <a:pt x="224" y="35"/>
                  <a:pt x="224" y="34"/>
                  <a:pt x="223" y="33"/>
                </a:cubicBezTo>
                <a:cubicBezTo>
                  <a:pt x="222" y="32"/>
                  <a:pt x="221" y="32"/>
                  <a:pt x="220" y="32"/>
                </a:cubicBezTo>
                <a:cubicBezTo>
                  <a:pt x="196" y="32"/>
                  <a:pt x="196" y="32"/>
                  <a:pt x="196" y="32"/>
                </a:cubicBezTo>
                <a:cubicBezTo>
                  <a:pt x="196" y="40"/>
                  <a:pt x="196" y="40"/>
                  <a:pt x="196" y="40"/>
                </a:cubicBezTo>
                <a:cubicBezTo>
                  <a:pt x="216" y="40"/>
                  <a:pt x="216" y="40"/>
                  <a:pt x="216" y="40"/>
                </a:cubicBezTo>
                <a:cubicBezTo>
                  <a:pt x="215" y="53"/>
                  <a:pt x="215" y="53"/>
                  <a:pt x="215" y="53"/>
                </a:cubicBezTo>
                <a:cubicBezTo>
                  <a:pt x="213" y="77"/>
                  <a:pt x="215" y="100"/>
                  <a:pt x="221" y="123"/>
                </a:cubicBezTo>
                <a:cubicBezTo>
                  <a:pt x="246" y="224"/>
                  <a:pt x="246" y="224"/>
                  <a:pt x="246" y="224"/>
                </a:cubicBezTo>
                <a:cubicBezTo>
                  <a:pt x="228" y="224"/>
                  <a:pt x="228" y="224"/>
                  <a:pt x="228" y="224"/>
                </a:cubicBezTo>
                <a:cubicBezTo>
                  <a:pt x="228" y="232"/>
                  <a:pt x="228" y="232"/>
                  <a:pt x="228" y="232"/>
                </a:cubicBezTo>
                <a:cubicBezTo>
                  <a:pt x="248" y="232"/>
                  <a:pt x="248" y="232"/>
                  <a:pt x="248" y="232"/>
                </a:cubicBezTo>
                <a:cubicBezTo>
                  <a:pt x="248" y="256"/>
                  <a:pt x="248" y="256"/>
                  <a:pt x="248" y="256"/>
                </a:cubicBezTo>
                <a:cubicBezTo>
                  <a:pt x="256" y="256"/>
                  <a:pt x="256" y="256"/>
                  <a:pt x="256" y="256"/>
                </a:cubicBezTo>
                <a:cubicBezTo>
                  <a:pt x="256" y="231"/>
                  <a:pt x="256" y="231"/>
                  <a:pt x="256" y="231"/>
                </a:cubicBezTo>
                <a:cubicBezTo>
                  <a:pt x="256" y="231"/>
                  <a:pt x="256" y="230"/>
                  <a:pt x="256" y="230"/>
                </a:cubicBezTo>
                <a:close/>
                <a:moveTo>
                  <a:pt x="163" y="139"/>
                </a:moveTo>
                <a:cubicBezTo>
                  <a:pt x="163" y="138"/>
                  <a:pt x="164" y="137"/>
                  <a:pt x="164" y="136"/>
                </a:cubicBezTo>
                <a:cubicBezTo>
                  <a:pt x="165" y="114"/>
                  <a:pt x="153" y="94"/>
                  <a:pt x="134" y="83"/>
                </a:cubicBezTo>
                <a:cubicBezTo>
                  <a:pt x="132" y="82"/>
                  <a:pt x="130" y="83"/>
                  <a:pt x="129" y="85"/>
                </a:cubicBezTo>
                <a:cubicBezTo>
                  <a:pt x="115" y="109"/>
                  <a:pt x="115" y="109"/>
                  <a:pt x="115" y="109"/>
                </a:cubicBezTo>
                <a:cubicBezTo>
                  <a:pt x="122" y="113"/>
                  <a:pt x="122" y="113"/>
                  <a:pt x="122" y="113"/>
                </a:cubicBezTo>
                <a:cubicBezTo>
                  <a:pt x="134" y="92"/>
                  <a:pt x="134" y="92"/>
                  <a:pt x="134" y="92"/>
                </a:cubicBezTo>
                <a:cubicBezTo>
                  <a:pt x="147" y="101"/>
                  <a:pt x="155" y="116"/>
                  <a:pt x="156" y="132"/>
                </a:cubicBezTo>
                <a:cubicBezTo>
                  <a:pt x="132" y="132"/>
                  <a:pt x="132" y="132"/>
                  <a:pt x="132" y="132"/>
                </a:cubicBezTo>
                <a:cubicBezTo>
                  <a:pt x="132" y="140"/>
                  <a:pt x="132" y="140"/>
                  <a:pt x="132" y="140"/>
                </a:cubicBezTo>
                <a:cubicBezTo>
                  <a:pt x="160" y="140"/>
                  <a:pt x="160" y="140"/>
                  <a:pt x="160" y="140"/>
                </a:cubicBezTo>
                <a:cubicBezTo>
                  <a:pt x="161" y="140"/>
                  <a:pt x="162" y="140"/>
                  <a:pt x="163" y="139"/>
                </a:cubicBezTo>
                <a:close/>
                <a:moveTo>
                  <a:pt x="89" y="154"/>
                </a:moveTo>
                <a:cubicBezTo>
                  <a:pt x="75" y="178"/>
                  <a:pt x="75" y="178"/>
                  <a:pt x="75" y="178"/>
                </a:cubicBezTo>
                <a:cubicBezTo>
                  <a:pt x="74" y="180"/>
                  <a:pt x="74" y="183"/>
                  <a:pt x="76" y="184"/>
                </a:cubicBezTo>
                <a:cubicBezTo>
                  <a:pt x="85" y="189"/>
                  <a:pt x="96" y="192"/>
                  <a:pt x="106" y="192"/>
                </a:cubicBezTo>
                <a:cubicBezTo>
                  <a:pt x="116" y="192"/>
                  <a:pt x="127" y="189"/>
                  <a:pt x="136" y="184"/>
                </a:cubicBezTo>
                <a:cubicBezTo>
                  <a:pt x="138" y="183"/>
                  <a:pt x="138" y="180"/>
                  <a:pt x="137" y="178"/>
                </a:cubicBezTo>
                <a:cubicBezTo>
                  <a:pt x="123" y="154"/>
                  <a:pt x="123" y="154"/>
                  <a:pt x="123" y="154"/>
                </a:cubicBezTo>
                <a:cubicBezTo>
                  <a:pt x="116" y="158"/>
                  <a:pt x="116" y="158"/>
                  <a:pt x="116" y="158"/>
                </a:cubicBezTo>
                <a:cubicBezTo>
                  <a:pt x="128" y="179"/>
                  <a:pt x="128" y="179"/>
                  <a:pt x="128" y="179"/>
                </a:cubicBezTo>
                <a:cubicBezTo>
                  <a:pt x="114" y="186"/>
                  <a:pt x="98" y="186"/>
                  <a:pt x="84" y="179"/>
                </a:cubicBezTo>
                <a:cubicBezTo>
                  <a:pt x="96" y="158"/>
                  <a:pt x="96" y="158"/>
                  <a:pt x="96" y="158"/>
                </a:cubicBezTo>
                <a:lnTo>
                  <a:pt x="89" y="154"/>
                </a:lnTo>
                <a:close/>
                <a:moveTo>
                  <a:pt x="78" y="83"/>
                </a:moveTo>
                <a:cubicBezTo>
                  <a:pt x="59" y="94"/>
                  <a:pt x="47" y="114"/>
                  <a:pt x="48" y="136"/>
                </a:cubicBezTo>
                <a:cubicBezTo>
                  <a:pt x="48" y="137"/>
                  <a:pt x="49" y="138"/>
                  <a:pt x="49" y="139"/>
                </a:cubicBezTo>
                <a:cubicBezTo>
                  <a:pt x="50" y="140"/>
                  <a:pt x="51" y="140"/>
                  <a:pt x="52" y="140"/>
                </a:cubicBezTo>
                <a:cubicBezTo>
                  <a:pt x="80" y="140"/>
                  <a:pt x="80" y="140"/>
                  <a:pt x="80" y="140"/>
                </a:cubicBezTo>
                <a:cubicBezTo>
                  <a:pt x="80" y="132"/>
                  <a:pt x="80" y="132"/>
                  <a:pt x="80" y="132"/>
                </a:cubicBezTo>
                <a:cubicBezTo>
                  <a:pt x="56" y="132"/>
                  <a:pt x="56" y="132"/>
                  <a:pt x="56" y="132"/>
                </a:cubicBezTo>
                <a:cubicBezTo>
                  <a:pt x="57" y="116"/>
                  <a:pt x="65" y="101"/>
                  <a:pt x="78" y="92"/>
                </a:cubicBezTo>
                <a:cubicBezTo>
                  <a:pt x="90" y="113"/>
                  <a:pt x="90" y="113"/>
                  <a:pt x="90" y="113"/>
                </a:cubicBezTo>
                <a:cubicBezTo>
                  <a:pt x="97" y="109"/>
                  <a:pt x="97" y="109"/>
                  <a:pt x="97" y="109"/>
                </a:cubicBezTo>
                <a:cubicBezTo>
                  <a:pt x="83" y="85"/>
                  <a:pt x="83" y="85"/>
                  <a:pt x="83" y="85"/>
                </a:cubicBezTo>
                <a:cubicBezTo>
                  <a:pt x="82" y="83"/>
                  <a:pt x="80" y="82"/>
                  <a:pt x="78" y="83"/>
                </a:cubicBezTo>
                <a:close/>
                <a:moveTo>
                  <a:pt x="88" y="134"/>
                </a:moveTo>
                <a:cubicBezTo>
                  <a:pt x="88" y="144"/>
                  <a:pt x="96" y="152"/>
                  <a:pt x="106" y="152"/>
                </a:cubicBezTo>
                <a:cubicBezTo>
                  <a:pt x="116" y="152"/>
                  <a:pt x="124" y="144"/>
                  <a:pt x="124" y="134"/>
                </a:cubicBezTo>
                <a:cubicBezTo>
                  <a:pt x="124" y="124"/>
                  <a:pt x="116" y="116"/>
                  <a:pt x="106" y="116"/>
                </a:cubicBezTo>
                <a:cubicBezTo>
                  <a:pt x="96" y="116"/>
                  <a:pt x="88" y="124"/>
                  <a:pt x="88" y="134"/>
                </a:cubicBezTo>
                <a:close/>
                <a:moveTo>
                  <a:pt x="116" y="134"/>
                </a:moveTo>
                <a:cubicBezTo>
                  <a:pt x="116" y="140"/>
                  <a:pt x="112" y="144"/>
                  <a:pt x="106" y="144"/>
                </a:cubicBezTo>
                <a:cubicBezTo>
                  <a:pt x="100" y="144"/>
                  <a:pt x="96" y="140"/>
                  <a:pt x="96" y="134"/>
                </a:cubicBezTo>
                <a:cubicBezTo>
                  <a:pt x="96" y="128"/>
                  <a:pt x="100" y="124"/>
                  <a:pt x="106" y="124"/>
                </a:cubicBezTo>
                <a:cubicBezTo>
                  <a:pt x="112" y="124"/>
                  <a:pt x="116" y="128"/>
                  <a:pt x="116" y="13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74" name="Freeform 89">
            <a:extLst>
              <a:ext uri="{FF2B5EF4-FFF2-40B4-BE49-F238E27FC236}">
                <a16:creationId xmlns:a16="http://schemas.microsoft.com/office/drawing/2014/main" id="{215E8270-2F4F-48DD-81A8-F5F0074632C4}"/>
              </a:ext>
            </a:extLst>
          </p:cNvPr>
          <p:cNvSpPr>
            <a:spLocks noChangeAspect="1" noEditPoints="1"/>
          </p:cNvSpPr>
          <p:nvPr/>
        </p:nvSpPr>
        <p:spPr bwMode="auto">
          <a:xfrm>
            <a:off x="6417064" y="2440782"/>
            <a:ext cx="323850" cy="400050"/>
          </a:xfrm>
          <a:custGeom>
            <a:avLst/>
            <a:gdLst>
              <a:gd name="T0" fmla="*/ 159 w 208"/>
              <a:gd name="T1" fmla="*/ 240 h 256"/>
              <a:gd name="T2" fmla="*/ 139 w 208"/>
              <a:gd name="T3" fmla="*/ 37 h 256"/>
              <a:gd name="T4" fmla="*/ 160 w 208"/>
              <a:gd name="T5" fmla="*/ 72 h 256"/>
              <a:gd name="T6" fmla="*/ 204 w 208"/>
              <a:gd name="T7" fmla="*/ 80 h 256"/>
              <a:gd name="T8" fmla="*/ 206 w 208"/>
              <a:gd name="T9" fmla="*/ 73 h 256"/>
              <a:gd name="T10" fmla="*/ 124 w 208"/>
              <a:gd name="T11" fmla="*/ 2 h 256"/>
              <a:gd name="T12" fmla="*/ 88 w 208"/>
              <a:gd name="T13" fmla="*/ 0 h 256"/>
              <a:gd name="T14" fmla="*/ 72 w 208"/>
              <a:gd name="T15" fmla="*/ 26 h 256"/>
              <a:gd name="T16" fmla="*/ 0 w 208"/>
              <a:gd name="T17" fmla="*/ 77 h 256"/>
              <a:gd name="T18" fmla="*/ 48 w 208"/>
              <a:gd name="T19" fmla="*/ 80 h 256"/>
              <a:gd name="T20" fmla="*/ 17 w 208"/>
              <a:gd name="T21" fmla="*/ 72 h 256"/>
              <a:gd name="T22" fmla="*/ 60 w 208"/>
              <a:gd name="T23" fmla="*/ 187 h 256"/>
              <a:gd name="T24" fmla="*/ 36 w 208"/>
              <a:gd name="T25" fmla="*/ 240 h 256"/>
              <a:gd name="T26" fmla="*/ 32 w 208"/>
              <a:gd name="T27" fmla="*/ 256 h 256"/>
              <a:gd name="T28" fmla="*/ 40 w 208"/>
              <a:gd name="T29" fmla="*/ 248 h 256"/>
              <a:gd name="T30" fmla="*/ 84 w 208"/>
              <a:gd name="T31" fmla="*/ 240 h 256"/>
              <a:gd name="T32" fmla="*/ 95 w 208"/>
              <a:gd name="T33" fmla="*/ 201 h 256"/>
              <a:gd name="T34" fmla="*/ 59 w 208"/>
              <a:gd name="T35" fmla="*/ 231 h 256"/>
              <a:gd name="T36" fmla="*/ 68 w 208"/>
              <a:gd name="T37" fmla="*/ 188 h 256"/>
              <a:gd name="T38" fmla="*/ 147 w 208"/>
              <a:gd name="T39" fmla="*/ 240 h 256"/>
              <a:gd name="T40" fmla="*/ 124 w 208"/>
              <a:gd name="T41" fmla="*/ 248 h 256"/>
              <a:gd name="T42" fmla="*/ 168 w 208"/>
              <a:gd name="T43" fmla="*/ 256 h 256"/>
              <a:gd name="T44" fmla="*/ 176 w 208"/>
              <a:gd name="T45" fmla="*/ 244 h 256"/>
              <a:gd name="T46" fmla="*/ 137 w 208"/>
              <a:gd name="T47" fmla="*/ 135 h 256"/>
              <a:gd name="T48" fmla="*/ 134 w 208"/>
              <a:gd name="T49" fmla="*/ 88 h 256"/>
              <a:gd name="T50" fmla="*/ 133 w 208"/>
              <a:gd name="T51" fmla="*/ 68 h 256"/>
              <a:gd name="T52" fmla="*/ 130 w 208"/>
              <a:gd name="T53" fmla="*/ 34 h 256"/>
              <a:gd name="T54" fmla="*/ 90 w 208"/>
              <a:gd name="T55" fmla="*/ 8 h 256"/>
              <a:gd name="T56" fmla="*/ 127 w 208"/>
              <a:gd name="T57" fmla="*/ 27 h 256"/>
              <a:gd name="T58" fmla="*/ 81 w 208"/>
              <a:gd name="T59" fmla="*/ 27 h 256"/>
              <a:gd name="T60" fmla="*/ 78 w 208"/>
              <a:gd name="T61" fmla="*/ 34 h 256"/>
              <a:gd name="T62" fmla="*/ 104 w 208"/>
              <a:gd name="T63" fmla="*/ 105 h 256"/>
              <a:gd name="T64" fmla="*/ 95 w 208"/>
              <a:gd name="T65" fmla="*/ 63 h 256"/>
              <a:gd name="T66" fmla="*/ 75 w 208"/>
              <a:gd name="T67" fmla="*/ 68 h 256"/>
              <a:gd name="T68" fmla="*/ 74 w 208"/>
              <a:gd name="T69" fmla="*/ 144 h 256"/>
              <a:gd name="T70" fmla="*/ 89 w 208"/>
              <a:gd name="T71" fmla="*/ 119 h 256"/>
              <a:gd name="T72" fmla="*/ 74 w 208"/>
              <a:gd name="T73" fmla="*/ 88 h 256"/>
              <a:gd name="T74" fmla="*/ 104 w 208"/>
              <a:gd name="T75" fmla="*/ 179 h 256"/>
              <a:gd name="T76" fmla="*/ 109 w 208"/>
              <a:gd name="T77" fmla="*/ 185 h 256"/>
              <a:gd name="T78" fmla="*/ 140 w 208"/>
              <a:gd name="T79" fmla="*/ 188 h 256"/>
              <a:gd name="T80" fmla="*/ 149 w 208"/>
              <a:gd name="T81" fmla="*/ 231 h 256"/>
              <a:gd name="T82" fmla="*/ 20 w 208"/>
              <a:gd name="T83" fmla="*/ 88 h 256"/>
              <a:gd name="T84" fmla="*/ 0 w 208"/>
              <a:gd name="T85" fmla="*/ 92 h 256"/>
              <a:gd name="T86" fmla="*/ 20 w 208"/>
              <a:gd name="T87" fmla="*/ 96 h 256"/>
              <a:gd name="T88" fmla="*/ 20 w 208"/>
              <a:gd name="T89" fmla="*/ 88 h 256"/>
              <a:gd name="T90" fmla="*/ 188 w 208"/>
              <a:gd name="T91" fmla="*/ 88 h 256"/>
              <a:gd name="T92" fmla="*/ 188 w 208"/>
              <a:gd name="T93" fmla="*/ 96 h 256"/>
              <a:gd name="T94" fmla="*/ 208 w 208"/>
              <a:gd name="T95" fmla="*/ 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8" h="256">
                <a:moveTo>
                  <a:pt x="172" y="240"/>
                </a:moveTo>
                <a:cubicBezTo>
                  <a:pt x="159" y="240"/>
                  <a:pt x="159" y="240"/>
                  <a:pt x="159" y="240"/>
                </a:cubicBezTo>
                <a:cubicBezTo>
                  <a:pt x="148" y="187"/>
                  <a:pt x="148" y="187"/>
                  <a:pt x="148" y="187"/>
                </a:cubicBezTo>
                <a:cubicBezTo>
                  <a:pt x="139" y="37"/>
                  <a:pt x="139" y="37"/>
                  <a:pt x="139" y="37"/>
                </a:cubicBezTo>
                <a:cubicBezTo>
                  <a:pt x="191" y="72"/>
                  <a:pt x="191" y="72"/>
                  <a:pt x="191" y="72"/>
                </a:cubicBezTo>
                <a:cubicBezTo>
                  <a:pt x="160" y="72"/>
                  <a:pt x="160" y="72"/>
                  <a:pt x="160" y="72"/>
                </a:cubicBezTo>
                <a:cubicBezTo>
                  <a:pt x="160" y="80"/>
                  <a:pt x="160" y="80"/>
                  <a:pt x="160" y="80"/>
                </a:cubicBezTo>
                <a:cubicBezTo>
                  <a:pt x="204" y="80"/>
                  <a:pt x="204" y="80"/>
                  <a:pt x="204" y="80"/>
                </a:cubicBezTo>
                <a:cubicBezTo>
                  <a:pt x="206" y="80"/>
                  <a:pt x="207" y="79"/>
                  <a:pt x="208" y="77"/>
                </a:cubicBezTo>
                <a:cubicBezTo>
                  <a:pt x="208" y="75"/>
                  <a:pt x="208" y="74"/>
                  <a:pt x="206" y="73"/>
                </a:cubicBezTo>
                <a:cubicBezTo>
                  <a:pt x="136" y="26"/>
                  <a:pt x="136" y="26"/>
                  <a:pt x="136" y="26"/>
                </a:cubicBezTo>
                <a:cubicBezTo>
                  <a:pt x="124" y="2"/>
                  <a:pt x="124" y="2"/>
                  <a:pt x="124" y="2"/>
                </a:cubicBezTo>
                <a:cubicBezTo>
                  <a:pt x="123" y="1"/>
                  <a:pt x="122" y="0"/>
                  <a:pt x="120" y="0"/>
                </a:cubicBezTo>
                <a:cubicBezTo>
                  <a:pt x="88" y="0"/>
                  <a:pt x="88" y="0"/>
                  <a:pt x="88" y="0"/>
                </a:cubicBezTo>
                <a:cubicBezTo>
                  <a:pt x="87" y="0"/>
                  <a:pt x="85" y="1"/>
                  <a:pt x="84" y="2"/>
                </a:cubicBezTo>
                <a:cubicBezTo>
                  <a:pt x="72" y="26"/>
                  <a:pt x="72" y="26"/>
                  <a:pt x="72" y="26"/>
                </a:cubicBezTo>
                <a:cubicBezTo>
                  <a:pt x="2" y="73"/>
                  <a:pt x="2" y="73"/>
                  <a:pt x="2" y="73"/>
                </a:cubicBezTo>
                <a:cubicBezTo>
                  <a:pt x="0" y="74"/>
                  <a:pt x="0" y="75"/>
                  <a:pt x="0" y="77"/>
                </a:cubicBezTo>
                <a:cubicBezTo>
                  <a:pt x="1" y="79"/>
                  <a:pt x="2" y="80"/>
                  <a:pt x="4" y="80"/>
                </a:cubicBezTo>
                <a:cubicBezTo>
                  <a:pt x="48" y="80"/>
                  <a:pt x="48" y="80"/>
                  <a:pt x="48" y="80"/>
                </a:cubicBezTo>
                <a:cubicBezTo>
                  <a:pt x="48" y="72"/>
                  <a:pt x="48" y="72"/>
                  <a:pt x="48" y="72"/>
                </a:cubicBezTo>
                <a:cubicBezTo>
                  <a:pt x="17" y="72"/>
                  <a:pt x="17" y="72"/>
                  <a:pt x="17" y="72"/>
                </a:cubicBezTo>
                <a:cubicBezTo>
                  <a:pt x="69" y="37"/>
                  <a:pt x="69" y="37"/>
                  <a:pt x="69" y="37"/>
                </a:cubicBezTo>
                <a:cubicBezTo>
                  <a:pt x="60" y="187"/>
                  <a:pt x="60" y="187"/>
                  <a:pt x="60" y="187"/>
                </a:cubicBezTo>
                <a:cubicBezTo>
                  <a:pt x="49" y="240"/>
                  <a:pt x="49" y="240"/>
                  <a:pt x="49" y="240"/>
                </a:cubicBezTo>
                <a:cubicBezTo>
                  <a:pt x="36" y="240"/>
                  <a:pt x="36" y="240"/>
                  <a:pt x="36" y="240"/>
                </a:cubicBezTo>
                <a:cubicBezTo>
                  <a:pt x="34" y="240"/>
                  <a:pt x="32" y="242"/>
                  <a:pt x="32" y="244"/>
                </a:cubicBezTo>
                <a:cubicBezTo>
                  <a:pt x="32" y="256"/>
                  <a:pt x="32" y="256"/>
                  <a:pt x="32" y="256"/>
                </a:cubicBezTo>
                <a:cubicBezTo>
                  <a:pt x="40" y="256"/>
                  <a:pt x="40" y="256"/>
                  <a:pt x="40" y="256"/>
                </a:cubicBezTo>
                <a:cubicBezTo>
                  <a:pt x="40" y="248"/>
                  <a:pt x="40" y="248"/>
                  <a:pt x="40" y="248"/>
                </a:cubicBezTo>
                <a:cubicBezTo>
                  <a:pt x="84" y="248"/>
                  <a:pt x="84" y="248"/>
                  <a:pt x="84" y="248"/>
                </a:cubicBezTo>
                <a:cubicBezTo>
                  <a:pt x="84" y="240"/>
                  <a:pt x="84" y="240"/>
                  <a:pt x="84" y="240"/>
                </a:cubicBezTo>
                <a:cubicBezTo>
                  <a:pt x="61" y="240"/>
                  <a:pt x="61" y="240"/>
                  <a:pt x="61" y="240"/>
                </a:cubicBezTo>
                <a:cubicBezTo>
                  <a:pt x="95" y="201"/>
                  <a:pt x="95" y="201"/>
                  <a:pt x="95" y="201"/>
                </a:cubicBezTo>
                <a:cubicBezTo>
                  <a:pt x="89" y="196"/>
                  <a:pt x="89" y="196"/>
                  <a:pt x="89" y="196"/>
                </a:cubicBezTo>
                <a:cubicBezTo>
                  <a:pt x="59" y="231"/>
                  <a:pt x="59" y="231"/>
                  <a:pt x="59" y="231"/>
                </a:cubicBezTo>
                <a:cubicBezTo>
                  <a:pt x="68" y="189"/>
                  <a:pt x="68" y="189"/>
                  <a:pt x="68" y="189"/>
                </a:cubicBezTo>
                <a:cubicBezTo>
                  <a:pt x="68" y="189"/>
                  <a:pt x="68" y="188"/>
                  <a:pt x="68" y="188"/>
                </a:cubicBezTo>
                <a:cubicBezTo>
                  <a:pt x="70" y="153"/>
                  <a:pt x="70" y="153"/>
                  <a:pt x="70" y="153"/>
                </a:cubicBezTo>
                <a:cubicBezTo>
                  <a:pt x="147" y="240"/>
                  <a:pt x="147" y="240"/>
                  <a:pt x="147" y="240"/>
                </a:cubicBezTo>
                <a:cubicBezTo>
                  <a:pt x="124" y="240"/>
                  <a:pt x="124" y="240"/>
                  <a:pt x="124" y="240"/>
                </a:cubicBezTo>
                <a:cubicBezTo>
                  <a:pt x="124" y="248"/>
                  <a:pt x="124" y="248"/>
                  <a:pt x="124" y="248"/>
                </a:cubicBezTo>
                <a:cubicBezTo>
                  <a:pt x="168" y="248"/>
                  <a:pt x="168" y="248"/>
                  <a:pt x="168" y="248"/>
                </a:cubicBezTo>
                <a:cubicBezTo>
                  <a:pt x="168" y="256"/>
                  <a:pt x="168" y="256"/>
                  <a:pt x="168" y="256"/>
                </a:cubicBezTo>
                <a:cubicBezTo>
                  <a:pt x="176" y="256"/>
                  <a:pt x="176" y="256"/>
                  <a:pt x="176" y="256"/>
                </a:cubicBezTo>
                <a:cubicBezTo>
                  <a:pt x="176" y="244"/>
                  <a:pt x="176" y="244"/>
                  <a:pt x="176" y="244"/>
                </a:cubicBezTo>
                <a:cubicBezTo>
                  <a:pt x="176" y="242"/>
                  <a:pt x="174" y="240"/>
                  <a:pt x="172" y="240"/>
                </a:cubicBezTo>
                <a:close/>
                <a:moveTo>
                  <a:pt x="137" y="135"/>
                </a:moveTo>
                <a:cubicBezTo>
                  <a:pt x="110" y="110"/>
                  <a:pt x="110" y="110"/>
                  <a:pt x="110" y="110"/>
                </a:cubicBezTo>
                <a:cubicBezTo>
                  <a:pt x="134" y="88"/>
                  <a:pt x="134" y="88"/>
                  <a:pt x="134" y="88"/>
                </a:cubicBezTo>
                <a:lnTo>
                  <a:pt x="137" y="135"/>
                </a:lnTo>
                <a:close/>
                <a:moveTo>
                  <a:pt x="133" y="68"/>
                </a:moveTo>
                <a:cubicBezTo>
                  <a:pt x="110" y="50"/>
                  <a:pt x="110" y="50"/>
                  <a:pt x="110" y="50"/>
                </a:cubicBezTo>
                <a:cubicBezTo>
                  <a:pt x="130" y="34"/>
                  <a:pt x="130" y="34"/>
                  <a:pt x="130" y="34"/>
                </a:cubicBezTo>
                <a:lnTo>
                  <a:pt x="133" y="68"/>
                </a:lnTo>
                <a:close/>
                <a:moveTo>
                  <a:pt x="90" y="8"/>
                </a:moveTo>
                <a:cubicBezTo>
                  <a:pt x="118" y="8"/>
                  <a:pt x="118" y="8"/>
                  <a:pt x="118" y="8"/>
                </a:cubicBezTo>
                <a:cubicBezTo>
                  <a:pt x="127" y="27"/>
                  <a:pt x="127" y="27"/>
                  <a:pt x="127" y="27"/>
                </a:cubicBezTo>
                <a:cubicBezTo>
                  <a:pt x="104" y="45"/>
                  <a:pt x="104" y="45"/>
                  <a:pt x="104" y="45"/>
                </a:cubicBezTo>
                <a:cubicBezTo>
                  <a:pt x="81" y="27"/>
                  <a:pt x="81" y="27"/>
                  <a:pt x="81" y="27"/>
                </a:cubicBezTo>
                <a:lnTo>
                  <a:pt x="90" y="8"/>
                </a:lnTo>
                <a:close/>
                <a:moveTo>
                  <a:pt x="78" y="34"/>
                </a:moveTo>
                <a:cubicBezTo>
                  <a:pt x="132" y="78"/>
                  <a:pt x="132" y="78"/>
                  <a:pt x="132" y="78"/>
                </a:cubicBezTo>
                <a:cubicBezTo>
                  <a:pt x="104" y="105"/>
                  <a:pt x="104" y="105"/>
                  <a:pt x="104" y="105"/>
                </a:cubicBezTo>
                <a:cubicBezTo>
                  <a:pt x="76" y="78"/>
                  <a:pt x="76" y="78"/>
                  <a:pt x="76" y="78"/>
                </a:cubicBezTo>
                <a:cubicBezTo>
                  <a:pt x="95" y="63"/>
                  <a:pt x="95" y="63"/>
                  <a:pt x="95" y="63"/>
                </a:cubicBezTo>
                <a:cubicBezTo>
                  <a:pt x="90" y="57"/>
                  <a:pt x="90" y="57"/>
                  <a:pt x="90" y="57"/>
                </a:cubicBezTo>
                <a:cubicBezTo>
                  <a:pt x="75" y="68"/>
                  <a:pt x="75" y="68"/>
                  <a:pt x="75" y="68"/>
                </a:cubicBezTo>
                <a:lnTo>
                  <a:pt x="78" y="34"/>
                </a:lnTo>
                <a:close/>
                <a:moveTo>
                  <a:pt x="74" y="144"/>
                </a:moveTo>
                <a:cubicBezTo>
                  <a:pt x="95" y="124"/>
                  <a:pt x="95" y="124"/>
                  <a:pt x="95" y="124"/>
                </a:cubicBezTo>
                <a:cubicBezTo>
                  <a:pt x="89" y="119"/>
                  <a:pt x="89" y="119"/>
                  <a:pt x="89" y="119"/>
                </a:cubicBezTo>
                <a:cubicBezTo>
                  <a:pt x="71" y="135"/>
                  <a:pt x="71" y="135"/>
                  <a:pt x="71" y="135"/>
                </a:cubicBezTo>
                <a:cubicBezTo>
                  <a:pt x="74" y="88"/>
                  <a:pt x="74" y="88"/>
                  <a:pt x="74" y="88"/>
                </a:cubicBezTo>
                <a:cubicBezTo>
                  <a:pt x="134" y="144"/>
                  <a:pt x="134" y="144"/>
                  <a:pt x="134" y="144"/>
                </a:cubicBezTo>
                <a:cubicBezTo>
                  <a:pt x="104" y="179"/>
                  <a:pt x="104" y="179"/>
                  <a:pt x="104" y="179"/>
                </a:cubicBezTo>
                <a:lnTo>
                  <a:pt x="74" y="144"/>
                </a:lnTo>
                <a:close/>
                <a:moveTo>
                  <a:pt x="109" y="185"/>
                </a:moveTo>
                <a:cubicBezTo>
                  <a:pt x="138" y="153"/>
                  <a:pt x="138" y="153"/>
                  <a:pt x="138" y="153"/>
                </a:cubicBezTo>
                <a:cubicBezTo>
                  <a:pt x="140" y="188"/>
                  <a:pt x="140" y="188"/>
                  <a:pt x="140" y="188"/>
                </a:cubicBezTo>
                <a:cubicBezTo>
                  <a:pt x="140" y="188"/>
                  <a:pt x="140" y="189"/>
                  <a:pt x="140" y="189"/>
                </a:cubicBezTo>
                <a:cubicBezTo>
                  <a:pt x="149" y="231"/>
                  <a:pt x="149" y="231"/>
                  <a:pt x="149" y="231"/>
                </a:cubicBezTo>
                <a:lnTo>
                  <a:pt x="109" y="185"/>
                </a:lnTo>
                <a:close/>
                <a:moveTo>
                  <a:pt x="20" y="88"/>
                </a:moveTo>
                <a:cubicBezTo>
                  <a:pt x="4" y="88"/>
                  <a:pt x="4" y="88"/>
                  <a:pt x="4" y="88"/>
                </a:cubicBezTo>
                <a:cubicBezTo>
                  <a:pt x="2" y="88"/>
                  <a:pt x="0" y="90"/>
                  <a:pt x="0" y="92"/>
                </a:cubicBezTo>
                <a:cubicBezTo>
                  <a:pt x="0" y="94"/>
                  <a:pt x="2" y="96"/>
                  <a:pt x="4" y="96"/>
                </a:cubicBezTo>
                <a:cubicBezTo>
                  <a:pt x="20" y="96"/>
                  <a:pt x="20" y="96"/>
                  <a:pt x="20" y="96"/>
                </a:cubicBezTo>
                <a:cubicBezTo>
                  <a:pt x="22" y="96"/>
                  <a:pt x="24" y="94"/>
                  <a:pt x="24" y="92"/>
                </a:cubicBezTo>
                <a:cubicBezTo>
                  <a:pt x="24" y="90"/>
                  <a:pt x="22" y="88"/>
                  <a:pt x="20" y="88"/>
                </a:cubicBezTo>
                <a:close/>
                <a:moveTo>
                  <a:pt x="204" y="88"/>
                </a:moveTo>
                <a:cubicBezTo>
                  <a:pt x="188" y="88"/>
                  <a:pt x="188" y="88"/>
                  <a:pt x="188" y="88"/>
                </a:cubicBezTo>
                <a:cubicBezTo>
                  <a:pt x="186" y="88"/>
                  <a:pt x="184" y="90"/>
                  <a:pt x="184" y="92"/>
                </a:cubicBezTo>
                <a:cubicBezTo>
                  <a:pt x="184" y="94"/>
                  <a:pt x="186" y="96"/>
                  <a:pt x="188" y="96"/>
                </a:cubicBezTo>
                <a:cubicBezTo>
                  <a:pt x="204" y="96"/>
                  <a:pt x="204" y="96"/>
                  <a:pt x="204" y="96"/>
                </a:cubicBezTo>
                <a:cubicBezTo>
                  <a:pt x="206" y="96"/>
                  <a:pt x="208" y="94"/>
                  <a:pt x="208" y="92"/>
                </a:cubicBezTo>
                <a:cubicBezTo>
                  <a:pt x="208" y="90"/>
                  <a:pt x="206" y="88"/>
                  <a:pt x="204" y="8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92" name="Freeform 93">
            <a:extLst>
              <a:ext uri="{FF2B5EF4-FFF2-40B4-BE49-F238E27FC236}">
                <a16:creationId xmlns:a16="http://schemas.microsoft.com/office/drawing/2014/main" id="{0E298B3B-CD4E-47E6-B1D4-6AF3B20C63C8}"/>
              </a:ext>
            </a:extLst>
          </p:cNvPr>
          <p:cNvSpPr>
            <a:spLocks noChangeAspect="1" noEditPoints="1"/>
          </p:cNvSpPr>
          <p:nvPr/>
        </p:nvSpPr>
        <p:spPr bwMode="auto">
          <a:xfrm>
            <a:off x="7348198" y="2440782"/>
            <a:ext cx="396875" cy="400050"/>
          </a:xfrm>
          <a:custGeom>
            <a:avLst/>
            <a:gdLst>
              <a:gd name="T0" fmla="*/ 16 w 254"/>
              <a:gd name="T1" fmla="*/ 180 h 256"/>
              <a:gd name="T2" fmla="*/ 30 w 254"/>
              <a:gd name="T3" fmla="*/ 8 h 256"/>
              <a:gd name="T4" fmla="*/ 244 w 254"/>
              <a:gd name="T5" fmla="*/ 177 h 256"/>
              <a:gd name="T6" fmla="*/ 238 w 254"/>
              <a:gd name="T7" fmla="*/ 188 h 256"/>
              <a:gd name="T8" fmla="*/ 224 w 254"/>
              <a:gd name="T9" fmla="*/ 0 h 256"/>
              <a:gd name="T10" fmla="*/ 4 w 254"/>
              <a:gd name="T11" fmla="*/ 183 h 256"/>
              <a:gd name="T12" fmla="*/ 16 w 254"/>
              <a:gd name="T13" fmla="*/ 200 h 256"/>
              <a:gd name="T14" fmla="*/ 5 w 254"/>
              <a:gd name="T15" fmla="*/ 201 h 256"/>
              <a:gd name="T16" fmla="*/ 103 w 254"/>
              <a:gd name="T17" fmla="*/ 224 h 256"/>
              <a:gd name="T18" fmla="*/ 107 w 254"/>
              <a:gd name="T19" fmla="*/ 232 h 256"/>
              <a:gd name="T20" fmla="*/ 143 w 254"/>
              <a:gd name="T21" fmla="*/ 208 h 256"/>
              <a:gd name="T22" fmla="*/ 155 w 254"/>
              <a:gd name="T23" fmla="*/ 232 h 256"/>
              <a:gd name="T24" fmla="*/ 159 w 254"/>
              <a:gd name="T25" fmla="*/ 224 h 256"/>
              <a:gd name="T26" fmla="*/ 249 w 254"/>
              <a:gd name="T27" fmla="*/ 201 h 256"/>
              <a:gd name="T28" fmla="*/ 24 w 254"/>
              <a:gd name="T29" fmla="*/ 123 h 256"/>
              <a:gd name="T30" fmla="*/ 34 w 254"/>
              <a:gd name="T31" fmla="*/ 170 h 256"/>
              <a:gd name="T32" fmla="*/ 99 w 254"/>
              <a:gd name="T33" fmla="*/ 168 h 256"/>
              <a:gd name="T34" fmla="*/ 161 w 254"/>
              <a:gd name="T35" fmla="*/ 162 h 256"/>
              <a:gd name="T36" fmla="*/ 223 w 254"/>
              <a:gd name="T37" fmla="*/ 168 h 256"/>
              <a:gd name="T38" fmla="*/ 228 w 254"/>
              <a:gd name="T39" fmla="*/ 120 h 256"/>
              <a:gd name="T40" fmla="*/ 225 w 254"/>
              <a:gd name="T41" fmla="*/ 74 h 256"/>
              <a:gd name="T42" fmla="*/ 224 w 254"/>
              <a:gd name="T43" fmla="*/ 57 h 256"/>
              <a:gd name="T44" fmla="*/ 209 w 254"/>
              <a:gd name="T45" fmla="*/ 18 h 256"/>
              <a:gd name="T46" fmla="*/ 152 w 254"/>
              <a:gd name="T47" fmla="*/ 19 h 256"/>
              <a:gd name="T48" fmla="*/ 97 w 254"/>
              <a:gd name="T49" fmla="*/ 24 h 256"/>
              <a:gd name="T50" fmla="*/ 43 w 254"/>
              <a:gd name="T51" fmla="*/ 19 h 256"/>
              <a:gd name="T52" fmla="*/ 31 w 254"/>
              <a:gd name="T53" fmla="*/ 60 h 256"/>
              <a:gd name="T54" fmla="*/ 26 w 254"/>
              <a:gd name="T55" fmla="*/ 104 h 256"/>
              <a:gd name="T56" fmla="*/ 24 w 254"/>
              <a:gd name="T57" fmla="*/ 123 h 256"/>
              <a:gd name="T58" fmla="*/ 94 w 254"/>
              <a:gd name="T59" fmla="*/ 117 h 256"/>
              <a:gd name="T60" fmla="*/ 97 w 254"/>
              <a:gd name="T61" fmla="*/ 154 h 256"/>
              <a:gd name="T62" fmla="*/ 156 w 254"/>
              <a:gd name="T63" fmla="*/ 125 h 256"/>
              <a:gd name="T64" fmla="*/ 156 w 254"/>
              <a:gd name="T65" fmla="*/ 114 h 256"/>
              <a:gd name="T66" fmla="*/ 222 w 254"/>
              <a:gd name="T67" fmla="*/ 125 h 256"/>
              <a:gd name="T68" fmla="*/ 165 w 254"/>
              <a:gd name="T69" fmla="*/ 154 h 256"/>
              <a:gd name="T70" fmla="*/ 222 w 254"/>
              <a:gd name="T71" fmla="*/ 125 h 256"/>
              <a:gd name="T72" fmla="*/ 163 w 254"/>
              <a:gd name="T73" fmla="*/ 103 h 256"/>
              <a:gd name="T74" fmla="*/ 211 w 254"/>
              <a:gd name="T75" fmla="*/ 70 h 256"/>
              <a:gd name="T76" fmla="*/ 207 w 254"/>
              <a:gd name="T77" fmla="*/ 26 h 256"/>
              <a:gd name="T78" fmla="*/ 168 w 254"/>
              <a:gd name="T79" fmla="*/ 62 h 256"/>
              <a:gd name="T80" fmla="*/ 158 w 254"/>
              <a:gd name="T81" fmla="*/ 63 h 256"/>
              <a:gd name="T82" fmla="*/ 158 w 254"/>
              <a:gd name="T83" fmla="*/ 63 h 256"/>
              <a:gd name="T84" fmla="*/ 153 w 254"/>
              <a:gd name="T85" fmla="*/ 32 h 256"/>
              <a:gd name="T86" fmla="*/ 100 w 254"/>
              <a:gd name="T87" fmla="*/ 56 h 256"/>
              <a:gd name="T88" fmla="*/ 106 w 254"/>
              <a:gd name="T89" fmla="*/ 70 h 256"/>
              <a:gd name="T90" fmla="*/ 149 w 254"/>
              <a:gd name="T91" fmla="*/ 110 h 256"/>
              <a:gd name="T92" fmla="*/ 96 w 254"/>
              <a:gd name="T93" fmla="*/ 63 h 256"/>
              <a:gd name="T94" fmla="*/ 96 w 254"/>
              <a:gd name="T95" fmla="*/ 63 h 256"/>
              <a:gd name="T96" fmla="*/ 93 w 254"/>
              <a:gd name="T97" fmla="*/ 32 h 256"/>
              <a:gd name="T98" fmla="*/ 38 w 254"/>
              <a:gd name="T99" fmla="*/ 56 h 256"/>
              <a:gd name="T100" fmla="*/ 86 w 254"/>
              <a:gd name="T101" fmla="*/ 70 h 256"/>
              <a:gd name="T102" fmla="*/ 40 w 254"/>
              <a:gd name="T103" fmla="*/ 110 h 256"/>
              <a:gd name="T104" fmla="*/ 40 w 254"/>
              <a:gd name="T105" fmla="*/ 118 h 256"/>
              <a:gd name="T106" fmla="*/ 82 w 254"/>
              <a:gd name="T107" fmla="*/ 16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4" h="256">
                <a:moveTo>
                  <a:pt x="16" y="188"/>
                </a:moveTo>
                <a:cubicBezTo>
                  <a:pt x="31" y="188"/>
                  <a:pt x="31" y="188"/>
                  <a:pt x="31" y="188"/>
                </a:cubicBezTo>
                <a:cubicBezTo>
                  <a:pt x="31" y="180"/>
                  <a:pt x="31" y="180"/>
                  <a:pt x="31" y="180"/>
                </a:cubicBezTo>
                <a:cubicBezTo>
                  <a:pt x="16" y="180"/>
                  <a:pt x="16" y="180"/>
                  <a:pt x="16" y="180"/>
                </a:cubicBezTo>
                <a:cubicBezTo>
                  <a:pt x="14" y="180"/>
                  <a:pt x="12" y="179"/>
                  <a:pt x="10" y="177"/>
                </a:cubicBezTo>
                <a:cubicBezTo>
                  <a:pt x="9" y="176"/>
                  <a:pt x="8" y="174"/>
                  <a:pt x="8" y="171"/>
                </a:cubicBezTo>
                <a:cubicBezTo>
                  <a:pt x="22" y="15"/>
                  <a:pt x="22" y="15"/>
                  <a:pt x="22" y="15"/>
                </a:cubicBezTo>
                <a:cubicBezTo>
                  <a:pt x="22" y="11"/>
                  <a:pt x="26" y="8"/>
                  <a:pt x="30" y="8"/>
                </a:cubicBezTo>
                <a:cubicBezTo>
                  <a:pt x="224" y="8"/>
                  <a:pt x="224" y="8"/>
                  <a:pt x="224" y="8"/>
                </a:cubicBezTo>
                <a:cubicBezTo>
                  <a:pt x="228" y="8"/>
                  <a:pt x="232" y="11"/>
                  <a:pt x="232" y="15"/>
                </a:cubicBezTo>
                <a:cubicBezTo>
                  <a:pt x="246" y="171"/>
                  <a:pt x="246" y="171"/>
                  <a:pt x="246" y="171"/>
                </a:cubicBezTo>
                <a:cubicBezTo>
                  <a:pt x="246" y="174"/>
                  <a:pt x="245" y="176"/>
                  <a:pt x="244" y="177"/>
                </a:cubicBezTo>
                <a:cubicBezTo>
                  <a:pt x="242" y="179"/>
                  <a:pt x="240" y="180"/>
                  <a:pt x="238" y="180"/>
                </a:cubicBezTo>
                <a:cubicBezTo>
                  <a:pt x="59" y="180"/>
                  <a:pt x="59" y="180"/>
                  <a:pt x="59" y="180"/>
                </a:cubicBezTo>
                <a:cubicBezTo>
                  <a:pt x="59" y="188"/>
                  <a:pt x="59" y="188"/>
                  <a:pt x="59" y="188"/>
                </a:cubicBezTo>
                <a:cubicBezTo>
                  <a:pt x="238" y="188"/>
                  <a:pt x="238" y="188"/>
                  <a:pt x="238" y="188"/>
                </a:cubicBezTo>
                <a:cubicBezTo>
                  <a:pt x="242" y="188"/>
                  <a:pt x="247" y="186"/>
                  <a:pt x="250" y="183"/>
                </a:cubicBezTo>
                <a:cubicBezTo>
                  <a:pt x="253" y="179"/>
                  <a:pt x="254" y="175"/>
                  <a:pt x="254" y="171"/>
                </a:cubicBezTo>
                <a:cubicBezTo>
                  <a:pt x="240" y="15"/>
                  <a:pt x="240" y="15"/>
                  <a:pt x="240" y="15"/>
                </a:cubicBezTo>
                <a:cubicBezTo>
                  <a:pt x="239" y="6"/>
                  <a:pt x="232" y="0"/>
                  <a:pt x="224" y="0"/>
                </a:cubicBezTo>
                <a:cubicBezTo>
                  <a:pt x="30" y="0"/>
                  <a:pt x="30" y="0"/>
                  <a:pt x="30" y="0"/>
                </a:cubicBezTo>
                <a:cubicBezTo>
                  <a:pt x="22" y="0"/>
                  <a:pt x="15" y="6"/>
                  <a:pt x="14" y="15"/>
                </a:cubicBezTo>
                <a:cubicBezTo>
                  <a:pt x="0" y="171"/>
                  <a:pt x="0" y="171"/>
                  <a:pt x="0" y="171"/>
                </a:cubicBezTo>
                <a:cubicBezTo>
                  <a:pt x="0" y="175"/>
                  <a:pt x="1" y="179"/>
                  <a:pt x="4" y="183"/>
                </a:cubicBezTo>
                <a:cubicBezTo>
                  <a:pt x="7" y="186"/>
                  <a:pt x="12" y="188"/>
                  <a:pt x="16" y="188"/>
                </a:cubicBezTo>
                <a:close/>
                <a:moveTo>
                  <a:pt x="242" y="198"/>
                </a:moveTo>
                <a:cubicBezTo>
                  <a:pt x="241" y="199"/>
                  <a:pt x="240" y="200"/>
                  <a:pt x="238" y="200"/>
                </a:cubicBezTo>
                <a:cubicBezTo>
                  <a:pt x="16" y="200"/>
                  <a:pt x="16" y="200"/>
                  <a:pt x="16" y="200"/>
                </a:cubicBezTo>
                <a:cubicBezTo>
                  <a:pt x="14" y="200"/>
                  <a:pt x="13" y="199"/>
                  <a:pt x="12" y="198"/>
                </a:cubicBezTo>
                <a:cubicBezTo>
                  <a:pt x="11" y="194"/>
                  <a:pt x="11" y="194"/>
                  <a:pt x="11" y="194"/>
                </a:cubicBezTo>
                <a:cubicBezTo>
                  <a:pt x="3" y="198"/>
                  <a:pt x="3" y="198"/>
                  <a:pt x="3" y="198"/>
                </a:cubicBezTo>
                <a:cubicBezTo>
                  <a:pt x="5" y="201"/>
                  <a:pt x="5" y="201"/>
                  <a:pt x="5" y="201"/>
                </a:cubicBezTo>
                <a:cubicBezTo>
                  <a:pt x="7" y="205"/>
                  <a:pt x="11" y="208"/>
                  <a:pt x="16" y="208"/>
                </a:cubicBezTo>
                <a:cubicBezTo>
                  <a:pt x="111" y="208"/>
                  <a:pt x="111" y="208"/>
                  <a:pt x="111" y="208"/>
                </a:cubicBezTo>
                <a:cubicBezTo>
                  <a:pt x="111" y="224"/>
                  <a:pt x="111" y="224"/>
                  <a:pt x="111" y="224"/>
                </a:cubicBezTo>
                <a:cubicBezTo>
                  <a:pt x="103" y="224"/>
                  <a:pt x="103" y="224"/>
                  <a:pt x="103" y="224"/>
                </a:cubicBezTo>
                <a:cubicBezTo>
                  <a:pt x="101" y="224"/>
                  <a:pt x="99" y="226"/>
                  <a:pt x="99" y="228"/>
                </a:cubicBezTo>
                <a:cubicBezTo>
                  <a:pt x="99" y="256"/>
                  <a:pt x="99" y="256"/>
                  <a:pt x="99" y="256"/>
                </a:cubicBezTo>
                <a:cubicBezTo>
                  <a:pt x="107" y="256"/>
                  <a:pt x="107" y="256"/>
                  <a:pt x="107" y="256"/>
                </a:cubicBezTo>
                <a:cubicBezTo>
                  <a:pt x="107" y="232"/>
                  <a:pt x="107" y="232"/>
                  <a:pt x="107" y="232"/>
                </a:cubicBezTo>
                <a:cubicBezTo>
                  <a:pt x="115" y="232"/>
                  <a:pt x="115" y="232"/>
                  <a:pt x="115" y="232"/>
                </a:cubicBezTo>
                <a:cubicBezTo>
                  <a:pt x="117" y="232"/>
                  <a:pt x="119" y="230"/>
                  <a:pt x="119" y="228"/>
                </a:cubicBezTo>
                <a:cubicBezTo>
                  <a:pt x="119" y="208"/>
                  <a:pt x="119" y="208"/>
                  <a:pt x="119" y="208"/>
                </a:cubicBezTo>
                <a:cubicBezTo>
                  <a:pt x="143" y="208"/>
                  <a:pt x="143" y="208"/>
                  <a:pt x="143" y="208"/>
                </a:cubicBezTo>
                <a:cubicBezTo>
                  <a:pt x="143" y="224"/>
                  <a:pt x="143" y="224"/>
                  <a:pt x="143" y="224"/>
                </a:cubicBezTo>
                <a:cubicBezTo>
                  <a:pt x="135" y="224"/>
                  <a:pt x="135" y="224"/>
                  <a:pt x="135" y="224"/>
                </a:cubicBezTo>
                <a:cubicBezTo>
                  <a:pt x="135" y="232"/>
                  <a:pt x="135" y="232"/>
                  <a:pt x="135" y="232"/>
                </a:cubicBezTo>
                <a:cubicBezTo>
                  <a:pt x="155" y="232"/>
                  <a:pt x="155" y="232"/>
                  <a:pt x="155" y="232"/>
                </a:cubicBezTo>
                <a:cubicBezTo>
                  <a:pt x="155" y="256"/>
                  <a:pt x="155" y="256"/>
                  <a:pt x="155" y="256"/>
                </a:cubicBezTo>
                <a:cubicBezTo>
                  <a:pt x="163" y="256"/>
                  <a:pt x="163" y="256"/>
                  <a:pt x="163" y="256"/>
                </a:cubicBezTo>
                <a:cubicBezTo>
                  <a:pt x="163" y="228"/>
                  <a:pt x="163" y="228"/>
                  <a:pt x="163" y="228"/>
                </a:cubicBezTo>
                <a:cubicBezTo>
                  <a:pt x="163" y="226"/>
                  <a:pt x="161" y="224"/>
                  <a:pt x="159" y="224"/>
                </a:cubicBezTo>
                <a:cubicBezTo>
                  <a:pt x="151" y="224"/>
                  <a:pt x="151" y="224"/>
                  <a:pt x="151" y="224"/>
                </a:cubicBezTo>
                <a:cubicBezTo>
                  <a:pt x="151" y="208"/>
                  <a:pt x="151" y="208"/>
                  <a:pt x="151" y="208"/>
                </a:cubicBezTo>
                <a:cubicBezTo>
                  <a:pt x="238" y="208"/>
                  <a:pt x="238" y="208"/>
                  <a:pt x="238" y="208"/>
                </a:cubicBezTo>
                <a:cubicBezTo>
                  <a:pt x="243" y="208"/>
                  <a:pt x="247" y="205"/>
                  <a:pt x="249" y="201"/>
                </a:cubicBezTo>
                <a:cubicBezTo>
                  <a:pt x="251" y="198"/>
                  <a:pt x="251" y="198"/>
                  <a:pt x="251" y="198"/>
                </a:cubicBezTo>
                <a:cubicBezTo>
                  <a:pt x="243" y="194"/>
                  <a:pt x="243" y="194"/>
                  <a:pt x="243" y="194"/>
                </a:cubicBezTo>
                <a:lnTo>
                  <a:pt x="242" y="198"/>
                </a:lnTo>
                <a:close/>
                <a:moveTo>
                  <a:pt x="24" y="123"/>
                </a:moveTo>
                <a:cubicBezTo>
                  <a:pt x="22" y="155"/>
                  <a:pt x="22" y="155"/>
                  <a:pt x="22" y="155"/>
                </a:cubicBezTo>
                <a:cubicBezTo>
                  <a:pt x="22" y="157"/>
                  <a:pt x="22" y="158"/>
                  <a:pt x="23" y="158"/>
                </a:cubicBezTo>
                <a:cubicBezTo>
                  <a:pt x="31" y="168"/>
                  <a:pt x="31" y="168"/>
                  <a:pt x="31" y="168"/>
                </a:cubicBezTo>
                <a:cubicBezTo>
                  <a:pt x="32" y="169"/>
                  <a:pt x="33" y="170"/>
                  <a:pt x="34" y="170"/>
                </a:cubicBezTo>
                <a:cubicBezTo>
                  <a:pt x="84" y="170"/>
                  <a:pt x="84" y="170"/>
                  <a:pt x="84" y="170"/>
                </a:cubicBezTo>
                <a:cubicBezTo>
                  <a:pt x="85" y="170"/>
                  <a:pt x="86" y="169"/>
                  <a:pt x="87" y="169"/>
                </a:cubicBezTo>
                <a:cubicBezTo>
                  <a:pt x="93" y="162"/>
                  <a:pt x="93" y="162"/>
                  <a:pt x="93" y="162"/>
                </a:cubicBezTo>
                <a:cubicBezTo>
                  <a:pt x="99" y="168"/>
                  <a:pt x="99" y="168"/>
                  <a:pt x="99" y="168"/>
                </a:cubicBezTo>
                <a:cubicBezTo>
                  <a:pt x="100" y="169"/>
                  <a:pt x="101" y="170"/>
                  <a:pt x="102" y="170"/>
                </a:cubicBezTo>
                <a:cubicBezTo>
                  <a:pt x="152" y="170"/>
                  <a:pt x="152" y="170"/>
                  <a:pt x="152" y="170"/>
                </a:cubicBezTo>
                <a:cubicBezTo>
                  <a:pt x="153" y="170"/>
                  <a:pt x="154" y="169"/>
                  <a:pt x="155" y="169"/>
                </a:cubicBezTo>
                <a:cubicBezTo>
                  <a:pt x="161" y="162"/>
                  <a:pt x="161" y="162"/>
                  <a:pt x="161" y="162"/>
                </a:cubicBezTo>
                <a:cubicBezTo>
                  <a:pt x="167" y="169"/>
                  <a:pt x="167" y="169"/>
                  <a:pt x="167" y="169"/>
                </a:cubicBezTo>
                <a:cubicBezTo>
                  <a:pt x="168" y="169"/>
                  <a:pt x="169" y="170"/>
                  <a:pt x="170" y="170"/>
                </a:cubicBezTo>
                <a:cubicBezTo>
                  <a:pt x="220" y="170"/>
                  <a:pt x="220" y="170"/>
                  <a:pt x="220" y="170"/>
                </a:cubicBezTo>
                <a:cubicBezTo>
                  <a:pt x="221" y="170"/>
                  <a:pt x="222" y="169"/>
                  <a:pt x="223" y="168"/>
                </a:cubicBezTo>
                <a:cubicBezTo>
                  <a:pt x="231" y="158"/>
                  <a:pt x="231" y="158"/>
                  <a:pt x="231" y="158"/>
                </a:cubicBezTo>
                <a:cubicBezTo>
                  <a:pt x="232" y="158"/>
                  <a:pt x="232" y="157"/>
                  <a:pt x="232" y="156"/>
                </a:cubicBezTo>
                <a:cubicBezTo>
                  <a:pt x="230" y="123"/>
                  <a:pt x="230" y="123"/>
                  <a:pt x="230" y="123"/>
                </a:cubicBezTo>
                <a:cubicBezTo>
                  <a:pt x="229" y="122"/>
                  <a:pt x="229" y="121"/>
                  <a:pt x="228" y="120"/>
                </a:cubicBezTo>
                <a:cubicBezTo>
                  <a:pt x="221" y="114"/>
                  <a:pt x="221" y="114"/>
                  <a:pt x="221" y="114"/>
                </a:cubicBezTo>
                <a:cubicBezTo>
                  <a:pt x="227" y="107"/>
                  <a:pt x="227" y="107"/>
                  <a:pt x="227" y="107"/>
                </a:cubicBezTo>
                <a:cubicBezTo>
                  <a:pt x="228" y="106"/>
                  <a:pt x="228" y="105"/>
                  <a:pt x="228" y="104"/>
                </a:cubicBezTo>
                <a:cubicBezTo>
                  <a:pt x="225" y="74"/>
                  <a:pt x="225" y="74"/>
                  <a:pt x="225" y="74"/>
                </a:cubicBezTo>
                <a:cubicBezTo>
                  <a:pt x="225" y="73"/>
                  <a:pt x="225" y="72"/>
                  <a:pt x="224" y="72"/>
                </a:cubicBezTo>
                <a:cubicBezTo>
                  <a:pt x="218" y="66"/>
                  <a:pt x="218" y="66"/>
                  <a:pt x="218" y="66"/>
                </a:cubicBezTo>
                <a:cubicBezTo>
                  <a:pt x="223" y="60"/>
                  <a:pt x="223" y="60"/>
                  <a:pt x="223" y="60"/>
                </a:cubicBezTo>
                <a:cubicBezTo>
                  <a:pt x="224" y="60"/>
                  <a:pt x="224" y="58"/>
                  <a:pt x="224" y="57"/>
                </a:cubicBezTo>
                <a:cubicBezTo>
                  <a:pt x="222" y="30"/>
                  <a:pt x="222" y="30"/>
                  <a:pt x="222" y="30"/>
                </a:cubicBezTo>
                <a:cubicBezTo>
                  <a:pt x="222" y="29"/>
                  <a:pt x="221" y="28"/>
                  <a:pt x="220" y="27"/>
                </a:cubicBezTo>
                <a:cubicBezTo>
                  <a:pt x="212" y="19"/>
                  <a:pt x="212" y="19"/>
                  <a:pt x="212" y="19"/>
                </a:cubicBezTo>
                <a:cubicBezTo>
                  <a:pt x="211" y="19"/>
                  <a:pt x="210" y="18"/>
                  <a:pt x="209" y="18"/>
                </a:cubicBezTo>
                <a:cubicBezTo>
                  <a:pt x="165" y="18"/>
                  <a:pt x="165" y="18"/>
                  <a:pt x="165" y="18"/>
                </a:cubicBezTo>
                <a:cubicBezTo>
                  <a:pt x="164" y="18"/>
                  <a:pt x="163" y="19"/>
                  <a:pt x="162" y="19"/>
                </a:cubicBezTo>
                <a:cubicBezTo>
                  <a:pt x="157" y="24"/>
                  <a:pt x="157" y="24"/>
                  <a:pt x="157" y="24"/>
                </a:cubicBezTo>
                <a:cubicBezTo>
                  <a:pt x="152" y="19"/>
                  <a:pt x="152" y="19"/>
                  <a:pt x="152" y="19"/>
                </a:cubicBezTo>
                <a:cubicBezTo>
                  <a:pt x="151" y="19"/>
                  <a:pt x="150" y="18"/>
                  <a:pt x="149" y="18"/>
                </a:cubicBezTo>
                <a:cubicBezTo>
                  <a:pt x="105" y="18"/>
                  <a:pt x="105" y="18"/>
                  <a:pt x="105" y="18"/>
                </a:cubicBezTo>
                <a:cubicBezTo>
                  <a:pt x="104" y="18"/>
                  <a:pt x="103" y="19"/>
                  <a:pt x="102" y="19"/>
                </a:cubicBezTo>
                <a:cubicBezTo>
                  <a:pt x="97" y="24"/>
                  <a:pt x="97" y="24"/>
                  <a:pt x="97" y="24"/>
                </a:cubicBezTo>
                <a:cubicBezTo>
                  <a:pt x="92" y="19"/>
                  <a:pt x="92" y="19"/>
                  <a:pt x="92" y="19"/>
                </a:cubicBezTo>
                <a:cubicBezTo>
                  <a:pt x="91" y="19"/>
                  <a:pt x="90" y="18"/>
                  <a:pt x="89" y="18"/>
                </a:cubicBezTo>
                <a:cubicBezTo>
                  <a:pt x="45" y="18"/>
                  <a:pt x="45" y="18"/>
                  <a:pt x="45" y="18"/>
                </a:cubicBezTo>
                <a:cubicBezTo>
                  <a:pt x="44" y="18"/>
                  <a:pt x="43" y="19"/>
                  <a:pt x="43" y="19"/>
                </a:cubicBezTo>
                <a:cubicBezTo>
                  <a:pt x="34" y="27"/>
                  <a:pt x="34" y="27"/>
                  <a:pt x="34" y="27"/>
                </a:cubicBezTo>
                <a:cubicBezTo>
                  <a:pt x="33" y="28"/>
                  <a:pt x="33" y="29"/>
                  <a:pt x="33" y="30"/>
                </a:cubicBezTo>
                <a:cubicBezTo>
                  <a:pt x="30" y="57"/>
                  <a:pt x="30" y="57"/>
                  <a:pt x="30" y="57"/>
                </a:cubicBezTo>
                <a:cubicBezTo>
                  <a:pt x="30" y="58"/>
                  <a:pt x="30" y="60"/>
                  <a:pt x="31" y="60"/>
                </a:cubicBezTo>
                <a:cubicBezTo>
                  <a:pt x="36" y="66"/>
                  <a:pt x="36" y="66"/>
                  <a:pt x="36" y="66"/>
                </a:cubicBezTo>
                <a:cubicBezTo>
                  <a:pt x="30" y="72"/>
                  <a:pt x="30" y="72"/>
                  <a:pt x="30" y="72"/>
                </a:cubicBezTo>
                <a:cubicBezTo>
                  <a:pt x="29" y="72"/>
                  <a:pt x="29" y="73"/>
                  <a:pt x="29" y="74"/>
                </a:cubicBezTo>
                <a:cubicBezTo>
                  <a:pt x="26" y="104"/>
                  <a:pt x="26" y="104"/>
                  <a:pt x="26" y="104"/>
                </a:cubicBezTo>
                <a:cubicBezTo>
                  <a:pt x="26" y="105"/>
                  <a:pt x="26" y="106"/>
                  <a:pt x="27" y="107"/>
                </a:cubicBezTo>
                <a:cubicBezTo>
                  <a:pt x="33" y="114"/>
                  <a:pt x="33" y="114"/>
                  <a:pt x="33" y="114"/>
                </a:cubicBezTo>
                <a:cubicBezTo>
                  <a:pt x="26" y="120"/>
                  <a:pt x="26" y="120"/>
                  <a:pt x="26" y="120"/>
                </a:cubicBezTo>
                <a:cubicBezTo>
                  <a:pt x="25" y="121"/>
                  <a:pt x="25" y="122"/>
                  <a:pt x="24" y="123"/>
                </a:cubicBezTo>
                <a:close/>
                <a:moveTo>
                  <a:pt x="91" y="114"/>
                </a:moveTo>
                <a:cubicBezTo>
                  <a:pt x="95" y="110"/>
                  <a:pt x="95" y="110"/>
                  <a:pt x="95" y="110"/>
                </a:cubicBezTo>
                <a:cubicBezTo>
                  <a:pt x="98" y="114"/>
                  <a:pt x="98" y="114"/>
                  <a:pt x="98" y="114"/>
                </a:cubicBezTo>
                <a:cubicBezTo>
                  <a:pt x="94" y="117"/>
                  <a:pt x="94" y="117"/>
                  <a:pt x="94" y="117"/>
                </a:cubicBezTo>
                <a:lnTo>
                  <a:pt x="91" y="114"/>
                </a:lnTo>
                <a:close/>
                <a:moveTo>
                  <a:pt x="150" y="162"/>
                </a:moveTo>
                <a:cubicBezTo>
                  <a:pt x="104" y="162"/>
                  <a:pt x="104" y="162"/>
                  <a:pt x="104" y="162"/>
                </a:cubicBezTo>
                <a:cubicBezTo>
                  <a:pt x="97" y="154"/>
                  <a:pt x="97" y="154"/>
                  <a:pt x="97" y="154"/>
                </a:cubicBezTo>
                <a:cubicBezTo>
                  <a:pt x="98" y="125"/>
                  <a:pt x="98" y="125"/>
                  <a:pt x="98" y="125"/>
                </a:cubicBezTo>
                <a:cubicBezTo>
                  <a:pt x="105" y="118"/>
                  <a:pt x="105" y="118"/>
                  <a:pt x="105" y="118"/>
                </a:cubicBezTo>
                <a:cubicBezTo>
                  <a:pt x="149" y="118"/>
                  <a:pt x="149" y="118"/>
                  <a:pt x="149" y="118"/>
                </a:cubicBezTo>
                <a:cubicBezTo>
                  <a:pt x="156" y="125"/>
                  <a:pt x="156" y="125"/>
                  <a:pt x="156" y="125"/>
                </a:cubicBezTo>
                <a:cubicBezTo>
                  <a:pt x="157" y="154"/>
                  <a:pt x="157" y="154"/>
                  <a:pt x="157" y="154"/>
                </a:cubicBezTo>
                <a:lnTo>
                  <a:pt x="150" y="162"/>
                </a:lnTo>
                <a:close/>
                <a:moveTo>
                  <a:pt x="160" y="117"/>
                </a:moveTo>
                <a:cubicBezTo>
                  <a:pt x="156" y="114"/>
                  <a:pt x="156" y="114"/>
                  <a:pt x="156" y="114"/>
                </a:cubicBezTo>
                <a:cubicBezTo>
                  <a:pt x="159" y="110"/>
                  <a:pt x="159" y="110"/>
                  <a:pt x="159" y="110"/>
                </a:cubicBezTo>
                <a:cubicBezTo>
                  <a:pt x="163" y="114"/>
                  <a:pt x="163" y="114"/>
                  <a:pt x="163" y="114"/>
                </a:cubicBezTo>
                <a:lnTo>
                  <a:pt x="160" y="117"/>
                </a:lnTo>
                <a:close/>
                <a:moveTo>
                  <a:pt x="222" y="125"/>
                </a:moveTo>
                <a:cubicBezTo>
                  <a:pt x="224" y="155"/>
                  <a:pt x="224" y="155"/>
                  <a:pt x="224" y="155"/>
                </a:cubicBezTo>
                <a:cubicBezTo>
                  <a:pt x="218" y="162"/>
                  <a:pt x="218" y="162"/>
                  <a:pt x="218" y="162"/>
                </a:cubicBezTo>
                <a:cubicBezTo>
                  <a:pt x="172" y="162"/>
                  <a:pt x="172" y="162"/>
                  <a:pt x="172" y="162"/>
                </a:cubicBezTo>
                <a:cubicBezTo>
                  <a:pt x="165" y="154"/>
                  <a:pt x="165" y="154"/>
                  <a:pt x="165" y="154"/>
                </a:cubicBezTo>
                <a:cubicBezTo>
                  <a:pt x="164" y="125"/>
                  <a:pt x="164" y="125"/>
                  <a:pt x="164" y="125"/>
                </a:cubicBezTo>
                <a:cubicBezTo>
                  <a:pt x="170" y="118"/>
                  <a:pt x="170" y="118"/>
                  <a:pt x="170" y="118"/>
                </a:cubicBezTo>
                <a:cubicBezTo>
                  <a:pt x="214" y="118"/>
                  <a:pt x="214" y="118"/>
                  <a:pt x="214" y="118"/>
                </a:cubicBezTo>
                <a:lnTo>
                  <a:pt x="222" y="125"/>
                </a:lnTo>
                <a:close/>
                <a:moveTo>
                  <a:pt x="220" y="103"/>
                </a:moveTo>
                <a:cubicBezTo>
                  <a:pt x="214" y="110"/>
                  <a:pt x="214" y="110"/>
                  <a:pt x="214" y="110"/>
                </a:cubicBezTo>
                <a:cubicBezTo>
                  <a:pt x="170" y="110"/>
                  <a:pt x="170" y="110"/>
                  <a:pt x="170" y="110"/>
                </a:cubicBezTo>
                <a:cubicBezTo>
                  <a:pt x="163" y="103"/>
                  <a:pt x="163" y="103"/>
                  <a:pt x="163" y="103"/>
                </a:cubicBezTo>
                <a:cubicBezTo>
                  <a:pt x="163" y="79"/>
                  <a:pt x="163" y="79"/>
                  <a:pt x="163" y="79"/>
                </a:cubicBezTo>
                <a:cubicBezTo>
                  <a:pt x="163" y="76"/>
                  <a:pt x="163" y="76"/>
                  <a:pt x="163" y="76"/>
                </a:cubicBezTo>
                <a:cubicBezTo>
                  <a:pt x="168" y="70"/>
                  <a:pt x="168" y="70"/>
                  <a:pt x="168" y="70"/>
                </a:cubicBezTo>
                <a:cubicBezTo>
                  <a:pt x="211" y="70"/>
                  <a:pt x="211" y="70"/>
                  <a:pt x="211" y="70"/>
                </a:cubicBezTo>
                <a:cubicBezTo>
                  <a:pt x="218" y="76"/>
                  <a:pt x="218" y="76"/>
                  <a:pt x="218" y="76"/>
                </a:cubicBezTo>
                <a:lnTo>
                  <a:pt x="220" y="103"/>
                </a:lnTo>
                <a:close/>
                <a:moveTo>
                  <a:pt x="167" y="26"/>
                </a:moveTo>
                <a:cubicBezTo>
                  <a:pt x="207" y="26"/>
                  <a:pt x="207" y="26"/>
                  <a:pt x="207" y="26"/>
                </a:cubicBezTo>
                <a:cubicBezTo>
                  <a:pt x="214" y="32"/>
                  <a:pt x="214" y="32"/>
                  <a:pt x="214" y="32"/>
                </a:cubicBezTo>
                <a:cubicBezTo>
                  <a:pt x="216" y="56"/>
                  <a:pt x="216" y="56"/>
                  <a:pt x="216" y="56"/>
                </a:cubicBezTo>
                <a:cubicBezTo>
                  <a:pt x="211" y="62"/>
                  <a:pt x="211" y="62"/>
                  <a:pt x="211" y="62"/>
                </a:cubicBezTo>
                <a:cubicBezTo>
                  <a:pt x="168" y="62"/>
                  <a:pt x="168" y="62"/>
                  <a:pt x="168" y="62"/>
                </a:cubicBezTo>
                <a:cubicBezTo>
                  <a:pt x="162" y="56"/>
                  <a:pt x="162" y="56"/>
                  <a:pt x="162" y="56"/>
                </a:cubicBezTo>
                <a:cubicBezTo>
                  <a:pt x="161" y="32"/>
                  <a:pt x="161" y="32"/>
                  <a:pt x="161" y="32"/>
                </a:cubicBezTo>
                <a:lnTo>
                  <a:pt x="167" y="26"/>
                </a:lnTo>
                <a:close/>
                <a:moveTo>
                  <a:pt x="158" y="63"/>
                </a:moveTo>
                <a:cubicBezTo>
                  <a:pt x="161" y="66"/>
                  <a:pt x="161" y="66"/>
                  <a:pt x="161" y="66"/>
                </a:cubicBezTo>
                <a:cubicBezTo>
                  <a:pt x="158" y="69"/>
                  <a:pt x="158" y="69"/>
                  <a:pt x="158" y="69"/>
                </a:cubicBezTo>
                <a:cubicBezTo>
                  <a:pt x="155" y="66"/>
                  <a:pt x="155" y="66"/>
                  <a:pt x="155" y="66"/>
                </a:cubicBezTo>
                <a:lnTo>
                  <a:pt x="158" y="63"/>
                </a:lnTo>
                <a:close/>
                <a:moveTo>
                  <a:pt x="101" y="32"/>
                </a:moveTo>
                <a:cubicBezTo>
                  <a:pt x="107" y="26"/>
                  <a:pt x="107" y="26"/>
                  <a:pt x="107" y="26"/>
                </a:cubicBezTo>
                <a:cubicBezTo>
                  <a:pt x="147" y="26"/>
                  <a:pt x="147" y="26"/>
                  <a:pt x="147" y="26"/>
                </a:cubicBezTo>
                <a:cubicBezTo>
                  <a:pt x="153" y="32"/>
                  <a:pt x="153" y="32"/>
                  <a:pt x="153" y="32"/>
                </a:cubicBezTo>
                <a:cubicBezTo>
                  <a:pt x="154" y="56"/>
                  <a:pt x="154" y="56"/>
                  <a:pt x="154" y="56"/>
                </a:cubicBezTo>
                <a:cubicBezTo>
                  <a:pt x="148" y="62"/>
                  <a:pt x="148" y="62"/>
                  <a:pt x="148" y="62"/>
                </a:cubicBezTo>
                <a:cubicBezTo>
                  <a:pt x="106" y="62"/>
                  <a:pt x="106" y="62"/>
                  <a:pt x="106" y="62"/>
                </a:cubicBezTo>
                <a:cubicBezTo>
                  <a:pt x="100" y="56"/>
                  <a:pt x="100" y="56"/>
                  <a:pt x="100" y="56"/>
                </a:cubicBezTo>
                <a:lnTo>
                  <a:pt x="101" y="32"/>
                </a:lnTo>
                <a:close/>
                <a:moveTo>
                  <a:pt x="100" y="76"/>
                </a:moveTo>
                <a:cubicBezTo>
                  <a:pt x="100" y="76"/>
                  <a:pt x="100" y="76"/>
                  <a:pt x="100" y="76"/>
                </a:cubicBezTo>
                <a:cubicBezTo>
                  <a:pt x="106" y="70"/>
                  <a:pt x="106" y="70"/>
                  <a:pt x="106" y="70"/>
                </a:cubicBezTo>
                <a:cubicBezTo>
                  <a:pt x="148" y="70"/>
                  <a:pt x="148" y="70"/>
                  <a:pt x="148" y="70"/>
                </a:cubicBezTo>
                <a:cubicBezTo>
                  <a:pt x="155" y="76"/>
                  <a:pt x="155" y="76"/>
                  <a:pt x="155" y="76"/>
                </a:cubicBezTo>
                <a:cubicBezTo>
                  <a:pt x="155" y="103"/>
                  <a:pt x="155" y="103"/>
                  <a:pt x="155" y="103"/>
                </a:cubicBezTo>
                <a:cubicBezTo>
                  <a:pt x="149" y="110"/>
                  <a:pt x="149" y="110"/>
                  <a:pt x="149" y="110"/>
                </a:cubicBezTo>
                <a:cubicBezTo>
                  <a:pt x="105" y="110"/>
                  <a:pt x="105" y="110"/>
                  <a:pt x="105" y="110"/>
                </a:cubicBezTo>
                <a:cubicBezTo>
                  <a:pt x="99" y="103"/>
                  <a:pt x="99" y="103"/>
                  <a:pt x="99" y="103"/>
                </a:cubicBezTo>
                <a:lnTo>
                  <a:pt x="100" y="76"/>
                </a:lnTo>
                <a:close/>
                <a:moveTo>
                  <a:pt x="96" y="63"/>
                </a:moveTo>
                <a:cubicBezTo>
                  <a:pt x="99" y="66"/>
                  <a:pt x="99" y="66"/>
                  <a:pt x="99" y="66"/>
                </a:cubicBezTo>
                <a:cubicBezTo>
                  <a:pt x="96" y="69"/>
                  <a:pt x="96" y="69"/>
                  <a:pt x="96" y="69"/>
                </a:cubicBezTo>
                <a:cubicBezTo>
                  <a:pt x="93" y="66"/>
                  <a:pt x="93" y="66"/>
                  <a:pt x="93" y="66"/>
                </a:cubicBezTo>
                <a:lnTo>
                  <a:pt x="96" y="63"/>
                </a:lnTo>
                <a:close/>
                <a:moveTo>
                  <a:pt x="40" y="32"/>
                </a:moveTo>
                <a:cubicBezTo>
                  <a:pt x="47" y="26"/>
                  <a:pt x="47" y="26"/>
                  <a:pt x="47" y="26"/>
                </a:cubicBezTo>
                <a:cubicBezTo>
                  <a:pt x="87" y="26"/>
                  <a:pt x="87" y="26"/>
                  <a:pt x="87" y="26"/>
                </a:cubicBezTo>
                <a:cubicBezTo>
                  <a:pt x="93" y="32"/>
                  <a:pt x="93" y="32"/>
                  <a:pt x="93" y="32"/>
                </a:cubicBezTo>
                <a:cubicBezTo>
                  <a:pt x="92" y="56"/>
                  <a:pt x="92" y="56"/>
                  <a:pt x="92" y="56"/>
                </a:cubicBezTo>
                <a:cubicBezTo>
                  <a:pt x="86" y="62"/>
                  <a:pt x="86" y="62"/>
                  <a:pt x="86" y="62"/>
                </a:cubicBezTo>
                <a:cubicBezTo>
                  <a:pt x="44" y="62"/>
                  <a:pt x="44" y="62"/>
                  <a:pt x="44" y="62"/>
                </a:cubicBezTo>
                <a:cubicBezTo>
                  <a:pt x="38" y="56"/>
                  <a:pt x="38" y="56"/>
                  <a:pt x="38" y="56"/>
                </a:cubicBezTo>
                <a:lnTo>
                  <a:pt x="40" y="32"/>
                </a:lnTo>
                <a:close/>
                <a:moveTo>
                  <a:pt x="37" y="76"/>
                </a:moveTo>
                <a:cubicBezTo>
                  <a:pt x="43" y="70"/>
                  <a:pt x="43" y="70"/>
                  <a:pt x="43" y="70"/>
                </a:cubicBezTo>
                <a:cubicBezTo>
                  <a:pt x="86" y="70"/>
                  <a:pt x="86" y="70"/>
                  <a:pt x="86" y="70"/>
                </a:cubicBezTo>
                <a:cubicBezTo>
                  <a:pt x="92" y="76"/>
                  <a:pt x="92" y="76"/>
                  <a:pt x="92" y="76"/>
                </a:cubicBezTo>
                <a:cubicBezTo>
                  <a:pt x="91" y="103"/>
                  <a:pt x="91" y="103"/>
                  <a:pt x="91" y="103"/>
                </a:cubicBezTo>
                <a:cubicBezTo>
                  <a:pt x="84" y="110"/>
                  <a:pt x="84" y="110"/>
                  <a:pt x="84" y="110"/>
                </a:cubicBezTo>
                <a:cubicBezTo>
                  <a:pt x="40" y="110"/>
                  <a:pt x="40" y="110"/>
                  <a:pt x="40" y="110"/>
                </a:cubicBezTo>
                <a:cubicBezTo>
                  <a:pt x="34" y="103"/>
                  <a:pt x="34" y="103"/>
                  <a:pt x="34" y="103"/>
                </a:cubicBezTo>
                <a:lnTo>
                  <a:pt x="37" y="76"/>
                </a:lnTo>
                <a:close/>
                <a:moveTo>
                  <a:pt x="32" y="125"/>
                </a:moveTo>
                <a:cubicBezTo>
                  <a:pt x="40" y="118"/>
                  <a:pt x="40" y="118"/>
                  <a:pt x="40" y="118"/>
                </a:cubicBezTo>
                <a:cubicBezTo>
                  <a:pt x="84" y="118"/>
                  <a:pt x="84" y="118"/>
                  <a:pt x="84" y="118"/>
                </a:cubicBezTo>
                <a:cubicBezTo>
                  <a:pt x="90" y="125"/>
                  <a:pt x="90" y="125"/>
                  <a:pt x="90" y="125"/>
                </a:cubicBezTo>
                <a:cubicBezTo>
                  <a:pt x="89" y="154"/>
                  <a:pt x="89" y="154"/>
                  <a:pt x="89" y="154"/>
                </a:cubicBezTo>
                <a:cubicBezTo>
                  <a:pt x="82" y="162"/>
                  <a:pt x="82" y="162"/>
                  <a:pt x="82" y="162"/>
                </a:cubicBezTo>
                <a:cubicBezTo>
                  <a:pt x="36" y="162"/>
                  <a:pt x="36" y="162"/>
                  <a:pt x="36" y="162"/>
                </a:cubicBezTo>
                <a:cubicBezTo>
                  <a:pt x="30" y="155"/>
                  <a:pt x="30" y="155"/>
                  <a:pt x="30" y="155"/>
                </a:cubicBezTo>
                <a:lnTo>
                  <a:pt x="32" y="125"/>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96" name="Freeform 97">
            <a:extLst>
              <a:ext uri="{FF2B5EF4-FFF2-40B4-BE49-F238E27FC236}">
                <a16:creationId xmlns:a16="http://schemas.microsoft.com/office/drawing/2014/main" id="{70DB9127-E39F-49BB-ACC0-339AE053F207}"/>
              </a:ext>
            </a:extLst>
          </p:cNvPr>
          <p:cNvSpPr>
            <a:spLocks noChangeAspect="1" noEditPoints="1"/>
          </p:cNvSpPr>
          <p:nvPr/>
        </p:nvSpPr>
        <p:spPr bwMode="auto">
          <a:xfrm>
            <a:off x="8347594" y="2423026"/>
            <a:ext cx="333375" cy="400050"/>
          </a:xfrm>
          <a:custGeom>
            <a:avLst/>
            <a:gdLst>
              <a:gd name="T0" fmla="*/ 96 w 214"/>
              <a:gd name="T1" fmla="*/ 100 h 256"/>
              <a:gd name="T2" fmla="*/ 104 w 214"/>
              <a:gd name="T3" fmla="*/ 84 h 256"/>
              <a:gd name="T4" fmla="*/ 92 w 214"/>
              <a:gd name="T5" fmla="*/ 71 h 256"/>
              <a:gd name="T6" fmla="*/ 112 w 214"/>
              <a:gd name="T7" fmla="*/ 8 h 256"/>
              <a:gd name="T8" fmla="*/ 120 w 214"/>
              <a:gd name="T9" fmla="*/ 100 h 256"/>
              <a:gd name="T10" fmla="*/ 116 w 214"/>
              <a:gd name="T11" fmla="*/ 0 h 256"/>
              <a:gd name="T12" fmla="*/ 100 w 214"/>
              <a:gd name="T13" fmla="*/ 3 h 256"/>
              <a:gd name="T14" fmla="*/ 85 w 214"/>
              <a:gd name="T15" fmla="*/ 75 h 256"/>
              <a:gd name="T16" fmla="*/ 97 w 214"/>
              <a:gd name="T17" fmla="*/ 143 h 256"/>
              <a:gd name="T18" fmla="*/ 80 w 214"/>
              <a:gd name="T19" fmla="*/ 144 h 256"/>
              <a:gd name="T20" fmla="*/ 74 w 214"/>
              <a:gd name="T21" fmla="*/ 161 h 256"/>
              <a:gd name="T22" fmla="*/ 10 w 214"/>
              <a:gd name="T23" fmla="*/ 175 h 256"/>
              <a:gd name="T24" fmla="*/ 85 w 214"/>
              <a:gd name="T25" fmla="*/ 122 h 256"/>
              <a:gd name="T26" fmla="*/ 0 w 214"/>
              <a:gd name="T27" fmla="*/ 173 h 256"/>
              <a:gd name="T28" fmla="*/ 7 w 214"/>
              <a:gd name="T29" fmla="*/ 186 h 256"/>
              <a:gd name="T30" fmla="*/ 11 w 214"/>
              <a:gd name="T31" fmla="*/ 188 h 256"/>
              <a:gd name="T32" fmla="*/ 81 w 214"/>
              <a:gd name="T33" fmla="*/ 165 h 256"/>
              <a:gd name="T34" fmla="*/ 97 w 214"/>
              <a:gd name="T35" fmla="*/ 143 h 256"/>
              <a:gd name="T36" fmla="*/ 162 w 214"/>
              <a:gd name="T37" fmla="*/ 127 h 256"/>
              <a:gd name="T38" fmla="*/ 143 w 214"/>
              <a:gd name="T39" fmla="*/ 130 h 256"/>
              <a:gd name="T40" fmla="*/ 127 w 214"/>
              <a:gd name="T41" fmla="*/ 130 h 256"/>
              <a:gd name="T42" fmla="*/ 143 w 214"/>
              <a:gd name="T43" fmla="*/ 138 h 256"/>
              <a:gd name="T44" fmla="*/ 205 w 214"/>
              <a:gd name="T45" fmla="*/ 178 h 256"/>
              <a:gd name="T46" fmla="*/ 123 w 214"/>
              <a:gd name="T47" fmla="*/ 137 h 256"/>
              <a:gd name="T48" fmla="*/ 202 w 214"/>
              <a:gd name="T49" fmla="*/ 191 h 256"/>
              <a:gd name="T50" fmla="*/ 207 w 214"/>
              <a:gd name="T51" fmla="*/ 190 h 256"/>
              <a:gd name="T52" fmla="*/ 212 w 214"/>
              <a:gd name="T53" fmla="*/ 175 h 256"/>
              <a:gd name="T54" fmla="*/ 92 w 214"/>
              <a:gd name="T55" fmla="*/ 120 h 256"/>
              <a:gd name="T56" fmla="*/ 124 w 214"/>
              <a:gd name="T57" fmla="*/ 120 h 256"/>
              <a:gd name="T58" fmla="*/ 108 w 214"/>
              <a:gd name="T59" fmla="*/ 128 h 256"/>
              <a:gd name="T60" fmla="*/ 108 w 214"/>
              <a:gd name="T61" fmla="*/ 112 h 256"/>
              <a:gd name="T62" fmla="*/ 108 w 214"/>
              <a:gd name="T63" fmla="*/ 128 h 256"/>
              <a:gd name="T64" fmla="*/ 114 w 214"/>
              <a:gd name="T65" fmla="*/ 148 h 256"/>
              <a:gd name="T66" fmla="*/ 98 w 214"/>
              <a:gd name="T67" fmla="*/ 148 h 256"/>
              <a:gd name="T68" fmla="*/ 84 w 214"/>
              <a:gd name="T69" fmla="*/ 255 h 256"/>
              <a:gd name="T70" fmla="*/ 103 w 214"/>
              <a:gd name="T71" fmla="*/ 157 h 256"/>
              <a:gd name="T72" fmla="*/ 125 w 214"/>
              <a:gd name="T73" fmla="*/ 256 h 256"/>
              <a:gd name="T74" fmla="*/ 120 w 214"/>
              <a:gd name="T75" fmla="*/ 1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4" h="256">
                <a:moveTo>
                  <a:pt x="96" y="86"/>
                </a:moveTo>
                <a:cubicBezTo>
                  <a:pt x="96" y="100"/>
                  <a:pt x="96" y="100"/>
                  <a:pt x="96" y="100"/>
                </a:cubicBezTo>
                <a:cubicBezTo>
                  <a:pt x="104" y="100"/>
                  <a:pt x="104" y="100"/>
                  <a:pt x="104" y="100"/>
                </a:cubicBezTo>
                <a:cubicBezTo>
                  <a:pt x="104" y="84"/>
                  <a:pt x="104" y="84"/>
                  <a:pt x="104" y="84"/>
                </a:cubicBezTo>
                <a:cubicBezTo>
                  <a:pt x="104" y="83"/>
                  <a:pt x="104" y="82"/>
                  <a:pt x="103" y="81"/>
                </a:cubicBezTo>
                <a:cubicBezTo>
                  <a:pt x="92" y="71"/>
                  <a:pt x="92" y="71"/>
                  <a:pt x="92" y="71"/>
                </a:cubicBezTo>
                <a:cubicBezTo>
                  <a:pt x="107" y="8"/>
                  <a:pt x="107" y="8"/>
                  <a:pt x="107" y="8"/>
                </a:cubicBezTo>
                <a:cubicBezTo>
                  <a:pt x="112" y="8"/>
                  <a:pt x="112" y="8"/>
                  <a:pt x="112" y="8"/>
                </a:cubicBezTo>
                <a:cubicBezTo>
                  <a:pt x="112" y="100"/>
                  <a:pt x="112" y="100"/>
                  <a:pt x="112" y="100"/>
                </a:cubicBezTo>
                <a:cubicBezTo>
                  <a:pt x="120" y="100"/>
                  <a:pt x="120" y="100"/>
                  <a:pt x="120" y="100"/>
                </a:cubicBezTo>
                <a:cubicBezTo>
                  <a:pt x="120" y="4"/>
                  <a:pt x="120" y="4"/>
                  <a:pt x="120" y="4"/>
                </a:cubicBezTo>
                <a:cubicBezTo>
                  <a:pt x="120" y="2"/>
                  <a:pt x="118" y="0"/>
                  <a:pt x="116" y="0"/>
                </a:cubicBezTo>
                <a:cubicBezTo>
                  <a:pt x="104" y="0"/>
                  <a:pt x="104" y="0"/>
                  <a:pt x="104" y="0"/>
                </a:cubicBezTo>
                <a:cubicBezTo>
                  <a:pt x="102" y="0"/>
                  <a:pt x="101" y="1"/>
                  <a:pt x="100" y="3"/>
                </a:cubicBezTo>
                <a:cubicBezTo>
                  <a:pt x="84" y="71"/>
                  <a:pt x="84" y="71"/>
                  <a:pt x="84" y="71"/>
                </a:cubicBezTo>
                <a:cubicBezTo>
                  <a:pt x="84" y="72"/>
                  <a:pt x="84" y="74"/>
                  <a:pt x="85" y="75"/>
                </a:cubicBezTo>
                <a:lnTo>
                  <a:pt x="96" y="86"/>
                </a:lnTo>
                <a:close/>
                <a:moveTo>
                  <a:pt x="97" y="143"/>
                </a:moveTo>
                <a:cubicBezTo>
                  <a:pt x="93" y="136"/>
                  <a:pt x="93" y="136"/>
                  <a:pt x="93" y="136"/>
                </a:cubicBezTo>
                <a:cubicBezTo>
                  <a:pt x="80" y="144"/>
                  <a:pt x="80" y="144"/>
                  <a:pt x="80" y="144"/>
                </a:cubicBezTo>
                <a:cubicBezTo>
                  <a:pt x="79" y="145"/>
                  <a:pt x="78" y="146"/>
                  <a:pt x="78" y="147"/>
                </a:cubicBezTo>
                <a:cubicBezTo>
                  <a:pt x="74" y="161"/>
                  <a:pt x="74" y="161"/>
                  <a:pt x="74" y="161"/>
                </a:cubicBezTo>
                <a:cubicBezTo>
                  <a:pt x="12" y="179"/>
                  <a:pt x="12" y="179"/>
                  <a:pt x="12" y="179"/>
                </a:cubicBezTo>
                <a:cubicBezTo>
                  <a:pt x="10" y="175"/>
                  <a:pt x="10" y="175"/>
                  <a:pt x="10" y="175"/>
                </a:cubicBezTo>
                <a:cubicBezTo>
                  <a:pt x="89" y="129"/>
                  <a:pt x="89" y="129"/>
                  <a:pt x="89" y="129"/>
                </a:cubicBezTo>
                <a:cubicBezTo>
                  <a:pt x="85" y="122"/>
                  <a:pt x="85" y="122"/>
                  <a:pt x="85" y="122"/>
                </a:cubicBezTo>
                <a:cubicBezTo>
                  <a:pt x="2" y="170"/>
                  <a:pt x="2" y="170"/>
                  <a:pt x="2" y="170"/>
                </a:cubicBezTo>
                <a:cubicBezTo>
                  <a:pt x="1" y="171"/>
                  <a:pt x="1" y="172"/>
                  <a:pt x="0" y="173"/>
                </a:cubicBezTo>
                <a:cubicBezTo>
                  <a:pt x="0" y="174"/>
                  <a:pt x="0" y="175"/>
                  <a:pt x="1" y="176"/>
                </a:cubicBezTo>
                <a:cubicBezTo>
                  <a:pt x="7" y="186"/>
                  <a:pt x="7" y="186"/>
                  <a:pt x="7" y="186"/>
                </a:cubicBezTo>
                <a:cubicBezTo>
                  <a:pt x="8" y="187"/>
                  <a:pt x="9" y="188"/>
                  <a:pt x="10" y="188"/>
                </a:cubicBezTo>
                <a:cubicBezTo>
                  <a:pt x="11" y="188"/>
                  <a:pt x="11" y="188"/>
                  <a:pt x="11" y="188"/>
                </a:cubicBezTo>
                <a:cubicBezTo>
                  <a:pt x="78" y="168"/>
                  <a:pt x="78" y="168"/>
                  <a:pt x="78" y="168"/>
                </a:cubicBezTo>
                <a:cubicBezTo>
                  <a:pt x="80" y="167"/>
                  <a:pt x="81" y="166"/>
                  <a:pt x="81" y="165"/>
                </a:cubicBezTo>
                <a:cubicBezTo>
                  <a:pt x="85" y="150"/>
                  <a:pt x="85" y="150"/>
                  <a:pt x="85" y="150"/>
                </a:cubicBezTo>
                <a:lnTo>
                  <a:pt x="97" y="143"/>
                </a:lnTo>
                <a:close/>
                <a:moveTo>
                  <a:pt x="212" y="175"/>
                </a:moveTo>
                <a:cubicBezTo>
                  <a:pt x="162" y="127"/>
                  <a:pt x="162" y="127"/>
                  <a:pt x="162" y="127"/>
                </a:cubicBezTo>
                <a:cubicBezTo>
                  <a:pt x="161" y="126"/>
                  <a:pt x="159" y="126"/>
                  <a:pt x="158" y="126"/>
                </a:cubicBezTo>
                <a:cubicBezTo>
                  <a:pt x="143" y="130"/>
                  <a:pt x="143" y="130"/>
                  <a:pt x="143" y="130"/>
                </a:cubicBezTo>
                <a:cubicBezTo>
                  <a:pt x="131" y="123"/>
                  <a:pt x="131" y="123"/>
                  <a:pt x="131" y="123"/>
                </a:cubicBezTo>
                <a:cubicBezTo>
                  <a:pt x="127" y="130"/>
                  <a:pt x="127" y="130"/>
                  <a:pt x="127" y="130"/>
                </a:cubicBezTo>
                <a:cubicBezTo>
                  <a:pt x="140" y="138"/>
                  <a:pt x="140" y="138"/>
                  <a:pt x="140" y="138"/>
                </a:cubicBezTo>
                <a:cubicBezTo>
                  <a:pt x="141" y="138"/>
                  <a:pt x="142" y="138"/>
                  <a:pt x="143" y="138"/>
                </a:cubicBezTo>
                <a:cubicBezTo>
                  <a:pt x="158" y="134"/>
                  <a:pt x="158" y="134"/>
                  <a:pt x="158" y="134"/>
                </a:cubicBezTo>
                <a:cubicBezTo>
                  <a:pt x="205" y="178"/>
                  <a:pt x="205" y="178"/>
                  <a:pt x="205" y="178"/>
                </a:cubicBezTo>
                <a:cubicBezTo>
                  <a:pt x="202" y="183"/>
                  <a:pt x="202" y="183"/>
                  <a:pt x="202" y="183"/>
                </a:cubicBezTo>
                <a:cubicBezTo>
                  <a:pt x="123" y="137"/>
                  <a:pt x="123" y="137"/>
                  <a:pt x="123" y="137"/>
                </a:cubicBezTo>
                <a:cubicBezTo>
                  <a:pt x="119" y="143"/>
                  <a:pt x="119" y="143"/>
                  <a:pt x="119" y="143"/>
                </a:cubicBezTo>
                <a:cubicBezTo>
                  <a:pt x="202" y="191"/>
                  <a:pt x="202" y="191"/>
                  <a:pt x="202" y="191"/>
                </a:cubicBezTo>
                <a:cubicBezTo>
                  <a:pt x="202" y="192"/>
                  <a:pt x="203" y="192"/>
                  <a:pt x="204" y="192"/>
                </a:cubicBezTo>
                <a:cubicBezTo>
                  <a:pt x="205" y="192"/>
                  <a:pt x="206" y="191"/>
                  <a:pt x="207" y="190"/>
                </a:cubicBezTo>
                <a:cubicBezTo>
                  <a:pt x="213" y="180"/>
                  <a:pt x="213" y="180"/>
                  <a:pt x="213" y="180"/>
                </a:cubicBezTo>
                <a:cubicBezTo>
                  <a:pt x="214" y="178"/>
                  <a:pt x="214" y="176"/>
                  <a:pt x="212" y="175"/>
                </a:cubicBezTo>
                <a:close/>
                <a:moveTo>
                  <a:pt x="108" y="104"/>
                </a:moveTo>
                <a:cubicBezTo>
                  <a:pt x="99" y="104"/>
                  <a:pt x="92" y="111"/>
                  <a:pt x="92" y="120"/>
                </a:cubicBezTo>
                <a:cubicBezTo>
                  <a:pt x="92" y="129"/>
                  <a:pt x="99" y="136"/>
                  <a:pt x="108" y="136"/>
                </a:cubicBezTo>
                <a:cubicBezTo>
                  <a:pt x="117" y="136"/>
                  <a:pt x="124" y="129"/>
                  <a:pt x="124" y="120"/>
                </a:cubicBezTo>
                <a:cubicBezTo>
                  <a:pt x="124" y="111"/>
                  <a:pt x="117" y="104"/>
                  <a:pt x="108" y="104"/>
                </a:cubicBezTo>
                <a:close/>
                <a:moveTo>
                  <a:pt x="108" y="128"/>
                </a:moveTo>
                <a:cubicBezTo>
                  <a:pt x="104" y="128"/>
                  <a:pt x="100" y="124"/>
                  <a:pt x="100" y="120"/>
                </a:cubicBezTo>
                <a:cubicBezTo>
                  <a:pt x="100" y="116"/>
                  <a:pt x="104" y="112"/>
                  <a:pt x="108" y="112"/>
                </a:cubicBezTo>
                <a:cubicBezTo>
                  <a:pt x="112" y="112"/>
                  <a:pt x="116" y="116"/>
                  <a:pt x="116" y="120"/>
                </a:cubicBezTo>
                <a:cubicBezTo>
                  <a:pt x="116" y="124"/>
                  <a:pt x="112" y="128"/>
                  <a:pt x="108" y="128"/>
                </a:cubicBezTo>
                <a:close/>
                <a:moveTo>
                  <a:pt x="118" y="148"/>
                </a:moveTo>
                <a:cubicBezTo>
                  <a:pt x="117" y="148"/>
                  <a:pt x="115" y="148"/>
                  <a:pt x="114" y="148"/>
                </a:cubicBezTo>
                <a:cubicBezTo>
                  <a:pt x="114" y="148"/>
                  <a:pt x="108" y="151"/>
                  <a:pt x="102" y="148"/>
                </a:cubicBezTo>
                <a:cubicBezTo>
                  <a:pt x="101" y="148"/>
                  <a:pt x="99" y="148"/>
                  <a:pt x="98" y="148"/>
                </a:cubicBezTo>
                <a:cubicBezTo>
                  <a:pt x="97" y="149"/>
                  <a:pt x="96" y="150"/>
                  <a:pt x="96" y="152"/>
                </a:cubicBezTo>
                <a:cubicBezTo>
                  <a:pt x="84" y="255"/>
                  <a:pt x="84" y="255"/>
                  <a:pt x="84" y="255"/>
                </a:cubicBezTo>
                <a:cubicBezTo>
                  <a:pt x="91" y="256"/>
                  <a:pt x="91" y="256"/>
                  <a:pt x="91" y="256"/>
                </a:cubicBezTo>
                <a:cubicBezTo>
                  <a:pt x="103" y="157"/>
                  <a:pt x="103" y="157"/>
                  <a:pt x="103" y="157"/>
                </a:cubicBezTo>
                <a:cubicBezTo>
                  <a:pt x="107" y="158"/>
                  <a:pt x="110" y="158"/>
                  <a:pt x="113" y="157"/>
                </a:cubicBezTo>
                <a:cubicBezTo>
                  <a:pt x="125" y="256"/>
                  <a:pt x="125" y="256"/>
                  <a:pt x="125" y="256"/>
                </a:cubicBezTo>
                <a:cubicBezTo>
                  <a:pt x="132" y="255"/>
                  <a:pt x="132" y="255"/>
                  <a:pt x="132" y="255"/>
                </a:cubicBezTo>
                <a:cubicBezTo>
                  <a:pt x="120" y="152"/>
                  <a:pt x="120" y="152"/>
                  <a:pt x="120" y="152"/>
                </a:cubicBezTo>
                <a:cubicBezTo>
                  <a:pt x="120" y="150"/>
                  <a:pt x="119" y="149"/>
                  <a:pt x="118" y="14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00" name="Freeform 101">
            <a:extLst>
              <a:ext uri="{FF2B5EF4-FFF2-40B4-BE49-F238E27FC236}">
                <a16:creationId xmlns:a16="http://schemas.microsoft.com/office/drawing/2014/main" id="{87800FDE-6E02-48D3-8F2C-5B8511929362}"/>
              </a:ext>
            </a:extLst>
          </p:cNvPr>
          <p:cNvSpPr>
            <a:spLocks noChangeAspect="1" noEditPoints="1"/>
          </p:cNvSpPr>
          <p:nvPr/>
        </p:nvSpPr>
        <p:spPr bwMode="auto">
          <a:xfrm>
            <a:off x="9281902" y="2423026"/>
            <a:ext cx="400050" cy="400050"/>
          </a:xfrm>
          <a:custGeom>
            <a:avLst/>
            <a:gdLst>
              <a:gd name="T0" fmla="*/ 12 w 256"/>
              <a:gd name="T1" fmla="*/ 44 h 256"/>
              <a:gd name="T2" fmla="*/ 0 w 256"/>
              <a:gd name="T3" fmla="*/ 256 h 256"/>
              <a:gd name="T4" fmla="*/ 16 w 256"/>
              <a:gd name="T5" fmla="*/ 52 h 256"/>
              <a:gd name="T6" fmla="*/ 45 w 256"/>
              <a:gd name="T7" fmla="*/ 68 h 256"/>
              <a:gd name="T8" fmla="*/ 24 w 256"/>
              <a:gd name="T9" fmla="*/ 76 h 256"/>
              <a:gd name="T10" fmla="*/ 46 w 256"/>
              <a:gd name="T11" fmla="*/ 92 h 256"/>
              <a:gd name="T12" fmla="*/ 24 w 256"/>
              <a:gd name="T13" fmla="*/ 100 h 256"/>
              <a:gd name="T14" fmla="*/ 52 w 256"/>
              <a:gd name="T15" fmla="*/ 256 h 256"/>
              <a:gd name="T16" fmla="*/ 52 w 256"/>
              <a:gd name="T17" fmla="*/ 48 h 256"/>
              <a:gd name="T18" fmla="*/ 252 w 256"/>
              <a:gd name="T19" fmla="*/ 116 h 256"/>
              <a:gd name="T20" fmla="*/ 234 w 256"/>
              <a:gd name="T21" fmla="*/ 117 h 256"/>
              <a:gd name="T22" fmla="*/ 188 w 256"/>
              <a:gd name="T23" fmla="*/ 120 h 256"/>
              <a:gd name="T24" fmla="*/ 168 w 256"/>
              <a:gd name="T25" fmla="*/ 116 h 256"/>
              <a:gd name="T26" fmla="*/ 120 w 256"/>
              <a:gd name="T27" fmla="*/ 152 h 256"/>
              <a:gd name="T28" fmla="*/ 116 w 256"/>
              <a:gd name="T29" fmla="*/ 116 h 256"/>
              <a:gd name="T30" fmla="*/ 98 w 256"/>
              <a:gd name="T31" fmla="*/ 117 h 256"/>
              <a:gd name="T32" fmla="*/ 67 w 256"/>
              <a:gd name="T33" fmla="*/ 150 h 256"/>
              <a:gd name="T34" fmla="*/ 112 w 256"/>
              <a:gd name="T35" fmla="*/ 124 h 256"/>
              <a:gd name="T36" fmla="*/ 120 w 256"/>
              <a:gd name="T37" fmla="*/ 180 h 256"/>
              <a:gd name="T38" fmla="*/ 169 w 256"/>
              <a:gd name="T39" fmla="*/ 124 h 256"/>
              <a:gd name="T40" fmla="*/ 180 w 256"/>
              <a:gd name="T41" fmla="*/ 180 h 256"/>
              <a:gd name="T42" fmla="*/ 188 w 256"/>
              <a:gd name="T43" fmla="*/ 162 h 256"/>
              <a:gd name="T44" fmla="*/ 248 w 256"/>
              <a:gd name="T45" fmla="*/ 124 h 256"/>
              <a:gd name="T46" fmla="*/ 256 w 256"/>
              <a:gd name="T47" fmla="*/ 256 h 256"/>
              <a:gd name="T48" fmla="*/ 252 w 256"/>
              <a:gd name="T49" fmla="*/ 116 h 256"/>
              <a:gd name="T50" fmla="*/ 128 w 256"/>
              <a:gd name="T51" fmla="*/ 256 h 256"/>
              <a:gd name="T52" fmla="*/ 168 w 256"/>
              <a:gd name="T53" fmla="*/ 224 h 256"/>
              <a:gd name="T54" fmla="*/ 176 w 256"/>
              <a:gd name="T55" fmla="*/ 256 h 256"/>
              <a:gd name="T56" fmla="*/ 120 w 256"/>
              <a:gd name="T57" fmla="*/ 216 h 256"/>
              <a:gd name="T58" fmla="*/ 66 w 256"/>
              <a:gd name="T59" fmla="*/ 26 h 256"/>
              <a:gd name="T60" fmla="*/ 60 w 256"/>
              <a:gd name="T61" fmla="*/ 18 h 256"/>
              <a:gd name="T62" fmla="*/ 101 w 256"/>
              <a:gd name="T63" fmla="*/ 20 h 256"/>
              <a:gd name="T64" fmla="*/ 107 w 256"/>
              <a:gd name="T65" fmla="*/ 20 h 256"/>
              <a:gd name="T66" fmla="*/ 175 w 256"/>
              <a:gd name="T67" fmla="*/ 20 h 256"/>
              <a:gd name="T68" fmla="*/ 220 w 256"/>
              <a:gd name="T69" fmla="*/ 36 h 256"/>
              <a:gd name="T70" fmla="*/ 220 w 256"/>
              <a:gd name="T71" fmla="*/ 28 h 256"/>
              <a:gd name="T72" fmla="*/ 142 w 256"/>
              <a:gd name="T73" fmla="*/ 0 h 256"/>
              <a:gd name="T74" fmla="*/ 80 w 256"/>
              <a:gd name="T75" fmla="*/ 0 h 256"/>
              <a:gd name="T76" fmla="*/ 53 w 256"/>
              <a:gd name="T77" fmla="*/ 16 h 256"/>
              <a:gd name="T78" fmla="*/ 27 w 256"/>
              <a:gd name="T79" fmla="*/ 30 h 256"/>
              <a:gd name="T80" fmla="*/ 30 w 256"/>
              <a:gd name="T81" fmla="*/ 36 h 256"/>
              <a:gd name="T82" fmla="*/ 50 w 256"/>
              <a:gd name="T83" fmla="*/ 24 h 256"/>
              <a:gd name="T84" fmla="*/ 66 w 256"/>
              <a:gd name="T85" fmla="*/ 26 h 256"/>
              <a:gd name="T86" fmla="*/ 71 w 256"/>
              <a:gd name="T87" fmla="*/ 43 h 256"/>
              <a:gd name="T88" fmla="*/ 65 w 256"/>
              <a:gd name="T89" fmla="*/ 58 h 256"/>
              <a:gd name="T90" fmla="*/ 71 w 256"/>
              <a:gd name="T91" fmla="*/ 58 h 256"/>
              <a:gd name="T92" fmla="*/ 104 w 256"/>
              <a:gd name="T93" fmla="*/ 72 h 256"/>
              <a:gd name="T94" fmla="*/ 172 w 256"/>
              <a:gd name="T95" fmla="*/ 72 h 256"/>
              <a:gd name="T96" fmla="*/ 172 w 256"/>
              <a:gd name="T97" fmla="*/ 64 h 256"/>
              <a:gd name="T98" fmla="*/ 137 w 256"/>
              <a:gd name="T99" fmla="*/ 50 h 256"/>
              <a:gd name="T100" fmla="*/ 130 w 256"/>
              <a:gd name="T101" fmla="*/ 47 h 256"/>
              <a:gd name="T102" fmla="*/ 78 w 256"/>
              <a:gd name="T103" fmla="*/ 47 h 256"/>
              <a:gd name="T104" fmla="*/ 76 w 256"/>
              <a:gd name="T105" fmla="*/ 4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48" y="44"/>
                </a:moveTo>
                <a:cubicBezTo>
                  <a:pt x="12" y="44"/>
                  <a:pt x="12" y="44"/>
                  <a:pt x="12" y="44"/>
                </a:cubicBezTo>
                <a:cubicBezTo>
                  <a:pt x="10" y="44"/>
                  <a:pt x="8" y="46"/>
                  <a:pt x="8" y="48"/>
                </a:cubicBezTo>
                <a:cubicBezTo>
                  <a:pt x="0" y="256"/>
                  <a:pt x="0" y="256"/>
                  <a:pt x="0" y="256"/>
                </a:cubicBezTo>
                <a:cubicBezTo>
                  <a:pt x="8" y="256"/>
                  <a:pt x="8" y="256"/>
                  <a:pt x="8" y="256"/>
                </a:cubicBezTo>
                <a:cubicBezTo>
                  <a:pt x="16" y="52"/>
                  <a:pt x="16" y="52"/>
                  <a:pt x="16" y="52"/>
                </a:cubicBezTo>
                <a:cubicBezTo>
                  <a:pt x="44" y="52"/>
                  <a:pt x="44" y="52"/>
                  <a:pt x="44" y="52"/>
                </a:cubicBezTo>
                <a:cubicBezTo>
                  <a:pt x="45" y="68"/>
                  <a:pt x="45" y="68"/>
                  <a:pt x="45" y="68"/>
                </a:cubicBezTo>
                <a:cubicBezTo>
                  <a:pt x="24" y="68"/>
                  <a:pt x="24" y="68"/>
                  <a:pt x="24" y="68"/>
                </a:cubicBezTo>
                <a:cubicBezTo>
                  <a:pt x="24" y="76"/>
                  <a:pt x="24" y="76"/>
                  <a:pt x="24" y="76"/>
                </a:cubicBezTo>
                <a:cubicBezTo>
                  <a:pt x="45" y="76"/>
                  <a:pt x="45" y="76"/>
                  <a:pt x="45" y="76"/>
                </a:cubicBezTo>
                <a:cubicBezTo>
                  <a:pt x="46" y="92"/>
                  <a:pt x="46" y="92"/>
                  <a:pt x="46" y="92"/>
                </a:cubicBezTo>
                <a:cubicBezTo>
                  <a:pt x="24" y="92"/>
                  <a:pt x="24" y="92"/>
                  <a:pt x="24" y="92"/>
                </a:cubicBezTo>
                <a:cubicBezTo>
                  <a:pt x="24" y="100"/>
                  <a:pt x="24" y="100"/>
                  <a:pt x="24" y="100"/>
                </a:cubicBezTo>
                <a:cubicBezTo>
                  <a:pt x="46" y="100"/>
                  <a:pt x="46" y="100"/>
                  <a:pt x="46" y="100"/>
                </a:cubicBezTo>
                <a:cubicBezTo>
                  <a:pt x="52" y="256"/>
                  <a:pt x="52" y="256"/>
                  <a:pt x="52" y="256"/>
                </a:cubicBezTo>
                <a:cubicBezTo>
                  <a:pt x="60" y="256"/>
                  <a:pt x="60" y="256"/>
                  <a:pt x="60" y="256"/>
                </a:cubicBezTo>
                <a:cubicBezTo>
                  <a:pt x="52" y="48"/>
                  <a:pt x="52" y="48"/>
                  <a:pt x="52" y="48"/>
                </a:cubicBezTo>
                <a:cubicBezTo>
                  <a:pt x="52" y="46"/>
                  <a:pt x="50" y="44"/>
                  <a:pt x="48" y="44"/>
                </a:cubicBezTo>
                <a:close/>
                <a:moveTo>
                  <a:pt x="252" y="116"/>
                </a:moveTo>
                <a:cubicBezTo>
                  <a:pt x="236" y="116"/>
                  <a:pt x="236" y="116"/>
                  <a:pt x="236" y="116"/>
                </a:cubicBezTo>
                <a:cubicBezTo>
                  <a:pt x="235" y="116"/>
                  <a:pt x="234" y="116"/>
                  <a:pt x="234" y="117"/>
                </a:cubicBezTo>
                <a:cubicBezTo>
                  <a:pt x="188" y="152"/>
                  <a:pt x="188" y="152"/>
                  <a:pt x="188" y="152"/>
                </a:cubicBezTo>
                <a:cubicBezTo>
                  <a:pt x="188" y="120"/>
                  <a:pt x="188" y="120"/>
                  <a:pt x="188" y="120"/>
                </a:cubicBezTo>
                <a:cubicBezTo>
                  <a:pt x="188" y="118"/>
                  <a:pt x="186" y="116"/>
                  <a:pt x="184" y="116"/>
                </a:cubicBezTo>
                <a:cubicBezTo>
                  <a:pt x="168" y="116"/>
                  <a:pt x="168" y="116"/>
                  <a:pt x="168" y="116"/>
                </a:cubicBezTo>
                <a:cubicBezTo>
                  <a:pt x="167" y="116"/>
                  <a:pt x="166" y="116"/>
                  <a:pt x="166" y="117"/>
                </a:cubicBezTo>
                <a:cubicBezTo>
                  <a:pt x="120" y="152"/>
                  <a:pt x="120" y="152"/>
                  <a:pt x="120" y="152"/>
                </a:cubicBezTo>
                <a:cubicBezTo>
                  <a:pt x="120" y="120"/>
                  <a:pt x="120" y="120"/>
                  <a:pt x="120" y="120"/>
                </a:cubicBezTo>
                <a:cubicBezTo>
                  <a:pt x="120" y="118"/>
                  <a:pt x="118" y="116"/>
                  <a:pt x="116" y="116"/>
                </a:cubicBezTo>
                <a:cubicBezTo>
                  <a:pt x="100" y="116"/>
                  <a:pt x="100" y="116"/>
                  <a:pt x="100" y="116"/>
                </a:cubicBezTo>
                <a:cubicBezTo>
                  <a:pt x="99" y="116"/>
                  <a:pt x="98" y="116"/>
                  <a:pt x="98" y="117"/>
                </a:cubicBezTo>
                <a:cubicBezTo>
                  <a:pt x="62" y="143"/>
                  <a:pt x="62" y="143"/>
                  <a:pt x="62" y="143"/>
                </a:cubicBezTo>
                <a:cubicBezTo>
                  <a:pt x="67" y="150"/>
                  <a:pt x="67" y="150"/>
                  <a:pt x="67" y="150"/>
                </a:cubicBezTo>
                <a:cubicBezTo>
                  <a:pt x="101" y="124"/>
                  <a:pt x="101" y="124"/>
                  <a:pt x="101" y="124"/>
                </a:cubicBezTo>
                <a:cubicBezTo>
                  <a:pt x="112" y="124"/>
                  <a:pt x="112" y="124"/>
                  <a:pt x="112" y="124"/>
                </a:cubicBezTo>
                <a:cubicBezTo>
                  <a:pt x="112" y="180"/>
                  <a:pt x="112" y="180"/>
                  <a:pt x="112" y="180"/>
                </a:cubicBezTo>
                <a:cubicBezTo>
                  <a:pt x="120" y="180"/>
                  <a:pt x="120" y="180"/>
                  <a:pt x="120" y="180"/>
                </a:cubicBezTo>
                <a:cubicBezTo>
                  <a:pt x="120" y="162"/>
                  <a:pt x="120" y="162"/>
                  <a:pt x="120" y="162"/>
                </a:cubicBezTo>
                <a:cubicBezTo>
                  <a:pt x="169" y="124"/>
                  <a:pt x="169" y="124"/>
                  <a:pt x="169" y="124"/>
                </a:cubicBezTo>
                <a:cubicBezTo>
                  <a:pt x="180" y="124"/>
                  <a:pt x="180" y="124"/>
                  <a:pt x="180" y="124"/>
                </a:cubicBezTo>
                <a:cubicBezTo>
                  <a:pt x="180" y="180"/>
                  <a:pt x="180" y="180"/>
                  <a:pt x="180" y="180"/>
                </a:cubicBezTo>
                <a:cubicBezTo>
                  <a:pt x="188" y="180"/>
                  <a:pt x="188" y="180"/>
                  <a:pt x="188" y="180"/>
                </a:cubicBezTo>
                <a:cubicBezTo>
                  <a:pt x="188" y="162"/>
                  <a:pt x="188" y="162"/>
                  <a:pt x="188" y="162"/>
                </a:cubicBezTo>
                <a:cubicBezTo>
                  <a:pt x="237" y="124"/>
                  <a:pt x="237" y="124"/>
                  <a:pt x="237" y="124"/>
                </a:cubicBezTo>
                <a:cubicBezTo>
                  <a:pt x="248" y="124"/>
                  <a:pt x="248" y="124"/>
                  <a:pt x="248" y="124"/>
                </a:cubicBezTo>
                <a:cubicBezTo>
                  <a:pt x="248" y="256"/>
                  <a:pt x="248" y="256"/>
                  <a:pt x="248" y="256"/>
                </a:cubicBezTo>
                <a:cubicBezTo>
                  <a:pt x="256" y="256"/>
                  <a:pt x="256" y="256"/>
                  <a:pt x="256" y="256"/>
                </a:cubicBezTo>
                <a:cubicBezTo>
                  <a:pt x="256" y="120"/>
                  <a:pt x="256" y="120"/>
                  <a:pt x="256" y="120"/>
                </a:cubicBezTo>
                <a:cubicBezTo>
                  <a:pt x="256" y="118"/>
                  <a:pt x="254" y="116"/>
                  <a:pt x="252" y="116"/>
                </a:cubicBezTo>
                <a:close/>
                <a:moveTo>
                  <a:pt x="120" y="256"/>
                </a:moveTo>
                <a:cubicBezTo>
                  <a:pt x="128" y="256"/>
                  <a:pt x="128" y="256"/>
                  <a:pt x="128" y="256"/>
                </a:cubicBezTo>
                <a:cubicBezTo>
                  <a:pt x="128" y="224"/>
                  <a:pt x="128" y="224"/>
                  <a:pt x="128" y="224"/>
                </a:cubicBezTo>
                <a:cubicBezTo>
                  <a:pt x="168" y="224"/>
                  <a:pt x="168" y="224"/>
                  <a:pt x="168" y="224"/>
                </a:cubicBezTo>
                <a:cubicBezTo>
                  <a:pt x="168" y="256"/>
                  <a:pt x="168" y="256"/>
                  <a:pt x="168" y="256"/>
                </a:cubicBezTo>
                <a:cubicBezTo>
                  <a:pt x="176" y="256"/>
                  <a:pt x="176" y="256"/>
                  <a:pt x="176" y="256"/>
                </a:cubicBezTo>
                <a:cubicBezTo>
                  <a:pt x="176" y="216"/>
                  <a:pt x="176" y="216"/>
                  <a:pt x="176" y="216"/>
                </a:cubicBezTo>
                <a:cubicBezTo>
                  <a:pt x="120" y="216"/>
                  <a:pt x="120" y="216"/>
                  <a:pt x="120" y="216"/>
                </a:cubicBezTo>
                <a:lnTo>
                  <a:pt x="120" y="256"/>
                </a:lnTo>
                <a:close/>
                <a:moveTo>
                  <a:pt x="66" y="26"/>
                </a:moveTo>
                <a:cubicBezTo>
                  <a:pt x="67" y="24"/>
                  <a:pt x="67" y="22"/>
                  <a:pt x="65" y="21"/>
                </a:cubicBezTo>
                <a:cubicBezTo>
                  <a:pt x="64" y="20"/>
                  <a:pt x="62" y="19"/>
                  <a:pt x="60" y="18"/>
                </a:cubicBezTo>
                <a:cubicBezTo>
                  <a:pt x="65" y="12"/>
                  <a:pt x="72" y="8"/>
                  <a:pt x="80" y="8"/>
                </a:cubicBezTo>
                <a:cubicBezTo>
                  <a:pt x="88" y="8"/>
                  <a:pt x="96" y="13"/>
                  <a:pt x="101" y="20"/>
                </a:cubicBezTo>
                <a:cubicBezTo>
                  <a:pt x="101" y="21"/>
                  <a:pt x="102" y="22"/>
                  <a:pt x="104" y="22"/>
                </a:cubicBezTo>
                <a:cubicBezTo>
                  <a:pt x="105" y="22"/>
                  <a:pt x="106" y="21"/>
                  <a:pt x="107" y="20"/>
                </a:cubicBezTo>
                <a:cubicBezTo>
                  <a:pt x="113" y="13"/>
                  <a:pt x="127" y="8"/>
                  <a:pt x="142" y="8"/>
                </a:cubicBezTo>
                <a:cubicBezTo>
                  <a:pt x="153" y="8"/>
                  <a:pt x="163" y="13"/>
                  <a:pt x="175" y="20"/>
                </a:cubicBezTo>
                <a:cubicBezTo>
                  <a:pt x="188" y="26"/>
                  <a:pt x="203" y="34"/>
                  <a:pt x="220" y="36"/>
                </a:cubicBezTo>
                <a:cubicBezTo>
                  <a:pt x="220" y="36"/>
                  <a:pt x="220" y="36"/>
                  <a:pt x="220" y="36"/>
                </a:cubicBezTo>
                <a:cubicBezTo>
                  <a:pt x="222" y="36"/>
                  <a:pt x="224" y="35"/>
                  <a:pt x="224" y="32"/>
                </a:cubicBezTo>
                <a:cubicBezTo>
                  <a:pt x="224" y="30"/>
                  <a:pt x="223" y="28"/>
                  <a:pt x="220" y="28"/>
                </a:cubicBezTo>
                <a:cubicBezTo>
                  <a:pt x="205" y="26"/>
                  <a:pt x="192" y="19"/>
                  <a:pt x="179" y="13"/>
                </a:cubicBezTo>
                <a:cubicBezTo>
                  <a:pt x="166" y="6"/>
                  <a:pt x="154" y="0"/>
                  <a:pt x="142" y="0"/>
                </a:cubicBezTo>
                <a:cubicBezTo>
                  <a:pt x="127" y="0"/>
                  <a:pt x="113" y="4"/>
                  <a:pt x="105" y="12"/>
                </a:cubicBezTo>
                <a:cubicBezTo>
                  <a:pt x="99" y="4"/>
                  <a:pt x="90" y="0"/>
                  <a:pt x="80" y="0"/>
                </a:cubicBezTo>
                <a:cubicBezTo>
                  <a:pt x="70" y="0"/>
                  <a:pt x="60" y="5"/>
                  <a:pt x="54" y="14"/>
                </a:cubicBezTo>
                <a:cubicBezTo>
                  <a:pt x="53" y="14"/>
                  <a:pt x="53" y="15"/>
                  <a:pt x="53" y="16"/>
                </a:cubicBezTo>
                <a:cubicBezTo>
                  <a:pt x="52" y="16"/>
                  <a:pt x="51" y="16"/>
                  <a:pt x="50" y="16"/>
                </a:cubicBezTo>
                <a:cubicBezTo>
                  <a:pt x="40" y="16"/>
                  <a:pt x="31" y="21"/>
                  <a:pt x="27" y="30"/>
                </a:cubicBezTo>
                <a:cubicBezTo>
                  <a:pt x="26" y="32"/>
                  <a:pt x="27" y="35"/>
                  <a:pt x="29" y="36"/>
                </a:cubicBezTo>
                <a:cubicBezTo>
                  <a:pt x="29" y="36"/>
                  <a:pt x="30" y="36"/>
                  <a:pt x="30" y="36"/>
                </a:cubicBezTo>
                <a:cubicBezTo>
                  <a:pt x="32" y="36"/>
                  <a:pt x="33" y="35"/>
                  <a:pt x="34" y="34"/>
                </a:cubicBezTo>
                <a:cubicBezTo>
                  <a:pt x="37" y="28"/>
                  <a:pt x="43" y="24"/>
                  <a:pt x="50" y="24"/>
                </a:cubicBezTo>
                <a:cubicBezTo>
                  <a:pt x="54" y="24"/>
                  <a:pt x="57" y="25"/>
                  <a:pt x="60" y="27"/>
                </a:cubicBezTo>
                <a:cubicBezTo>
                  <a:pt x="62" y="29"/>
                  <a:pt x="65" y="28"/>
                  <a:pt x="66" y="26"/>
                </a:cubicBezTo>
                <a:close/>
                <a:moveTo>
                  <a:pt x="76" y="40"/>
                </a:moveTo>
                <a:cubicBezTo>
                  <a:pt x="74" y="40"/>
                  <a:pt x="72" y="41"/>
                  <a:pt x="71" y="43"/>
                </a:cubicBezTo>
                <a:cubicBezTo>
                  <a:pt x="70" y="46"/>
                  <a:pt x="68" y="50"/>
                  <a:pt x="65" y="52"/>
                </a:cubicBezTo>
                <a:cubicBezTo>
                  <a:pt x="64" y="53"/>
                  <a:pt x="64" y="56"/>
                  <a:pt x="65" y="58"/>
                </a:cubicBezTo>
                <a:cubicBezTo>
                  <a:pt x="66" y="58"/>
                  <a:pt x="67" y="59"/>
                  <a:pt x="68" y="59"/>
                </a:cubicBezTo>
                <a:cubicBezTo>
                  <a:pt x="69" y="59"/>
                  <a:pt x="70" y="59"/>
                  <a:pt x="71" y="58"/>
                </a:cubicBezTo>
                <a:cubicBezTo>
                  <a:pt x="72" y="57"/>
                  <a:pt x="73" y="56"/>
                  <a:pt x="74" y="55"/>
                </a:cubicBezTo>
                <a:cubicBezTo>
                  <a:pt x="80" y="66"/>
                  <a:pt x="91" y="72"/>
                  <a:pt x="104" y="72"/>
                </a:cubicBezTo>
                <a:cubicBezTo>
                  <a:pt x="116" y="72"/>
                  <a:pt x="126" y="66"/>
                  <a:pt x="133" y="57"/>
                </a:cubicBezTo>
                <a:cubicBezTo>
                  <a:pt x="142" y="66"/>
                  <a:pt x="157" y="72"/>
                  <a:pt x="172" y="72"/>
                </a:cubicBezTo>
                <a:cubicBezTo>
                  <a:pt x="174" y="72"/>
                  <a:pt x="176" y="70"/>
                  <a:pt x="176" y="68"/>
                </a:cubicBezTo>
                <a:cubicBezTo>
                  <a:pt x="176" y="66"/>
                  <a:pt x="174" y="64"/>
                  <a:pt x="172" y="64"/>
                </a:cubicBezTo>
                <a:cubicBezTo>
                  <a:pt x="158" y="64"/>
                  <a:pt x="144" y="59"/>
                  <a:pt x="137" y="50"/>
                </a:cubicBezTo>
                <a:cubicBezTo>
                  <a:pt x="137" y="50"/>
                  <a:pt x="137" y="50"/>
                  <a:pt x="137" y="50"/>
                </a:cubicBezTo>
                <a:cubicBezTo>
                  <a:pt x="138" y="47"/>
                  <a:pt x="137" y="45"/>
                  <a:pt x="135" y="44"/>
                </a:cubicBezTo>
                <a:cubicBezTo>
                  <a:pt x="133" y="43"/>
                  <a:pt x="131" y="44"/>
                  <a:pt x="130" y="47"/>
                </a:cubicBezTo>
                <a:cubicBezTo>
                  <a:pt x="126" y="57"/>
                  <a:pt x="115" y="64"/>
                  <a:pt x="104" y="64"/>
                </a:cubicBezTo>
                <a:cubicBezTo>
                  <a:pt x="93" y="64"/>
                  <a:pt x="83" y="57"/>
                  <a:pt x="78" y="47"/>
                </a:cubicBezTo>
                <a:cubicBezTo>
                  <a:pt x="79" y="46"/>
                  <a:pt x="79" y="46"/>
                  <a:pt x="79" y="45"/>
                </a:cubicBezTo>
                <a:cubicBezTo>
                  <a:pt x="80" y="43"/>
                  <a:pt x="78" y="41"/>
                  <a:pt x="76" y="4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98" name="Freeform 105">
            <a:extLst>
              <a:ext uri="{FF2B5EF4-FFF2-40B4-BE49-F238E27FC236}">
                <a16:creationId xmlns:a16="http://schemas.microsoft.com/office/drawing/2014/main" id="{BAD83E7B-78FD-4F58-AE42-3656F7DCFC1E}"/>
              </a:ext>
            </a:extLst>
          </p:cNvPr>
          <p:cNvSpPr>
            <a:spLocks noChangeAspect="1" noEditPoints="1"/>
          </p:cNvSpPr>
          <p:nvPr/>
        </p:nvSpPr>
        <p:spPr bwMode="auto">
          <a:xfrm>
            <a:off x="10249548" y="2399067"/>
            <a:ext cx="400050" cy="430213"/>
          </a:xfrm>
          <a:custGeom>
            <a:avLst/>
            <a:gdLst>
              <a:gd name="T0" fmla="*/ 128 w 256"/>
              <a:gd name="T1" fmla="*/ 275 h 275"/>
              <a:gd name="T2" fmla="*/ 168 w 256"/>
              <a:gd name="T3" fmla="*/ 243 h 275"/>
              <a:gd name="T4" fmla="*/ 176 w 256"/>
              <a:gd name="T5" fmla="*/ 275 h 275"/>
              <a:gd name="T6" fmla="*/ 120 w 256"/>
              <a:gd name="T7" fmla="*/ 235 h 275"/>
              <a:gd name="T8" fmla="*/ 48 w 256"/>
              <a:gd name="T9" fmla="*/ 71 h 275"/>
              <a:gd name="T10" fmla="*/ 8 w 256"/>
              <a:gd name="T11" fmla="*/ 75 h 275"/>
              <a:gd name="T12" fmla="*/ 8 w 256"/>
              <a:gd name="T13" fmla="*/ 275 h 275"/>
              <a:gd name="T14" fmla="*/ 44 w 256"/>
              <a:gd name="T15" fmla="*/ 79 h 275"/>
              <a:gd name="T16" fmla="*/ 28 w 256"/>
              <a:gd name="T17" fmla="*/ 99 h 275"/>
              <a:gd name="T18" fmla="*/ 45 w 256"/>
              <a:gd name="T19" fmla="*/ 107 h 275"/>
              <a:gd name="T20" fmla="*/ 28 w 256"/>
              <a:gd name="T21" fmla="*/ 123 h 275"/>
              <a:gd name="T22" fmla="*/ 46 w 256"/>
              <a:gd name="T23" fmla="*/ 131 h 275"/>
              <a:gd name="T24" fmla="*/ 60 w 256"/>
              <a:gd name="T25" fmla="*/ 275 h 275"/>
              <a:gd name="T26" fmla="*/ 48 w 256"/>
              <a:gd name="T27" fmla="*/ 71 h 275"/>
              <a:gd name="T28" fmla="*/ 236 w 256"/>
              <a:gd name="T29" fmla="*/ 143 h 275"/>
              <a:gd name="T30" fmla="*/ 188 w 256"/>
              <a:gd name="T31" fmla="*/ 179 h 275"/>
              <a:gd name="T32" fmla="*/ 184 w 256"/>
              <a:gd name="T33" fmla="*/ 143 h 275"/>
              <a:gd name="T34" fmla="*/ 166 w 256"/>
              <a:gd name="T35" fmla="*/ 144 h 275"/>
              <a:gd name="T36" fmla="*/ 120 w 256"/>
              <a:gd name="T37" fmla="*/ 147 h 275"/>
              <a:gd name="T38" fmla="*/ 100 w 256"/>
              <a:gd name="T39" fmla="*/ 143 h 275"/>
              <a:gd name="T40" fmla="*/ 62 w 256"/>
              <a:gd name="T41" fmla="*/ 170 h 275"/>
              <a:gd name="T42" fmla="*/ 101 w 256"/>
              <a:gd name="T43" fmla="*/ 151 h 275"/>
              <a:gd name="T44" fmla="*/ 112 w 256"/>
              <a:gd name="T45" fmla="*/ 207 h 275"/>
              <a:gd name="T46" fmla="*/ 120 w 256"/>
              <a:gd name="T47" fmla="*/ 189 h 275"/>
              <a:gd name="T48" fmla="*/ 180 w 256"/>
              <a:gd name="T49" fmla="*/ 151 h 275"/>
              <a:gd name="T50" fmla="*/ 188 w 256"/>
              <a:gd name="T51" fmla="*/ 207 h 275"/>
              <a:gd name="T52" fmla="*/ 237 w 256"/>
              <a:gd name="T53" fmla="*/ 151 h 275"/>
              <a:gd name="T54" fmla="*/ 248 w 256"/>
              <a:gd name="T55" fmla="*/ 275 h 275"/>
              <a:gd name="T56" fmla="*/ 256 w 256"/>
              <a:gd name="T57" fmla="*/ 147 h 275"/>
              <a:gd name="T58" fmla="*/ 42 w 256"/>
              <a:gd name="T59" fmla="*/ 55 h 275"/>
              <a:gd name="T60" fmla="*/ 133 w 256"/>
              <a:gd name="T61" fmla="*/ 60 h 275"/>
              <a:gd name="T62" fmla="*/ 135 w 256"/>
              <a:gd name="T63" fmla="*/ 53 h 275"/>
              <a:gd name="T64" fmla="*/ 181 w 256"/>
              <a:gd name="T65" fmla="*/ 56 h 275"/>
              <a:gd name="T66" fmla="*/ 136 w 256"/>
              <a:gd name="T67" fmla="*/ 102 h 275"/>
              <a:gd name="T68" fmla="*/ 89 w 256"/>
              <a:gd name="T69" fmla="*/ 64 h 275"/>
              <a:gd name="T70" fmla="*/ 135 w 256"/>
              <a:gd name="T71" fmla="*/ 109 h 275"/>
              <a:gd name="T72" fmla="*/ 216 w 256"/>
              <a:gd name="T73" fmla="*/ 78 h 275"/>
              <a:gd name="T74" fmla="*/ 220 w 256"/>
              <a:gd name="T75" fmla="*/ 72 h 275"/>
              <a:gd name="T76" fmla="*/ 186 w 256"/>
              <a:gd name="T77" fmla="*/ 50 h 275"/>
              <a:gd name="T78" fmla="*/ 83 w 256"/>
              <a:gd name="T79" fmla="*/ 36 h 275"/>
              <a:gd name="T80" fmla="*/ 37 w 256"/>
              <a:gd name="T81" fmla="*/ 54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6" h="275">
                <a:moveTo>
                  <a:pt x="120" y="275"/>
                </a:moveTo>
                <a:cubicBezTo>
                  <a:pt x="128" y="275"/>
                  <a:pt x="128" y="275"/>
                  <a:pt x="128" y="275"/>
                </a:cubicBezTo>
                <a:cubicBezTo>
                  <a:pt x="128" y="243"/>
                  <a:pt x="128" y="243"/>
                  <a:pt x="128" y="243"/>
                </a:cubicBezTo>
                <a:cubicBezTo>
                  <a:pt x="168" y="243"/>
                  <a:pt x="168" y="243"/>
                  <a:pt x="168" y="243"/>
                </a:cubicBezTo>
                <a:cubicBezTo>
                  <a:pt x="168" y="275"/>
                  <a:pt x="168" y="275"/>
                  <a:pt x="168" y="275"/>
                </a:cubicBezTo>
                <a:cubicBezTo>
                  <a:pt x="176" y="275"/>
                  <a:pt x="176" y="275"/>
                  <a:pt x="176" y="275"/>
                </a:cubicBezTo>
                <a:cubicBezTo>
                  <a:pt x="176" y="235"/>
                  <a:pt x="176" y="235"/>
                  <a:pt x="176" y="235"/>
                </a:cubicBezTo>
                <a:cubicBezTo>
                  <a:pt x="120" y="235"/>
                  <a:pt x="120" y="235"/>
                  <a:pt x="120" y="235"/>
                </a:cubicBezTo>
                <a:lnTo>
                  <a:pt x="120" y="275"/>
                </a:lnTo>
                <a:close/>
                <a:moveTo>
                  <a:pt x="48" y="71"/>
                </a:moveTo>
                <a:cubicBezTo>
                  <a:pt x="12" y="71"/>
                  <a:pt x="12" y="71"/>
                  <a:pt x="12" y="71"/>
                </a:cubicBezTo>
                <a:cubicBezTo>
                  <a:pt x="10" y="71"/>
                  <a:pt x="8" y="73"/>
                  <a:pt x="8" y="75"/>
                </a:cubicBezTo>
                <a:cubicBezTo>
                  <a:pt x="0" y="275"/>
                  <a:pt x="0" y="275"/>
                  <a:pt x="0" y="275"/>
                </a:cubicBezTo>
                <a:cubicBezTo>
                  <a:pt x="8" y="275"/>
                  <a:pt x="8" y="275"/>
                  <a:pt x="8" y="275"/>
                </a:cubicBezTo>
                <a:cubicBezTo>
                  <a:pt x="16" y="79"/>
                  <a:pt x="16" y="79"/>
                  <a:pt x="16" y="79"/>
                </a:cubicBezTo>
                <a:cubicBezTo>
                  <a:pt x="44" y="79"/>
                  <a:pt x="44" y="79"/>
                  <a:pt x="44" y="79"/>
                </a:cubicBezTo>
                <a:cubicBezTo>
                  <a:pt x="45" y="99"/>
                  <a:pt x="45" y="99"/>
                  <a:pt x="45" y="99"/>
                </a:cubicBezTo>
                <a:cubicBezTo>
                  <a:pt x="28" y="99"/>
                  <a:pt x="28" y="99"/>
                  <a:pt x="28" y="99"/>
                </a:cubicBezTo>
                <a:cubicBezTo>
                  <a:pt x="28" y="107"/>
                  <a:pt x="28" y="107"/>
                  <a:pt x="28" y="107"/>
                </a:cubicBezTo>
                <a:cubicBezTo>
                  <a:pt x="45" y="107"/>
                  <a:pt x="45" y="107"/>
                  <a:pt x="45" y="107"/>
                </a:cubicBezTo>
                <a:cubicBezTo>
                  <a:pt x="46" y="123"/>
                  <a:pt x="46" y="123"/>
                  <a:pt x="46" y="123"/>
                </a:cubicBezTo>
                <a:cubicBezTo>
                  <a:pt x="28" y="123"/>
                  <a:pt x="28" y="123"/>
                  <a:pt x="28" y="123"/>
                </a:cubicBezTo>
                <a:cubicBezTo>
                  <a:pt x="28" y="131"/>
                  <a:pt x="28" y="131"/>
                  <a:pt x="28" y="131"/>
                </a:cubicBezTo>
                <a:cubicBezTo>
                  <a:pt x="46" y="131"/>
                  <a:pt x="46" y="131"/>
                  <a:pt x="46" y="131"/>
                </a:cubicBezTo>
                <a:cubicBezTo>
                  <a:pt x="52" y="275"/>
                  <a:pt x="52" y="275"/>
                  <a:pt x="52" y="275"/>
                </a:cubicBezTo>
                <a:cubicBezTo>
                  <a:pt x="60" y="275"/>
                  <a:pt x="60" y="275"/>
                  <a:pt x="60" y="275"/>
                </a:cubicBezTo>
                <a:cubicBezTo>
                  <a:pt x="52" y="75"/>
                  <a:pt x="52" y="75"/>
                  <a:pt x="52" y="75"/>
                </a:cubicBezTo>
                <a:cubicBezTo>
                  <a:pt x="52" y="73"/>
                  <a:pt x="50" y="71"/>
                  <a:pt x="48" y="71"/>
                </a:cubicBezTo>
                <a:close/>
                <a:moveTo>
                  <a:pt x="252" y="143"/>
                </a:moveTo>
                <a:cubicBezTo>
                  <a:pt x="236" y="143"/>
                  <a:pt x="236" y="143"/>
                  <a:pt x="236" y="143"/>
                </a:cubicBezTo>
                <a:cubicBezTo>
                  <a:pt x="235" y="143"/>
                  <a:pt x="234" y="143"/>
                  <a:pt x="234" y="144"/>
                </a:cubicBezTo>
                <a:cubicBezTo>
                  <a:pt x="188" y="179"/>
                  <a:pt x="188" y="179"/>
                  <a:pt x="188" y="179"/>
                </a:cubicBezTo>
                <a:cubicBezTo>
                  <a:pt x="188" y="147"/>
                  <a:pt x="188" y="147"/>
                  <a:pt x="188" y="147"/>
                </a:cubicBezTo>
                <a:cubicBezTo>
                  <a:pt x="188" y="145"/>
                  <a:pt x="186" y="143"/>
                  <a:pt x="184" y="143"/>
                </a:cubicBezTo>
                <a:cubicBezTo>
                  <a:pt x="168" y="143"/>
                  <a:pt x="168" y="143"/>
                  <a:pt x="168" y="143"/>
                </a:cubicBezTo>
                <a:cubicBezTo>
                  <a:pt x="167" y="143"/>
                  <a:pt x="166" y="143"/>
                  <a:pt x="166" y="144"/>
                </a:cubicBezTo>
                <a:cubicBezTo>
                  <a:pt x="120" y="179"/>
                  <a:pt x="120" y="179"/>
                  <a:pt x="120" y="179"/>
                </a:cubicBezTo>
                <a:cubicBezTo>
                  <a:pt x="120" y="147"/>
                  <a:pt x="120" y="147"/>
                  <a:pt x="120" y="147"/>
                </a:cubicBezTo>
                <a:cubicBezTo>
                  <a:pt x="120" y="145"/>
                  <a:pt x="118" y="143"/>
                  <a:pt x="116" y="143"/>
                </a:cubicBezTo>
                <a:cubicBezTo>
                  <a:pt x="100" y="143"/>
                  <a:pt x="100" y="143"/>
                  <a:pt x="100" y="143"/>
                </a:cubicBezTo>
                <a:cubicBezTo>
                  <a:pt x="99" y="143"/>
                  <a:pt x="98" y="143"/>
                  <a:pt x="98" y="144"/>
                </a:cubicBezTo>
                <a:cubicBezTo>
                  <a:pt x="62" y="170"/>
                  <a:pt x="62" y="170"/>
                  <a:pt x="62" y="170"/>
                </a:cubicBezTo>
                <a:cubicBezTo>
                  <a:pt x="67" y="177"/>
                  <a:pt x="67" y="177"/>
                  <a:pt x="67" y="177"/>
                </a:cubicBezTo>
                <a:cubicBezTo>
                  <a:pt x="101" y="151"/>
                  <a:pt x="101" y="151"/>
                  <a:pt x="101" y="151"/>
                </a:cubicBezTo>
                <a:cubicBezTo>
                  <a:pt x="112" y="151"/>
                  <a:pt x="112" y="151"/>
                  <a:pt x="112" y="151"/>
                </a:cubicBezTo>
                <a:cubicBezTo>
                  <a:pt x="112" y="207"/>
                  <a:pt x="112" y="207"/>
                  <a:pt x="112" y="207"/>
                </a:cubicBezTo>
                <a:cubicBezTo>
                  <a:pt x="120" y="207"/>
                  <a:pt x="120" y="207"/>
                  <a:pt x="120" y="207"/>
                </a:cubicBezTo>
                <a:cubicBezTo>
                  <a:pt x="120" y="189"/>
                  <a:pt x="120" y="189"/>
                  <a:pt x="120" y="189"/>
                </a:cubicBezTo>
                <a:cubicBezTo>
                  <a:pt x="169" y="151"/>
                  <a:pt x="169" y="151"/>
                  <a:pt x="169" y="151"/>
                </a:cubicBezTo>
                <a:cubicBezTo>
                  <a:pt x="180" y="151"/>
                  <a:pt x="180" y="151"/>
                  <a:pt x="180" y="151"/>
                </a:cubicBezTo>
                <a:cubicBezTo>
                  <a:pt x="180" y="207"/>
                  <a:pt x="180" y="207"/>
                  <a:pt x="180" y="207"/>
                </a:cubicBezTo>
                <a:cubicBezTo>
                  <a:pt x="188" y="207"/>
                  <a:pt x="188" y="207"/>
                  <a:pt x="188" y="207"/>
                </a:cubicBezTo>
                <a:cubicBezTo>
                  <a:pt x="188" y="189"/>
                  <a:pt x="188" y="189"/>
                  <a:pt x="188" y="189"/>
                </a:cubicBezTo>
                <a:cubicBezTo>
                  <a:pt x="237" y="151"/>
                  <a:pt x="237" y="151"/>
                  <a:pt x="237" y="151"/>
                </a:cubicBezTo>
                <a:cubicBezTo>
                  <a:pt x="248" y="151"/>
                  <a:pt x="248" y="151"/>
                  <a:pt x="248" y="151"/>
                </a:cubicBezTo>
                <a:cubicBezTo>
                  <a:pt x="248" y="275"/>
                  <a:pt x="248" y="275"/>
                  <a:pt x="248" y="275"/>
                </a:cubicBezTo>
                <a:cubicBezTo>
                  <a:pt x="256" y="275"/>
                  <a:pt x="256" y="275"/>
                  <a:pt x="256" y="275"/>
                </a:cubicBezTo>
                <a:cubicBezTo>
                  <a:pt x="256" y="147"/>
                  <a:pt x="256" y="147"/>
                  <a:pt x="256" y="147"/>
                </a:cubicBezTo>
                <a:cubicBezTo>
                  <a:pt x="256" y="145"/>
                  <a:pt x="254" y="143"/>
                  <a:pt x="252" y="143"/>
                </a:cubicBezTo>
                <a:close/>
                <a:moveTo>
                  <a:pt x="42" y="55"/>
                </a:moveTo>
                <a:cubicBezTo>
                  <a:pt x="81" y="29"/>
                  <a:pt x="130" y="59"/>
                  <a:pt x="131" y="59"/>
                </a:cubicBezTo>
                <a:cubicBezTo>
                  <a:pt x="131" y="60"/>
                  <a:pt x="132" y="60"/>
                  <a:pt x="133" y="60"/>
                </a:cubicBezTo>
                <a:cubicBezTo>
                  <a:pt x="134" y="60"/>
                  <a:pt x="135" y="59"/>
                  <a:pt x="136" y="58"/>
                </a:cubicBezTo>
                <a:cubicBezTo>
                  <a:pt x="137" y="56"/>
                  <a:pt x="137" y="54"/>
                  <a:pt x="135" y="53"/>
                </a:cubicBezTo>
                <a:cubicBezTo>
                  <a:pt x="134" y="52"/>
                  <a:pt x="117" y="42"/>
                  <a:pt x="95" y="38"/>
                </a:cubicBezTo>
                <a:cubicBezTo>
                  <a:pt x="134" y="13"/>
                  <a:pt x="159" y="36"/>
                  <a:pt x="181" y="56"/>
                </a:cubicBezTo>
                <a:cubicBezTo>
                  <a:pt x="190" y="64"/>
                  <a:pt x="199" y="71"/>
                  <a:pt x="207" y="75"/>
                </a:cubicBezTo>
                <a:cubicBezTo>
                  <a:pt x="174" y="102"/>
                  <a:pt x="150" y="104"/>
                  <a:pt x="136" y="102"/>
                </a:cubicBezTo>
                <a:cubicBezTo>
                  <a:pt x="120" y="98"/>
                  <a:pt x="106" y="86"/>
                  <a:pt x="95" y="66"/>
                </a:cubicBezTo>
                <a:cubicBezTo>
                  <a:pt x="94" y="64"/>
                  <a:pt x="91" y="63"/>
                  <a:pt x="89" y="64"/>
                </a:cubicBezTo>
                <a:cubicBezTo>
                  <a:pt x="87" y="65"/>
                  <a:pt x="87" y="68"/>
                  <a:pt x="88" y="70"/>
                </a:cubicBezTo>
                <a:cubicBezTo>
                  <a:pt x="100" y="92"/>
                  <a:pt x="116" y="106"/>
                  <a:pt x="135" y="109"/>
                </a:cubicBezTo>
                <a:cubicBezTo>
                  <a:pt x="138" y="110"/>
                  <a:pt x="142" y="110"/>
                  <a:pt x="146" y="110"/>
                </a:cubicBezTo>
                <a:cubicBezTo>
                  <a:pt x="167" y="110"/>
                  <a:pt x="191" y="99"/>
                  <a:pt x="216" y="78"/>
                </a:cubicBezTo>
                <a:cubicBezTo>
                  <a:pt x="217" y="77"/>
                  <a:pt x="218" y="77"/>
                  <a:pt x="218" y="76"/>
                </a:cubicBezTo>
                <a:cubicBezTo>
                  <a:pt x="219" y="75"/>
                  <a:pt x="220" y="74"/>
                  <a:pt x="220" y="72"/>
                </a:cubicBezTo>
                <a:cubicBezTo>
                  <a:pt x="219" y="70"/>
                  <a:pt x="218" y="69"/>
                  <a:pt x="216" y="69"/>
                </a:cubicBezTo>
                <a:cubicBezTo>
                  <a:pt x="207" y="68"/>
                  <a:pt x="197" y="59"/>
                  <a:pt x="186" y="50"/>
                </a:cubicBezTo>
                <a:cubicBezTo>
                  <a:pt x="163" y="29"/>
                  <a:pt x="132" y="0"/>
                  <a:pt x="83" y="36"/>
                </a:cubicBezTo>
                <a:cubicBezTo>
                  <a:pt x="83" y="36"/>
                  <a:pt x="83" y="36"/>
                  <a:pt x="83" y="36"/>
                </a:cubicBezTo>
                <a:cubicBezTo>
                  <a:pt x="69" y="36"/>
                  <a:pt x="53" y="38"/>
                  <a:pt x="38" y="48"/>
                </a:cubicBezTo>
                <a:cubicBezTo>
                  <a:pt x="36" y="49"/>
                  <a:pt x="36" y="52"/>
                  <a:pt x="37" y="54"/>
                </a:cubicBezTo>
                <a:cubicBezTo>
                  <a:pt x="38" y="55"/>
                  <a:pt x="40" y="56"/>
                  <a:pt x="42" y="5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04" name="Freeform 109">
            <a:extLst>
              <a:ext uri="{FF2B5EF4-FFF2-40B4-BE49-F238E27FC236}">
                <a16:creationId xmlns:a16="http://schemas.microsoft.com/office/drawing/2014/main" id="{9BC4D3BE-132B-43D8-A8B9-67661C9DCFD6}"/>
              </a:ext>
            </a:extLst>
          </p:cNvPr>
          <p:cNvSpPr>
            <a:spLocks noChangeAspect="1" noEditPoints="1"/>
          </p:cNvSpPr>
          <p:nvPr/>
        </p:nvSpPr>
        <p:spPr bwMode="auto">
          <a:xfrm>
            <a:off x="11217194" y="2431904"/>
            <a:ext cx="400050" cy="400050"/>
          </a:xfrm>
          <a:custGeom>
            <a:avLst/>
            <a:gdLst>
              <a:gd name="T0" fmla="*/ 192 w 256"/>
              <a:gd name="T1" fmla="*/ 128 h 256"/>
              <a:gd name="T2" fmla="*/ 169 w 256"/>
              <a:gd name="T3" fmla="*/ 101 h 256"/>
              <a:gd name="T4" fmla="*/ 151 w 256"/>
              <a:gd name="T5" fmla="*/ 113 h 256"/>
              <a:gd name="T6" fmla="*/ 192 w 256"/>
              <a:gd name="T7" fmla="*/ 148 h 256"/>
              <a:gd name="T8" fmla="*/ 198 w 256"/>
              <a:gd name="T9" fmla="*/ 136 h 256"/>
              <a:gd name="T10" fmla="*/ 160 w 256"/>
              <a:gd name="T11" fmla="*/ 113 h 256"/>
              <a:gd name="T12" fmla="*/ 72 w 256"/>
              <a:gd name="T13" fmla="*/ 200 h 256"/>
              <a:gd name="T14" fmla="*/ 145 w 256"/>
              <a:gd name="T15" fmla="*/ 234 h 256"/>
              <a:gd name="T16" fmla="*/ 224 w 256"/>
              <a:gd name="T17" fmla="*/ 170 h 256"/>
              <a:gd name="T18" fmla="*/ 65 w 256"/>
              <a:gd name="T19" fmla="*/ 136 h 256"/>
              <a:gd name="T20" fmla="*/ 36 w 256"/>
              <a:gd name="T21" fmla="*/ 179 h 256"/>
              <a:gd name="T22" fmla="*/ 62 w 256"/>
              <a:gd name="T23" fmla="*/ 63 h 256"/>
              <a:gd name="T24" fmla="*/ 97 w 256"/>
              <a:gd name="T25" fmla="*/ 188 h 256"/>
              <a:gd name="T26" fmla="*/ 58 w 256"/>
              <a:gd name="T27" fmla="*/ 52 h 256"/>
              <a:gd name="T28" fmla="*/ 39 w 256"/>
              <a:gd name="T29" fmla="*/ 91 h 256"/>
              <a:gd name="T30" fmla="*/ 72 w 256"/>
              <a:gd name="T31" fmla="*/ 200 h 256"/>
              <a:gd name="T32" fmla="*/ 0 w 256"/>
              <a:gd name="T33" fmla="*/ 232 h 256"/>
              <a:gd name="T34" fmla="*/ 53 w 256"/>
              <a:gd name="T35" fmla="*/ 255 h 256"/>
              <a:gd name="T36" fmla="*/ 50 w 256"/>
              <a:gd name="T37" fmla="*/ 207 h 256"/>
              <a:gd name="T38" fmla="*/ 49 w 256"/>
              <a:gd name="T39" fmla="*/ 215 h 256"/>
              <a:gd name="T40" fmla="*/ 256 w 256"/>
              <a:gd name="T41" fmla="*/ 136 h 256"/>
              <a:gd name="T42" fmla="*/ 256 w 256"/>
              <a:gd name="T43" fmla="*/ 134 h 256"/>
              <a:gd name="T44" fmla="*/ 250 w 256"/>
              <a:gd name="T45" fmla="*/ 122 h 256"/>
              <a:gd name="T46" fmla="*/ 232 w 256"/>
              <a:gd name="T47" fmla="*/ 75 h 256"/>
              <a:gd name="T48" fmla="*/ 217 w 256"/>
              <a:gd name="T49" fmla="*/ 35 h 256"/>
              <a:gd name="T50" fmla="*/ 181 w 256"/>
              <a:gd name="T51" fmla="*/ 19 h 256"/>
              <a:gd name="T52" fmla="*/ 141 w 256"/>
              <a:gd name="T53" fmla="*/ 6 h 256"/>
              <a:gd name="T54" fmla="*/ 129 w 256"/>
              <a:gd name="T55" fmla="*/ 8 h 256"/>
              <a:gd name="T56" fmla="*/ 60 w 256"/>
              <a:gd name="T57" fmla="*/ 0 h 256"/>
              <a:gd name="T58" fmla="*/ 60 w 256"/>
              <a:gd name="T59" fmla="*/ 32 h 256"/>
              <a:gd name="T60" fmla="*/ 117 w 256"/>
              <a:gd name="T61" fmla="*/ 40 h 256"/>
              <a:gd name="T62" fmla="*/ 125 w 256"/>
              <a:gd name="T63" fmla="*/ 71 h 256"/>
              <a:gd name="T64" fmla="*/ 142 w 256"/>
              <a:gd name="T65" fmla="*/ 102 h 256"/>
              <a:gd name="T66" fmla="*/ 211 w 256"/>
              <a:gd name="T67" fmla="*/ 134 h 256"/>
              <a:gd name="T68" fmla="*/ 218 w 256"/>
              <a:gd name="T69" fmla="*/ 139 h 256"/>
              <a:gd name="T70" fmla="*/ 228 w 256"/>
              <a:gd name="T71" fmla="*/ 150 h 256"/>
              <a:gd name="T72" fmla="*/ 234 w 256"/>
              <a:gd name="T73" fmla="*/ 151 h 256"/>
              <a:gd name="T74" fmla="*/ 148 w 256"/>
              <a:gd name="T75" fmla="*/ 248 h 256"/>
              <a:gd name="T76" fmla="*/ 98 w 256"/>
              <a:gd name="T77" fmla="*/ 244 h 256"/>
              <a:gd name="T78" fmla="*/ 256 w 256"/>
              <a:gd name="T79" fmla="*/ 136 h 256"/>
              <a:gd name="T80" fmla="*/ 100 w 256"/>
              <a:gd name="T81" fmla="*/ 24 h 256"/>
              <a:gd name="T82" fmla="*/ 99 w 256"/>
              <a:gd name="T83" fmla="*/ 8 h 256"/>
              <a:gd name="T84" fmla="*/ 120 w 256"/>
              <a:gd name="T85" fmla="*/ 32 h 256"/>
              <a:gd name="T86" fmla="*/ 218 w 256"/>
              <a:gd name="T87" fmla="*/ 131 h 256"/>
              <a:gd name="T88" fmla="*/ 143 w 256"/>
              <a:gd name="T89" fmla="*/ 93 h 256"/>
              <a:gd name="T90" fmla="*/ 136 w 256"/>
              <a:gd name="T91" fmla="*/ 56 h 256"/>
              <a:gd name="T92" fmla="*/ 144 w 256"/>
              <a:gd name="T93" fmla="*/ 48 h 256"/>
              <a:gd name="T94" fmla="*/ 124 w 256"/>
              <a:gd name="T95" fmla="*/ 43 h 256"/>
              <a:gd name="T96" fmla="*/ 160 w 256"/>
              <a:gd name="T97" fmla="*/ 24 h 256"/>
              <a:gd name="T98" fmla="*/ 197 w 256"/>
              <a:gd name="T99" fmla="*/ 39 h 256"/>
              <a:gd name="T100" fmla="*/ 224 w 256"/>
              <a:gd name="T101" fmla="*/ 57 h 256"/>
              <a:gd name="T102" fmla="*/ 246 w 256"/>
              <a:gd name="T103" fmla="*/ 115 h 256"/>
              <a:gd name="T104" fmla="*/ 229 w 256"/>
              <a:gd name="T105" fmla="*/ 133 h 256"/>
              <a:gd name="T106" fmla="*/ 234 w 256"/>
              <a:gd name="T107" fmla="*/ 14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177" y="110"/>
                </a:moveTo>
                <a:cubicBezTo>
                  <a:pt x="187" y="127"/>
                  <a:pt x="187" y="127"/>
                  <a:pt x="187" y="127"/>
                </a:cubicBezTo>
                <a:cubicBezTo>
                  <a:pt x="188" y="129"/>
                  <a:pt x="190" y="129"/>
                  <a:pt x="192" y="128"/>
                </a:cubicBezTo>
                <a:cubicBezTo>
                  <a:pt x="194" y="127"/>
                  <a:pt x="195" y="125"/>
                  <a:pt x="193" y="123"/>
                </a:cubicBezTo>
                <a:cubicBezTo>
                  <a:pt x="184" y="106"/>
                  <a:pt x="184" y="106"/>
                  <a:pt x="184" y="106"/>
                </a:cubicBezTo>
                <a:cubicBezTo>
                  <a:pt x="181" y="101"/>
                  <a:pt x="174" y="99"/>
                  <a:pt x="169" y="101"/>
                </a:cubicBezTo>
                <a:cubicBezTo>
                  <a:pt x="153" y="108"/>
                  <a:pt x="153" y="108"/>
                  <a:pt x="153" y="108"/>
                </a:cubicBezTo>
                <a:cubicBezTo>
                  <a:pt x="152" y="108"/>
                  <a:pt x="151" y="109"/>
                  <a:pt x="151" y="110"/>
                </a:cubicBezTo>
                <a:cubicBezTo>
                  <a:pt x="150" y="111"/>
                  <a:pt x="150" y="112"/>
                  <a:pt x="151" y="113"/>
                </a:cubicBezTo>
                <a:cubicBezTo>
                  <a:pt x="166" y="140"/>
                  <a:pt x="166" y="140"/>
                  <a:pt x="166" y="140"/>
                </a:cubicBezTo>
                <a:cubicBezTo>
                  <a:pt x="169" y="147"/>
                  <a:pt x="176" y="150"/>
                  <a:pt x="183" y="150"/>
                </a:cubicBezTo>
                <a:cubicBezTo>
                  <a:pt x="186" y="150"/>
                  <a:pt x="189" y="150"/>
                  <a:pt x="192" y="148"/>
                </a:cubicBezTo>
                <a:cubicBezTo>
                  <a:pt x="202" y="144"/>
                  <a:pt x="202" y="144"/>
                  <a:pt x="202" y="144"/>
                </a:cubicBezTo>
                <a:cubicBezTo>
                  <a:pt x="204" y="143"/>
                  <a:pt x="205" y="140"/>
                  <a:pt x="204" y="138"/>
                </a:cubicBezTo>
                <a:cubicBezTo>
                  <a:pt x="203" y="136"/>
                  <a:pt x="200" y="135"/>
                  <a:pt x="198" y="136"/>
                </a:cubicBezTo>
                <a:cubicBezTo>
                  <a:pt x="189" y="141"/>
                  <a:pt x="189" y="141"/>
                  <a:pt x="189" y="141"/>
                </a:cubicBezTo>
                <a:cubicBezTo>
                  <a:pt x="183" y="144"/>
                  <a:pt x="176" y="142"/>
                  <a:pt x="173" y="136"/>
                </a:cubicBezTo>
                <a:cubicBezTo>
                  <a:pt x="160" y="113"/>
                  <a:pt x="160" y="113"/>
                  <a:pt x="160" y="113"/>
                </a:cubicBezTo>
                <a:cubicBezTo>
                  <a:pt x="172" y="109"/>
                  <a:pt x="172" y="109"/>
                  <a:pt x="172" y="109"/>
                </a:cubicBezTo>
                <a:cubicBezTo>
                  <a:pt x="174" y="108"/>
                  <a:pt x="176" y="109"/>
                  <a:pt x="177" y="110"/>
                </a:cubicBezTo>
                <a:close/>
                <a:moveTo>
                  <a:pt x="72" y="200"/>
                </a:moveTo>
                <a:cubicBezTo>
                  <a:pt x="72" y="200"/>
                  <a:pt x="73" y="200"/>
                  <a:pt x="73" y="200"/>
                </a:cubicBezTo>
                <a:cubicBezTo>
                  <a:pt x="83" y="213"/>
                  <a:pt x="98" y="225"/>
                  <a:pt x="123" y="232"/>
                </a:cubicBezTo>
                <a:cubicBezTo>
                  <a:pt x="123" y="232"/>
                  <a:pt x="132" y="234"/>
                  <a:pt x="145" y="234"/>
                </a:cubicBezTo>
                <a:cubicBezTo>
                  <a:pt x="170" y="234"/>
                  <a:pt x="210" y="225"/>
                  <a:pt x="232" y="174"/>
                </a:cubicBezTo>
                <a:cubicBezTo>
                  <a:pt x="233" y="172"/>
                  <a:pt x="232" y="169"/>
                  <a:pt x="230" y="168"/>
                </a:cubicBezTo>
                <a:cubicBezTo>
                  <a:pt x="228" y="167"/>
                  <a:pt x="225" y="168"/>
                  <a:pt x="224" y="170"/>
                </a:cubicBezTo>
                <a:cubicBezTo>
                  <a:pt x="194" y="242"/>
                  <a:pt x="128" y="225"/>
                  <a:pt x="125" y="224"/>
                </a:cubicBezTo>
                <a:cubicBezTo>
                  <a:pt x="55" y="204"/>
                  <a:pt x="67" y="143"/>
                  <a:pt x="68" y="141"/>
                </a:cubicBezTo>
                <a:cubicBezTo>
                  <a:pt x="68" y="139"/>
                  <a:pt x="67" y="137"/>
                  <a:pt x="65" y="136"/>
                </a:cubicBezTo>
                <a:cubicBezTo>
                  <a:pt x="63" y="136"/>
                  <a:pt x="61" y="137"/>
                  <a:pt x="60" y="139"/>
                </a:cubicBezTo>
                <a:cubicBezTo>
                  <a:pt x="60" y="140"/>
                  <a:pt x="54" y="166"/>
                  <a:pt x="69" y="192"/>
                </a:cubicBezTo>
                <a:cubicBezTo>
                  <a:pt x="54" y="191"/>
                  <a:pt x="43" y="187"/>
                  <a:pt x="36" y="179"/>
                </a:cubicBezTo>
                <a:cubicBezTo>
                  <a:pt x="23" y="165"/>
                  <a:pt x="24" y="145"/>
                  <a:pt x="24" y="144"/>
                </a:cubicBezTo>
                <a:cubicBezTo>
                  <a:pt x="24" y="127"/>
                  <a:pt x="35" y="110"/>
                  <a:pt x="45" y="96"/>
                </a:cubicBezTo>
                <a:cubicBezTo>
                  <a:pt x="54" y="84"/>
                  <a:pt x="61" y="73"/>
                  <a:pt x="62" y="63"/>
                </a:cubicBezTo>
                <a:cubicBezTo>
                  <a:pt x="77" y="72"/>
                  <a:pt x="99" y="94"/>
                  <a:pt x="106" y="119"/>
                </a:cubicBezTo>
                <a:cubicBezTo>
                  <a:pt x="113" y="141"/>
                  <a:pt x="109" y="162"/>
                  <a:pt x="96" y="183"/>
                </a:cubicBezTo>
                <a:cubicBezTo>
                  <a:pt x="94" y="185"/>
                  <a:pt x="95" y="187"/>
                  <a:pt x="97" y="188"/>
                </a:cubicBezTo>
                <a:cubicBezTo>
                  <a:pt x="99" y="190"/>
                  <a:pt x="101" y="189"/>
                  <a:pt x="102" y="187"/>
                </a:cubicBezTo>
                <a:cubicBezTo>
                  <a:pt x="117" y="164"/>
                  <a:pt x="121" y="141"/>
                  <a:pt x="114" y="117"/>
                </a:cubicBezTo>
                <a:cubicBezTo>
                  <a:pt x="104" y="85"/>
                  <a:pt x="76" y="60"/>
                  <a:pt x="58" y="52"/>
                </a:cubicBezTo>
                <a:cubicBezTo>
                  <a:pt x="57" y="52"/>
                  <a:pt x="55" y="52"/>
                  <a:pt x="54" y="53"/>
                </a:cubicBezTo>
                <a:cubicBezTo>
                  <a:pt x="53" y="54"/>
                  <a:pt x="53" y="56"/>
                  <a:pt x="53" y="57"/>
                </a:cubicBezTo>
                <a:cubicBezTo>
                  <a:pt x="56" y="66"/>
                  <a:pt x="48" y="78"/>
                  <a:pt x="39" y="91"/>
                </a:cubicBezTo>
                <a:cubicBezTo>
                  <a:pt x="28" y="107"/>
                  <a:pt x="16" y="124"/>
                  <a:pt x="16" y="144"/>
                </a:cubicBezTo>
                <a:cubicBezTo>
                  <a:pt x="16" y="145"/>
                  <a:pt x="15" y="168"/>
                  <a:pt x="30" y="184"/>
                </a:cubicBezTo>
                <a:cubicBezTo>
                  <a:pt x="39" y="195"/>
                  <a:pt x="53" y="200"/>
                  <a:pt x="72" y="200"/>
                </a:cubicBezTo>
                <a:close/>
                <a:moveTo>
                  <a:pt x="50" y="207"/>
                </a:moveTo>
                <a:cubicBezTo>
                  <a:pt x="24" y="204"/>
                  <a:pt x="2" y="228"/>
                  <a:pt x="1" y="229"/>
                </a:cubicBezTo>
                <a:cubicBezTo>
                  <a:pt x="0" y="230"/>
                  <a:pt x="0" y="231"/>
                  <a:pt x="0" y="232"/>
                </a:cubicBezTo>
                <a:cubicBezTo>
                  <a:pt x="0" y="233"/>
                  <a:pt x="1" y="234"/>
                  <a:pt x="1" y="235"/>
                </a:cubicBezTo>
                <a:cubicBezTo>
                  <a:pt x="2" y="236"/>
                  <a:pt x="24" y="256"/>
                  <a:pt x="48" y="256"/>
                </a:cubicBezTo>
                <a:cubicBezTo>
                  <a:pt x="50" y="256"/>
                  <a:pt x="51" y="255"/>
                  <a:pt x="53" y="255"/>
                </a:cubicBezTo>
                <a:cubicBezTo>
                  <a:pt x="65" y="254"/>
                  <a:pt x="76" y="247"/>
                  <a:pt x="83" y="234"/>
                </a:cubicBezTo>
                <a:cubicBezTo>
                  <a:pt x="84" y="233"/>
                  <a:pt x="84" y="231"/>
                  <a:pt x="83" y="230"/>
                </a:cubicBezTo>
                <a:cubicBezTo>
                  <a:pt x="74" y="216"/>
                  <a:pt x="63" y="208"/>
                  <a:pt x="50" y="207"/>
                </a:cubicBezTo>
                <a:close/>
                <a:moveTo>
                  <a:pt x="52" y="247"/>
                </a:moveTo>
                <a:cubicBezTo>
                  <a:pt x="35" y="250"/>
                  <a:pt x="17" y="237"/>
                  <a:pt x="10" y="232"/>
                </a:cubicBezTo>
                <a:cubicBezTo>
                  <a:pt x="17" y="226"/>
                  <a:pt x="33" y="213"/>
                  <a:pt x="49" y="215"/>
                </a:cubicBezTo>
                <a:cubicBezTo>
                  <a:pt x="59" y="216"/>
                  <a:pt x="68" y="221"/>
                  <a:pt x="75" y="232"/>
                </a:cubicBezTo>
                <a:cubicBezTo>
                  <a:pt x="69" y="241"/>
                  <a:pt x="61" y="246"/>
                  <a:pt x="52" y="247"/>
                </a:cubicBezTo>
                <a:close/>
                <a:moveTo>
                  <a:pt x="256" y="136"/>
                </a:moveTo>
                <a:cubicBezTo>
                  <a:pt x="256" y="136"/>
                  <a:pt x="256" y="135"/>
                  <a:pt x="256" y="135"/>
                </a:cubicBezTo>
                <a:cubicBezTo>
                  <a:pt x="256" y="135"/>
                  <a:pt x="256" y="135"/>
                  <a:pt x="256" y="134"/>
                </a:cubicBezTo>
                <a:cubicBezTo>
                  <a:pt x="256" y="134"/>
                  <a:pt x="256" y="134"/>
                  <a:pt x="256" y="134"/>
                </a:cubicBezTo>
                <a:cubicBezTo>
                  <a:pt x="250" y="122"/>
                  <a:pt x="250" y="122"/>
                  <a:pt x="250" y="122"/>
                </a:cubicBezTo>
                <a:cubicBezTo>
                  <a:pt x="250" y="122"/>
                  <a:pt x="249" y="122"/>
                  <a:pt x="249" y="122"/>
                </a:cubicBezTo>
                <a:cubicBezTo>
                  <a:pt x="250" y="122"/>
                  <a:pt x="250" y="122"/>
                  <a:pt x="250" y="122"/>
                </a:cubicBezTo>
                <a:cubicBezTo>
                  <a:pt x="252" y="120"/>
                  <a:pt x="254" y="119"/>
                  <a:pt x="254" y="117"/>
                </a:cubicBezTo>
                <a:cubicBezTo>
                  <a:pt x="255" y="114"/>
                  <a:pt x="254" y="112"/>
                  <a:pt x="253" y="110"/>
                </a:cubicBezTo>
                <a:cubicBezTo>
                  <a:pt x="232" y="75"/>
                  <a:pt x="232" y="75"/>
                  <a:pt x="232" y="75"/>
                </a:cubicBezTo>
                <a:cubicBezTo>
                  <a:pt x="232" y="57"/>
                  <a:pt x="232" y="57"/>
                  <a:pt x="232" y="57"/>
                </a:cubicBezTo>
                <a:cubicBezTo>
                  <a:pt x="232" y="56"/>
                  <a:pt x="231" y="54"/>
                  <a:pt x="230" y="52"/>
                </a:cubicBezTo>
                <a:cubicBezTo>
                  <a:pt x="217" y="35"/>
                  <a:pt x="217" y="35"/>
                  <a:pt x="217" y="35"/>
                </a:cubicBezTo>
                <a:cubicBezTo>
                  <a:pt x="215" y="33"/>
                  <a:pt x="213" y="32"/>
                  <a:pt x="210" y="32"/>
                </a:cubicBezTo>
                <a:cubicBezTo>
                  <a:pt x="200" y="32"/>
                  <a:pt x="200" y="32"/>
                  <a:pt x="200" y="32"/>
                </a:cubicBezTo>
                <a:cubicBezTo>
                  <a:pt x="181" y="19"/>
                  <a:pt x="181" y="19"/>
                  <a:pt x="181" y="19"/>
                </a:cubicBezTo>
                <a:cubicBezTo>
                  <a:pt x="179" y="17"/>
                  <a:pt x="176" y="16"/>
                  <a:pt x="172" y="16"/>
                </a:cubicBezTo>
                <a:cubicBezTo>
                  <a:pt x="161" y="16"/>
                  <a:pt x="161" y="16"/>
                  <a:pt x="161" y="16"/>
                </a:cubicBezTo>
                <a:cubicBezTo>
                  <a:pt x="141" y="6"/>
                  <a:pt x="141" y="6"/>
                  <a:pt x="141" y="6"/>
                </a:cubicBezTo>
                <a:cubicBezTo>
                  <a:pt x="140" y="5"/>
                  <a:pt x="137" y="5"/>
                  <a:pt x="135" y="6"/>
                </a:cubicBezTo>
                <a:cubicBezTo>
                  <a:pt x="133" y="6"/>
                  <a:pt x="132" y="8"/>
                  <a:pt x="131" y="9"/>
                </a:cubicBezTo>
                <a:cubicBezTo>
                  <a:pt x="130" y="9"/>
                  <a:pt x="130" y="8"/>
                  <a:pt x="129" y="8"/>
                </a:cubicBezTo>
                <a:cubicBezTo>
                  <a:pt x="101" y="0"/>
                  <a:pt x="101" y="0"/>
                  <a:pt x="101" y="0"/>
                </a:cubicBezTo>
                <a:cubicBezTo>
                  <a:pt x="101" y="0"/>
                  <a:pt x="100" y="0"/>
                  <a:pt x="100" y="0"/>
                </a:cubicBezTo>
                <a:cubicBezTo>
                  <a:pt x="60" y="0"/>
                  <a:pt x="60" y="0"/>
                  <a:pt x="60" y="0"/>
                </a:cubicBezTo>
                <a:cubicBezTo>
                  <a:pt x="56" y="0"/>
                  <a:pt x="52" y="4"/>
                  <a:pt x="52" y="8"/>
                </a:cubicBezTo>
                <a:cubicBezTo>
                  <a:pt x="52" y="24"/>
                  <a:pt x="52" y="24"/>
                  <a:pt x="52" y="24"/>
                </a:cubicBezTo>
                <a:cubicBezTo>
                  <a:pt x="52" y="28"/>
                  <a:pt x="56" y="32"/>
                  <a:pt x="60" y="32"/>
                </a:cubicBezTo>
                <a:cubicBezTo>
                  <a:pt x="99" y="32"/>
                  <a:pt x="99" y="32"/>
                  <a:pt x="99" y="32"/>
                </a:cubicBezTo>
                <a:cubicBezTo>
                  <a:pt x="117" y="39"/>
                  <a:pt x="117" y="39"/>
                  <a:pt x="117" y="39"/>
                </a:cubicBezTo>
                <a:cubicBezTo>
                  <a:pt x="117" y="40"/>
                  <a:pt x="117" y="40"/>
                  <a:pt x="117" y="40"/>
                </a:cubicBezTo>
                <a:cubicBezTo>
                  <a:pt x="115" y="44"/>
                  <a:pt x="116" y="48"/>
                  <a:pt x="119" y="50"/>
                </a:cubicBezTo>
                <a:cubicBezTo>
                  <a:pt x="128" y="56"/>
                  <a:pt x="128" y="56"/>
                  <a:pt x="128" y="56"/>
                </a:cubicBezTo>
                <a:cubicBezTo>
                  <a:pt x="125" y="71"/>
                  <a:pt x="125" y="71"/>
                  <a:pt x="125" y="71"/>
                </a:cubicBezTo>
                <a:cubicBezTo>
                  <a:pt x="124" y="75"/>
                  <a:pt x="125" y="79"/>
                  <a:pt x="127" y="82"/>
                </a:cubicBezTo>
                <a:cubicBezTo>
                  <a:pt x="138" y="100"/>
                  <a:pt x="138" y="100"/>
                  <a:pt x="138" y="100"/>
                </a:cubicBezTo>
                <a:cubicBezTo>
                  <a:pt x="139" y="102"/>
                  <a:pt x="141" y="103"/>
                  <a:pt x="142" y="102"/>
                </a:cubicBezTo>
                <a:cubicBezTo>
                  <a:pt x="167" y="92"/>
                  <a:pt x="167" y="92"/>
                  <a:pt x="167" y="92"/>
                </a:cubicBezTo>
                <a:cubicBezTo>
                  <a:pt x="177" y="88"/>
                  <a:pt x="187" y="92"/>
                  <a:pt x="192" y="101"/>
                </a:cubicBezTo>
                <a:cubicBezTo>
                  <a:pt x="211" y="134"/>
                  <a:pt x="211" y="134"/>
                  <a:pt x="211" y="134"/>
                </a:cubicBezTo>
                <a:cubicBezTo>
                  <a:pt x="211" y="134"/>
                  <a:pt x="211" y="134"/>
                  <a:pt x="211" y="134"/>
                </a:cubicBezTo>
                <a:cubicBezTo>
                  <a:pt x="212" y="136"/>
                  <a:pt x="213" y="138"/>
                  <a:pt x="215" y="138"/>
                </a:cubicBezTo>
                <a:cubicBezTo>
                  <a:pt x="216" y="138"/>
                  <a:pt x="217" y="139"/>
                  <a:pt x="218" y="139"/>
                </a:cubicBezTo>
                <a:cubicBezTo>
                  <a:pt x="219" y="139"/>
                  <a:pt x="220" y="138"/>
                  <a:pt x="221" y="138"/>
                </a:cubicBezTo>
                <a:cubicBezTo>
                  <a:pt x="222" y="137"/>
                  <a:pt x="222" y="137"/>
                  <a:pt x="222" y="137"/>
                </a:cubicBezTo>
                <a:cubicBezTo>
                  <a:pt x="228" y="150"/>
                  <a:pt x="228" y="150"/>
                  <a:pt x="228" y="150"/>
                </a:cubicBezTo>
                <a:cubicBezTo>
                  <a:pt x="229" y="151"/>
                  <a:pt x="230" y="152"/>
                  <a:pt x="231" y="152"/>
                </a:cubicBezTo>
                <a:cubicBezTo>
                  <a:pt x="231" y="152"/>
                  <a:pt x="232" y="152"/>
                  <a:pt x="232" y="152"/>
                </a:cubicBezTo>
                <a:cubicBezTo>
                  <a:pt x="233" y="152"/>
                  <a:pt x="233" y="152"/>
                  <a:pt x="234" y="151"/>
                </a:cubicBezTo>
                <a:cubicBezTo>
                  <a:pt x="248" y="143"/>
                  <a:pt x="248" y="143"/>
                  <a:pt x="248" y="143"/>
                </a:cubicBezTo>
                <a:cubicBezTo>
                  <a:pt x="248" y="148"/>
                  <a:pt x="248" y="148"/>
                  <a:pt x="248" y="148"/>
                </a:cubicBezTo>
                <a:cubicBezTo>
                  <a:pt x="248" y="203"/>
                  <a:pt x="203" y="248"/>
                  <a:pt x="148" y="248"/>
                </a:cubicBezTo>
                <a:cubicBezTo>
                  <a:pt x="132" y="248"/>
                  <a:pt x="116" y="244"/>
                  <a:pt x="102" y="237"/>
                </a:cubicBezTo>
                <a:cubicBezTo>
                  <a:pt x="100" y="236"/>
                  <a:pt x="97" y="236"/>
                  <a:pt x="96" y="238"/>
                </a:cubicBezTo>
                <a:cubicBezTo>
                  <a:pt x="95" y="240"/>
                  <a:pt x="96" y="243"/>
                  <a:pt x="98" y="244"/>
                </a:cubicBezTo>
                <a:cubicBezTo>
                  <a:pt x="113" y="252"/>
                  <a:pt x="131" y="256"/>
                  <a:pt x="148" y="256"/>
                </a:cubicBezTo>
                <a:cubicBezTo>
                  <a:pt x="208" y="256"/>
                  <a:pt x="256" y="208"/>
                  <a:pt x="256" y="148"/>
                </a:cubicBezTo>
                <a:cubicBezTo>
                  <a:pt x="256" y="136"/>
                  <a:pt x="256" y="136"/>
                  <a:pt x="256" y="136"/>
                </a:cubicBezTo>
                <a:cubicBezTo>
                  <a:pt x="256" y="136"/>
                  <a:pt x="256" y="136"/>
                  <a:pt x="256" y="136"/>
                </a:cubicBezTo>
                <a:close/>
                <a:moveTo>
                  <a:pt x="101" y="24"/>
                </a:moveTo>
                <a:cubicBezTo>
                  <a:pt x="101" y="24"/>
                  <a:pt x="101" y="24"/>
                  <a:pt x="100" y="24"/>
                </a:cubicBezTo>
                <a:cubicBezTo>
                  <a:pt x="60" y="24"/>
                  <a:pt x="60" y="24"/>
                  <a:pt x="60" y="24"/>
                </a:cubicBezTo>
                <a:cubicBezTo>
                  <a:pt x="60" y="8"/>
                  <a:pt x="60" y="8"/>
                  <a:pt x="60" y="8"/>
                </a:cubicBezTo>
                <a:cubicBezTo>
                  <a:pt x="99" y="8"/>
                  <a:pt x="99" y="8"/>
                  <a:pt x="99" y="8"/>
                </a:cubicBezTo>
                <a:cubicBezTo>
                  <a:pt x="127" y="16"/>
                  <a:pt x="127" y="16"/>
                  <a:pt x="127" y="16"/>
                </a:cubicBezTo>
                <a:cubicBezTo>
                  <a:pt x="127" y="16"/>
                  <a:pt x="128" y="16"/>
                  <a:pt x="128" y="16"/>
                </a:cubicBezTo>
                <a:cubicBezTo>
                  <a:pt x="120" y="32"/>
                  <a:pt x="120" y="32"/>
                  <a:pt x="120" y="32"/>
                </a:cubicBezTo>
                <a:lnTo>
                  <a:pt x="101" y="24"/>
                </a:lnTo>
                <a:close/>
                <a:moveTo>
                  <a:pt x="218" y="131"/>
                </a:moveTo>
                <a:cubicBezTo>
                  <a:pt x="218" y="131"/>
                  <a:pt x="218" y="131"/>
                  <a:pt x="218" y="131"/>
                </a:cubicBezTo>
                <a:cubicBezTo>
                  <a:pt x="199" y="97"/>
                  <a:pt x="199" y="97"/>
                  <a:pt x="199" y="97"/>
                </a:cubicBezTo>
                <a:cubicBezTo>
                  <a:pt x="193" y="85"/>
                  <a:pt x="177" y="80"/>
                  <a:pt x="164" y="85"/>
                </a:cubicBezTo>
                <a:cubicBezTo>
                  <a:pt x="143" y="93"/>
                  <a:pt x="143" y="93"/>
                  <a:pt x="143" y="93"/>
                </a:cubicBezTo>
                <a:cubicBezTo>
                  <a:pt x="133" y="78"/>
                  <a:pt x="133" y="78"/>
                  <a:pt x="133" y="78"/>
                </a:cubicBezTo>
                <a:cubicBezTo>
                  <a:pt x="132" y="76"/>
                  <a:pt x="132" y="74"/>
                  <a:pt x="132" y="72"/>
                </a:cubicBezTo>
                <a:cubicBezTo>
                  <a:pt x="136" y="56"/>
                  <a:pt x="136" y="56"/>
                  <a:pt x="136" y="56"/>
                </a:cubicBezTo>
                <a:cubicBezTo>
                  <a:pt x="144" y="56"/>
                  <a:pt x="144" y="56"/>
                  <a:pt x="144" y="56"/>
                </a:cubicBezTo>
                <a:cubicBezTo>
                  <a:pt x="146" y="56"/>
                  <a:pt x="148" y="54"/>
                  <a:pt x="148" y="52"/>
                </a:cubicBezTo>
                <a:cubicBezTo>
                  <a:pt x="148" y="50"/>
                  <a:pt x="146" y="48"/>
                  <a:pt x="144" y="48"/>
                </a:cubicBezTo>
                <a:cubicBezTo>
                  <a:pt x="132" y="48"/>
                  <a:pt x="132" y="48"/>
                  <a:pt x="132" y="48"/>
                </a:cubicBezTo>
                <a:cubicBezTo>
                  <a:pt x="132" y="48"/>
                  <a:pt x="131" y="48"/>
                  <a:pt x="131" y="48"/>
                </a:cubicBezTo>
                <a:cubicBezTo>
                  <a:pt x="124" y="43"/>
                  <a:pt x="124" y="43"/>
                  <a:pt x="124" y="43"/>
                </a:cubicBezTo>
                <a:cubicBezTo>
                  <a:pt x="138" y="13"/>
                  <a:pt x="138" y="13"/>
                  <a:pt x="138" y="13"/>
                </a:cubicBezTo>
                <a:cubicBezTo>
                  <a:pt x="158" y="24"/>
                  <a:pt x="158" y="24"/>
                  <a:pt x="158" y="24"/>
                </a:cubicBezTo>
                <a:cubicBezTo>
                  <a:pt x="159" y="24"/>
                  <a:pt x="159" y="24"/>
                  <a:pt x="160" y="24"/>
                </a:cubicBezTo>
                <a:cubicBezTo>
                  <a:pt x="172" y="24"/>
                  <a:pt x="172" y="24"/>
                  <a:pt x="172" y="24"/>
                </a:cubicBezTo>
                <a:cubicBezTo>
                  <a:pt x="174" y="24"/>
                  <a:pt x="175" y="24"/>
                  <a:pt x="177" y="25"/>
                </a:cubicBezTo>
                <a:cubicBezTo>
                  <a:pt x="197" y="39"/>
                  <a:pt x="197" y="39"/>
                  <a:pt x="197" y="39"/>
                </a:cubicBezTo>
                <a:cubicBezTo>
                  <a:pt x="197" y="40"/>
                  <a:pt x="198" y="40"/>
                  <a:pt x="199" y="40"/>
                </a:cubicBezTo>
                <a:cubicBezTo>
                  <a:pt x="210" y="40"/>
                  <a:pt x="210" y="40"/>
                  <a:pt x="210" y="40"/>
                </a:cubicBezTo>
                <a:cubicBezTo>
                  <a:pt x="224" y="57"/>
                  <a:pt x="224" y="57"/>
                  <a:pt x="224" y="57"/>
                </a:cubicBezTo>
                <a:cubicBezTo>
                  <a:pt x="224" y="76"/>
                  <a:pt x="224" y="76"/>
                  <a:pt x="224" y="76"/>
                </a:cubicBezTo>
                <a:cubicBezTo>
                  <a:pt x="224" y="77"/>
                  <a:pt x="224" y="77"/>
                  <a:pt x="225" y="78"/>
                </a:cubicBezTo>
                <a:cubicBezTo>
                  <a:pt x="246" y="115"/>
                  <a:pt x="246" y="115"/>
                  <a:pt x="246" y="115"/>
                </a:cubicBezTo>
                <a:lnTo>
                  <a:pt x="218" y="131"/>
                </a:lnTo>
                <a:close/>
                <a:moveTo>
                  <a:pt x="234" y="142"/>
                </a:moveTo>
                <a:cubicBezTo>
                  <a:pt x="229" y="133"/>
                  <a:pt x="229" y="133"/>
                  <a:pt x="229" y="133"/>
                </a:cubicBezTo>
                <a:cubicBezTo>
                  <a:pt x="242" y="126"/>
                  <a:pt x="242" y="126"/>
                  <a:pt x="242" y="126"/>
                </a:cubicBezTo>
                <a:cubicBezTo>
                  <a:pt x="247" y="134"/>
                  <a:pt x="247" y="134"/>
                  <a:pt x="247" y="134"/>
                </a:cubicBezTo>
                <a:lnTo>
                  <a:pt x="234" y="14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10" name="Freeform 113">
            <a:extLst>
              <a:ext uri="{FF2B5EF4-FFF2-40B4-BE49-F238E27FC236}">
                <a16:creationId xmlns:a16="http://schemas.microsoft.com/office/drawing/2014/main" id="{A56E41F5-7AC1-4F61-9087-F210607AD5DE}"/>
              </a:ext>
            </a:extLst>
          </p:cNvPr>
          <p:cNvSpPr>
            <a:spLocks noChangeAspect="1" noEditPoints="1"/>
          </p:cNvSpPr>
          <p:nvPr/>
        </p:nvSpPr>
        <p:spPr bwMode="auto">
          <a:xfrm>
            <a:off x="620713" y="3381995"/>
            <a:ext cx="304800" cy="403225"/>
          </a:xfrm>
          <a:custGeom>
            <a:avLst/>
            <a:gdLst>
              <a:gd name="T0" fmla="*/ 117 w 195"/>
              <a:gd name="T1" fmla="*/ 91 h 258"/>
              <a:gd name="T2" fmla="*/ 121 w 195"/>
              <a:gd name="T3" fmla="*/ 97 h 258"/>
              <a:gd name="T4" fmla="*/ 135 w 195"/>
              <a:gd name="T5" fmla="*/ 127 h 258"/>
              <a:gd name="T6" fmla="*/ 108 w 195"/>
              <a:gd name="T7" fmla="*/ 138 h 258"/>
              <a:gd name="T8" fmla="*/ 107 w 195"/>
              <a:gd name="T9" fmla="*/ 135 h 258"/>
              <a:gd name="T10" fmla="*/ 50 w 195"/>
              <a:gd name="T11" fmla="*/ 60 h 258"/>
              <a:gd name="T12" fmla="*/ 43 w 195"/>
              <a:gd name="T13" fmla="*/ 61 h 258"/>
              <a:gd name="T14" fmla="*/ 45 w 195"/>
              <a:gd name="T15" fmla="*/ 129 h 258"/>
              <a:gd name="T16" fmla="*/ 83 w 195"/>
              <a:gd name="T17" fmla="*/ 146 h 258"/>
              <a:gd name="T18" fmla="*/ 83 w 195"/>
              <a:gd name="T19" fmla="*/ 138 h 258"/>
              <a:gd name="T20" fmla="*/ 49 w 195"/>
              <a:gd name="T21" fmla="*/ 70 h 258"/>
              <a:gd name="T22" fmla="*/ 101 w 195"/>
              <a:gd name="T23" fmla="*/ 125 h 258"/>
              <a:gd name="T24" fmla="*/ 72 w 195"/>
              <a:gd name="T25" fmla="*/ 104 h 258"/>
              <a:gd name="T26" fmla="*/ 103 w 195"/>
              <a:gd name="T27" fmla="*/ 169 h 258"/>
              <a:gd name="T28" fmla="*/ 107 w 195"/>
              <a:gd name="T29" fmla="*/ 174 h 258"/>
              <a:gd name="T30" fmla="*/ 110 w 195"/>
              <a:gd name="T31" fmla="*/ 146 h 258"/>
              <a:gd name="T32" fmla="*/ 155 w 195"/>
              <a:gd name="T33" fmla="*/ 82 h 258"/>
              <a:gd name="T34" fmla="*/ 116 w 195"/>
              <a:gd name="T35" fmla="*/ 247 h 258"/>
              <a:gd name="T36" fmla="*/ 85 w 195"/>
              <a:gd name="T37" fmla="*/ 250 h 258"/>
              <a:gd name="T38" fmla="*/ 76 w 195"/>
              <a:gd name="T39" fmla="*/ 247 h 258"/>
              <a:gd name="T40" fmla="*/ 80 w 195"/>
              <a:gd name="T41" fmla="*/ 257 h 258"/>
              <a:gd name="T42" fmla="*/ 115 w 195"/>
              <a:gd name="T43" fmla="*/ 258 h 258"/>
              <a:gd name="T44" fmla="*/ 122 w 195"/>
              <a:gd name="T45" fmla="*/ 253 h 258"/>
              <a:gd name="T46" fmla="*/ 116 w 195"/>
              <a:gd name="T47" fmla="*/ 247 h 258"/>
              <a:gd name="T48" fmla="*/ 67 w 195"/>
              <a:gd name="T49" fmla="*/ 230 h 258"/>
              <a:gd name="T50" fmla="*/ 67 w 195"/>
              <a:gd name="T51" fmla="*/ 238 h 258"/>
              <a:gd name="T52" fmla="*/ 135 w 195"/>
              <a:gd name="T53" fmla="*/ 234 h 258"/>
              <a:gd name="T54" fmla="*/ 163 w 195"/>
              <a:gd name="T55" fmla="*/ 26 h 258"/>
              <a:gd name="T56" fmla="*/ 4 w 195"/>
              <a:gd name="T57" fmla="*/ 87 h 258"/>
              <a:gd name="T58" fmla="*/ 59 w 195"/>
              <a:gd name="T59" fmla="*/ 214 h 258"/>
              <a:gd name="T60" fmla="*/ 135 w 195"/>
              <a:gd name="T61" fmla="*/ 218 h 258"/>
              <a:gd name="T62" fmla="*/ 159 w 195"/>
              <a:gd name="T63" fmla="*/ 173 h 258"/>
              <a:gd name="T64" fmla="*/ 163 w 195"/>
              <a:gd name="T65" fmla="*/ 26 h 258"/>
              <a:gd name="T66" fmla="*/ 131 w 195"/>
              <a:gd name="T67" fmla="*/ 210 h 258"/>
              <a:gd name="T68" fmla="*/ 45 w 195"/>
              <a:gd name="T69" fmla="*/ 167 h 258"/>
              <a:gd name="T70" fmla="*/ 89 w 195"/>
              <a:gd name="T71" fmla="*/ 11 h 258"/>
              <a:gd name="T72" fmla="*/ 187 w 195"/>
              <a:gd name="T73" fmla="*/ 9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5" h="258">
                <a:moveTo>
                  <a:pt x="151" y="78"/>
                </a:moveTo>
                <a:cubicBezTo>
                  <a:pt x="150" y="78"/>
                  <a:pt x="132" y="79"/>
                  <a:pt x="117" y="91"/>
                </a:cubicBezTo>
                <a:cubicBezTo>
                  <a:pt x="115" y="92"/>
                  <a:pt x="114" y="95"/>
                  <a:pt x="116" y="96"/>
                </a:cubicBezTo>
                <a:cubicBezTo>
                  <a:pt x="117" y="98"/>
                  <a:pt x="120" y="99"/>
                  <a:pt x="121" y="97"/>
                </a:cubicBezTo>
                <a:cubicBezTo>
                  <a:pt x="131" y="90"/>
                  <a:pt x="142" y="88"/>
                  <a:pt x="147" y="87"/>
                </a:cubicBezTo>
                <a:cubicBezTo>
                  <a:pt x="147" y="95"/>
                  <a:pt x="147" y="115"/>
                  <a:pt x="135" y="127"/>
                </a:cubicBezTo>
                <a:cubicBezTo>
                  <a:pt x="129" y="134"/>
                  <a:pt x="119" y="138"/>
                  <a:pt x="108" y="138"/>
                </a:cubicBezTo>
                <a:cubicBezTo>
                  <a:pt x="108" y="138"/>
                  <a:pt x="108" y="138"/>
                  <a:pt x="108" y="138"/>
                </a:cubicBezTo>
                <a:cubicBezTo>
                  <a:pt x="107" y="137"/>
                  <a:pt x="107" y="136"/>
                  <a:pt x="107" y="136"/>
                </a:cubicBezTo>
                <a:cubicBezTo>
                  <a:pt x="107" y="135"/>
                  <a:pt x="107" y="135"/>
                  <a:pt x="107" y="135"/>
                </a:cubicBezTo>
                <a:cubicBezTo>
                  <a:pt x="118" y="89"/>
                  <a:pt x="91" y="79"/>
                  <a:pt x="71" y="72"/>
                </a:cubicBezTo>
                <a:cubicBezTo>
                  <a:pt x="62" y="69"/>
                  <a:pt x="54" y="66"/>
                  <a:pt x="50" y="60"/>
                </a:cubicBezTo>
                <a:cubicBezTo>
                  <a:pt x="50" y="59"/>
                  <a:pt x="48" y="58"/>
                  <a:pt x="46" y="58"/>
                </a:cubicBezTo>
                <a:cubicBezTo>
                  <a:pt x="45" y="58"/>
                  <a:pt x="43" y="60"/>
                  <a:pt x="43" y="61"/>
                </a:cubicBezTo>
                <a:cubicBezTo>
                  <a:pt x="43" y="62"/>
                  <a:pt x="43" y="62"/>
                  <a:pt x="43" y="63"/>
                </a:cubicBezTo>
                <a:cubicBezTo>
                  <a:pt x="34" y="92"/>
                  <a:pt x="35" y="114"/>
                  <a:pt x="45" y="129"/>
                </a:cubicBezTo>
                <a:cubicBezTo>
                  <a:pt x="53" y="139"/>
                  <a:pt x="65" y="145"/>
                  <a:pt x="83" y="146"/>
                </a:cubicBezTo>
                <a:cubicBezTo>
                  <a:pt x="83" y="146"/>
                  <a:pt x="83" y="146"/>
                  <a:pt x="83" y="146"/>
                </a:cubicBezTo>
                <a:cubicBezTo>
                  <a:pt x="85" y="146"/>
                  <a:pt x="87" y="144"/>
                  <a:pt x="87" y="142"/>
                </a:cubicBezTo>
                <a:cubicBezTo>
                  <a:pt x="87" y="140"/>
                  <a:pt x="85" y="138"/>
                  <a:pt x="83" y="138"/>
                </a:cubicBezTo>
                <a:cubicBezTo>
                  <a:pt x="68" y="137"/>
                  <a:pt x="58" y="133"/>
                  <a:pt x="52" y="124"/>
                </a:cubicBezTo>
                <a:cubicBezTo>
                  <a:pt x="43" y="112"/>
                  <a:pt x="42" y="94"/>
                  <a:pt x="49" y="70"/>
                </a:cubicBezTo>
                <a:cubicBezTo>
                  <a:pt x="54" y="75"/>
                  <a:pt x="61" y="77"/>
                  <a:pt x="69" y="80"/>
                </a:cubicBezTo>
                <a:cubicBezTo>
                  <a:pt x="88" y="87"/>
                  <a:pt x="105" y="93"/>
                  <a:pt x="101" y="125"/>
                </a:cubicBezTo>
                <a:cubicBezTo>
                  <a:pt x="90" y="111"/>
                  <a:pt x="77" y="103"/>
                  <a:pt x="77" y="103"/>
                </a:cubicBezTo>
                <a:cubicBezTo>
                  <a:pt x="75" y="101"/>
                  <a:pt x="73" y="102"/>
                  <a:pt x="72" y="104"/>
                </a:cubicBezTo>
                <a:cubicBezTo>
                  <a:pt x="70" y="106"/>
                  <a:pt x="71" y="108"/>
                  <a:pt x="73" y="109"/>
                </a:cubicBezTo>
                <a:cubicBezTo>
                  <a:pt x="73" y="110"/>
                  <a:pt x="110" y="132"/>
                  <a:pt x="103" y="169"/>
                </a:cubicBezTo>
                <a:cubicBezTo>
                  <a:pt x="103" y="171"/>
                  <a:pt x="104" y="173"/>
                  <a:pt x="106" y="174"/>
                </a:cubicBezTo>
                <a:cubicBezTo>
                  <a:pt x="106" y="174"/>
                  <a:pt x="107" y="174"/>
                  <a:pt x="107" y="174"/>
                </a:cubicBezTo>
                <a:cubicBezTo>
                  <a:pt x="109" y="174"/>
                  <a:pt x="111" y="173"/>
                  <a:pt x="111" y="171"/>
                </a:cubicBezTo>
                <a:cubicBezTo>
                  <a:pt x="113" y="162"/>
                  <a:pt x="112" y="153"/>
                  <a:pt x="110" y="146"/>
                </a:cubicBezTo>
                <a:cubicBezTo>
                  <a:pt x="123" y="145"/>
                  <a:pt x="134" y="141"/>
                  <a:pt x="141" y="132"/>
                </a:cubicBezTo>
                <a:cubicBezTo>
                  <a:pt x="158" y="114"/>
                  <a:pt x="155" y="83"/>
                  <a:pt x="155" y="82"/>
                </a:cubicBezTo>
                <a:cubicBezTo>
                  <a:pt x="155" y="79"/>
                  <a:pt x="153" y="78"/>
                  <a:pt x="151" y="78"/>
                </a:cubicBezTo>
                <a:close/>
                <a:moveTo>
                  <a:pt x="116" y="247"/>
                </a:moveTo>
                <a:cubicBezTo>
                  <a:pt x="113" y="250"/>
                  <a:pt x="113" y="250"/>
                  <a:pt x="113" y="250"/>
                </a:cubicBezTo>
                <a:cubicBezTo>
                  <a:pt x="85" y="250"/>
                  <a:pt x="85" y="250"/>
                  <a:pt x="85" y="250"/>
                </a:cubicBezTo>
                <a:cubicBezTo>
                  <a:pt x="82" y="247"/>
                  <a:pt x="82" y="247"/>
                  <a:pt x="82" y="247"/>
                </a:cubicBezTo>
                <a:cubicBezTo>
                  <a:pt x="80" y="246"/>
                  <a:pt x="78" y="246"/>
                  <a:pt x="76" y="247"/>
                </a:cubicBezTo>
                <a:cubicBezTo>
                  <a:pt x="75" y="249"/>
                  <a:pt x="75" y="251"/>
                  <a:pt x="76" y="253"/>
                </a:cubicBezTo>
                <a:cubicBezTo>
                  <a:pt x="80" y="257"/>
                  <a:pt x="80" y="257"/>
                  <a:pt x="80" y="257"/>
                </a:cubicBezTo>
                <a:cubicBezTo>
                  <a:pt x="81" y="258"/>
                  <a:pt x="82" y="258"/>
                  <a:pt x="83" y="258"/>
                </a:cubicBezTo>
                <a:cubicBezTo>
                  <a:pt x="115" y="258"/>
                  <a:pt x="115" y="258"/>
                  <a:pt x="115" y="258"/>
                </a:cubicBezTo>
                <a:cubicBezTo>
                  <a:pt x="116" y="258"/>
                  <a:pt x="117" y="258"/>
                  <a:pt x="118" y="257"/>
                </a:cubicBezTo>
                <a:cubicBezTo>
                  <a:pt x="122" y="253"/>
                  <a:pt x="122" y="253"/>
                  <a:pt x="122" y="253"/>
                </a:cubicBezTo>
                <a:cubicBezTo>
                  <a:pt x="123" y="251"/>
                  <a:pt x="123" y="249"/>
                  <a:pt x="122" y="247"/>
                </a:cubicBezTo>
                <a:cubicBezTo>
                  <a:pt x="120" y="246"/>
                  <a:pt x="118" y="246"/>
                  <a:pt x="116" y="247"/>
                </a:cubicBezTo>
                <a:close/>
                <a:moveTo>
                  <a:pt x="131" y="230"/>
                </a:moveTo>
                <a:cubicBezTo>
                  <a:pt x="67" y="230"/>
                  <a:pt x="67" y="230"/>
                  <a:pt x="67" y="230"/>
                </a:cubicBezTo>
                <a:cubicBezTo>
                  <a:pt x="65" y="230"/>
                  <a:pt x="63" y="232"/>
                  <a:pt x="63" y="234"/>
                </a:cubicBezTo>
                <a:cubicBezTo>
                  <a:pt x="63" y="236"/>
                  <a:pt x="65" y="238"/>
                  <a:pt x="67" y="238"/>
                </a:cubicBezTo>
                <a:cubicBezTo>
                  <a:pt x="131" y="238"/>
                  <a:pt x="131" y="238"/>
                  <a:pt x="131" y="238"/>
                </a:cubicBezTo>
                <a:cubicBezTo>
                  <a:pt x="133" y="238"/>
                  <a:pt x="135" y="236"/>
                  <a:pt x="135" y="234"/>
                </a:cubicBezTo>
                <a:cubicBezTo>
                  <a:pt x="135" y="232"/>
                  <a:pt x="133" y="230"/>
                  <a:pt x="131" y="230"/>
                </a:cubicBezTo>
                <a:close/>
                <a:moveTo>
                  <a:pt x="163" y="26"/>
                </a:moveTo>
                <a:cubicBezTo>
                  <a:pt x="142" y="8"/>
                  <a:pt x="116" y="0"/>
                  <a:pt x="88" y="3"/>
                </a:cubicBezTo>
                <a:cubicBezTo>
                  <a:pt x="44" y="7"/>
                  <a:pt x="8" y="43"/>
                  <a:pt x="4" y="87"/>
                </a:cubicBezTo>
                <a:cubicBezTo>
                  <a:pt x="0" y="121"/>
                  <a:pt x="13" y="153"/>
                  <a:pt x="40" y="173"/>
                </a:cubicBezTo>
                <a:cubicBezTo>
                  <a:pt x="52" y="183"/>
                  <a:pt x="59" y="198"/>
                  <a:pt x="59" y="214"/>
                </a:cubicBezTo>
                <a:cubicBezTo>
                  <a:pt x="59" y="216"/>
                  <a:pt x="61" y="218"/>
                  <a:pt x="63" y="218"/>
                </a:cubicBezTo>
                <a:cubicBezTo>
                  <a:pt x="135" y="218"/>
                  <a:pt x="135" y="218"/>
                  <a:pt x="135" y="218"/>
                </a:cubicBezTo>
                <a:cubicBezTo>
                  <a:pt x="137" y="218"/>
                  <a:pt x="139" y="216"/>
                  <a:pt x="139" y="214"/>
                </a:cubicBezTo>
                <a:cubicBezTo>
                  <a:pt x="139" y="198"/>
                  <a:pt x="146" y="183"/>
                  <a:pt x="159" y="173"/>
                </a:cubicBezTo>
                <a:cubicBezTo>
                  <a:pt x="182" y="155"/>
                  <a:pt x="195" y="127"/>
                  <a:pt x="195" y="98"/>
                </a:cubicBezTo>
                <a:cubicBezTo>
                  <a:pt x="195" y="71"/>
                  <a:pt x="183" y="45"/>
                  <a:pt x="163" y="26"/>
                </a:cubicBezTo>
                <a:close/>
                <a:moveTo>
                  <a:pt x="154" y="167"/>
                </a:moveTo>
                <a:cubicBezTo>
                  <a:pt x="140" y="178"/>
                  <a:pt x="132" y="193"/>
                  <a:pt x="131" y="210"/>
                </a:cubicBezTo>
                <a:cubicBezTo>
                  <a:pt x="67" y="210"/>
                  <a:pt x="67" y="210"/>
                  <a:pt x="67" y="210"/>
                </a:cubicBezTo>
                <a:cubicBezTo>
                  <a:pt x="66" y="193"/>
                  <a:pt x="58" y="177"/>
                  <a:pt x="45" y="167"/>
                </a:cubicBezTo>
                <a:cubicBezTo>
                  <a:pt x="21" y="148"/>
                  <a:pt x="8" y="119"/>
                  <a:pt x="12" y="88"/>
                </a:cubicBezTo>
                <a:cubicBezTo>
                  <a:pt x="16" y="48"/>
                  <a:pt x="49" y="15"/>
                  <a:pt x="89" y="11"/>
                </a:cubicBezTo>
                <a:cubicBezTo>
                  <a:pt x="114" y="8"/>
                  <a:pt x="139" y="16"/>
                  <a:pt x="158" y="32"/>
                </a:cubicBezTo>
                <a:cubicBezTo>
                  <a:pt x="176" y="49"/>
                  <a:pt x="187" y="73"/>
                  <a:pt x="187" y="98"/>
                </a:cubicBezTo>
                <a:cubicBezTo>
                  <a:pt x="187" y="125"/>
                  <a:pt x="175" y="150"/>
                  <a:pt x="154" y="16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16" name="Freeform 117">
            <a:extLst>
              <a:ext uri="{FF2B5EF4-FFF2-40B4-BE49-F238E27FC236}">
                <a16:creationId xmlns:a16="http://schemas.microsoft.com/office/drawing/2014/main" id="{0983FF40-9578-47F6-B19A-DA4E15F97328}"/>
              </a:ext>
            </a:extLst>
          </p:cNvPr>
          <p:cNvSpPr>
            <a:spLocks noChangeAspect="1" noEditPoints="1"/>
          </p:cNvSpPr>
          <p:nvPr/>
        </p:nvSpPr>
        <p:spPr bwMode="auto">
          <a:xfrm>
            <a:off x="1538353" y="3392460"/>
            <a:ext cx="404812" cy="400050"/>
          </a:xfrm>
          <a:custGeom>
            <a:avLst/>
            <a:gdLst>
              <a:gd name="T0" fmla="*/ 257 w 260"/>
              <a:gd name="T1" fmla="*/ 100 h 256"/>
              <a:gd name="T2" fmla="*/ 35 w 260"/>
              <a:gd name="T3" fmla="*/ 177 h 256"/>
              <a:gd name="T4" fmla="*/ 3 w 260"/>
              <a:gd name="T5" fmla="*/ 184 h 256"/>
              <a:gd name="T6" fmla="*/ 63 w 260"/>
              <a:gd name="T7" fmla="*/ 238 h 256"/>
              <a:gd name="T8" fmla="*/ 47 w 260"/>
              <a:gd name="T9" fmla="*/ 256 h 256"/>
              <a:gd name="T10" fmla="*/ 70 w 260"/>
              <a:gd name="T11" fmla="*/ 235 h 256"/>
              <a:gd name="T12" fmla="*/ 174 w 260"/>
              <a:gd name="T13" fmla="*/ 221 h 256"/>
              <a:gd name="T14" fmla="*/ 157 w 260"/>
              <a:gd name="T15" fmla="*/ 8 h 256"/>
              <a:gd name="T16" fmla="*/ 176 w 260"/>
              <a:gd name="T17" fmla="*/ 174 h 256"/>
              <a:gd name="T18" fmla="*/ 133 w 260"/>
              <a:gd name="T19" fmla="*/ 147 h 256"/>
              <a:gd name="T20" fmla="*/ 144 w 260"/>
              <a:gd name="T21" fmla="*/ 121 h 256"/>
              <a:gd name="T22" fmla="*/ 113 w 260"/>
              <a:gd name="T23" fmla="*/ 98 h 256"/>
              <a:gd name="T24" fmla="*/ 90 w 260"/>
              <a:gd name="T25" fmla="*/ 81 h 256"/>
              <a:gd name="T26" fmla="*/ 98 w 260"/>
              <a:gd name="T27" fmla="*/ 76 h 256"/>
              <a:gd name="T28" fmla="*/ 126 w 260"/>
              <a:gd name="T29" fmla="*/ 53 h 256"/>
              <a:gd name="T30" fmla="*/ 139 w 260"/>
              <a:gd name="T31" fmla="*/ 34 h 256"/>
              <a:gd name="T32" fmla="*/ 125 w 260"/>
              <a:gd name="T33" fmla="*/ 39 h 256"/>
              <a:gd name="T34" fmla="*/ 104 w 260"/>
              <a:gd name="T35" fmla="*/ 53 h 256"/>
              <a:gd name="T36" fmla="*/ 89 w 260"/>
              <a:gd name="T37" fmla="*/ 71 h 256"/>
              <a:gd name="T38" fmla="*/ 94 w 260"/>
              <a:gd name="T39" fmla="*/ 100 h 256"/>
              <a:gd name="T40" fmla="*/ 122 w 260"/>
              <a:gd name="T41" fmla="*/ 116 h 256"/>
              <a:gd name="T42" fmla="*/ 133 w 260"/>
              <a:gd name="T43" fmla="*/ 138 h 256"/>
              <a:gd name="T44" fmla="*/ 108 w 260"/>
              <a:gd name="T45" fmla="*/ 148 h 256"/>
              <a:gd name="T46" fmla="*/ 82 w 260"/>
              <a:gd name="T47" fmla="*/ 117 h 256"/>
              <a:gd name="T48" fmla="*/ 94 w 260"/>
              <a:gd name="T49" fmla="*/ 148 h 256"/>
              <a:gd name="T50" fmla="*/ 171 w 260"/>
              <a:gd name="T51" fmla="*/ 213 h 256"/>
              <a:gd name="T52" fmla="*/ 66 w 260"/>
              <a:gd name="T53" fmla="*/ 228 h 256"/>
              <a:gd name="T54" fmla="*/ 94 w 260"/>
              <a:gd name="T55" fmla="*/ 156 h 256"/>
              <a:gd name="T56" fmla="*/ 109 w 260"/>
              <a:gd name="T57" fmla="*/ 180 h 256"/>
              <a:gd name="T58" fmla="*/ 160 w 260"/>
              <a:gd name="T59" fmla="*/ 188 h 256"/>
              <a:gd name="T60" fmla="*/ 248 w 260"/>
              <a:gd name="T61" fmla="*/ 168 h 256"/>
              <a:gd name="T62" fmla="*/ 179 w 260"/>
              <a:gd name="T63" fmla="*/ 116 h 256"/>
              <a:gd name="T64" fmla="*/ 199 w 260"/>
              <a:gd name="T65" fmla="*/ 153 h 256"/>
              <a:gd name="T66" fmla="*/ 217 w 260"/>
              <a:gd name="T67" fmla="*/ 133 h 256"/>
              <a:gd name="T68" fmla="*/ 229 w 260"/>
              <a:gd name="T69" fmla="*/ 92 h 256"/>
              <a:gd name="T70" fmla="*/ 225 w 260"/>
              <a:gd name="T71" fmla="*/ 80 h 256"/>
              <a:gd name="T72" fmla="*/ 217 w 260"/>
              <a:gd name="T73" fmla="*/ 85 h 256"/>
              <a:gd name="T74" fmla="*/ 210 w 260"/>
              <a:gd name="T75" fmla="*/ 129 h 256"/>
              <a:gd name="T76" fmla="*/ 200 w 260"/>
              <a:gd name="T77" fmla="*/ 145 h 256"/>
              <a:gd name="T78" fmla="*/ 179 w 260"/>
              <a:gd name="T79" fmla="*/ 108 h 256"/>
              <a:gd name="T80" fmla="*/ 166 w 260"/>
              <a:gd name="T81" fmla="*/ 84 h 256"/>
              <a:gd name="T82" fmla="*/ 182 w 260"/>
              <a:gd name="T83" fmla="*/ 76 h 256"/>
              <a:gd name="T84" fmla="*/ 198 w 260"/>
              <a:gd name="T85" fmla="*/ 58 h 256"/>
              <a:gd name="T86" fmla="*/ 176 w 260"/>
              <a:gd name="T87" fmla="*/ 49 h 256"/>
              <a:gd name="T88" fmla="*/ 185 w 260"/>
              <a:gd name="T89" fmla="*/ 40 h 256"/>
              <a:gd name="T90" fmla="*/ 172 w 260"/>
              <a:gd name="T91" fmla="*/ 37 h 256"/>
              <a:gd name="T92" fmla="*/ 189 w 260"/>
              <a:gd name="T93" fmla="*/ 60 h 256"/>
              <a:gd name="T94" fmla="*/ 193 w 260"/>
              <a:gd name="T95" fmla="*/ 67 h 256"/>
              <a:gd name="T96" fmla="*/ 163 w 260"/>
              <a:gd name="T97" fmla="*/ 7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60" h="256">
                <a:moveTo>
                  <a:pt x="255" y="164"/>
                </a:moveTo>
                <a:cubicBezTo>
                  <a:pt x="253" y="160"/>
                  <a:pt x="250" y="156"/>
                  <a:pt x="245" y="154"/>
                </a:cubicBezTo>
                <a:cubicBezTo>
                  <a:pt x="244" y="153"/>
                  <a:pt x="243" y="153"/>
                  <a:pt x="242" y="153"/>
                </a:cubicBezTo>
                <a:cubicBezTo>
                  <a:pt x="252" y="137"/>
                  <a:pt x="257" y="119"/>
                  <a:pt x="257" y="100"/>
                </a:cubicBezTo>
                <a:cubicBezTo>
                  <a:pt x="257" y="45"/>
                  <a:pt x="212" y="0"/>
                  <a:pt x="157" y="0"/>
                </a:cubicBezTo>
                <a:cubicBezTo>
                  <a:pt x="102" y="0"/>
                  <a:pt x="57" y="45"/>
                  <a:pt x="57" y="100"/>
                </a:cubicBezTo>
                <a:cubicBezTo>
                  <a:pt x="57" y="119"/>
                  <a:pt x="63" y="138"/>
                  <a:pt x="73" y="154"/>
                </a:cubicBezTo>
                <a:cubicBezTo>
                  <a:pt x="35" y="177"/>
                  <a:pt x="35" y="177"/>
                  <a:pt x="35" y="177"/>
                </a:cubicBezTo>
                <a:cubicBezTo>
                  <a:pt x="35" y="177"/>
                  <a:pt x="35" y="177"/>
                  <a:pt x="34" y="177"/>
                </a:cubicBezTo>
                <a:cubicBezTo>
                  <a:pt x="32" y="174"/>
                  <a:pt x="32" y="174"/>
                  <a:pt x="32" y="174"/>
                </a:cubicBezTo>
                <a:cubicBezTo>
                  <a:pt x="31" y="172"/>
                  <a:pt x="29" y="172"/>
                  <a:pt x="27" y="172"/>
                </a:cubicBezTo>
                <a:cubicBezTo>
                  <a:pt x="3" y="184"/>
                  <a:pt x="3" y="184"/>
                  <a:pt x="3" y="184"/>
                </a:cubicBezTo>
                <a:cubicBezTo>
                  <a:pt x="1" y="185"/>
                  <a:pt x="0" y="188"/>
                  <a:pt x="1" y="190"/>
                </a:cubicBezTo>
                <a:cubicBezTo>
                  <a:pt x="2" y="192"/>
                  <a:pt x="5" y="193"/>
                  <a:pt x="7" y="192"/>
                </a:cubicBezTo>
                <a:cubicBezTo>
                  <a:pt x="28" y="181"/>
                  <a:pt x="28" y="181"/>
                  <a:pt x="28" y="181"/>
                </a:cubicBezTo>
                <a:cubicBezTo>
                  <a:pt x="63" y="238"/>
                  <a:pt x="63" y="238"/>
                  <a:pt x="63" y="238"/>
                </a:cubicBezTo>
                <a:cubicBezTo>
                  <a:pt x="43" y="248"/>
                  <a:pt x="43" y="248"/>
                  <a:pt x="43" y="248"/>
                </a:cubicBezTo>
                <a:cubicBezTo>
                  <a:pt x="41" y="249"/>
                  <a:pt x="40" y="252"/>
                  <a:pt x="41" y="254"/>
                </a:cubicBezTo>
                <a:cubicBezTo>
                  <a:pt x="42" y="255"/>
                  <a:pt x="44" y="256"/>
                  <a:pt x="45" y="256"/>
                </a:cubicBezTo>
                <a:cubicBezTo>
                  <a:pt x="46" y="256"/>
                  <a:pt x="46" y="256"/>
                  <a:pt x="47" y="256"/>
                </a:cubicBezTo>
                <a:cubicBezTo>
                  <a:pt x="71" y="244"/>
                  <a:pt x="71" y="244"/>
                  <a:pt x="71" y="244"/>
                </a:cubicBezTo>
                <a:cubicBezTo>
                  <a:pt x="72" y="243"/>
                  <a:pt x="73" y="242"/>
                  <a:pt x="73" y="241"/>
                </a:cubicBezTo>
                <a:cubicBezTo>
                  <a:pt x="73" y="240"/>
                  <a:pt x="73" y="239"/>
                  <a:pt x="72" y="238"/>
                </a:cubicBezTo>
                <a:cubicBezTo>
                  <a:pt x="70" y="235"/>
                  <a:pt x="70" y="235"/>
                  <a:pt x="70" y="235"/>
                </a:cubicBezTo>
                <a:cubicBezTo>
                  <a:pt x="84" y="227"/>
                  <a:pt x="84" y="227"/>
                  <a:pt x="84" y="227"/>
                </a:cubicBezTo>
                <a:cubicBezTo>
                  <a:pt x="87" y="225"/>
                  <a:pt x="90" y="224"/>
                  <a:pt x="94" y="224"/>
                </a:cubicBezTo>
                <a:cubicBezTo>
                  <a:pt x="157" y="224"/>
                  <a:pt x="157" y="224"/>
                  <a:pt x="157" y="224"/>
                </a:cubicBezTo>
                <a:cubicBezTo>
                  <a:pt x="163" y="224"/>
                  <a:pt x="169" y="223"/>
                  <a:pt x="174" y="221"/>
                </a:cubicBezTo>
                <a:cubicBezTo>
                  <a:pt x="245" y="191"/>
                  <a:pt x="245" y="191"/>
                  <a:pt x="245" y="191"/>
                </a:cubicBezTo>
                <a:cubicBezTo>
                  <a:pt x="255" y="186"/>
                  <a:pt x="260" y="175"/>
                  <a:pt x="255" y="164"/>
                </a:cubicBezTo>
                <a:close/>
                <a:moveTo>
                  <a:pt x="65" y="100"/>
                </a:moveTo>
                <a:cubicBezTo>
                  <a:pt x="65" y="49"/>
                  <a:pt x="106" y="8"/>
                  <a:pt x="157" y="8"/>
                </a:cubicBezTo>
                <a:cubicBezTo>
                  <a:pt x="208" y="8"/>
                  <a:pt x="249" y="49"/>
                  <a:pt x="249" y="100"/>
                </a:cubicBezTo>
                <a:cubicBezTo>
                  <a:pt x="249" y="119"/>
                  <a:pt x="243" y="137"/>
                  <a:pt x="232" y="153"/>
                </a:cubicBezTo>
                <a:cubicBezTo>
                  <a:pt x="231" y="153"/>
                  <a:pt x="230" y="153"/>
                  <a:pt x="229" y="154"/>
                </a:cubicBezTo>
                <a:cubicBezTo>
                  <a:pt x="176" y="174"/>
                  <a:pt x="176" y="174"/>
                  <a:pt x="176" y="174"/>
                </a:cubicBezTo>
                <a:cubicBezTo>
                  <a:pt x="177" y="172"/>
                  <a:pt x="177" y="170"/>
                  <a:pt x="177" y="168"/>
                </a:cubicBezTo>
                <a:cubicBezTo>
                  <a:pt x="177" y="157"/>
                  <a:pt x="168" y="148"/>
                  <a:pt x="157" y="148"/>
                </a:cubicBezTo>
                <a:cubicBezTo>
                  <a:pt x="133" y="148"/>
                  <a:pt x="133" y="148"/>
                  <a:pt x="133" y="148"/>
                </a:cubicBezTo>
                <a:cubicBezTo>
                  <a:pt x="133" y="147"/>
                  <a:pt x="133" y="147"/>
                  <a:pt x="133" y="147"/>
                </a:cubicBezTo>
                <a:cubicBezTo>
                  <a:pt x="133" y="147"/>
                  <a:pt x="133" y="146"/>
                  <a:pt x="134" y="146"/>
                </a:cubicBezTo>
                <a:cubicBezTo>
                  <a:pt x="137" y="145"/>
                  <a:pt x="137" y="145"/>
                  <a:pt x="137" y="145"/>
                </a:cubicBezTo>
                <a:cubicBezTo>
                  <a:pt x="139" y="143"/>
                  <a:pt x="141" y="141"/>
                  <a:pt x="141" y="138"/>
                </a:cubicBezTo>
                <a:cubicBezTo>
                  <a:pt x="144" y="121"/>
                  <a:pt x="144" y="121"/>
                  <a:pt x="144" y="121"/>
                </a:cubicBezTo>
                <a:cubicBezTo>
                  <a:pt x="145" y="117"/>
                  <a:pt x="142" y="112"/>
                  <a:pt x="137" y="111"/>
                </a:cubicBezTo>
                <a:cubicBezTo>
                  <a:pt x="123" y="108"/>
                  <a:pt x="123" y="108"/>
                  <a:pt x="123" y="108"/>
                </a:cubicBezTo>
                <a:cubicBezTo>
                  <a:pt x="123" y="108"/>
                  <a:pt x="123" y="108"/>
                  <a:pt x="123" y="108"/>
                </a:cubicBezTo>
                <a:cubicBezTo>
                  <a:pt x="113" y="98"/>
                  <a:pt x="113" y="98"/>
                  <a:pt x="113" y="98"/>
                </a:cubicBezTo>
                <a:cubicBezTo>
                  <a:pt x="112" y="97"/>
                  <a:pt x="110" y="96"/>
                  <a:pt x="109" y="96"/>
                </a:cubicBezTo>
                <a:cubicBezTo>
                  <a:pt x="96" y="93"/>
                  <a:pt x="96" y="93"/>
                  <a:pt x="96" y="93"/>
                </a:cubicBezTo>
                <a:cubicBezTo>
                  <a:pt x="96" y="93"/>
                  <a:pt x="96" y="92"/>
                  <a:pt x="96" y="92"/>
                </a:cubicBezTo>
                <a:cubicBezTo>
                  <a:pt x="90" y="81"/>
                  <a:pt x="90" y="81"/>
                  <a:pt x="90" y="81"/>
                </a:cubicBezTo>
                <a:cubicBezTo>
                  <a:pt x="90" y="81"/>
                  <a:pt x="90" y="81"/>
                  <a:pt x="90" y="80"/>
                </a:cubicBezTo>
                <a:cubicBezTo>
                  <a:pt x="94" y="76"/>
                  <a:pt x="94" y="76"/>
                  <a:pt x="94" y="76"/>
                </a:cubicBezTo>
                <a:cubicBezTo>
                  <a:pt x="95" y="76"/>
                  <a:pt x="95" y="76"/>
                  <a:pt x="95" y="76"/>
                </a:cubicBezTo>
                <a:cubicBezTo>
                  <a:pt x="98" y="76"/>
                  <a:pt x="98" y="76"/>
                  <a:pt x="98" y="76"/>
                </a:cubicBezTo>
                <a:cubicBezTo>
                  <a:pt x="101" y="76"/>
                  <a:pt x="105" y="74"/>
                  <a:pt x="106" y="70"/>
                </a:cubicBezTo>
                <a:cubicBezTo>
                  <a:pt x="112" y="56"/>
                  <a:pt x="112" y="56"/>
                  <a:pt x="112" y="56"/>
                </a:cubicBezTo>
                <a:cubicBezTo>
                  <a:pt x="112" y="56"/>
                  <a:pt x="112" y="55"/>
                  <a:pt x="112" y="55"/>
                </a:cubicBezTo>
                <a:cubicBezTo>
                  <a:pt x="126" y="53"/>
                  <a:pt x="126" y="53"/>
                  <a:pt x="126" y="53"/>
                </a:cubicBezTo>
                <a:cubicBezTo>
                  <a:pt x="130" y="52"/>
                  <a:pt x="133" y="48"/>
                  <a:pt x="133" y="44"/>
                </a:cubicBezTo>
                <a:cubicBezTo>
                  <a:pt x="133" y="39"/>
                  <a:pt x="133" y="39"/>
                  <a:pt x="133" y="39"/>
                </a:cubicBezTo>
                <a:cubicBezTo>
                  <a:pt x="133" y="38"/>
                  <a:pt x="133" y="38"/>
                  <a:pt x="133" y="38"/>
                </a:cubicBezTo>
                <a:cubicBezTo>
                  <a:pt x="139" y="34"/>
                  <a:pt x="139" y="34"/>
                  <a:pt x="139" y="34"/>
                </a:cubicBezTo>
                <a:cubicBezTo>
                  <a:pt x="141" y="33"/>
                  <a:pt x="141" y="30"/>
                  <a:pt x="140" y="28"/>
                </a:cubicBezTo>
                <a:cubicBezTo>
                  <a:pt x="139" y="27"/>
                  <a:pt x="137" y="26"/>
                  <a:pt x="135" y="27"/>
                </a:cubicBezTo>
                <a:cubicBezTo>
                  <a:pt x="129" y="31"/>
                  <a:pt x="129" y="31"/>
                  <a:pt x="129" y="31"/>
                </a:cubicBezTo>
                <a:cubicBezTo>
                  <a:pt x="126" y="33"/>
                  <a:pt x="125" y="36"/>
                  <a:pt x="125" y="39"/>
                </a:cubicBezTo>
                <a:cubicBezTo>
                  <a:pt x="125" y="44"/>
                  <a:pt x="125" y="44"/>
                  <a:pt x="125" y="44"/>
                </a:cubicBezTo>
                <a:cubicBezTo>
                  <a:pt x="125" y="44"/>
                  <a:pt x="125" y="45"/>
                  <a:pt x="124" y="45"/>
                </a:cubicBezTo>
                <a:cubicBezTo>
                  <a:pt x="111" y="48"/>
                  <a:pt x="111" y="48"/>
                  <a:pt x="111" y="48"/>
                </a:cubicBezTo>
                <a:cubicBezTo>
                  <a:pt x="108" y="48"/>
                  <a:pt x="105" y="50"/>
                  <a:pt x="104" y="53"/>
                </a:cubicBezTo>
                <a:cubicBezTo>
                  <a:pt x="99" y="67"/>
                  <a:pt x="99" y="67"/>
                  <a:pt x="99" y="67"/>
                </a:cubicBezTo>
                <a:cubicBezTo>
                  <a:pt x="98" y="68"/>
                  <a:pt x="98" y="68"/>
                  <a:pt x="98" y="68"/>
                </a:cubicBezTo>
                <a:cubicBezTo>
                  <a:pt x="95" y="68"/>
                  <a:pt x="95" y="68"/>
                  <a:pt x="95" y="68"/>
                </a:cubicBezTo>
                <a:cubicBezTo>
                  <a:pt x="93" y="68"/>
                  <a:pt x="90" y="69"/>
                  <a:pt x="89" y="71"/>
                </a:cubicBezTo>
                <a:cubicBezTo>
                  <a:pt x="85" y="75"/>
                  <a:pt x="85" y="75"/>
                  <a:pt x="85" y="75"/>
                </a:cubicBezTo>
                <a:cubicBezTo>
                  <a:pt x="82" y="77"/>
                  <a:pt x="81" y="82"/>
                  <a:pt x="83" y="85"/>
                </a:cubicBezTo>
                <a:cubicBezTo>
                  <a:pt x="88" y="96"/>
                  <a:pt x="88" y="96"/>
                  <a:pt x="88" y="96"/>
                </a:cubicBezTo>
                <a:cubicBezTo>
                  <a:pt x="90" y="98"/>
                  <a:pt x="92" y="100"/>
                  <a:pt x="94" y="100"/>
                </a:cubicBezTo>
                <a:cubicBezTo>
                  <a:pt x="107" y="104"/>
                  <a:pt x="107" y="104"/>
                  <a:pt x="107" y="104"/>
                </a:cubicBezTo>
                <a:cubicBezTo>
                  <a:pt x="107" y="104"/>
                  <a:pt x="107" y="104"/>
                  <a:pt x="107" y="104"/>
                </a:cubicBezTo>
                <a:cubicBezTo>
                  <a:pt x="117" y="114"/>
                  <a:pt x="117" y="114"/>
                  <a:pt x="117" y="114"/>
                </a:cubicBezTo>
                <a:cubicBezTo>
                  <a:pt x="118" y="115"/>
                  <a:pt x="120" y="116"/>
                  <a:pt x="122" y="116"/>
                </a:cubicBezTo>
                <a:cubicBezTo>
                  <a:pt x="136" y="119"/>
                  <a:pt x="136" y="119"/>
                  <a:pt x="136" y="119"/>
                </a:cubicBezTo>
                <a:cubicBezTo>
                  <a:pt x="136" y="119"/>
                  <a:pt x="136" y="120"/>
                  <a:pt x="136" y="120"/>
                </a:cubicBezTo>
                <a:cubicBezTo>
                  <a:pt x="133" y="137"/>
                  <a:pt x="133" y="137"/>
                  <a:pt x="133" y="137"/>
                </a:cubicBezTo>
                <a:cubicBezTo>
                  <a:pt x="133" y="137"/>
                  <a:pt x="133" y="137"/>
                  <a:pt x="133" y="138"/>
                </a:cubicBezTo>
                <a:cubicBezTo>
                  <a:pt x="130" y="139"/>
                  <a:pt x="130" y="139"/>
                  <a:pt x="130" y="139"/>
                </a:cubicBezTo>
                <a:cubicBezTo>
                  <a:pt x="127" y="141"/>
                  <a:pt x="125" y="144"/>
                  <a:pt x="125" y="147"/>
                </a:cubicBezTo>
                <a:cubicBezTo>
                  <a:pt x="125" y="148"/>
                  <a:pt x="125" y="148"/>
                  <a:pt x="125" y="148"/>
                </a:cubicBezTo>
                <a:cubicBezTo>
                  <a:pt x="108" y="148"/>
                  <a:pt x="108" y="148"/>
                  <a:pt x="108" y="148"/>
                </a:cubicBezTo>
                <a:cubicBezTo>
                  <a:pt x="105" y="140"/>
                  <a:pt x="105" y="140"/>
                  <a:pt x="105" y="140"/>
                </a:cubicBezTo>
                <a:cubicBezTo>
                  <a:pt x="105" y="139"/>
                  <a:pt x="104" y="138"/>
                  <a:pt x="104" y="137"/>
                </a:cubicBezTo>
                <a:cubicBezTo>
                  <a:pt x="88" y="118"/>
                  <a:pt x="88" y="118"/>
                  <a:pt x="88" y="118"/>
                </a:cubicBezTo>
                <a:cubicBezTo>
                  <a:pt x="87" y="116"/>
                  <a:pt x="84" y="115"/>
                  <a:pt x="82" y="117"/>
                </a:cubicBezTo>
                <a:cubicBezTo>
                  <a:pt x="81" y="118"/>
                  <a:pt x="80" y="121"/>
                  <a:pt x="82" y="123"/>
                </a:cubicBezTo>
                <a:cubicBezTo>
                  <a:pt x="97" y="142"/>
                  <a:pt x="97" y="142"/>
                  <a:pt x="97" y="142"/>
                </a:cubicBezTo>
                <a:cubicBezTo>
                  <a:pt x="99" y="148"/>
                  <a:pt x="99" y="148"/>
                  <a:pt x="99" y="148"/>
                </a:cubicBezTo>
                <a:cubicBezTo>
                  <a:pt x="94" y="148"/>
                  <a:pt x="94" y="148"/>
                  <a:pt x="94" y="148"/>
                </a:cubicBezTo>
                <a:cubicBezTo>
                  <a:pt x="89" y="148"/>
                  <a:pt x="84" y="149"/>
                  <a:pt x="80" y="151"/>
                </a:cubicBezTo>
                <a:cubicBezTo>
                  <a:pt x="70" y="136"/>
                  <a:pt x="65" y="118"/>
                  <a:pt x="65" y="100"/>
                </a:cubicBezTo>
                <a:close/>
                <a:moveTo>
                  <a:pt x="242" y="183"/>
                </a:moveTo>
                <a:cubicBezTo>
                  <a:pt x="171" y="213"/>
                  <a:pt x="171" y="213"/>
                  <a:pt x="171" y="213"/>
                </a:cubicBezTo>
                <a:cubicBezTo>
                  <a:pt x="166" y="215"/>
                  <a:pt x="162" y="216"/>
                  <a:pt x="157" y="216"/>
                </a:cubicBezTo>
                <a:cubicBezTo>
                  <a:pt x="94" y="216"/>
                  <a:pt x="94" y="216"/>
                  <a:pt x="94" y="216"/>
                </a:cubicBezTo>
                <a:cubicBezTo>
                  <a:pt x="89" y="216"/>
                  <a:pt x="84" y="217"/>
                  <a:pt x="80" y="220"/>
                </a:cubicBezTo>
                <a:cubicBezTo>
                  <a:pt x="66" y="228"/>
                  <a:pt x="66" y="228"/>
                  <a:pt x="66" y="228"/>
                </a:cubicBezTo>
                <a:cubicBezTo>
                  <a:pt x="38" y="184"/>
                  <a:pt x="38" y="184"/>
                  <a:pt x="38" y="184"/>
                </a:cubicBezTo>
                <a:cubicBezTo>
                  <a:pt x="39" y="184"/>
                  <a:pt x="39" y="184"/>
                  <a:pt x="39" y="183"/>
                </a:cubicBezTo>
                <a:cubicBezTo>
                  <a:pt x="80" y="160"/>
                  <a:pt x="80" y="160"/>
                  <a:pt x="80" y="160"/>
                </a:cubicBezTo>
                <a:cubicBezTo>
                  <a:pt x="84" y="157"/>
                  <a:pt x="89" y="156"/>
                  <a:pt x="94" y="156"/>
                </a:cubicBezTo>
                <a:cubicBezTo>
                  <a:pt x="157" y="156"/>
                  <a:pt x="157" y="156"/>
                  <a:pt x="157" y="156"/>
                </a:cubicBezTo>
                <a:cubicBezTo>
                  <a:pt x="164" y="156"/>
                  <a:pt x="169" y="161"/>
                  <a:pt x="169" y="168"/>
                </a:cubicBezTo>
                <a:cubicBezTo>
                  <a:pt x="169" y="175"/>
                  <a:pt x="164" y="180"/>
                  <a:pt x="157" y="180"/>
                </a:cubicBezTo>
                <a:cubicBezTo>
                  <a:pt x="109" y="180"/>
                  <a:pt x="109" y="180"/>
                  <a:pt x="109" y="180"/>
                </a:cubicBezTo>
                <a:cubicBezTo>
                  <a:pt x="107" y="180"/>
                  <a:pt x="105" y="182"/>
                  <a:pt x="105" y="184"/>
                </a:cubicBezTo>
                <a:cubicBezTo>
                  <a:pt x="105" y="186"/>
                  <a:pt x="107" y="188"/>
                  <a:pt x="109" y="188"/>
                </a:cubicBezTo>
                <a:cubicBezTo>
                  <a:pt x="157" y="188"/>
                  <a:pt x="157" y="188"/>
                  <a:pt x="157" y="188"/>
                </a:cubicBezTo>
                <a:cubicBezTo>
                  <a:pt x="158" y="188"/>
                  <a:pt x="159" y="188"/>
                  <a:pt x="160" y="188"/>
                </a:cubicBezTo>
                <a:cubicBezTo>
                  <a:pt x="161" y="188"/>
                  <a:pt x="161" y="188"/>
                  <a:pt x="162" y="188"/>
                </a:cubicBezTo>
                <a:cubicBezTo>
                  <a:pt x="232" y="161"/>
                  <a:pt x="232" y="161"/>
                  <a:pt x="232" y="161"/>
                </a:cubicBezTo>
                <a:cubicBezTo>
                  <a:pt x="235" y="160"/>
                  <a:pt x="239" y="160"/>
                  <a:pt x="242" y="161"/>
                </a:cubicBezTo>
                <a:cubicBezTo>
                  <a:pt x="245" y="162"/>
                  <a:pt x="247" y="165"/>
                  <a:pt x="248" y="168"/>
                </a:cubicBezTo>
                <a:cubicBezTo>
                  <a:pt x="251" y="174"/>
                  <a:pt x="248" y="181"/>
                  <a:pt x="242" y="183"/>
                </a:cubicBezTo>
                <a:close/>
                <a:moveTo>
                  <a:pt x="168" y="111"/>
                </a:moveTo>
                <a:cubicBezTo>
                  <a:pt x="169" y="114"/>
                  <a:pt x="173" y="116"/>
                  <a:pt x="176" y="116"/>
                </a:cubicBezTo>
                <a:cubicBezTo>
                  <a:pt x="179" y="116"/>
                  <a:pt x="179" y="116"/>
                  <a:pt x="179" y="116"/>
                </a:cubicBezTo>
                <a:cubicBezTo>
                  <a:pt x="179" y="116"/>
                  <a:pt x="180" y="116"/>
                  <a:pt x="180" y="117"/>
                </a:cubicBezTo>
                <a:cubicBezTo>
                  <a:pt x="191" y="147"/>
                  <a:pt x="191" y="147"/>
                  <a:pt x="191" y="147"/>
                </a:cubicBezTo>
                <a:cubicBezTo>
                  <a:pt x="192" y="150"/>
                  <a:pt x="194" y="152"/>
                  <a:pt x="197" y="153"/>
                </a:cubicBezTo>
                <a:cubicBezTo>
                  <a:pt x="198" y="153"/>
                  <a:pt x="199" y="153"/>
                  <a:pt x="199" y="153"/>
                </a:cubicBezTo>
                <a:cubicBezTo>
                  <a:pt x="201" y="153"/>
                  <a:pt x="203" y="152"/>
                  <a:pt x="205" y="151"/>
                </a:cubicBezTo>
                <a:cubicBezTo>
                  <a:pt x="213" y="145"/>
                  <a:pt x="213" y="145"/>
                  <a:pt x="213" y="145"/>
                </a:cubicBezTo>
                <a:cubicBezTo>
                  <a:pt x="216" y="143"/>
                  <a:pt x="217" y="140"/>
                  <a:pt x="217" y="138"/>
                </a:cubicBezTo>
                <a:cubicBezTo>
                  <a:pt x="217" y="133"/>
                  <a:pt x="217" y="133"/>
                  <a:pt x="217" y="133"/>
                </a:cubicBezTo>
                <a:cubicBezTo>
                  <a:pt x="217" y="133"/>
                  <a:pt x="217" y="133"/>
                  <a:pt x="217" y="133"/>
                </a:cubicBezTo>
                <a:cubicBezTo>
                  <a:pt x="231" y="112"/>
                  <a:pt x="231" y="112"/>
                  <a:pt x="231" y="112"/>
                </a:cubicBezTo>
                <a:cubicBezTo>
                  <a:pt x="233" y="110"/>
                  <a:pt x="233" y="107"/>
                  <a:pt x="232" y="105"/>
                </a:cubicBezTo>
                <a:cubicBezTo>
                  <a:pt x="229" y="92"/>
                  <a:pt x="229" y="92"/>
                  <a:pt x="229" y="92"/>
                </a:cubicBezTo>
                <a:cubicBezTo>
                  <a:pt x="229" y="91"/>
                  <a:pt x="229" y="90"/>
                  <a:pt x="228" y="90"/>
                </a:cubicBezTo>
                <a:cubicBezTo>
                  <a:pt x="224" y="81"/>
                  <a:pt x="224" y="81"/>
                  <a:pt x="224" y="81"/>
                </a:cubicBezTo>
                <a:cubicBezTo>
                  <a:pt x="224" y="81"/>
                  <a:pt x="224" y="81"/>
                  <a:pt x="224" y="80"/>
                </a:cubicBezTo>
                <a:cubicBezTo>
                  <a:pt x="224" y="80"/>
                  <a:pt x="225" y="80"/>
                  <a:pt x="225" y="80"/>
                </a:cubicBezTo>
                <a:cubicBezTo>
                  <a:pt x="227" y="80"/>
                  <a:pt x="229" y="78"/>
                  <a:pt x="229" y="76"/>
                </a:cubicBezTo>
                <a:cubicBezTo>
                  <a:pt x="229" y="74"/>
                  <a:pt x="227" y="72"/>
                  <a:pt x="225" y="72"/>
                </a:cubicBezTo>
                <a:cubicBezTo>
                  <a:pt x="222" y="72"/>
                  <a:pt x="219" y="74"/>
                  <a:pt x="217" y="76"/>
                </a:cubicBezTo>
                <a:cubicBezTo>
                  <a:pt x="216" y="79"/>
                  <a:pt x="216" y="82"/>
                  <a:pt x="217" y="85"/>
                </a:cubicBezTo>
                <a:cubicBezTo>
                  <a:pt x="221" y="93"/>
                  <a:pt x="221" y="93"/>
                  <a:pt x="221" y="93"/>
                </a:cubicBezTo>
                <a:cubicBezTo>
                  <a:pt x="225" y="107"/>
                  <a:pt x="225" y="107"/>
                  <a:pt x="225" y="107"/>
                </a:cubicBezTo>
                <a:cubicBezTo>
                  <a:pt x="225" y="107"/>
                  <a:pt x="225" y="107"/>
                  <a:pt x="224" y="108"/>
                </a:cubicBezTo>
                <a:cubicBezTo>
                  <a:pt x="210" y="129"/>
                  <a:pt x="210" y="129"/>
                  <a:pt x="210" y="129"/>
                </a:cubicBezTo>
                <a:cubicBezTo>
                  <a:pt x="210" y="130"/>
                  <a:pt x="209" y="132"/>
                  <a:pt x="209" y="133"/>
                </a:cubicBezTo>
                <a:cubicBezTo>
                  <a:pt x="209" y="138"/>
                  <a:pt x="209" y="138"/>
                  <a:pt x="209" y="138"/>
                </a:cubicBezTo>
                <a:cubicBezTo>
                  <a:pt x="209" y="138"/>
                  <a:pt x="209" y="138"/>
                  <a:pt x="209" y="138"/>
                </a:cubicBezTo>
                <a:cubicBezTo>
                  <a:pt x="200" y="145"/>
                  <a:pt x="200" y="145"/>
                  <a:pt x="200" y="145"/>
                </a:cubicBezTo>
                <a:cubicBezTo>
                  <a:pt x="200" y="145"/>
                  <a:pt x="199" y="145"/>
                  <a:pt x="199" y="145"/>
                </a:cubicBezTo>
                <a:cubicBezTo>
                  <a:pt x="199" y="145"/>
                  <a:pt x="199" y="145"/>
                  <a:pt x="198" y="144"/>
                </a:cubicBezTo>
                <a:cubicBezTo>
                  <a:pt x="187" y="114"/>
                  <a:pt x="187" y="114"/>
                  <a:pt x="187" y="114"/>
                </a:cubicBezTo>
                <a:cubicBezTo>
                  <a:pt x="186" y="110"/>
                  <a:pt x="183" y="108"/>
                  <a:pt x="179" y="108"/>
                </a:cubicBezTo>
                <a:cubicBezTo>
                  <a:pt x="176" y="108"/>
                  <a:pt x="176" y="108"/>
                  <a:pt x="176" y="108"/>
                </a:cubicBezTo>
                <a:cubicBezTo>
                  <a:pt x="176" y="108"/>
                  <a:pt x="176" y="108"/>
                  <a:pt x="175" y="107"/>
                </a:cubicBezTo>
                <a:cubicBezTo>
                  <a:pt x="166" y="85"/>
                  <a:pt x="166" y="85"/>
                  <a:pt x="166" y="85"/>
                </a:cubicBezTo>
                <a:cubicBezTo>
                  <a:pt x="165" y="84"/>
                  <a:pt x="165" y="84"/>
                  <a:pt x="166" y="84"/>
                </a:cubicBezTo>
                <a:cubicBezTo>
                  <a:pt x="171" y="74"/>
                  <a:pt x="171" y="74"/>
                  <a:pt x="171" y="74"/>
                </a:cubicBezTo>
                <a:cubicBezTo>
                  <a:pt x="171" y="73"/>
                  <a:pt x="171" y="73"/>
                  <a:pt x="172" y="73"/>
                </a:cubicBezTo>
                <a:cubicBezTo>
                  <a:pt x="179" y="76"/>
                  <a:pt x="179" y="76"/>
                  <a:pt x="179" y="76"/>
                </a:cubicBezTo>
                <a:cubicBezTo>
                  <a:pt x="180" y="76"/>
                  <a:pt x="181" y="76"/>
                  <a:pt x="182" y="76"/>
                </a:cubicBezTo>
                <a:cubicBezTo>
                  <a:pt x="192" y="76"/>
                  <a:pt x="192" y="76"/>
                  <a:pt x="192" y="76"/>
                </a:cubicBezTo>
                <a:cubicBezTo>
                  <a:pt x="197" y="76"/>
                  <a:pt x="201" y="72"/>
                  <a:pt x="201" y="67"/>
                </a:cubicBezTo>
                <a:cubicBezTo>
                  <a:pt x="201" y="64"/>
                  <a:pt x="201" y="64"/>
                  <a:pt x="201" y="64"/>
                </a:cubicBezTo>
                <a:cubicBezTo>
                  <a:pt x="201" y="62"/>
                  <a:pt x="200" y="60"/>
                  <a:pt x="198" y="58"/>
                </a:cubicBezTo>
                <a:cubicBezTo>
                  <a:pt x="195" y="55"/>
                  <a:pt x="195" y="55"/>
                  <a:pt x="195" y="55"/>
                </a:cubicBezTo>
                <a:cubicBezTo>
                  <a:pt x="193" y="53"/>
                  <a:pt x="192" y="53"/>
                  <a:pt x="190" y="52"/>
                </a:cubicBezTo>
                <a:cubicBezTo>
                  <a:pt x="176" y="49"/>
                  <a:pt x="176" y="49"/>
                  <a:pt x="176" y="49"/>
                </a:cubicBezTo>
                <a:cubicBezTo>
                  <a:pt x="176" y="49"/>
                  <a:pt x="176" y="49"/>
                  <a:pt x="176" y="49"/>
                </a:cubicBezTo>
                <a:cubicBezTo>
                  <a:pt x="176" y="49"/>
                  <a:pt x="175" y="48"/>
                  <a:pt x="176" y="48"/>
                </a:cubicBezTo>
                <a:cubicBezTo>
                  <a:pt x="179" y="41"/>
                  <a:pt x="179" y="41"/>
                  <a:pt x="179" y="41"/>
                </a:cubicBezTo>
                <a:cubicBezTo>
                  <a:pt x="180" y="40"/>
                  <a:pt x="180" y="40"/>
                  <a:pt x="180" y="40"/>
                </a:cubicBezTo>
                <a:cubicBezTo>
                  <a:pt x="185" y="40"/>
                  <a:pt x="185" y="40"/>
                  <a:pt x="185" y="40"/>
                </a:cubicBezTo>
                <a:cubicBezTo>
                  <a:pt x="187" y="40"/>
                  <a:pt x="189" y="38"/>
                  <a:pt x="189" y="36"/>
                </a:cubicBezTo>
                <a:cubicBezTo>
                  <a:pt x="189" y="34"/>
                  <a:pt x="187" y="32"/>
                  <a:pt x="185" y="32"/>
                </a:cubicBezTo>
                <a:cubicBezTo>
                  <a:pt x="180" y="32"/>
                  <a:pt x="180" y="32"/>
                  <a:pt x="180" y="32"/>
                </a:cubicBezTo>
                <a:cubicBezTo>
                  <a:pt x="177" y="32"/>
                  <a:pt x="174" y="34"/>
                  <a:pt x="172" y="37"/>
                </a:cubicBezTo>
                <a:cubicBezTo>
                  <a:pt x="168" y="44"/>
                  <a:pt x="168" y="44"/>
                  <a:pt x="168" y="44"/>
                </a:cubicBezTo>
                <a:cubicBezTo>
                  <a:pt x="167" y="47"/>
                  <a:pt x="167" y="50"/>
                  <a:pt x="168" y="52"/>
                </a:cubicBezTo>
                <a:cubicBezTo>
                  <a:pt x="170" y="55"/>
                  <a:pt x="172" y="57"/>
                  <a:pt x="175" y="57"/>
                </a:cubicBezTo>
                <a:cubicBezTo>
                  <a:pt x="189" y="60"/>
                  <a:pt x="189" y="60"/>
                  <a:pt x="189" y="60"/>
                </a:cubicBezTo>
                <a:cubicBezTo>
                  <a:pt x="189" y="60"/>
                  <a:pt x="189" y="60"/>
                  <a:pt x="189" y="60"/>
                </a:cubicBezTo>
                <a:cubicBezTo>
                  <a:pt x="193" y="64"/>
                  <a:pt x="193" y="64"/>
                  <a:pt x="193" y="64"/>
                </a:cubicBezTo>
                <a:cubicBezTo>
                  <a:pt x="193" y="64"/>
                  <a:pt x="193" y="64"/>
                  <a:pt x="193" y="64"/>
                </a:cubicBezTo>
                <a:cubicBezTo>
                  <a:pt x="193" y="67"/>
                  <a:pt x="193" y="67"/>
                  <a:pt x="193" y="67"/>
                </a:cubicBezTo>
                <a:cubicBezTo>
                  <a:pt x="193" y="68"/>
                  <a:pt x="193" y="68"/>
                  <a:pt x="192" y="68"/>
                </a:cubicBezTo>
                <a:cubicBezTo>
                  <a:pt x="181" y="68"/>
                  <a:pt x="181" y="68"/>
                  <a:pt x="181" y="68"/>
                </a:cubicBezTo>
                <a:cubicBezTo>
                  <a:pt x="174" y="66"/>
                  <a:pt x="174" y="66"/>
                  <a:pt x="174" y="66"/>
                </a:cubicBezTo>
                <a:cubicBezTo>
                  <a:pt x="170" y="64"/>
                  <a:pt x="165" y="66"/>
                  <a:pt x="163" y="70"/>
                </a:cubicBezTo>
                <a:cubicBezTo>
                  <a:pt x="158" y="80"/>
                  <a:pt x="158" y="80"/>
                  <a:pt x="158" y="80"/>
                </a:cubicBezTo>
                <a:cubicBezTo>
                  <a:pt x="157" y="83"/>
                  <a:pt x="157" y="85"/>
                  <a:pt x="158" y="88"/>
                </a:cubicBezTo>
                <a:lnTo>
                  <a:pt x="168" y="11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16" name="Freeform 121">
            <a:extLst>
              <a:ext uri="{FF2B5EF4-FFF2-40B4-BE49-F238E27FC236}">
                <a16:creationId xmlns:a16="http://schemas.microsoft.com/office/drawing/2014/main" id="{05935D92-F8D5-4DAE-880A-DC1541D29A1F}"/>
              </a:ext>
            </a:extLst>
          </p:cNvPr>
          <p:cNvSpPr>
            <a:spLocks noChangeAspect="1" noEditPoints="1"/>
          </p:cNvSpPr>
          <p:nvPr/>
        </p:nvSpPr>
        <p:spPr bwMode="auto">
          <a:xfrm>
            <a:off x="2508380" y="3396282"/>
            <a:ext cx="400050" cy="374650"/>
          </a:xfrm>
          <a:custGeom>
            <a:avLst/>
            <a:gdLst>
              <a:gd name="T0" fmla="*/ 84 w 256"/>
              <a:gd name="T1" fmla="*/ 156 h 240"/>
              <a:gd name="T2" fmla="*/ 256 w 256"/>
              <a:gd name="T3" fmla="*/ 96 h 240"/>
              <a:gd name="T4" fmla="*/ 196 w 256"/>
              <a:gd name="T5" fmla="*/ 32 h 240"/>
              <a:gd name="T6" fmla="*/ 132 w 256"/>
              <a:gd name="T7" fmla="*/ 0 h 240"/>
              <a:gd name="T8" fmla="*/ 96 w 256"/>
              <a:gd name="T9" fmla="*/ 4 h 240"/>
              <a:gd name="T10" fmla="*/ 68 w 256"/>
              <a:gd name="T11" fmla="*/ 16 h 240"/>
              <a:gd name="T12" fmla="*/ 68 w 256"/>
              <a:gd name="T13" fmla="*/ 24 h 240"/>
              <a:gd name="T14" fmla="*/ 96 w 256"/>
              <a:gd name="T15" fmla="*/ 48 h 240"/>
              <a:gd name="T16" fmla="*/ 64 w 256"/>
              <a:gd name="T17" fmla="*/ 52 h 240"/>
              <a:gd name="T18" fmla="*/ 96 w 256"/>
              <a:gd name="T19" fmla="*/ 56 h 240"/>
              <a:gd name="T20" fmla="*/ 100 w 256"/>
              <a:gd name="T21" fmla="*/ 72 h 240"/>
              <a:gd name="T22" fmla="*/ 168 w 256"/>
              <a:gd name="T23" fmla="*/ 40 h 240"/>
              <a:gd name="T24" fmla="*/ 248 w 256"/>
              <a:gd name="T25" fmla="*/ 92 h 240"/>
              <a:gd name="T26" fmla="*/ 238 w 256"/>
              <a:gd name="T27" fmla="*/ 127 h 240"/>
              <a:gd name="T28" fmla="*/ 27 w 256"/>
              <a:gd name="T29" fmla="*/ 129 h 240"/>
              <a:gd name="T30" fmla="*/ 32 w 256"/>
              <a:gd name="T31" fmla="*/ 212 h 240"/>
              <a:gd name="T32" fmla="*/ 64 w 256"/>
              <a:gd name="T33" fmla="*/ 240 h 240"/>
              <a:gd name="T34" fmla="*/ 164 w 256"/>
              <a:gd name="T35" fmla="*/ 212 h 240"/>
              <a:gd name="T36" fmla="*/ 228 w 256"/>
              <a:gd name="T37" fmla="*/ 212 h 240"/>
              <a:gd name="T38" fmla="*/ 256 w 256"/>
              <a:gd name="T39" fmla="*/ 172 h 240"/>
              <a:gd name="T40" fmla="*/ 248 w 256"/>
              <a:gd name="T41" fmla="*/ 172 h 240"/>
              <a:gd name="T42" fmla="*/ 228 w 256"/>
              <a:gd name="T43" fmla="*/ 204 h 240"/>
              <a:gd name="T44" fmla="*/ 164 w 256"/>
              <a:gd name="T45" fmla="*/ 204 h 240"/>
              <a:gd name="T46" fmla="*/ 64 w 256"/>
              <a:gd name="T47" fmla="*/ 176 h 240"/>
              <a:gd name="T48" fmla="*/ 32 w 256"/>
              <a:gd name="T49" fmla="*/ 204 h 240"/>
              <a:gd name="T50" fmla="*/ 32 w 256"/>
              <a:gd name="T51" fmla="*/ 136 h 240"/>
              <a:gd name="T52" fmla="*/ 232 w 256"/>
              <a:gd name="T53" fmla="*/ 133 h 240"/>
              <a:gd name="T54" fmla="*/ 194 w 256"/>
              <a:gd name="T55" fmla="*/ 148 h 240"/>
              <a:gd name="T56" fmla="*/ 161 w 256"/>
              <a:gd name="T57" fmla="*/ 121 h 240"/>
              <a:gd name="T58" fmla="*/ 182 w 256"/>
              <a:gd name="T59" fmla="*/ 148 h 240"/>
              <a:gd name="T60" fmla="*/ 119 w 256"/>
              <a:gd name="T61" fmla="*/ 125 h 240"/>
              <a:gd name="T62" fmla="*/ 113 w 256"/>
              <a:gd name="T63" fmla="*/ 131 h 240"/>
              <a:gd name="T64" fmla="*/ 84 w 256"/>
              <a:gd name="T65" fmla="*/ 148 h 240"/>
              <a:gd name="T66" fmla="*/ 132 w 256"/>
              <a:gd name="T67" fmla="*/ 64 h 240"/>
              <a:gd name="T68" fmla="*/ 104 w 256"/>
              <a:gd name="T69" fmla="*/ 8 h 240"/>
              <a:gd name="T70" fmla="*/ 160 w 256"/>
              <a:gd name="T71" fmla="*/ 36 h 240"/>
              <a:gd name="T72" fmla="*/ 196 w 256"/>
              <a:gd name="T73" fmla="*/ 184 h 240"/>
              <a:gd name="T74" fmla="*/ 196 w 256"/>
              <a:gd name="T75" fmla="*/ 232 h 240"/>
              <a:gd name="T76" fmla="*/ 196 w 256"/>
              <a:gd name="T77" fmla="*/ 184 h 240"/>
              <a:gd name="T78" fmla="*/ 88 w 256"/>
              <a:gd name="T79" fmla="*/ 208 h 240"/>
              <a:gd name="T80" fmla="*/ 40 w 256"/>
              <a:gd name="T81" fmla="*/ 20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6" h="240">
                <a:moveTo>
                  <a:pt x="80" y="152"/>
                </a:moveTo>
                <a:cubicBezTo>
                  <a:pt x="80" y="154"/>
                  <a:pt x="82" y="156"/>
                  <a:pt x="84" y="156"/>
                </a:cubicBezTo>
                <a:cubicBezTo>
                  <a:pt x="196" y="156"/>
                  <a:pt x="196" y="156"/>
                  <a:pt x="196" y="156"/>
                </a:cubicBezTo>
                <a:cubicBezTo>
                  <a:pt x="229" y="156"/>
                  <a:pt x="256" y="129"/>
                  <a:pt x="256" y="96"/>
                </a:cubicBezTo>
                <a:cubicBezTo>
                  <a:pt x="256" y="92"/>
                  <a:pt x="256" y="92"/>
                  <a:pt x="256" y="92"/>
                </a:cubicBezTo>
                <a:cubicBezTo>
                  <a:pt x="256" y="59"/>
                  <a:pt x="229" y="32"/>
                  <a:pt x="196" y="32"/>
                </a:cubicBezTo>
                <a:cubicBezTo>
                  <a:pt x="168" y="32"/>
                  <a:pt x="168" y="32"/>
                  <a:pt x="168" y="32"/>
                </a:cubicBezTo>
                <a:cubicBezTo>
                  <a:pt x="166" y="14"/>
                  <a:pt x="150" y="0"/>
                  <a:pt x="132" y="0"/>
                </a:cubicBezTo>
                <a:cubicBezTo>
                  <a:pt x="100" y="0"/>
                  <a:pt x="100" y="0"/>
                  <a:pt x="100" y="0"/>
                </a:cubicBezTo>
                <a:cubicBezTo>
                  <a:pt x="98" y="0"/>
                  <a:pt x="96" y="2"/>
                  <a:pt x="96" y="4"/>
                </a:cubicBezTo>
                <a:cubicBezTo>
                  <a:pt x="96" y="16"/>
                  <a:pt x="96" y="16"/>
                  <a:pt x="96" y="16"/>
                </a:cubicBezTo>
                <a:cubicBezTo>
                  <a:pt x="68" y="16"/>
                  <a:pt x="68" y="16"/>
                  <a:pt x="68" y="16"/>
                </a:cubicBezTo>
                <a:cubicBezTo>
                  <a:pt x="66" y="16"/>
                  <a:pt x="64" y="18"/>
                  <a:pt x="64" y="20"/>
                </a:cubicBezTo>
                <a:cubicBezTo>
                  <a:pt x="64" y="22"/>
                  <a:pt x="66" y="24"/>
                  <a:pt x="68" y="24"/>
                </a:cubicBezTo>
                <a:cubicBezTo>
                  <a:pt x="96" y="24"/>
                  <a:pt x="96" y="24"/>
                  <a:pt x="96" y="24"/>
                </a:cubicBezTo>
                <a:cubicBezTo>
                  <a:pt x="96" y="48"/>
                  <a:pt x="96" y="48"/>
                  <a:pt x="96" y="48"/>
                </a:cubicBezTo>
                <a:cubicBezTo>
                  <a:pt x="68" y="48"/>
                  <a:pt x="68" y="48"/>
                  <a:pt x="68" y="48"/>
                </a:cubicBezTo>
                <a:cubicBezTo>
                  <a:pt x="66" y="48"/>
                  <a:pt x="64" y="50"/>
                  <a:pt x="64" y="52"/>
                </a:cubicBezTo>
                <a:cubicBezTo>
                  <a:pt x="64" y="54"/>
                  <a:pt x="66" y="56"/>
                  <a:pt x="68" y="56"/>
                </a:cubicBezTo>
                <a:cubicBezTo>
                  <a:pt x="96" y="56"/>
                  <a:pt x="96" y="56"/>
                  <a:pt x="96" y="56"/>
                </a:cubicBezTo>
                <a:cubicBezTo>
                  <a:pt x="96" y="68"/>
                  <a:pt x="96" y="68"/>
                  <a:pt x="96" y="68"/>
                </a:cubicBezTo>
                <a:cubicBezTo>
                  <a:pt x="96" y="70"/>
                  <a:pt x="98" y="72"/>
                  <a:pt x="100" y="72"/>
                </a:cubicBezTo>
                <a:cubicBezTo>
                  <a:pt x="132" y="72"/>
                  <a:pt x="132" y="72"/>
                  <a:pt x="132" y="72"/>
                </a:cubicBezTo>
                <a:cubicBezTo>
                  <a:pt x="150" y="72"/>
                  <a:pt x="166" y="58"/>
                  <a:pt x="168" y="40"/>
                </a:cubicBezTo>
                <a:cubicBezTo>
                  <a:pt x="196" y="40"/>
                  <a:pt x="196" y="40"/>
                  <a:pt x="196" y="40"/>
                </a:cubicBezTo>
                <a:cubicBezTo>
                  <a:pt x="225" y="40"/>
                  <a:pt x="248" y="63"/>
                  <a:pt x="248" y="92"/>
                </a:cubicBezTo>
                <a:cubicBezTo>
                  <a:pt x="248" y="96"/>
                  <a:pt x="248" y="96"/>
                  <a:pt x="248" y="96"/>
                </a:cubicBezTo>
                <a:cubicBezTo>
                  <a:pt x="248" y="108"/>
                  <a:pt x="244" y="118"/>
                  <a:pt x="238" y="127"/>
                </a:cubicBezTo>
                <a:cubicBezTo>
                  <a:pt x="215" y="93"/>
                  <a:pt x="185" y="88"/>
                  <a:pt x="156" y="88"/>
                </a:cubicBezTo>
                <a:cubicBezTo>
                  <a:pt x="101" y="88"/>
                  <a:pt x="56" y="111"/>
                  <a:pt x="27" y="129"/>
                </a:cubicBezTo>
                <a:cubicBezTo>
                  <a:pt x="10" y="141"/>
                  <a:pt x="0" y="160"/>
                  <a:pt x="0" y="180"/>
                </a:cubicBezTo>
                <a:cubicBezTo>
                  <a:pt x="0" y="198"/>
                  <a:pt x="14" y="212"/>
                  <a:pt x="32" y="212"/>
                </a:cubicBezTo>
                <a:cubicBezTo>
                  <a:pt x="32" y="212"/>
                  <a:pt x="32" y="212"/>
                  <a:pt x="32" y="212"/>
                </a:cubicBezTo>
                <a:cubicBezTo>
                  <a:pt x="34" y="228"/>
                  <a:pt x="48" y="240"/>
                  <a:pt x="64" y="240"/>
                </a:cubicBezTo>
                <a:cubicBezTo>
                  <a:pt x="80" y="240"/>
                  <a:pt x="94" y="228"/>
                  <a:pt x="96" y="212"/>
                </a:cubicBezTo>
                <a:cubicBezTo>
                  <a:pt x="164" y="212"/>
                  <a:pt x="164" y="212"/>
                  <a:pt x="164" y="212"/>
                </a:cubicBezTo>
                <a:cubicBezTo>
                  <a:pt x="166" y="228"/>
                  <a:pt x="180" y="240"/>
                  <a:pt x="196" y="240"/>
                </a:cubicBezTo>
                <a:cubicBezTo>
                  <a:pt x="212" y="240"/>
                  <a:pt x="226" y="228"/>
                  <a:pt x="228" y="212"/>
                </a:cubicBezTo>
                <a:cubicBezTo>
                  <a:pt x="244" y="210"/>
                  <a:pt x="256" y="196"/>
                  <a:pt x="256" y="180"/>
                </a:cubicBezTo>
                <a:cubicBezTo>
                  <a:pt x="256" y="172"/>
                  <a:pt x="256" y="172"/>
                  <a:pt x="256" y="172"/>
                </a:cubicBezTo>
                <a:cubicBezTo>
                  <a:pt x="256" y="170"/>
                  <a:pt x="254" y="168"/>
                  <a:pt x="252" y="168"/>
                </a:cubicBezTo>
                <a:cubicBezTo>
                  <a:pt x="250" y="168"/>
                  <a:pt x="248" y="170"/>
                  <a:pt x="248" y="172"/>
                </a:cubicBezTo>
                <a:cubicBezTo>
                  <a:pt x="248" y="180"/>
                  <a:pt x="248" y="180"/>
                  <a:pt x="248" y="180"/>
                </a:cubicBezTo>
                <a:cubicBezTo>
                  <a:pt x="248" y="192"/>
                  <a:pt x="239" y="202"/>
                  <a:pt x="228" y="204"/>
                </a:cubicBezTo>
                <a:cubicBezTo>
                  <a:pt x="226" y="188"/>
                  <a:pt x="212" y="176"/>
                  <a:pt x="196" y="176"/>
                </a:cubicBezTo>
                <a:cubicBezTo>
                  <a:pt x="180" y="176"/>
                  <a:pt x="166" y="188"/>
                  <a:pt x="164" y="204"/>
                </a:cubicBezTo>
                <a:cubicBezTo>
                  <a:pt x="96" y="204"/>
                  <a:pt x="96" y="204"/>
                  <a:pt x="96" y="204"/>
                </a:cubicBezTo>
                <a:cubicBezTo>
                  <a:pt x="94" y="188"/>
                  <a:pt x="80" y="176"/>
                  <a:pt x="64" y="176"/>
                </a:cubicBezTo>
                <a:cubicBezTo>
                  <a:pt x="48" y="176"/>
                  <a:pt x="34" y="188"/>
                  <a:pt x="32" y="204"/>
                </a:cubicBezTo>
                <a:cubicBezTo>
                  <a:pt x="32" y="204"/>
                  <a:pt x="32" y="204"/>
                  <a:pt x="32" y="204"/>
                </a:cubicBezTo>
                <a:cubicBezTo>
                  <a:pt x="19" y="204"/>
                  <a:pt x="8" y="193"/>
                  <a:pt x="8" y="180"/>
                </a:cubicBezTo>
                <a:cubicBezTo>
                  <a:pt x="8" y="162"/>
                  <a:pt x="17" y="146"/>
                  <a:pt x="32" y="136"/>
                </a:cubicBezTo>
                <a:cubicBezTo>
                  <a:pt x="59" y="118"/>
                  <a:pt x="103" y="96"/>
                  <a:pt x="156" y="96"/>
                </a:cubicBezTo>
                <a:cubicBezTo>
                  <a:pt x="187" y="96"/>
                  <a:pt x="212" y="102"/>
                  <a:pt x="232" y="133"/>
                </a:cubicBezTo>
                <a:cubicBezTo>
                  <a:pt x="223" y="142"/>
                  <a:pt x="210" y="148"/>
                  <a:pt x="196" y="148"/>
                </a:cubicBezTo>
                <a:cubicBezTo>
                  <a:pt x="194" y="148"/>
                  <a:pt x="194" y="148"/>
                  <a:pt x="194" y="148"/>
                </a:cubicBezTo>
                <a:cubicBezTo>
                  <a:pt x="167" y="121"/>
                  <a:pt x="167" y="121"/>
                  <a:pt x="167" y="121"/>
                </a:cubicBezTo>
                <a:cubicBezTo>
                  <a:pt x="165" y="120"/>
                  <a:pt x="163" y="120"/>
                  <a:pt x="161" y="121"/>
                </a:cubicBezTo>
                <a:cubicBezTo>
                  <a:pt x="160" y="123"/>
                  <a:pt x="160" y="125"/>
                  <a:pt x="161" y="127"/>
                </a:cubicBezTo>
                <a:cubicBezTo>
                  <a:pt x="182" y="148"/>
                  <a:pt x="182" y="148"/>
                  <a:pt x="182" y="148"/>
                </a:cubicBezTo>
                <a:cubicBezTo>
                  <a:pt x="142" y="148"/>
                  <a:pt x="142" y="148"/>
                  <a:pt x="142" y="148"/>
                </a:cubicBezTo>
                <a:cubicBezTo>
                  <a:pt x="119" y="125"/>
                  <a:pt x="119" y="125"/>
                  <a:pt x="119" y="125"/>
                </a:cubicBezTo>
                <a:cubicBezTo>
                  <a:pt x="117" y="124"/>
                  <a:pt x="115" y="124"/>
                  <a:pt x="113" y="125"/>
                </a:cubicBezTo>
                <a:cubicBezTo>
                  <a:pt x="112" y="127"/>
                  <a:pt x="112" y="129"/>
                  <a:pt x="113" y="131"/>
                </a:cubicBezTo>
                <a:cubicBezTo>
                  <a:pt x="130" y="148"/>
                  <a:pt x="130" y="148"/>
                  <a:pt x="130" y="148"/>
                </a:cubicBezTo>
                <a:cubicBezTo>
                  <a:pt x="84" y="148"/>
                  <a:pt x="84" y="148"/>
                  <a:pt x="84" y="148"/>
                </a:cubicBezTo>
                <a:cubicBezTo>
                  <a:pt x="82" y="148"/>
                  <a:pt x="80" y="150"/>
                  <a:pt x="80" y="152"/>
                </a:cubicBezTo>
                <a:close/>
                <a:moveTo>
                  <a:pt x="132" y="64"/>
                </a:moveTo>
                <a:cubicBezTo>
                  <a:pt x="104" y="64"/>
                  <a:pt x="104" y="64"/>
                  <a:pt x="104" y="64"/>
                </a:cubicBezTo>
                <a:cubicBezTo>
                  <a:pt x="104" y="8"/>
                  <a:pt x="104" y="8"/>
                  <a:pt x="104" y="8"/>
                </a:cubicBezTo>
                <a:cubicBezTo>
                  <a:pt x="132" y="8"/>
                  <a:pt x="132" y="8"/>
                  <a:pt x="132" y="8"/>
                </a:cubicBezTo>
                <a:cubicBezTo>
                  <a:pt x="147" y="8"/>
                  <a:pt x="160" y="21"/>
                  <a:pt x="160" y="36"/>
                </a:cubicBezTo>
                <a:cubicBezTo>
                  <a:pt x="160" y="51"/>
                  <a:pt x="147" y="64"/>
                  <a:pt x="132" y="64"/>
                </a:cubicBezTo>
                <a:close/>
                <a:moveTo>
                  <a:pt x="196" y="184"/>
                </a:moveTo>
                <a:cubicBezTo>
                  <a:pt x="209" y="184"/>
                  <a:pt x="220" y="195"/>
                  <a:pt x="220" y="208"/>
                </a:cubicBezTo>
                <a:cubicBezTo>
                  <a:pt x="220" y="221"/>
                  <a:pt x="209" y="232"/>
                  <a:pt x="196" y="232"/>
                </a:cubicBezTo>
                <a:cubicBezTo>
                  <a:pt x="183" y="232"/>
                  <a:pt x="172" y="221"/>
                  <a:pt x="172" y="208"/>
                </a:cubicBezTo>
                <a:cubicBezTo>
                  <a:pt x="172" y="195"/>
                  <a:pt x="183" y="184"/>
                  <a:pt x="196" y="184"/>
                </a:cubicBezTo>
                <a:close/>
                <a:moveTo>
                  <a:pt x="64" y="184"/>
                </a:moveTo>
                <a:cubicBezTo>
                  <a:pt x="77" y="184"/>
                  <a:pt x="88" y="195"/>
                  <a:pt x="88" y="208"/>
                </a:cubicBezTo>
                <a:cubicBezTo>
                  <a:pt x="88" y="221"/>
                  <a:pt x="77" y="232"/>
                  <a:pt x="64" y="232"/>
                </a:cubicBezTo>
                <a:cubicBezTo>
                  <a:pt x="51" y="232"/>
                  <a:pt x="40" y="221"/>
                  <a:pt x="40" y="208"/>
                </a:cubicBezTo>
                <a:cubicBezTo>
                  <a:pt x="40" y="195"/>
                  <a:pt x="51" y="184"/>
                  <a:pt x="64" y="18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32" name="Freeform 125">
            <a:extLst>
              <a:ext uri="{FF2B5EF4-FFF2-40B4-BE49-F238E27FC236}">
                <a16:creationId xmlns:a16="http://schemas.microsoft.com/office/drawing/2014/main" id="{83B0EED7-566A-4E8D-A2EA-AE3E2BB9D011}"/>
              </a:ext>
            </a:extLst>
          </p:cNvPr>
          <p:cNvSpPr>
            <a:spLocks noChangeAspect="1" noEditPoints="1"/>
          </p:cNvSpPr>
          <p:nvPr/>
        </p:nvSpPr>
        <p:spPr bwMode="auto">
          <a:xfrm>
            <a:off x="3476026" y="3392460"/>
            <a:ext cx="400050" cy="400050"/>
          </a:xfrm>
          <a:custGeom>
            <a:avLst/>
            <a:gdLst>
              <a:gd name="T0" fmla="*/ 239 w 256"/>
              <a:gd name="T1" fmla="*/ 65 h 256"/>
              <a:gd name="T2" fmla="*/ 234 w 256"/>
              <a:gd name="T3" fmla="*/ 64 h 256"/>
              <a:gd name="T4" fmla="*/ 233 w 256"/>
              <a:gd name="T5" fmla="*/ 69 h 256"/>
              <a:gd name="T6" fmla="*/ 248 w 256"/>
              <a:gd name="T7" fmla="*/ 128 h 256"/>
              <a:gd name="T8" fmla="*/ 128 w 256"/>
              <a:gd name="T9" fmla="*/ 248 h 256"/>
              <a:gd name="T10" fmla="*/ 8 w 256"/>
              <a:gd name="T11" fmla="*/ 128 h 256"/>
              <a:gd name="T12" fmla="*/ 128 w 256"/>
              <a:gd name="T13" fmla="*/ 8 h 256"/>
              <a:gd name="T14" fmla="*/ 182 w 256"/>
              <a:gd name="T15" fmla="*/ 21 h 256"/>
              <a:gd name="T16" fmla="*/ 188 w 256"/>
              <a:gd name="T17" fmla="*/ 19 h 256"/>
              <a:gd name="T18" fmla="*/ 186 w 256"/>
              <a:gd name="T19" fmla="*/ 14 h 256"/>
              <a:gd name="T20" fmla="*/ 128 w 256"/>
              <a:gd name="T21" fmla="*/ 0 h 256"/>
              <a:gd name="T22" fmla="*/ 0 w 256"/>
              <a:gd name="T23" fmla="*/ 128 h 256"/>
              <a:gd name="T24" fmla="*/ 128 w 256"/>
              <a:gd name="T25" fmla="*/ 256 h 256"/>
              <a:gd name="T26" fmla="*/ 256 w 256"/>
              <a:gd name="T27" fmla="*/ 128 h 256"/>
              <a:gd name="T28" fmla="*/ 239 w 256"/>
              <a:gd name="T29" fmla="*/ 65 h 256"/>
              <a:gd name="T30" fmla="*/ 68 w 256"/>
              <a:gd name="T31" fmla="*/ 186 h 256"/>
              <a:gd name="T32" fmla="*/ 64 w 256"/>
              <a:gd name="T33" fmla="*/ 199 h 256"/>
              <a:gd name="T34" fmla="*/ 67 w 256"/>
              <a:gd name="T35" fmla="*/ 204 h 256"/>
              <a:gd name="T36" fmla="*/ 68 w 256"/>
              <a:gd name="T37" fmla="*/ 204 h 256"/>
              <a:gd name="T38" fmla="*/ 72 w 256"/>
              <a:gd name="T39" fmla="*/ 201 h 256"/>
              <a:gd name="T40" fmla="*/ 138 w 256"/>
              <a:gd name="T41" fmla="*/ 107 h 256"/>
              <a:gd name="T42" fmla="*/ 139 w 256"/>
              <a:gd name="T43" fmla="*/ 102 h 256"/>
              <a:gd name="T44" fmla="*/ 134 w 256"/>
              <a:gd name="T45" fmla="*/ 101 h 256"/>
              <a:gd name="T46" fmla="*/ 72 w 256"/>
              <a:gd name="T47" fmla="*/ 176 h 256"/>
              <a:gd name="T48" fmla="*/ 92 w 256"/>
              <a:gd name="T49" fmla="*/ 83 h 256"/>
              <a:gd name="T50" fmla="*/ 209 w 256"/>
              <a:gd name="T51" fmla="*/ 45 h 256"/>
              <a:gd name="T52" fmla="*/ 198 w 256"/>
              <a:gd name="T53" fmla="*/ 62 h 256"/>
              <a:gd name="T54" fmla="*/ 191 w 256"/>
              <a:gd name="T55" fmla="*/ 111 h 256"/>
              <a:gd name="T56" fmla="*/ 186 w 256"/>
              <a:gd name="T57" fmla="*/ 153 h 256"/>
              <a:gd name="T58" fmla="*/ 105 w 256"/>
              <a:gd name="T59" fmla="*/ 188 h 256"/>
              <a:gd name="T60" fmla="*/ 100 w 256"/>
              <a:gd name="T61" fmla="*/ 191 h 256"/>
              <a:gd name="T62" fmla="*/ 103 w 256"/>
              <a:gd name="T63" fmla="*/ 196 h 256"/>
              <a:gd name="T64" fmla="*/ 121 w 256"/>
              <a:gd name="T65" fmla="*/ 198 h 256"/>
              <a:gd name="T66" fmla="*/ 193 w 256"/>
              <a:gd name="T67" fmla="*/ 156 h 256"/>
              <a:gd name="T68" fmla="*/ 199 w 256"/>
              <a:gd name="T69" fmla="*/ 111 h 256"/>
              <a:gd name="T70" fmla="*/ 205 w 256"/>
              <a:gd name="T71" fmla="*/ 65 h 256"/>
              <a:gd name="T72" fmla="*/ 222 w 256"/>
              <a:gd name="T73" fmla="*/ 44 h 256"/>
              <a:gd name="T74" fmla="*/ 224 w 256"/>
              <a:gd name="T75" fmla="*/ 39 h 256"/>
              <a:gd name="T76" fmla="*/ 220 w 256"/>
              <a:gd name="T77" fmla="*/ 36 h 256"/>
              <a:gd name="T78" fmla="*/ 86 w 256"/>
              <a:gd name="T79" fmla="*/ 77 h 256"/>
              <a:gd name="T80" fmla="*/ 68 w 256"/>
              <a:gd name="T81" fmla="*/ 18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6" h="256">
                <a:moveTo>
                  <a:pt x="239" y="65"/>
                </a:moveTo>
                <a:cubicBezTo>
                  <a:pt x="238" y="63"/>
                  <a:pt x="236" y="62"/>
                  <a:pt x="234" y="64"/>
                </a:cubicBezTo>
                <a:cubicBezTo>
                  <a:pt x="232" y="65"/>
                  <a:pt x="231" y="67"/>
                  <a:pt x="233" y="69"/>
                </a:cubicBezTo>
                <a:cubicBezTo>
                  <a:pt x="243" y="87"/>
                  <a:pt x="248" y="107"/>
                  <a:pt x="248" y="128"/>
                </a:cubicBezTo>
                <a:cubicBezTo>
                  <a:pt x="248" y="194"/>
                  <a:pt x="194" y="248"/>
                  <a:pt x="128" y="248"/>
                </a:cubicBezTo>
                <a:cubicBezTo>
                  <a:pt x="62" y="248"/>
                  <a:pt x="8" y="194"/>
                  <a:pt x="8" y="128"/>
                </a:cubicBezTo>
                <a:cubicBezTo>
                  <a:pt x="8" y="62"/>
                  <a:pt x="62" y="8"/>
                  <a:pt x="128" y="8"/>
                </a:cubicBezTo>
                <a:cubicBezTo>
                  <a:pt x="147" y="8"/>
                  <a:pt x="165" y="12"/>
                  <a:pt x="182" y="21"/>
                </a:cubicBezTo>
                <a:cubicBezTo>
                  <a:pt x="184" y="22"/>
                  <a:pt x="187" y="21"/>
                  <a:pt x="188" y="19"/>
                </a:cubicBezTo>
                <a:cubicBezTo>
                  <a:pt x="189" y="17"/>
                  <a:pt x="188" y="15"/>
                  <a:pt x="186" y="14"/>
                </a:cubicBezTo>
                <a:cubicBezTo>
                  <a:pt x="168" y="5"/>
                  <a:pt x="148" y="0"/>
                  <a:pt x="128" y="0"/>
                </a:cubicBezTo>
                <a:cubicBezTo>
                  <a:pt x="57" y="0"/>
                  <a:pt x="0" y="57"/>
                  <a:pt x="0" y="128"/>
                </a:cubicBezTo>
                <a:cubicBezTo>
                  <a:pt x="0" y="199"/>
                  <a:pt x="57" y="256"/>
                  <a:pt x="128" y="256"/>
                </a:cubicBezTo>
                <a:cubicBezTo>
                  <a:pt x="199" y="256"/>
                  <a:pt x="256" y="199"/>
                  <a:pt x="256" y="128"/>
                </a:cubicBezTo>
                <a:cubicBezTo>
                  <a:pt x="256" y="106"/>
                  <a:pt x="250" y="84"/>
                  <a:pt x="239" y="65"/>
                </a:cubicBezTo>
                <a:close/>
                <a:moveTo>
                  <a:pt x="68" y="186"/>
                </a:moveTo>
                <a:cubicBezTo>
                  <a:pt x="67" y="190"/>
                  <a:pt x="65" y="194"/>
                  <a:pt x="64" y="199"/>
                </a:cubicBezTo>
                <a:cubicBezTo>
                  <a:pt x="64" y="201"/>
                  <a:pt x="65" y="203"/>
                  <a:pt x="67" y="204"/>
                </a:cubicBezTo>
                <a:cubicBezTo>
                  <a:pt x="67" y="204"/>
                  <a:pt x="68" y="204"/>
                  <a:pt x="68" y="204"/>
                </a:cubicBezTo>
                <a:cubicBezTo>
                  <a:pt x="70" y="204"/>
                  <a:pt x="71" y="203"/>
                  <a:pt x="72" y="201"/>
                </a:cubicBezTo>
                <a:cubicBezTo>
                  <a:pt x="83" y="163"/>
                  <a:pt x="106" y="130"/>
                  <a:pt x="138" y="107"/>
                </a:cubicBezTo>
                <a:cubicBezTo>
                  <a:pt x="140" y="106"/>
                  <a:pt x="141" y="104"/>
                  <a:pt x="139" y="102"/>
                </a:cubicBezTo>
                <a:cubicBezTo>
                  <a:pt x="138" y="100"/>
                  <a:pt x="136" y="99"/>
                  <a:pt x="134" y="101"/>
                </a:cubicBezTo>
                <a:cubicBezTo>
                  <a:pt x="106" y="120"/>
                  <a:pt x="85" y="146"/>
                  <a:pt x="72" y="176"/>
                </a:cubicBezTo>
                <a:cubicBezTo>
                  <a:pt x="56" y="141"/>
                  <a:pt x="63" y="106"/>
                  <a:pt x="92" y="83"/>
                </a:cubicBezTo>
                <a:cubicBezTo>
                  <a:pt x="125" y="56"/>
                  <a:pt x="172" y="48"/>
                  <a:pt x="209" y="45"/>
                </a:cubicBezTo>
                <a:cubicBezTo>
                  <a:pt x="203" y="51"/>
                  <a:pt x="199" y="59"/>
                  <a:pt x="198" y="62"/>
                </a:cubicBezTo>
                <a:cubicBezTo>
                  <a:pt x="190" y="78"/>
                  <a:pt x="190" y="95"/>
                  <a:pt x="191" y="111"/>
                </a:cubicBezTo>
                <a:cubicBezTo>
                  <a:pt x="191" y="126"/>
                  <a:pt x="191" y="140"/>
                  <a:pt x="186" y="153"/>
                </a:cubicBezTo>
                <a:cubicBezTo>
                  <a:pt x="172" y="183"/>
                  <a:pt x="133" y="195"/>
                  <a:pt x="105" y="188"/>
                </a:cubicBezTo>
                <a:cubicBezTo>
                  <a:pt x="103" y="188"/>
                  <a:pt x="101" y="189"/>
                  <a:pt x="100" y="191"/>
                </a:cubicBezTo>
                <a:cubicBezTo>
                  <a:pt x="100" y="193"/>
                  <a:pt x="101" y="195"/>
                  <a:pt x="103" y="196"/>
                </a:cubicBezTo>
                <a:cubicBezTo>
                  <a:pt x="109" y="197"/>
                  <a:pt x="115" y="198"/>
                  <a:pt x="121" y="198"/>
                </a:cubicBezTo>
                <a:cubicBezTo>
                  <a:pt x="149" y="198"/>
                  <a:pt x="181" y="184"/>
                  <a:pt x="193" y="156"/>
                </a:cubicBezTo>
                <a:cubicBezTo>
                  <a:pt x="199" y="142"/>
                  <a:pt x="199" y="126"/>
                  <a:pt x="199" y="111"/>
                </a:cubicBezTo>
                <a:cubicBezTo>
                  <a:pt x="198" y="95"/>
                  <a:pt x="198" y="80"/>
                  <a:pt x="205" y="65"/>
                </a:cubicBezTo>
                <a:cubicBezTo>
                  <a:pt x="208" y="59"/>
                  <a:pt x="216" y="47"/>
                  <a:pt x="222" y="44"/>
                </a:cubicBezTo>
                <a:cubicBezTo>
                  <a:pt x="223" y="43"/>
                  <a:pt x="224" y="41"/>
                  <a:pt x="224" y="39"/>
                </a:cubicBezTo>
                <a:cubicBezTo>
                  <a:pt x="223" y="37"/>
                  <a:pt x="222" y="36"/>
                  <a:pt x="220" y="36"/>
                </a:cubicBezTo>
                <a:cubicBezTo>
                  <a:pt x="181" y="39"/>
                  <a:pt x="125" y="46"/>
                  <a:pt x="86" y="77"/>
                </a:cubicBezTo>
                <a:cubicBezTo>
                  <a:pt x="53" y="104"/>
                  <a:pt x="46" y="146"/>
                  <a:pt x="68" y="18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38" name="Freeform 129">
            <a:extLst>
              <a:ext uri="{FF2B5EF4-FFF2-40B4-BE49-F238E27FC236}">
                <a16:creationId xmlns:a16="http://schemas.microsoft.com/office/drawing/2014/main" id="{CFE86767-8A7A-498A-91DB-A50D0CFC76D9}"/>
              </a:ext>
            </a:extLst>
          </p:cNvPr>
          <p:cNvSpPr>
            <a:spLocks noChangeAspect="1" noEditPoints="1"/>
          </p:cNvSpPr>
          <p:nvPr/>
        </p:nvSpPr>
        <p:spPr bwMode="auto">
          <a:xfrm>
            <a:off x="4450022" y="3379613"/>
            <a:ext cx="387350" cy="407988"/>
          </a:xfrm>
          <a:custGeom>
            <a:avLst/>
            <a:gdLst>
              <a:gd name="T0" fmla="*/ 224 w 248"/>
              <a:gd name="T1" fmla="*/ 89 h 261"/>
              <a:gd name="T2" fmla="*/ 222 w 248"/>
              <a:gd name="T3" fmla="*/ 95 h 261"/>
              <a:gd name="T4" fmla="*/ 232 w 248"/>
              <a:gd name="T5" fmla="*/ 141 h 261"/>
              <a:gd name="T6" fmla="*/ 120 w 248"/>
              <a:gd name="T7" fmla="*/ 253 h 261"/>
              <a:gd name="T8" fmla="*/ 8 w 248"/>
              <a:gd name="T9" fmla="*/ 141 h 261"/>
              <a:gd name="T10" fmla="*/ 81 w 248"/>
              <a:gd name="T11" fmla="*/ 36 h 261"/>
              <a:gd name="T12" fmla="*/ 84 w 248"/>
              <a:gd name="T13" fmla="*/ 31 h 261"/>
              <a:gd name="T14" fmla="*/ 79 w 248"/>
              <a:gd name="T15" fmla="*/ 28 h 261"/>
              <a:gd name="T16" fmla="*/ 35 w 248"/>
              <a:gd name="T17" fmla="*/ 56 h 261"/>
              <a:gd name="T18" fmla="*/ 68 w 248"/>
              <a:gd name="T19" fmla="*/ 15 h 261"/>
              <a:gd name="T20" fmla="*/ 137 w 248"/>
              <a:gd name="T21" fmla="*/ 24 h 261"/>
              <a:gd name="T22" fmla="*/ 115 w 248"/>
              <a:gd name="T23" fmla="*/ 48 h 261"/>
              <a:gd name="T24" fmla="*/ 111 w 248"/>
              <a:gd name="T25" fmla="*/ 55 h 261"/>
              <a:gd name="T26" fmla="*/ 97 w 248"/>
              <a:gd name="T27" fmla="*/ 74 h 261"/>
              <a:gd name="T28" fmla="*/ 54 w 248"/>
              <a:gd name="T29" fmla="*/ 74 h 261"/>
              <a:gd name="T30" fmla="*/ 49 w 248"/>
              <a:gd name="T31" fmla="*/ 76 h 261"/>
              <a:gd name="T32" fmla="*/ 50 w 248"/>
              <a:gd name="T33" fmla="*/ 81 h 261"/>
              <a:gd name="T34" fmla="*/ 77 w 248"/>
              <a:gd name="T35" fmla="*/ 88 h 261"/>
              <a:gd name="T36" fmla="*/ 102 w 248"/>
              <a:gd name="T37" fmla="*/ 80 h 261"/>
              <a:gd name="T38" fmla="*/ 118 w 248"/>
              <a:gd name="T39" fmla="*/ 59 h 261"/>
              <a:gd name="T40" fmla="*/ 122 w 248"/>
              <a:gd name="T41" fmla="*/ 52 h 261"/>
              <a:gd name="T42" fmla="*/ 143 w 248"/>
              <a:gd name="T43" fmla="*/ 30 h 261"/>
              <a:gd name="T44" fmla="*/ 149 w 248"/>
              <a:gd name="T45" fmla="*/ 28 h 261"/>
              <a:gd name="T46" fmla="*/ 152 w 248"/>
              <a:gd name="T47" fmla="*/ 25 h 261"/>
              <a:gd name="T48" fmla="*/ 150 w 248"/>
              <a:gd name="T49" fmla="*/ 20 h 261"/>
              <a:gd name="T50" fmla="*/ 67 w 248"/>
              <a:gd name="T51" fmla="*/ 7 h 261"/>
              <a:gd name="T52" fmla="*/ 28 w 248"/>
              <a:gd name="T53" fmla="*/ 64 h 261"/>
              <a:gd name="T54" fmla="*/ 0 w 248"/>
              <a:gd name="T55" fmla="*/ 141 h 261"/>
              <a:gd name="T56" fmla="*/ 120 w 248"/>
              <a:gd name="T57" fmla="*/ 261 h 261"/>
              <a:gd name="T58" fmla="*/ 240 w 248"/>
              <a:gd name="T59" fmla="*/ 141 h 261"/>
              <a:gd name="T60" fmla="*/ 229 w 248"/>
              <a:gd name="T61" fmla="*/ 91 h 261"/>
              <a:gd name="T62" fmla="*/ 224 w 248"/>
              <a:gd name="T63" fmla="*/ 89 h 261"/>
              <a:gd name="T64" fmla="*/ 247 w 248"/>
              <a:gd name="T65" fmla="*/ 6 h 261"/>
              <a:gd name="T66" fmla="*/ 242 w 248"/>
              <a:gd name="T67" fmla="*/ 6 h 261"/>
              <a:gd name="T68" fmla="*/ 98 w 248"/>
              <a:gd name="T69" fmla="*/ 179 h 261"/>
              <a:gd name="T70" fmla="*/ 50 w 248"/>
              <a:gd name="T71" fmla="*/ 128 h 261"/>
              <a:gd name="T72" fmla="*/ 90 w 248"/>
              <a:gd name="T73" fmla="*/ 136 h 261"/>
              <a:gd name="T74" fmla="*/ 95 w 248"/>
              <a:gd name="T75" fmla="*/ 135 h 261"/>
              <a:gd name="T76" fmla="*/ 94 w 248"/>
              <a:gd name="T77" fmla="*/ 130 h 261"/>
              <a:gd name="T78" fmla="*/ 35 w 248"/>
              <a:gd name="T79" fmla="*/ 121 h 261"/>
              <a:gd name="T80" fmla="*/ 32 w 248"/>
              <a:gd name="T81" fmla="*/ 125 h 261"/>
              <a:gd name="T82" fmla="*/ 34 w 248"/>
              <a:gd name="T83" fmla="*/ 129 h 261"/>
              <a:gd name="T84" fmla="*/ 96 w 248"/>
              <a:gd name="T85" fmla="*/ 201 h 261"/>
              <a:gd name="T86" fmla="*/ 96 w 248"/>
              <a:gd name="T87" fmla="*/ 202 h 261"/>
              <a:gd name="T88" fmla="*/ 96 w 248"/>
              <a:gd name="T89" fmla="*/ 202 h 261"/>
              <a:gd name="T90" fmla="*/ 97 w 248"/>
              <a:gd name="T91" fmla="*/ 203 h 261"/>
              <a:gd name="T92" fmla="*/ 97 w 248"/>
              <a:gd name="T93" fmla="*/ 204 h 261"/>
              <a:gd name="T94" fmla="*/ 98 w 248"/>
              <a:gd name="T95" fmla="*/ 204 h 261"/>
              <a:gd name="T96" fmla="*/ 98 w 248"/>
              <a:gd name="T97" fmla="*/ 204 h 261"/>
              <a:gd name="T98" fmla="*/ 134 w 248"/>
              <a:gd name="T99" fmla="*/ 224 h 261"/>
              <a:gd name="T100" fmla="*/ 136 w 248"/>
              <a:gd name="T101" fmla="*/ 225 h 261"/>
              <a:gd name="T102" fmla="*/ 138 w 248"/>
              <a:gd name="T103" fmla="*/ 224 h 261"/>
              <a:gd name="T104" fmla="*/ 140 w 248"/>
              <a:gd name="T105" fmla="*/ 221 h 261"/>
              <a:gd name="T106" fmla="*/ 247 w 248"/>
              <a:gd name="T107" fmla="*/ 12 h 261"/>
              <a:gd name="T108" fmla="*/ 247 w 248"/>
              <a:gd name="T109" fmla="*/ 6 h 261"/>
              <a:gd name="T110" fmla="*/ 132 w 248"/>
              <a:gd name="T111" fmla="*/ 214 h 261"/>
              <a:gd name="T112" fmla="*/ 104 w 248"/>
              <a:gd name="T113" fmla="*/ 198 h 261"/>
              <a:gd name="T114" fmla="*/ 203 w 248"/>
              <a:gd name="T115" fmla="*/ 47 h 261"/>
              <a:gd name="T116" fmla="*/ 132 w 248"/>
              <a:gd name="T117" fmla="*/ 214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8" h="261">
                <a:moveTo>
                  <a:pt x="224" y="89"/>
                </a:moveTo>
                <a:cubicBezTo>
                  <a:pt x="222" y="90"/>
                  <a:pt x="221" y="93"/>
                  <a:pt x="222" y="95"/>
                </a:cubicBezTo>
                <a:cubicBezTo>
                  <a:pt x="229" y="109"/>
                  <a:pt x="232" y="125"/>
                  <a:pt x="232" y="141"/>
                </a:cubicBezTo>
                <a:cubicBezTo>
                  <a:pt x="232" y="203"/>
                  <a:pt x="182" y="253"/>
                  <a:pt x="120" y="253"/>
                </a:cubicBezTo>
                <a:cubicBezTo>
                  <a:pt x="58" y="253"/>
                  <a:pt x="8" y="203"/>
                  <a:pt x="8" y="141"/>
                </a:cubicBezTo>
                <a:cubicBezTo>
                  <a:pt x="8" y="94"/>
                  <a:pt x="37" y="52"/>
                  <a:pt x="81" y="36"/>
                </a:cubicBezTo>
                <a:cubicBezTo>
                  <a:pt x="83" y="35"/>
                  <a:pt x="85" y="33"/>
                  <a:pt x="84" y="31"/>
                </a:cubicBezTo>
                <a:cubicBezTo>
                  <a:pt x="83" y="29"/>
                  <a:pt x="81" y="28"/>
                  <a:pt x="79" y="28"/>
                </a:cubicBezTo>
                <a:cubicBezTo>
                  <a:pt x="62" y="34"/>
                  <a:pt x="47" y="44"/>
                  <a:pt x="35" y="56"/>
                </a:cubicBezTo>
                <a:cubicBezTo>
                  <a:pt x="35" y="29"/>
                  <a:pt x="53" y="19"/>
                  <a:pt x="68" y="15"/>
                </a:cubicBezTo>
                <a:cubicBezTo>
                  <a:pt x="93" y="10"/>
                  <a:pt x="117" y="16"/>
                  <a:pt x="137" y="24"/>
                </a:cubicBezTo>
                <a:cubicBezTo>
                  <a:pt x="129" y="29"/>
                  <a:pt x="122" y="37"/>
                  <a:pt x="115" y="48"/>
                </a:cubicBezTo>
                <a:cubicBezTo>
                  <a:pt x="114" y="50"/>
                  <a:pt x="112" y="53"/>
                  <a:pt x="111" y="55"/>
                </a:cubicBezTo>
                <a:cubicBezTo>
                  <a:pt x="107" y="62"/>
                  <a:pt x="103" y="69"/>
                  <a:pt x="97" y="74"/>
                </a:cubicBezTo>
                <a:cubicBezTo>
                  <a:pt x="85" y="83"/>
                  <a:pt x="66" y="81"/>
                  <a:pt x="54" y="74"/>
                </a:cubicBezTo>
                <a:cubicBezTo>
                  <a:pt x="53" y="73"/>
                  <a:pt x="50" y="74"/>
                  <a:pt x="49" y="76"/>
                </a:cubicBezTo>
                <a:cubicBezTo>
                  <a:pt x="48" y="77"/>
                  <a:pt x="49" y="80"/>
                  <a:pt x="50" y="81"/>
                </a:cubicBezTo>
                <a:cubicBezTo>
                  <a:pt x="58" y="85"/>
                  <a:pt x="67" y="88"/>
                  <a:pt x="77" y="88"/>
                </a:cubicBezTo>
                <a:cubicBezTo>
                  <a:pt x="86" y="88"/>
                  <a:pt x="95" y="86"/>
                  <a:pt x="102" y="80"/>
                </a:cubicBezTo>
                <a:cubicBezTo>
                  <a:pt x="109" y="74"/>
                  <a:pt x="114" y="67"/>
                  <a:pt x="118" y="59"/>
                </a:cubicBezTo>
                <a:cubicBezTo>
                  <a:pt x="119" y="57"/>
                  <a:pt x="120" y="54"/>
                  <a:pt x="122" y="52"/>
                </a:cubicBezTo>
                <a:cubicBezTo>
                  <a:pt x="128" y="41"/>
                  <a:pt x="135" y="34"/>
                  <a:pt x="143" y="30"/>
                </a:cubicBezTo>
                <a:cubicBezTo>
                  <a:pt x="145" y="29"/>
                  <a:pt x="147" y="28"/>
                  <a:pt x="149" y="28"/>
                </a:cubicBezTo>
                <a:cubicBezTo>
                  <a:pt x="150" y="28"/>
                  <a:pt x="152" y="27"/>
                  <a:pt x="152" y="25"/>
                </a:cubicBezTo>
                <a:cubicBezTo>
                  <a:pt x="153" y="23"/>
                  <a:pt x="152" y="21"/>
                  <a:pt x="150" y="20"/>
                </a:cubicBezTo>
                <a:cubicBezTo>
                  <a:pt x="127" y="11"/>
                  <a:pt x="97" y="0"/>
                  <a:pt x="67" y="7"/>
                </a:cubicBezTo>
                <a:cubicBezTo>
                  <a:pt x="39" y="14"/>
                  <a:pt x="25" y="34"/>
                  <a:pt x="28" y="64"/>
                </a:cubicBezTo>
                <a:cubicBezTo>
                  <a:pt x="10" y="85"/>
                  <a:pt x="0" y="112"/>
                  <a:pt x="0" y="141"/>
                </a:cubicBezTo>
                <a:cubicBezTo>
                  <a:pt x="0" y="207"/>
                  <a:pt x="54" y="261"/>
                  <a:pt x="120" y="261"/>
                </a:cubicBezTo>
                <a:cubicBezTo>
                  <a:pt x="186" y="261"/>
                  <a:pt x="240" y="207"/>
                  <a:pt x="240" y="141"/>
                </a:cubicBezTo>
                <a:cubicBezTo>
                  <a:pt x="240" y="124"/>
                  <a:pt x="236" y="107"/>
                  <a:pt x="229" y="91"/>
                </a:cubicBezTo>
                <a:cubicBezTo>
                  <a:pt x="228" y="89"/>
                  <a:pt x="226" y="88"/>
                  <a:pt x="224" y="89"/>
                </a:cubicBezTo>
                <a:close/>
                <a:moveTo>
                  <a:pt x="247" y="6"/>
                </a:moveTo>
                <a:cubicBezTo>
                  <a:pt x="246" y="5"/>
                  <a:pt x="243" y="5"/>
                  <a:pt x="242" y="6"/>
                </a:cubicBezTo>
                <a:cubicBezTo>
                  <a:pt x="132" y="87"/>
                  <a:pt x="104" y="148"/>
                  <a:pt x="98" y="179"/>
                </a:cubicBezTo>
                <a:cubicBezTo>
                  <a:pt x="86" y="153"/>
                  <a:pt x="64" y="136"/>
                  <a:pt x="50" y="128"/>
                </a:cubicBezTo>
                <a:cubicBezTo>
                  <a:pt x="61" y="128"/>
                  <a:pt x="77" y="129"/>
                  <a:pt x="90" y="136"/>
                </a:cubicBezTo>
                <a:cubicBezTo>
                  <a:pt x="92" y="138"/>
                  <a:pt x="94" y="137"/>
                  <a:pt x="95" y="135"/>
                </a:cubicBezTo>
                <a:cubicBezTo>
                  <a:pt x="97" y="133"/>
                  <a:pt x="96" y="131"/>
                  <a:pt x="94" y="130"/>
                </a:cubicBezTo>
                <a:cubicBezTo>
                  <a:pt x="70" y="115"/>
                  <a:pt x="37" y="121"/>
                  <a:pt x="35" y="121"/>
                </a:cubicBezTo>
                <a:cubicBezTo>
                  <a:pt x="34" y="121"/>
                  <a:pt x="32" y="123"/>
                  <a:pt x="32" y="125"/>
                </a:cubicBezTo>
                <a:cubicBezTo>
                  <a:pt x="32" y="126"/>
                  <a:pt x="33" y="128"/>
                  <a:pt x="34" y="129"/>
                </a:cubicBezTo>
                <a:cubicBezTo>
                  <a:pt x="35" y="129"/>
                  <a:pt x="88" y="152"/>
                  <a:pt x="96" y="201"/>
                </a:cubicBezTo>
                <a:cubicBezTo>
                  <a:pt x="96" y="202"/>
                  <a:pt x="96" y="202"/>
                  <a:pt x="96" y="202"/>
                </a:cubicBezTo>
                <a:cubicBezTo>
                  <a:pt x="96" y="202"/>
                  <a:pt x="96" y="202"/>
                  <a:pt x="96" y="202"/>
                </a:cubicBezTo>
                <a:cubicBezTo>
                  <a:pt x="96" y="203"/>
                  <a:pt x="96" y="203"/>
                  <a:pt x="97" y="203"/>
                </a:cubicBezTo>
                <a:cubicBezTo>
                  <a:pt x="97" y="203"/>
                  <a:pt x="97" y="203"/>
                  <a:pt x="97" y="204"/>
                </a:cubicBezTo>
                <a:cubicBezTo>
                  <a:pt x="97" y="204"/>
                  <a:pt x="98" y="204"/>
                  <a:pt x="98" y="204"/>
                </a:cubicBezTo>
                <a:cubicBezTo>
                  <a:pt x="98" y="204"/>
                  <a:pt x="98" y="204"/>
                  <a:pt x="98" y="204"/>
                </a:cubicBezTo>
                <a:cubicBezTo>
                  <a:pt x="134" y="224"/>
                  <a:pt x="134" y="224"/>
                  <a:pt x="134" y="224"/>
                </a:cubicBezTo>
                <a:cubicBezTo>
                  <a:pt x="135" y="225"/>
                  <a:pt x="135" y="225"/>
                  <a:pt x="136" y="225"/>
                </a:cubicBezTo>
                <a:cubicBezTo>
                  <a:pt x="137" y="225"/>
                  <a:pt x="137" y="225"/>
                  <a:pt x="138" y="224"/>
                </a:cubicBezTo>
                <a:cubicBezTo>
                  <a:pt x="139" y="224"/>
                  <a:pt x="140" y="223"/>
                  <a:pt x="140" y="221"/>
                </a:cubicBezTo>
                <a:cubicBezTo>
                  <a:pt x="140" y="220"/>
                  <a:pt x="145" y="105"/>
                  <a:pt x="247" y="12"/>
                </a:cubicBezTo>
                <a:cubicBezTo>
                  <a:pt x="248" y="11"/>
                  <a:pt x="248" y="8"/>
                  <a:pt x="247" y="6"/>
                </a:cubicBezTo>
                <a:close/>
                <a:moveTo>
                  <a:pt x="132" y="214"/>
                </a:moveTo>
                <a:cubicBezTo>
                  <a:pt x="104" y="198"/>
                  <a:pt x="104" y="198"/>
                  <a:pt x="104" y="198"/>
                </a:cubicBezTo>
                <a:cubicBezTo>
                  <a:pt x="103" y="188"/>
                  <a:pt x="104" y="133"/>
                  <a:pt x="203" y="47"/>
                </a:cubicBezTo>
                <a:cubicBezTo>
                  <a:pt x="146" y="119"/>
                  <a:pt x="135" y="193"/>
                  <a:pt x="132" y="21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46" name="Freeform 133">
            <a:extLst>
              <a:ext uri="{FF2B5EF4-FFF2-40B4-BE49-F238E27FC236}">
                <a16:creationId xmlns:a16="http://schemas.microsoft.com/office/drawing/2014/main" id="{A9771440-88EA-47CF-8541-D932B78D2255}"/>
              </a:ext>
            </a:extLst>
          </p:cNvPr>
          <p:cNvSpPr>
            <a:spLocks noChangeAspect="1" noEditPoints="1"/>
          </p:cNvSpPr>
          <p:nvPr/>
        </p:nvSpPr>
        <p:spPr bwMode="auto">
          <a:xfrm>
            <a:off x="5409731" y="3409276"/>
            <a:ext cx="403225" cy="384175"/>
          </a:xfrm>
          <a:custGeom>
            <a:avLst/>
            <a:gdLst>
              <a:gd name="T0" fmla="*/ 68 w 258"/>
              <a:gd name="T1" fmla="*/ 176 h 246"/>
              <a:gd name="T2" fmla="*/ 105 w 258"/>
              <a:gd name="T3" fmla="*/ 222 h 246"/>
              <a:gd name="T4" fmla="*/ 40 w 258"/>
              <a:gd name="T5" fmla="*/ 192 h 246"/>
              <a:gd name="T6" fmla="*/ 85 w 258"/>
              <a:gd name="T7" fmla="*/ 146 h 246"/>
              <a:gd name="T8" fmla="*/ 65 w 258"/>
              <a:gd name="T9" fmla="*/ 83 h 246"/>
              <a:gd name="T10" fmla="*/ 9 w 258"/>
              <a:gd name="T11" fmla="*/ 106 h 246"/>
              <a:gd name="T12" fmla="*/ 4 w 258"/>
              <a:gd name="T13" fmla="*/ 164 h 246"/>
              <a:gd name="T14" fmla="*/ 57 w 258"/>
              <a:gd name="T15" fmla="*/ 230 h 246"/>
              <a:gd name="T16" fmla="*/ 113 w 258"/>
              <a:gd name="T17" fmla="*/ 176 h 246"/>
              <a:gd name="T18" fmla="*/ 30 w 258"/>
              <a:gd name="T19" fmla="*/ 194 h 246"/>
              <a:gd name="T20" fmla="*/ 28 w 258"/>
              <a:gd name="T21" fmla="*/ 113 h 246"/>
              <a:gd name="T22" fmla="*/ 21 w 258"/>
              <a:gd name="T23" fmla="*/ 104 h 246"/>
              <a:gd name="T24" fmla="*/ 70 w 258"/>
              <a:gd name="T25" fmla="*/ 131 h 246"/>
              <a:gd name="T26" fmla="*/ 253 w 258"/>
              <a:gd name="T27" fmla="*/ 138 h 246"/>
              <a:gd name="T28" fmla="*/ 223 w 258"/>
              <a:gd name="T29" fmla="*/ 92 h 246"/>
              <a:gd name="T30" fmla="*/ 197 w 258"/>
              <a:gd name="T31" fmla="*/ 154 h 246"/>
              <a:gd name="T32" fmla="*/ 188 w 258"/>
              <a:gd name="T33" fmla="*/ 122 h 246"/>
              <a:gd name="T34" fmla="*/ 246 w 258"/>
              <a:gd name="T35" fmla="*/ 162 h 246"/>
              <a:gd name="T36" fmla="*/ 228 w 258"/>
              <a:gd name="T37" fmla="*/ 172 h 246"/>
              <a:gd name="T38" fmla="*/ 168 w 258"/>
              <a:gd name="T39" fmla="*/ 156 h 246"/>
              <a:gd name="T40" fmla="*/ 122 w 258"/>
              <a:gd name="T41" fmla="*/ 204 h 246"/>
              <a:gd name="T42" fmla="*/ 168 w 258"/>
              <a:gd name="T43" fmla="*/ 246 h 246"/>
              <a:gd name="T44" fmla="*/ 203 w 258"/>
              <a:gd name="T45" fmla="*/ 230 h 246"/>
              <a:gd name="T46" fmla="*/ 253 w 258"/>
              <a:gd name="T47" fmla="*/ 166 h 246"/>
              <a:gd name="T48" fmla="*/ 203 w 258"/>
              <a:gd name="T49" fmla="*/ 222 h 246"/>
              <a:gd name="T50" fmla="*/ 162 w 258"/>
              <a:gd name="T51" fmla="*/ 232 h 246"/>
              <a:gd name="T52" fmla="*/ 162 w 258"/>
              <a:gd name="T53" fmla="*/ 176 h 246"/>
              <a:gd name="T54" fmla="*/ 237 w 258"/>
              <a:gd name="T55" fmla="*/ 179 h 246"/>
              <a:gd name="T56" fmla="*/ 110 w 258"/>
              <a:gd name="T57" fmla="*/ 51 h 246"/>
              <a:gd name="T58" fmla="*/ 79 w 258"/>
              <a:gd name="T59" fmla="*/ 22 h 246"/>
              <a:gd name="T60" fmla="*/ 150 w 258"/>
              <a:gd name="T61" fmla="*/ 69 h 246"/>
              <a:gd name="T62" fmla="*/ 140 w 258"/>
              <a:gd name="T63" fmla="*/ 83 h 246"/>
              <a:gd name="T64" fmla="*/ 201 w 258"/>
              <a:gd name="T65" fmla="*/ 96 h 246"/>
              <a:gd name="T66" fmla="*/ 211 w 258"/>
              <a:gd name="T67" fmla="*/ 36 h 246"/>
              <a:gd name="T68" fmla="*/ 162 w 258"/>
              <a:gd name="T69" fmla="*/ 0 h 246"/>
              <a:gd name="T70" fmla="*/ 72 w 258"/>
              <a:gd name="T71" fmla="*/ 18 h 246"/>
              <a:gd name="T72" fmla="*/ 52 w 258"/>
              <a:gd name="T73" fmla="*/ 62 h 246"/>
              <a:gd name="T74" fmla="*/ 117 w 258"/>
              <a:gd name="T75" fmla="*/ 55 h 246"/>
              <a:gd name="T76" fmla="*/ 177 w 258"/>
              <a:gd name="T77" fmla="*/ 16 h 246"/>
              <a:gd name="T78" fmla="*/ 200 w 258"/>
              <a:gd name="T79" fmla="*/ 50 h 246"/>
              <a:gd name="T80" fmla="*/ 151 w 258"/>
              <a:gd name="T81" fmla="*/ 78 h 246"/>
              <a:gd name="T82" fmla="*/ 133 w 258"/>
              <a:gd name="T83" fmla="*/ 1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8" h="246">
                <a:moveTo>
                  <a:pt x="109" y="172"/>
                </a:moveTo>
                <a:cubicBezTo>
                  <a:pt x="72" y="172"/>
                  <a:pt x="72" y="172"/>
                  <a:pt x="72" y="172"/>
                </a:cubicBezTo>
                <a:cubicBezTo>
                  <a:pt x="70" y="172"/>
                  <a:pt x="68" y="174"/>
                  <a:pt x="68" y="176"/>
                </a:cubicBezTo>
                <a:cubicBezTo>
                  <a:pt x="68" y="179"/>
                  <a:pt x="70" y="180"/>
                  <a:pt x="72" y="180"/>
                </a:cubicBezTo>
                <a:cubicBezTo>
                  <a:pt x="105" y="180"/>
                  <a:pt x="105" y="180"/>
                  <a:pt x="105" y="180"/>
                </a:cubicBezTo>
                <a:cubicBezTo>
                  <a:pt x="105" y="222"/>
                  <a:pt x="105" y="222"/>
                  <a:pt x="105" y="222"/>
                </a:cubicBezTo>
                <a:cubicBezTo>
                  <a:pt x="57" y="222"/>
                  <a:pt x="57" y="222"/>
                  <a:pt x="57" y="222"/>
                </a:cubicBezTo>
                <a:cubicBezTo>
                  <a:pt x="50" y="222"/>
                  <a:pt x="43" y="218"/>
                  <a:pt x="40" y="211"/>
                </a:cubicBezTo>
                <a:cubicBezTo>
                  <a:pt x="36" y="205"/>
                  <a:pt x="36" y="198"/>
                  <a:pt x="40" y="192"/>
                </a:cubicBezTo>
                <a:cubicBezTo>
                  <a:pt x="69" y="140"/>
                  <a:pt x="69" y="140"/>
                  <a:pt x="69" y="140"/>
                </a:cubicBezTo>
                <a:cubicBezTo>
                  <a:pt x="81" y="146"/>
                  <a:pt x="81" y="146"/>
                  <a:pt x="81" y="146"/>
                </a:cubicBezTo>
                <a:cubicBezTo>
                  <a:pt x="82" y="147"/>
                  <a:pt x="84" y="147"/>
                  <a:pt x="85" y="146"/>
                </a:cubicBezTo>
                <a:cubicBezTo>
                  <a:pt x="86" y="145"/>
                  <a:pt x="87" y="143"/>
                  <a:pt x="86" y="142"/>
                </a:cubicBezTo>
                <a:cubicBezTo>
                  <a:pt x="70" y="86"/>
                  <a:pt x="70" y="86"/>
                  <a:pt x="70" y="86"/>
                </a:cubicBezTo>
                <a:cubicBezTo>
                  <a:pt x="70" y="84"/>
                  <a:pt x="68" y="82"/>
                  <a:pt x="65" y="83"/>
                </a:cubicBezTo>
                <a:cubicBezTo>
                  <a:pt x="10" y="99"/>
                  <a:pt x="10" y="99"/>
                  <a:pt x="10" y="99"/>
                </a:cubicBezTo>
                <a:cubicBezTo>
                  <a:pt x="8" y="100"/>
                  <a:pt x="7" y="101"/>
                  <a:pt x="7" y="102"/>
                </a:cubicBezTo>
                <a:cubicBezTo>
                  <a:pt x="7" y="104"/>
                  <a:pt x="7" y="106"/>
                  <a:pt x="9" y="106"/>
                </a:cubicBezTo>
                <a:cubicBezTo>
                  <a:pt x="19" y="112"/>
                  <a:pt x="19" y="112"/>
                  <a:pt x="19" y="112"/>
                </a:cubicBezTo>
                <a:cubicBezTo>
                  <a:pt x="4" y="140"/>
                  <a:pt x="4" y="140"/>
                  <a:pt x="4" y="140"/>
                </a:cubicBezTo>
                <a:cubicBezTo>
                  <a:pt x="0" y="147"/>
                  <a:pt x="0" y="156"/>
                  <a:pt x="4" y="164"/>
                </a:cubicBezTo>
                <a:cubicBezTo>
                  <a:pt x="33" y="216"/>
                  <a:pt x="33" y="216"/>
                  <a:pt x="33" y="216"/>
                </a:cubicBezTo>
                <a:cubicBezTo>
                  <a:pt x="33" y="216"/>
                  <a:pt x="33" y="216"/>
                  <a:pt x="33" y="216"/>
                </a:cubicBezTo>
                <a:cubicBezTo>
                  <a:pt x="38" y="224"/>
                  <a:pt x="47" y="230"/>
                  <a:pt x="57" y="230"/>
                </a:cubicBezTo>
                <a:cubicBezTo>
                  <a:pt x="109" y="230"/>
                  <a:pt x="109" y="230"/>
                  <a:pt x="109" y="230"/>
                </a:cubicBezTo>
                <a:cubicBezTo>
                  <a:pt x="111" y="230"/>
                  <a:pt x="113" y="228"/>
                  <a:pt x="113" y="226"/>
                </a:cubicBezTo>
                <a:cubicBezTo>
                  <a:pt x="113" y="176"/>
                  <a:pt x="113" y="176"/>
                  <a:pt x="113" y="176"/>
                </a:cubicBezTo>
                <a:cubicBezTo>
                  <a:pt x="113" y="174"/>
                  <a:pt x="111" y="172"/>
                  <a:pt x="109" y="172"/>
                </a:cubicBezTo>
                <a:close/>
                <a:moveTo>
                  <a:pt x="33" y="188"/>
                </a:moveTo>
                <a:cubicBezTo>
                  <a:pt x="32" y="190"/>
                  <a:pt x="31" y="192"/>
                  <a:pt x="30" y="194"/>
                </a:cubicBezTo>
                <a:cubicBezTo>
                  <a:pt x="11" y="160"/>
                  <a:pt x="11" y="160"/>
                  <a:pt x="11" y="160"/>
                </a:cubicBezTo>
                <a:cubicBezTo>
                  <a:pt x="8" y="155"/>
                  <a:pt x="8" y="149"/>
                  <a:pt x="11" y="144"/>
                </a:cubicBezTo>
                <a:cubicBezTo>
                  <a:pt x="28" y="113"/>
                  <a:pt x="28" y="113"/>
                  <a:pt x="28" y="113"/>
                </a:cubicBezTo>
                <a:cubicBezTo>
                  <a:pt x="29" y="112"/>
                  <a:pt x="29" y="111"/>
                  <a:pt x="29" y="110"/>
                </a:cubicBezTo>
                <a:cubicBezTo>
                  <a:pt x="28" y="109"/>
                  <a:pt x="28" y="108"/>
                  <a:pt x="27" y="107"/>
                </a:cubicBezTo>
                <a:cubicBezTo>
                  <a:pt x="21" y="104"/>
                  <a:pt x="21" y="104"/>
                  <a:pt x="21" y="104"/>
                </a:cubicBezTo>
                <a:cubicBezTo>
                  <a:pt x="64" y="92"/>
                  <a:pt x="64" y="92"/>
                  <a:pt x="64" y="92"/>
                </a:cubicBezTo>
                <a:cubicBezTo>
                  <a:pt x="76" y="135"/>
                  <a:pt x="76" y="135"/>
                  <a:pt x="76" y="135"/>
                </a:cubicBezTo>
                <a:cubicBezTo>
                  <a:pt x="70" y="131"/>
                  <a:pt x="70" y="131"/>
                  <a:pt x="70" y="131"/>
                </a:cubicBezTo>
                <a:cubicBezTo>
                  <a:pt x="68" y="130"/>
                  <a:pt x="66" y="131"/>
                  <a:pt x="64" y="133"/>
                </a:cubicBezTo>
                <a:lnTo>
                  <a:pt x="33" y="188"/>
                </a:lnTo>
                <a:close/>
                <a:moveTo>
                  <a:pt x="253" y="138"/>
                </a:moveTo>
                <a:cubicBezTo>
                  <a:pt x="229" y="94"/>
                  <a:pt x="229" y="94"/>
                  <a:pt x="229" y="94"/>
                </a:cubicBezTo>
                <a:cubicBezTo>
                  <a:pt x="228" y="93"/>
                  <a:pt x="227" y="92"/>
                  <a:pt x="226" y="92"/>
                </a:cubicBezTo>
                <a:cubicBezTo>
                  <a:pt x="225" y="92"/>
                  <a:pt x="224" y="92"/>
                  <a:pt x="223" y="92"/>
                </a:cubicBezTo>
                <a:cubicBezTo>
                  <a:pt x="181" y="117"/>
                  <a:pt x="181" y="117"/>
                  <a:pt x="181" y="117"/>
                </a:cubicBezTo>
                <a:cubicBezTo>
                  <a:pt x="179" y="118"/>
                  <a:pt x="178" y="121"/>
                  <a:pt x="179" y="122"/>
                </a:cubicBezTo>
                <a:cubicBezTo>
                  <a:pt x="197" y="154"/>
                  <a:pt x="197" y="154"/>
                  <a:pt x="197" y="154"/>
                </a:cubicBezTo>
                <a:cubicBezTo>
                  <a:pt x="198" y="156"/>
                  <a:pt x="200" y="156"/>
                  <a:pt x="202" y="155"/>
                </a:cubicBezTo>
                <a:cubicBezTo>
                  <a:pt x="204" y="154"/>
                  <a:pt x="205" y="152"/>
                  <a:pt x="204" y="150"/>
                </a:cubicBezTo>
                <a:cubicBezTo>
                  <a:pt x="188" y="122"/>
                  <a:pt x="188" y="122"/>
                  <a:pt x="188" y="122"/>
                </a:cubicBezTo>
                <a:cubicBezTo>
                  <a:pt x="224" y="101"/>
                  <a:pt x="224" y="101"/>
                  <a:pt x="224" y="101"/>
                </a:cubicBezTo>
                <a:cubicBezTo>
                  <a:pt x="246" y="142"/>
                  <a:pt x="246" y="142"/>
                  <a:pt x="246" y="142"/>
                </a:cubicBezTo>
                <a:cubicBezTo>
                  <a:pt x="250" y="148"/>
                  <a:pt x="250" y="155"/>
                  <a:pt x="246" y="162"/>
                </a:cubicBezTo>
                <a:cubicBezTo>
                  <a:pt x="246" y="162"/>
                  <a:pt x="246" y="162"/>
                  <a:pt x="246" y="162"/>
                </a:cubicBezTo>
                <a:cubicBezTo>
                  <a:pt x="246" y="162"/>
                  <a:pt x="246" y="162"/>
                  <a:pt x="246" y="162"/>
                </a:cubicBezTo>
                <a:cubicBezTo>
                  <a:pt x="243" y="168"/>
                  <a:pt x="236" y="172"/>
                  <a:pt x="228" y="172"/>
                </a:cubicBezTo>
                <a:cubicBezTo>
                  <a:pt x="170" y="172"/>
                  <a:pt x="170" y="172"/>
                  <a:pt x="170" y="172"/>
                </a:cubicBezTo>
                <a:cubicBezTo>
                  <a:pt x="170" y="160"/>
                  <a:pt x="170" y="160"/>
                  <a:pt x="170" y="160"/>
                </a:cubicBezTo>
                <a:cubicBezTo>
                  <a:pt x="170" y="158"/>
                  <a:pt x="169" y="157"/>
                  <a:pt x="168" y="156"/>
                </a:cubicBezTo>
                <a:cubicBezTo>
                  <a:pt x="166" y="156"/>
                  <a:pt x="165" y="156"/>
                  <a:pt x="163" y="157"/>
                </a:cubicBezTo>
                <a:cubicBezTo>
                  <a:pt x="122" y="198"/>
                  <a:pt x="122" y="198"/>
                  <a:pt x="122" y="198"/>
                </a:cubicBezTo>
                <a:cubicBezTo>
                  <a:pt x="121" y="200"/>
                  <a:pt x="121" y="202"/>
                  <a:pt x="122" y="204"/>
                </a:cubicBezTo>
                <a:cubicBezTo>
                  <a:pt x="163" y="245"/>
                  <a:pt x="163" y="245"/>
                  <a:pt x="163" y="245"/>
                </a:cubicBezTo>
                <a:cubicBezTo>
                  <a:pt x="164" y="246"/>
                  <a:pt x="165" y="246"/>
                  <a:pt x="166" y="246"/>
                </a:cubicBezTo>
                <a:cubicBezTo>
                  <a:pt x="167" y="246"/>
                  <a:pt x="167" y="246"/>
                  <a:pt x="168" y="246"/>
                </a:cubicBezTo>
                <a:cubicBezTo>
                  <a:pt x="169" y="245"/>
                  <a:pt x="170" y="244"/>
                  <a:pt x="170" y="242"/>
                </a:cubicBezTo>
                <a:cubicBezTo>
                  <a:pt x="170" y="230"/>
                  <a:pt x="170" y="230"/>
                  <a:pt x="170" y="230"/>
                </a:cubicBezTo>
                <a:cubicBezTo>
                  <a:pt x="203" y="230"/>
                  <a:pt x="203" y="230"/>
                  <a:pt x="203" y="230"/>
                </a:cubicBezTo>
                <a:cubicBezTo>
                  <a:pt x="212" y="230"/>
                  <a:pt x="221" y="225"/>
                  <a:pt x="225" y="217"/>
                </a:cubicBezTo>
                <a:cubicBezTo>
                  <a:pt x="253" y="166"/>
                  <a:pt x="253" y="166"/>
                  <a:pt x="253" y="166"/>
                </a:cubicBezTo>
                <a:cubicBezTo>
                  <a:pt x="253" y="166"/>
                  <a:pt x="253" y="166"/>
                  <a:pt x="253" y="166"/>
                </a:cubicBezTo>
                <a:cubicBezTo>
                  <a:pt x="258" y="157"/>
                  <a:pt x="258" y="147"/>
                  <a:pt x="253" y="138"/>
                </a:cubicBezTo>
                <a:close/>
                <a:moveTo>
                  <a:pt x="218" y="213"/>
                </a:moveTo>
                <a:cubicBezTo>
                  <a:pt x="215" y="218"/>
                  <a:pt x="209" y="222"/>
                  <a:pt x="203" y="222"/>
                </a:cubicBezTo>
                <a:cubicBezTo>
                  <a:pt x="166" y="222"/>
                  <a:pt x="166" y="222"/>
                  <a:pt x="166" y="222"/>
                </a:cubicBezTo>
                <a:cubicBezTo>
                  <a:pt x="164" y="222"/>
                  <a:pt x="162" y="223"/>
                  <a:pt x="162" y="226"/>
                </a:cubicBezTo>
                <a:cubicBezTo>
                  <a:pt x="162" y="232"/>
                  <a:pt x="162" y="232"/>
                  <a:pt x="162" y="232"/>
                </a:cubicBezTo>
                <a:cubicBezTo>
                  <a:pt x="131" y="201"/>
                  <a:pt x="131" y="201"/>
                  <a:pt x="131" y="201"/>
                </a:cubicBezTo>
                <a:cubicBezTo>
                  <a:pt x="162" y="170"/>
                  <a:pt x="162" y="170"/>
                  <a:pt x="162" y="170"/>
                </a:cubicBezTo>
                <a:cubicBezTo>
                  <a:pt x="162" y="176"/>
                  <a:pt x="162" y="176"/>
                  <a:pt x="162" y="176"/>
                </a:cubicBezTo>
                <a:cubicBezTo>
                  <a:pt x="162" y="179"/>
                  <a:pt x="164" y="180"/>
                  <a:pt x="166" y="180"/>
                </a:cubicBezTo>
                <a:cubicBezTo>
                  <a:pt x="228" y="180"/>
                  <a:pt x="228" y="180"/>
                  <a:pt x="228" y="180"/>
                </a:cubicBezTo>
                <a:cubicBezTo>
                  <a:pt x="231" y="180"/>
                  <a:pt x="234" y="180"/>
                  <a:pt x="237" y="179"/>
                </a:cubicBezTo>
                <a:lnTo>
                  <a:pt x="218" y="213"/>
                </a:lnTo>
                <a:close/>
                <a:moveTo>
                  <a:pt x="115" y="50"/>
                </a:moveTo>
                <a:cubicBezTo>
                  <a:pt x="113" y="49"/>
                  <a:pt x="111" y="49"/>
                  <a:pt x="110" y="51"/>
                </a:cubicBezTo>
                <a:cubicBezTo>
                  <a:pt x="96" y="77"/>
                  <a:pt x="96" y="77"/>
                  <a:pt x="96" y="77"/>
                </a:cubicBezTo>
                <a:cubicBezTo>
                  <a:pt x="59" y="57"/>
                  <a:pt x="59" y="57"/>
                  <a:pt x="59" y="57"/>
                </a:cubicBezTo>
                <a:cubicBezTo>
                  <a:pt x="79" y="22"/>
                  <a:pt x="79" y="22"/>
                  <a:pt x="79" y="22"/>
                </a:cubicBezTo>
                <a:cubicBezTo>
                  <a:pt x="84" y="13"/>
                  <a:pt x="93" y="8"/>
                  <a:pt x="102" y="8"/>
                </a:cubicBezTo>
                <a:cubicBezTo>
                  <a:pt x="112" y="8"/>
                  <a:pt x="122" y="14"/>
                  <a:pt x="126" y="23"/>
                </a:cubicBezTo>
                <a:cubicBezTo>
                  <a:pt x="150" y="69"/>
                  <a:pt x="150" y="69"/>
                  <a:pt x="150" y="69"/>
                </a:cubicBezTo>
                <a:cubicBezTo>
                  <a:pt x="139" y="75"/>
                  <a:pt x="139" y="75"/>
                  <a:pt x="139" y="75"/>
                </a:cubicBezTo>
                <a:cubicBezTo>
                  <a:pt x="138" y="76"/>
                  <a:pt x="137" y="78"/>
                  <a:pt x="137" y="79"/>
                </a:cubicBezTo>
                <a:cubicBezTo>
                  <a:pt x="137" y="81"/>
                  <a:pt x="138" y="82"/>
                  <a:pt x="140" y="83"/>
                </a:cubicBezTo>
                <a:cubicBezTo>
                  <a:pt x="196" y="99"/>
                  <a:pt x="196" y="99"/>
                  <a:pt x="196" y="99"/>
                </a:cubicBezTo>
                <a:cubicBezTo>
                  <a:pt x="196" y="99"/>
                  <a:pt x="196" y="99"/>
                  <a:pt x="197" y="99"/>
                </a:cubicBezTo>
                <a:cubicBezTo>
                  <a:pt x="199" y="99"/>
                  <a:pt x="200" y="98"/>
                  <a:pt x="201" y="96"/>
                </a:cubicBezTo>
                <a:cubicBezTo>
                  <a:pt x="217" y="40"/>
                  <a:pt x="217" y="40"/>
                  <a:pt x="217" y="40"/>
                </a:cubicBezTo>
                <a:cubicBezTo>
                  <a:pt x="217" y="39"/>
                  <a:pt x="216" y="37"/>
                  <a:pt x="215" y="36"/>
                </a:cubicBezTo>
                <a:cubicBezTo>
                  <a:pt x="214" y="35"/>
                  <a:pt x="212" y="35"/>
                  <a:pt x="211" y="36"/>
                </a:cubicBezTo>
                <a:cubicBezTo>
                  <a:pt x="200" y="42"/>
                  <a:pt x="200" y="42"/>
                  <a:pt x="200" y="42"/>
                </a:cubicBezTo>
                <a:cubicBezTo>
                  <a:pt x="184" y="13"/>
                  <a:pt x="184" y="13"/>
                  <a:pt x="184" y="13"/>
                </a:cubicBezTo>
                <a:cubicBezTo>
                  <a:pt x="179" y="5"/>
                  <a:pt x="171" y="0"/>
                  <a:pt x="162" y="0"/>
                </a:cubicBezTo>
                <a:cubicBezTo>
                  <a:pt x="101" y="0"/>
                  <a:pt x="101" y="0"/>
                  <a:pt x="101" y="0"/>
                </a:cubicBezTo>
                <a:cubicBezTo>
                  <a:pt x="100" y="0"/>
                  <a:pt x="100" y="0"/>
                  <a:pt x="100" y="0"/>
                </a:cubicBezTo>
                <a:cubicBezTo>
                  <a:pt x="88" y="1"/>
                  <a:pt x="78" y="8"/>
                  <a:pt x="72" y="18"/>
                </a:cubicBezTo>
                <a:cubicBezTo>
                  <a:pt x="50" y="57"/>
                  <a:pt x="50" y="57"/>
                  <a:pt x="50" y="57"/>
                </a:cubicBezTo>
                <a:cubicBezTo>
                  <a:pt x="50" y="58"/>
                  <a:pt x="50" y="59"/>
                  <a:pt x="50" y="60"/>
                </a:cubicBezTo>
                <a:cubicBezTo>
                  <a:pt x="50" y="61"/>
                  <a:pt x="51" y="62"/>
                  <a:pt x="52" y="62"/>
                </a:cubicBezTo>
                <a:cubicBezTo>
                  <a:pt x="95" y="85"/>
                  <a:pt x="95" y="85"/>
                  <a:pt x="95" y="85"/>
                </a:cubicBezTo>
                <a:cubicBezTo>
                  <a:pt x="97" y="87"/>
                  <a:pt x="100" y="86"/>
                  <a:pt x="101" y="84"/>
                </a:cubicBezTo>
                <a:cubicBezTo>
                  <a:pt x="117" y="55"/>
                  <a:pt x="117" y="55"/>
                  <a:pt x="117" y="55"/>
                </a:cubicBezTo>
                <a:cubicBezTo>
                  <a:pt x="118" y="53"/>
                  <a:pt x="117" y="51"/>
                  <a:pt x="115" y="50"/>
                </a:cubicBezTo>
                <a:close/>
                <a:moveTo>
                  <a:pt x="162" y="8"/>
                </a:moveTo>
                <a:cubicBezTo>
                  <a:pt x="168" y="8"/>
                  <a:pt x="174" y="11"/>
                  <a:pt x="177" y="16"/>
                </a:cubicBezTo>
                <a:cubicBezTo>
                  <a:pt x="195" y="49"/>
                  <a:pt x="195" y="49"/>
                  <a:pt x="195" y="49"/>
                </a:cubicBezTo>
                <a:cubicBezTo>
                  <a:pt x="195" y="50"/>
                  <a:pt x="196" y="51"/>
                  <a:pt x="197" y="51"/>
                </a:cubicBezTo>
                <a:cubicBezTo>
                  <a:pt x="198" y="51"/>
                  <a:pt x="199" y="51"/>
                  <a:pt x="200" y="50"/>
                </a:cubicBezTo>
                <a:cubicBezTo>
                  <a:pt x="206" y="47"/>
                  <a:pt x="206" y="47"/>
                  <a:pt x="206" y="47"/>
                </a:cubicBezTo>
                <a:cubicBezTo>
                  <a:pt x="194" y="90"/>
                  <a:pt x="194" y="90"/>
                  <a:pt x="194" y="90"/>
                </a:cubicBezTo>
                <a:cubicBezTo>
                  <a:pt x="151" y="78"/>
                  <a:pt x="151" y="78"/>
                  <a:pt x="151" y="78"/>
                </a:cubicBezTo>
                <a:cubicBezTo>
                  <a:pt x="157" y="74"/>
                  <a:pt x="157" y="74"/>
                  <a:pt x="157" y="74"/>
                </a:cubicBezTo>
                <a:cubicBezTo>
                  <a:pt x="159" y="73"/>
                  <a:pt x="160" y="71"/>
                  <a:pt x="159" y="69"/>
                </a:cubicBezTo>
                <a:cubicBezTo>
                  <a:pt x="133" y="19"/>
                  <a:pt x="133" y="19"/>
                  <a:pt x="133" y="19"/>
                </a:cubicBezTo>
                <a:cubicBezTo>
                  <a:pt x="131" y="15"/>
                  <a:pt x="128" y="11"/>
                  <a:pt x="124" y="8"/>
                </a:cubicBezTo>
                <a:lnTo>
                  <a:pt x="162" y="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52" name="Freeform 137">
            <a:extLst>
              <a:ext uri="{FF2B5EF4-FFF2-40B4-BE49-F238E27FC236}">
                <a16:creationId xmlns:a16="http://schemas.microsoft.com/office/drawing/2014/main" id="{E47EB1A9-68B8-4621-8487-010D8271A43A}"/>
              </a:ext>
            </a:extLst>
          </p:cNvPr>
          <p:cNvSpPr>
            <a:spLocks noChangeAspect="1" noEditPoints="1"/>
          </p:cNvSpPr>
          <p:nvPr/>
        </p:nvSpPr>
        <p:spPr bwMode="auto">
          <a:xfrm>
            <a:off x="6378964" y="3392460"/>
            <a:ext cx="400050" cy="400050"/>
          </a:xfrm>
          <a:custGeom>
            <a:avLst/>
            <a:gdLst>
              <a:gd name="T0" fmla="*/ 8 w 256"/>
              <a:gd name="T1" fmla="*/ 128 h 256"/>
              <a:gd name="T2" fmla="*/ 128 w 256"/>
              <a:gd name="T3" fmla="*/ 8 h 256"/>
              <a:gd name="T4" fmla="*/ 224 w 256"/>
              <a:gd name="T5" fmla="*/ 56 h 256"/>
              <a:gd name="T6" fmla="*/ 192 w 256"/>
              <a:gd name="T7" fmla="*/ 56 h 256"/>
              <a:gd name="T8" fmla="*/ 188 w 256"/>
              <a:gd name="T9" fmla="*/ 60 h 256"/>
              <a:gd name="T10" fmla="*/ 192 w 256"/>
              <a:gd name="T11" fmla="*/ 64 h 256"/>
              <a:gd name="T12" fmla="*/ 232 w 256"/>
              <a:gd name="T13" fmla="*/ 64 h 256"/>
              <a:gd name="T14" fmla="*/ 236 w 256"/>
              <a:gd name="T15" fmla="*/ 60 h 256"/>
              <a:gd name="T16" fmla="*/ 236 w 256"/>
              <a:gd name="T17" fmla="*/ 20 h 256"/>
              <a:gd name="T18" fmla="*/ 232 w 256"/>
              <a:gd name="T19" fmla="*/ 16 h 256"/>
              <a:gd name="T20" fmla="*/ 228 w 256"/>
              <a:gd name="T21" fmla="*/ 20 h 256"/>
              <a:gd name="T22" fmla="*/ 228 w 256"/>
              <a:gd name="T23" fmla="*/ 48 h 256"/>
              <a:gd name="T24" fmla="*/ 128 w 256"/>
              <a:gd name="T25" fmla="*/ 0 h 256"/>
              <a:gd name="T26" fmla="*/ 0 w 256"/>
              <a:gd name="T27" fmla="*/ 128 h 256"/>
              <a:gd name="T28" fmla="*/ 7 w 256"/>
              <a:gd name="T29" fmla="*/ 169 h 256"/>
              <a:gd name="T30" fmla="*/ 11 w 256"/>
              <a:gd name="T31" fmla="*/ 172 h 256"/>
              <a:gd name="T32" fmla="*/ 12 w 256"/>
              <a:gd name="T33" fmla="*/ 172 h 256"/>
              <a:gd name="T34" fmla="*/ 14 w 256"/>
              <a:gd name="T35" fmla="*/ 167 h 256"/>
              <a:gd name="T36" fmla="*/ 8 w 256"/>
              <a:gd name="T37" fmla="*/ 128 h 256"/>
              <a:gd name="T38" fmla="*/ 249 w 256"/>
              <a:gd name="T39" fmla="*/ 87 h 256"/>
              <a:gd name="T40" fmla="*/ 244 w 256"/>
              <a:gd name="T41" fmla="*/ 84 h 256"/>
              <a:gd name="T42" fmla="*/ 242 w 256"/>
              <a:gd name="T43" fmla="*/ 89 h 256"/>
              <a:gd name="T44" fmla="*/ 248 w 256"/>
              <a:gd name="T45" fmla="*/ 128 h 256"/>
              <a:gd name="T46" fmla="*/ 128 w 256"/>
              <a:gd name="T47" fmla="*/ 248 h 256"/>
              <a:gd name="T48" fmla="*/ 32 w 256"/>
              <a:gd name="T49" fmla="*/ 200 h 256"/>
              <a:gd name="T50" fmla="*/ 64 w 256"/>
              <a:gd name="T51" fmla="*/ 200 h 256"/>
              <a:gd name="T52" fmla="*/ 68 w 256"/>
              <a:gd name="T53" fmla="*/ 196 h 256"/>
              <a:gd name="T54" fmla="*/ 64 w 256"/>
              <a:gd name="T55" fmla="*/ 192 h 256"/>
              <a:gd name="T56" fmla="*/ 24 w 256"/>
              <a:gd name="T57" fmla="*/ 192 h 256"/>
              <a:gd name="T58" fmla="*/ 24 w 256"/>
              <a:gd name="T59" fmla="*/ 192 h 256"/>
              <a:gd name="T60" fmla="*/ 24 w 256"/>
              <a:gd name="T61" fmla="*/ 192 h 256"/>
              <a:gd name="T62" fmla="*/ 20 w 256"/>
              <a:gd name="T63" fmla="*/ 196 h 256"/>
              <a:gd name="T64" fmla="*/ 20 w 256"/>
              <a:gd name="T65" fmla="*/ 236 h 256"/>
              <a:gd name="T66" fmla="*/ 24 w 256"/>
              <a:gd name="T67" fmla="*/ 240 h 256"/>
              <a:gd name="T68" fmla="*/ 28 w 256"/>
              <a:gd name="T69" fmla="*/ 236 h 256"/>
              <a:gd name="T70" fmla="*/ 28 w 256"/>
              <a:gd name="T71" fmla="*/ 208 h 256"/>
              <a:gd name="T72" fmla="*/ 128 w 256"/>
              <a:gd name="T73" fmla="*/ 256 h 256"/>
              <a:gd name="T74" fmla="*/ 256 w 256"/>
              <a:gd name="T75" fmla="*/ 128 h 256"/>
              <a:gd name="T76" fmla="*/ 249 w 256"/>
              <a:gd name="T77" fmla="*/ 87 h 256"/>
              <a:gd name="T78" fmla="*/ 128 w 256"/>
              <a:gd name="T79" fmla="*/ 56 h 256"/>
              <a:gd name="T80" fmla="*/ 124 w 256"/>
              <a:gd name="T81" fmla="*/ 59 h 256"/>
              <a:gd name="T82" fmla="*/ 104 w 256"/>
              <a:gd name="T83" fmla="*/ 95 h 256"/>
              <a:gd name="T84" fmla="*/ 79 w 256"/>
              <a:gd name="T85" fmla="*/ 151 h 256"/>
              <a:gd name="T86" fmla="*/ 128 w 256"/>
              <a:gd name="T87" fmla="*/ 200 h 256"/>
              <a:gd name="T88" fmla="*/ 177 w 256"/>
              <a:gd name="T89" fmla="*/ 151 h 256"/>
              <a:gd name="T90" fmla="*/ 152 w 256"/>
              <a:gd name="T91" fmla="*/ 95 h 256"/>
              <a:gd name="T92" fmla="*/ 132 w 256"/>
              <a:gd name="T93" fmla="*/ 59 h 256"/>
              <a:gd name="T94" fmla="*/ 128 w 256"/>
              <a:gd name="T95" fmla="*/ 56 h 256"/>
              <a:gd name="T96" fmla="*/ 169 w 256"/>
              <a:gd name="T97" fmla="*/ 151 h 256"/>
              <a:gd name="T98" fmla="*/ 128 w 256"/>
              <a:gd name="T99" fmla="*/ 192 h 256"/>
              <a:gd name="T100" fmla="*/ 87 w 256"/>
              <a:gd name="T101" fmla="*/ 151 h 256"/>
              <a:gd name="T102" fmla="*/ 111 w 256"/>
              <a:gd name="T103" fmla="*/ 99 h 256"/>
              <a:gd name="T104" fmla="*/ 128 w 256"/>
              <a:gd name="T105" fmla="*/ 70 h 256"/>
              <a:gd name="T106" fmla="*/ 145 w 256"/>
              <a:gd name="T107" fmla="*/ 99 h 256"/>
              <a:gd name="T108" fmla="*/ 169 w 256"/>
              <a:gd name="T109" fmla="*/ 151 h 256"/>
              <a:gd name="T110" fmla="*/ 109 w 256"/>
              <a:gd name="T111" fmla="*/ 151 h 256"/>
              <a:gd name="T112" fmla="*/ 105 w 256"/>
              <a:gd name="T113" fmla="*/ 147 h 256"/>
              <a:gd name="T114" fmla="*/ 101 w 256"/>
              <a:gd name="T115" fmla="*/ 151 h 256"/>
              <a:gd name="T116" fmla="*/ 128 w 256"/>
              <a:gd name="T117" fmla="*/ 177 h 256"/>
              <a:gd name="T118" fmla="*/ 132 w 256"/>
              <a:gd name="T119" fmla="*/ 173 h 256"/>
              <a:gd name="T120" fmla="*/ 128 w 256"/>
              <a:gd name="T121" fmla="*/ 169 h 256"/>
              <a:gd name="T122" fmla="*/ 109 w 256"/>
              <a:gd name="T123" fmla="*/ 15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8" y="128"/>
                </a:moveTo>
                <a:cubicBezTo>
                  <a:pt x="8" y="62"/>
                  <a:pt x="62" y="8"/>
                  <a:pt x="128" y="8"/>
                </a:cubicBezTo>
                <a:cubicBezTo>
                  <a:pt x="166" y="8"/>
                  <a:pt x="201" y="26"/>
                  <a:pt x="224" y="56"/>
                </a:cubicBezTo>
                <a:cubicBezTo>
                  <a:pt x="192" y="56"/>
                  <a:pt x="192" y="56"/>
                  <a:pt x="192" y="56"/>
                </a:cubicBezTo>
                <a:cubicBezTo>
                  <a:pt x="190" y="56"/>
                  <a:pt x="188" y="58"/>
                  <a:pt x="188" y="60"/>
                </a:cubicBezTo>
                <a:cubicBezTo>
                  <a:pt x="188" y="62"/>
                  <a:pt x="190" y="64"/>
                  <a:pt x="192" y="64"/>
                </a:cubicBezTo>
                <a:cubicBezTo>
                  <a:pt x="232" y="64"/>
                  <a:pt x="232" y="64"/>
                  <a:pt x="232" y="64"/>
                </a:cubicBezTo>
                <a:cubicBezTo>
                  <a:pt x="234" y="64"/>
                  <a:pt x="236" y="62"/>
                  <a:pt x="236" y="60"/>
                </a:cubicBezTo>
                <a:cubicBezTo>
                  <a:pt x="236" y="20"/>
                  <a:pt x="236" y="20"/>
                  <a:pt x="236" y="20"/>
                </a:cubicBezTo>
                <a:cubicBezTo>
                  <a:pt x="236" y="18"/>
                  <a:pt x="234" y="16"/>
                  <a:pt x="232" y="16"/>
                </a:cubicBezTo>
                <a:cubicBezTo>
                  <a:pt x="230" y="16"/>
                  <a:pt x="228" y="18"/>
                  <a:pt x="228" y="20"/>
                </a:cubicBezTo>
                <a:cubicBezTo>
                  <a:pt x="228" y="48"/>
                  <a:pt x="228" y="48"/>
                  <a:pt x="228" y="48"/>
                </a:cubicBezTo>
                <a:cubicBezTo>
                  <a:pt x="204" y="18"/>
                  <a:pt x="167" y="0"/>
                  <a:pt x="128" y="0"/>
                </a:cubicBezTo>
                <a:cubicBezTo>
                  <a:pt x="57" y="0"/>
                  <a:pt x="0" y="57"/>
                  <a:pt x="0" y="128"/>
                </a:cubicBezTo>
                <a:cubicBezTo>
                  <a:pt x="0" y="142"/>
                  <a:pt x="2" y="156"/>
                  <a:pt x="7" y="169"/>
                </a:cubicBezTo>
                <a:cubicBezTo>
                  <a:pt x="7" y="171"/>
                  <a:pt x="9" y="172"/>
                  <a:pt x="11" y="172"/>
                </a:cubicBezTo>
                <a:cubicBezTo>
                  <a:pt x="11" y="172"/>
                  <a:pt x="11" y="172"/>
                  <a:pt x="12" y="172"/>
                </a:cubicBezTo>
                <a:cubicBezTo>
                  <a:pt x="14" y="171"/>
                  <a:pt x="15" y="169"/>
                  <a:pt x="14" y="167"/>
                </a:cubicBezTo>
                <a:cubicBezTo>
                  <a:pt x="10" y="154"/>
                  <a:pt x="8" y="141"/>
                  <a:pt x="8" y="128"/>
                </a:cubicBezTo>
                <a:close/>
                <a:moveTo>
                  <a:pt x="249" y="87"/>
                </a:moveTo>
                <a:cubicBezTo>
                  <a:pt x="248" y="85"/>
                  <a:pt x="246" y="83"/>
                  <a:pt x="244" y="84"/>
                </a:cubicBezTo>
                <a:cubicBezTo>
                  <a:pt x="242" y="85"/>
                  <a:pt x="241" y="87"/>
                  <a:pt x="242" y="89"/>
                </a:cubicBezTo>
                <a:cubicBezTo>
                  <a:pt x="246" y="102"/>
                  <a:pt x="248" y="115"/>
                  <a:pt x="248" y="128"/>
                </a:cubicBezTo>
                <a:cubicBezTo>
                  <a:pt x="248" y="194"/>
                  <a:pt x="194" y="248"/>
                  <a:pt x="128" y="248"/>
                </a:cubicBezTo>
                <a:cubicBezTo>
                  <a:pt x="90" y="248"/>
                  <a:pt x="55" y="230"/>
                  <a:pt x="32" y="200"/>
                </a:cubicBezTo>
                <a:cubicBezTo>
                  <a:pt x="64" y="200"/>
                  <a:pt x="64" y="200"/>
                  <a:pt x="64" y="200"/>
                </a:cubicBezTo>
                <a:cubicBezTo>
                  <a:pt x="66" y="200"/>
                  <a:pt x="68" y="198"/>
                  <a:pt x="68" y="196"/>
                </a:cubicBezTo>
                <a:cubicBezTo>
                  <a:pt x="68" y="194"/>
                  <a:pt x="66" y="192"/>
                  <a:pt x="64" y="192"/>
                </a:cubicBezTo>
                <a:cubicBezTo>
                  <a:pt x="24" y="192"/>
                  <a:pt x="24" y="192"/>
                  <a:pt x="24" y="192"/>
                </a:cubicBezTo>
                <a:cubicBezTo>
                  <a:pt x="24" y="192"/>
                  <a:pt x="24" y="192"/>
                  <a:pt x="24" y="192"/>
                </a:cubicBezTo>
                <a:cubicBezTo>
                  <a:pt x="24" y="192"/>
                  <a:pt x="24" y="192"/>
                  <a:pt x="24" y="192"/>
                </a:cubicBezTo>
                <a:cubicBezTo>
                  <a:pt x="22" y="192"/>
                  <a:pt x="20" y="194"/>
                  <a:pt x="20" y="196"/>
                </a:cubicBezTo>
                <a:cubicBezTo>
                  <a:pt x="20" y="236"/>
                  <a:pt x="20" y="236"/>
                  <a:pt x="20" y="236"/>
                </a:cubicBezTo>
                <a:cubicBezTo>
                  <a:pt x="20" y="238"/>
                  <a:pt x="22" y="240"/>
                  <a:pt x="24" y="240"/>
                </a:cubicBezTo>
                <a:cubicBezTo>
                  <a:pt x="26" y="240"/>
                  <a:pt x="28" y="238"/>
                  <a:pt x="28" y="236"/>
                </a:cubicBezTo>
                <a:cubicBezTo>
                  <a:pt x="28" y="208"/>
                  <a:pt x="28" y="208"/>
                  <a:pt x="28" y="208"/>
                </a:cubicBezTo>
                <a:cubicBezTo>
                  <a:pt x="52" y="238"/>
                  <a:pt x="89" y="256"/>
                  <a:pt x="128" y="256"/>
                </a:cubicBezTo>
                <a:cubicBezTo>
                  <a:pt x="199" y="256"/>
                  <a:pt x="256" y="199"/>
                  <a:pt x="256" y="128"/>
                </a:cubicBezTo>
                <a:cubicBezTo>
                  <a:pt x="256" y="114"/>
                  <a:pt x="254" y="100"/>
                  <a:pt x="249" y="87"/>
                </a:cubicBezTo>
                <a:close/>
                <a:moveTo>
                  <a:pt x="128" y="56"/>
                </a:moveTo>
                <a:cubicBezTo>
                  <a:pt x="126" y="56"/>
                  <a:pt x="125" y="57"/>
                  <a:pt x="124" y="59"/>
                </a:cubicBezTo>
                <a:cubicBezTo>
                  <a:pt x="121" y="69"/>
                  <a:pt x="113" y="82"/>
                  <a:pt x="104" y="95"/>
                </a:cubicBezTo>
                <a:cubicBezTo>
                  <a:pt x="92" y="114"/>
                  <a:pt x="79" y="133"/>
                  <a:pt x="79" y="151"/>
                </a:cubicBezTo>
                <a:cubicBezTo>
                  <a:pt x="79" y="178"/>
                  <a:pt x="101" y="200"/>
                  <a:pt x="128" y="200"/>
                </a:cubicBezTo>
                <a:cubicBezTo>
                  <a:pt x="155" y="200"/>
                  <a:pt x="177" y="178"/>
                  <a:pt x="177" y="151"/>
                </a:cubicBezTo>
                <a:cubicBezTo>
                  <a:pt x="177" y="133"/>
                  <a:pt x="164" y="114"/>
                  <a:pt x="152" y="95"/>
                </a:cubicBezTo>
                <a:cubicBezTo>
                  <a:pt x="143" y="82"/>
                  <a:pt x="135" y="69"/>
                  <a:pt x="132" y="59"/>
                </a:cubicBezTo>
                <a:cubicBezTo>
                  <a:pt x="131" y="57"/>
                  <a:pt x="130" y="56"/>
                  <a:pt x="128" y="56"/>
                </a:cubicBezTo>
                <a:close/>
                <a:moveTo>
                  <a:pt x="169" y="151"/>
                </a:moveTo>
                <a:cubicBezTo>
                  <a:pt x="169" y="173"/>
                  <a:pt x="151" y="192"/>
                  <a:pt x="128" y="192"/>
                </a:cubicBezTo>
                <a:cubicBezTo>
                  <a:pt x="105" y="192"/>
                  <a:pt x="87" y="173"/>
                  <a:pt x="87" y="151"/>
                </a:cubicBezTo>
                <a:cubicBezTo>
                  <a:pt x="87" y="136"/>
                  <a:pt x="99" y="117"/>
                  <a:pt x="111" y="99"/>
                </a:cubicBezTo>
                <a:cubicBezTo>
                  <a:pt x="117" y="89"/>
                  <a:pt x="124" y="80"/>
                  <a:pt x="128" y="70"/>
                </a:cubicBezTo>
                <a:cubicBezTo>
                  <a:pt x="132" y="80"/>
                  <a:pt x="139" y="89"/>
                  <a:pt x="145" y="99"/>
                </a:cubicBezTo>
                <a:cubicBezTo>
                  <a:pt x="157" y="117"/>
                  <a:pt x="169" y="136"/>
                  <a:pt x="169" y="151"/>
                </a:cubicBezTo>
                <a:close/>
                <a:moveTo>
                  <a:pt x="109" y="151"/>
                </a:moveTo>
                <a:cubicBezTo>
                  <a:pt x="109" y="148"/>
                  <a:pt x="108" y="147"/>
                  <a:pt x="105" y="147"/>
                </a:cubicBezTo>
                <a:cubicBezTo>
                  <a:pt x="103" y="147"/>
                  <a:pt x="101" y="148"/>
                  <a:pt x="101" y="151"/>
                </a:cubicBezTo>
                <a:cubicBezTo>
                  <a:pt x="101" y="165"/>
                  <a:pt x="113" y="177"/>
                  <a:pt x="128" y="177"/>
                </a:cubicBezTo>
                <a:cubicBezTo>
                  <a:pt x="130" y="177"/>
                  <a:pt x="132" y="176"/>
                  <a:pt x="132" y="173"/>
                </a:cubicBezTo>
                <a:cubicBezTo>
                  <a:pt x="132" y="171"/>
                  <a:pt x="130" y="169"/>
                  <a:pt x="128" y="169"/>
                </a:cubicBezTo>
                <a:cubicBezTo>
                  <a:pt x="118" y="169"/>
                  <a:pt x="109" y="161"/>
                  <a:pt x="109" y="15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6" name="Freeform 144">
            <a:extLst>
              <a:ext uri="{FF2B5EF4-FFF2-40B4-BE49-F238E27FC236}">
                <a16:creationId xmlns:a16="http://schemas.microsoft.com/office/drawing/2014/main" id="{C381DE96-107D-4FF7-8BA2-B87FA03C42D7}"/>
              </a:ext>
            </a:extLst>
          </p:cNvPr>
          <p:cNvSpPr>
            <a:spLocks noChangeAspect="1" noEditPoints="1"/>
          </p:cNvSpPr>
          <p:nvPr/>
        </p:nvSpPr>
        <p:spPr bwMode="auto">
          <a:xfrm>
            <a:off x="7346610" y="3392460"/>
            <a:ext cx="400050" cy="400050"/>
          </a:xfrm>
          <a:custGeom>
            <a:avLst/>
            <a:gdLst>
              <a:gd name="T0" fmla="*/ 128 w 256"/>
              <a:gd name="T1" fmla="*/ 256 h 256"/>
              <a:gd name="T2" fmla="*/ 241 w 256"/>
              <a:gd name="T3" fmla="*/ 87 h 256"/>
              <a:gd name="T4" fmla="*/ 195 w 256"/>
              <a:gd name="T5" fmla="*/ 129 h 256"/>
              <a:gd name="T6" fmla="*/ 240 w 256"/>
              <a:gd name="T7" fmla="*/ 88 h 256"/>
              <a:gd name="T8" fmla="*/ 238 w 256"/>
              <a:gd name="T9" fmla="*/ 80 h 256"/>
              <a:gd name="T10" fmla="*/ 188 w 256"/>
              <a:gd name="T11" fmla="*/ 101 h 256"/>
              <a:gd name="T12" fmla="*/ 217 w 256"/>
              <a:gd name="T13" fmla="*/ 47 h 256"/>
              <a:gd name="T14" fmla="*/ 72 w 256"/>
              <a:gd name="T15" fmla="*/ 128 h 256"/>
              <a:gd name="T16" fmla="*/ 179 w 256"/>
              <a:gd name="T17" fmla="*/ 19 h 256"/>
              <a:gd name="T18" fmla="*/ 176 w 256"/>
              <a:gd name="T19" fmla="*/ 81 h 256"/>
              <a:gd name="T20" fmla="*/ 179 w 256"/>
              <a:gd name="T21" fmla="*/ 21 h 256"/>
              <a:gd name="T22" fmla="*/ 172 w 256"/>
              <a:gd name="T23" fmla="*/ 16 h 256"/>
              <a:gd name="T24" fmla="*/ 151 w 256"/>
              <a:gd name="T25" fmla="*/ 66 h 256"/>
              <a:gd name="T26" fmla="*/ 134 w 256"/>
              <a:gd name="T27" fmla="*/ 8 h 256"/>
              <a:gd name="T28" fmla="*/ 129 w 256"/>
              <a:gd name="T29" fmla="*/ 61 h 256"/>
              <a:gd name="T30" fmla="*/ 88 w 256"/>
              <a:gd name="T31" fmla="*/ 16 h 256"/>
              <a:gd name="T32" fmla="*/ 80 w 256"/>
              <a:gd name="T33" fmla="*/ 18 h 256"/>
              <a:gd name="T34" fmla="*/ 101 w 256"/>
              <a:gd name="T35" fmla="*/ 68 h 256"/>
              <a:gd name="T36" fmla="*/ 47 w 256"/>
              <a:gd name="T37" fmla="*/ 39 h 256"/>
              <a:gd name="T38" fmla="*/ 42 w 256"/>
              <a:gd name="T39" fmla="*/ 45 h 256"/>
              <a:gd name="T40" fmla="*/ 72 w 256"/>
              <a:gd name="T41" fmla="*/ 92 h 256"/>
              <a:gd name="T42" fmla="*/ 42 w 256"/>
              <a:gd name="T43" fmla="*/ 45 h 256"/>
              <a:gd name="T44" fmla="*/ 63 w 256"/>
              <a:gd name="T45" fmla="*/ 102 h 256"/>
              <a:gd name="T46" fmla="*/ 63 w 256"/>
              <a:gd name="T47" fmla="*/ 116 h 256"/>
              <a:gd name="T48" fmla="*/ 16 w 256"/>
              <a:gd name="T49" fmla="*/ 84 h 256"/>
              <a:gd name="T50" fmla="*/ 8 w 256"/>
              <a:gd name="T51" fmla="*/ 130 h 256"/>
              <a:gd name="T52" fmla="*/ 62 w 256"/>
              <a:gd name="T53" fmla="*/ 130 h 256"/>
              <a:gd name="T54" fmla="*/ 15 w 256"/>
              <a:gd name="T55" fmla="*/ 169 h 256"/>
              <a:gd name="T56" fmla="*/ 18 w 256"/>
              <a:gd name="T57" fmla="*/ 176 h 256"/>
              <a:gd name="T58" fmla="*/ 74 w 256"/>
              <a:gd name="T59" fmla="*/ 166 h 256"/>
              <a:gd name="T60" fmla="*/ 77 w 256"/>
              <a:gd name="T61" fmla="*/ 237 h 256"/>
              <a:gd name="T62" fmla="*/ 80 w 256"/>
              <a:gd name="T63" fmla="*/ 175 h 256"/>
              <a:gd name="T64" fmla="*/ 77 w 256"/>
              <a:gd name="T65" fmla="*/ 235 h 256"/>
              <a:gd name="T66" fmla="*/ 84 w 256"/>
              <a:gd name="T67" fmla="*/ 240 h 256"/>
              <a:gd name="T68" fmla="*/ 105 w 256"/>
              <a:gd name="T69" fmla="*/ 190 h 256"/>
              <a:gd name="T70" fmla="*/ 122 w 256"/>
              <a:gd name="T71" fmla="*/ 248 h 256"/>
              <a:gd name="T72" fmla="*/ 127 w 256"/>
              <a:gd name="T73" fmla="*/ 195 h 256"/>
              <a:gd name="T74" fmla="*/ 168 w 256"/>
              <a:gd name="T75" fmla="*/ 240 h 256"/>
              <a:gd name="T76" fmla="*/ 176 w 256"/>
              <a:gd name="T77" fmla="*/ 238 h 256"/>
              <a:gd name="T78" fmla="*/ 155 w 256"/>
              <a:gd name="T79" fmla="*/ 188 h 256"/>
              <a:gd name="T80" fmla="*/ 208 w 256"/>
              <a:gd name="T81" fmla="*/ 216 h 256"/>
              <a:gd name="T82" fmla="*/ 214 w 256"/>
              <a:gd name="T83" fmla="*/ 211 h 256"/>
              <a:gd name="T84" fmla="*/ 176 w 256"/>
              <a:gd name="T85" fmla="*/ 173 h 256"/>
              <a:gd name="T86" fmla="*/ 237 w 256"/>
              <a:gd name="T87" fmla="*/ 179 h 256"/>
              <a:gd name="T88" fmla="*/ 240 w 256"/>
              <a:gd name="T89" fmla="*/ 172 h 256"/>
              <a:gd name="T90" fmla="*/ 193 w 256"/>
              <a:gd name="T91" fmla="*/ 140 h 256"/>
              <a:gd name="T92" fmla="*/ 240 w 256"/>
              <a:gd name="T93" fmla="*/ 172 h 256"/>
              <a:gd name="T94" fmla="*/ 116 w 256"/>
              <a:gd name="T95" fmla="*/ 132 h 256"/>
              <a:gd name="T96" fmla="*/ 132 w 256"/>
              <a:gd name="T97" fmla="*/ 148 h 256"/>
              <a:gd name="T98" fmla="*/ 125 w 256"/>
              <a:gd name="T99" fmla="*/ 89 h 256"/>
              <a:gd name="T100" fmla="*/ 160 w 256"/>
              <a:gd name="T101" fmla="*/ 136 h 256"/>
              <a:gd name="T102" fmla="*/ 104 w 256"/>
              <a:gd name="T103" fmla="*/ 136 h 256"/>
              <a:gd name="T104" fmla="*/ 128 w 256"/>
              <a:gd name="T105"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128" y="0"/>
                </a:moveTo>
                <a:cubicBezTo>
                  <a:pt x="57" y="0"/>
                  <a:pt x="0" y="57"/>
                  <a:pt x="0" y="128"/>
                </a:cubicBezTo>
                <a:cubicBezTo>
                  <a:pt x="0" y="199"/>
                  <a:pt x="57" y="256"/>
                  <a:pt x="128" y="256"/>
                </a:cubicBezTo>
                <a:cubicBezTo>
                  <a:pt x="199" y="256"/>
                  <a:pt x="256" y="199"/>
                  <a:pt x="256" y="128"/>
                </a:cubicBezTo>
                <a:cubicBezTo>
                  <a:pt x="256" y="57"/>
                  <a:pt x="199" y="0"/>
                  <a:pt x="128" y="0"/>
                </a:cubicBezTo>
                <a:close/>
                <a:moveTo>
                  <a:pt x="241" y="87"/>
                </a:moveTo>
                <a:cubicBezTo>
                  <a:pt x="245" y="99"/>
                  <a:pt x="248" y="112"/>
                  <a:pt x="248" y="126"/>
                </a:cubicBezTo>
                <a:cubicBezTo>
                  <a:pt x="248" y="126"/>
                  <a:pt x="248" y="126"/>
                  <a:pt x="248" y="126"/>
                </a:cubicBezTo>
                <a:cubicBezTo>
                  <a:pt x="224" y="122"/>
                  <a:pt x="206" y="123"/>
                  <a:pt x="195" y="129"/>
                </a:cubicBezTo>
                <a:cubicBezTo>
                  <a:pt x="195" y="128"/>
                  <a:pt x="195" y="127"/>
                  <a:pt x="194" y="126"/>
                </a:cubicBezTo>
                <a:cubicBezTo>
                  <a:pt x="194" y="125"/>
                  <a:pt x="190" y="120"/>
                  <a:pt x="193" y="113"/>
                </a:cubicBezTo>
                <a:cubicBezTo>
                  <a:pt x="196" y="106"/>
                  <a:pt x="206" y="96"/>
                  <a:pt x="240" y="88"/>
                </a:cubicBezTo>
                <a:cubicBezTo>
                  <a:pt x="240" y="88"/>
                  <a:pt x="241" y="88"/>
                  <a:pt x="241" y="87"/>
                </a:cubicBezTo>
                <a:close/>
                <a:moveTo>
                  <a:pt x="217" y="47"/>
                </a:moveTo>
                <a:cubicBezTo>
                  <a:pt x="225" y="57"/>
                  <a:pt x="233" y="68"/>
                  <a:pt x="238" y="80"/>
                </a:cubicBezTo>
                <a:cubicBezTo>
                  <a:pt x="238" y="80"/>
                  <a:pt x="238" y="80"/>
                  <a:pt x="238" y="80"/>
                </a:cubicBezTo>
                <a:cubicBezTo>
                  <a:pt x="214" y="86"/>
                  <a:pt x="198" y="93"/>
                  <a:pt x="190" y="103"/>
                </a:cubicBezTo>
                <a:cubicBezTo>
                  <a:pt x="190" y="102"/>
                  <a:pt x="189" y="101"/>
                  <a:pt x="188" y="101"/>
                </a:cubicBezTo>
                <a:cubicBezTo>
                  <a:pt x="188" y="101"/>
                  <a:pt x="183" y="97"/>
                  <a:pt x="182" y="90"/>
                </a:cubicBezTo>
                <a:cubicBezTo>
                  <a:pt x="182" y="82"/>
                  <a:pt x="188" y="68"/>
                  <a:pt x="216" y="48"/>
                </a:cubicBezTo>
                <a:cubicBezTo>
                  <a:pt x="216" y="48"/>
                  <a:pt x="216" y="48"/>
                  <a:pt x="217" y="47"/>
                </a:cubicBezTo>
                <a:close/>
                <a:moveTo>
                  <a:pt x="184" y="128"/>
                </a:moveTo>
                <a:cubicBezTo>
                  <a:pt x="184" y="159"/>
                  <a:pt x="159" y="184"/>
                  <a:pt x="128" y="184"/>
                </a:cubicBezTo>
                <a:cubicBezTo>
                  <a:pt x="97" y="184"/>
                  <a:pt x="72" y="159"/>
                  <a:pt x="72" y="128"/>
                </a:cubicBezTo>
                <a:cubicBezTo>
                  <a:pt x="72" y="97"/>
                  <a:pt x="97" y="72"/>
                  <a:pt x="128" y="72"/>
                </a:cubicBezTo>
                <a:cubicBezTo>
                  <a:pt x="159" y="72"/>
                  <a:pt x="184" y="97"/>
                  <a:pt x="184" y="128"/>
                </a:cubicBezTo>
                <a:close/>
                <a:moveTo>
                  <a:pt x="179" y="19"/>
                </a:moveTo>
                <a:cubicBezTo>
                  <a:pt x="191" y="25"/>
                  <a:pt x="202" y="33"/>
                  <a:pt x="211" y="42"/>
                </a:cubicBezTo>
                <a:cubicBezTo>
                  <a:pt x="211" y="42"/>
                  <a:pt x="211" y="42"/>
                  <a:pt x="211" y="42"/>
                </a:cubicBezTo>
                <a:cubicBezTo>
                  <a:pt x="191" y="56"/>
                  <a:pt x="179" y="69"/>
                  <a:pt x="176" y="81"/>
                </a:cubicBezTo>
                <a:cubicBezTo>
                  <a:pt x="175" y="81"/>
                  <a:pt x="174" y="80"/>
                  <a:pt x="173" y="80"/>
                </a:cubicBezTo>
                <a:cubicBezTo>
                  <a:pt x="173" y="80"/>
                  <a:pt x="167" y="78"/>
                  <a:pt x="164" y="72"/>
                </a:cubicBezTo>
                <a:cubicBezTo>
                  <a:pt x="160" y="65"/>
                  <a:pt x="161" y="50"/>
                  <a:pt x="179" y="21"/>
                </a:cubicBezTo>
                <a:cubicBezTo>
                  <a:pt x="179" y="20"/>
                  <a:pt x="179" y="20"/>
                  <a:pt x="179" y="19"/>
                </a:cubicBezTo>
                <a:close/>
                <a:moveTo>
                  <a:pt x="134" y="8"/>
                </a:moveTo>
                <a:cubicBezTo>
                  <a:pt x="147" y="9"/>
                  <a:pt x="160" y="12"/>
                  <a:pt x="172" y="16"/>
                </a:cubicBezTo>
                <a:cubicBezTo>
                  <a:pt x="172" y="16"/>
                  <a:pt x="172" y="16"/>
                  <a:pt x="172" y="16"/>
                </a:cubicBezTo>
                <a:cubicBezTo>
                  <a:pt x="159" y="37"/>
                  <a:pt x="153" y="54"/>
                  <a:pt x="154" y="67"/>
                </a:cubicBezTo>
                <a:cubicBezTo>
                  <a:pt x="153" y="66"/>
                  <a:pt x="152" y="66"/>
                  <a:pt x="151" y="66"/>
                </a:cubicBezTo>
                <a:cubicBezTo>
                  <a:pt x="151" y="66"/>
                  <a:pt x="145" y="67"/>
                  <a:pt x="139" y="62"/>
                </a:cubicBezTo>
                <a:cubicBezTo>
                  <a:pt x="134" y="57"/>
                  <a:pt x="128" y="43"/>
                  <a:pt x="134" y="9"/>
                </a:cubicBezTo>
                <a:cubicBezTo>
                  <a:pt x="134" y="9"/>
                  <a:pt x="134" y="9"/>
                  <a:pt x="134" y="8"/>
                </a:cubicBezTo>
                <a:close/>
                <a:moveTo>
                  <a:pt x="126" y="8"/>
                </a:moveTo>
                <a:cubicBezTo>
                  <a:pt x="126" y="8"/>
                  <a:pt x="126" y="8"/>
                  <a:pt x="126" y="8"/>
                </a:cubicBezTo>
                <a:cubicBezTo>
                  <a:pt x="122" y="32"/>
                  <a:pt x="123" y="50"/>
                  <a:pt x="129" y="61"/>
                </a:cubicBezTo>
                <a:cubicBezTo>
                  <a:pt x="128" y="61"/>
                  <a:pt x="127" y="61"/>
                  <a:pt x="126" y="62"/>
                </a:cubicBezTo>
                <a:cubicBezTo>
                  <a:pt x="125" y="62"/>
                  <a:pt x="120" y="66"/>
                  <a:pt x="113" y="63"/>
                </a:cubicBezTo>
                <a:cubicBezTo>
                  <a:pt x="106" y="60"/>
                  <a:pt x="96" y="50"/>
                  <a:pt x="88" y="16"/>
                </a:cubicBezTo>
                <a:cubicBezTo>
                  <a:pt x="88" y="16"/>
                  <a:pt x="88" y="15"/>
                  <a:pt x="87" y="15"/>
                </a:cubicBezTo>
                <a:cubicBezTo>
                  <a:pt x="99" y="11"/>
                  <a:pt x="112" y="8"/>
                  <a:pt x="126" y="8"/>
                </a:cubicBezTo>
                <a:close/>
                <a:moveTo>
                  <a:pt x="80" y="18"/>
                </a:moveTo>
                <a:cubicBezTo>
                  <a:pt x="80" y="18"/>
                  <a:pt x="80" y="18"/>
                  <a:pt x="80" y="18"/>
                </a:cubicBezTo>
                <a:cubicBezTo>
                  <a:pt x="86" y="42"/>
                  <a:pt x="94" y="58"/>
                  <a:pt x="103" y="66"/>
                </a:cubicBezTo>
                <a:cubicBezTo>
                  <a:pt x="102" y="66"/>
                  <a:pt x="101" y="67"/>
                  <a:pt x="101" y="68"/>
                </a:cubicBezTo>
                <a:cubicBezTo>
                  <a:pt x="100" y="68"/>
                  <a:pt x="97" y="73"/>
                  <a:pt x="90" y="74"/>
                </a:cubicBezTo>
                <a:cubicBezTo>
                  <a:pt x="82" y="74"/>
                  <a:pt x="68" y="68"/>
                  <a:pt x="48" y="40"/>
                </a:cubicBezTo>
                <a:cubicBezTo>
                  <a:pt x="48" y="40"/>
                  <a:pt x="48" y="40"/>
                  <a:pt x="47" y="39"/>
                </a:cubicBezTo>
                <a:cubicBezTo>
                  <a:pt x="57" y="31"/>
                  <a:pt x="68" y="23"/>
                  <a:pt x="80" y="18"/>
                </a:cubicBezTo>
                <a:close/>
                <a:moveTo>
                  <a:pt x="42" y="45"/>
                </a:moveTo>
                <a:cubicBezTo>
                  <a:pt x="42" y="45"/>
                  <a:pt x="42" y="45"/>
                  <a:pt x="42" y="45"/>
                </a:cubicBezTo>
                <a:cubicBezTo>
                  <a:pt x="56" y="65"/>
                  <a:pt x="69" y="77"/>
                  <a:pt x="81" y="80"/>
                </a:cubicBezTo>
                <a:cubicBezTo>
                  <a:pt x="81" y="81"/>
                  <a:pt x="80" y="82"/>
                  <a:pt x="80" y="83"/>
                </a:cubicBezTo>
                <a:cubicBezTo>
                  <a:pt x="80" y="83"/>
                  <a:pt x="78" y="89"/>
                  <a:pt x="72" y="92"/>
                </a:cubicBezTo>
                <a:cubicBezTo>
                  <a:pt x="65" y="96"/>
                  <a:pt x="50" y="96"/>
                  <a:pt x="21" y="77"/>
                </a:cubicBezTo>
                <a:cubicBezTo>
                  <a:pt x="20" y="77"/>
                  <a:pt x="20" y="77"/>
                  <a:pt x="19" y="77"/>
                </a:cubicBezTo>
                <a:cubicBezTo>
                  <a:pt x="25" y="65"/>
                  <a:pt x="33" y="54"/>
                  <a:pt x="42" y="45"/>
                </a:cubicBezTo>
                <a:close/>
                <a:moveTo>
                  <a:pt x="16" y="84"/>
                </a:moveTo>
                <a:cubicBezTo>
                  <a:pt x="16" y="84"/>
                  <a:pt x="16" y="84"/>
                  <a:pt x="16" y="84"/>
                </a:cubicBezTo>
                <a:cubicBezTo>
                  <a:pt x="36" y="96"/>
                  <a:pt x="51" y="102"/>
                  <a:pt x="63" y="102"/>
                </a:cubicBezTo>
                <a:cubicBezTo>
                  <a:pt x="65" y="102"/>
                  <a:pt x="66" y="102"/>
                  <a:pt x="67" y="102"/>
                </a:cubicBezTo>
                <a:cubicBezTo>
                  <a:pt x="66" y="103"/>
                  <a:pt x="66" y="104"/>
                  <a:pt x="66" y="105"/>
                </a:cubicBezTo>
                <a:cubicBezTo>
                  <a:pt x="66" y="105"/>
                  <a:pt x="67" y="111"/>
                  <a:pt x="63" y="116"/>
                </a:cubicBezTo>
                <a:cubicBezTo>
                  <a:pt x="57" y="122"/>
                  <a:pt x="44" y="128"/>
                  <a:pt x="9" y="122"/>
                </a:cubicBezTo>
                <a:cubicBezTo>
                  <a:pt x="9" y="122"/>
                  <a:pt x="9" y="122"/>
                  <a:pt x="8" y="122"/>
                </a:cubicBezTo>
                <a:cubicBezTo>
                  <a:pt x="9" y="109"/>
                  <a:pt x="12" y="96"/>
                  <a:pt x="16" y="84"/>
                </a:cubicBezTo>
                <a:close/>
                <a:moveTo>
                  <a:pt x="15" y="169"/>
                </a:moveTo>
                <a:cubicBezTo>
                  <a:pt x="11" y="157"/>
                  <a:pt x="8" y="144"/>
                  <a:pt x="8" y="130"/>
                </a:cubicBezTo>
                <a:cubicBezTo>
                  <a:pt x="8" y="130"/>
                  <a:pt x="8" y="130"/>
                  <a:pt x="8" y="130"/>
                </a:cubicBezTo>
                <a:cubicBezTo>
                  <a:pt x="18" y="132"/>
                  <a:pt x="26" y="133"/>
                  <a:pt x="34" y="133"/>
                </a:cubicBezTo>
                <a:cubicBezTo>
                  <a:pt x="46" y="133"/>
                  <a:pt x="55" y="131"/>
                  <a:pt x="61" y="127"/>
                </a:cubicBezTo>
                <a:cubicBezTo>
                  <a:pt x="61" y="128"/>
                  <a:pt x="61" y="129"/>
                  <a:pt x="62" y="130"/>
                </a:cubicBezTo>
                <a:cubicBezTo>
                  <a:pt x="62" y="131"/>
                  <a:pt x="66" y="136"/>
                  <a:pt x="63" y="143"/>
                </a:cubicBezTo>
                <a:cubicBezTo>
                  <a:pt x="60" y="150"/>
                  <a:pt x="50" y="160"/>
                  <a:pt x="16" y="168"/>
                </a:cubicBezTo>
                <a:cubicBezTo>
                  <a:pt x="16" y="168"/>
                  <a:pt x="15" y="168"/>
                  <a:pt x="15" y="169"/>
                </a:cubicBezTo>
                <a:close/>
                <a:moveTo>
                  <a:pt x="39" y="209"/>
                </a:moveTo>
                <a:cubicBezTo>
                  <a:pt x="31" y="199"/>
                  <a:pt x="23" y="188"/>
                  <a:pt x="18" y="176"/>
                </a:cubicBezTo>
                <a:cubicBezTo>
                  <a:pt x="18" y="176"/>
                  <a:pt x="18" y="176"/>
                  <a:pt x="18" y="176"/>
                </a:cubicBezTo>
                <a:cubicBezTo>
                  <a:pt x="42" y="170"/>
                  <a:pt x="58" y="162"/>
                  <a:pt x="66" y="153"/>
                </a:cubicBezTo>
                <a:cubicBezTo>
                  <a:pt x="66" y="154"/>
                  <a:pt x="67" y="155"/>
                  <a:pt x="68" y="155"/>
                </a:cubicBezTo>
                <a:cubicBezTo>
                  <a:pt x="68" y="156"/>
                  <a:pt x="73" y="159"/>
                  <a:pt x="74" y="166"/>
                </a:cubicBezTo>
                <a:cubicBezTo>
                  <a:pt x="74" y="174"/>
                  <a:pt x="68" y="188"/>
                  <a:pt x="40" y="208"/>
                </a:cubicBezTo>
                <a:cubicBezTo>
                  <a:pt x="40" y="208"/>
                  <a:pt x="40" y="208"/>
                  <a:pt x="39" y="209"/>
                </a:cubicBezTo>
                <a:close/>
                <a:moveTo>
                  <a:pt x="77" y="237"/>
                </a:moveTo>
                <a:cubicBezTo>
                  <a:pt x="65" y="231"/>
                  <a:pt x="54" y="223"/>
                  <a:pt x="45" y="214"/>
                </a:cubicBezTo>
                <a:cubicBezTo>
                  <a:pt x="45" y="214"/>
                  <a:pt x="45" y="214"/>
                  <a:pt x="45" y="214"/>
                </a:cubicBezTo>
                <a:cubicBezTo>
                  <a:pt x="65" y="200"/>
                  <a:pt x="77" y="187"/>
                  <a:pt x="80" y="175"/>
                </a:cubicBezTo>
                <a:cubicBezTo>
                  <a:pt x="81" y="175"/>
                  <a:pt x="82" y="176"/>
                  <a:pt x="83" y="176"/>
                </a:cubicBezTo>
                <a:cubicBezTo>
                  <a:pt x="83" y="176"/>
                  <a:pt x="89" y="178"/>
                  <a:pt x="92" y="184"/>
                </a:cubicBezTo>
                <a:cubicBezTo>
                  <a:pt x="96" y="191"/>
                  <a:pt x="95" y="206"/>
                  <a:pt x="77" y="235"/>
                </a:cubicBezTo>
                <a:cubicBezTo>
                  <a:pt x="77" y="236"/>
                  <a:pt x="77" y="236"/>
                  <a:pt x="77" y="237"/>
                </a:cubicBezTo>
                <a:close/>
                <a:moveTo>
                  <a:pt x="122" y="248"/>
                </a:moveTo>
                <a:cubicBezTo>
                  <a:pt x="109" y="247"/>
                  <a:pt x="96" y="244"/>
                  <a:pt x="84" y="240"/>
                </a:cubicBezTo>
                <a:cubicBezTo>
                  <a:pt x="84" y="240"/>
                  <a:pt x="84" y="240"/>
                  <a:pt x="84" y="240"/>
                </a:cubicBezTo>
                <a:cubicBezTo>
                  <a:pt x="97" y="219"/>
                  <a:pt x="103" y="202"/>
                  <a:pt x="102" y="189"/>
                </a:cubicBezTo>
                <a:cubicBezTo>
                  <a:pt x="103" y="190"/>
                  <a:pt x="104" y="190"/>
                  <a:pt x="105" y="190"/>
                </a:cubicBezTo>
                <a:cubicBezTo>
                  <a:pt x="105" y="190"/>
                  <a:pt x="111" y="189"/>
                  <a:pt x="117" y="194"/>
                </a:cubicBezTo>
                <a:cubicBezTo>
                  <a:pt x="122" y="199"/>
                  <a:pt x="128" y="213"/>
                  <a:pt x="122" y="247"/>
                </a:cubicBezTo>
                <a:cubicBezTo>
                  <a:pt x="122" y="247"/>
                  <a:pt x="122" y="247"/>
                  <a:pt x="122" y="248"/>
                </a:cubicBezTo>
                <a:close/>
                <a:moveTo>
                  <a:pt x="130" y="248"/>
                </a:moveTo>
                <a:cubicBezTo>
                  <a:pt x="130" y="248"/>
                  <a:pt x="130" y="248"/>
                  <a:pt x="130" y="248"/>
                </a:cubicBezTo>
                <a:cubicBezTo>
                  <a:pt x="134" y="224"/>
                  <a:pt x="133" y="206"/>
                  <a:pt x="127" y="195"/>
                </a:cubicBezTo>
                <a:cubicBezTo>
                  <a:pt x="128" y="195"/>
                  <a:pt x="129" y="195"/>
                  <a:pt x="130" y="194"/>
                </a:cubicBezTo>
                <a:cubicBezTo>
                  <a:pt x="131" y="194"/>
                  <a:pt x="136" y="190"/>
                  <a:pt x="143" y="193"/>
                </a:cubicBezTo>
                <a:cubicBezTo>
                  <a:pt x="150" y="196"/>
                  <a:pt x="160" y="206"/>
                  <a:pt x="168" y="240"/>
                </a:cubicBezTo>
                <a:cubicBezTo>
                  <a:pt x="168" y="240"/>
                  <a:pt x="168" y="241"/>
                  <a:pt x="169" y="241"/>
                </a:cubicBezTo>
                <a:cubicBezTo>
                  <a:pt x="157" y="245"/>
                  <a:pt x="144" y="248"/>
                  <a:pt x="130" y="248"/>
                </a:cubicBezTo>
                <a:close/>
                <a:moveTo>
                  <a:pt x="176" y="238"/>
                </a:moveTo>
                <a:cubicBezTo>
                  <a:pt x="176" y="238"/>
                  <a:pt x="176" y="238"/>
                  <a:pt x="176" y="238"/>
                </a:cubicBezTo>
                <a:cubicBezTo>
                  <a:pt x="170" y="214"/>
                  <a:pt x="162" y="198"/>
                  <a:pt x="153" y="190"/>
                </a:cubicBezTo>
                <a:cubicBezTo>
                  <a:pt x="154" y="190"/>
                  <a:pt x="155" y="189"/>
                  <a:pt x="155" y="188"/>
                </a:cubicBezTo>
                <a:cubicBezTo>
                  <a:pt x="156" y="188"/>
                  <a:pt x="159" y="183"/>
                  <a:pt x="166" y="182"/>
                </a:cubicBezTo>
                <a:cubicBezTo>
                  <a:pt x="166" y="182"/>
                  <a:pt x="167" y="182"/>
                  <a:pt x="167" y="182"/>
                </a:cubicBezTo>
                <a:cubicBezTo>
                  <a:pt x="175" y="182"/>
                  <a:pt x="188" y="188"/>
                  <a:pt x="208" y="216"/>
                </a:cubicBezTo>
                <a:cubicBezTo>
                  <a:pt x="208" y="216"/>
                  <a:pt x="208" y="216"/>
                  <a:pt x="209" y="217"/>
                </a:cubicBezTo>
                <a:cubicBezTo>
                  <a:pt x="199" y="225"/>
                  <a:pt x="188" y="233"/>
                  <a:pt x="176" y="238"/>
                </a:cubicBezTo>
                <a:close/>
                <a:moveTo>
                  <a:pt x="214" y="211"/>
                </a:moveTo>
                <a:cubicBezTo>
                  <a:pt x="214" y="211"/>
                  <a:pt x="214" y="211"/>
                  <a:pt x="214" y="211"/>
                </a:cubicBezTo>
                <a:cubicBezTo>
                  <a:pt x="200" y="191"/>
                  <a:pt x="187" y="179"/>
                  <a:pt x="175" y="176"/>
                </a:cubicBezTo>
                <a:cubicBezTo>
                  <a:pt x="175" y="175"/>
                  <a:pt x="176" y="174"/>
                  <a:pt x="176" y="173"/>
                </a:cubicBezTo>
                <a:cubicBezTo>
                  <a:pt x="176" y="173"/>
                  <a:pt x="178" y="167"/>
                  <a:pt x="184" y="164"/>
                </a:cubicBezTo>
                <a:cubicBezTo>
                  <a:pt x="191" y="160"/>
                  <a:pt x="206" y="160"/>
                  <a:pt x="235" y="179"/>
                </a:cubicBezTo>
                <a:cubicBezTo>
                  <a:pt x="236" y="179"/>
                  <a:pt x="236" y="179"/>
                  <a:pt x="237" y="179"/>
                </a:cubicBezTo>
                <a:cubicBezTo>
                  <a:pt x="231" y="191"/>
                  <a:pt x="223" y="202"/>
                  <a:pt x="214" y="211"/>
                </a:cubicBezTo>
                <a:close/>
                <a:moveTo>
                  <a:pt x="240" y="172"/>
                </a:moveTo>
                <a:cubicBezTo>
                  <a:pt x="240" y="172"/>
                  <a:pt x="240" y="172"/>
                  <a:pt x="240" y="172"/>
                </a:cubicBezTo>
                <a:cubicBezTo>
                  <a:pt x="219" y="159"/>
                  <a:pt x="202" y="153"/>
                  <a:pt x="189" y="154"/>
                </a:cubicBezTo>
                <a:cubicBezTo>
                  <a:pt x="190" y="153"/>
                  <a:pt x="190" y="152"/>
                  <a:pt x="190" y="151"/>
                </a:cubicBezTo>
                <a:cubicBezTo>
                  <a:pt x="190" y="151"/>
                  <a:pt x="189" y="145"/>
                  <a:pt x="193" y="140"/>
                </a:cubicBezTo>
                <a:cubicBezTo>
                  <a:pt x="199" y="134"/>
                  <a:pt x="212" y="128"/>
                  <a:pt x="247" y="134"/>
                </a:cubicBezTo>
                <a:cubicBezTo>
                  <a:pt x="247" y="134"/>
                  <a:pt x="247" y="134"/>
                  <a:pt x="248" y="134"/>
                </a:cubicBezTo>
                <a:cubicBezTo>
                  <a:pt x="247" y="147"/>
                  <a:pt x="244" y="160"/>
                  <a:pt x="240" y="172"/>
                </a:cubicBezTo>
                <a:close/>
                <a:moveTo>
                  <a:pt x="128" y="144"/>
                </a:moveTo>
                <a:cubicBezTo>
                  <a:pt x="124" y="144"/>
                  <a:pt x="120" y="140"/>
                  <a:pt x="120" y="136"/>
                </a:cubicBezTo>
                <a:cubicBezTo>
                  <a:pt x="120" y="134"/>
                  <a:pt x="118" y="132"/>
                  <a:pt x="116" y="132"/>
                </a:cubicBezTo>
                <a:cubicBezTo>
                  <a:pt x="114" y="132"/>
                  <a:pt x="112" y="134"/>
                  <a:pt x="112" y="136"/>
                </a:cubicBezTo>
                <a:cubicBezTo>
                  <a:pt x="112" y="145"/>
                  <a:pt x="119" y="152"/>
                  <a:pt x="128" y="152"/>
                </a:cubicBezTo>
                <a:cubicBezTo>
                  <a:pt x="130" y="152"/>
                  <a:pt x="132" y="150"/>
                  <a:pt x="132" y="148"/>
                </a:cubicBezTo>
                <a:cubicBezTo>
                  <a:pt x="132" y="146"/>
                  <a:pt x="130" y="144"/>
                  <a:pt x="128" y="144"/>
                </a:cubicBezTo>
                <a:close/>
                <a:moveTo>
                  <a:pt x="131" y="89"/>
                </a:moveTo>
                <a:cubicBezTo>
                  <a:pt x="129" y="88"/>
                  <a:pt x="127" y="88"/>
                  <a:pt x="125" y="89"/>
                </a:cubicBezTo>
                <a:cubicBezTo>
                  <a:pt x="124" y="90"/>
                  <a:pt x="96" y="114"/>
                  <a:pt x="96" y="136"/>
                </a:cubicBezTo>
                <a:cubicBezTo>
                  <a:pt x="96" y="154"/>
                  <a:pt x="110" y="168"/>
                  <a:pt x="128" y="168"/>
                </a:cubicBezTo>
                <a:cubicBezTo>
                  <a:pt x="146" y="168"/>
                  <a:pt x="160" y="154"/>
                  <a:pt x="160" y="136"/>
                </a:cubicBezTo>
                <a:cubicBezTo>
                  <a:pt x="160" y="114"/>
                  <a:pt x="132" y="90"/>
                  <a:pt x="131" y="89"/>
                </a:cubicBezTo>
                <a:close/>
                <a:moveTo>
                  <a:pt x="128" y="160"/>
                </a:moveTo>
                <a:cubicBezTo>
                  <a:pt x="115" y="160"/>
                  <a:pt x="104" y="149"/>
                  <a:pt x="104" y="136"/>
                </a:cubicBezTo>
                <a:cubicBezTo>
                  <a:pt x="104" y="123"/>
                  <a:pt x="119" y="105"/>
                  <a:pt x="128" y="97"/>
                </a:cubicBezTo>
                <a:cubicBezTo>
                  <a:pt x="137" y="105"/>
                  <a:pt x="152" y="123"/>
                  <a:pt x="152" y="136"/>
                </a:cubicBezTo>
                <a:cubicBezTo>
                  <a:pt x="152" y="149"/>
                  <a:pt x="141" y="160"/>
                  <a:pt x="128" y="16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0" name="Freeform 148">
            <a:extLst>
              <a:ext uri="{FF2B5EF4-FFF2-40B4-BE49-F238E27FC236}">
                <a16:creationId xmlns:a16="http://schemas.microsoft.com/office/drawing/2014/main" id="{B76AB859-E7CD-452F-A40B-05C034674AF3}"/>
              </a:ext>
            </a:extLst>
          </p:cNvPr>
          <p:cNvSpPr>
            <a:spLocks noChangeAspect="1" noEditPoints="1"/>
          </p:cNvSpPr>
          <p:nvPr/>
        </p:nvSpPr>
        <p:spPr bwMode="auto">
          <a:xfrm>
            <a:off x="8395219" y="3417860"/>
            <a:ext cx="238125" cy="349250"/>
          </a:xfrm>
          <a:custGeom>
            <a:avLst/>
            <a:gdLst>
              <a:gd name="T0" fmla="*/ 112 w 152"/>
              <a:gd name="T1" fmla="*/ 61 h 224"/>
              <a:gd name="T2" fmla="*/ 80 w 152"/>
              <a:gd name="T3" fmla="*/ 3 h 224"/>
              <a:gd name="T4" fmla="*/ 76 w 152"/>
              <a:gd name="T5" fmla="*/ 0 h 224"/>
              <a:gd name="T6" fmla="*/ 72 w 152"/>
              <a:gd name="T7" fmla="*/ 3 h 224"/>
              <a:gd name="T8" fmla="*/ 40 w 152"/>
              <a:gd name="T9" fmla="*/ 61 h 224"/>
              <a:gd name="T10" fmla="*/ 0 w 152"/>
              <a:gd name="T11" fmla="*/ 148 h 224"/>
              <a:gd name="T12" fmla="*/ 76 w 152"/>
              <a:gd name="T13" fmla="*/ 224 h 224"/>
              <a:gd name="T14" fmla="*/ 152 w 152"/>
              <a:gd name="T15" fmla="*/ 148 h 224"/>
              <a:gd name="T16" fmla="*/ 112 w 152"/>
              <a:gd name="T17" fmla="*/ 61 h 224"/>
              <a:gd name="T18" fmla="*/ 76 w 152"/>
              <a:gd name="T19" fmla="*/ 216 h 224"/>
              <a:gd name="T20" fmla="*/ 8 w 152"/>
              <a:gd name="T21" fmla="*/ 148 h 224"/>
              <a:gd name="T22" fmla="*/ 47 w 152"/>
              <a:gd name="T23" fmla="*/ 65 h 224"/>
              <a:gd name="T24" fmla="*/ 76 w 152"/>
              <a:gd name="T25" fmla="*/ 15 h 224"/>
              <a:gd name="T26" fmla="*/ 105 w 152"/>
              <a:gd name="T27" fmla="*/ 65 h 224"/>
              <a:gd name="T28" fmla="*/ 144 w 152"/>
              <a:gd name="T29" fmla="*/ 148 h 224"/>
              <a:gd name="T30" fmla="*/ 76 w 152"/>
              <a:gd name="T31" fmla="*/ 216 h 224"/>
              <a:gd name="T32" fmla="*/ 76 w 152"/>
              <a:gd name="T33" fmla="*/ 180 h 224"/>
              <a:gd name="T34" fmla="*/ 44 w 152"/>
              <a:gd name="T35" fmla="*/ 148 h 224"/>
              <a:gd name="T36" fmla="*/ 40 w 152"/>
              <a:gd name="T37" fmla="*/ 144 h 224"/>
              <a:gd name="T38" fmla="*/ 36 w 152"/>
              <a:gd name="T39" fmla="*/ 148 h 224"/>
              <a:gd name="T40" fmla="*/ 76 w 152"/>
              <a:gd name="T41" fmla="*/ 188 h 224"/>
              <a:gd name="T42" fmla="*/ 80 w 152"/>
              <a:gd name="T43" fmla="*/ 184 h 224"/>
              <a:gd name="T44" fmla="*/ 76 w 152"/>
              <a:gd name="T45" fmla="*/ 18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2" h="224">
                <a:moveTo>
                  <a:pt x="112" y="61"/>
                </a:moveTo>
                <a:cubicBezTo>
                  <a:pt x="98" y="40"/>
                  <a:pt x="86" y="20"/>
                  <a:pt x="80" y="3"/>
                </a:cubicBezTo>
                <a:cubicBezTo>
                  <a:pt x="79" y="1"/>
                  <a:pt x="78" y="0"/>
                  <a:pt x="76" y="0"/>
                </a:cubicBezTo>
                <a:cubicBezTo>
                  <a:pt x="74" y="0"/>
                  <a:pt x="73" y="1"/>
                  <a:pt x="72" y="3"/>
                </a:cubicBezTo>
                <a:cubicBezTo>
                  <a:pt x="66" y="20"/>
                  <a:pt x="54" y="40"/>
                  <a:pt x="40" y="61"/>
                </a:cubicBezTo>
                <a:cubicBezTo>
                  <a:pt x="20" y="90"/>
                  <a:pt x="0" y="121"/>
                  <a:pt x="0" y="148"/>
                </a:cubicBezTo>
                <a:cubicBezTo>
                  <a:pt x="0" y="190"/>
                  <a:pt x="34" y="224"/>
                  <a:pt x="76" y="224"/>
                </a:cubicBezTo>
                <a:cubicBezTo>
                  <a:pt x="118" y="224"/>
                  <a:pt x="152" y="190"/>
                  <a:pt x="152" y="148"/>
                </a:cubicBezTo>
                <a:cubicBezTo>
                  <a:pt x="152" y="121"/>
                  <a:pt x="132" y="90"/>
                  <a:pt x="112" y="61"/>
                </a:cubicBezTo>
                <a:close/>
                <a:moveTo>
                  <a:pt x="76" y="216"/>
                </a:moveTo>
                <a:cubicBezTo>
                  <a:pt x="39" y="216"/>
                  <a:pt x="8" y="185"/>
                  <a:pt x="8" y="148"/>
                </a:cubicBezTo>
                <a:cubicBezTo>
                  <a:pt x="8" y="124"/>
                  <a:pt x="28" y="94"/>
                  <a:pt x="47" y="65"/>
                </a:cubicBezTo>
                <a:cubicBezTo>
                  <a:pt x="58" y="47"/>
                  <a:pt x="69" y="31"/>
                  <a:pt x="76" y="15"/>
                </a:cubicBezTo>
                <a:cubicBezTo>
                  <a:pt x="83" y="31"/>
                  <a:pt x="94" y="47"/>
                  <a:pt x="105" y="65"/>
                </a:cubicBezTo>
                <a:cubicBezTo>
                  <a:pt x="124" y="94"/>
                  <a:pt x="144" y="124"/>
                  <a:pt x="144" y="148"/>
                </a:cubicBezTo>
                <a:cubicBezTo>
                  <a:pt x="144" y="185"/>
                  <a:pt x="113" y="216"/>
                  <a:pt x="76" y="216"/>
                </a:cubicBezTo>
                <a:close/>
                <a:moveTo>
                  <a:pt x="76" y="180"/>
                </a:moveTo>
                <a:cubicBezTo>
                  <a:pt x="58" y="180"/>
                  <a:pt x="44" y="166"/>
                  <a:pt x="44" y="148"/>
                </a:cubicBezTo>
                <a:cubicBezTo>
                  <a:pt x="44" y="146"/>
                  <a:pt x="42" y="144"/>
                  <a:pt x="40" y="144"/>
                </a:cubicBezTo>
                <a:cubicBezTo>
                  <a:pt x="38" y="144"/>
                  <a:pt x="36" y="146"/>
                  <a:pt x="36" y="148"/>
                </a:cubicBezTo>
                <a:cubicBezTo>
                  <a:pt x="36" y="170"/>
                  <a:pt x="54" y="188"/>
                  <a:pt x="76" y="188"/>
                </a:cubicBezTo>
                <a:cubicBezTo>
                  <a:pt x="78" y="188"/>
                  <a:pt x="80" y="186"/>
                  <a:pt x="80" y="184"/>
                </a:cubicBezTo>
                <a:cubicBezTo>
                  <a:pt x="80" y="182"/>
                  <a:pt x="78" y="180"/>
                  <a:pt x="76" y="18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76" name="Freeform 152">
            <a:extLst>
              <a:ext uri="{FF2B5EF4-FFF2-40B4-BE49-F238E27FC236}">
                <a16:creationId xmlns:a16="http://schemas.microsoft.com/office/drawing/2014/main" id="{974957B8-5CA6-4405-B7EB-4BD0FD4E81E3}"/>
              </a:ext>
            </a:extLst>
          </p:cNvPr>
          <p:cNvSpPr>
            <a:spLocks noChangeAspect="1" noEditPoints="1"/>
          </p:cNvSpPr>
          <p:nvPr/>
        </p:nvSpPr>
        <p:spPr bwMode="auto">
          <a:xfrm>
            <a:off x="9280315" y="3392460"/>
            <a:ext cx="403225" cy="400050"/>
          </a:xfrm>
          <a:custGeom>
            <a:avLst/>
            <a:gdLst>
              <a:gd name="T0" fmla="*/ 106 w 258"/>
              <a:gd name="T1" fmla="*/ 160 h 256"/>
              <a:gd name="T2" fmla="*/ 110 w 258"/>
              <a:gd name="T3" fmla="*/ 152 h 256"/>
              <a:gd name="T4" fmla="*/ 42 w 258"/>
              <a:gd name="T5" fmla="*/ 216 h 256"/>
              <a:gd name="T6" fmla="*/ 50 w 258"/>
              <a:gd name="T7" fmla="*/ 220 h 256"/>
              <a:gd name="T8" fmla="*/ 258 w 258"/>
              <a:gd name="T9" fmla="*/ 40 h 256"/>
              <a:gd name="T10" fmla="*/ 194 w 258"/>
              <a:gd name="T11" fmla="*/ 24 h 256"/>
              <a:gd name="T12" fmla="*/ 170 w 258"/>
              <a:gd name="T13" fmla="*/ 12 h 256"/>
              <a:gd name="T14" fmla="*/ 126 w 258"/>
              <a:gd name="T15" fmla="*/ 0 h 256"/>
              <a:gd name="T16" fmla="*/ 122 w 258"/>
              <a:gd name="T17" fmla="*/ 196 h 256"/>
              <a:gd name="T18" fmla="*/ 158 w 258"/>
              <a:gd name="T19" fmla="*/ 200 h 256"/>
              <a:gd name="T20" fmla="*/ 170 w 258"/>
              <a:gd name="T21" fmla="*/ 176 h 256"/>
              <a:gd name="T22" fmla="*/ 210 w 258"/>
              <a:gd name="T23" fmla="*/ 160 h 256"/>
              <a:gd name="T24" fmla="*/ 258 w 258"/>
              <a:gd name="T25" fmla="*/ 152 h 256"/>
              <a:gd name="T26" fmla="*/ 210 w 258"/>
              <a:gd name="T27" fmla="*/ 48 h 256"/>
              <a:gd name="T28" fmla="*/ 258 w 258"/>
              <a:gd name="T29" fmla="*/ 40 h 256"/>
              <a:gd name="T30" fmla="*/ 194 w 258"/>
              <a:gd name="T31" fmla="*/ 168 h 256"/>
              <a:gd name="T32" fmla="*/ 170 w 258"/>
              <a:gd name="T33" fmla="*/ 92 h 256"/>
              <a:gd name="T34" fmla="*/ 162 w 258"/>
              <a:gd name="T35" fmla="*/ 188 h 256"/>
              <a:gd name="T36" fmla="*/ 130 w 258"/>
              <a:gd name="T37" fmla="*/ 192 h 256"/>
              <a:gd name="T38" fmla="*/ 158 w 258"/>
              <a:gd name="T39" fmla="*/ 8 h 256"/>
              <a:gd name="T40" fmla="*/ 162 w 258"/>
              <a:gd name="T41" fmla="*/ 44 h 256"/>
              <a:gd name="T42" fmla="*/ 170 w 258"/>
              <a:gd name="T43" fmla="*/ 32 h 256"/>
              <a:gd name="T44" fmla="*/ 202 w 258"/>
              <a:gd name="T45" fmla="*/ 40 h 256"/>
              <a:gd name="T46" fmla="*/ 250 w 258"/>
              <a:gd name="T47" fmla="*/ 84 h 256"/>
              <a:gd name="T48" fmla="*/ 226 w 258"/>
              <a:gd name="T49" fmla="*/ 76 h 256"/>
              <a:gd name="T50" fmla="*/ 250 w 258"/>
              <a:gd name="T51" fmla="*/ 84 h 256"/>
              <a:gd name="T52" fmla="*/ 217 w 258"/>
              <a:gd name="T53" fmla="*/ 248 h 256"/>
              <a:gd name="T54" fmla="*/ 178 w 258"/>
              <a:gd name="T55" fmla="*/ 232 h 256"/>
              <a:gd name="T56" fmla="*/ 141 w 258"/>
              <a:gd name="T57" fmla="*/ 248 h 256"/>
              <a:gd name="T58" fmla="*/ 102 w 258"/>
              <a:gd name="T59" fmla="*/ 232 h 256"/>
              <a:gd name="T60" fmla="*/ 64 w 258"/>
              <a:gd name="T61" fmla="*/ 248 h 256"/>
              <a:gd name="T62" fmla="*/ 45 w 258"/>
              <a:gd name="T63" fmla="*/ 241 h 256"/>
              <a:gd name="T64" fmla="*/ 5 w 258"/>
              <a:gd name="T65" fmla="*/ 240 h 256"/>
              <a:gd name="T66" fmla="*/ 6 w 258"/>
              <a:gd name="T67" fmla="*/ 250 h 256"/>
              <a:gd name="T68" fmla="*/ 23 w 258"/>
              <a:gd name="T69" fmla="*/ 240 h 256"/>
              <a:gd name="T70" fmla="*/ 63 w 258"/>
              <a:gd name="T71" fmla="*/ 256 h 256"/>
              <a:gd name="T72" fmla="*/ 89 w 258"/>
              <a:gd name="T73" fmla="*/ 246 h 256"/>
              <a:gd name="T74" fmla="*/ 120 w 258"/>
              <a:gd name="T75" fmla="*/ 247 h 256"/>
              <a:gd name="T76" fmla="*/ 140 w 258"/>
              <a:gd name="T77" fmla="*/ 256 h 256"/>
              <a:gd name="T78" fmla="*/ 143 w 258"/>
              <a:gd name="T79" fmla="*/ 256 h 256"/>
              <a:gd name="T80" fmla="*/ 178 w 258"/>
              <a:gd name="T81" fmla="*/ 240 h 256"/>
              <a:gd name="T82" fmla="*/ 215 w 258"/>
              <a:gd name="T83" fmla="*/ 256 h 256"/>
              <a:gd name="T84" fmla="*/ 218 w 258"/>
              <a:gd name="T85" fmla="*/ 256 h 256"/>
              <a:gd name="T86" fmla="*/ 241 w 258"/>
              <a:gd name="T87" fmla="*/ 246 h 256"/>
              <a:gd name="T88" fmla="*/ 258 w 258"/>
              <a:gd name="T89" fmla="*/ 240 h 256"/>
              <a:gd name="T90" fmla="*/ 254 w 258"/>
              <a:gd name="T91" fmla="*/ 232 h 256"/>
              <a:gd name="T92" fmla="*/ 70 w 258"/>
              <a:gd name="T93" fmla="*/ 216 h 256"/>
              <a:gd name="T94" fmla="*/ 78 w 258"/>
              <a:gd name="T95" fmla="*/ 220 h 256"/>
              <a:gd name="T96" fmla="*/ 106 w 258"/>
              <a:gd name="T97" fmla="*/ 184 h 256"/>
              <a:gd name="T98" fmla="*/ 110 w 258"/>
              <a:gd name="T99" fmla="*/ 176 h 256"/>
              <a:gd name="T100" fmla="*/ 70 w 258"/>
              <a:gd name="T101"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8" h="256">
                <a:moveTo>
                  <a:pt x="50" y="216"/>
                </a:moveTo>
                <a:cubicBezTo>
                  <a:pt x="50" y="185"/>
                  <a:pt x="75" y="160"/>
                  <a:pt x="106" y="160"/>
                </a:cubicBezTo>
                <a:cubicBezTo>
                  <a:pt x="110" y="160"/>
                  <a:pt x="110" y="160"/>
                  <a:pt x="110" y="160"/>
                </a:cubicBezTo>
                <a:cubicBezTo>
                  <a:pt x="110" y="152"/>
                  <a:pt x="110" y="152"/>
                  <a:pt x="110" y="152"/>
                </a:cubicBezTo>
                <a:cubicBezTo>
                  <a:pt x="106" y="152"/>
                  <a:pt x="106" y="152"/>
                  <a:pt x="106" y="152"/>
                </a:cubicBezTo>
                <a:cubicBezTo>
                  <a:pt x="71" y="152"/>
                  <a:pt x="42" y="181"/>
                  <a:pt x="42" y="216"/>
                </a:cubicBezTo>
                <a:cubicBezTo>
                  <a:pt x="42" y="220"/>
                  <a:pt x="42" y="220"/>
                  <a:pt x="42" y="220"/>
                </a:cubicBezTo>
                <a:cubicBezTo>
                  <a:pt x="50" y="220"/>
                  <a:pt x="50" y="220"/>
                  <a:pt x="50" y="220"/>
                </a:cubicBezTo>
                <a:lnTo>
                  <a:pt x="50" y="216"/>
                </a:lnTo>
                <a:close/>
                <a:moveTo>
                  <a:pt x="258" y="40"/>
                </a:moveTo>
                <a:cubicBezTo>
                  <a:pt x="210" y="40"/>
                  <a:pt x="210" y="40"/>
                  <a:pt x="210" y="40"/>
                </a:cubicBezTo>
                <a:cubicBezTo>
                  <a:pt x="210" y="31"/>
                  <a:pt x="203" y="24"/>
                  <a:pt x="194" y="24"/>
                </a:cubicBezTo>
                <a:cubicBezTo>
                  <a:pt x="170" y="24"/>
                  <a:pt x="170" y="24"/>
                  <a:pt x="170" y="24"/>
                </a:cubicBezTo>
                <a:cubicBezTo>
                  <a:pt x="170" y="12"/>
                  <a:pt x="170" y="12"/>
                  <a:pt x="170" y="12"/>
                </a:cubicBezTo>
                <a:cubicBezTo>
                  <a:pt x="170" y="5"/>
                  <a:pt x="164" y="0"/>
                  <a:pt x="158" y="0"/>
                </a:cubicBezTo>
                <a:cubicBezTo>
                  <a:pt x="126" y="0"/>
                  <a:pt x="126" y="0"/>
                  <a:pt x="126" y="0"/>
                </a:cubicBezTo>
                <a:cubicBezTo>
                  <a:pt x="124" y="0"/>
                  <a:pt x="122" y="2"/>
                  <a:pt x="122" y="4"/>
                </a:cubicBezTo>
                <a:cubicBezTo>
                  <a:pt x="122" y="196"/>
                  <a:pt x="122" y="196"/>
                  <a:pt x="122" y="196"/>
                </a:cubicBezTo>
                <a:cubicBezTo>
                  <a:pt x="122" y="198"/>
                  <a:pt x="124" y="200"/>
                  <a:pt x="126" y="200"/>
                </a:cubicBezTo>
                <a:cubicBezTo>
                  <a:pt x="158" y="200"/>
                  <a:pt x="158" y="200"/>
                  <a:pt x="158" y="200"/>
                </a:cubicBezTo>
                <a:cubicBezTo>
                  <a:pt x="164" y="200"/>
                  <a:pt x="170" y="195"/>
                  <a:pt x="170" y="188"/>
                </a:cubicBezTo>
                <a:cubicBezTo>
                  <a:pt x="170" y="176"/>
                  <a:pt x="170" y="176"/>
                  <a:pt x="170" y="176"/>
                </a:cubicBezTo>
                <a:cubicBezTo>
                  <a:pt x="194" y="176"/>
                  <a:pt x="194" y="176"/>
                  <a:pt x="194" y="176"/>
                </a:cubicBezTo>
                <a:cubicBezTo>
                  <a:pt x="203" y="176"/>
                  <a:pt x="210" y="169"/>
                  <a:pt x="210" y="160"/>
                </a:cubicBezTo>
                <a:cubicBezTo>
                  <a:pt x="258" y="160"/>
                  <a:pt x="258" y="160"/>
                  <a:pt x="258" y="160"/>
                </a:cubicBezTo>
                <a:cubicBezTo>
                  <a:pt x="258" y="152"/>
                  <a:pt x="258" y="152"/>
                  <a:pt x="258" y="152"/>
                </a:cubicBezTo>
                <a:cubicBezTo>
                  <a:pt x="210" y="152"/>
                  <a:pt x="210" y="152"/>
                  <a:pt x="210" y="152"/>
                </a:cubicBezTo>
                <a:cubicBezTo>
                  <a:pt x="210" y="48"/>
                  <a:pt x="210" y="48"/>
                  <a:pt x="210" y="48"/>
                </a:cubicBezTo>
                <a:cubicBezTo>
                  <a:pt x="258" y="48"/>
                  <a:pt x="258" y="48"/>
                  <a:pt x="258" y="48"/>
                </a:cubicBezTo>
                <a:lnTo>
                  <a:pt x="258" y="40"/>
                </a:lnTo>
                <a:close/>
                <a:moveTo>
                  <a:pt x="202" y="160"/>
                </a:moveTo>
                <a:cubicBezTo>
                  <a:pt x="202" y="164"/>
                  <a:pt x="198" y="168"/>
                  <a:pt x="194" y="168"/>
                </a:cubicBezTo>
                <a:cubicBezTo>
                  <a:pt x="170" y="168"/>
                  <a:pt x="170" y="168"/>
                  <a:pt x="170" y="168"/>
                </a:cubicBezTo>
                <a:cubicBezTo>
                  <a:pt x="170" y="92"/>
                  <a:pt x="170" y="92"/>
                  <a:pt x="170" y="92"/>
                </a:cubicBezTo>
                <a:cubicBezTo>
                  <a:pt x="162" y="92"/>
                  <a:pt x="162" y="92"/>
                  <a:pt x="162" y="92"/>
                </a:cubicBezTo>
                <a:cubicBezTo>
                  <a:pt x="162" y="188"/>
                  <a:pt x="162" y="188"/>
                  <a:pt x="162" y="188"/>
                </a:cubicBezTo>
                <a:cubicBezTo>
                  <a:pt x="162" y="190"/>
                  <a:pt x="160" y="192"/>
                  <a:pt x="158" y="192"/>
                </a:cubicBezTo>
                <a:cubicBezTo>
                  <a:pt x="130" y="192"/>
                  <a:pt x="130" y="192"/>
                  <a:pt x="130" y="192"/>
                </a:cubicBezTo>
                <a:cubicBezTo>
                  <a:pt x="130" y="8"/>
                  <a:pt x="130" y="8"/>
                  <a:pt x="130" y="8"/>
                </a:cubicBezTo>
                <a:cubicBezTo>
                  <a:pt x="158" y="8"/>
                  <a:pt x="158" y="8"/>
                  <a:pt x="158" y="8"/>
                </a:cubicBezTo>
                <a:cubicBezTo>
                  <a:pt x="160" y="8"/>
                  <a:pt x="162" y="10"/>
                  <a:pt x="162" y="12"/>
                </a:cubicBezTo>
                <a:cubicBezTo>
                  <a:pt x="162" y="44"/>
                  <a:pt x="162" y="44"/>
                  <a:pt x="162" y="44"/>
                </a:cubicBezTo>
                <a:cubicBezTo>
                  <a:pt x="170" y="44"/>
                  <a:pt x="170" y="44"/>
                  <a:pt x="170" y="44"/>
                </a:cubicBezTo>
                <a:cubicBezTo>
                  <a:pt x="170" y="32"/>
                  <a:pt x="170" y="32"/>
                  <a:pt x="170" y="32"/>
                </a:cubicBezTo>
                <a:cubicBezTo>
                  <a:pt x="194" y="32"/>
                  <a:pt x="194" y="32"/>
                  <a:pt x="194" y="32"/>
                </a:cubicBezTo>
                <a:cubicBezTo>
                  <a:pt x="198" y="32"/>
                  <a:pt x="202" y="36"/>
                  <a:pt x="202" y="40"/>
                </a:cubicBezTo>
                <a:lnTo>
                  <a:pt x="202" y="160"/>
                </a:lnTo>
                <a:close/>
                <a:moveTo>
                  <a:pt x="250" y="84"/>
                </a:moveTo>
                <a:cubicBezTo>
                  <a:pt x="250" y="76"/>
                  <a:pt x="250" y="76"/>
                  <a:pt x="250" y="76"/>
                </a:cubicBezTo>
                <a:cubicBezTo>
                  <a:pt x="226" y="76"/>
                  <a:pt x="226" y="76"/>
                  <a:pt x="226" y="76"/>
                </a:cubicBezTo>
                <a:cubicBezTo>
                  <a:pt x="226" y="84"/>
                  <a:pt x="226" y="84"/>
                  <a:pt x="226" y="84"/>
                </a:cubicBezTo>
                <a:lnTo>
                  <a:pt x="250" y="84"/>
                </a:lnTo>
                <a:close/>
                <a:moveTo>
                  <a:pt x="236" y="240"/>
                </a:moveTo>
                <a:cubicBezTo>
                  <a:pt x="231" y="244"/>
                  <a:pt x="227" y="248"/>
                  <a:pt x="217" y="248"/>
                </a:cubicBezTo>
                <a:cubicBezTo>
                  <a:pt x="211" y="248"/>
                  <a:pt x="206" y="244"/>
                  <a:pt x="200" y="241"/>
                </a:cubicBezTo>
                <a:cubicBezTo>
                  <a:pt x="194" y="237"/>
                  <a:pt x="187" y="232"/>
                  <a:pt x="178" y="232"/>
                </a:cubicBezTo>
                <a:cubicBezTo>
                  <a:pt x="169" y="232"/>
                  <a:pt x="164" y="236"/>
                  <a:pt x="160" y="240"/>
                </a:cubicBezTo>
                <a:cubicBezTo>
                  <a:pt x="155" y="244"/>
                  <a:pt x="151" y="248"/>
                  <a:pt x="141" y="248"/>
                </a:cubicBezTo>
                <a:cubicBezTo>
                  <a:pt x="135" y="248"/>
                  <a:pt x="130" y="244"/>
                  <a:pt x="124" y="241"/>
                </a:cubicBezTo>
                <a:cubicBezTo>
                  <a:pt x="118" y="237"/>
                  <a:pt x="111" y="232"/>
                  <a:pt x="102" y="232"/>
                </a:cubicBezTo>
                <a:cubicBezTo>
                  <a:pt x="93" y="232"/>
                  <a:pt x="88" y="236"/>
                  <a:pt x="84" y="240"/>
                </a:cubicBezTo>
                <a:cubicBezTo>
                  <a:pt x="79" y="244"/>
                  <a:pt x="74" y="248"/>
                  <a:pt x="64" y="248"/>
                </a:cubicBezTo>
                <a:cubicBezTo>
                  <a:pt x="63" y="248"/>
                  <a:pt x="63" y="248"/>
                  <a:pt x="63" y="248"/>
                </a:cubicBezTo>
                <a:cubicBezTo>
                  <a:pt x="56" y="248"/>
                  <a:pt x="51" y="244"/>
                  <a:pt x="45" y="241"/>
                </a:cubicBezTo>
                <a:cubicBezTo>
                  <a:pt x="39" y="237"/>
                  <a:pt x="32" y="232"/>
                  <a:pt x="23" y="232"/>
                </a:cubicBezTo>
                <a:cubicBezTo>
                  <a:pt x="14" y="232"/>
                  <a:pt x="9" y="236"/>
                  <a:pt x="5" y="240"/>
                </a:cubicBezTo>
                <a:cubicBezTo>
                  <a:pt x="0" y="244"/>
                  <a:pt x="0" y="244"/>
                  <a:pt x="0" y="244"/>
                </a:cubicBezTo>
                <a:cubicBezTo>
                  <a:pt x="6" y="250"/>
                  <a:pt x="6" y="250"/>
                  <a:pt x="6" y="250"/>
                </a:cubicBezTo>
                <a:cubicBezTo>
                  <a:pt x="10" y="246"/>
                  <a:pt x="10" y="246"/>
                  <a:pt x="10" y="246"/>
                </a:cubicBezTo>
                <a:cubicBezTo>
                  <a:pt x="14" y="243"/>
                  <a:pt x="17" y="240"/>
                  <a:pt x="23" y="240"/>
                </a:cubicBezTo>
                <a:cubicBezTo>
                  <a:pt x="30" y="240"/>
                  <a:pt x="35" y="244"/>
                  <a:pt x="41" y="247"/>
                </a:cubicBezTo>
                <a:cubicBezTo>
                  <a:pt x="47" y="251"/>
                  <a:pt x="54" y="256"/>
                  <a:pt x="63" y="256"/>
                </a:cubicBezTo>
                <a:cubicBezTo>
                  <a:pt x="64" y="256"/>
                  <a:pt x="64" y="256"/>
                  <a:pt x="64" y="256"/>
                </a:cubicBezTo>
                <a:cubicBezTo>
                  <a:pt x="77" y="256"/>
                  <a:pt x="84" y="251"/>
                  <a:pt x="89" y="246"/>
                </a:cubicBezTo>
                <a:cubicBezTo>
                  <a:pt x="93" y="243"/>
                  <a:pt x="96" y="240"/>
                  <a:pt x="102" y="240"/>
                </a:cubicBezTo>
                <a:cubicBezTo>
                  <a:pt x="109" y="240"/>
                  <a:pt x="114" y="244"/>
                  <a:pt x="120" y="247"/>
                </a:cubicBezTo>
                <a:cubicBezTo>
                  <a:pt x="125" y="251"/>
                  <a:pt x="131" y="255"/>
                  <a:pt x="139" y="256"/>
                </a:cubicBezTo>
                <a:cubicBezTo>
                  <a:pt x="139" y="256"/>
                  <a:pt x="139" y="256"/>
                  <a:pt x="140" y="256"/>
                </a:cubicBezTo>
                <a:cubicBezTo>
                  <a:pt x="142" y="256"/>
                  <a:pt x="142" y="256"/>
                  <a:pt x="142" y="256"/>
                </a:cubicBezTo>
                <a:cubicBezTo>
                  <a:pt x="142" y="256"/>
                  <a:pt x="142" y="256"/>
                  <a:pt x="143" y="256"/>
                </a:cubicBezTo>
                <a:cubicBezTo>
                  <a:pt x="154" y="255"/>
                  <a:pt x="160" y="250"/>
                  <a:pt x="165" y="246"/>
                </a:cubicBezTo>
                <a:cubicBezTo>
                  <a:pt x="169" y="243"/>
                  <a:pt x="172" y="240"/>
                  <a:pt x="178" y="240"/>
                </a:cubicBezTo>
                <a:cubicBezTo>
                  <a:pt x="185" y="240"/>
                  <a:pt x="190" y="244"/>
                  <a:pt x="196" y="247"/>
                </a:cubicBezTo>
                <a:cubicBezTo>
                  <a:pt x="201" y="251"/>
                  <a:pt x="207" y="255"/>
                  <a:pt x="215" y="256"/>
                </a:cubicBezTo>
                <a:cubicBezTo>
                  <a:pt x="215" y="256"/>
                  <a:pt x="215" y="256"/>
                  <a:pt x="216" y="256"/>
                </a:cubicBezTo>
                <a:cubicBezTo>
                  <a:pt x="218" y="256"/>
                  <a:pt x="218" y="256"/>
                  <a:pt x="218" y="256"/>
                </a:cubicBezTo>
                <a:cubicBezTo>
                  <a:pt x="218" y="256"/>
                  <a:pt x="218" y="256"/>
                  <a:pt x="219" y="256"/>
                </a:cubicBezTo>
                <a:cubicBezTo>
                  <a:pt x="230" y="255"/>
                  <a:pt x="236" y="250"/>
                  <a:pt x="241" y="246"/>
                </a:cubicBezTo>
                <a:cubicBezTo>
                  <a:pt x="245" y="243"/>
                  <a:pt x="248" y="240"/>
                  <a:pt x="254" y="240"/>
                </a:cubicBezTo>
                <a:cubicBezTo>
                  <a:pt x="258" y="240"/>
                  <a:pt x="258" y="240"/>
                  <a:pt x="258" y="240"/>
                </a:cubicBezTo>
                <a:cubicBezTo>
                  <a:pt x="258" y="232"/>
                  <a:pt x="258" y="232"/>
                  <a:pt x="258" y="232"/>
                </a:cubicBezTo>
                <a:cubicBezTo>
                  <a:pt x="254" y="232"/>
                  <a:pt x="254" y="232"/>
                  <a:pt x="254" y="232"/>
                </a:cubicBezTo>
                <a:cubicBezTo>
                  <a:pt x="245" y="232"/>
                  <a:pt x="240" y="236"/>
                  <a:pt x="236" y="240"/>
                </a:cubicBezTo>
                <a:close/>
                <a:moveTo>
                  <a:pt x="70" y="216"/>
                </a:moveTo>
                <a:cubicBezTo>
                  <a:pt x="70" y="220"/>
                  <a:pt x="70" y="220"/>
                  <a:pt x="70" y="220"/>
                </a:cubicBezTo>
                <a:cubicBezTo>
                  <a:pt x="78" y="220"/>
                  <a:pt x="78" y="220"/>
                  <a:pt x="78" y="220"/>
                </a:cubicBezTo>
                <a:cubicBezTo>
                  <a:pt x="78" y="216"/>
                  <a:pt x="78" y="216"/>
                  <a:pt x="78" y="216"/>
                </a:cubicBezTo>
                <a:cubicBezTo>
                  <a:pt x="78" y="200"/>
                  <a:pt x="87" y="184"/>
                  <a:pt x="106" y="184"/>
                </a:cubicBezTo>
                <a:cubicBezTo>
                  <a:pt x="110" y="184"/>
                  <a:pt x="110" y="184"/>
                  <a:pt x="110" y="184"/>
                </a:cubicBezTo>
                <a:cubicBezTo>
                  <a:pt x="110" y="176"/>
                  <a:pt x="110" y="176"/>
                  <a:pt x="110" y="176"/>
                </a:cubicBezTo>
                <a:cubicBezTo>
                  <a:pt x="106" y="176"/>
                  <a:pt x="106" y="176"/>
                  <a:pt x="106" y="176"/>
                </a:cubicBezTo>
                <a:cubicBezTo>
                  <a:pt x="82" y="176"/>
                  <a:pt x="70" y="197"/>
                  <a:pt x="70" y="21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7" name="Freeform 156">
            <a:extLst>
              <a:ext uri="{FF2B5EF4-FFF2-40B4-BE49-F238E27FC236}">
                <a16:creationId xmlns:a16="http://schemas.microsoft.com/office/drawing/2014/main" id="{0BEFEED2-F895-4D91-A65E-488CB8789AB3}"/>
              </a:ext>
            </a:extLst>
          </p:cNvPr>
          <p:cNvSpPr>
            <a:spLocks noChangeAspect="1" noEditPoints="1"/>
          </p:cNvSpPr>
          <p:nvPr/>
        </p:nvSpPr>
        <p:spPr bwMode="auto">
          <a:xfrm>
            <a:off x="11217194" y="3392460"/>
            <a:ext cx="400050" cy="400050"/>
          </a:xfrm>
          <a:custGeom>
            <a:avLst/>
            <a:gdLst>
              <a:gd name="T0" fmla="*/ 124 w 256"/>
              <a:gd name="T1" fmla="*/ 128 h 256"/>
              <a:gd name="T2" fmla="*/ 256 w 256"/>
              <a:gd name="T3" fmla="*/ 256 h 256"/>
              <a:gd name="T4" fmla="*/ 252 w 256"/>
              <a:gd name="T5" fmla="*/ 248 h 256"/>
              <a:gd name="T6" fmla="*/ 252 w 256"/>
              <a:gd name="T7" fmla="*/ 8 h 256"/>
              <a:gd name="T8" fmla="*/ 256 w 256"/>
              <a:gd name="T9" fmla="*/ 0 h 256"/>
              <a:gd name="T10" fmla="*/ 217 w 256"/>
              <a:gd name="T11" fmla="*/ 34 h 256"/>
              <a:gd name="T12" fmla="*/ 181 w 256"/>
              <a:gd name="T13" fmla="*/ 57 h 256"/>
              <a:gd name="T14" fmla="*/ 152 w 256"/>
              <a:gd name="T15" fmla="*/ 128 h 256"/>
              <a:gd name="T16" fmla="*/ 160 w 256"/>
              <a:gd name="T17" fmla="*/ 132 h 256"/>
              <a:gd name="T18" fmla="*/ 167 w 256"/>
              <a:gd name="T19" fmla="*/ 92 h 256"/>
              <a:gd name="T20" fmla="*/ 216 w 256"/>
              <a:gd name="T21" fmla="*/ 43 h 256"/>
              <a:gd name="T22" fmla="*/ 217 w 256"/>
              <a:gd name="T23" fmla="*/ 34 h 256"/>
              <a:gd name="T24" fmla="*/ 252 w 256"/>
              <a:gd name="T25" fmla="*/ 164 h 256"/>
              <a:gd name="T26" fmla="*/ 256 w 256"/>
              <a:gd name="T27" fmla="*/ 156 h 256"/>
              <a:gd name="T28" fmla="*/ 224 w 256"/>
              <a:gd name="T29" fmla="*/ 128 h 256"/>
              <a:gd name="T30" fmla="*/ 256 w 256"/>
              <a:gd name="T31" fmla="*/ 100 h 256"/>
              <a:gd name="T32" fmla="*/ 252 w 256"/>
              <a:gd name="T33" fmla="*/ 92 h 256"/>
              <a:gd name="T34" fmla="*/ 125 w 256"/>
              <a:gd name="T35" fmla="*/ 200 h 256"/>
              <a:gd name="T36" fmla="*/ 44 w 256"/>
              <a:gd name="T37" fmla="*/ 150 h 256"/>
              <a:gd name="T38" fmla="*/ 105 w 256"/>
              <a:gd name="T39" fmla="*/ 148 h 256"/>
              <a:gd name="T40" fmla="*/ 105 w 256"/>
              <a:gd name="T41" fmla="*/ 140 h 256"/>
              <a:gd name="T42" fmla="*/ 55 w 256"/>
              <a:gd name="T43" fmla="*/ 90 h 256"/>
              <a:gd name="T44" fmla="*/ 110 w 256"/>
              <a:gd name="T45" fmla="*/ 88 h 256"/>
              <a:gd name="T46" fmla="*/ 110 w 256"/>
              <a:gd name="T47" fmla="*/ 80 h 256"/>
              <a:gd name="T48" fmla="*/ 88 w 256"/>
              <a:gd name="T49" fmla="*/ 11 h 256"/>
              <a:gd name="T50" fmla="*/ 124 w 256"/>
              <a:gd name="T51" fmla="*/ 60 h 256"/>
              <a:gd name="T52" fmla="*/ 91 w 256"/>
              <a:gd name="T53" fmla="*/ 2 h 256"/>
              <a:gd name="T54" fmla="*/ 33 w 256"/>
              <a:gd name="T55" fmla="*/ 82 h 256"/>
              <a:gd name="T56" fmla="*/ 36 w 256"/>
              <a:gd name="T57" fmla="*/ 88 h 256"/>
              <a:gd name="T58" fmla="*/ 13 w 256"/>
              <a:gd name="T59" fmla="*/ 142 h 256"/>
              <a:gd name="T60" fmla="*/ 16 w 256"/>
              <a:gd name="T61" fmla="*/ 148 h 256"/>
              <a:gd name="T62" fmla="*/ 1 w 256"/>
              <a:gd name="T63" fmla="*/ 202 h 256"/>
              <a:gd name="T64" fmla="*/ 4 w 256"/>
              <a:gd name="T65" fmla="*/ 208 h 256"/>
              <a:gd name="T66" fmla="*/ 68 w 256"/>
              <a:gd name="T67" fmla="*/ 252 h 256"/>
              <a:gd name="T68" fmla="*/ 104 w 256"/>
              <a:gd name="T69" fmla="*/ 256 h 256"/>
              <a:gd name="T70" fmla="*/ 108 w 256"/>
              <a:gd name="T71" fmla="*/ 208 h 256"/>
              <a:gd name="T72" fmla="*/ 129 w 256"/>
              <a:gd name="T73" fmla="*/ 204 h 256"/>
              <a:gd name="T74" fmla="*/ 100 w 256"/>
              <a:gd name="T75" fmla="*/ 248 h 256"/>
              <a:gd name="T76" fmla="*/ 76 w 256"/>
              <a:gd name="T77" fmla="*/ 208 h 256"/>
              <a:gd name="T78" fmla="*/ 100 w 256"/>
              <a:gd name="T79"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6" h="256">
                <a:moveTo>
                  <a:pt x="252" y="0"/>
                </a:moveTo>
                <a:cubicBezTo>
                  <a:pt x="181" y="0"/>
                  <a:pt x="124" y="57"/>
                  <a:pt x="124" y="128"/>
                </a:cubicBezTo>
                <a:cubicBezTo>
                  <a:pt x="124" y="199"/>
                  <a:pt x="181" y="256"/>
                  <a:pt x="252" y="256"/>
                </a:cubicBezTo>
                <a:cubicBezTo>
                  <a:pt x="256" y="256"/>
                  <a:pt x="256" y="256"/>
                  <a:pt x="256" y="256"/>
                </a:cubicBezTo>
                <a:cubicBezTo>
                  <a:pt x="256" y="248"/>
                  <a:pt x="256" y="248"/>
                  <a:pt x="256" y="248"/>
                </a:cubicBezTo>
                <a:cubicBezTo>
                  <a:pt x="252" y="248"/>
                  <a:pt x="252" y="248"/>
                  <a:pt x="252" y="248"/>
                </a:cubicBezTo>
                <a:cubicBezTo>
                  <a:pt x="186" y="248"/>
                  <a:pt x="132" y="194"/>
                  <a:pt x="132" y="128"/>
                </a:cubicBezTo>
                <a:cubicBezTo>
                  <a:pt x="132" y="62"/>
                  <a:pt x="186" y="8"/>
                  <a:pt x="252" y="8"/>
                </a:cubicBezTo>
                <a:cubicBezTo>
                  <a:pt x="256" y="8"/>
                  <a:pt x="256" y="8"/>
                  <a:pt x="256" y="8"/>
                </a:cubicBezTo>
                <a:cubicBezTo>
                  <a:pt x="256" y="0"/>
                  <a:pt x="256" y="0"/>
                  <a:pt x="256" y="0"/>
                </a:cubicBezTo>
                <a:lnTo>
                  <a:pt x="252" y="0"/>
                </a:lnTo>
                <a:close/>
                <a:moveTo>
                  <a:pt x="217" y="34"/>
                </a:moveTo>
                <a:cubicBezTo>
                  <a:pt x="213" y="36"/>
                  <a:pt x="213" y="36"/>
                  <a:pt x="213" y="36"/>
                </a:cubicBezTo>
                <a:cubicBezTo>
                  <a:pt x="201" y="41"/>
                  <a:pt x="190" y="48"/>
                  <a:pt x="181" y="57"/>
                </a:cubicBezTo>
                <a:cubicBezTo>
                  <a:pt x="172" y="66"/>
                  <a:pt x="165" y="77"/>
                  <a:pt x="160" y="89"/>
                </a:cubicBezTo>
                <a:cubicBezTo>
                  <a:pt x="155" y="101"/>
                  <a:pt x="152" y="115"/>
                  <a:pt x="152" y="128"/>
                </a:cubicBezTo>
                <a:cubicBezTo>
                  <a:pt x="152" y="132"/>
                  <a:pt x="152" y="132"/>
                  <a:pt x="152" y="132"/>
                </a:cubicBezTo>
                <a:cubicBezTo>
                  <a:pt x="160" y="132"/>
                  <a:pt x="160" y="132"/>
                  <a:pt x="160" y="132"/>
                </a:cubicBezTo>
                <a:cubicBezTo>
                  <a:pt x="160" y="128"/>
                  <a:pt x="160" y="128"/>
                  <a:pt x="160" y="128"/>
                </a:cubicBezTo>
                <a:cubicBezTo>
                  <a:pt x="160" y="116"/>
                  <a:pt x="162" y="104"/>
                  <a:pt x="167" y="92"/>
                </a:cubicBezTo>
                <a:cubicBezTo>
                  <a:pt x="172" y="81"/>
                  <a:pt x="178" y="71"/>
                  <a:pt x="187" y="63"/>
                </a:cubicBezTo>
                <a:cubicBezTo>
                  <a:pt x="195" y="54"/>
                  <a:pt x="205" y="48"/>
                  <a:pt x="216" y="43"/>
                </a:cubicBezTo>
                <a:cubicBezTo>
                  <a:pt x="220" y="42"/>
                  <a:pt x="220" y="42"/>
                  <a:pt x="220" y="42"/>
                </a:cubicBezTo>
                <a:lnTo>
                  <a:pt x="217" y="34"/>
                </a:lnTo>
                <a:close/>
                <a:moveTo>
                  <a:pt x="216" y="128"/>
                </a:moveTo>
                <a:cubicBezTo>
                  <a:pt x="216" y="148"/>
                  <a:pt x="232" y="164"/>
                  <a:pt x="252" y="164"/>
                </a:cubicBezTo>
                <a:cubicBezTo>
                  <a:pt x="256" y="164"/>
                  <a:pt x="256" y="164"/>
                  <a:pt x="256" y="164"/>
                </a:cubicBezTo>
                <a:cubicBezTo>
                  <a:pt x="256" y="156"/>
                  <a:pt x="256" y="156"/>
                  <a:pt x="256" y="156"/>
                </a:cubicBezTo>
                <a:cubicBezTo>
                  <a:pt x="252" y="156"/>
                  <a:pt x="252" y="156"/>
                  <a:pt x="252" y="156"/>
                </a:cubicBezTo>
                <a:cubicBezTo>
                  <a:pt x="237" y="156"/>
                  <a:pt x="224" y="143"/>
                  <a:pt x="224" y="128"/>
                </a:cubicBezTo>
                <a:cubicBezTo>
                  <a:pt x="224" y="113"/>
                  <a:pt x="237" y="100"/>
                  <a:pt x="252" y="100"/>
                </a:cubicBezTo>
                <a:cubicBezTo>
                  <a:pt x="256" y="100"/>
                  <a:pt x="256" y="100"/>
                  <a:pt x="256" y="100"/>
                </a:cubicBezTo>
                <a:cubicBezTo>
                  <a:pt x="256" y="92"/>
                  <a:pt x="256" y="92"/>
                  <a:pt x="256" y="92"/>
                </a:cubicBezTo>
                <a:cubicBezTo>
                  <a:pt x="252" y="92"/>
                  <a:pt x="252" y="92"/>
                  <a:pt x="252" y="92"/>
                </a:cubicBezTo>
                <a:cubicBezTo>
                  <a:pt x="232" y="92"/>
                  <a:pt x="216" y="108"/>
                  <a:pt x="216" y="128"/>
                </a:cubicBezTo>
                <a:close/>
                <a:moveTo>
                  <a:pt x="125" y="200"/>
                </a:moveTo>
                <a:cubicBezTo>
                  <a:pt x="11" y="200"/>
                  <a:pt x="11" y="200"/>
                  <a:pt x="11" y="200"/>
                </a:cubicBezTo>
                <a:cubicBezTo>
                  <a:pt x="44" y="150"/>
                  <a:pt x="44" y="150"/>
                  <a:pt x="44" y="150"/>
                </a:cubicBezTo>
                <a:cubicBezTo>
                  <a:pt x="45" y="149"/>
                  <a:pt x="45" y="149"/>
                  <a:pt x="45" y="148"/>
                </a:cubicBezTo>
                <a:cubicBezTo>
                  <a:pt x="105" y="148"/>
                  <a:pt x="105" y="148"/>
                  <a:pt x="105" y="148"/>
                </a:cubicBezTo>
                <a:cubicBezTo>
                  <a:pt x="107" y="148"/>
                  <a:pt x="109" y="146"/>
                  <a:pt x="109" y="144"/>
                </a:cubicBezTo>
                <a:cubicBezTo>
                  <a:pt x="109" y="142"/>
                  <a:pt x="107" y="140"/>
                  <a:pt x="105" y="140"/>
                </a:cubicBezTo>
                <a:cubicBezTo>
                  <a:pt x="23" y="140"/>
                  <a:pt x="23" y="140"/>
                  <a:pt x="23" y="140"/>
                </a:cubicBezTo>
                <a:cubicBezTo>
                  <a:pt x="55" y="90"/>
                  <a:pt x="55" y="90"/>
                  <a:pt x="55" y="90"/>
                </a:cubicBezTo>
                <a:cubicBezTo>
                  <a:pt x="56" y="89"/>
                  <a:pt x="56" y="89"/>
                  <a:pt x="56" y="88"/>
                </a:cubicBezTo>
                <a:cubicBezTo>
                  <a:pt x="110" y="88"/>
                  <a:pt x="110" y="88"/>
                  <a:pt x="110" y="88"/>
                </a:cubicBezTo>
                <a:cubicBezTo>
                  <a:pt x="113" y="88"/>
                  <a:pt x="114" y="86"/>
                  <a:pt x="114" y="84"/>
                </a:cubicBezTo>
                <a:cubicBezTo>
                  <a:pt x="114" y="82"/>
                  <a:pt x="113" y="80"/>
                  <a:pt x="110" y="80"/>
                </a:cubicBezTo>
                <a:cubicBezTo>
                  <a:pt x="43" y="80"/>
                  <a:pt x="43" y="80"/>
                  <a:pt x="43" y="80"/>
                </a:cubicBezTo>
                <a:cubicBezTo>
                  <a:pt x="88" y="11"/>
                  <a:pt x="88" y="11"/>
                  <a:pt x="88" y="11"/>
                </a:cubicBezTo>
                <a:cubicBezTo>
                  <a:pt x="119" y="59"/>
                  <a:pt x="119" y="59"/>
                  <a:pt x="119" y="59"/>
                </a:cubicBezTo>
                <a:cubicBezTo>
                  <a:pt x="120" y="61"/>
                  <a:pt x="123" y="61"/>
                  <a:pt x="124" y="60"/>
                </a:cubicBezTo>
                <a:cubicBezTo>
                  <a:pt x="126" y="59"/>
                  <a:pt x="127" y="56"/>
                  <a:pt x="126" y="54"/>
                </a:cubicBezTo>
                <a:cubicBezTo>
                  <a:pt x="91" y="2"/>
                  <a:pt x="91" y="2"/>
                  <a:pt x="91" y="2"/>
                </a:cubicBezTo>
                <a:cubicBezTo>
                  <a:pt x="90" y="0"/>
                  <a:pt x="86" y="0"/>
                  <a:pt x="85" y="2"/>
                </a:cubicBezTo>
                <a:cubicBezTo>
                  <a:pt x="33" y="82"/>
                  <a:pt x="33" y="82"/>
                  <a:pt x="33" y="82"/>
                </a:cubicBezTo>
                <a:cubicBezTo>
                  <a:pt x="32" y="83"/>
                  <a:pt x="32" y="85"/>
                  <a:pt x="32" y="86"/>
                </a:cubicBezTo>
                <a:cubicBezTo>
                  <a:pt x="33" y="87"/>
                  <a:pt x="35" y="88"/>
                  <a:pt x="36" y="88"/>
                </a:cubicBezTo>
                <a:cubicBezTo>
                  <a:pt x="47" y="88"/>
                  <a:pt x="47" y="88"/>
                  <a:pt x="47" y="88"/>
                </a:cubicBezTo>
                <a:cubicBezTo>
                  <a:pt x="13" y="142"/>
                  <a:pt x="13" y="142"/>
                  <a:pt x="13" y="142"/>
                </a:cubicBezTo>
                <a:cubicBezTo>
                  <a:pt x="12" y="143"/>
                  <a:pt x="12" y="145"/>
                  <a:pt x="12" y="146"/>
                </a:cubicBezTo>
                <a:cubicBezTo>
                  <a:pt x="13" y="147"/>
                  <a:pt x="15" y="148"/>
                  <a:pt x="16" y="148"/>
                </a:cubicBezTo>
                <a:cubicBezTo>
                  <a:pt x="36" y="148"/>
                  <a:pt x="36" y="148"/>
                  <a:pt x="36" y="148"/>
                </a:cubicBezTo>
                <a:cubicBezTo>
                  <a:pt x="1" y="202"/>
                  <a:pt x="1" y="202"/>
                  <a:pt x="1" y="202"/>
                </a:cubicBezTo>
                <a:cubicBezTo>
                  <a:pt x="0" y="203"/>
                  <a:pt x="0" y="205"/>
                  <a:pt x="0" y="206"/>
                </a:cubicBezTo>
                <a:cubicBezTo>
                  <a:pt x="1" y="207"/>
                  <a:pt x="3" y="208"/>
                  <a:pt x="4" y="208"/>
                </a:cubicBezTo>
                <a:cubicBezTo>
                  <a:pt x="68" y="208"/>
                  <a:pt x="68" y="208"/>
                  <a:pt x="68" y="208"/>
                </a:cubicBezTo>
                <a:cubicBezTo>
                  <a:pt x="68" y="252"/>
                  <a:pt x="68" y="252"/>
                  <a:pt x="68" y="252"/>
                </a:cubicBezTo>
                <a:cubicBezTo>
                  <a:pt x="68" y="254"/>
                  <a:pt x="70" y="256"/>
                  <a:pt x="72" y="256"/>
                </a:cubicBezTo>
                <a:cubicBezTo>
                  <a:pt x="104" y="256"/>
                  <a:pt x="104" y="256"/>
                  <a:pt x="104" y="256"/>
                </a:cubicBezTo>
                <a:cubicBezTo>
                  <a:pt x="106" y="256"/>
                  <a:pt x="108" y="254"/>
                  <a:pt x="108" y="252"/>
                </a:cubicBezTo>
                <a:cubicBezTo>
                  <a:pt x="108" y="208"/>
                  <a:pt x="108" y="208"/>
                  <a:pt x="108" y="208"/>
                </a:cubicBezTo>
                <a:cubicBezTo>
                  <a:pt x="125" y="208"/>
                  <a:pt x="125" y="208"/>
                  <a:pt x="125" y="208"/>
                </a:cubicBezTo>
                <a:cubicBezTo>
                  <a:pt x="127" y="208"/>
                  <a:pt x="129" y="206"/>
                  <a:pt x="129" y="204"/>
                </a:cubicBezTo>
                <a:cubicBezTo>
                  <a:pt x="129" y="202"/>
                  <a:pt x="127" y="200"/>
                  <a:pt x="125" y="200"/>
                </a:cubicBezTo>
                <a:close/>
                <a:moveTo>
                  <a:pt x="100" y="248"/>
                </a:moveTo>
                <a:cubicBezTo>
                  <a:pt x="76" y="248"/>
                  <a:pt x="76" y="248"/>
                  <a:pt x="76" y="248"/>
                </a:cubicBezTo>
                <a:cubicBezTo>
                  <a:pt x="76" y="208"/>
                  <a:pt x="76" y="208"/>
                  <a:pt x="76" y="208"/>
                </a:cubicBezTo>
                <a:cubicBezTo>
                  <a:pt x="100" y="208"/>
                  <a:pt x="100" y="208"/>
                  <a:pt x="100" y="208"/>
                </a:cubicBezTo>
                <a:lnTo>
                  <a:pt x="100" y="24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59" name="Freeform 160">
            <a:extLst>
              <a:ext uri="{FF2B5EF4-FFF2-40B4-BE49-F238E27FC236}">
                <a16:creationId xmlns:a16="http://schemas.microsoft.com/office/drawing/2014/main" id="{0072C88C-EF6D-401F-80DD-4CFE2663BC71}"/>
              </a:ext>
            </a:extLst>
          </p:cNvPr>
          <p:cNvSpPr>
            <a:spLocks noChangeAspect="1" noEditPoints="1"/>
          </p:cNvSpPr>
          <p:nvPr/>
        </p:nvSpPr>
        <p:spPr bwMode="auto">
          <a:xfrm>
            <a:off x="573088" y="4368800"/>
            <a:ext cx="400050" cy="387350"/>
          </a:xfrm>
          <a:custGeom>
            <a:avLst/>
            <a:gdLst>
              <a:gd name="T0" fmla="*/ 169 w 256"/>
              <a:gd name="T1" fmla="*/ 189 h 248"/>
              <a:gd name="T2" fmla="*/ 125 w 256"/>
              <a:gd name="T3" fmla="*/ 233 h 248"/>
              <a:gd name="T4" fmla="*/ 33 w 256"/>
              <a:gd name="T5" fmla="*/ 215 h 248"/>
              <a:gd name="T6" fmla="*/ 8 w 256"/>
              <a:gd name="T7" fmla="*/ 156 h 248"/>
              <a:gd name="T8" fmla="*/ 33 w 256"/>
              <a:gd name="T9" fmla="*/ 97 h 248"/>
              <a:gd name="T10" fmla="*/ 125 w 256"/>
              <a:gd name="T11" fmla="*/ 79 h 248"/>
              <a:gd name="T12" fmla="*/ 157 w 256"/>
              <a:gd name="T13" fmla="*/ 97 h 248"/>
              <a:gd name="T14" fmla="*/ 128 w 256"/>
              <a:gd name="T15" fmla="*/ 71 h 248"/>
              <a:gd name="T16" fmla="*/ 27 w 256"/>
              <a:gd name="T17" fmla="*/ 91 h 248"/>
              <a:gd name="T18" fmla="*/ 0 w 256"/>
              <a:gd name="T19" fmla="*/ 156 h 248"/>
              <a:gd name="T20" fmla="*/ 27 w 256"/>
              <a:gd name="T21" fmla="*/ 221 h 248"/>
              <a:gd name="T22" fmla="*/ 92 w 256"/>
              <a:gd name="T23" fmla="*/ 248 h 248"/>
              <a:gd name="T24" fmla="*/ 157 w 256"/>
              <a:gd name="T25" fmla="*/ 221 h 248"/>
              <a:gd name="T26" fmla="*/ 175 w 256"/>
              <a:gd name="T27" fmla="*/ 187 h 248"/>
              <a:gd name="T28" fmla="*/ 80 w 256"/>
              <a:gd name="T29" fmla="*/ 156 h 248"/>
              <a:gd name="T30" fmla="*/ 104 w 256"/>
              <a:gd name="T31" fmla="*/ 156 h 248"/>
              <a:gd name="T32" fmla="*/ 92 w 256"/>
              <a:gd name="T33" fmla="*/ 160 h 248"/>
              <a:gd name="T34" fmla="*/ 92 w 256"/>
              <a:gd name="T35" fmla="*/ 152 h 248"/>
              <a:gd name="T36" fmla="*/ 92 w 256"/>
              <a:gd name="T37" fmla="*/ 160 h 248"/>
              <a:gd name="T38" fmla="*/ 92 w 256"/>
              <a:gd name="T39" fmla="*/ 108 h 248"/>
              <a:gd name="T40" fmla="*/ 92 w 256"/>
              <a:gd name="T41" fmla="*/ 204 h 248"/>
              <a:gd name="T42" fmla="*/ 108 w 256"/>
              <a:gd name="T43" fmla="*/ 201 h 248"/>
              <a:gd name="T44" fmla="*/ 256 w 256"/>
              <a:gd name="T45" fmla="*/ 132 h 248"/>
              <a:gd name="T46" fmla="*/ 92 w 256"/>
              <a:gd name="T47" fmla="*/ 196 h 248"/>
              <a:gd name="T48" fmla="*/ 92 w 256"/>
              <a:gd name="T49" fmla="*/ 116 h 248"/>
              <a:gd name="T50" fmla="*/ 92 w 256"/>
              <a:gd name="T51" fmla="*/ 196 h 248"/>
              <a:gd name="T52" fmla="*/ 140 w 256"/>
              <a:gd name="T53" fmla="*/ 156 h 248"/>
              <a:gd name="T54" fmla="*/ 214 w 256"/>
              <a:gd name="T55" fmla="*/ 116 h 248"/>
              <a:gd name="T56" fmla="*/ 220 w 256"/>
              <a:gd name="T57" fmla="*/ 153 h 248"/>
              <a:gd name="T58" fmla="*/ 232 w 256"/>
              <a:gd name="T59" fmla="*/ 148 h 248"/>
              <a:gd name="T60" fmla="*/ 232 w 256"/>
              <a:gd name="T61" fmla="*/ 116 h 248"/>
              <a:gd name="T62" fmla="*/ 232 w 256"/>
              <a:gd name="T63" fmla="*/ 148 h 248"/>
              <a:gd name="T64" fmla="*/ 216 w 256"/>
              <a:gd name="T65" fmla="*/ 180 h 248"/>
              <a:gd name="T66" fmla="*/ 216 w 256"/>
              <a:gd name="T67" fmla="*/ 188 h 248"/>
              <a:gd name="T68" fmla="*/ 252 w 256"/>
              <a:gd name="T69" fmla="*/ 184 h 248"/>
              <a:gd name="T70" fmla="*/ 248 w 256"/>
              <a:gd name="T71" fmla="*/ 204 h 248"/>
              <a:gd name="T72" fmla="*/ 212 w 256"/>
              <a:gd name="T73" fmla="*/ 208 h 248"/>
              <a:gd name="T74" fmla="*/ 248 w 256"/>
              <a:gd name="T75" fmla="*/ 212 h 248"/>
              <a:gd name="T76" fmla="*/ 248 w 256"/>
              <a:gd name="T77" fmla="*/ 204 h 248"/>
              <a:gd name="T78" fmla="*/ 216 w 256"/>
              <a:gd name="T79" fmla="*/ 228 h 248"/>
              <a:gd name="T80" fmla="*/ 216 w 256"/>
              <a:gd name="T81" fmla="*/ 236 h 248"/>
              <a:gd name="T82" fmla="*/ 252 w 256"/>
              <a:gd name="T83" fmla="*/ 232 h 248"/>
              <a:gd name="T84" fmla="*/ 216 w 256"/>
              <a:gd name="T85" fmla="*/ 0 h 248"/>
              <a:gd name="T86" fmla="*/ 8 w 256"/>
              <a:gd name="T87" fmla="*/ 4 h 248"/>
              <a:gd name="T88" fmla="*/ 12 w 256"/>
              <a:gd name="T89" fmla="*/ 80 h 248"/>
              <a:gd name="T90" fmla="*/ 16 w 256"/>
              <a:gd name="T91" fmla="*/ 8 h 248"/>
              <a:gd name="T92" fmla="*/ 248 w 256"/>
              <a:gd name="T93" fmla="*/ 40 h 248"/>
              <a:gd name="T94" fmla="*/ 252 w 256"/>
              <a:gd name="T95" fmla="*/ 96 h 248"/>
              <a:gd name="T96" fmla="*/ 256 w 256"/>
              <a:gd name="T97" fmla="*/ 40 h 248"/>
              <a:gd name="T98" fmla="*/ 154 w 256"/>
              <a:gd name="T99" fmla="*/ 40 h 248"/>
              <a:gd name="T100" fmla="*/ 180 w 256"/>
              <a:gd name="T101" fmla="*/ 72 h 248"/>
              <a:gd name="T102" fmla="*/ 216 w 256"/>
              <a:gd name="T103" fmla="*/ 68 h 248"/>
              <a:gd name="T104" fmla="*/ 182 w 256"/>
              <a:gd name="T105" fmla="*/ 64 h 248"/>
              <a:gd name="T106" fmla="*/ 156 w 256"/>
              <a:gd name="T107" fmla="*/ 32 h 248"/>
              <a:gd name="T108" fmla="*/ 40 w 256"/>
              <a:gd name="T109" fmla="*/ 36 h 248"/>
              <a:gd name="T110" fmla="*/ 154 w 256"/>
              <a:gd name="T111" fmla="*/ 4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48">
                <a:moveTo>
                  <a:pt x="175" y="187"/>
                </a:moveTo>
                <a:cubicBezTo>
                  <a:pt x="173" y="186"/>
                  <a:pt x="170" y="187"/>
                  <a:pt x="169" y="189"/>
                </a:cubicBezTo>
                <a:cubicBezTo>
                  <a:pt x="165" y="199"/>
                  <a:pt x="159" y="208"/>
                  <a:pt x="151" y="215"/>
                </a:cubicBezTo>
                <a:cubicBezTo>
                  <a:pt x="144" y="223"/>
                  <a:pt x="135" y="229"/>
                  <a:pt x="125" y="233"/>
                </a:cubicBezTo>
                <a:cubicBezTo>
                  <a:pt x="104" y="242"/>
                  <a:pt x="80" y="242"/>
                  <a:pt x="59" y="233"/>
                </a:cubicBezTo>
                <a:cubicBezTo>
                  <a:pt x="49" y="229"/>
                  <a:pt x="40" y="223"/>
                  <a:pt x="33" y="215"/>
                </a:cubicBezTo>
                <a:cubicBezTo>
                  <a:pt x="25" y="208"/>
                  <a:pt x="19" y="199"/>
                  <a:pt x="15" y="189"/>
                </a:cubicBezTo>
                <a:cubicBezTo>
                  <a:pt x="10" y="178"/>
                  <a:pt x="8" y="167"/>
                  <a:pt x="8" y="156"/>
                </a:cubicBezTo>
                <a:cubicBezTo>
                  <a:pt x="8" y="145"/>
                  <a:pt x="10" y="134"/>
                  <a:pt x="15" y="123"/>
                </a:cubicBezTo>
                <a:cubicBezTo>
                  <a:pt x="19" y="113"/>
                  <a:pt x="25" y="104"/>
                  <a:pt x="33" y="97"/>
                </a:cubicBezTo>
                <a:cubicBezTo>
                  <a:pt x="40" y="89"/>
                  <a:pt x="49" y="83"/>
                  <a:pt x="59" y="79"/>
                </a:cubicBezTo>
                <a:cubicBezTo>
                  <a:pt x="80" y="70"/>
                  <a:pt x="104" y="70"/>
                  <a:pt x="125" y="79"/>
                </a:cubicBezTo>
                <a:cubicBezTo>
                  <a:pt x="135" y="83"/>
                  <a:pt x="144" y="89"/>
                  <a:pt x="151" y="97"/>
                </a:cubicBezTo>
                <a:cubicBezTo>
                  <a:pt x="153" y="98"/>
                  <a:pt x="155" y="98"/>
                  <a:pt x="157" y="97"/>
                </a:cubicBezTo>
                <a:cubicBezTo>
                  <a:pt x="159" y="95"/>
                  <a:pt x="159" y="93"/>
                  <a:pt x="157" y="91"/>
                </a:cubicBezTo>
                <a:cubicBezTo>
                  <a:pt x="149" y="82"/>
                  <a:pt x="139" y="76"/>
                  <a:pt x="128" y="71"/>
                </a:cubicBezTo>
                <a:cubicBezTo>
                  <a:pt x="105" y="62"/>
                  <a:pt x="79" y="62"/>
                  <a:pt x="56" y="71"/>
                </a:cubicBezTo>
                <a:cubicBezTo>
                  <a:pt x="45" y="76"/>
                  <a:pt x="35" y="82"/>
                  <a:pt x="27" y="91"/>
                </a:cubicBezTo>
                <a:cubicBezTo>
                  <a:pt x="18" y="99"/>
                  <a:pt x="12" y="109"/>
                  <a:pt x="7" y="120"/>
                </a:cubicBezTo>
                <a:cubicBezTo>
                  <a:pt x="2" y="132"/>
                  <a:pt x="0" y="144"/>
                  <a:pt x="0" y="156"/>
                </a:cubicBezTo>
                <a:cubicBezTo>
                  <a:pt x="0" y="168"/>
                  <a:pt x="2" y="180"/>
                  <a:pt x="7" y="192"/>
                </a:cubicBezTo>
                <a:cubicBezTo>
                  <a:pt x="12" y="203"/>
                  <a:pt x="18" y="213"/>
                  <a:pt x="27" y="221"/>
                </a:cubicBezTo>
                <a:cubicBezTo>
                  <a:pt x="35" y="230"/>
                  <a:pt x="45" y="236"/>
                  <a:pt x="56" y="241"/>
                </a:cubicBezTo>
                <a:cubicBezTo>
                  <a:pt x="68" y="246"/>
                  <a:pt x="80" y="248"/>
                  <a:pt x="92" y="248"/>
                </a:cubicBezTo>
                <a:cubicBezTo>
                  <a:pt x="104" y="248"/>
                  <a:pt x="116" y="246"/>
                  <a:pt x="128" y="241"/>
                </a:cubicBezTo>
                <a:cubicBezTo>
                  <a:pt x="139" y="236"/>
                  <a:pt x="149" y="230"/>
                  <a:pt x="157" y="221"/>
                </a:cubicBezTo>
                <a:cubicBezTo>
                  <a:pt x="166" y="213"/>
                  <a:pt x="172" y="203"/>
                  <a:pt x="177" y="192"/>
                </a:cubicBezTo>
                <a:cubicBezTo>
                  <a:pt x="178" y="190"/>
                  <a:pt x="177" y="187"/>
                  <a:pt x="175" y="187"/>
                </a:cubicBezTo>
                <a:close/>
                <a:moveTo>
                  <a:pt x="92" y="144"/>
                </a:moveTo>
                <a:cubicBezTo>
                  <a:pt x="85" y="144"/>
                  <a:pt x="80" y="149"/>
                  <a:pt x="80" y="156"/>
                </a:cubicBezTo>
                <a:cubicBezTo>
                  <a:pt x="80" y="163"/>
                  <a:pt x="85" y="168"/>
                  <a:pt x="92" y="168"/>
                </a:cubicBezTo>
                <a:cubicBezTo>
                  <a:pt x="99" y="168"/>
                  <a:pt x="104" y="163"/>
                  <a:pt x="104" y="156"/>
                </a:cubicBezTo>
                <a:cubicBezTo>
                  <a:pt x="104" y="149"/>
                  <a:pt x="99" y="144"/>
                  <a:pt x="92" y="144"/>
                </a:cubicBezTo>
                <a:close/>
                <a:moveTo>
                  <a:pt x="92" y="160"/>
                </a:moveTo>
                <a:cubicBezTo>
                  <a:pt x="90" y="160"/>
                  <a:pt x="88" y="158"/>
                  <a:pt x="88" y="156"/>
                </a:cubicBezTo>
                <a:cubicBezTo>
                  <a:pt x="88" y="154"/>
                  <a:pt x="90" y="152"/>
                  <a:pt x="92" y="152"/>
                </a:cubicBezTo>
                <a:cubicBezTo>
                  <a:pt x="94" y="152"/>
                  <a:pt x="96" y="154"/>
                  <a:pt x="96" y="156"/>
                </a:cubicBezTo>
                <a:cubicBezTo>
                  <a:pt x="96" y="158"/>
                  <a:pt x="94" y="160"/>
                  <a:pt x="92" y="160"/>
                </a:cubicBezTo>
                <a:close/>
                <a:moveTo>
                  <a:pt x="232" y="108"/>
                </a:moveTo>
                <a:cubicBezTo>
                  <a:pt x="92" y="108"/>
                  <a:pt x="92" y="108"/>
                  <a:pt x="92" y="108"/>
                </a:cubicBezTo>
                <a:cubicBezTo>
                  <a:pt x="66" y="108"/>
                  <a:pt x="44" y="130"/>
                  <a:pt x="44" y="156"/>
                </a:cubicBezTo>
                <a:cubicBezTo>
                  <a:pt x="44" y="182"/>
                  <a:pt x="66" y="204"/>
                  <a:pt x="92" y="204"/>
                </a:cubicBezTo>
                <a:cubicBezTo>
                  <a:pt x="98" y="204"/>
                  <a:pt x="103" y="203"/>
                  <a:pt x="108" y="201"/>
                </a:cubicBezTo>
                <a:cubicBezTo>
                  <a:pt x="108" y="201"/>
                  <a:pt x="108" y="201"/>
                  <a:pt x="108" y="201"/>
                </a:cubicBezTo>
                <a:cubicBezTo>
                  <a:pt x="236" y="156"/>
                  <a:pt x="236" y="156"/>
                  <a:pt x="236" y="156"/>
                </a:cubicBezTo>
                <a:cubicBezTo>
                  <a:pt x="248" y="154"/>
                  <a:pt x="256" y="144"/>
                  <a:pt x="256" y="132"/>
                </a:cubicBezTo>
                <a:cubicBezTo>
                  <a:pt x="256" y="119"/>
                  <a:pt x="245" y="108"/>
                  <a:pt x="232" y="108"/>
                </a:cubicBezTo>
                <a:close/>
                <a:moveTo>
                  <a:pt x="92" y="196"/>
                </a:moveTo>
                <a:cubicBezTo>
                  <a:pt x="70" y="196"/>
                  <a:pt x="52" y="178"/>
                  <a:pt x="52" y="156"/>
                </a:cubicBezTo>
                <a:cubicBezTo>
                  <a:pt x="52" y="134"/>
                  <a:pt x="70" y="116"/>
                  <a:pt x="92" y="116"/>
                </a:cubicBezTo>
                <a:cubicBezTo>
                  <a:pt x="114" y="116"/>
                  <a:pt x="132" y="134"/>
                  <a:pt x="132" y="156"/>
                </a:cubicBezTo>
                <a:cubicBezTo>
                  <a:pt x="132" y="178"/>
                  <a:pt x="114" y="196"/>
                  <a:pt x="92" y="196"/>
                </a:cubicBezTo>
                <a:close/>
                <a:moveTo>
                  <a:pt x="130" y="185"/>
                </a:moveTo>
                <a:cubicBezTo>
                  <a:pt x="136" y="177"/>
                  <a:pt x="140" y="167"/>
                  <a:pt x="140" y="156"/>
                </a:cubicBezTo>
                <a:cubicBezTo>
                  <a:pt x="140" y="139"/>
                  <a:pt x="131" y="125"/>
                  <a:pt x="118" y="116"/>
                </a:cubicBezTo>
                <a:cubicBezTo>
                  <a:pt x="214" y="116"/>
                  <a:pt x="214" y="116"/>
                  <a:pt x="214" y="116"/>
                </a:cubicBezTo>
                <a:cubicBezTo>
                  <a:pt x="210" y="120"/>
                  <a:pt x="208" y="126"/>
                  <a:pt x="208" y="132"/>
                </a:cubicBezTo>
                <a:cubicBezTo>
                  <a:pt x="208" y="141"/>
                  <a:pt x="213" y="149"/>
                  <a:pt x="220" y="153"/>
                </a:cubicBezTo>
                <a:lnTo>
                  <a:pt x="130" y="185"/>
                </a:lnTo>
                <a:close/>
                <a:moveTo>
                  <a:pt x="232" y="148"/>
                </a:moveTo>
                <a:cubicBezTo>
                  <a:pt x="223" y="148"/>
                  <a:pt x="216" y="141"/>
                  <a:pt x="216" y="132"/>
                </a:cubicBezTo>
                <a:cubicBezTo>
                  <a:pt x="216" y="123"/>
                  <a:pt x="223" y="116"/>
                  <a:pt x="232" y="116"/>
                </a:cubicBezTo>
                <a:cubicBezTo>
                  <a:pt x="241" y="116"/>
                  <a:pt x="248" y="123"/>
                  <a:pt x="248" y="132"/>
                </a:cubicBezTo>
                <a:cubicBezTo>
                  <a:pt x="248" y="141"/>
                  <a:pt x="241" y="148"/>
                  <a:pt x="232" y="148"/>
                </a:cubicBezTo>
                <a:close/>
                <a:moveTo>
                  <a:pt x="248" y="180"/>
                </a:moveTo>
                <a:cubicBezTo>
                  <a:pt x="216" y="180"/>
                  <a:pt x="216" y="180"/>
                  <a:pt x="216" y="180"/>
                </a:cubicBezTo>
                <a:cubicBezTo>
                  <a:pt x="214" y="180"/>
                  <a:pt x="212" y="182"/>
                  <a:pt x="212" y="184"/>
                </a:cubicBezTo>
                <a:cubicBezTo>
                  <a:pt x="212" y="186"/>
                  <a:pt x="214" y="188"/>
                  <a:pt x="216" y="188"/>
                </a:cubicBezTo>
                <a:cubicBezTo>
                  <a:pt x="248" y="188"/>
                  <a:pt x="248" y="188"/>
                  <a:pt x="248" y="188"/>
                </a:cubicBezTo>
                <a:cubicBezTo>
                  <a:pt x="250" y="188"/>
                  <a:pt x="252" y="186"/>
                  <a:pt x="252" y="184"/>
                </a:cubicBezTo>
                <a:cubicBezTo>
                  <a:pt x="252" y="182"/>
                  <a:pt x="250" y="180"/>
                  <a:pt x="248" y="180"/>
                </a:cubicBezTo>
                <a:close/>
                <a:moveTo>
                  <a:pt x="248" y="204"/>
                </a:moveTo>
                <a:cubicBezTo>
                  <a:pt x="216" y="204"/>
                  <a:pt x="216" y="204"/>
                  <a:pt x="216" y="204"/>
                </a:cubicBezTo>
                <a:cubicBezTo>
                  <a:pt x="214" y="204"/>
                  <a:pt x="212" y="206"/>
                  <a:pt x="212" y="208"/>
                </a:cubicBezTo>
                <a:cubicBezTo>
                  <a:pt x="212" y="210"/>
                  <a:pt x="214" y="212"/>
                  <a:pt x="216" y="212"/>
                </a:cubicBezTo>
                <a:cubicBezTo>
                  <a:pt x="248" y="212"/>
                  <a:pt x="248" y="212"/>
                  <a:pt x="248" y="212"/>
                </a:cubicBezTo>
                <a:cubicBezTo>
                  <a:pt x="250" y="212"/>
                  <a:pt x="252" y="210"/>
                  <a:pt x="252" y="208"/>
                </a:cubicBezTo>
                <a:cubicBezTo>
                  <a:pt x="252" y="206"/>
                  <a:pt x="250" y="204"/>
                  <a:pt x="248" y="204"/>
                </a:cubicBezTo>
                <a:close/>
                <a:moveTo>
                  <a:pt x="248" y="228"/>
                </a:moveTo>
                <a:cubicBezTo>
                  <a:pt x="216" y="228"/>
                  <a:pt x="216" y="228"/>
                  <a:pt x="216" y="228"/>
                </a:cubicBezTo>
                <a:cubicBezTo>
                  <a:pt x="214" y="228"/>
                  <a:pt x="212" y="230"/>
                  <a:pt x="212" y="232"/>
                </a:cubicBezTo>
                <a:cubicBezTo>
                  <a:pt x="212" y="234"/>
                  <a:pt x="214" y="236"/>
                  <a:pt x="216" y="236"/>
                </a:cubicBezTo>
                <a:cubicBezTo>
                  <a:pt x="248" y="236"/>
                  <a:pt x="248" y="236"/>
                  <a:pt x="248" y="236"/>
                </a:cubicBezTo>
                <a:cubicBezTo>
                  <a:pt x="250" y="236"/>
                  <a:pt x="252" y="234"/>
                  <a:pt x="252" y="232"/>
                </a:cubicBezTo>
                <a:cubicBezTo>
                  <a:pt x="252" y="230"/>
                  <a:pt x="250" y="228"/>
                  <a:pt x="248" y="228"/>
                </a:cubicBezTo>
                <a:close/>
                <a:moveTo>
                  <a:pt x="216" y="0"/>
                </a:moveTo>
                <a:cubicBezTo>
                  <a:pt x="12" y="0"/>
                  <a:pt x="12" y="0"/>
                  <a:pt x="12" y="0"/>
                </a:cubicBezTo>
                <a:cubicBezTo>
                  <a:pt x="10" y="0"/>
                  <a:pt x="8" y="2"/>
                  <a:pt x="8" y="4"/>
                </a:cubicBezTo>
                <a:cubicBezTo>
                  <a:pt x="8" y="76"/>
                  <a:pt x="8" y="76"/>
                  <a:pt x="8" y="76"/>
                </a:cubicBezTo>
                <a:cubicBezTo>
                  <a:pt x="8" y="78"/>
                  <a:pt x="10" y="80"/>
                  <a:pt x="12" y="80"/>
                </a:cubicBezTo>
                <a:cubicBezTo>
                  <a:pt x="14" y="80"/>
                  <a:pt x="16" y="78"/>
                  <a:pt x="16" y="76"/>
                </a:cubicBezTo>
                <a:cubicBezTo>
                  <a:pt x="16" y="8"/>
                  <a:pt x="16" y="8"/>
                  <a:pt x="16" y="8"/>
                </a:cubicBezTo>
                <a:cubicBezTo>
                  <a:pt x="216" y="8"/>
                  <a:pt x="216" y="8"/>
                  <a:pt x="216" y="8"/>
                </a:cubicBezTo>
                <a:cubicBezTo>
                  <a:pt x="234" y="8"/>
                  <a:pt x="248" y="22"/>
                  <a:pt x="248" y="40"/>
                </a:cubicBezTo>
                <a:cubicBezTo>
                  <a:pt x="248" y="92"/>
                  <a:pt x="248" y="92"/>
                  <a:pt x="248" y="92"/>
                </a:cubicBezTo>
                <a:cubicBezTo>
                  <a:pt x="248" y="94"/>
                  <a:pt x="250" y="96"/>
                  <a:pt x="252" y="96"/>
                </a:cubicBezTo>
                <a:cubicBezTo>
                  <a:pt x="254" y="96"/>
                  <a:pt x="256" y="94"/>
                  <a:pt x="256" y="92"/>
                </a:cubicBezTo>
                <a:cubicBezTo>
                  <a:pt x="256" y="40"/>
                  <a:pt x="256" y="40"/>
                  <a:pt x="256" y="40"/>
                </a:cubicBezTo>
                <a:cubicBezTo>
                  <a:pt x="256" y="18"/>
                  <a:pt x="238" y="0"/>
                  <a:pt x="216" y="0"/>
                </a:cubicBezTo>
                <a:close/>
                <a:moveTo>
                  <a:pt x="154" y="40"/>
                </a:moveTo>
                <a:cubicBezTo>
                  <a:pt x="177" y="70"/>
                  <a:pt x="177" y="70"/>
                  <a:pt x="177" y="70"/>
                </a:cubicBezTo>
                <a:cubicBezTo>
                  <a:pt x="178" y="71"/>
                  <a:pt x="179" y="72"/>
                  <a:pt x="180" y="72"/>
                </a:cubicBezTo>
                <a:cubicBezTo>
                  <a:pt x="212" y="72"/>
                  <a:pt x="212" y="72"/>
                  <a:pt x="212" y="72"/>
                </a:cubicBezTo>
                <a:cubicBezTo>
                  <a:pt x="214" y="72"/>
                  <a:pt x="216" y="70"/>
                  <a:pt x="216" y="68"/>
                </a:cubicBezTo>
                <a:cubicBezTo>
                  <a:pt x="216" y="66"/>
                  <a:pt x="214" y="64"/>
                  <a:pt x="212" y="64"/>
                </a:cubicBezTo>
                <a:cubicBezTo>
                  <a:pt x="182" y="64"/>
                  <a:pt x="182" y="64"/>
                  <a:pt x="182" y="64"/>
                </a:cubicBezTo>
                <a:cubicBezTo>
                  <a:pt x="159" y="34"/>
                  <a:pt x="159" y="34"/>
                  <a:pt x="159" y="34"/>
                </a:cubicBezTo>
                <a:cubicBezTo>
                  <a:pt x="158" y="33"/>
                  <a:pt x="157" y="32"/>
                  <a:pt x="156" y="32"/>
                </a:cubicBezTo>
                <a:cubicBezTo>
                  <a:pt x="44" y="32"/>
                  <a:pt x="44" y="32"/>
                  <a:pt x="44" y="32"/>
                </a:cubicBezTo>
                <a:cubicBezTo>
                  <a:pt x="42" y="32"/>
                  <a:pt x="40" y="34"/>
                  <a:pt x="40" y="36"/>
                </a:cubicBezTo>
                <a:cubicBezTo>
                  <a:pt x="40" y="38"/>
                  <a:pt x="42" y="40"/>
                  <a:pt x="44" y="40"/>
                </a:cubicBezTo>
                <a:lnTo>
                  <a:pt x="154" y="4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62" name="Freeform 164">
            <a:extLst>
              <a:ext uri="{FF2B5EF4-FFF2-40B4-BE49-F238E27FC236}">
                <a16:creationId xmlns:a16="http://schemas.microsoft.com/office/drawing/2014/main" id="{3CF3C450-0F70-486F-8E74-44CBD9958342}"/>
              </a:ext>
            </a:extLst>
          </p:cNvPr>
          <p:cNvSpPr>
            <a:spLocks noChangeAspect="1" noEditPoints="1"/>
          </p:cNvSpPr>
          <p:nvPr/>
        </p:nvSpPr>
        <p:spPr bwMode="auto">
          <a:xfrm>
            <a:off x="1544703" y="4362450"/>
            <a:ext cx="392112" cy="400050"/>
          </a:xfrm>
          <a:custGeom>
            <a:avLst/>
            <a:gdLst>
              <a:gd name="T0" fmla="*/ 205 w 252"/>
              <a:gd name="T1" fmla="*/ 22 h 256"/>
              <a:gd name="T2" fmla="*/ 207 w 252"/>
              <a:gd name="T3" fmla="*/ 25 h 256"/>
              <a:gd name="T4" fmla="*/ 214 w 252"/>
              <a:gd name="T5" fmla="*/ 22 h 256"/>
              <a:gd name="T6" fmla="*/ 213 w 252"/>
              <a:gd name="T7" fmla="*/ 18 h 256"/>
              <a:gd name="T8" fmla="*/ 192 w 252"/>
              <a:gd name="T9" fmla="*/ 0 h 256"/>
              <a:gd name="T10" fmla="*/ 0 w 252"/>
              <a:gd name="T11" fmla="*/ 0 h 256"/>
              <a:gd name="T12" fmla="*/ 0 w 252"/>
              <a:gd name="T13" fmla="*/ 8 h 256"/>
              <a:gd name="T14" fmla="*/ 192 w 252"/>
              <a:gd name="T15" fmla="*/ 8 h 256"/>
              <a:gd name="T16" fmla="*/ 205 w 252"/>
              <a:gd name="T17" fmla="*/ 22 h 256"/>
              <a:gd name="T18" fmla="*/ 214 w 252"/>
              <a:gd name="T19" fmla="*/ 36 h 256"/>
              <a:gd name="T20" fmla="*/ 0 w 252"/>
              <a:gd name="T21" fmla="*/ 36 h 256"/>
              <a:gd name="T22" fmla="*/ 0 w 252"/>
              <a:gd name="T23" fmla="*/ 44 h 256"/>
              <a:gd name="T24" fmla="*/ 214 w 252"/>
              <a:gd name="T25" fmla="*/ 44 h 256"/>
              <a:gd name="T26" fmla="*/ 244 w 252"/>
              <a:gd name="T27" fmla="*/ 146 h 256"/>
              <a:gd name="T28" fmla="*/ 214 w 252"/>
              <a:gd name="T29" fmla="*/ 248 h 256"/>
              <a:gd name="T30" fmla="*/ 0 w 252"/>
              <a:gd name="T31" fmla="*/ 248 h 256"/>
              <a:gd name="T32" fmla="*/ 0 w 252"/>
              <a:gd name="T33" fmla="*/ 256 h 256"/>
              <a:gd name="T34" fmla="*/ 214 w 252"/>
              <a:gd name="T35" fmla="*/ 256 h 256"/>
              <a:gd name="T36" fmla="*/ 252 w 252"/>
              <a:gd name="T37" fmla="*/ 146 h 256"/>
              <a:gd name="T38" fmla="*/ 214 w 252"/>
              <a:gd name="T39" fmla="*/ 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2" h="256">
                <a:moveTo>
                  <a:pt x="205" y="22"/>
                </a:moveTo>
                <a:cubicBezTo>
                  <a:pt x="207" y="25"/>
                  <a:pt x="207" y="25"/>
                  <a:pt x="207" y="25"/>
                </a:cubicBezTo>
                <a:cubicBezTo>
                  <a:pt x="214" y="22"/>
                  <a:pt x="214" y="22"/>
                  <a:pt x="214" y="22"/>
                </a:cubicBezTo>
                <a:cubicBezTo>
                  <a:pt x="213" y="18"/>
                  <a:pt x="213" y="18"/>
                  <a:pt x="213" y="18"/>
                </a:cubicBezTo>
                <a:cubicBezTo>
                  <a:pt x="207" y="6"/>
                  <a:pt x="200" y="0"/>
                  <a:pt x="192" y="0"/>
                </a:cubicBezTo>
                <a:cubicBezTo>
                  <a:pt x="0" y="0"/>
                  <a:pt x="0" y="0"/>
                  <a:pt x="0" y="0"/>
                </a:cubicBezTo>
                <a:cubicBezTo>
                  <a:pt x="0" y="8"/>
                  <a:pt x="0" y="8"/>
                  <a:pt x="0" y="8"/>
                </a:cubicBezTo>
                <a:cubicBezTo>
                  <a:pt x="192" y="8"/>
                  <a:pt x="192" y="8"/>
                  <a:pt x="192" y="8"/>
                </a:cubicBezTo>
                <a:cubicBezTo>
                  <a:pt x="196" y="8"/>
                  <a:pt x="201" y="13"/>
                  <a:pt x="205" y="22"/>
                </a:cubicBezTo>
                <a:close/>
                <a:moveTo>
                  <a:pt x="214" y="36"/>
                </a:moveTo>
                <a:cubicBezTo>
                  <a:pt x="0" y="36"/>
                  <a:pt x="0" y="36"/>
                  <a:pt x="0" y="36"/>
                </a:cubicBezTo>
                <a:cubicBezTo>
                  <a:pt x="0" y="44"/>
                  <a:pt x="0" y="44"/>
                  <a:pt x="0" y="44"/>
                </a:cubicBezTo>
                <a:cubicBezTo>
                  <a:pt x="214" y="44"/>
                  <a:pt x="214" y="44"/>
                  <a:pt x="214" y="44"/>
                </a:cubicBezTo>
                <a:cubicBezTo>
                  <a:pt x="228" y="44"/>
                  <a:pt x="244" y="86"/>
                  <a:pt x="244" y="146"/>
                </a:cubicBezTo>
                <a:cubicBezTo>
                  <a:pt x="244" y="206"/>
                  <a:pt x="228" y="248"/>
                  <a:pt x="214" y="248"/>
                </a:cubicBezTo>
                <a:cubicBezTo>
                  <a:pt x="0" y="248"/>
                  <a:pt x="0" y="248"/>
                  <a:pt x="0" y="248"/>
                </a:cubicBezTo>
                <a:cubicBezTo>
                  <a:pt x="0" y="256"/>
                  <a:pt x="0" y="256"/>
                  <a:pt x="0" y="256"/>
                </a:cubicBezTo>
                <a:cubicBezTo>
                  <a:pt x="214" y="256"/>
                  <a:pt x="214" y="256"/>
                  <a:pt x="214" y="256"/>
                </a:cubicBezTo>
                <a:cubicBezTo>
                  <a:pt x="239" y="256"/>
                  <a:pt x="252" y="199"/>
                  <a:pt x="252" y="146"/>
                </a:cubicBezTo>
                <a:cubicBezTo>
                  <a:pt x="252" y="93"/>
                  <a:pt x="239" y="36"/>
                  <a:pt x="214" y="3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65" name="Freeform 168">
            <a:extLst>
              <a:ext uri="{FF2B5EF4-FFF2-40B4-BE49-F238E27FC236}">
                <a16:creationId xmlns:a16="http://schemas.microsoft.com/office/drawing/2014/main" id="{C61A03FF-C3A2-4B41-A5D3-F8D7E30F8D15}"/>
              </a:ext>
            </a:extLst>
          </p:cNvPr>
          <p:cNvSpPr>
            <a:spLocks noChangeAspect="1" noEditPoints="1"/>
          </p:cNvSpPr>
          <p:nvPr/>
        </p:nvSpPr>
        <p:spPr bwMode="auto">
          <a:xfrm>
            <a:off x="2508380" y="4362450"/>
            <a:ext cx="400050" cy="400050"/>
          </a:xfrm>
          <a:custGeom>
            <a:avLst/>
            <a:gdLst>
              <a:gd name="T0" fmla="*/ 80 w 256"/>
              <a:gd name="T1" fmla="*/ 128 h 256"/>
              <a:gd name="T2" fmla="*/ 80 w 256"/>
              <a:gd name="T3" fmla="*/ 136 h 256"/>
              <a:gd name="T4" fmla="*/ 136 w 256"/>
              <a:gd name="T5" fmla="*/ 132 h 256"/>
              <a:gd name="T6" fmla="*/ 132 w 256"/>
              <a:gd name="T7" fmla="*/ 144 h 256"/>
              <a:gd name="T8" fmla="*/ 76 w 256"/>
              <a:gd name="T9" fmla="*/ 148 h 256"/>
              <a:gd name="T10" fmla="*/ 132 w 256"/>
              <a:gd name="T11" fmla="*/ 152 h 256"/>
              <a:gd name="T12" fmla="*/ 132 w 256"/>
              <a:gd name="T13" fmla="*/ 144 h 256"/>
              <a:gd name="T14" fmla="*/ 174 w 256"/>
              <a:gd name="T15" fmla="*/ 148 h 256"/>
              <a:gd name="T16" fmla="*/ 174 w 256"/>
              <a:gd name="T17" fmla="*/ 140 h 256"/>
              <a:gd name="T18" fmla="*/ 165 w 256"/>
              <a:gd name="T19" fmla="*/ 150 h 256"/>
              <a:gd name="T20" fmla="*/ 88 w 256"/>
              <a:gd name="T21" fmla="*/ 160 h 256"/>
              <a:gd name="T22" fmla="*/ 88 w 256"/>
              <a:gd name="T23" fmla="*/ 168 h 256"/>
              <a:gd name="T24" fmla="*/ 170 w 256"/>
              <a:gd name="T25" fmla="*/ 156 h 256"/>
              <a:gd name="T26" fmla="*/ 256 w 256"/>
              <a:gd name="T27" fmla="*/ 152 h 256"/>
              <a:gd name="T28" fmla="*/ 252 w 256"/>
              <a:gd name="T29" fmla="*/ 184 h 256"/>
              <a:gd name="T30" fmla="*/ 76 w 256"/>
              <a:gd name="T31" fmla="*/ 188 h 256"/>
              <a:gd name="T32" fmla="*/ 176 w 256"/>
              <a:gd name="T33" fmla="*/ 220 h 256"/>
              <a:gd name="T34" fmla="*/ 188 w 256"/>
              <a:gd name="T35" fmla="*/ 212 h 256"/>
              <a:gd name="T36" fmla="*/ 214 w 256"/>
              <a:gd name="T37" fmla="*/ 212 h 256"/>
              <a:gd name="T38" fmla="*/ 8 w 256"/>
              <a:gd name="T39" fmla="*/ 128 h 256"/>
              <a:gd name="T40" fmla="*/ 248 w 256"/>
              <a:gd name="T41" fmla="*/ 124 h 256"/>
              <a:gd name="T42" fmla="*/ 148 w 256"/>
              <a:gd name="T43" fmla="*/ 112 h 256"/>
              <a:gd name="T44" fmla="*/ 84 w 256"/>
              <a:gd name="T45" fmla="*/ 116 h 256"/>
              <a:gd name="T46" fmla="*/ 148 w 256"/>
              <a:gd name="T47" fmla="*/ 120 h 256"/>
              <a:gd name="T48" fmla="*/ 168 w 256"/>
              <a:gd name="T49" fmla="*/ 132 h 256"/>
              <a:gd name="T50" fmla="*/ 256 w 256"/>
              <a:gd name="T51" fmla="*/ 128 h 256"/>
              <a:gd name="T52" fmla="*/ 0 w 256"/>
              <a:gd name="T53" fmla="*/ 128 h 256"/>
              <a:gd name="T54" fmla="*/ 226 w 256"/>
              <a:gd name="T55" fmla="*/ 211 h 256"/>
              <a:gd name="T56" fmla="*/ 223 w 256"/>
              <a:gd name="T57" fmla="*/ 204 h 256"/>
              <a:gd name="T58" fmla="*/ 195 w 256"/>
              <a:gd name="T59" fmla="*/ 202 h 256"/>
              <a:gd name="T60" fmla="*/ 175 w 256"/>
              <a:gd name="T61" fmla="*/ 212 h 256"/>
              <a:gd name="T62" fmla="*/ 84 w 256"/>
              <a:gd name="T63" fmla="*/ 192 h 256"/>
              <a:gd name="T64" fmla="*/ 256 w 256"/>
              <a:gd name="T65" fmla="*/ 188 h 256"/>
              <a:gd name="T66" fmla="*/ 128 w 256"/>
              <a:gd name="T67" fmla="*/ 46 h 256"/>
              <a:gd name="T68" fmla="*/ 209 w 256"/>
              <a:gd name="T69" fmla="*/ 100 h 256"/>
              <a:gd name="T70" fmla="*/ 128 w 256"/>
              <a:gd name="T71" fmla="*/ 38 h 256"/>
              <a:gd name="T72" fmla="*/ 46 w 256"/>
              <a:gd name="T73" fmla="*/ 166 h 256"/>
              <a:gd name="T74" fmla="*/ 52 w 256"/>
              <a:gd name="T75" fmla="*/ 168 h 256"/>
              <a:gd name="T76" fmla="*/ 46 w 256"/>
              <a:gd name="T77" fmla="*/ 1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6" h="256">
                <a:moveTo>
                  <a:pt x="132" y="128"/>
                </a:moveTo>
                <a:cubicBezTo>
                  <a:pt x="80" y="128"/>
                  <a:pt x="80" y="128"/>
                  <a:pt x="80" y="128"/>
                </a:cubicBezTo>
                <a:cubicBezTo>
                  <a:pt x="78" y="128"/>
                  <a:pt x="76" y="130"/>
                  <a:pt x="76" y="132"/>
                </a:cubicBezTo>
                <a:cubicBezTo>
                  <a:pt x="76" y="134"/>
                  <a:pt x="78" y="136"/>
                  <a:pt x="80" y="136"/>
                </a:cubicBezTo>
                <a:cubicBezTo>
                  <a:pt x="132" y="136"/>
                  <a:pt x="132" y="136"/>
                  <a:pt x="132" y="136"/>
                </a:cubicBezTo>
                <a:cubicBezTo>
                  <a:pt x="134" y="136"/>
                  <a:pt x="136" y="134"/>
                  <a:pt x="136" y="132"/>
                </a:cubicBezTo>
                <a:cubicBezTo>
                  <a:pt x="136" y="130"/>
                  <a:pt x="134" y="128"/>
                  <a:pt x="132" y="128"/>
                </a:cubicBezTo>
                <a:close/>
                <a:moveTo>
                  <a:pt x="132" y="144"/>
                </a:moveTo>
                <a:cubicBezTo>
                  <a:pt x="80" y="144"/>
                  <a:pt x="80" y="144"/>
                  <a:pt x="80" y="144"/>
                </a:cubicBezTo>
                <a:cubicBezTo>
                  <a:pt x="78" y="144"/>
                  <a:pt x="76" y="146"/>
                  <a:pt x="76" y="148"/>
                </a:cubicBezTo>
                <a:cubicBezTo>
                  <a:pt x="76" y="150"/>
                  <a:pt x="78" y="152"/>
                  <a:pt x="80" y="152"/>
                </a:cubicBezTo>
                <a:cubicBezTo>
                  <a:pt x="132" y="152"/>
                  <a:pt x="132" y="152"/>
                  <a:pt x="132" y="152"/>
                </a:cubicBezTo>
                <a:cubicBezTo>
                  <a:pt x="134" y="152"/>
                  <a:pt x="136" y="150"/>
                  <a:pt x="136" y="148"/>
                </a:cubicBezTo>
                <a:cubicBezTo>
                  <a:pt x="136" y="146"/>
                  <a:pt x="134" y="144"/>
                  <a:pt x="132" y="144"/>
                </a:cubicBezTo>
                <a:close/>
                <a:moveTo>
                  <a:pt x="252" y="148"/>
                </a:moveTo>
                <a:cubicBezTo>
                  <a:pt x="174" y="148"/>
                  <a:pt x="174" y="148"/>
                  <a:pt x="174" y="148"/>
                </a:cubicBezTo>
                <a:cubicBezTo>
                  <a:pt x="176" y="146"/>
                  <a:pt x="176" y="146"/>
                  <a:pt x="176" y="146"/>
                </a:cubicBezTo>
                <a:cubicBezTo>
                  <a:pt x="177" y="144"/>
                  <a:pt x="176" y="141"/>
                  <a:pt x="174" y="140"/>
                </a:cubicBezTo>
                <a:cubicBezTo>
                  <a:pt x="172" y="139"/>
                  <a:pt x="169" y="140"/>
                  <a:pt x="168" y="142"/>
                </a:cubicBezTo>
                <a:cubicBezTo>
                  <a:pt x="165" y="150"/>
                  <a:pt x="165" y="150"/>
                  <a:pt x="165" y="150"/>
                </a:cubicBezTo>
                <a:cubicBezTo>
                  <a:pt x="161" y="156"/>
                  <a:pt x="155" y="160"/>
                  <a:pt x="148" y="160"/>
                </a:cubicBezTo>
                <a:cubicBezTo>
                  <a:pt x="88" y="160"/>
                  <a:pt x="88" y="160"/>
                  <a:pt x="88" y="160"/>
                </a:cubicBezTo>
                <a:cubicBezTo>
                  <a:pt x="86" y="160"/>
                  <a:pt x="84" y="162"/>
                  <a:pt x="84" y="164"/>
                </a:cubicBezTo>
                <a:cubicBezTo>
                  <a:pt x="84" y="166"/>
                  <a:pt x="86" y="168"/>
                  <a:pt x="88" y="168"/>
                </a:cubicBezTo>
                <a:cubicBezTo>
                  <a:pt x="148" y="168"/>
                  <a:pt x="148" y="168"/>
                  <a:pt x="148" y="168"/>
                </a:cubicBezTo>
                <a:cubicBezTo>
                  <a:pt x="157" y="168"/>
                  <a:pt x="165" y="164"/>
                  <a:pt x="170" y="156"/>
                </a:cubicBezTo>
                <a:cubicBezTo>
                  <a:pt x="252" y="156"/>
                  <a:pt x="252" y="156"/>
                  <a:pt x="252" y="156"/>
                </a:cubicBezTo>
                <a:cubicBezTo>
                  <a:pt x="254" y="156"/>
                  <a:pt x="256" y="154"/>
                  <a:pt x="256" y="152"/>
                </a:cubicBezTo>
                <a:cubicBezTo>
                  <a:pt x="256" y="150"/>
                  <a:pt x="254" y="148"/>
                  <a:pt x="252" y="148"/>
                </a:cubicBezTo>
                <a:close/>
                <a:moveTo>
                  <a:pt x="252" y="184"/>
                </a:moveTo>
                <a:cubicBezTo>
                  <a:pt x="80" y="184"/>
                  <a:pt x="80" y="184"/>
                  <a:pt x="80" y="184"/>
                </a:cubicBezTo>
                <a:cubicBezTo>
                  <a:pt x="78" y="184"/>
                  <a:pt x="76" y="186"/>
                  <a:pt x="76" y="188"/>
                </a:cubicBezTo>
                <a:cubicBezTo>
                  <a:pt x="76" y="208"/>
                  <a:pt x="94" y="220"/>
                  <a:pt x="124" y="220"/>
                </a:cubicBezTo>
                <a:cubicBezTo>
                  <a:pt x="176" y="220"/>
                  <a:pt x="176" y="220"/>
                  <a:pt x="176" y="220"/>
                </a:cubicBezTo>
                <a:cubicBezTo>
                  <a:pt x="177" y="220"/>
                  <a:pt x="178" y="220"/>
                  <a:pt x="178" y="219"/>
                </a:cubicBezTo>
                <a:cubicBezTo>
                  <a:pt x="188" y="212"/>
                  <a:pt x="188" y="212"/>
                  <a:pt x="188" y="212"/>
                </a:cubicBezTo>
                <a:cubicBezTo>
                  <a:pt x="188" y="212"/>
                  <a:pt x="188" y="212"/>
                  <a:pt x="188" y="212"/>
                </a:cubicBezTo>
                <a:cubicBezTo>
                  <a:pt x="214" y="212"/>
                  <a:pt x="214" y="212"/>
                  <a:pt x="214" y="212"/>
                </a:cubicBezTo>
                <a:cubicBezTo>
                  <a:pt x="191" y="235"/>
                  <a:pt x="160" y="248"/>
                  <a:pt x="128" y="248"/>
                </a:cubicBezTo>
                <a:cubicBezTo>
                  <a:pt x="62" y="248"/>
                  <a:pt x="8" y="194"/>
                  <a:pt x="8" y="128"/>
                </a:cubicBezTo>
                <a:cubicBezTo>
                  <a:pt x="8" y="62"/>
                  <a:pt x="62" y="8"/>
                  <a:pt x="128" y="8"/>
                </a:cubicBezTo>
                <a:cubicBezTo>
                  <a:pt x="193" y="8"/>
                  <a:pt x="246" y="60"/>
                  <a:pt x="248" y="124"/>
                </a:cubicBezTo>
                <a:cubicBezTo>
                  <a:pt x="170" y="124"/>
                  <a:pt x="170" y="124"/>
                  <a:pt x="170" y="124"/>
                </a:cubicBezTo>
                <a:cubicBezTo>
                  <a:pt x="165" y="116"/>
                  <a:pt x="157" y="112"/>
                  <a:pt x="148" y="112"/>
                </a:cubicBezTo>
                <a:cubicBezTo>
                  <a:pt x="88" y="112"/>
                  <a:pt x="88" y="112"/>
                  <a:pt x="88" y="112"/>
                </a:cubicBezTo>
                <a:cubicBezTo>
                  <a:pt x="86" y="112"/>
                  <a:pt x="84" y="114"/>
                  <a:pt x="84" y="116"/>
                </a:cubicBezTo>
                <a:cubicBezTo>
                  <a:pt x="84" y="118"/>
                  <a:pt x="86" y="120"/>
                  <a:pt x="88" y="120"/>
                </a:cubicBezTo>
                <a:cubicBezTo>
                  <a:pt x="148" y="120"/>
                  <a:pt x="148" y="120"/>
                  <a:pt x="148" y="120"/>
                </a:cubicBezTo>
                <a:cubicBezTo>
                  <a:pt x="155" y="120"/>
                  <a:pt x="161" y="124"/>
                  <a:pt x="165" y="130"/>
                </a:cubicBezTo>
                <a:cubicBezTo>
                  <a:pt x="165" y="131"/>
                  <a:pt x="167" y="132"/>
                  <a:pt x="168" y="132"/>
                </a:cubicBezTo>
                <a:cubicBezTo>
                  <a:pt x="252" y="132"/>
                  <a:pt x="252" y="132"/>
                  <a:pt x="252" y="132"/>
                </a:cubicBezTo>
                <a:cubicBezTo>
                  <a:pt x="254" y="132"/>
                  <a:pt x="256" y="130"/>
                  <a:pt x="256" y="128"/>
                </a:cubicBezTo>
                <a:cubicBezTo>
                  <a:pt x="256" y="57"/>
                  <a:pt x="199" y="0"/>
                  <a:pt x="128" y="0"/>
                </a:cubicBezTo>
                <a:cubicBezTo>
                  <a:pt x="57" y="0"/>
                  <a:pt x="0" y="57"/>
                  <a:pt x="0" y="128"/>
                </a:cubicBezTo>
                <a:cubicBezTo>
                  <a:pt x="0" y="199"/>
                  <a:pt x="57" y="256"/>
                  <a:pt x="128" y="256"/>
                </a:cubicBezTo>
                <a:cubicBezTo>
                  <a:pt x="166" y="256"/>
                  <a:pt x="201" y="239"/>
                  <a:pt x="226" y="211"/>
                </a:cubicBezTo>
                <a:cubicBezTo>
                  <a:pt x="227" y="209"/>
                  <a:pt x="227" y="208"/>
                  <a:pt x="226" y="206"/>
                </a:cubicBezTo>
                <a:cubicBezTo>
                  <a:pt x="226" y="205"/>
                  <a:pt x="224" y="204"/>
                  <a:pt x="223" y="204"/>
                </a:cubicBezTo>
                <a:cubicBezTo>
                  <a:pt x="196" y="204"/>
                  <a:pt x="196" y="204"/>
                  <a:pt x="196" y="204"/>
                </a:cubicBezTo>
                <a:cubicBezTo>
                  <a:pt x="196" y="203"/>
                  <a:pt x="196" y="202"/>
                  <a:pt x="195" y="202"/>
                </a:cubicBezTo>
                <a:cubicBezTo>
                  <a:pt x="194" y="200"/>
                  <a:pt x="191" y="199"/>
                  <a:pt x="190" y="201"/>
                </a:cubicBezTo>
                <a:cubicBezTo>
                  <a:pt x="175" y="212"/>
                  <a:pt x="175" y="212"/>
                  <a:pt x="175" y="212"/>
                </a:cubicBezTo>
                <a:cubicBezTo>
                  <a:pt x="124" y="212"/>
                  <a:pt x="124" y="212"/>
                  <a:pt x="124" y="212"/>
                </a:cubicBezTo>
                <a:cubicBezTo>
                  <a:pt x="113" y="212"/>
                  <a:pt x="88" y="210"/>
                  <a:pt x="84" y="192"/>
                </a:cubicBezTo>
                <a:cubicBezTo>
                  <a:pt x="252" y="192"/>
                  <a:pt x="252" y="192"/>
                  <a:pt x="252" y="192"/>
                </a:cubicBezTo>
                <a:cubicBezTo>
                  <a:pt x="254" y="192"/>
                  <a:pt x="256" y="190"/>
                  <a:pt x="256" y="188"/>
                </a:cubicBezTo>
                <a:cubicBezTo>
                  <a:pt x="256" y="186"/>
                  <a:pt x="254" y="184"/>
                  <a:pt x="252" y="184"/>
                </a:cubicBezTo>
                <a:close/>
                <a:moveTo>
                  <a:pt x="128" y="46"/>
                </a:moveTo>
                <a:cubicBezTo>
                  <a:pt x="162" y="46"/>
                  <a:pt x="192" y="66"/>
                  <a:pt x="204" y="97"/>
                </a:cubicBezTo>
                <a:cubicBezTo>
                  <a:pt x="205" y="100"/>
                  <a:pt x="207" y="101"/>
                  <a:pt x="209" y="100"/>
                </a:cubicBezTo>
                <a:cubicBezTo>
                  <a:pt x="211" y="99"/>
                  <a:pt x="212" y="97"/>
                  <a:pt x="212" y="95"/>
                </a:cubicBezTo>
                <a:cubicBezTo>
                  <a:pt x="198" y="60"/>
                  <a:pt x="165" y="38"/>
                  <a:pt x="128" y="38"/>
                </a:cubicBezTo>
                <a:cubicBezTo>
                  <a:pt x="78" y="38"/>
                  <a:pt x="38" y="78"/>
                  <a:pt x="38" y="128"/>
                </a:cubicBezTo>
                <a:cubicBezTo>
                  <a:pt x="38" y="141"/>
                  <a:pt x="41" y="154"/>
                  <a:pt x="46" y="166"/>
                </a:cubicBezTo>
                <a:cubicBezTo>
                  <a:pt x="47" y="167"/>
                  <a:pt x="48" y="168"/>
                  <a:pt x="50" y="168"/>
                </a:cubicBezTo>
                <a:cubicBezTo>
                  <a:pt x="50" y="168"/>
                  <a:pt x="51" y="168"/>
                  <a:pt x="52" y="168"/>
                </a:cubicBezTo>
                <a:cubicBezTo>
                  <a:pt x="54" y="167"/>
                  <a:pt x="54" y="164"/>
                  <a:pt x="54" y="162"/>
                </a:cubicBezTo>
                <a:cubicBezTo>
                  <a:pt x="49" y="152"/>
                  <a:pt x="46" y="140"/>
                  <a:pt x="46" y="128"/>
                </a:cubicBezTo>
                <a:cubicBezTo>
                  <a:pt x="46" y="83"/>
                  <a:pt x="83" y="46"/>
                  <a:pt x="128" y="4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69" name="Freeform 172">
            <a:extLst>
              <a:ext uri="{FF2B5EF4-FFF2-40B4-BE49-F238E27FC236}">
                <a16:creationId xmlns:a16="http://schemas.microsoft.com/office/drawing/2014/main" id="{2D69B2EB-988C-45ED-B167-1DA8C5107BEA}"/>
              </a:ext>
            </a:extLst>
          </p:cNvPr>
          <p:cNvSpPr>
            <a:spLocks noChangeAspect="1" noEditPoints="1"/>
          </p:cNvSpPr>
          <p:nvPr/>
        </p:nvSpPr>
        <p:spPr bwMode="auto">
          <a:xfrm>
            <a:off x="3504601" y="4362450"/>
            <a:ext cx="342900" cy="400050"/>
          </a:xfrm>
          <a:custGeom>
            <a:avLst/>
            <a:gdLst>
              <a:gd name="T0" fmla="*/ 219 w 220"/>
              <a:gd name="T1" fmla="*/ 74 h 256"/>
              <a:gd name="T2" fmla="*/ 172 w 220"/>
              <a:gd name="T3" fmla="*/ 0 h 256"/>
              <a:gd name="T4" fmla="*/ 32 w 220"/>
              <a:gd name="T5" fmla="*/ 35 h 256"/>
              <a:gd name="T6" fmla="*/ 0 w 220"/>
              <a:gd name="T7" fmla="*/ 232 h 256"/>
              <a:gd name="T8" fmla="*/ 220 w 220"/>
              <a:gd name="T9" fmla="*/ 232 h 256"/>
              <a:gd name="T10" fmla="*/ 184 w 220"/>
              <a:gd name="T11" fmla="*/ 42 h 256"/>
              <a:gd name="T12" fmla="*/ 184 w 220"/>
              <a:gd name="T13" fmla="*/ 42 h 256"/>
              <a:gd name="T14" fmla="*/ 172 w 220"/>
              <a:gd name="T15" fmla="*/ 8 h 256"/>
              <a:gd name="T16" fmla="*/ 40 w 220"/>
              <a:gd name="T17" fmla="*/ 32 h 256"/>
              <a:gd name="T18" fmla="*/ 24 w 220"/>
              <a:gd name="T19" fmla="*/ 248 h 256"/>
              <a:gd name="T20" fmla="*/ 148 w 220"/>
              <a:gd name="T21" fmla="*/ 80 h 256"/>
              <a:gd name="T22" fmla="*/ 38 w 220"/>
              <a:gd name="T23" fmla="*/ 40 h 256"/>
              <a:gd name="T24" fmla="*/ 12 w 220"/>
              <a:gd name="T25" fmla="*/ 72 h 256"/>
              <a:gd name="T26" fmla="*/ 156 w 220"/>
              <a:gd name="T27" fmla="*/ 248 h 256"/>
              <a:gd name="T28" fmla="*/ 212 w 220"/>
              <a:gd name="T29" fmla="*/ 232 h 256"/>
              <a:gd name="T30" fmla="*/ 92 w 220"/>
              <a:gd name="T31" fmla="*/ 148 h 256"/>
              <a:gd name="T32" fmla="*/ 16 w 220"/>
              <a:gd name="T33" fmla="*/ 154 h 256"/>
              <a:gd name="T34" fmla="*/ 50 w 220"/>
              <a:gd name="T35" fmla="*/ 192 h 256"/>
              <a:gd name="T36" fmla="*/ 48 w 220"/>
              <a:gd name="T37" fmla="*/ 206 h 256"/>
              <a:gd name="T38" fmla="*/ 76 w 220"/>
              <a:gd name="T39" fmla="*/ 224 h 256"/>
              <a:gd name="T40" fmla="*/ 104 w 220"/>
              <a:gd name="T41" fmla="*/ 206 h 256"/>
              <a:gd name="T42" fmla="*/ 102 w 220"/>
              <a:gd name="T43" fmla="*/ 192 h 256"/>
              <a:gd name="T44" fmla="*/ 136 w 220"/>
              <a:gd name="T45" fmla="*/ 154 h 256"/>
              <a:gd name="T46" fmla="*/ 107 w 220"/>
              <a:gd name="T47" fmla="*/ 128 h 256"/>
              <a:gd name="T48" fmla="*/ 108 w 220"/>
              <a:gd name="T49" fmla="*/ 98 h 256"/>
              <a:gd name="T50" fmla="*/ 57 w 220"/>
              <a:gd name="T51" fmla="*/ 120 h 256"/>
              <a:gd name="T52" fmla="*/ 40 w 220"/>
              <a:gd name="T53" fmla="*/ 101 h 256"/>
              <a:gd name="T54" fmla="*/ 44 w 220"/>
              <a:gd name="T55" fmla="*/ 128 h 256"/>
              <a:gd name="T56" fmla="*/ 96 w 220"/>
              <a:gd name="T57" fmla="*/ 206 h 256"/>
              <a:gd name="T58" fmla="*/ 87 w 220"/>
              <a:gd name="T59" fmla="*/ 214 h 256"/>
              <a:gd name="T60" fmla="*/ 62 w 220"/>
              <a:gd name="T61" fmla="*/ 212 h 256"/>
              <a:gd name="T62" fmla="*/ 76 w 220"/>
              <a:gd name="T63" fmla="*/ 192 h 256"/>
              <a:gd name="T64" fmla="*/ 44 w 220"/>
              <a:gd name="T65" fmla="*/ 136 h 256"/>
              <a:gd name="T66" fmla="*/ 53 w 220"/>
              <a:gd name="T67" fmla="*/ 132 h 256"/>
              <a:gd name="T68" fmla="*/ 76 w 220"/>
              <a:gd name="T69" fmla="*/ 124 h 256"/>
              <a:gd name="T70" fmla="*/ 99 w 220"/>
              <a:gd name="T71" fmla="*/ 132 h 256"/>
              <a:gd name="T72" fmla="*/ 108 w 220"/>
              <a:gd name="T73" fmla="*/ 136 h 256"/>
              <a:gd name="T74" fmla="*/ 110 w 220"/>
              <a:gd name="T75" fmla="*/ 146 h 256"/>
              <a:gd name="T76" fmla="*/ 99 w 220"/>
              <a:gd name="T77" fmla="*/ 180 h 256"/>
              <a:gd name="T78" fmla="*/ 57 w 220"/>
              <a:gd name="T79" fmla="*/ 188 h 256"/>
              <a:gd name="T80" fmla="*/ 44 w 220"/>
              <a:gd name="T81" fmla="*/ 150 h 256"/>
              <a:gd name="T82" fmla="*/ 23 w 220"/>
              <a:gd name="T83" fmla="*/ 148 h 256"/>
              <a:gd name="T84" fmla="*/ 68 w 220"/>
              <a:gd name="T85" fmla="*/ 154 h 256"/>
              <a:gd name="T86" fmla="*/ 60 w 220"/>
              <a:gd name="T87"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0" h="256">
                <a:moveTo>
                  <a:pt x="220" y="75"/>
                </a:moveTo>
                <a:cubicBezTo>
                  <a:pt x="220" y="74"/>
                  <a:pt x="220" y="74"/>
                  <a:pt x="219" y="74"/>
                </a:cubicBezTo>
                <a:cubicBezTo>
                  <a:pt x="219" y="74"/>
                  <a:pt x="219" y="74"/>
                  <a:pt x="219" y="74"/>
                </a:cubicBezTo>
                <a:cubicBezTo>
                  <a:pt x="188" y="35"/>
                  <a:pt x="188" y="35"/>
                  <a:pt x="188" y="35"/>
                </a:cubicBezTo>
                <a:cubicBezTo>
                  <a:pt x="188" y="16"/>
                  <a:pt x="188" y="16"/>
                  <a:pt x="188" y="16"/>
                </a:cubicBezTo>
                <a:cubicBezTo>
                  <a:pt x="188" y="7"/>
                  <a:pt x="181" y="0"/>
                  <a:pt x="172" y="0"/>
                </a:cubicBezTo>
                <a:cubicBezTo>
                  <a:pt x="48" y="0"/>
                  <a:pt x="48" y="0"/>
                  <a:pt x="48" y="0"/>
                </a:cubicBezTo>
                <a:cubicBezTo>
                  <a:pt x="39" y="0"/>
                  <a:pt x="32" y="7"/>
                  <a:pt x="32" y="16"/>
                </a:cubicBezTo>
                <a:cubicBezTo>
                  <a:pt x="32" y="35"/>
                  <a:pt x="32" y="35"/>
                  <a:pt x="32" y="35"/>
                </a:cubicBezTo>
                <a:cubicBezTo>
                  <a:pt x="1" y="74"/>
                  <a:pt x="1" y="74"/>
                  <a:pt x="1" y="74"/>
                </a:cubicBezTo>
                <a:cubicBezTo>
                  <a:pt x="0" y="74"/>
                  <a:pt x="0" y="75"/>
                  <a:pt x="0" y="76"/>
                </a:cubicBezTo>
                <a:cubicBezTo>
                  <a:pt x="0" y="232"/>
                  <a:pt x="0" y="232"/>
                  <a:pt x="0" y="232"/>
                </a:cubicBezTo>
                <a:cubicBezTo>
                  <a:pt x="0" y="245"/>
                  <a:pt x="11" y="256"/>
                  <a:pt x="24" y="256"/>
                </a:cubicBezTo>
                <a:cubicBezTo>
                  <a:pt x="196" y="256"/>
                  <a:pt x="196" y="256"/>
                  <a:pt x="196" y="256"/>
                </a:cubicBezTo>
                <a:cubicBezTo>
                  <a:pt x="209" y="256"/>
                  <a:pt x="220" y="245"/>
                  <a:pt x="220" y="232"/>
                </a:cubicBezTo>
                <a:cubicBezTo>
                  <a:pt x="220" y="76"/>
                  <a:pt x="220" y="76"/>
                  <a:pt x="220" y="76"/>
                </a:cubicBezTo>
                <a:cubicBezTo>
                  <a:pt x="220" y="75"/>
                  <a:pt x="220" y="75"/>
                  <a:pt x="220" y="75"/>
                </a:cubicBezTo>
                <a:close/>
                <a:moveTo>
                  <a:pt x="184" y="42"/>
                </a:moveTo>
                <a:cubicBezTo>
                  <a:pt x="208" y="72"/>
                  <a:pt x="208" y="72"/>
                  <a:pt x="208" y="72"/>
                </a:cubicBezTo>
                <a:cubicBezTo>
                  <a:pt x="160" y="72"/>
                  <a:pt x="160" y="72"/>
                  <a:pt x="160" y="72"/>
                </a:cubicBezTo>
                <a:lnTo>
                  <a:pt x="184" y="42"/>
                </a:lnTo>
                <a:close/>
                <a:moveTo>
                  <a:pt x="40" y="16"/>
                </a:moveTo>
                <a:cubicBezTo>
                  <a:pt x="40" y="12"/>
                  <a:pt x="44" y="8"/>
                  <a:pt x="48" y="8"/>
                </a:cubicBezTo>
                <a:cubicBezTo>
                  <a:pt x="172" y="8"/>
                  <a:pt x="172" y="8"/>
                  <a:pt x="172" y="8"/>
                </a:cubicBezTo>
                <a:cubicBezTo>
                  <a:pt x="176" y="8"/>
                  <a:pt x="180" y="12"/>
                  <a:pt x="180" y="16"/>
                </a:cubicBezTo>
                <a:cubicBezTo>
                  <a:pt x="180" y="32"/>
                  <a:pt x="180" y="32"/>
                  <a:pt x="180" y="32"/>
                </a:cubicBezTo>
                <a:cubicBezTo>
                  <a:pt x="40" y="32"/>
                  <a:pt x="40" y="32"/>
                  <a:pt x="40" y="32"/>
                </a:cubicBezTo>
                <a:lnTo>
                  <a:pt x="40" y="16"/>
                </a:lnTo>
                <a:close/>
                <a:moveTo>
                  <a:pt x="148" y="248"/>
                </a:moveTo>
                <a:cubicBezTo>
                  <a:pt x="24" y="248"/>
                  <a:pt x="24" y="248"/>
                  <a:pt x="24" y="248"/>
                </a:cubicBezTo>
                <a:cubicBezTo>
                  <a:pt x="15" y="248"/>
                  <a:pt x="8" y="241"/>
                  <a:pt x="8" y="232"/>
                </a:cubicBezTo>
                <a:cubicBezTo>
                  <a:pt x="8" y="80"/>
                  <a:pt x="8" y="80"/>
                  <a:pt x="8" y="80"/>
                </a:cubicBezTo>
                <a:cubicBezTo>
                  <a:pt x="148" y="80"/>
                  <a:pt x="148" y="80"/>
                  <a:pt x="148" y="80"/>
                </a:cubicBezTo>
                <a:lnTo>
                  <a:pt x="148" y="248"/>
                </a:lnTo>
                <a:close/>
                <a:moveTo>
                  <a:pt x="12" y="72"/>
                </a:moveTo>
                <a:cubicBezTo>
                  <a:pt x="38" y="40"/>
                  <a:pt x="38" y="40"/>
                  <a:pt x="38" y="40"/>
                </a:cubicBezTo>
                <a:cubicBezTo>
                  <a:pt x="176" y="40"/>
                  <a:pt x="176" y="40"/>
                  <a:pt x="176" y="40"/>
                </a:cubicBezTo>
                <a:cubicBezTo>
                  <a:pt x="150" y="72"/>
                  <a:pt x="150" y="72"/>
                  <a:pt x="150" y="72"/>
                </a:cubicBezTo>
                <a:lnTo>
                  <a:pt x="12" y="72"/>
                </a:lnTo>
                <a:close/>
                <a:moveTo>
                  <a:pt x="212" y="232"/>
                </a:moveTo>
                <a:cubicBezTo>
                  <a:pt x="212" y="241"/>
                  <a:pt x="205" y="248"/>
                  <a:pt x="196" y="248"/>
                </a:cubicBezTo>
                <a:cubicBezTo>
                  <a:pt x="156" y="248"/>
                  <a:pt x="156" y="248"/>
                  <a:pt x="156" y="248"/>
                </a:cubicBezTo>
                <a:cubicBezTo>
                  <a:pt x="156" y="80"/>
                  <a:pt x="156" y="80"/>
                  <a:pt x="156" y="80"/>
                </a:cubicBezTo>
                <a:cubicBezTo>
                  <a:pt x="212" y="80"/>
                  <a:pt x="212" y="80"/>
                  <a:pt x="212" y="80"/>
                </a:cubicBezTo>
                <a:lnTo>
                  <a:pt x="212" y="232"/>
                </a:lnTo>
                <a:close/>
                <a:moveTo>
                  <a:pt x="92" y="160"/>
                </a:moveTo>
                <a:cubicBezTo>
                  <a:pt x="97" y="160"/>
                  <a:pt x="100" y="157"/>
                  <a:pt x="100" y="154"/>
                </a:cubicBezTo>
                <a:cubicBezTo>
                  <a:pt x="100" y="151"/>
                  <a:pt x="97" y="148"/>
                  <a:pt x="92" y="148"/>
                </a:cubicBezTo>
                <a:cubicBezTo>
                  <a:pt x="87" y="148"/>
                  <a:pt x="84" y="151"/>
                  <a:pt x="84" y="154"/>
                </a:cubicBezTo>
                <a:cubicBezTo>
                  <a:pt x="84" y="157"/>
                  <a:pt x="87" y="160"/>
                  <a:pt x="92" y="160"/>
                </a:cubicBezTo>
                <a:close/>
                <a:moveTo>
                  <a:pt x="16" y="154"/>
                </a:moveTo>
                <a:cubicBezTo>
                  <a:pt x="23" y="156"/>
                  <a:pt x="30" y="157"/>
                  <a:pt x="36" y="155"/>
                </a:cubicBezTo>
                <a:cubicBezTo>
                  <a:pt x="37" y="165"/>
                  <a:pt x="41" y="176"/>
                  <a:pt x="47" y="185"/>
                </a:cubicBezTo>
                <a:cubicBezTo>
                  <a:pt x="51" y="191"/>
                  <a:pt x="50" y="192"/>
                  <a:pt x="50" y="192"/>
                </a:cubicBezTo>
                <a:cubicBezTo>
                  <a:pt x="49" y="193"/>
                  <a:pt x="49" y="194"/>
                  <a:pt x="48" y="194"/>
                </a:cubicBezTo>
                <a:cubicBezTo>
                  <a:pt x="48" y="195"/>
                  <a:pt x="48" y="196"/>
                  <a:pt x="48" y="199"/>
                </a:cubicBezTo>
                <a:cubicBezTo>
                  <a:pt x="48" y="206"/>
                  <a:pt x="48" y="206"/>
                  <a:pt x="48" y="206"/>
                </a:cubicBezTo>
                <a:cubicBezTo>
                  <a:pt x="48" y="213"/>
                  <a:pt x="53" y="218"/>
                  <a:pt x="59" y="220"/>
                </a:cubicBezTo>
                <a:cubicBezTo>
                  <a:pt x="59" y="220"/>
                  <a:pt x="60" y="220"/>
                  <a:pt x="60" y="220"/>
                </a:cubicBezTo>
                <a:cubicBezTo>
                  <a:pt x="65" y="223"/>
                  <a:pt x="70" y="224"/>
                  <a:pt x="76" y="224"/>
                </a:cubicBezTo>
                <a:cubicBezTo>
                  <a:pt x="82" y="224"/>
                  <a:pt x="87" y="223"/>
                  <a:pt x="92" y="220"/>
                </a:cubicBezTo>
                <a:cubicBezTo>
                  <a:pt x="92" y="220"/>
                  <a:pt x="93" y="220"/>
                  <a:pt x="93" y="220"/>
                </a:cubicBezTo>
                <a:cubicBezTo>
                  <a:pt x="99" y="218"/>
                  <a:pt x="104" y="213"/>
                  <a:pt x="104" y="206"/>
                </a:cubicBezTo>
                <a:cubicBezTo>
                  <a:pt x="104" y="199"/>
                  <a:pt x="104" y="199"/>
                  <a:pt x="104" y="199"/>
                </a:cubicBezTo>
                <a:cubicBezTo>
                  <a:pt x="104" y="196"/>
                  <a:pt x="104" y="195"/>
                  <a:pt x="104" y="194"/>
                </a:cubicBezTo>
                <a:cubicBezTo>
                  <a:pt x="103" y="194"/>
                  <a:pt x="103" y="193"/>
                  <a:pt x="102" y="192"/>
                </a:cubicBezTo>
                <a:cubicBezTo>
                  <a:pt x="102" y="192"/>
                  <a:pt x="101" y="191"/>
                  <a:pt x="105" y="185"/>
                </a:cubicBezTo>
                <a:cubicBezTo>
                  <a:pt x="111" y="176"/>
                  <a:pt x="115" y="165"/>
                  <a:pt x="116" y="155"/>
                </a:cubicBezTo>
                <a:cubicBezTo>
                  <a:pt x="122" y="157"/>
                  <a:pt x="129" y="156"/>
                  <a:pt x="136" y="154"/>
                </a:cubicBezTo>
                <a:cubicBezTo>
                  <a:pt x="138" y="153"/>
                  <a:pt x="139" y="151"/>
                  <a:pt x="138" y="149"/>
                </a:cubicBezTo>
                <a:cubicBezTo>
                  <a:pt x="133" y="136"/>
                  <a:pt x="121" y="128"/>
                  <a:pt x="108" y="128"/>
                </a:cubicBezTo>
                <a:cubicBezTo>
                  <a:pt x="108" y="128"/>
                  <a:pt x="107" y="128"/>
                  <a:pt x="107" y="128"/>
                </a:cubicBezTo>
                <a:cubicBezTo>
                  <a:pt x="110" y="122"/>
                  <a:pt x="112" y="115"/>
                  <a:pt x="112" y="108"/>
                </a:cubicBezTo>
                <a:cubicBezTo>
                  <a:pt x="112" y="106"/>
                  <a:pt x="112" y="104"/>
                  <a:pt x="112" y="101"/>
                </a:cubicBezTo>
                <a:cubicBezTo>
                  <a:pt x="111" y="99"/>
                  <a:pt x="110" y="98"/>
                  <a:pt x="108" y="98"/>
                </a:cubicBezTo>
                <a:cubicBezTo>
                  <a:pt x="106" y="98"/>
                  <a:pt x="104" y="99"/>
                  <a:pt x="104" y="101"/>
                </a:cubicBezTo>
                <a:cubicBezTo>
                  <a:pt x="103" y="108"/>
                  <a:pt x="100" y="115"/>
                  <a:pt x="95" y="120"/>
                </a:cubicBezTo>
                <a:cubicBezTo>
                  <a:pt x="84" y="115"/>
                  <a:pt x="68" y="115"/>
                  <a:pt x="57" y="120"/>
                </a:cubicBezTo>
                <a:cubicBezTo>
                  <a:pt x="52" y="115"/>
                  <a:pt x="49" y="108"/>
                  <a:pt x="48" y="101"/>
                </a:cubicBezTo>
                <a:cubicBezTo>
                  <a:pt x="48" y="99"/>
                  <a:pt x="46" y="98"/>
                  <a:pt x="44" y="98"/>
                </a:cubicBezTo>
                <a:cubicBezTo>
                  <a:pt x="42" y="98"/>
                  <a:pt x="41" y="99"/>
                  <a:pt x="40" y="101"/>
                </a:cubicBezTo>
                <a:cubicBezTo>
                  <a:pt x="40" y="104"/>
                  <a:pt x="40" y="106"/>
                  <a:pt x="40" y="108"/>
                </a:cubicBezTo>
                <a:cubicBezTo>
                  <a:pt x="40" y="115"/>
                  <a:pt x="42" y="122"/>
                  <a:pt x="45" y="128"/>
                </a:cubicBezTo>
                <a:cubicBezTo>
                  <a:pt x="45" y="128"/>
                  <a:pt x="44" y="128"/>
                  <a:pt x="44" y="128"/>
                </a:cubicBezTo>
                <a:cubicBezTo>
                  <a:pt x="31" y="128"/>
                  <a:pt x="19" y="136"/>
                  <a:pt x="14" y="149"/>
                </a:cubicBezTo>
                <a:cubicBezTo>
                  <a:pt x="13" y="151"/>
                  <a:pt x="14" y="153"/>
                  <a:pt x="16" y="154"/>
                </a:cubicBezTo>
                <a:close/>
                <a:moveTo>
                  <a:pt x="96" y="206"/>
                </a:moveTo>
                <a:cubicBezTo>
                  <a:pt x="96" y="209"/>
                  <a:pt x="93" y="212"/>
                  <a:pt x="90" y="212"/>
                </a:cubicBezTo>
                <a:cubicBezTo>
                  <a:pt x="89" y="212"/>
                  <a:pt x="87" y="213"/>
                  <a:pt x="87" y="214"/>
                </a:cubicBezTo>
                <a:cubicBezTo>
                  <a:pt x="87" y="214"/>
                  <a:pt x="87" y="214"/>
                  <a:pt x="87" y="214"/>
                </a:cubicBezTo>
                <a:cubicBezTo>
                  <a:pt x="80" y="217"/>
                  <a:pt x="72" y="217"/>
                  <a:pt x="65" y="214"/>
                </a:cubicBezTo>
                <a:cubicBezTo>
                  <a:pt x="65" y="214"/>
                  <a:pt x="65" y="214"/>
                  <a:pt x="65" y="214"/>
                </a:cubicBezTo>
                <a:cubicBezTo>
                  <a:pt x="65" y="213"/>
                  <a:pt x="63" y="212"/>
                  <a:pt x="62" y="212"/>
                </a:cubicBezTo>
                <a:cubicBezTo>
                  <a:pt x="59" y="212"/>
                  <a:pt x="56" y="209"/>
                  <a:pt x="56" y="206"/>
                </a:cubicBezTo>
                <a:cubicBezTo>
                  <a:pt x="56" y="199"/>
                  <a:pt x="56" y="199"/>
                  <a:pt x="56" y="199"/>
                </a:cubicBezTo>
                <a:cubicBezTo>
                  <a:pt x="56" y="196"/>
                  <a:pt x="66" y="192"/>
                  <a:pt x="76" y="192"/>
                </a:cubicBezTo>
                <a:cubicBezTo>
                  <a:pt x="86" y="192"/>
                  <a:pt x="96" y="196"/>
                  <a:pt x="96" y="199"/>
                </a:cubicBezTo>
                <a:lnTo>
                  <a:pt x="96" y="206"/>
                </a:lnTo>
                <a:close/>
                <a:moveTo>
                  <a:pt x="44" y="136"/>
                </a:moveTo>
                <a:cubicBezTo>
                  <a:pt x="45" y="136"/>
                  <a:pt x="46" y="136"/>
                  <a:pt x="46" y="136"/>
                </a:cubicBezTo>
                <a:cubicBezTo>
                  <a:pt x="48" y="136"/>
                  <a:pt x="49" y="136"/>
                  <a:pt x="50" y="135"/>
                </a:cubicBezTo>
                <a:cubicBezTo>
                  <a:pt x="51" y="134"/>
                  <a:pt x="52" y="133"/>
                  <a:pt x="53" y="132"/>
                </a:cubicBezTo>
                <a:cubicBezTo>
                  <a:pt x="54" y="131"/>
                  <a:pt x="54" y="129"/>
                  <a:pt x="54" y="128"/>
                </a:cubicBezTo>
                <a:cubicBezTo>
                  <a:pt x="55" y="129"/>
                  <a:pt x="57" y="129"/>
                  <a:pt x="58" y="128"/>
                </a:cubicBezTo>
                <a:cubicBezTo>
                  <a:pt x="63" y="125"/>
                  <a:pt x="69" y="124"/>
                  <a:pt x="76" y="124"/>
                </a:cubicBezTo>
                <a:cubicBezTo>
                  <a:pt x="83" y="124"/>
                  <a:pt x="89" y="125"/>
                  <a:pt x="94" y="128"/>
                </a:cubicBezTo>
                <a:cubicBezTo>
                  <a:pt x="95" y="129"/>
                  <a:pt x="97" y="129"/>
                  <a:pt x="98" y="128"/>
                </a:cubicBezTo>
                <a:cubicBezTo>
                  <a:pt x="98" y="129"/>
                  <a:pt x="98" y="131"/>
                  <a:pt x="99" y="132"/>
                </a:cubicBezTo>
                <a:cubicBezTo>
                  <a:pt x="100" y="133"/>
                  <a:pt x="101" y="134"/>
                  <a:pt x="102" y="135"/>
                </a:cubicBezTo>
                <a:cubicBezTo>
                  <a:pt x="103" y="136"/>
                  <a:pt x="104" y="136"/>
                  <a:pt x="106" y="136"/>
                </a:cubicBezTo>
                <a:cubicBezTo>
                  <a:pt x="106" y="136"/>
                  <a:pt x="107" y="136"/>
                  <a:pt x="108" y="136"/>
                </a:cubicBezTo>
                <a:cubicBezTo>
                  <a:pt x="116" y="136"/>
                  <a:pt x="124" y="141"/>
                  <a:pt x="129" y="148"/>
                </a:cubicBezTo>
                <a:cubicBezTo>
                  <a:pt x="124" y="149"/>
                  <a:pt x="118" y="148"/>
                  <a:pt x="114" y="146"/>
                </a:cubicBezTo>
                <a:cubicBezTo>
                  <a:pt x="112" y="145"/>
                  <a:pt x="111" y="145"/>
                  <a:pt x="110" y="146"/>
                </a:cubicBezTo>
                <a:cubicBezTo>
                  <a:pt x="108" y="147"/>
                  <a:pt x="108" y="148"/>
                  <a:pt x="108" y="150"/>
                </a:cubicBezTo>
                <a:cubicBezTo>
                  <a:pt x="108" y="150"/>
                  <a:pt x="108" y="151"/>
                  <a:pt x="108" y="152"/>
                </a:cubicBezTo>
                <a:cubicBezTo>
                  <a:pt x="108" y="161"/>
                  <a:pt x="105" y="171"/>
                  <a:pt x="99" y="180"/>
                </a:cubicBezTo>
                <a:cubicBezTo>
                  <a:pt x="97" y="183"/>
                  <a:pt x="95" y="186"/>
                  <a:pt x="95" y="188"/>
                </a:cubicBezTo>
                <a:cubicBezTo>
                  <a:pt x="89" y="185"/>
                  <a:pt x="82" y="184"/>
                  <a:pt x="76" y="184"/>
                </a:cubicBezTo>
                <a:cubicBezTo>
                  <a:pt x="70" y="184"/>
                  <a:pt x="63" y="185"/>
                  <a:pt x="57" y="188"/>
                </a:cubicBezTo>
                <a:cubicBezTo>
                  <a:pt x="57" y="186"/>
                  <a:pt x="55" y="183"/>
                  <a:pt x="53" y="180"/>
                </a:cubicBezTo>
                <a:cubicBezTo>
                  <a:pt x="47" y="171"/>
                  <a:pt x="44" y="161"/>
                  <a:pt x="44" y="152"/>
                </a:cubicBezTo>
                <a:cubicBezTo>
                  <a:pt x="44" y="151"/>
                  <a:pt x="44" y="150"/>
                  <a:pt x="44" y="150"/>
                </a:cubicBezTo>
                <a:cubicBezTo>
                  <a:pt x="44" y="148"/>
                  <a:pt x="44" y="147"/>
                  <a:pt x="42" y="146"/>
                </a:cubicBezTo>
                <a:cubicBezTo>
                  <a:pt x="41" y="145"/>
                  <a:pt x="40" y="145"/>
                  <a:pt x="38" y="146"/>
                </a:cubicBezTo>
                <a:cubicBezTo>
                  <a:pt x="34" y="148"/>
                  <a:pt x="28" y="149"/>
                  <a:pt x="23" y="148"/>
                </a:cubicBezTo>
                <a:cubicBezTo>
                  <a:pt x="28" y="141"/>
                  <a:pt x="36" y="136"/>
                  <a:pt x="44" y="136"/>
                </a:cubicBezTo>
                <a:close/>
                <a:moveTo>
                  <a:pt x="60" y="160"/>
                </a:moveTo>
                <a:cubicBezTo>
                  <a:pt x="65" y="160"/>
                  <a:pt x="68" y="157"/>
                  <a:pt x="68" y="154"/>
                </a:cubicBezTo>
                <a:cubicBezTo>
                  <a:pt x="68" y="151"/>
                  <a:pt x="65" y="148"/>
                  <a:pt x="60" y="148"/>
                </a:cubicBezTo>
                <a:cubicBezTo>
                  <a:pt x="55" y="148"/>
                  <a:pt x="52" y="151"/>
                  <a:pt x="52" y="154"/>
                </a:cubicBezTo>
                <a:cubicBezTo>
                  <a:pt x="52" y="157"/>
                  <a:pt x="55" y="160"/>
                  <a:pt x="60" y="16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72" name="Freeform 176">
            <a:extLst>
              <a:ext uri="{FF2B5EF4-FFF2-40B4-BE49-F238E27FC236}">
                <a16:creationId xmlns:a16="http://schemas.microsoft.com/office/drawing/2014/main" id="{0DBAE4FF-7C07-4768-999F-17C2208C5DDE}"/>
              </a:ext>
            </a:extLst>
          </p:cNvPr>
          <p:cNvSpPr>
            <a:spLocks noChangeAspect="1" noEditPoints="1"/>
          </p:cNvSpPr>
          <p:nvPr/>
        </p:nvSpPr>
        <p:spPr bwMode="auto">
          <a:xfrm>
            <a:off x="4462722" y="4362450"/>
            <a:ext cx="361950" cy="400050"/>
          </a:xfrm>
          <a:custGeom>
            <a:avLst/>
            <a:gdLst>
              <a:gd name="T0" fmla="*/ 0 w 232"/>
              <a:gd name="T1" fmla="*/ 24 h 256"/>
              <a:gd name="T2" fmla="*/ 4 w 232"/>
              <a:gd name="T3" fmla="*/ 222 h 256"/>
              <a:gd name="T4" fmla="*/ 228 w 232"/>
              <a:gd name="T5" fmla="*/ 32 h 256"/>
              <a:gd name="T6" fmla="*/ 220 w 232"/>
              <a:gd name="T7" fmla="*/ 222 h 256"/>
              <a:gd name="T8" fmla="*/ 12 w 232"/>
              <a:gd name="T9" fmla="*/ 36 h 256"/>
              <a:gd name="T10" fmla="*/ 116 w 232"/>
              <a:gd name="T11" fmla="*/ 48 h 256"/>
              <a:gd name="T12" fmla="*/ 134 w 232"/>
              <a:gd name="T13" fmla="*/ 48 h 256"/>
              <a:gd name="T14" fmla="*/ 95 w 232"/>
              <a:gd name="T15" fmla="*/ 33 h 256"/>
              <a:gd name="T16" fmla="*/ 137 w 232"/>
              <a:gd name="T17" fmla="*/ 33 h 256"/>
              <a:gd name="T18" fmla="*/ 101 w 232"/>
              <a:gd name="T19" fmla="*/ 40 h 256"/>
              <a:gd name="T20" fmla="*/ 149 w 232"/>
              <a:gd name="T21" fmla="*/ 33 h 256"/>
              <a:gd name="T22" fmla="*/ 133 w 232"/>
              <a:gd name="T23" fmla="*/ 25 h 256"/>
              <a:gd name="T24" fmla="*/ 82 w 232"/>
              <a:gd name="T25" fmla="*/ 29 h 256"/>
              <a:gd name="T26" fmla="*/ 8 w 232"/>
              <a:gd name="T27" fmla="*/ 24 h 256"/>
              <a:gd name="T28" fmla="*/ 142 w 232"/>
              <a:gd name="T29" fmla="*/ 39 h 256"/>
              <a:gd name="T30" fmla="*/ 70 w 232"/>
              <a:gd name="T31" fmla="*/ 14 h 256"/>
              <a:gd name="T32" fmla="*/ 51 w 232"/>
              <a:gd name="T33" fmla="*/ 19 h 256"/>
              <a:gd name="T34" fmla="*/ 56 w 232"/>
              <a:gd name="T35" fmla="*/ 31 h 256"/>
              <a:gd name="T36" fmla="*/ 67 w 232"/>
              <a:gd name="T37" fmla="*/ 29 h 256"/>
              <a:gd name="T38" fmla="*/ 64 w 232"/>
              <a:gd name="T39" fmla="*/ 23 h 256"/>
              <a:gd name="T40" fmla="*/ 91 w 232"/>
              <a:gd name="T41" fmla="*/ 21 h 256"/>
              <a:gd name="T42" fmla="*/ 181 w 232"/>
              <a:gd name="T43" fmla="*/ 19 h 256"/>
              <a:gd name="T44" fmla="*/ 162 w 232"/>
              <a:gd name="T45" fmla="*/ 14 h 256"/>
              <a:gd name="T46" fmla="*/ 137 w 232"/>
              <a:gd name="T47" fmla="*/ 16 h 256"/>
              <a:gd name="T48" fmla="*/ 161 w 232"/>
              <a:gd name="T49" fmla="*/ 22 h 256"/>
              <a:gd name="T50" fmla="*/ 168 w 232"/>
              <a:gd name="T51" fmla="*/ 25 h 256"/>
              <a:gd name="T52" fmla="*/ 170 w 232"/>
              <a:gd name="T53" fmla="*/ 32 h 256"/>
              <a:gd name="T54" fmla="*/ 184 w 232"/>
              <a:gd name="T55" fmla="*/ 24 h 256"/>
              <a:gd name="T56" fmla="*/ 42 w 232"/>
              <a:gd name="T57" fmla="*/ 129 h 256"/>
              <a:gd name="T58" fmla="*/ 98 w 232"/>
              <a:gd name="T59" fmla="*/ 225 h 256"/>
              <a:gd name="T60" fmla="*/ 191 w 232"/>
              <a:gd name="T61" fmla="*/ 172 h 256"/>
              <a:gd name="T62" fmla="*/ 95 w 232"/>
              <a:gd name="T63" fmla="*/ 76 h 256"/>
              <a:gd name="T64" fmla="*/ 153 w 232"/>
              <a:gd name="T65" fmla="*/ 199 h 256"/>
              <a:gd name="T66" fmla="*/ 95 w 232"/>
              <a:gd name="T67" fmla="*/ 169 h 256"/>
              <a:gd name="T68" fmla="*/ 78 w 232"/>
              <a:gd name="T69" fmla="*/ 175 h 256"/>
              <a:gd name="T70" fmla="*/ 75 w 232"/>
              <a:gd name="T71" fmla="*/ 167 h 256"/>
              <a:gd name="T72" fmla="*/ 99 w 232"/>
              <a:gd name="T73" fmla="*/ 122 h 256"/>
              <a:gd name="T74" fmla="*/ 121 w 232"/>
              <a:gd name="T75" fmla="*/ 115 h 256"/>
              <a:gd name="T76" fmla="*/ 132 w 232"/>
              <a:gd name="T77" fmla="*/ 118 h 256"/>
              <a:gd name="T78" fmla="*/ 124 w 232"/>
              <a:gd name="T79" fmla="*/ 132 h 256"/>
              <a:gd name="T80" fmla="*/ 171 w 232"/>
              <a:gd name="T81" fmla="*/ 124 h 256"/>
              <a:gd name="T82" fmla="*/ 142 w 232"/>
              <a:gd name="T83" fmla="*/ 112 h 256"/>
              <a:gd name="T84" fmla="*/ 134 w 232"/>
              <a:gd name="T85" fmla="*/ 101 h 256"/>
              <a:gd name="T86" fmla="*/ 120 w 232"/>
              <a:gd name="T87" fmla="*/ 104 h 256"/>
              <a:gd name="T88" fmla="*/ 80 w 232"/>
              <a:gd name="T89" fmla="*/ 136 h 256"/>
              <a:gd name="T90" fmla="*/ 70 w 232"/>
              <a:gd name="T91" fmla="*/ 180 h 256"/>
              <a:gd name="T92" fmla="*/ 119 w 232"/>
              <a:gd name="T93" fmla="*/ 176 h 256"/>
              <a:gd name="T94" fmla="*/ 104 w 232"/>
              <a:gd name="T95" fmla="*/ 219 h 256"/>
              <a:gd name="T96" fmla="*/ 48 w 232"/>
              <a:gd name="T97" fmla="*/ 135 h 256"/>
              <a:gd name="T98" fmla="*/ 129 w 232"/>
              <a:gd name="T99" fmla="*/ 82 h 256"/>
              <a:gd name="T100" fmla="*/ 104 w 232"/>
              <a:gd name="T101" fmla="*/ 140 h 256"/>
              <a:gd name="T102" fmla="*/ 100 w 232"/>
              <a:gd name="T103" fmla="*/ 148 h 256"/>
              <a:gd name="T104" fmla="*/ 108 w 232"/>
              <a:gd name="T105" fmla="*/ 1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2" h="256">
                <a:moveTo>
                  <a:pt x="232" y="24"/>
                </a:moveTo>
                <a:cubicBezTo>
                  <a:pt x="232" y="0"/>
                  <a:pt x="121" y="0"/>
                  <a:pt x="116" y="0"/>
                </a:cubicBezTo>
                <a:cubicBezTo>
                  <a:pt x="111" y="0"/>
                  <a:pt x="0" y="0"/>
                  <a:pt x="0" y="24"/>
                </a:cubicBezTo>
                <a:cubicBezTo>
                  <a:pt x="0" y="27"/>
                  <a:pt x="2" y="29"/>
                  <a:pt x="4" y="31"/>
                </a:cubicBezTo>
                <a:cubicBezTo>
                  <a:pt x="4" y="32"/>
                  <a:pt x="4" y="32"/>
                  <a:pt x="4" y="32"/>
                </a:cubicBezTo>
                <a:cubicBezTo>
                  <a:pt x="4" y="222"/>
                  <a:pt x="4" y="222"/>
                  <a:pt x="4" y="222"/>
                </a:cubicBezTo>
                <a:cubicBezTo>
                  <a:pt x="4" y="244"/>
                  <a:pt x="62" y="256"/>
                  <a:pt x="116" y="256"/>
                </a:cubicBezTo>
                <a:cubicBezTo>
                  <a:pt x="170" y="256"/>
                  <a:pt x="228" y="244"/>
                  <a:pt x="228" y="222"/>
                </a:cubicBezTo>
                <a:cubicBezTo>
                  <a:pt x="228" y="32"/>
                  <a:pt x="228" y="32"/>
                  <a:pt x="228" y="32"/>
                </a:cubicBezTo>
                <a:cubicBezTo>
                  <a:pt x="228" y="32"/>
                  <a:pt x="228" y="32"/>
                  <a:pt x="228" y="31"/>
                </a:cubicBezTo>
                <a:cubicBezTo>
                  <a:pt x="230" y="29"/>
                  <a:pt x="232" y="27"/>
                  <a:pt x="232" y="24"/>
                </a:cubicBezTo>
                <a:close/>
                <a:moveTo>
                  <a:pt x="220" y="222"/>
                </a:moveTo>
                <a:cubicBezTo>
                  <a:pt x="220" y="233"/>
                  <a:pt x="180" y="248"/>
                  <a:pt x="116" y="248"/>
                </a:cubicBezTo>
                <a:cubicBezTo>
                  <a:pt x="52" y="248"/>
                  <a:pt x="12" y="233"/>
                  <a:pt x="12" y="222"/>
                </a:cubicBezTo>
                <a:cubicBezTo>
                  <a:pt x="12" y="36"/>
                  <a:pt x="12" y="36"/>
                  <a:pt x="12" y="36"/>
                </a:cubicBezTo>
                <a:cubicBezTo>
                  <a:pt x="33" y="44"/>
                  <a:pt x="75" y="47"/>
                  <a:pt x="98" y="48"/>
                </a:cubicBezTo>
                <a:cubicBezTo>
                  <a:pt x="99" y="48"/>
                  <a:pt x="100" y="48"/>
                  <a:pt x="101" y="48"/>
                </a:cubicBezTo>
                <a:cubicBezTo>
                  <a:pt x="109" y="48"/>
                  <a:pt x="115" y="48"/>
                  <a:pt x="116" y="48"/>
                </a:cubicBezTo>
                <a:cubicBezTo>
                  <a:pt x="117" y="48"/>
                  <a:pt x="123" y="48"/>
                  <a:pt x="131" y="48"/>
                </a:cubicBezTo>
                <a:cubicBezTo>
                  <a:pt x="131" y="48"/>
                  <a:pt x="132" y="48"/>
                  <a:pt x="132" y="48"/>
                </a:cubicBezTo>
                <a:cubicBezTo>
                  <a:pt x="133" y="48"/>
                  <a:pt x="133" y="48"/>
                  <a:pt x="134" y="48"/>
                </a:cubicBezTo>
                <a:cubicBezTo>
                  <a:pt x="157" y="47"/>
                  <a:pt x="199" y="44"/>
                  <a:pt x="220" y="36"/>
                </a:cubicBezTo>
                <a:lnTo>
                  <a:pt x="220" y="222"/>
                </a:lnTo>
                <a:close/>
                <a:moveTo>
                  <a:pt x="95" y="33"/>
                </a:moveTo>
                <a:cubicBezTo>
                  <a:pt x="96" y="33"/>
                  <a:pt x="98" y="33"/>
                  <a:pt x="100" y="33"/>
                </a:cubicBezTo>
                <a:cubicBezTo>
                  <a:pt x="110" y="32"/>
                  <a:pt x="122" y="32"/>
                  <a:pt x="132" y="33"/>
                </a:cubicBezTo>
                <a:cubicBezTo>
                  <a:pt x="134" y="33"/>
                  <a:pt x="136" y="33"/>
                  <a:pt x="137" y="33"/>
                </a:cubicBezTo>
                <a:cubicBezTo>
                  <a:pt x="131" y="40"/>
                  <a:pt x="131" y="40"/>
                  <a:pt x="131" y="40"/>
                </a:cubicBezTo>
                <a:cubicBezTo>
                  <a:pt x="126" y="40"/>
                  <a:pt x="121" y="40"/>
                  <a:pt x="116" y="40"/>
                </a:cubicBezTo>
                <a:cubicBezTo>
                  <a:pt x="111" y="40"/>
                  <a:pt x="106" y="40"/>
                  <a:pt x="101" y="40"/>
                </a:cubicBezTo>
                <a:lnTo>
                  <a:pt x="95" y="33"/>
                </a:lnTo>
                <a:close/>
                <a:moveTo>
                  <a:pt x="142" y="39"/>
                </a:moveTo>
                <a:cubicBezTo>
                  <a:pt x="149" y="33"/>
                  <a:pt x="149" y="33"/>
                  <a:pt x="149" y="33"/>
                </a:cubicBezTo>
                <a:cubicBezTo>
                  <a:pt x="150" y="32"/>
                  <a:pt x="150" y="31"/>
                  <a:pt x="150" y="29"/>
                </a:cubicBezTo>
                <a:cubicBezTo>
                  <a:pt x="149" y="28"/>
                  <a:pt x="148" y="27"/>
                  <a:pt x="146" y="26"/>
                </a:cubicBezTo>
                <a:cubicBezTo>
                  <a:pt x="142" y="26"/>
                  <a:pt x="138" y="25"/>
                  <a:pt x="133" y="25"/>
                </a:cubicBezTo>
                <a:cubicBezTo>
                  <a:pt x="122" y="24"/>
                  <a:pt x="110" y="24"/>
                  <a:pt x="99" y="25"/>
                </a:cubicBezTo>
                <a:cubicBezTo>
                  <a:pt x="94" y="25"/>
                  <a:pt x="90" y="26"/>
                  <a:pt x="86" y="26"/>
                </a:cubicBezTo>
                <a:cubicBezTo>
                  <a:pt x="84" y="27"/>
                  <a:pt x="83" y="28"/>
                  <a:pt x="82" y="29"/>
                </a:cubicBezTo>
                <a:cubicBezTo>
                  <a:pt x="82" y="31"/>
                  <a:pt x="82" y="32"/>
                  <a:pt x="83" y="33"/>
                </a:cubicBezTo>
                <a:cubicBezTo>
                  <a:pt x="90" y="39"/>
                  <a:pt x="90" y="39"/>
                  <a:pt x="90" y="39"/>
                </a:cubicBezTo>
                <a:cubicBezTo>
                  <a:pt x="38" y="37"/>
                  <a:pt x="9" y="29"/>
                  <a:pt x="8" y="24"/>
                </a:cubicBezTo>
                <a:cubicBezTo>
                  <a:pt x="10" y="18"/>
                  <a:pt x="48" y="8"/>
                  <a:pt x="116" y="8"/>
                </a:cubicBezTo>
                <a:cubicBezTo>
                  <a:pt x="184" y="8"/>
                  <a:pt x="222" y="18"/>
                  <a:pt x="224" y="24"/>
                </a:cubicBezTo>
                <a:cubicBezTo>
                  <a:pt x="222" y="29"/>
                  <a:pt x="194" y="37"/>
                  <a:pt x="142" y="39"/>
                </a:cubicBezTo>
                <a:close/>
                <a:moveTo>
                  <a:pt x="91" y="13"/>
                </a:moveTo>
                <a:cubicBezTo>
                  <a:pt x="87" y="13"/>
                  <a:pt x="83" y="13"/>
                  <a:pt x="80" y="13"/>
                </a:cubicBezTo>
                <a:cubicBezTo>
                  <a:pt x="76" y="14"/>
                  <a:pt x="73" y="14"/>
                  <a:pt x="70" y="14"/>
                </a:cubicBezTo>
                <a:cubicBezTo>
                  <a:pt x="67" y="15"/>
                  <a:pt x="65" y="15"/>
                  <a:pt x="62" y="16"/>
                </a:cubicBezTo>
                <a:cubicBezTo>
                  <a:pt x="60" y="16"/>
                  <a:pt x="58" y="17"/>
                  <a:pt x="56" y="17"/>
                </a:cubicBezTo>
                <a:cubicBezTo>
                  <a:pt x="54" y="18"/>
                  <a:pt x="52" y="18"/>
                  <a:pt x="51" y="19"/>
                </a:cubicBezTo>
                <a:cubicBezTo>
                  <a:pt x="49" y="21"/>
                  <a:pt x="48" y="23"/>
                  <a:pt x="48" y="24"/>
                </a:cubicBezTo>
                <a:cubicBezTo>
                  <a:pt x="48" y="25"/>
                  <a:pt x="49" y="27"/>
                  <a:pt x="51" y="29"/>
                </a:cubicBezTo>
                <a:cubicBezTo>
                  <a:pt x="52" y="30"/>
                  <a:pt x="54" y="30"/>
                  <a:pt x="56" y="31"/>
                </a:cubicBezTo>
                <a:cubicBezTo>
                  <a:pt x="58" y="31"/>
                  <a:pt x="60" y="32"/>
                  <a:pt x="62" y="32"/>
                </a:cubicBezTo>
                <a:cubicBezTo>
                  <a:pt x="62" y="32"/>
                  <a:pt x="63" y="32"/>
                  <a:pt x="63" y="32"/>
                </a:cubicBezTo>
                <a:cubicBezTo>
                  <a:pt x="65" y="32"/>
                  <a:pt x="67" y="31"/>
                  <a:pt x="67" y="29"/>
                </a:cubicBezTo>
                <a:cubicBezTo>
                  <a:pt x="67" y="27"/>
                  <a:pt x="66" y="25"/>
                  <a:pt x="64" y="25"/>
                </a:cubicBezTo>
                <a:cubicBezTo>
                  <a:pt x="63" y="24"/>
                  <a:pt x="62" y="24"/>
                  <a:pt x="61" y="24"/>
                </a:cubicBezTo>
                <a:cubicBezTo>
                  <a:pt x="62" y="24"/>
                  <a:pt x="63" y="24"/>
                  <a:pt x="64" y="23"/>
                </a:cubicBezTo>
                <a:cubicBezTo>
                  <a:pt x="66" y="23"/>
                  <a:pt x="68" y="23"/>
                  <a:pt x="71" y="22"/>
                </a:cubicBezTo>
                <a:cubicBezTo>
                  <a:pt x="74" y="22"/>
                  <a:pt x="77" y="22"/>
                  <a:pt x="81" y="21"/>
                </a:cubicBezTo>
                <a:cubicBezTo>
                  <a:pt x="84" y="21"/>
                  <a:pt x="88" y="21"/>
                  <a:pt x="91" y="21"/>
                </a:cubicBezTo>
                <a:cubicBezTo>
                  <a:pt x="94" y="21"/>
                  <a:pt x="95" y="19"/>
                  <a:pt x="95" y="16"/>
                </a:cubicBezTo>
                <a:cubicBezTo>
                  <a:pt x="95" y="14"/>
                  <a:pt x="93" y="12"/>
                  <a:pt x="91" y="13"/>
                </a:cubicBezTo>
                <a:close/>
                <a:moveTo>
                  <a:pt x="181" y="19"/>
                </a:moveTo>
                <a:cubicBezTo>
                  <a:pt x="180" y="18"/>
                  <a:pt x="178" y="18"/>
                  <a:pt x="176" y="17"/>
                </a:cubicBezTo>
                <a:cubicBezTo>
                  <a:pt x="174" y="17"/>
                  <a:pt x="172" y="16"/>
                  <a:pt x="170" y="16"/>
                </a:cubicBezTo>
                <a:cubicBezTo>
                  <a:pt x="167" y="15"/>
                  <a:pt x="165" y="15"/>
                  <a:pt x="162" y="14"/>
                </a:cubicBezTo>
                <a:cubicBezTo>
                  <a:pt x="159" y="14"/>
                  <a:pt x="156" y="14"/>
                  <a:pt x="152" y="13"/>
                </a:cubicBezTo>
                <a:cubicBezTo>
                  <a:pt x="149" y="13"/>
                  <a:pt x="145" y="13"/>
                  <a:pt x="141" y="13"/>
                </a:cubicBezTo>
                <a:cubicBezTo>
                  <a:pt x="139" y="12"/>
                  <a:pt x="137" y="14"/>
                  <a:pt x="137" y="16"/>
                </a:cubicBezTo>
                <a:cubicBezTo>
                  <a:pt x="137" y="19"/>
                  <a:pt x="138" y="21"/>
                  <a:pt x="141" y="21"/>
                </a:cubicBezTo>
                <a:cubicBezTo>
                  <a:pt x="144" y="21"/>
                  <a:pt x="148" y="21"/>
                  <a:pt x="151" y="21"/>
                </a:cubicBezTo>
                <a:cubicBezTo>
                  <a:pt x="155" y="22"/>
                  <a:pt x="158" y="22"/>
                  <a:pt x="161" y="22"/>
                </a:cubicBezTo>
                <a:cubicBezTo>
                  <a:pt x="164" y="23"/>
                  <a:pt x="166" y="23"/>
                  <a:pt x="168" y="23"/>
                </a:cubicBezTo>
                <a:cubicBezTo>
                  <a:pt x="169" y="24"/>
                  <a:pt x="170" y="24"/>
                  <a:pt x="171" y="24"/>
                </a:cubicBezTo>
                <a:cubicBezTo>
                  <a:pt x="170" y="24"/>
                  <a:pt x="169" y="24"/>
                  <a:pt x="168" y="25"/>
                </a:cubicBezTo>
                <a:cubicBezTo>
                  <a:pt x="166" y="25"/>
                  <a:pt x="165" y="27"/>
                  <a:pt x="165" y="29"/>
                </a:cubicBezTo>
                <a:cubicBezTo>
                  <a:pt x="165" y="31"/>
                  <a:pt x="167" y="32"/>
                  <a:pt x="169" y="32"/>
                </a:cubicBezTo>
                <a:cubicBezTo>
                  <a:pt x="169" y="32"/>
                  <a:pt x="170" y="32"/>
                  <a:pt x="170" y="32"/>
                </a:cubicBezTo>
                <a:cubicBezTo>
                  <a:pt x="172" y="32"/>
                  <a:pt x="174" y="31"/>
                  <a:pt x="176" y="31"/>
                </a:cubicBezTo>
                <a:cubicBezTo>
                  <a:pt x="178" y="30"/>
                  <a:pt x="180" y="30"/>
                  <a:pt x="181" y="29"/>
                </a:cubicBezTo>
                <a:cubicBezTo>
                  <a:pt x="183" y="27"/>
                  <a:pt x="184" y="25"/>
                  <a:pt x="184" y="24"/>
                </a:cubicBezTo>
                <a:cubicBezTo>
                  <a:pt x="184" y="23"/>
                  <a:pt x="183" y="21"/>
                  <a:pt x="181" y="19"/>
                </a:cubicBezTo>
                <a:close/>
                <a:moveTo>
                  <a:pt x="95" y="76"/>
                </a:moveTo>
                <a:cubicBezTo>
                  <a:pt x="42" y="129"/>
                  <a:pt x="42" y="129"/>
                  <a:pt x="42" y="129"/>
                </a:cubicBezTo>
                <a:cubicBezTo>
                  <a:pt x="37" y="135"/>
                  <a:pt x="34" y="142"/>
                  <a:pt x="34" y="149"/>
                </a:cubicBezTo>
                <a:cubicBezTo>
                  <a:pt x="34" y="157"/>
                  <a:pt x="37" y="164"/>
                  <a:pt x="42" y="169"/>
                </a:cubicBezTo>
                <a:cubicBezTo>
                  <a:pt x="98" y="225"/>
                  <a:pt x="98" y="225"/>
                  <a:pt x="98" y="225"/>
                </a:cubicBezTo>
                <a:cubicBezTo>
                  <a:pt x="104" y="230"/>
                  <a:pt x="111" y="233"/>
                  <a:pt x="118" y="233"/>
                </a:cubicBezTo>
                <a:cubicBezTo>
                  <a:pt x="125" y="233"/>
                  <a:pt x="132" y="230"/>
                  <a:pt x="138" y="225"/>
                </a:cubicBezTo>
                <a:cubicBezTo>
                  <a:pt x="191" y="172"/>
                  <a:pt x="191" y="172"/>
                  <a:pt x="191" y="172"/>
                </a:cubicBezTo>
                <a:cubicBezTo>
                  <a:pt x="202" y="161"/>
                  <a:pt x="202" y="143"/>
                  <a:pt x="191" y="132"/>
                </a:cubicBezTo>
                <a:cubicBezTo>
                  <a:pt x="135" y="76"/>
                  <a:pt x="135" y="76"/>
                  <a:pt x="135" y="76"/>
                </a:cubicBezTo>
                <a:cubicBezTo>
                  <a:pt x="124" y="66"/>
                  <a:pt x="106" y="66"/>
                  <a:pt x="95" y="76"/>
                </a:cubicBezTo>
                <a:close/>
                <a:moveTo>
                  <a:pt x="185" y="138"/>
                </a:moveTo>
                <a:cubicBezTo>
                  <a:pt x="193" y="146"/>
                  <a:pt x="193" y="158"/>
                  <a:pt x="185" y="166"/>
                </a:cubicBezTo>
                <a:cubicBezTo>
                  <a:pt x="153" y="199"/>
                  <a:pt x="153" y="199"/>
                  <a:pt x="153" y="199"/>
                </a:cubicBezTo>
                <a:cubicBezTo>
                  <a:pt x="126" y="168"/>
                  <a:pt x="122" y="168"/>
                  <a:pt x="120" y="168"/>
                </a:cubicBezTo>
                <a:cubicBezTo>
                  <a:pt x="116" y="168"/>
                  <a:pt x="104" y="171"/>
                  <a:pt x="95" y="174"/>
                </a:cubicBezTo>
                <a:cubicBezTo>
                  <a:pt x="96" y="173"/>
                  <a:pt x="96" y="171"/>
                  <a:pt x="95" y="169"/>
                </a:cubicBezTo>
                <a:cubicBezTo>
                  <a:pt x="93" y="168"/>
                  <a:pt x="91" y="168"/>
                  <a:pt x="89" y="169"/>
                </a:cubicBezTo>
                <a:cubicBezTo>
                  <a:pt x="82" y="177"/>
                  <a:pt x="82" y="177"/>
                  <a:pt x="82" y="177"/>
                </a:cubicBezTo>
                <a:cubicBezTo>
                  <a:pt x="81" y="176"/>
                  <a:pt x="79" y="175"/>
                  <a:pt x="78" y="175"/>
                </a:cubicBezTo>
                <a:cubicBezTo>
                  <a:pt x="77" y="174"/>
                  <a:pt x="75" y="173"/>
                  <a:pt x="74" y="172"/>
                </a:cubicBezTo>
                <a:cubicBezTo>
                  <a:pt x="73" y="172"/>
                  <a:pt x="73" y="171"/>
                  <a:pt x="73" y="171"/>
                </a:cubicBezTo>
                <a:cubicBezTo>
                  <a:pt x="72" y="170"/>
                  <a:pt x="73" y="169"/>
                  <a:pt x="75" y="167"/>
                </a:cubicBezTo>
                <a:cubicBezTo>
                  <a:pt x="80" y="162"/>
                  <a:pt x="88" y="145"/>
                  <a:pt x="88" y="136"/>
                </a:cubicBezTo>
                <a:cubicBezTo>
                  <a:pt x="88" y="132"/>
                  <a:pt x="95" y="126"/>
                  <a:pt x="98" y="123"/>
                </a:cubicBezTo>
                <a:cubicBezTo>
                  <a:pt x="99" y="123"/>
                  <a:pt x="99" y="123"/>
                  <a:pt x="99" y="122"/>
                </a:cubicBezTo>
                <a:cubicBezTo>
                  <a:pt x="102" y="118"/>
                  <a:pt x="107" y="113"/>
                  <a:pt x="108" y="112"/>
                </a:cubicBezTo>
                <a:cubicBezTo>
                  <a:pt x="118" y="112"/>
                  <a:pt x="118" y="112"/>
                  <a:pt x="118" y="112"/>
                </a:cubicBezTo>
                <a:cubicBezTo>
                  <a:pt x="121" y="115"/>
                  <a:pt x="121" y="115"/>
                  <a:pt x="121" y="115"/>
                </a:cubicBezTo>
                <a:cubicBezTo>
                  <a:pt x="123" y="116"/>
                  <a:pt x="125" y="116"/>
                  <a:pt x="126" y="115"/>
                </a:cubicBezTo>
                <a:cubicBezTo>
                  <a:pt x="134" y="110"/>
                  <a:pt x="134" y="110"/>
                  <a:pt x="134" y="110"/>
                </a:cubicBezTo>
                <a:cubicBezTo>
                  <a:pt x="134" y="113"/>
                  <a:pt x="134" y="115"/>
                  <a:pt x="132" y="118"/>
                </a:cubicBezTo>
                <a:cubicBezTo>
                  <a:pt x="130" y="124"/>
                  <a:pt x="124" y="124"/>
                  <a:pt x="124" y="124"/>
                </a:cubicBezTo>
                <a:cubicBezTo>
                  <a:pt x="122" y="124"/>
                  <a:pt x="120" y="126"/>
                  <a:pt x="120" y="128"/>
                </a:cubicBezTo>
                <a:cubicBezTo>
                  <a:pt x="120" y="130"/>
                  <a:pt x="122" y="132"/>
                  <a:pt x="124" y="132"/>
                </a:cubicBezTo>
                <a:cubicBezTo>
                  <a:pt x="124" y="132"/>
                  <a:pt x="135" y="132"/>
                  <a:pt x="140" y="122"/>
                </a:cubicBezTo>
                <a:cubicBezTo>
                  <a:pt x="140" y="121"/>
                  <a:pt x="140" y="121"/>
                  <a:pt x="140" y="120"/>
                </a:cubicBezTo>
                <a:cubicBezTo>
                  <a:pt x="171" y="124"/>
                  <a:pt x="171" y="124"/>
                  <a:pt x="171" y="124"/>
                </a:cubicBezTo>
                <a:lnTo>
                  <a:pt x="185" y="138"/>
                </a:lnTo>
                <a:close/>
                <a:moveTo>
                  <a:pt x="162" y="115"/>
                </a:moveTo>
                <a:cubicBezTo>
                  <a:pt x="142" y="112"/>
                  <a:pt x="142" y="112"/>
                  <a:pt x="142" y="112"/>
                </a:cubicBezTo>
                <a:cubicBezTo>
                  <a:pt x="142" y="107"/>
                  <a:pt x="140" y="102"/>
                  <a:pt x="140" y="102"/>
                </a:cubicBezTo>
                <a:cubicBezTo>
                  <a:pt x="139" y="101"/>
                  <a:pt x="138" y="100"/>
                  <a:pt x="137" y="100"/>
                </a:cubicBezTo>
                <a:cubicBezTo>
                  <a:pt x="136" y="100"/>
                  <a:pt x="135" y="100"/>
                  <a:pt x="134" y="101"/>
                </a:cubicBezTo>
                <a:cubicBezTo>
                  <a:pt x="125" y="107"/>
                  <a:pt x="125" y="107"/>
                  <a:pt x="125" y="107"/>
                </a:cubicBezTo>
                <a:cubicBezTo>
                  <a:pt x="123" y="105"/>
                  <a:pt x="123" y="105"/>
                  <a:pt x="123" y="105"/>
                </a:cubicBezTo>
                <a:cubicBezTo>
                  <a:pt x="122" y="104"/>
                  <a:pt x="121" y="104"/>
                  <a:pt x="120" y="104"/>
                </a:cubicBezTo>
                <a:cubicBezTo>
                  <a:pt x="108" y="104"/>
                  <a:pt x="108" y="104"/>
                  <a:pt x="108" y="104"/>
                </a:cubicBezTo>
                <a:cubicBezTo>
                  <a:pt x="103" y="104"/>
                  <a:pt x="97" y="111"/>
                  <a:pt x="93" y="117"/>
                </a:cubicBezTo>
                <a:cubicBezTo>
                  <a:pt x="90" y="119"/>
                  <a:pt x="80" y="127"/>
                  <a:pt x="80" y="136"/>
                </a:cubicBezTo>
                <a:cubicBezTo>
                  <a:pt x="80" y="143"/>
                  <a:pt x="72" y="158"/>
                  <a:pt x="69" y="161"/>
                </a:cubicBezTo>
                <a:cubicBezTo>
                  <a:pt x="66" y="165"/>
                  <a:pt x="64" y="169"/>
                  <a:pt x="65" y="172"/>
                </a:cubicBezTo>
                <a:cubicBezTo>
                  <a:pt x="65" y="176"/>
                  <a:pt x="67" y="178"/>
                  <a:pt x="70" y="180"/>
                </a:cubicBezTo>
                <a:cubicBezTo>
                  <a:pt x="72" y="180"/>
                  <a:pt x="73" y="181"/>
                  <a:pt x="74" y="182"/>
                </a:cubicBezTo>
                <a:cubicBezTo>
                  <a:pt x="80" y="185"/>
                  <a:pt x="85" y="188"/>
                  <a:pt x="94" y="184"/>
                </a:cubicBezTo>
                <a:cubicBezTo>
                  <a:pt x="101" y="180"/>
                  <a:pt x="115" y="176"/>
                  <a:pt x="119" y="176"/>
                </a:cubicBezTo>
                <a:cubicBezTo>
                  <a:pt x="123" y="178"/>
                  <a:pt x="136" y="192"/>
                  <a:pt x="147" y="204"/>
                </a:cubicBezTo>
                <a:cubicBezTo>
                  <a:pt x="132" y="219"/>
                  <a:pt x="132" y="219"/>
                  <a:pt x="132" y="219"/>
                </a:cubicBezTo>
                <a:cubicBezTo>
                  <a:pt x="124" y="227"/>
                  <a:pt x="112" y="227"/>
                  <a:pt x="104" y="219"/>
                </a:cubicBezTo>
                <a:cubicBezTo>
                  <a:pt x="48" y="163"/>
                  <a:pt x="48" y="163"/>
                  <a:pt x="48" y="163"/>
                </a:cubicBezTo>
                <a:cubicBezTo>
                  <a:pt x="44" y="160"/>
                  <a:pt x="42" y="155"/>
                  <a:pt x="42" y="149"/>
                </a:cubicBezTo>
                <a:cubicBezTo>
                  <a:pt x="42" y="144"/>
                  <a:pt x="44" y="139"/>
                  <a:pt x="48" y="135"/>
                </a:cubicBezTo>
                <a:cubicBezTo>
                  <a:pt x="101" y="82"/>
                  <a:pt x="101" y="82"/>
                  <a:pt x="101" y="82"/>
                </a:cubicBezTo>
                <a:cubicBezTo>
                  <a:pt x="105" y="78"/>
                  <a:pt x="110" y="76"/>
                  <a:pt x="115" y="76"/>
                </a:cubicBezTo>
                <a:cubicBezTo>
                  <a:pt x="120" y="76"/>
                  <a:pt x="125" y="78"/>
                  <a:pt x="129" y="82"/>
                </a:cubicBezTo>
                <a:lnTo>
                  <a:pt x="162" y="115"/>
                </a:lnTo>
                <a:close/>
                <a:moveTo>
                  <a:pt x="108" y="136"/>
                </a:moveTo>
                <a:cubicBezTo>
                  <a:pt x="106" y="136"/>
                  <a:pt x="104" y="138"/>
                  <a:pt x="104" y="140"/>
                </a:cubicBezTo>
                <a:cubicBezTo>
                  <a:pt x="100" y="140"/>
                  <a:pt x="100" y="140"/>
                  <a:pt x="100" y="140"/>
                </a:cubicBezTo>
                <a:cubicBezTo>
                  <a:pt x="98" y="140"/>
                  <a:pt x="96" y="142"/>
                  <a:pt x="96" y="144"/>
                </a:cubicBezTo>
                <a:cubicBezTo>
                  <a:pt x="96" y="146"/>
                  <a:pt x="98" y="148"/>
                  <a:pt x="100" y="148"/>
                </a:cubicBezTo>
                <a:cubicBezTo>
                  <a:pt x="104" y="148"/>
                  <a:pt x="104" y="148"/>
                  <a:pt x="104" y="148"/>
                </a:cubicBezTo>
                <a:cubicBezTo>
                  <a:pt x="109" y="148"/>
                  <a:pt x="112" y="144"/>
                  <a:pt x="112" y="140"/>
                </a:cubicBezTo>
                <a:cubicBezTo>
                  <a:pt x="112" y="138"/>
                  <a:pt x="110" y="136"/>
                  <a:pt x="108" y="13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76" name="Freeform 180">
            <a:extLst>
              <a:ext uri="{FF2B5EF4-FFF2-40B4-BE49-F238E27FC236}">
                <a16:creationId xmlns:a16="http://schemas.microsoft.com/office/drawing/2014/main" id="{88C146EA-DF69-4CBA-9026-6003F038D5C3}"/>
              </a:ext>
            </a:extLst>
          </p:cNvPr>
          <p:cNvSpPr>
            <a:spLocks noChangeAspect="1" noEditPoints="1"/>
          </p:cNvSpPr>
          <p:nvPr/>
        </p:nvSpPr>
        <p:spPr bwMode="auto">
          <a:xfrm>
            <a:off x="5416874" y="4362450"/>
            <a:ext cx="388938" cy="400050"/>
          </a:xfrm>
          <a:custGeom>
            <a:avLst/>
            <a:gdLst>
              <a:gd name="T0" fmla="*/ 240 w 249"/>
              <a:gd name="T1" fmla="*/ 69 h 256"/>
              <a:gd name="T2" fmla="*/ 229 w 249"/>
              <a:gd name="T3" fmla="*/ 46 h 256"/>
              <a:gd name="T4" fmla="*/ 192 w 249"/>
              <a:gd name="T5" fmla="*/ 49 h 256"/>
              <a:gd name="T6" fmla="*/ 185 w 249"/>
              <a:gd name="T7" fmla="*/ 46 h 256"/>
              <a:gd name="T8" fmla="*/ 162 w 249"/>
              <a:gd name="T9" fmla="*/ 17 h 256"/>
              <a:gd name="T10" fmla="*/ 138 w 249"/>
              <a:gd name="T11" fmla="*/ 24 h 256"/>
              <a:gd name="T12" fmla="*/ 125 w 249"/>
              <a:gd name="T13" fmla="*/ 102 h 256"/>
              <a:gd name="T14" fmla="*/ 111 w 249"/>
              <a:gd name="T15" fmla="*/ 65 h 256"/>
              <a:gd name="T16" fmla="*/ 101 w 249"/>
              <a:gd name="T17" fmla="*/ 109 h 256"/>
              <a:gd name="T18" fmla="*/ 117 w 249"/>
              <a:gd name="T19" fmla="*/ 203 h 256"/>
              <a:gd name="T20" fmla="*/ 100 w 249"/>
              <a:gd name="T21" fmla="*/ 256 h 256"/>
              <a:gd name="T22" fmla="*/ 141 w 249"/>
              <a:gd name="T23" fmla="*/ 209 h 256"/>
              <a:gd name="T24" fmla="*/ 204 w 249"/>
              <a:gd name="T25" fmla="*/ 153 h 256"/>
              <a:gd name="T26" fmla="*/ 229 w 249"/>
              <a:gd name="T27" fmla="*/ 116 h 256"/>
              <a:gd name="T28" fmla="*/ 192 w 249"/>
              <a:gd name="T29" fmla="*/ 131 h 256"/>
              <a:gd name="T30" fmla="*/ 189 w 249"/>
              <a:gd name="T31" fmla="*/ 86 h 256"/>
              <a:gd name="T32" fmla="*/ 159 w 249"/>
              <a:gd name="T33" fmla="*/ 76 h 256"/>
              <a:gd name="T34" fmla="*/ 98 w 249"/>
              <a:gd name="T35" fmla="*/ 146 h 256"/>
              <a:gd name="T36" fmla="*/ 126 w 249"/>
              <a:gd name="T37" fmla="*/ 183 h 256"/>
              <a:gd name="T38" fmla="*/ 167 w 249"/>
              <a:gd name="T39" fmla="*/ 172 h 256"/>
              <a:gd name="T40" fmla="*/ 136 w 249"/>
              <a:gd name="T41" fmla="*/ 169 h 256"/>
              <a:gd name="T42" fmla="*/ 131 w 249"/>
              <a:gd name="T43" fmla="*/ 113 h 256"/>
              <a:gd name="T44" fmla="*/ 144 w 249"/>
              <a:gd name="T45" fmla="*/ 151 h 256"/>
              <a:gd name="T46" fmla="*/ 194 w 249"/>
              <a:gd name="T47" fmla="*/ 144 h 256"/>
              <a:gd name="T48" fmla="*/ 136 w 249"/>
              <a:gd name="T49" fmla="*/ 107 h 256"/>
              <a:gd name="T50" fmla="*/ 157 w 249"/>
              <a:gd name="T51" fmla="*/ 109 h 256"/>
              <a:gd name="T52" fmla="*/ 179 w 249"/>
              <a:gd name="T53" fmla="*/ 98 h 256"/>
              <a:gd name="T54" fmla="*/ 82 w 249"/>
              <a:gd name="T55" fmla="*/ 188 h 256"/>
              <a:gd name="T56" fmla="*/ 60 w 249"/>
              <a:gd name="T57" fmla="*/ 178 h 256"/>
              <a:gd name="T58" fmla="*/ 79 w 249"/>
              <a:gd name="T59" fmla="*/ 152 h 256"/>
              <a:gd name="T60" fmla="*/ 21 w 249"/>
              <a:gd name="T61" fmla="*/ 116 h 256"/>
              <a:gd name="T62" fmla="*/ 68 w 249"/>
              <a:gd name="T63" fmla="*/ 138 h 256"/>
              <a:gd name="T64" fmla="*/ 64 w 249"/>
              <a:gd name="T65" fmla="*/ 122 h 256"/>
              <a:gd name="T66" fmla="*/ 60 w 249"/>
              <a:gd name="T67" fmla="*/ 98 h 256"/>
              <a:gd name="T68" fmla="*/ 96 w 249"/>
              <a:gd name="T69" fmla="*/ 72 h 256"/>
              <a:gd name="T70" fmla="*/ 89 w 249"/>
              <a:gd name="T71" fmla="*/ 64 h 256"/>
              <a:gd name="T72" fmla="*/ 86 w 249"/>
              <a:gd name="T73" fmla="*/ 53 h 256"/>
              <a:gd name="T74" fmla="*/ 60 w 249"/>
              <a:gd name="T75" fmla="*/ 4 h 256"/>
              <a:gd name="T76" fmla="*/ 32 w 249"/>
              <a:gd name="T77" fmla="*/ 8 h 256"/>
              <a:gd name="T78" fmla="*/ 17 w 249"/>
              <a:gd name="T79" fmla="*/ 69 h 256"/>
              <a:gd name="T80" fmla="*/ 13 w 249"/>
              <a:gd name="T81" fmla="*/ 76 h 256"/>
              <a:gd name="T82" fmla="*/ 4 w 249"/>
              <a:gd name="T83" fmla="*/ 72 h 256"/>
              <a:gd name="T84" fmla="*/ 27 w 249"/>
              <a:gd name="T85" fmla="*/ 145 h 256"/>
              <a:gd name="T86" fmla="*/ 4 w 249"/>
              <a:gd name="T87" fmla="*/ 116 h 256"/>
              <a:gd name="T88" fmla="*/ 60 w 249"/>
              <a:gd name="T89" fmla="*/ 200 h 256"/>
              <a:gd name="T90" fmla="*/ 68 w 249"/>
              <a:gd name="T91" fmla="*/ 200 h 256"/>
              <a:gd name="T92" fmla="*/ 82 w 249"/>
              <a:gd name="T93" fmla="*/ 188 h 256"/>
              <a:gd name="T94" fmla="*/ 64 w 249"/>
              <a:gd name="T95" fmla="*/ 8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9" h="256">
                <a:moveTo>
                  <a:pt x="217" y="111"/>
                </a:moveTo>
                <a:cubicBezTo>
                  <a:pt x="233" y="105"/>
                  <a:pt x="246" y="75"/>
                  <a:pt x="248" y="72"/>
                </a:cubicBezTo>
                <a:cubicBezTo>
                  <a:pt x="249" y="70"/>
                  <a:pt x="248" y="67"/>
                  <a:pt x="246" y="67"/>
                </a:cubicBezTo>
                <a:cubicBezTo>
                  <a:pt x="244" y="66"/>
                  <a:pt x="241" y="67"/>
                  <a:pt x="240" y="69"/>
                </a:cubicBezTo>
                <a:cubicBezTo>
                  <a:pt x="237" y="77"/>
                  <a:pt x="226" y="97"/>
                  <a:pt x="216" y="102"/>
                </a:cubicBezTo>
                <a:cubicBezTo>
                  <a:pt x="212" y="98"/>
                  <a:pt x="208" y="94"/>
                  <a:pt x="202" y="91"/>
                </a:cubicBezTo>
                <a:cubicBezTo>
                  <a:pt x="201" y="91"/>
                  <a:pt x="199" y="90"/>
                  <a:pt x="198" y="90"/>
                </a:cubicBezTo>
                <a:cubicBezTo>
                  <a:pt x="213" y="82"/>
                  <a:pt x="227" y="50"/>
                  <a:pt x="229" y="46"/>
                </a:cubicBezTo>
                <a:cubicBezTo>
                  <a:pt x="230" y="44"/>
                  <a:pt x="229" y="42"/>
                  <a:pt x="227" y="41"/>
                </a:cubicBezTo>
                <a:cubicBezTo>
                  <a:pt x="225" y="40"/>
                  <a:pt x="222" y="41"/>
                  <a:pt x="221" y="43"/>
                </a:cubicBezTo>
                <a:cubicBezTo>
                  <a:pt x="217" y="54"/>
                  <a:pt x="208" y="70"/>
                  <a:pt x="200" y="78"/>
                </a:cubicBezTo>
                <a:cubicBezTo>
                  <a:pt x="201" y="68"/>
                  <a:pt x="198" y="58"/>
                  <a:pt x="192" y="49"/>
                </a:cubicBezTo>
                <a:cubicBezTo>
                  <a:pt x="202" y="26"/>
                  <a:pt x="202" y="26"/>
                  <a:pt x="202" y="26"/>
                </a:cubicBezTo>
                <a:cubicBezTo>
                  <a:pt x="203" y="24"/>
                  <a:pt x="202" y="22"/>
                  <a:pt x="200" y="21"/>
                </a:cubicBezTo>
                <a:cubicBezTo>
                  <a:pt x="198" y="20"/>
                  <a:pt x="196" y="21"/>
                  <a:pt x="195" y="23"/>
                </a:cubicBezTo>
                <a:cubicBezTo>
                  <a:pt x="185" y="46"/>
                  <a:pt x="185" y="46"/>
                  <a:pt x="185" y="46"/>
                </a:cubicBezTo>
                <a:cubicBezTo>
                  <a:pt x="174" y="47"/>
                  <a:pt x="165" y="53"/>
                  <a:pt x="158" y="60"/>
                </a:cubicBezTo>
                <a:cubicBezTo>
                  <a:pt x="159" y="49"/>
                  <a:pt x="165" y="31"/>
                  <a:pt x="169" y="20"/>
                </a:cubicBezTo>
                <a:cubicBezTo>
                  <a:pt x="170" y="18"/>
                  <a:pt x="169" y="16"/>
                  <a:pt x="167" y="15"/>
                </a:cubicBezTo>
                <a:cubicBezTo>
                  <a:pt x="165" y="14"/>
                  <a:pt x="163" y="15"/>
                  <a:pt x="162" y="17"/>
                </a:cubicBezTo>
                <a:cubicBezTo>
                  <a:pt x="160" y="21"/>
                  <a:pt x="147" y="53"/>
                  <a:pt x="151" y="70"/>
                </a:cubicBezTo>
                <a:cubicBezTo>
                  <a:pt x="150" y="69"/>
                  <a:pt x="149" y="68"/>
                  <a:pt x="147" y="68"/>
                </a:cubicBezTo>
                <a:cubicBezTo>
                  <a:pt x="142" y="65"/>
                  <a:pt x="136" y="64"/>
                  <a:pt x="130" y="65"/>
                </a:cubicBezTo>
                <a:cubicBezTo>
                  <a:pt x="126" y="54"/>
                  <a:pt x="134" y="32"/>
                  <a:pt x="138" y="24"/>
                </a:cubicBezTo>
                <a:cubicBezTo>
                  <a:pt x="138" y="22"/>
                  <a:pt x="137" y="20"/>
                  <a:pt x="135" y="19"/>
                </a:cubicBezTo>
                <a:cubicBezTo>
                  <a:pt x="133" y="18"/>
                  <a:pt x="131" y="19"/>
                  <a:pt x="130" y="21"/>
                </a:cubicBezTo>
                <a:cubicBezTo>
                  <a:pt x="129" y="24"/>
                  <a:pt x="116" y="54"/>
                  <a:pt x="123" y="70"/>
                </a:cubicBezTo>
                <a:cubicBezTo>
                  <a:pt x="120" y="81"/>
                  <a:pt x="121" y="92"/>
                  <a:pt x="125" y="102"/>
                </a:cubicBezTo>
                <a:cubicBezTo>
                  <a:pt x="121" y="102"/>
                  <a:pt x="117" y="101"/>
                  <a:pt x="114" y="102"/>
                </a:cubicBezTo>
                <a:cubicBezTo>
                  <a:pt x="110" y="91"/>
                  <a:pt x="116" y="74"/>
                  <a:pt x="118" y="68"/>
                </a:cubicBezTo>
                <a:cubicBezTo>
                  <a:pt x="119" y="66"/>
                  <a:pt x="118" y="64"/>
                  <a:pt x="116" y="63"/>
                </a:cubicBezTo>
                <a:cubicBezTo>
                  <a:pt x="114" y="62"/>
                  <a:pt x="112" y="63"/>
                  <a:pt x="111" y="65"/>
                </a:cubicBezTo>
                <a:cubicBezTo>
                  <a:pt x="111" y="66"/>
                  <a:pt x="100" y="91"/>
                  <a:pt x="107" y="107"/>
                </a:cubicBezTo>
                <a:cubicBezTo>
                  <a:pt x="104" y="117"/>
                  <a:pt x="105" y="129"/>
                  <a:pt x="109" y="139"/>
                </a:cubicBezTo>
                <a:cubicBezTo>
                  <a:pt x="105" y="138"/>
                  <a:pt x="101" y="138"/>
                  <a:pt x="98" y="139"/>
                </a:cubicBezTo>
                <a:cubicBezTo>
                  <a:pt x="93" y="126"/>
                  <a:pt x="101" y="109"/>
                  <a:pt x="101" y="109"/>
                </a:cubicBezTo>
                <a:cubicBezTo>
                  <a:pt x="102" y="107"/>
                  <a:pt x="101" y="104"/>
                  <a:pt x="99" y="103"/>
                </a:cubicBezTo>
                <a:cubicBezTo>
                  <a:pt x="97" y="102"/>
                  <a:pt x="95" y="103"/>
                  <a:pt x="94" y="105"/>
                </a:cubicBezTo>
                <a:cubicBezTo>
                  <a:pt x="93" y="106"/>
                  <a:pt x="84" y="128"/>
                  <a:pt x="91" y="143"/>
                </a:cubicBezTo>
                <a:cubicBezTo>
                  <a:pt x="85" y="167"/>
                  <a:pt x="96" y="191"/>
                  <a:pt x="117" y="203"/>
                </a:cubicBezTo>
                <a:cubicBezTo>
                  <a:pt x="117" y="203"/>
                  <a:pt x="117" y="203"/>
                  <a:pt x="117" y="203"/>
                </a:cubicBezTo>
                <a:cubicBezTo>
                  <a:pt x="96" y="250"/>
                  <a:pt x="96" y="250"/>
                  <a:pt x="96" y="250"/>
                </a:cubicBezTo>
                <a:cubicBezTo>
                  <a:pt x="95" y="252"/>
                  <a:pt x="96" y="255"/>
                  <a:pt x="98" y="256"/>
                </a:cubicBezTo>
                <a:cubicBezTo>
                  <a:pt x="99" y="256"/>
                  <a:pt x="99" y="256"/>
                  <a:pt x="100" y="256"/>
                </a:cubicBezTo>
                <a:cubicBezTo>
                  <a:pt x="101" y="256"/>
                  <a:pt x="103" y="255"/>
                  <a:pt x="104" y="254"/>
                </a:cubicBezTo>
                <a:cubicBezTo>
                  <a:pt x="124" y="206"/>
                  <a:pt x="124" y="206"/>
                  <a:pt x="124" y="206"/>
                </a:cubicBezTo>
                <a:cubicBezTo>
                  <a:pt x="124" y="206"/>
                  <a:pt x="124" y="206"/>
                  <a:pt x="124" y="206"/>
                </a:cubicBezTo>
                <a:cubicBezTo>
                  <a:pt x="130" y="208"/>
                  <a:pt x="136" y="209"/>
                  <a:pt x="141" y="209"/>
                </a:cubicBezTo>
                <a:cubicBezTo>
                  <a:pt x="159" y="209"/>
                  <a:pt x="176" y="200"/>
                  <a:pt x="185" y="184"/>
                </a:cubicBezTo>
                <a:cubicBezTo>
                  <a:pt x="201" y="179"/>
                  <a:pt x="211" y="157"/>
                  <a:pt x="211" y="156"/>
                </a:cubicBezTo>
                <a:cubicBezTo>
                  <a:pt x="212" y="154"/>
                  <a:pt x="211" y="152"/>
                  <a:pt x="209" y="151"/>
                </a:cubicBezTo>
                <a:cubicBezTo>
                  <a:pt x="207" y="150"/>
                  <a:pt x="205" y="151"/>
                  <a:pt x="204" y="153"/>
                </a:cubicBezTo>
                <a:cubicBezTo>
                  <a:pt x="204" y="153"/>
                  <a:pt x="196" y="171"/>
                  <a:pt x="184" y="176"/>
                </a:cubicBezTo>
                <a:cubicBezTo>
                  <a:pt x="182" y="173"/>
                  <a:pt x="179" y="170"/>
                  <a:pt x="176" y="168"/>
                </a:cubicBezTo>
                <a:cubicBezTo>
                  <a:pt x="187" y="164"/>
                  <a:pt x="195" y="157"/>
                  <a:pt x="201" y="147"/>
                </a:cubicBezTo>
                <a:cubicBezTo>
                  <a:pt x="217" y="142"/>
                  <a:pt x="228" y="117"/>
                  <a:pt x="229" y="116"/>
                </a:cubicBezTo>
                <a:cubicBezTo>
                  <a:pt x="229" y="114"/>
                  <a:pt x="229" y="112"/>
                  <a:pt x="227" y="111"/>
                </a:cubicBezTo>
                <a:cubicBezTo>
                  <a:pt x="224" y="110"/>
                  <a:pt x="222" y="111"/>
                  <a:pt x="221" y="113"/>
                </a:cubicBezTo>
                <a:cubicBezTo>
                  <a:pt x="219" y="119"/>
                  <a:pt x="210" y="135"/>
                  <a:pt x="200" y="139"/>
                </a:cubicBezTo>
                <a:cubicBezTo>
                  <a:pt x="198" y="136"/>
                  <a:pt x="195" y="134"/>
                  <a:pt x="192" y="131"/>
                </a:cubicBezTo>
                <a:cubicBezTo>
                  <a:pt x="202" y="127"/>
                  <a:pt x="211" y="120"/>
                  <a:pt x="217" y="111"/>
                </a:cubicBezTo>
                <a:close/>
                <a:moveTo>
                  <a:pt x="160" y="73"/>
                </a:moveTo>
                <a:cubicBezTo>
                  <a:pt x="165" y="63"/>
                  <a:pt x="174" y="55"/>
                  <a:pt x="186" y="54"/>
                </a:cubicBezTo>
                <a:cubicBezTo>
                  <a:pt x="192" y="63"/>
                  <a:pt x="194" y="75"/>
                  <a:pt x="189" y="86"/>
                </a:cubicBezTo>
                <a:cubicBezTo>
                  <a:pt x="189" y="87"/>
                  <a:pt x="188" y="88"/>
                  <a:pt x="188" y="89"/>
                </a:cubicBezTo>
                <a:cubicBezTo>
                  <a:pt x="180" y="89"/>
                  <a:pt x="173" y="91"/>
                  <a:pt x="168" y="96"/>
                </a:cubicBezTo>
                <a:cubicBezTo>
                  <a:pt x="167" y="93"/>
                  <a:pt x="166" y="89"/>
                  <a:pt x="165" y="86"/>
                </a:cubicBezTo>
                <a:cubicBezTo>
                  <a:pt x="164" y="82"/>
                  <a:pt x="162" y="79"/>
                  <a:pt x="159" y="76"/>
                </a:cubicBezTo>
                <a:cubicBezTo>
                  <a:pt x="159" y="75"/>
                  <a:pt x="160" y="74"/>
                  <a:pt x="160" y="73"/>
                </a:cubicBezTo>
                <a:close/>
                <a:moveTo>
                  <a:pt x="178" y="181"/>
                </a:moveTo>
                <a:cubicBezTo>
                  <a:pt x="166" y="198"/>
                  <a:pt x="143" y="205"/>
                  <a:pt x="124" y="197"/>
                </a:cubicBezTo>
                <a:cubicBezTo>
                  <a:pt x="104" y="188"/>
                  <a:pt x="94" y="167"/>
                  <a:pt x="98" y="146"/>
                </a:cubicBezTo>
                <a:cubicBezTo>
                  <a:pt x="103" y="146"/>
                  <a:pt x="108" y="146"/>
                  <a:pt x="112" y="148"/>
                </a:cubicBezTo>
                <a:cubicBezTo>
                  <a:pt x="113" y="149"/>
                  <a:pt x="114" y="149"/>
                  <a:pt x="115" y="150"/>
                </a:cubicBezTo>
                <a:cubicBezTo>
                  <a:pt x="115" y="150"/>
                  <a:pt x="115" y="150"/>
                  <a:pt x="115" y="150"/>
                </a:cubicBezTo>
                <a:cubicBezTo>
                  <a:pt x="126" y="156"/>
                  <a:pt x="131" y="170"/>
                  <a:pt x="126" y="183"/>
                </a:cubicBezTo>
                <a:cubicBezTo>
                  <a:pt x="125" y="183"/>
                  <a:pt x="125" y="184"/>
                  <a:pt x="125" y="184"/>
                </a:cubicBezTo>
                <a:cubicBezTo>
                  <a:pt x="125" y="186"/>
                  <a:pt x="126" y="187"/>
                  <a:pt x="128" y="188"/>
                </a:cubicBezTo>
                <a:cubicBezTo>
                  <a:pt x="130" y="189"/>
                  <a:pt x="132" y="188"/>
                  <a:pt x="133" y="186"/>
                </a:cubicBezTo>
                <a:cubicBezTo>
                  <a:pt x="139" y="173"/>
                  <a:pt x="154" y="166"/>
                  <a:pt x="167" y="172"/>
                </a:cubicBezTo>
                <a:cubicBezTo>
                  <a:pt x="172" y="174"/>
                  <a:pt x="175" y="177"/>
                  <a:pt x="178" y="181"/>
                </a:cubicBezTo>
                <a:close/>
                <a:moveTo>
                  <a:pt x="194" y="144"/>
                </a:moveTo>
                <a:cubicBezTo>
                  <a:pt x="187" y="154"/>
                  <a:pt x="177" y="161"/>
                  <a:pt x="165" y="163"/>
                </a:cubicBezTo>
                <a:cubicBezTo>
                  <a:pt x="155" y="160"/>
                  <a:pt x="144" y="163"/>
                  <a:pt x="136" y="169"/>
                </a:cubicBezTo>
                <a:cubicBezTo>
                  <a:pt x="135" y="159"/>
                  <a:pt x="129" y="149"/>
                  <a:pt x="120" y="144"/>
                </a:cubicBezTo>
                <a:cubicBezTo>
                  <a:pt x="114" y="133"/>
                  <a:pt x="112" y="121"/>
                  <a:pt x="114" y="110"/>
                </a:cubicBezTo>
                <a:cubicBezTo>
                  <a:pt x="119" y="109"/>
                  <a:pt x="124" y="110"/>
                  <a:pt x="128" y="112"/>
                </a:cubicBezTo>
                <a:cubicBezTo>
                  <a:pt x="129" y="112"/>
                  <a:pt x="130" y="113"/>
                  <a:pt x="131" y="113"/>
                </a:cubicBezTo>
                <a:cubicBezTo>
                  <a:pt x="131" y="113"/>
                  <a:pt x="131" y="113"/>
                  <a:pt x="131" y="113"/>
                </a:cubicBezTo>
                <a:cubicBezTo>
                  <a:pt x="142" y="120"/>
                  <a:pt x="147" y="134"/>
                  <a:pt x="142" y="146"/>
                </a:cubicBezTo>
                <a:cubicBezTo>
                  <a:pt x="141" y="146"/>
                  <a:pt x="141" y="147"/>
                  <a:pt x="141" y="147"/>
                </a:cubicBezTo>
                <a:cubicBezTo>
                  <a:pt x="141" y="149"/>
                  <a:pt x="142" y="150"/>
                  <a:pt x="144" y="151"/>
                </a:cubicBezTo>
                <a:cubicBezTo>
                  <a:pt x="146" y="152"/>
                  <a:pt x="148" y="151"/>
                  <a:pt x="149" y="149"/>
                </a:cubicBezTo>
                <a:cubicBezTo>
                  <a:pt x="152" y="143"/>
                  <a:pt x="157" y="138"/>
                  <a:pt x="163" y="135"/>
                </a:cubicBezTo>
                <a:cubicBezTo>
                  <a:pt x="170" y="133"/>
                  <a:pt x="177" y="133"/>
                  <a:pt x="183" y="135"/>
                </a:cubicBezTo>
                <a:cubicBezTo>
                  <a:pt x="187" y="137"/>
                  <a:pt x="191" y="140"/>
                  <a:pt x="194" y="144"/>
                </a:cubicBezTo>
                <a:close/>
                <a:moveTo>
                  <a:pt x="181" y="126"/>
                </a:moveTo>
                <a:cubicBezTo>
                  <a:pt x="174" y="125"/>
                  <a:pt x="167" y="125"/>
                  <a:pt x="160" y="128"/>
                </a:cubicBezTo>
                <a:cubicBezTo>
                  <a:pt x="157" y="129"/>
                  <a:pt x="154" y="131"/>
                  <a:pt x="152" y="133"/>
                </a:cubicBezTo>
                <a:cubicBezTo>
                  <a:pt x="151" y="122"/>
                  <a:pt x="145" y="113"/>
                  <a:pt x="136" y="107"/>
                </a:cubicBezTo>
                <a:cubicBezTo>
                  <a:pt x="130" y="97"/>
                  <a:pt x="127" y="85"/>
                  <a:pt x="130" y="73"/>
                </a:cubicBezTo>
                <a:cubicBezTo>
                  <a:pt x="135" y="72"/>
                  <a:pt x="140" y="73"/>
                  <a:pt x="144" y="75"/>
                </a:cubicBezTo>
                <a:cubicBezTo>
                  <a:pt x="150" y="78"/>
                  <a:pt x="155" y="83"/>
                  <a:pt x="158" y="89"/>
                </a:cubicBezTo>
                <a:cubicBezTo>
                  <a:pt x="160" y="96"/>
                  <a:pt x="160" y="103"/>
                  <a:pt x="157" y="109"/>
                </a:cubicBezTo>
                <a:cubicBezTo>
                  <a:pt x="157" y="110"/>
                  <a:pt x="157" y="110"/>
                  <a:pt x="157" y="111"/>
                </a:cubicBezTo>
                <a:cubicBezTo>
                  <a:pt x="157" y="112"/>
                  <a:pt x="158" y="114"/>
                  <a:pt x="160" y="114"/>
                </a:cubicBezTo>
                <a:cubicBezTo>
                  <a:pt x="162" y="115"/>
                  <a:pt x="164" y="114"/>
                  <a:pt x="165" y="112"/>
                </a:cubicBezTo>
                <a:cubicBezTo>
                  <a:pt x="168" y="106"/>
                  <a:pt x="173" y="101"/>
                  <a:pt x="179" y="98"/>
                </a:cubicBezTo>
                <a:cubicBezTo>
                  <a:pt x="186" y="96"/>
                  <a:pt x="193" y="96"/>
                  <a:pt x="199" y="99"/>
                </a:cubicBezTo>
                <a:cubicBezTo>
                  <a:pt x="203" y="101"/>
                  <a:pt x="207" y="104"/>
                  <a:pt x="210" y="107"/>
                </a:cubicBezTo>
                <a:cubicBezTo>
                  <a:pt x="203" y="117"/>
                  <a:pt x="193" y="124"/>
                  <a:pt x="181" y="126"/>
                </a:cubicBezTo>
                <a:close/>
                <a:moveTo>
                  <a:pt x="82" y="188"/>
                </a:moveTo>
                <a:cubicBezTo>
                  <a:pt x="77" y="191"/>
                  <a:pt x="70" y="192"/>
                  <a:pt x="64" y="192"/>
                </a:cubicBezTo>
                <a:cubicBezTo>
                  <a:pt x="43" y="192"/>
                  <a:pt x="24" y="177"/>
                  <a:pt x="21" y="156"/>
                </a:cubicBezTo>
                <a:cubicBezTo>
                  <a:pt x="25" y="153"/>
                  <a:pt x="29" y="152"/>
                  <a:pt x="34" y="152"/>
                </a:cubicBezTo>
                <a:cubicBezTo>
                  <a:pt x="48" y="152"/>
                  <a:pt x="60" y="164"/>
                  <a:pt x="60" y="178"/>
                </a:cubicBezTo>
                <a:cubicBezTo>
                  <a:pt x="60" y="180"/>
                  <a:pt x="62" y="182"/>
                  <a:pt x="64" y="182"/>
                </a:cubicBezTo>
                <a:cubicBezTo>
                  <a:pt x="66" y="182"/>
                  <a:pt x="68" y="180"/>
                  <a:pt x="68" y="178"/>
                </a:cubicBezTo>
                <a:cubicBezTo>
                  <a:pt x="68" y="170"/>
                  <a:pt x="72" y="162"/>
                  <a:pt x="78" y="157"/>
                </a:cubicBezTo>
                <a:cubicBezTo>
                  <a:pt x="80" y="156"/>
                  <a:pt x="81" y="153"/>
                  <a:pt x="79" y="152"/>
                </a:cubicBezTo>
                <a:cubicBezTo>
                  <a:pt x="78" y="150"/>
                  <a:pt x="75" y="149"/>
                  <a:pt x="74" y="151"/>
                </a:cubicBezTo>
                <a:cubicBezTo>
                  <a:pt x="70" y="154"/>
                  <a:pt x="66" y="158"/>
                  <a:pt x="64" y="162"/>
                </a:cubicBezTo>
                <a:cubicBezTo>
                  <a:pt x="59" y="153"/>
                  <a:pt x="50" y="146"/>
                  <a:pt x="39" y="144"/>
                </a:cubicBezTo>
                <a:cubicBezTo>
                  <a:pt x="30" y="138"/>
                  <a:pt x="23" y="127"/>
                  <a:pt x="21" y="116"/>
                </a:cubicBezTo>
                <a:cubicBezTo>
                  <a:pt x="25" y="113"/>
                  <a:pt x="29" y="112"/>
                  <a:pt x="34" y="112"/>
                </a:cubicBezTo>
                <a:cubicBezTo>
                  <a:pt x="48" y="112"/>
                  <a:pt x="60" y="124"/>
                  <a:pt x="60" y="138"/>
                </a:cubicBezTo>
                <a:cubicBezTo>
                  <a:pt x="60" y="140"/>
                  <a:pt x="62" y="142"/>
                  <a:pt x="64" y="142"/>
                </a:cubicBezTo>
                <a:cubicBezTo>
                  <a:pt x="66" y="142"/>
                  <a:pt x="68" y="140"/>
                  <a:pt x="68" y="138"/>
                </a:cubicBezTo>
                <a:cubicBezTo>
                  <a:pt x="68" y="128"/>
                  <a:pt x="73" y="120"/>
                  <a:pt x="82" y="115"/>
                </a:cubicBezTo>
                <a:cubicBezTo>
                  <a:pt x="84" y="114"/>
                  <a:pt x="85" y="112"/>
                  <a:pt x="84" y="110"/>
                </a:cubicBezTo>
                <a:cubicBezTo>
                  <a:pt x="83" y="108"/>
                  <a:pt x="80" y="107"/>
                  <a:pt x="78" y="108"/>
                </a:cubicBezTo>
                <a:cubicBezTo>
                  <a:pt x="72" y="111"/>
                  <a:pt x="67" y="116"/>
                  <a:pt x="64" y="122"/>
                </a:cubicBezTo>
                <a:cubicBezTo>
                  <a:pt x="59" y="113"/>
                  <a:pt x="50" y="106"/>
                  <a:pt x="39" y="104"/>
                </a:cubicBezTo>
                <a:cubicBezTo>
                  <a:pt x="30" y="98"/>
                  <a:pt x="23" y="87"/>
                  <a:pt x="21" y="76"/>
                </a:cubicBezTo>
                <a:cubicBezTo>
                  <a:pt x="25" y="73"/>
                  <a:pt x="29" y="72"/>
                  <a:pt x="34" y="72"/>
                </a:cubicBezTo>
                <a:cubicBezTo>
                  <a:pt x="48" y="72"/>
                  <a:pt x="60" y="84"/>
                  <a:pt x="60" y="98"/>
                </a:cubicBezTo>
                <a:cubicBezTo>
                  <a:pt x="60" y="100"/>
                  <a:pt x="62" y="102"/>
                  <a:pt x="64" y="102"/>
                </a:cubicBezTo>
                <a:cubicBezTo>
                  <a:pt x="66" y="102"/>
                  <a:pt x="68" y="100"/>
                  <a:pt x="68" y="98"/>
                </a:cubicBezTo>
                <a:cubicBezTo>
                  <a:pt x="68" y="84"/>
                  <a:pt x="80" y="72"/>
                  <a:pt x="94" y="72"/>
                </a:cubicBezTo>
                <a:cubicBezTo>
                  <a:pt x="95" y="72"/>
                  <a:pt x="95" y="72"/>
                  <a:pt x="96" y="72"/>
                </a:cubicBezTo>
                <a:cubicBezTo>
                  <a:pt x="98" y="72"/>
                  <a:pt x="100" y="71"/>
                  <a:pt x="100" y="68"/>
                </a:cubicBezTo>
                <a:cubicBezTo>
                  <a:pt x="100" y="66"/>
                  <a:pt x="98" y="64"/>
                  <a:pt x="96" y="64"/>
                </a:cubicBezTo>
                <a:cubicBezTo>
                  <a:pt x="96" y="64"/>
                  <a:pt x="95" y="64"/>
                  <a:pt x="94" y="64"/>
                </a:cubicBezTo>
                <a:cubicBezTo>
                  <a:pt x="92" y="64"/>
                  <a:pt x="91" y="64"/>
                  <a:pt x="89" y="64"/>
                </a:cubicBezTo>
                <a:cubicBezTo>
                  <a:pt x="100" y="51"/>
                  <a:pt x="100" y="16"/>
                  <a:pt x="100" y="12"/>
                </a:cubicBezTo>
                <a:cubicBezTo>
                  <a:pt x="100" y="10"/>
                  <a:pt x="99" y="8"/>
                  <a:pt x="96" y="8"/>
                </a:cubicBezTo>
                <a:cubicBezTo>
                  <a:pt x="94" y="8"/>
                  <a:pt x="92" y="10"/>
                  <a:pt x="92" y="12"/>
                </a:cubicBezTo>
                <a:cubicBezTo>
                  <a:pt x="92" y="24"/>
                  <a:pt x="91" y="42"/>
                  <a:pt x="86" y="53"/>
                </a:cubicBezTo>
                <a:cubicBezTo>
                  <a:pt x="84" y="43"/>
                  <a:pt x="77" y="35"/>
                  <a:pt x="68" y="30"/>
                </a:cubicBezTo>
                <a:cubicBezTo>
                  <a:pt x="68" y="4"/>
                  <a:pt x="68" y="4"/>
                  <a:pt x="68" y="4"/>
                </a:cubicBezTo>
                <a:cubicBezTo>
                  <a:pt x="68" y="2"/>
                  <a:pt x="66" y="0"/>
                  <a:pt x="64" y="0"/>
                </a:cubicBezTo>
                <a:cubicBezTo>
                  <a:pt x="62" y="0"/>
                  <a:pt x="60" y="2"/>
                  <a:pt x="60" y="4"/>
                </a:cubicBezTo>
                <a:cubicBezTo>
                  <a:pt x="60" y="30"/>
                  <a:pt x="60" y="30"/>
                  <a:pt x="60" y="30"/>
                </a:cubicBezTo>
                <a:cubicBezTo>
                  <a:pt x="51" y="35"/>
                  <a:pt x="44" y="43"/>
                  <a:pt x="42" y="53"/>
                </a:cubicBezTo>
                <a:cubicBezTo>
                  <a:pt x="37" y="42"/>
                  <a:pt x="36" y="24"/>
                  <a:pt x="36" y="12"/>
                </a:cubicBezTo>
                <a:cubicBezTo>
                  <a:pt x="36" y="10"/>
                  <a:pt x="34" y="8"/>
                  <a:pt x="32" y="8"/>
                </a:cubicBezTo>
                <a:cubicBezTo>
                  <a:pt x="29" y="8"/>
                  <a:pt x="28" y="10"/>
                  <a:pt x="28" y="12"/>
                </a:cubicBezTo>
                <a:cubicBezTo>
                  <a:pt x="28" y="16"/>
                  <a:pt x="28" y="51"/>
                  <a:pt x="39" y="64"/>
                </a:cubicBezTo>
                <a:cubicBezTo>
                  <a:pt x="37" y="64"/>
                  <a:pt x="36" y="64"/>
                  <a:pt x="34" y="64"/>
                </a:cubicBezTo>
                <a:cubicBezTo>
                  <a:pt x="28" y="64"/>
                  <a:pt x="22" y="66"/>
                  <a:pt x="17" y="69"/>
                </a:cubicBezTo>
                <a:cubicBezTo>
                  <a:pt x="10" y="60"/>
                  <a:pt x="8" y="37"/>
                  <a:pt x="8" y="28"/>
                </a:cubicBezTo>
                <a:cubicBezTo>
                  <a:pt x="8" y="26"/>
                  <a:pt x="6" y="24"/>
                  <a:pt x="4" y="24"/>
                </a:cubicBezTo>
                <a:cubicBezTo>
                  <a:pt x="2" y="24"/>
                  <a:pt x="0" y="26"/>
                  <a:pt x="0" y="28"/>
                </a:cubicBezTo>
                <a:cubicBezTo>
                  <a:pt x="0" y="32"/>
                  <a:pt x="0" y="64"/>
                  <a:pt x="13" y="76"/>
                </a:cubicBezTo>
                <a:cubicBezTo>
                  <a:pt x="14" y="87"/>
                  <a:pt x="19" y="97"/>
                  <a:pt x="27" y="105"/>
                </a:cubicBezTo>
                <a:cubicBezTo>
                  <a:pt x="24" y="105"/>
                  <a:pt x="20" y="107"/>
                  <a:pt x="17" y="109"/>
                </a:cubicBezTo>
                <a:cubicBezTo>
                  <a:pt x="10" y="101"/>
                  <a:pt x="8" y="83"/>
                  <a:pt x="8" y="76"/>
                </a:cubicBezTo>
                <a:cubicBezTo>
                  <a:pt x="8" y="74"/>
                  <a:pt x="6" y="72"/>
                  <a:pt x="4" y="72"/>
                </a:cubicBezTo>
                <a:cubicBezTo>
                  <a:pt x="4" y="72"/>
                  <a:pt x="4" y="72"/>
                  <a:pt x="4" y="72"/>
                </a:cubicBezTo>
                <a:cubicBezTo>
                  <a:pt x="2" y="72"/>
                  <a:pt x="0" y="74"/>
                  <a:pt x="0" y="76"/>
                </a:cubicBezTo>
                <a:cubicBezTo>
                  <a:pt x="0" y="77"/>
                  <a:pt x="0" y="104"/>
                  <a:pt x="13" y="116"/>
                </a:cubicBezTo>
                <a:cubicBezTo>
                  <a:pt x="14" y="127"/>
                  <a:pt x="19" y="137"/>
                  <a:pt x="27" y="145"/>
                </a:cubicBezTo>
                <a:cubicBezTo>
                  <a:pt x="24" y="145"/>
                  <a:pt x="20" y="147"/>
                  <a:pt x="17" y="149"/>
                </a:cubicBezTo>
                <a:cubicBezTo>
                  <a:pt x="8" y="139"/>
                  <a:pt x="8" y="120"/>
                  <a:pt x="8" y="120"/>
                </a:cubicBezTo>
                <a:cubicBezTo>
                  <a:pt x="8" y="118"/>
                  <a:pt x="6" y="116"/>
                  <a:pt x="4" y="116"/>
                </a:cubicBezTo>
                <a:cubicBezTo>
                  <a:pt x="4" y="116"/>
                  <a:pt x="4" y="116"/>
                  <a:pt x="4" y="116"/>
                </a:cubicBezTo>
                <a:cubicBezTo>
                  <a:pt x="2" y="116"/>
                  <a:pt x="0" y="118"/>
                  <a:pt x="0" y="120"/>
                </a:cubicBezTo>
                <a:cubicBezTo>
                  <a:pt x="0" y="121"/>
                  <a:pt x="0" y="144"/>
                  <a:pt x="13" y="156"/>
                </a:cubicBezTo>
                <a:cubicBezTo>
                  <a:pt x="16" y="180"/>
                  <a:pt x="36" y="198"/>
                  <a:pt x="60" y="200"/>
                </a:cubicBezTo>
                <a:cubicBezTo>
                  <a:pt x="60" y="200"/>
                  <a:pt x="60" y="200"/>
                  <a:pt x="60" y="200"/>
                </a:cubicBezTo>
                <a:cubicBezTo>
                  <a:pt x="60" y="252"/>
                  <a:pt x="60" y="252"/>
                  <a:pt x="60" y="252"/>
                </a:cubicBezTo>
                <a:cubicBezTo>
                  <a:pt x="60" y="254"/>
                  <a:pt x="62" y="256"/>
                  <a:pt x="64" y="256"/>
                </a:cubicBezTo>
                <a:cubicBezTo>
                  <a:pt x="66" y="256"/>
                  <a:pt x="68" y="254"/>
                  <a:pt x="68" y="252"/>
                </a:cubicBezTo>
                <a:cubicBezTo>
                  <a:pt x="68" y="200"/>
                  <a:pt x="68" y="200"/>
                  <a:pt x="68" y="200"/>
                </a:cubicBezTo>
                <a:cubicBezTo>
                  <a:pt x="68" y="200"/>
                  <a:pt x="68" y="200"/>
                  <a:pt x="68" y="200"/>
                </a:cubicBezTo>
                <a:cubicBezTo>
                  <a:pt x="74" y="199"/>
                  <a:pt x="80" y="198"/>
                  <a:pt x="86" y="195"/>
                </a:cubicBezTo>
                <a:cubicBezTo>
                  <a:pt x="88" y="194"/>
                  <a:pt x="89" y="192"/>
                  <a:pt x="88" y="190"/>
                </a:cubicBezTo>
                <a:cubicBezTo>
                  <a:pt x="87" y="188"/>
                  <a:pt x="84" y="187"/>
                  <a:pt x="82" y="188"/>
                </a:cubicBezTo>
                <a:close/>
                <a:moveTo>
                  <a:pt x="64" y="36"/>
                </a:moveTo>
                <a:cubicBezTo>
                  <a:pt x="74" y="42"/>
                  <a:pt x="80" y="52"/>
                  <a:pt x="80" y="64"/>
                </a:cubicBezTo>
                <a:cubicBezTo>
                  <a:pt x="80" y="65"/>
                  <a:pt x="80" y="66"/>
                  <a:pt x="80" y="67"/>
                </a:cubicBezTo>
                <a:cubicBezTo>
                  <a:pt x="73" y="70"/>
                  <a:pt x="67" y="76"/>
                  <a:pt x="64" y="82"/>
                </a:cubicBezTo>
                <a:cubicBezTo>
                  <a:pt x="61" y="75"/>
                  <a:pt x="55" y="70"/>
                  <a:pt x="48" y="67"/>
                </a:cubicBezTo>
                <a:cubicBezTo>
                  <a:pt x="48" y="66"/>
                  <a:pt x="48" y="65"/>
                  <a:pt x="48" y="64"/>
                </a:cubicBezTo>
                <a:cubicBezTo>
                  <a:pt x="48" y="52"/>
                  <a:pt x="54" y="42"/>
                  <a:pt x="64" y="3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79" name="Freeform 184">
            <a:extLst>
              <a:ext uri="{FF2B5EF4-FFF2-40B4-BE49-F238E27FC236}">
                <a16:creationId xmlns:a16="http://schemas.microsoft.com/office/drawing/2014/main" id="{B39AEF34-9DBA-492A-A1AF-9FEB7A310034}"/>
              </a:ext>
            </a:extLst>
          </p:cNvPr>
          <p:cNvSpPr>
            <a:spLocks noChangeAspect="1" noEditPoints="1"/>
          </p:cNvSpPr>
          <p:nvPr/>
        </p:nvSpPr>
        <p:spPr bwMode="auto">
          <a:xfrm>
            <a:off x="6383727" y="4368800"/>
            <a:ext cx="390525" cy="387350"/>
          </a:xfrm>
          <a:custGeom>
            <a:avLst/>
            <a:gdLst>
              <a:gd name="T0" fmla="*/ 165 w 250"/>
              <a:gd name="T1" fmla="*/ 93 h 248"/>
              <a:gd name="T2" fmla="*/ 65 w 250"/>
              <a:gd name="T3" fmla="*/ 60 h 248"/>
              <a:gd name="T4" fmla="*/ 113 w 250"/>
              <a:gd name="T5" fmla="*/ 46 h 248"/>
              <a:gd name="T6" fmla="*/ 131 w 250"/>
              <a:gd name="T7" fmla="*/ 41 h 248"/>
              <a:gd name="T8" fmla="*/ 153 w 250"/>
              <a:gd name="T9" fmla="*/ 48 h 248"/>
              <a:gd name="T10" fmla="*/ 153 w 250"/>
              <a:gd name="T11" fmla="*/ 56 h 248"/>
              <a:gd name="T12" fmla="*/ 169 w 250"/>
              <a:gd name="T13" fmla="*/ 64 h 248"/>
              <a:gd name="T14" fmla="*/ 91 w 250"/>
              <a:gd name="T15" fmla="*/ 69 h 248"/>
              <a:gd name="T16" fmla="*/ 106 w 250"/>
              <a:gd name="T17" fmla="*/ 76 h 248"/>
              <a:gd name="T18" fmla="*/ 129 w 250"/>
              <a:gd name="T19" fmla="*/ 48 h 248"/>
              <a:gd name="T20" fmla="*/ 127 w 250"/>
              <a:gd name="T21" fmla="*/ 60 h 248"/>
              <a:gd name="T22" fmla="*/ 117 w 250"/>
              <a:gd name="T23" fmla="*/ 96 h 248"/>
              <a:gd name="T24" fmla="*/ 125 w 250"/>
              <a:gd name="T25" fmla="*/ 140 h 248"/>
              <a:gd name="T26" fmla="*/ 125 w 250"/>
              <a:gd name="T27" fmla="*/ 96 h 248"/>
              <a:gd name="T28" fmla="*/ 100 w 250"/>
              <a:gd name="T29" fmla="*/ 97 h 248"/>
              <a:gd name="T30" fmla="*/ 93 w 250"/>
              <a:gd name="T31" fmla="*/ 64 h 248"/>
              <a:gd name="T32" fmla="*/ 96 w 250"/>
              <a:gd name="T33" fmla="*/ 109 h 248"/>
              <a:gd name="T34" fmla="*/ 101 w 250"/>
              <a:gd name="T35" fmla="*/ 128 h 248"/>
              <a:gd name="T36" fmla="*/ 100 w 250"/>
              <a:gd name="T37" fmla="*/ 97 h 248"/>
              <a:gd name="T38" fmla="*/ 153 w 250"/>
              <a:gd name="T39" fmla="*/ 60 h 248"/>
              <a:gd name="T40" fmla="*/ 145 w 250"/>
              <a:gd name="T41" fmla="*/ 100 h 248"/>
              <a:gd name="T42" fmla="*/ 153 w 250"/>
              <a:gd name="T43" fmla="*/ 132 h 248"/>
              <a:gd name="T44" fmla="*/ 153 w 250"/>
              <a:gd name="T45" fmla="*/ 100 h 248"/>
              <a:gd name="T46" fmla="*/ 149 w 250"/>
              <a:gd name="T47" fmla="*/ 185 h 248"/>
              <a:gd name="T48" fmla="*/ 97 w 250"/>
              <a:gd name="T49" fmla="*/ 185 h 248"/>
              <a:gd name="T50" fmla="*/ 36 w 250"/>
              <a:gd name="T51" fmla="*/ 185 h 248"/>
              <a:gd name="T52" fmla="*/ 55 w 250"/>
              <a:gd name="T53" fmla="*/ 191 h 248"/>
              <a:gd name="T54" fmla="*/ 116 w 250"/>
              <a:gd name="T55" fmla="*/ 191 h 248"/>
              <a:gd name="T56" fmla="*/ 168 w 250"/>
              <a:gd name="T57" fmla="*/ 191 h 248"/>
              <a:gd name="T58" fmla="*/ 221 w 250"/>
              <a:gd name="T59" fmla="*/ 192 h 248"/>
              <a:gd name="T60" fmla="*/ 52 w 250"/>
              <a:gd name="T61" fmla="*/ 171 h 248"/>
              <a:gd name="T62" fmla="*/ 96 w 250"/>
              <a:gd name="T63" fmla="*/ 171 h 248"/>
              <a:gd name="T64" fmla="*/ 150 w 250"/>
              <a:gd name="T65" fmla="*/ 171 h 248"/>
              <a:gd name="T66" fmla="*/ 194 w 250"/>
              <a:gd name="T67" fmla="*/ 171 h 248"/>
              <a:gd name="T68" fmla="*/ 178 w 250"/>
              <a:gd name="T69" fmla="*/ 165 h 248"/>
              <a:gd name="T70" fmla="*/ 134 w 250"/>
              <a:gd name="T71" fmla="*/ 165 h 248"/>
              <a:gd name="T72" fmla="*/ 79 w 250"/>
              <a:gd name="T73" fmla="*/ 165 h 248"/>
              <a:gd name="T74" fmla="*/ 37 w 250"/>
              <a:gd name="T75" fmla="*/ 172 h 248"/>
              <a:gd name="T76" fmla="*/ 80 w 250"/>
              <a:gd name="T77" fmla="*/ 158 h 248"/>
              <a:gd name="T78" fmla="*/ 123 w 250"/>
              <a:gd name="T79" fmla="*/ 150 h 248"/>
              <a:gd name="T80" fmla="*/ 166 w 250"/>
              <a:gd name="T81" fmla="*/ 158 h 248"/>
              <a:gd name="T82" fmla="*/ 195 w 250"/>
              <a:gd name="T83" fmla="*/ 150 h 248"/>
              <a:gd name="T84" fmla="*/ 152 w 250"/>
              <a:gd name="T85" fmla="*/ 142 h 248"/>
              <a:gd name="T86" fmla="*/ 109 w 250"/>
              <a:gd name="T87" fmla="*/ 150 h 248"/>
              <a:gd name="T88" fmla="*/ 65 w 250"/>
              <a:gd name="T89" fmla="*/ 142 h 248"/>
              <a:gd name="T90" fmla="*/ 235 w 250"/>
              <a:gd name="T91" fmla="*/ 208 h 248"/>
              <a:gd name="T92" fmla="*/ 213 w 250"/>
              <a:gd name="T93" fmla="*/ 156 h 248"/>
              <a:gd name="T94" fmla="*/ 235 w 250"/>
              <a:gd name="T95" fmla="*/ 200 h 248"/>
              <a:gd name="T96" fmla="*/ 33 w 250"/>
              <a:gd name="T97" fmla="*/ 160 h 248"/>
              <a:gd name="T98" fmla="*/ 3 w 250"/>
              <a:gd name="T99" fmla="*/ 201 h 248"/>
              <a:gd name="T100" fmla="*/ 223 w 250"/>
              <a:gd name="T101" fmla="*/ 240 h 248"/>
              <a:gd name="T102" fmla="*/ 1 w 250"/>
              <a:gd name="T103" fmla="*/ 210 h 248"/>
              <a:gd name="T104" fmla="*/ 223 w 250"/>
              <a:gd name="T105" fmla="*/ 248 h 248"/>
              <a:gd name="T106" fmla="*/ 243 w 250"/>
              <a:gd name="T107" fmla="*/ 20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0" h="248">
                <a:moveTo>
                  <a:pt x="85" y="99"/>
                </a:moveTo>
                <a:cubicBezTo>
                  <a:pt x="86" y="98"/>
                  <a:pt x="87" y="95"/>
                  <a:pt x="85" y="93"/>
                </a:cubicBezTo>
                <a:cubicBezTo>
                  <a:pt x="77" y="84"/>
                  <a:pt x="73" y="72"/>
                  <a:pt x="73" y="60"/>
                </a:cubicBezTo>
                <a:cubicBezTo>
                  <a:pt x="73" y="31"/>
                  <a:pt x="96" y="8"/>
                  <a:pt x="125" y="8"/>
                </a:cubicBezTo>
                <a:cubicBezTo>
                  <a:pt x="154" y="8"/>
                  <a:pt x="177" y="31"/>
                  <a:pt x="177" y="60"/>
                </a:cubicBezTo>
                <a:cubicBezTo>
                  <a:pt x="177" y="72"/>
                  <a:pt x="173" y="84"/>
                  <a:pt x="165" y="93"/>
                </a:cubicBezTo>
                <a:cubicBezTo>
                  <a:pt x="163" y="95"/>
                  <a:pt x="164" y="98"/>
                  <a:pt x="165" y="99"/>
                </a:cubicBezTo>
                <a:cubicBezTo>
                  <a:pt x="166" y="100"/>
                  <a:pt x="167" y="100"/>
                  <a:pt x="168" y="100"/>
                </a:cubicBezTo>
                <a:cubicBezTo>
                  <a:pt x="169" y="100"/>
                  <a:pt x="170" y="100"/>
                  <a:pt x="171" y="99"/>
                </a:cubicBezTo>
                <a:cubicBezTo>
                  <a:pt x="180" y="88"/>
                  <a:pt x="185" y="74"/>
                  <a:pt x="185" y="60"/>
                </a:cubicBezTo>
                <a:cubicBezTo>
                  <a:pt x="185" y="27"/>
                  <a:pt x="158" y="0"/>
                  <a:pt x="125" y="0"/>
                </a:cubicBezTo>
                <a:cubicBezTo>
                  <a:pt x="92" y="0"/>
                  <a:pt x="65" y="27"/>
                  <a:pt x="65" y="60"/>
                </a:cubicBezTo>
                <a:cubicBezTo>
                  <a:pt x="65" y="74"/>
                  <a:pt x="70" y="88"/>
                  <a:pt x="79" y="99"/>
                </a:cubicBezTo>
                <a:cubicBezTo>
                  <a:pt x="80" y="100"/>
                  <a:pt x="83" y="100"/>
                  <a:pt x="85" y="99"/>
                </a:cubicBezTo>
                <a:close/>
                <a:moveTo>
                  <a:pt x="141" y="36"/>
                </a:moveTo>
                <a:cubicBezTo>
                  <a:pt x="141" y="27"/>
                  <a:pt x="134" y="20"/>
                  <a:pt x="125" y="20"/>
                </a:cubicBezTo>
                <a:cubicBezTo>
                  <a:pt x="116" y="20"/>
                  <a:pt x="109" y="27"/>
                  <a:pt x="109" y="36"/>
                </a:cubicBezTo>
                <a:cubicBezTo>
                  <a:pt x="109" y="40"/>
                  <a:pt x="110" y="43"/>
                  <a:pt x="113" y="46"/>
                </a:cubicBezTo>
                <a:cubicBezTo>
                  <a:pt x="114" y="48"/>
                  <a:pt x="117" y="48"/>
                  <a:pt x="118" y="47"/>
                </a:cubicBezTo>
                <a:cubicBezTo>
                  <a:pt x="120" y="45"/>
                  <a:pt x="120" y="43"/>
                  <a:pt x="119" y="41"/>
                </a:cubicBezTo>
                <a:cubicBezTo>
                  <a:pt x="118" y="40"/>
                  <a:pt x="117" y="38"/>
                  <a:pt x="117" y="36"/>
                </a:cubicBezTo>
                <a:cubicBezTo>
                  <a:pt x="117" y="32"/>
                  <a:pt x="121" y="28"/>
                  <a:pt x="125" y="28"/>
                </a:cubicBezTo>
                <a:cubicBezTo>
                  <a:pt x="129" y="28"/>
                  <a:pt x="133" y="32"/>
                  <a:pt x="133" y="36"/>
                </a:cubicBezTo>
                <a:cubicBezTo>
                  <a:pt x="133" y="38"/>
                  <a:pt x="132" y="40"/>
                  <a:pt x="131" y="41"/>
                </a:cubicBezTo>
                <a:cubicBezTo>
                  <a:pt x="130" y="43"/>
                  <a:pt x="130" y="45"/>
                  <a:pt x="132" y="47"/>
                </a:cubicBezTo>
                <a:cubicBezTo>
                  <a:pt x="132" y="47"/>
                  <a:pt x="133" y="48"/>
                  <a:pt x="134" y="48"/>
                </a:cubicBezTo>
                <a:cubicBezTo>
                  <a:pt x="135" y="48"/>
                  <a:pt x="136" y="47"/>
                  <a:pt x="137" y="46"/>
                </a:cubicBezTo>
                <a:cubicBezTo>
                  <a:pt x="140" y="43"/>
                  <a:pt x="141" y="40"/>
                  <a:pt x="141" y="36"/>
                </a:cubicBezTo>
                <a:close/>
                <a:moveTo>
                  <a:pt x="169" y="64"/>
                </a:moveTo>
                <a:cubicBezTo>
                  <a:pt x="169" y="55"/>
                  <a:pt x="162" y="48"/>
                  <a:pt x="153" y="48"/>
                </a:cubicBezTo>
                <a:cubicBezTo>
                  <a:pt x="144" y="48"/>
                  <a:pt x="137" y="55"/>
                  <a:pt x="137" y="64"/>
                </a:cubicBezTo>
                <a:cubicBezTo>
                  <a:pt x="137" y="68"/>
                  <a:pt x="138" y="71"/>
                  <a:pt x="141" y="74"/>
                </a:cubicBezTo>
                <a:cubicBezTo>
                  <a:pt x="142" y="76"/>
                  <a:pt x="145" y="76"/>
                  <a:pt x="146" y="75"/>
                </a:cubicBezTo>
                <a:cubicBezTo>
                  <a:pt x="148" y="73"/>
                  <a:pt x="148" y="71"/>
                  <a:pt x="147" y="69"/>
                </a:cubicBezTo>
                <a:cubicBezTo>
                  <a:pt x="146" y="68"/>
                  <a:pt x="145" y="66"/>
                  <a:pt x="145" y="64"/>
                </a:cubicBezTo>
                <a:cubicBezTo>
                  <a:pt x="145" y="60"/>
                  <a:pt x="149" y="56"/>
                  <a:pt x="153" y="56"/>
                </a:cubicBezTo>
                <a:cubicBezTo>
                  <a:pt x="157" y="56"/>
                  <a:pt x="161" y="60"/>
                  <a:pt x="161" y="64"/>
                </a:cubicBezTo>
                <a:cubicBezTo>
                  <a:pt x="161" y="66"/>
                  <a:pt x="160" y="68"/>
                  <a:pt x="159" y="69"/>
                </a:cubicBezTo>
                <a:cubicBezTo>
                  <a:pt x="158" y="71"/>
                  <a:pt x="158" y="73"/>
                  <a:pt x="160" y="75"/>
                </a:cubicBezTo>
                <a:cubicBezTo>
                  <a:pt x="160" y="75"/>
                  <a:pt x="161" y="76"/>
                  <a:pt x="162" y="76"/>
                </a:cubicBezTo>
                <a:cubicBezTo>
                  <a:pt x="163" y="76"/>
                  <a:pt x="164" y="75"/>
                  <a:pt x="165" y="74"/>
                </a:cubicBezTo>
                <a:cubicBezTo>
                  <a:pt x="168" y="71"/>
                  <a:pt x="169" y="68"/>
                  <a:pt x="169" y="64"/>
                </a:cubicBezTo>
                <a:close/>
                <a:moveTo>
                  <a:pt x="113" y="64"/>
                </a:moveTo>
                <a:cubicBezTo>
                  <a:pt x="113" y="55"/>
                  <a:pt x="106" y="48"/>
                  <a:pt x="97" y="48"/>
                </a:cubicBezTo>
                <a:cubicBezTo>
                  <a:pt x="88" y="48"/>
                  <a:pt x="81" y="55"/>
                  <a:pt x="81" y="64"/>
                </a:cubicBezTo>
                <a:cubicBezTo>
                  <a:pt x="81" y="68"/>
                  <a:pt x="82" y="71"/>
                  <a:pt x="85" y="74"/>
                </a:cubicBezTo>
                <a:cubicBezTo>
                  <a:pt x="86" y="76"/>
                  <a:pt x="89" y="76"/>
                  <a:pt x="90" y="75"/>
                </a:cubicBezTo>
                <a:cubicBezTo>
                  <a:pt x="92" y="73"/>
                  <a:pt x="92" y="71"/>
                  <a:pt x="91" y="69"/>
                </a:cubicBezTo>
                <a:cubicBezTo>
                  <a:pt x="90" y="68"/>
                  <a:pt x="89" y="66"/>
                  <a:pt x="89" y="64"/>
                </a:cubicBezTo>
                <a:cubicBezTo>
                  <a:pt x="89" y="60"/>
                  <a:pt x="93" y="56"/>
                  <a:pt x="97" y="56"/>
                </a:cubicBezTo>
                <a:cubicBezTo>
                  <a:pt x="101" y="56"/>
                  <a:pt x="105" y="60"/>
                  <a:pt x="105" y="64"/>
                </a:cubicBezTo>
                <a:cubicBezTo>
                  <a:pt x="105" y="66"/>
                  <a:pt x="104" y="68"/>
                  <a:pt x="103" y="69"/>
                </a:cubicBezTo>
                <a:cubicBezTo>
                  <a:pt x="102" y="71"/>
                  <a:pt x="102" y="73"/>
                  <a:pt x="104" y="75"/>
                </a:cubicBezTo>
                <a:cubicBezTo>
                  <a:pt x="104" y="75"/>
                  <a:pt x="105" y="76"/>
                  <a:pt x="106" y="76"/>
                </a:cubicBezTo>
                <a:cubicBezTo>
                  <a:pt x="107" y="76"/>
                  <a:pt x="108" y="75"/>
                  <a:pt x="109" y="74"/>
                </a:cubicBezTo>
                <a:cubicBezTo>
                  <a:pt x="112" y="71"/>
                  <a:pt x="113" y="68"/>
                  <a:pt x="113" y="64"/>
                </a:cubicBezTo>
                <a:close/>
                <a:moveTo>
                  <a:pt x="128" y="69"/>
                </a:moveTo>
                <a:cubicBezTo>
                  <a:pt x="131" y="68"/>
                  <a:pt x="135" y="65"/>
                  <a:pt x="135" y="60"/>
                </a:cubicBezTo>
                <a:cubicBezTo>
                  <a:pt x="135" y="55"/>
                  <a:pt x="132" y="52"/>
                  <a:pt x="131" y="50"/>
                </a:cubicBezTo>
                <a:cubicBezTo>
                  <a:pt x="130" y="49"/>
                  <a:pt x="129" y="48"/>
                  <a:pt x="129" y="48"/>
                </a:cubicBezTo>
                <a:cubicBezTo>
                  <a:pt x="129" y="36"/>
                  <a:pt x="129" y="36"/>
                  <a:pt x="129" y="36"/>
                </a:cubicBezTo>
                <a:cubicBezTo>
                  <a:pt x="129" y="34"/>
                  <a:pt x="127" y="32"/>
                  <a:pt x="125" y="32"/>
                </a:cubicBezTo>
                <a:cubicBezTo>
                  <a:pt x="123" y="32"/>
                  <a:pt x="121" y="34"/>
                  <a:pt x="121" y="36"/>
                </a:cubicBezTo>
                <a:cubicBezTo>
                  <a:pt x="121" y="48"/>
                  <a:pt x="121" y="48"/>
                  <a:pt x="121" y="48"/>
                </a:cubicBezTo>
                <a:cubicBezTo>
                  <a:pt x="121" y="51"/>
                  <a:pt x="123" y="54"/>
                  <a:pt x="125" y="55"/>
                </a:cubicBezTo>
                <a:cubicBezTo>
                  <a:pt x="126" y="57"/>
                  <a:pt x="127" y="58"/>
                  <a:pt x="127" y="60"/>
                </a:cubicBezTo>
                <a:cubicBezTo>
                  <a:pt x="127" y="61"/>
                  <a:pt x="126" y="61"/>
                  <a:pt x="124" y="63"/>
                </a:cubicBezTo>
                <a:cubicBezTo>
                  <a:pt x="121" y="64"/>
                  <a:pt x="117" y="67"/>
                  <a:pt x="117" y="72"/>
                </a:cubicBezTo>
                <a:cubicBezTo>
                  <a:pt x="117" y="77"/>
                  <a:pt x="121" y="80"/>
                  <a:pt x="124" y="81"/>
                </a:cubicBezTo>
                <a:cubicBezTo>
                  <a:pt x="126" y="83"/>
                  <a:pt x="127" y="83"/>
                  <a:pt x="127" y="84"/>
                </a:cubicBezTo>
                <a:cubicBezTo>
                  <a:pt x="127" y="85"/>
                  <a:pt x="125" y="87"/>
                  <a:pt x="123" y="88"/>
                </a:cubicBezTo>
                <a:cubicBezTo>
                  <a:pt x="120" y="90"/>
                  <a:pt x="117" y="92"/>
                  <a:pt x="117" y="96"/>
                </a:cubicBezTo>
                <a:cubicBezTo>
                  <a:pt x="117" y="99"/>
                  <a:pt x="120" y="102"/>
                  <a:pt x="122" y="105"/>
                </a:cubicBezTo>
                <a:cubicBezTo>
                  <a:pt x="124" y="107"/>
                  <a:pt x="127" y="110"/>
                  <a:pt x="127" y="112"/>
                </a:cubicBezTo>
                <a:cubicBezTo>
                  <a:pt x="127" y="114"/>
                  <a:pt x="126" y="115"/>
                  <a:pt x="125" y="117"/>
                </a:cubicBezTo>
                <a:cubicBezTo>
                  <a:pt x="123" y="118"/>
                  <a:pt x="121" y="121"/>
                  <a:pt x="121" y="124"/>
                </a:cubicBezTo>
                <a:cubicBezTo>
                  <a:pt x="121" y="136"/>
                  <a:pt x="121" y="136"/>
                  <a:pt x="121" y="136"/>
                </a:cubicBezTo>
                <a:cubicBezTo>
                  <a:pt x="121" y="138"/>
                  <a:pt x="123" y="140"/>
                  <a:pt x="125" y="140"/>
                </a:cubicBezTo>
                <a:cubicBezTo>
                  <a:pt x="127" y="140"/>
                  <a:pt x="129" y="138"/>
                  <a:pt x="129" y="136"/>
                </a:cubicBezTo>
                <a:cubicBezTo>
                  <a:pt x="129" y="124"/>
                  <a:pt x="129" y="124"/>
                  <a:pt x="129" y="124"/>
                </a:cubicBezTo>
                <a:cubicBezTo>
                  <a:pt x="129" y="124"/>
                  <a:pt x="130" y="123"/>
                  <a:pt x="131" y="122"/>
                </a:cubicBezTo>
                <a:cubicBezTo>
                  <a:pt x="132" y="120"/>
                  <a:pt x="135" y="117"/>
                  <a:pt x="135" y="112"/>
                </a:cubicBezTo>
                <a:cubicBezTo>
                  <a:pt x="135" y="107"/>
                  <a:pt x="131" y="103"/>
                  <a:pt x="128" y="100"/>
                </a:cubicBezTo>
                <a:cubicBezTo>
                  <a:pt x="127" y="99"/>
                  <a:pt x="126" y="97"/>
                  <a:pt x="125" y="96"/>
                </a:cubicBezTo>
                <a:cubicBezTo>
                  <a:pt x="126" y="96"/>
                  <a:pt x="127" y="95"/>
                  <a:pt x="128" y="95"/>
                </a:cubicBezTo>
                <a:cubicBezTo>
                  <a:pt x="131" y="92"/>
                  <a:pt x="135" y="89"/>
                  <a:pt x="135" y="84"/>
                </a:cubicBezTo>
                <a:cubicBezTo>
                  <a:pt x="135" y="79"/>
                  <a:pt x="131" y="76"/>
                  <a:pt x="128" y="75"/>
                </a:cubicBezTo>
                <a:cubicBezTo>
                  <a:pt x="126" y="73"/>
                  <a:pt x="125" y="73"/>
                  <a:pt x="125" y="72"/>
                </a:cubicBezTo>
                <a:cubicBezTo>
                  <a:pt x="125" y="71"/>
                  <a:pt x="126" y="71"/>
                  <a:pt x="128" y="69"/>
                </a:cubicBezTo>
                <a:close/>
                <a:moveTo>
                  <a:pt x="100" y="97"/>
                </a:moveTo>
                <a:cubicBezTo>
                  <a:pt x="103" y="96"/>
                  <a:pt x="107" y="93"/>
                  <a:pt x="107" y="88"/>
                </a:cubicBezTo>
                <a:cubicBezTo>
                  <a:pt x="107" y="83"/>
                  <a:pt x="104" y="80"/>
                  <a:pt x="103" y="78"/>
                </a:cubicBezTo>
                <a:cubicBezTo>
                  <a:pt x="102" y="77"/>
                  <a:pt x="101" y="76"/>
                  <a:pt x="101" y="76"/>
                </a:cubicBezTo>
                <a:cubicBezTo>
                  <a:pt x="101" y="64"/>
                  <a:pt x="101" y="64"/>
                  <a:pt x="101" y="64"/>
                </a:cubicBezTo>
                <a:cubicBezTo>
                  <a:pt x="101" y="62"/>
                  <a:pt x="99" y="60"/>
                  <a:pt x="97" y="60"/>
                </a:cubicBezTo>
                <a:cubicBezTo>
                  <a:pt x="95" y="60"/>
                  <a:pt x="93" y="62"/>
                  <a:pt x="93" y="64"/>
                </a:cubicBezTo>
                <a:cubicBezTo>
                  <a:pt x="93" y="76"/>
                  <a:pt x="93" y="76"/>
                  <a:pt x="93" y="76"/>
                </a:cubicBezTo>
                <a:cubicBezTo>
                  <a:pt x="93" y="79"/>
                  <a:pt x="95" y="82"/>
                  <a:pt x="97" y="83"/>
                </a:cubicBezTo>
                <a:cubicBezTo>
                  <a:pt x="98" y="85"/>
                  <a:pt x="99" y="86"/>
                  <a:pt x="99" y="88"/>
                </a:cubicBezTo>
                <a:cubicBezTo>
                  <a:pt x="99" y="89"/>
                  <a:pt x="98" y="89"/>
                  <a:pt x="96" y="91"/>
                </a:cubicBezTo>
                <a:cubicBezTo>
                  <a:pt x="93" y="92"/>
                  <a:pt x="89" y="95"/>
                  <a:pt x="89" y="100"/>
                </a:cubicBezTo>
                <a:cubicBezTo>
                  <a:pt x="89" y="105"/>
                  <a:pt x="93" y="108"/>
                  <a:pt x="96" y="109"/>
                </a:cubicBezTo>
                <a:cubicBezTo>
                  <a:pt x="98" y="111"/>
                  <a:pt x="99" y="111"/>
                  <a:pt x="99" y="112"/>
                </a:cubicBezTo>
                <a:cubicBezTo>
                  <a:pt x="99" y="114"/>
                  <a:pt x="98" y="115"/>
                  <a:pt x="97" y="117"/>
                </a:cubicBezTo>
                <a:cubicBezTo>
                  <a:pt x="95" y="118"/>
                  <a:pt x="93" y="121"/>
                  <a:pt x="93" y="124"/>
                </a:cubicBezTo>
                <a:cubicBezTo>
                  <a:pt x="93" y="128"/>
                  <a:pt x="93" y="128"/>
                  <a:pt x="93" y="128"/>
                </a:cubicBezTo>
                <a:cubicBezTo>
                  <a:pt x="93" y="130"/>
                  <a:pt x="95" y="132"/>
                  <a:pt x="97" y="132"/>
                </a:cubicBezTo>
                <a:cubicBezTo>
                  <a:pt x="99" y="132"/>
                  <a:pt x="101" y="130"/>
                  <a:pt x="101" y="128"/>
                </a:cubicBezTo>
                <a:cubicBezTo>
                  <a:pt x="101" y="124"/>
                  <a:pt x="101" y="124"/>
                  <a:pt x="101" y="124"/>
                </a:cubicBezTo>
                <a:cubicBezTo>
                  <a:pt x="101" y="124"/>
                  <a:pt x="102" y="123"/>
                  <a:pt x="103" y="122"/>
                </a:cubicBezTo>
                <a:cubicBezTo>
                  <a:pt x="104" y="120"/>
                  <a:pt x="107" y="117"/>
                  <a:pt x="107" y="112"/>
                </a:cubicBezTo>
                <a:cubicBezTo>
                  <a:pt x="107" y="107"/>
                  <a:pt x="103" y="104"/>
                  <a:pt x="100" y="103"/>
                </a:cubicBezTo>
                <a:cubicBezTo>
                  <a:pt x="98" y="101"/>
                  <a:pt x="97" y="101"/>
                  <a:pt x="97" y="100"/>
                </a:cubicBezTo>
                <a:cubicBezTo>
                  <a:pt x="97" y="99"/>
                  <a:pt x="98" y="99"/>
                  <a:pt x="100" y="97"/>
                </a:cubicBezTo>
                <a:close/>
                <a:moveTo>
                  <a:pt x="156" y="97"/>
                </a:moveTo>
                <a:cubicBezTo>
                  <a:pt x="159" y="96"/>
                  <a:pt x="163" y="93"/>
                  <a:pt x="163" y="88"/>
                </a:cubicBezTo>
                <a:cubicBezTo>
                  <a:pt x="163" y="83"/>
                  <a:pt x="160" y="80"/>
                  <a:pt x="159" y="78"/>
                </a:cubicBezTo>
                <a:cubicBezTo>
                  <a:pt x="158" y="77"/>
                  <a:pt x="157" y="76"/>
                  <a:pt x="157" y="76"/>
                </a:cubicBezTo>
                <a:cubicBezTo>
                  <a:pt x="157" y="64"/>
                  <a:pt x="157" y="64"/>
                  <a:pt x="157" y="64"/>
                </a:cubicBezTo>
                <a:cubicBezTo>
                  <a:pt x="157" y="62"/>
                  <a:pt x="155" y="60"/>
                  <a:pt x="153" y="60"/>
                </a:cubicBezTo>
                <a:cubicBezTo>
                  <a:pt x="151" y="60"/>
                  <a:pt x="149" y="62"/>
                  <a:pt x="149" y="64"/>
                </a:cubicBezTo>
                <a:cubicBezTo>
                  <a:pt x="149" y="76"/>
                  <a:pt x="149" y="76"/>
                  <a:pt x="149" y="76"/>
                </a:cubicBezTo>
                <a:cubicBezTo>
                  <a:pt x="149" y="79"/>
                  <a:pt x="151" y="82"/>
                  <a:pt x="153" y="83"/>
                </a:cubicBezTo>
                <a:cubicBezTo>
                  <a:pt x="154" y="85"/>
                  <a:pt x="155" y="86"/>
                  <a:pt x="155" y="88"/>
                </a:cubicBezTo>
                <a:cubicBezTo>
                  <a:pt x="155" y="89"/>
                  <a:pt x="154" y="89"/>
                  <a:pt x="152" y="91"/>
                </a:cubicBezTo>
                <a:cubicBezTo>
                  <a:pt x="149" y="92"/>
                  <a:pt x="145" y="95"/>
                  <a:pt x="145" y="100"/>
                </a:cubicBezTo>
                <a:cubicBezTo>
                  <a:pt x="145" y="105"/>
                  <a:pt x="149" y="108"/>
                  <a:pt x="152" y="109"/>
                </a:cubicBezTo>
                <a:cubicBezTo>
                  <a:pt x="154" y="111"/>
                  <a:pt x="155" y="111"/>
                  <a:pt x="155" y="112"/>
                </a:cubicBezTo>
                <a:cubicBezTo>
                  <a:pt x="155" y="114"/>
                  <a:pt x="154" y="115"/>
                  <a:pt x="153" y="117"/>
                </a:cubicBezTo>
                <a:cubicBezTo>
                  <a:pt x="151" y="118"/>
                  <a:pt x="149" y="121"/>
                  <a:pt x="149" y="124"/>
                </a:cubicBezTo>
                <a:cubicBezTo>
                  <a:pt x="149" y="128"/>
                  <a:pt x="149" y="128"/>
                  <a:pt x="149" y="128"/>
                </a:cubicBezTo>
                <a:cubicBezTo>
                  <a:pt x="149" y="130"/>
                  <a:pt x="151" y="132"/>
                  <a:pt x="153" y="132"/>
                </a:cubicBezTo>
                <a:cubicBezTo>
                  <a:pt x="155" y="132"/>
                  <a:pt x="157" y="130"/>
                  <a:pt x="157" y="128"/>
                </a:cubicBezTo>
                <a:cubicBezTo>
                  <a:pt x="157" y="124"/>
                  <a:pt x="157" y="124"/>
                  <a:pt x="157" y="124"/>
                </a:cubicBezTo>
                <a:cubicBezTo>
                  <a:pt x="157" y="124"/>
                  <a:pt x="158" y="123"/>
                  <a:pt x="159" y="122"/>
                </a:cubicBezTo>
                <a:cubicBezTo>
                  <a:pt x="160" y="120"/>
                  <a:pt x="163" y="117"/>
                  <a:pt x="163" y="112"/>
                </a:cubicBezTo>
                <a:cubicBezTo>
                  <a:pt x="163" y="107"/>
                  <a:pt x="159" y="104"/>
                  <a:pt x="156" y="103"/>
                </a:cubicBezTo>
                <a:cubicBezTo>
                  <a:pt x="154" y="101"/>
                  <a:pt x="153" y="101"/>
                  <a:pt x="153" y="100"/>
                </a:cubicBezTo>
                <a:cubicBezTo>
                  <a:pt x="153" y="99"/>
                  <a:pt x="154" y="99"/>
                  <a:pt x="156" y="97"/>
                </a:cubicBezTo>
                <a:close/>
                <a:moveTo>
                  <a:pt x="186" y="185"/>
                </a:moveTo>
                <a:cubicBezTo>
                  <a:pt x="184" y="187"/>
                  <a:pt x="182" y="188"/>
                  <a:pt x="179" y="188"/>
                </a:cubicBezTo>
                <a:cubicBezTo>
                  <a:pt x="177" y="188"/>
                  <a:pt x="175" y="187"/>
                  <a:pt x="172" y="185"/>
                </a:cubicBezTo>
                <a:cubicBezTo>
                  <a:pt x="169" y="183"/>
                  <a:pt x="166" y="180"/>
                  <a:pt x="161" y="180"/>
                </a:cubicBezTo>
                <a:cubicBezTo>
                  <a:pt x="156" y="180"/>
                  <a:pt x="152" y="183"/>
                  <a:pt x="149" y="185"/>
                </a:cubicBezTo>
                <a:cubicBezTo>
                  <a:pt x="146" y="187"/>
                  <a:pt x="144" y="188"/>
                  <a:pt x="142" y="188"/>
                </a:cubicBezTo>
                <a:cubicBezTo>
                  <a:pt x="139" y="188"/>
                  <a:pt x="138" y="187"/>
                  <a:pt x="135" y="185"/>
                </a:cubicBezTo>
                <a:cubicBezTo>
                  <a:pt x="132" y="183"/>
                  <a:pt x="128" y="180"/>
                  <a:pt x="123" y="180"/>
                </a:cubicBezTo>
                <a:cubicBezTo>
                  <a:pt x="118" y="180"/>
                  <a:pt x="114" y="183"/>
                  <a:pt x="111" y="185"/>
                </a:cubicBezTo>
                <a:cubicBezTo>
                  <a:pt x="108" y="187"/>
                  <a:pt x="107" y="188"/>
                  <a:pt x="104" y="188"/>
                </a:cubicBezTo>
                <a:cubicBezTo>
                  <a:pt x="102" y="188"/>
                  <a:pt x="100" y="187"/>
                  <a:pt x="97" y="185"/>
                </a:cubicBezTo>
                <a:cubicBezTo>
                  <a:pt x="94" y="183"/>
                  <a:pt x="90" y="180"/>
                  <a:pt x="85" y="180"/>
                </a:cubicBezTo>
                <a:cubicBezTo>
                  <a:pt x="80" y="180"/>
                  <a:pt x="77" y="183"/>
                  <a:pt x="74" y="185"/>
                </a:cubicBezTo>
                <a:cubicBezTo>
                  <a:pt x="71" y="187"/>
                  <a:pt x="69" y="188"/>
                  <a:pt x="67" y="188"/>
                </a:cubicBezTo>
                <a:cubicBezTo>
                  <a:pt x="64" y="188"/>
                  <a:pt x="62" y="187"/>
                  <a:pt x="60" y="185"/>
                </a:cubicBezTo>
                <a:cubicBezTo>
                  <a:pt x="56" y="183"/>
                  <a:pt x="53" y="180"/>
                  <a:pt x="48" y="180"/>
                </a:cubicBezTo>
                <a:cubicBezTo>
                  <a:pt x="43" y="180"/>
                  <a:pt x="39" y="183"/>
                  <a:pt x="36" y="185"/>
                </a:cubicBezTo>
                <a:cubicBezTo>
                  <a:pt x="33" y="187"/>
                  <a:pt x="31" y="188"/>
                  <a:pt x="29" y="188"/>
                </a:cubicBezTo>
                <a:cubicBezTo>
                  <a:pt x="27" y="188"/>
                  <a:pt x="25" y="190"/>
                  <a:pt x="25" y="192"/>
                </a:cubicBezTo>
                <a:cubicBezTo>
                  <a:pt x="25" y="194"/>
                  <a:pt x="27" y="196"/>
                  <a:pt x="29" y="196"/>
                </a:cubicBezTo>
                <a:cubicBezTo>
                  <a:pt x="34" y="196"/>
                  <a:pt x="38" y="193"/>
                  <a:pt x="41" y="191"/>
                </a:cubicBezTo>
                <a:cubicBezTo>
                  <a:pt x="44" y="189"/>
                  <a:pt x="45" y="188"/>
                  <a:pt x="48" y="188"/>
                </a:cubicBezTo>
                <a:cubicBezTo>
                  <a:pt x="50" y="188"/>
                  <a:pt x="52" y="189"/>
                  <a:pt x="55" y="191"/>
                </a:cubicBezTo>
                <a:cubicBezTo>
                  <a:pt x="58" y="193"/>
                  <a:pt x="62" y="196"/>
                  <a:pt x="67" y="196"/>
                </a:cubicBezTo>
                <a:cubicBezTo>
                  <a:pt x="72" y="196"/>
                  <a:pt x="75" y="193"/>
                  <a:pt x="78" y="191"/>
                </a:cubicBezTo>
                <a:cubicBezTo>
                  <a:pt x="81" y="189"/>
                  <a:pt x="83" y="188"/>
                  <a:pt x="85" y="188"/>
                </a:cubicBezTo>
                <a:cubicBezTo>
                  <a:pt x="88" y="188"/>
                  <a:pt x="90" y="189"/>
                  <a:pt x="92" y="191"/>
                </a:cubicBezTo>
                <a:cubicBezTo>
                  <a:pt x="96" y="193"/>
                  <a:pt x="99" y="196"/>
                  <a:pt x="104" y="196"/>
                </a:cubicBezTo>
                <a:cubicBezTo>
                  <a:pt x="109" y="196"/>
                  <a:pt x="113" y="193"/>
                  <a:pt x="116" y="191"/>
                </a:cubicBezTo>
                <a:cubicBezTo>
                  <a:pt x="119" y="189"/>
                  <a:pt x="121" y="188"/>
                  <a:pt x="123" y="188"/>
                </a:cubicBezTo>
                <a:cubicBezTo>
                  <a:pt x="125" y="188"/>
                  <a:pt x="127" y="189"/>
                  <a:pt x="130" y="191"/>
                </a:cubicBezTo>
                <a:cubicBezTo>
                  <a:pt x="133" y="193"/>
                  <a:pt x="137" y="196"/>
                  <a:pt x="142" y="196"/>
                </a:cubicBezTo>
                <a:cubicBezTo>
                  <a:pt x="147" y="196"/>
                  <a:pt x="150" y="193"/>
                  <a:pt x="154" y="191"/>
                </a:cubicBezTo>
                <a:cubicBezTo>
                  <a:pt x="156" y="189"/>
                  <a:pt x="158" y="188"/>
                  <a:pt x="161" y="188"/>
                </a:cubicBezTo>
                <a:cubicBezTo>
                  <a:pt x="163" y="188"/>
                  <a:pt x="165" y="189"/>
                  <a:pt x="168" y="191"/>
                </a:cubicBezTo>
                <a:cubicBezTo>
                  <a:pt x="171" y="193"/>
                  <a:pt x="174" y="196"/>
                  <a:pt x="179" y="196"/>
                </a:cubicBezTo>
                <a:cubicBezTo>
                  <a:pt x="184" y="196"/>
                  <a:pt x="188" y="193"/>
                  <a:pt x="191" y="191"/>
                </a:cubicBezTo>
                <a:cubicBezTo>
                  <a:pt x="194" y="189"/>
                  <a:pt x="196" y="188"/>
                  <a:pt x="198" y="188"/>
                </a:cubicBezTo>
                <a:cubicBezTo>
                  <a:pt x="201" y="188"/>
                  <a:pt x="202" y="189"/>
                  <a:pt x="205" y="191"/>
                </a:cubicBezTo>
                <a:cubicBezTo>
                  <a:pt x="208" y="193"/>
                  <a:pt x="212" y="196"/>
                  <a:pt x="217" y="196"/>
                </a:cubicBezTo>
                <a:cubicBezTo>
                  <a:pt x="219" y="196"/>
                  <a:pt x="221" y="194"/>
                  <a:pt x="221" y="192"/>
                </a:cubicBezTo>
                <a:cubicBezTo>
                  <a:pt x="221" y="190"/>
                  <a:pt x="219" y="188"/>
                  <a:pt x="217" y="188"/>
                </a:cubicBezTo>
                <a:cubicBezTo>
                  <a:pt x="215" y="188"/>
                  <a:pt x="213" y="187"/>
                  <a:pt x="210" y="185"/>
                </a:cubicBezTo>
                <a:cubicBezTo>
                  <a:pt x="207" y="183"/>
                  <a:pt x="203" y="180"/>
                  <a:pt x="198" y="180"/>
                </a:cubicBezTo>
                <a:cubicBezTo>
                  <a:pt x="193" y="180"/>
                  <a:pt x="190" y="183"/>
                  <a:pt x="186" y="185"/>
                </a:cubicBezTo>
                <a:close/>
                <a:moveTo>
                  <a:pt x="41" y="176"/>
                </a:moveTo>
                <a:cubicBezTo>
                  <a:pt x="46" y="176"/>
                  <a:pt x="49" y="173"/>
                  <a:pt x="52" y="171"/>
                </a:cubicBezTo>
                <a:cubicBezTo>
                  <a:pt x="54" y="169"/>
                  <a:pt x="56" y="168"/>
                  <a:pt x="57" y="168"/>
                </a:cubicBezTo>
                <a:cubicBezTo>
                  <a:pt x="59" y="168"/>
                  <a:pt x="61" y="169"/>
                  <a:pt x="63" y="171"/>
                </a:cubicBezTo>
                <a:cubicBezTo>
                  <a:pt x="66" y="173"/>
                  <a:pt x="69" y="176"/>
                  <a:pt x="74" y="176"/>
                </a:cubicBezTo>
                <a:cubicBezTo>
                  <a:pt x="79" y="176"/>
                  <a:pt x="82" y="173"/>
                  <a:pt x="85" y="171"/>
                </a:cubicBezTo>
                <a:cubicBezTo>
                  <a:pt x="87" y="169"/>
                  <a:pt x="88" y="168"/>
                  <a:pt x="90" y="168"/>
                </a:cubicBezTo>
                <a:cubicBezTo>
                  <a:pt x="92" y="168"/>
                  <a:pt x="94" y="169"/>
                  <a:pt x="96" y="171"/>
                </a:cubicBezTo>
                <a:cubicBezTo>
                  <a:pt x="99" y="173"/>
                  <a:pt x="102" y="176"/>
                  <a:pt x="107" y="176"/>
                </a:cubicBezTo>
                <a:cubicBezTo>
                  <a:pt x="111" y="176"/>
                  <a:pt x="115" y="173"/>
                  <a:pt x="117" y="171"/>
                </a:cubicBezTo>
                <a:cubicBezTo>
                  <a:pt x="120" y="169"/>
                  <a:pt x="121" y="168"/>
                  <a:pt x="123" y="168"/>
                </a:cubicBezTo>
                <a:cubicBezTo>
                  <a:pt x="125" y="168"/>
                  <a:pt x="126" y="169"/>
                  <a:pt x="129" y="171"/>
                </a:cubicBezTo>
                <a:cubicBezTo>
                  <a:pt x="131" y="173"/>
                  <a:pt x="135" y="176"/>
                  <a:pt x="139" y="176"/>
                </a:cubicBezTo>
                <a:cubicBezTo>
                  <a:pt x="144" y="176"/>
                  <a:pt x="147" y="173"/>
                  <a:pt x="150" y="171"/>
                </a:cubicBezTo>
                <a:cubicBezTo>
                  <a:pt x="152" y="169"/>
                  <a:pt x="154" y="168"/>
                  <a:pt x="156" y="168"/>
                </a:cubicBezTo>
                <a:cubicBezTo>
                  <a:pt x="158" y="168"/>
                  <a:pt x="159" y="169"/>
                  <a:pt x="161" y="171"/>
                </a:cubicBezTo>
                <a:cubicBezTo>
                  <a:pt x="164" y="173"/>
                  <a:pt x="168" y="176"/>
                  <a:pt x="172" y="176"/>
                </a:cubicBezTo>
                <a:cubicBezTo>
                  <a:pt x="177" y="176"/>
                  <a:pt x="180" y="173"/>
                  <a:pt x="183" y="171"/>
                </a:cubicBezTo>
                <a:cubicBezTo>
                  <a:pt x="185" y="169"/>
                  <a:pt x="187" y="168"/>
                  <a:pt x="189" y="168"/>
                </a:cubicBezTo>
                <a:cubicBezTo>
                  <a:pt x="190" y="168"/>
                  <a:pt x="192" y="169"/>
                  <a:pt x="194" y="171"/>
                </a:cubicBezTo>
                <a:cubicBezTo>
                  <a:pt x="197" y="173"/>
                  <a:pt x="200" y="176"/>
                  <a:pt x="205" y="176"/>
                </a:cubicBezTo>
                <a:cubicBezTo>
                  <a:pt x="207" y="176"/>
                  <a:pt x="209" y="174"/>
                  <a:pt x="209" y="172"/>
                </a:cubicBezTo>
                <a:cubicBezTo>
                  <a:pt x="209" y="170"/>
                  <a:pt x="207" y="168"/>
                  <a:pt x="205" y="168"/>
                </a:cubicBezTo>
                <a:cubicBezTo>
                  <a:pt x="203" y="168"/>
                  <a:pt x="202" y="167"/>
                  <a:pt x="199" y="165"/>
                </a:cubicBezTo>
                <a:cubicBezTo>
                  <a:pt x="197" y="163"/>
                  <a:pt x="193" y="160"/>
                  <a:pt x="189" y="160"/>
                </a:cubicBezTo>
                <a:cubicBezTo>
                  <a:pt x="184" y="160"/>
                  <a:pt x="181" y="163"/>
                  <a:pt x="178" y="165"/>
                </a:cubicBezTo>
                <a:cubicBezTo>
                  <a:pt x="176" y="167"/>
                  <a:pt x="174" y="168"/>
                  <a:pt x="172" y="168"/>
                </a:cubicBezTo>
                <a:cubicBezTo>
                  <a:pt x="170" y="168"/>
                  <a:pt x="169" y="167"/>
                  <a:pt x="167" y="165"/>
                </a:cubicBezTo>
                <a:cubicBezTo>
                  <a:pt x="164" y="163"/>
                  <a:pt x="161" y="160"/>
                  <a:pt x="156" y="160"/>
                </a:cubicBezTo>
                <a:cubicBezTo>
                  <a:pt x="151" y="160"/>
                  <a:pt x="148" y="163"/>
                  <a:pt x="145" y="165"/>
                </a:cubicBezTo>
                <a:cubicBezTo>
                  <a:pt x="143" y="167"/>
                  <a:pt x="141" y="168"/>
                  <a:pt x="139" y="168"/>
                </a:cubicBezTo>
                <a:cubicBezTo>
                  <a:pt x="138" y="168"/>
                  <a:pt x="136" y="167"/>
                  <a:pt x="134" y="165"/>
                </a:cubicBezTo>
                <a:cubicBezTo>
                  <a:pt x="131" y="163"/>
                  <a:pt x="128" y="160"/>
                  <a:pt x="123" y="160"/>
                </a:cubicBezTo>
                <a:cubicBezTo>
                  <a:pt x="118" y="160"/>
                  <a:pt x="115" y="163"/>
                  <a:pt x="112" y="165"/>
                </a:cubicBezTo>
                <a:cubicBezTo>
                  <a:pt x="110" y="167"/>
                  <a:pt x="108" y="168"/>
                  <a:pt x="107" y="168"/>
                </a:cubicBezTo>
                <a:cubicBezTo>
                  <a:pt x="105" y="168"/>
                  <a:pt x="103" y="167"/>
                  <a:pt x="101" y="165"/>
                </a:cubicBezTo>
                <a:cubicBezTo>
                  <a:pt x="98" y="163"/>
                  <a:pt x="95" y="160"/>
                  <a:pt x="90" y="160"/>
                </a:cubicBezTo>
                <a:cubicBezTo>
                  <a:pt x="86" y="160"/>
                  <a:pt x="82" y="163"/>
                  <a:pt x="79" y="165"/>
                </a:cubicBezTo>
                <a:cubicBezTo>
                  <a:pt x="77" y="167"/>
                  <a:pt x="76" y="168"/>
                  <a:pt x="74" y="168"/>
                </a:cubicBezTo>
                <a:cubicBezTo>
                  <a:pt x="72" y="168"/>
                  <a:pt x="70" y="167"/>
                  <a:pt x="68" y="165"/>
                </a:cubicBezTo>
                <a:cubicBezTo>
                  <a:pt x="65" y="163"/>
                  <a:pt x="62" y="160"/>
                  <a:pt x="57" y="160"/>
                </a:cubicBezTo>
                <a:cubicBezTo>
                  <a:pt x="53" y="160"/>
                  <a:pt x="49" y="163"/>
                  <a:pt x="47" y="165"/>
                </a:cubicBezTo>
                <a:cubicBezTo>
                  <a:pt x="44" y="167"/>
                  <a:pt x="43" y="168"/>
                  <a:pt x="41" y="168"/>
                </a:cubicBezTo>
                <a:cubicBezTo>
                  <a:pt x="39" y="168"/>
                  <a:pt x="37" y="170"/>
                  <a:pt x="37" y="172"/>
                </a:cubicBezTo>
                <a:cubicBezTo>
                  <a:pt x="37" y="174"/>
                  <a:pt x="39" y="176"/>
                  <a:pt x="41" y="176"/>
                </a:cubicBezTo>
                <a:close/>
                <a:moveTo>
                  <a:pt x="51" y="158"/>
                </a:moveTo>
                <a:cubicBezTo>
                  <a:pt x="55" y="158"/>
                  <a:pt x="58" y="155"/>
                  <a:pt x="61" y="153"/>
                </a:cubicBezTo>
                <a:cubicBezTo>
                  <a:pt x="63" y="151"/>
                  <a:pt x="64" y="150"/>
                  <a:pt x="65" y="150"/>
                </a:cubicBezTo>
                <a:cubicBezTo>
                  <a:pt x="67" y="150"/>
                  <a:pt x="68" y="151"/>
                  <a:pt x="70" y="153"/>
                </a:cubicBezTo>
                <a:cubicBezTo>
                  <a:pt x="72" y="155"/>
                  <a:pt x="75" y="158"/>
                  <a:pt x="80" y="158"/>
                </a:cubicBezTo>
                <a:cubicBezTo>
                  <a:pt x="84" y="158"/>
                  <a:pt x="87" y="155"/>
                  <a:pt x="90" y="153"/>
                </a:cubicBezTo>
                <a:cubicBezTo>
                  <a:pt x="91" y="151"/>
                  <a:pt x="93" y="150"/>
                  <a:pt x="94" y="150"/>
                </a:cubicBezTo>
                <a:cubicBezTo>
                  <a:pt x="96" y="150"/>
                  <a:pt x="97" y="151"/>
                  <a:pt x="99" y="153"/>
                </a:cubicBezTo>
                <a:cubicBezTo>
                  <a:pt x="101" y="155"/>
                  <a:pt x="104" y="158"/>
                  <a:pt x="109" y="158"/>
                </a:cubicBezTo>
                <a:cubicBezTo>
                  <a:pt x="113" y="158"/>
                  <a:pt x="116" y="155"/>
                  <a:pt x="119" y="153"/>
                </a:cubicBezTo>
                <a:cubicBezTo>
                  <a:pt x="120" y="151"/>
                  <a:pt x="122" y="150"/>
                  <a:pt x="123" y="150"/>
                </a:cubicBezTo>
                <a:cubicBezTo>
                  <a:pt x="124" y="150"/>
                  <a:pt x="126" y="151"/>
                  <a:pt x="127" y="153"/>
                </a:cubicBezTo>
                <a:cubicBezTo>
                  <a:pt x="130" y="155"/>
                  <a:pt x="133" y="158"/>
                  <a:pt x="137" y="158"/>
                </a:cubicBezTo>
                <a:cubicBezTo>
                  <a:pt x="142" y="158"/>
                  <a:pt x="145" y="155"/>
                  <a:pt x="147" y="153"/>
                </a:cubicBezTo>
                <a:cubicBezTo>
                  <a:pt x="149" y="151"/>
                  <a:pt x="150" y="150"/>
                  <a:pt x="152" y="150"/>
                </a:cubicBezTo>
                <a:cubicBezTo>
                  <a:pt x="153" y="150"/>
                  <a:pt x="155" y="151"/>
                  <a:pt x="156" y="153"/>
                </a:cubicBezTo>
                <a:cubicBezTo>
                  <a:pt x="159" y="155"/>
                  <a:pt x="162" y="158"/>
                  <a:pt x="166" y="158"/>
                </a:cubicBezTo>
                <a:cubicBezTo>
                  <a:pt x="171" y="158"/>
                  <a:pt x="174" y="155"/>
                  <a:pt x="176" y="153"/>
                </a:cubicBezTo>
                <a:cubicBezTo>
                  <a:pt x="178" y="151"/>
                  <a:pt x="179" y="150"/>
                  <a:pt x="181" y="150"/>
                </a:cubicBezTo>
                <a:cubicBezTo>
                  <a:pt x="182" y="150"/>
                  <a:pt x="183" y="151"/>
                  <a:pt x="185" y="153"/>
                </a:cubicBezTo>
                <a:cubicBezTo>
                  <a:pt x="188" y="155"/>
                  <a:pt x="191" y="158"/>
                  <a:pt x="195" y="158"/>
                </a:cubicBezTo>
                <a:cubicBezTo>
                  <a:pt x="197" y="158"/>
                  <a:pt x="199" y="156"/>
                  <a:pt x="199" y="154"/>
                </a:cubicBezTo>
                <a:cubicBezTo>
                  <a:pt x="199" y="151"/>
                  <a:pt x="197" y="150"/>
                  <a:pt x="195" y="150"/>
                </a:cubicBezTo>
                <a:cubicBezTo>
                  <a:pt x="194" y="150"/>
                  <a:pt x="192" y="148"/>
                  <a:pt x="191" y="147"/>
                </a:cubicBezTo>
                <a:cubicBezTo>
                  <a:pt x="188" y="145"/>
                  <a:pt x="185" y="142"/>
                  <a:pt x="181" y="142"/>
                </a:cubicBezTo>
                <a:cubicBezTo>
                  <a:pt x="176" y="142"/>
                  <a:pt x="173" y="145"/>
                  <a:pt x="171" y="147"/>
                </a:cubicBezTo>
                <a:cubicBezTo>
                  <a:pt x="169" y="148"/>
                  <a:pt x="168" y="150"/>
                  <a:pt x="166" y="150"/>
                </a:cubicBezTo>
                <a:cubicBezTo>
                  <a:pt x="165" y="150"/>
                  <a:pt x="163" y="148"/>
                  <a:pt x="162" y="147"/>
                </a:cubicBezTo>
                <a:cubicBezTo>
                  <a:pt x="159" y="145"/>
                  <a:pt x="156" y="142"/>
                  <a:pt x="152" y="142"/>
                </a:cubicBezTo>
                <a:cubicBezTo>
                  <a:pt x="147" y="142"/>
                  <a:pt x="144" y="145"/>
                  <a:pt x="142" y="147"/>
                </a:cubicBezTo>
                <a:cubicBezTo>
                  <a:pt x="140" y="148"/>
                  <a:pt x="139" y="150"/>
                  <a:pt x="137" y="150"/>
                </a:cubicBezTo>
                <a:cubicBezTo>
                  <a:pt x="136" y="150"/>
                  <a:pt x="135" y="148"/>
                  <a:pt x="133" y="147"/>
                </a:cubicBezTo>
                <a:cubicBezTo>
                  <a:pt x="130" y="145"/>
                  <a:pt x="127" y="142"/>
                  <a:pt x="123" y="142"/>
                </a:cubicBezTo>
                <a:cubicBezTo>
                  <a:pt x="119" y="142"/>
                  <a:pt x="116" y="145"/>
                  <a:pt x="113" y="147"/>
                </a:cubicBezTo>
                <a:cubicBezTo>
                  <a:pt x="111" y="148"/>
                  <a:pt x="110" y="150"/>
                  <a:pt x="109" y="150"/>
                </a:cubicBezTo>
                <a:cubicBezTo>
                  <a:pt x="107" y="150"/>
                  <a:pt x="106" y="148"/>
                  <a:pt x="104" y="147"/>
                </a:cubicBezTo>
                <a:cubicBezTo>
                  <a:pt x="102" y="145"/>
                  <a:pt x="99" y="142"/>
                  <a:pt x="94" y="142"/>
                </a:cubicBezTo>
                <a:cubicBezTo>
                  <a:pt x="90" y="142"/>
                  <a:pt x="87" y="145"/>
                  <a:pt x="84" y="147"/>
                </a:cubicBezTo>
                <a:cubicBezTo>
                  <a:pt x="83" y="148"/>
                  <a:pt x="81" y="150"/>
                  <a:pt x="80" y="150"/>
                </a:cubicBezTo>
                <a:cubicBezTo>
                  <a:pt x="78" y="150"/>
                  <a:pt x="77" y="148"/>
                  <a:pt x="75" y="147"/>
                </a:cubicBezTo>
                <a:cubicBezTo>
                  <a:pt x="73" y="145"/>
                  <a:pt x="70" y="142"/>
                  <a:pt x="65" y="142"/>
                </a:cubicBezTo>
                <a:cubicBezTo>
                  <a:pt x="61" y="142"/>
                  <a:pt x="58" y="145"/>
                  <a:pt x="55" y="147"/>
                </a:cubicBezTo>
                <a:cubicBezTo>
                  <a:pt x="54" y="148"/>
                  <a:pt x="52" y="150"/>
                  <a:pt x="51" y="150"/>
                </a:cubicBezTo>
                <a:cubicBezTo>
                  <a:pt x="49" y="150"/>
                  <a:pt x="47" y="151"/>
                  <a:pt x="47" y="154"/>
                </a:cubicBezTo>
                <a:cubicBezTo>
                  <a:pt x="47" y="156"/>
                  <a:pt x="49" y="158"/>
                  <a:pt x="51" y="158"/>
                </a:cubicBezTo>
                <a:close/>
                <a:moveTo>
                  <a:pt x="15" y="208"/>
                </a:moveTo>
                <a:cubicBezTo>
                  <a:pt x="235" y="208"/>
                  <a:pt x="235" y="208"/>
                  <a:pt x="235" y="208"/>
                </a:cubicBezTo>
                <a:cubicBezTo>
                  <a:pt x="240" y="208"/>
                  <a:pt x="244" y="205"/>
                  <a:pt x="247" y="201"/>
                </a:cubicBezTo>
                <a:cubicBezTo>
                  <a:pt x="250" y="196"/>
                  <a:pt x="250" y="191"/>
                  <a:pt x="247" y="186"/>
                </a:cubicBezTo>
                <a:cubicBezTo>
                  <a:pt x="239" y="173"/>
                  <a:pt x="234" y="164"/>
                  <a:pt x="232" y="160"/>
                </a:cubicBezTo>
                <a:cubicBezTo>
                  <a:pt x="229" y="155"/>
                  <a:pt x="224" y="152"/>
                  <a:pt x="218" y="152"/>
                </a:cubicBezTo>
                <a:cubicBezTo>
                  <a:pt x="217" y="152"/>
                  <a:pt x="217" y="152"/>
                  <a:pt x="217" y="152"/>
                </a:cubicBezTo>
                <a:cubicBezTo>
                  <a:pt x="214" y="152"/>
                  <a:pt x="213" y="154"/>
                  <a:pt x="213" y="156"/>
                </a:cubicBezTo>
                <a:cubicBezTo>
                  <a:pt x="213" y="158"/>
                  <a:pt x="214" y="160"/>
                  <a:pt x="217" y="160"/>
                </a:cubicBezTo>
                <a:cubicBezTo>
                  <a:pt x="218" y="160"/>
                  <a:pt x="218" y="160"/>
                  <a:pt x="218" y="160"/>
                </a:cubicBezTo>
                <a:cubicBezTo>
                  <a:pt x="221" y="160"/>
                  <a:pt x="223" y="161"/>
                  <a:pt x="225" y="164"/>
                </a:cubicBezTo>
                <a:cubicBezTo>
                  <a:pt x="227" y="168"/>
                  <a:pt x="232" y="177"/>
                  <a:pt x="240" y="190"/>
                </a:cubicBezTo>
                <a:cubicBezTo>
                  <a:pt x="241" y="192"/>
                  <a:pt x="241" y="195"/>
                  <a:pt x="240" y="197"/>
                </a:cubicBezTo>
                <a:cubicBezTo>
                  <a:pt x="239" y="199"/>
                  <a:pt x="237" y="200"/>
                  <a:pt x="235" y="200"/>
                </a:cubicBezTo>
                <a:cubicBezTo>
                  <a:pt x="15" y="200"/>
                  <a:pt x="15" y="200"/>
                  <a:pt x="15" y="200"/>
                </a:cubicBezTo>
                <a:cubicBezTo>
                  <a:pt x="13" y="200"/>
                  <a:pt x="11" y="199"/>
                  <a:pt x="10" y="197"/>
                </a:cubicBezTo>
                <a:cubicBezTo>
                  <a:pt x="9" y="195"/>
                  <a:pt x="9" y="192"/>
                  <a:pt x="10" y="190"/>
                </a:cubicBezTo>
                <a:cubicBezTo>
                  <a:pt x="18" y="177"/>
                  <a:pt x="23" y="168"/>
                  <a:pt x="25" y="164"/>
                </a:cubicBezTo>
                <a:cubicBezTo>
                  <a:pt x="27" y="161"/>
                  <a:pt x="29" y="160"/>
                  <a:pt x="32" y="160"/>
                </a:cubicBezTo>
                <a:cubicBezTo>
                  <a:pt x="33" y="160"/>
                  <a:pt x="33" y="160"/>
                  <a:pt x="33" y="160"/>
                </a:cubicBezTo>
                <a:cubicBezTo>
                  <a:pt x="36" y="160"/>
                  <a:pt x="37" y="158"/>
                  <a:pt x="37" y="156"/>
                </a:cubicBezTo>
                <a:cubicBezTo>
                  <a:pt x="37" y="154"/>
                  <a:pt x="36" y="152"/>
                  <a:pt x="33" y="152"/>
                </a:cubicBezTo>
                <a:cubicBezTo>
                  <a:pt x="32" y="152"/>
                  <a:pt x="32" y="152"/>
                  <a:pt x="32" y="152"/>
                </a:cubicBezTo>
                <a:cubicBezTo>
                  <a:pt x="26" y="152"/>
                  <a:pt x="21" y="155"/>
                  <a:pt x="18" y="160"/>
                </a:cubicBezTo>
                <a:cubicBezTo>
                  <a:pt x="16" y="164"/>
                  <a:pt x="11" y="173"/>
                  <a:pt x="3" y="186"/>
                </a:cubicBezTo>
                <a:cubicBezTo>
                  <a:pt x="0" y="191"/>
                  <a:pt x="0" y="196"/>
                  <a:pt x="3" y="201"/>
                </a:cubicBezTo>
                <a:cubicBezTo>
                  <a:pt x="6" y="205"/>
                  <a:pt x="10" y="208"/>
                  <a:pt x="15" y="208"/>
                </a:cubicBezTo>
                <a:close/>
                <a:moveTo>
                  <a:pt x="243" y="208"/>
                </a:moveTo>
                <a:cubicBezTo>
                  <a:pt x="240" y="210"/>
                  <a:pt x="240" y="210"/>
                  <a:pt x="240" y="210"/>
                </a:cubicBezTo>
                <a:cubicBezTo>
                  <a:pt x="236" y="212"/>
                  <a:pt x="233" y="216"/>
                  <a:pt x="232" y="220"/>
                </a:cubicBezTo>
                <a:cubicBezTo>
                  <a:pt x="227" y="237"/>
                  <a:pt x="227" y="237"/>
                  <a:pt x="227" y="237"/>
                </a:cubicBezTo>
                <a:cubicBezTo>
                  <a:pt x="226" y="239"/>
                  <a:pt x="225" y="240"/>
                  <a:pt x="223" y="240"/>
                </a:cubicBezTo>
                <a:cubicBezTo>
                  <a:pt x="27" y="240"/>
                  <a:pt x="27" y="240"/>
                  <a:pt x="27" y="240"/>
                </a:cubicBezTo>
                <a:cubicBezTo>
                  <a:pt x="25" y="240"/>
                  <a:pt x="24" y="239"/>
                  <a:pt x="23" y="237"/>
                </a:cubicBezTo>
                <a:cubicBezTo>
                  <a:pt x="19" y="222"/>
                  <a:pt x="19" y="222"/>
                  <a:pt x="19" y="222"/>
                </a:cubicBezTo>
                <a:cubicBezTo>
                  <a:pt x="17" y="216"/>
                  <a:pt x="13" y="212"/>
                  <a:pt x="8" y="209"/>
                </a:cubicBezTo>
                <a:cubicBezTo>
                  <a:pt x="7" y="208"/>
                  <a:pt x="7" y="208"/>
                  <a:pt x="7" y="208"/>
                </a:cubicBezTo>
                <a:cubicBezTo>
                  <a:pt x="5" y="207"/>
                  <a:pt x="2" y="208"/>
                  <a:pt x="1" y="210"/>
                </a:cubicBezTo>
                <a:cubicBezTo>
                  <a:pt x="0" y="212"/>
                  <a:pt x="1" y="215"/>
                  <a:pt x="3" y="216"/>
                </a:cubicBezTo>
                <a:cubicBezTo>
                  <a:pt x="5" y="216"/>
                  <a:pt x="5" y="216"/>
                  <a:pt x="5" y="216"/>
                </a:cubicBezTo>
                <a:cubicBezTo>
                  <a:pt x="8" y="218"/>
                  <a:pt x="10" y="221"/>
                  <a:pt x="11" y="224"/>
                </a:cubicBezTo>
                <a:cubicBezTo>
                  <a:pt x="15" y="239"/>
                  <a:pt x="15" y="239"/>
                  <a:pt x="15" y="239"/>
                </a:cubicBezTo>
                <a:cubicBezTo>
                  <a:pt x="17" y="244"/>
                  <a:pt x="22" y="248"/>
                  <a:pt x="27" y="248"/>
                </a:cubicBezTo>
                <a:cubicBezTo>
                  <a:pt x="223" y="248"/>
                  <a:pt x="223" y="248"/>
                  <a:pt x="223" y="248"/>
                </a:cubicBezTo>
                <a:cubicBezTo>
                  <a:pt x="228" y="248"/>
                  <a:pt x="233" y="244"/>
                  <a:pt x="235" y="239"/>
                </a:cubicBezTo>
                <a:cubicBezTo>
                  <a:pt x="239" y="222"/>
                  <a:pt x="239" y="222"/>
                  <a:pt x="239" y="222"/>
                </a:cubicBezTo>
                <a:cubicBezTo>
                  <a:pt x="240" y="220"/>
                  <a:pt x="242" y="218"/>
                  <a:pt x="244" y="217"/>
                </a:cubicBezTo>
                <a:cubicBezTo>
                  <a:pt x="247" y="216"/>
                  <a:pt x="247" y="216"/>
                  <a:pt x="247" y="216"/>
                </a:cubicBezTo>
                <a:cubicBezTo>
                  <a:pt x="249" y="215"/>
                  <a:pt x="250" y="212"/>
                  <a:pt x="249" y="210"/>
                </a:cubicBezTo>
                <a:cubicBezTo>
                  <a:pt x="248" y="208"/>
                  <a:pt x="245" y="207"/>
                  <a:pt x="243" y="20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82" name="Freeform 188">
            <a:extLst>
              <a:ext uri="{FF2B5EF4-FFF2-40B4-BE49-F238E27FC236}">
                <a16:creationId xmlns:a16="http://schemas.microsoft.com/office/drawing/2014/main" id="{BD9D2D78-5449-4E50-A4B2-E6F8E7F840CC}"/>
              </a:ext>
            </a:extLst>
          </p:cNvPr>
          <p:cNvSpPr>
            <a:spLocks noChangeAspect="1" noEditPoints="1"/>
          </p:cNvSpPr>
          <p:nvPr/>
        </p:nvSpPr>
        <p:spPr bwMode="auto">
          <a:xfrm>
            <a:off x="7338673" y="4362450"/>
            <a:ext cx="415925" cy="400050"/>
          </a:xfrm>
          <a:custGeom>
            <a:avLst/>
            <a:gdLst>
              <a:gd name="T0" fmla="*/ 77 w 266"/>
              <a:gd name="T1" fmla="*/ 213 h 256"/>
              <a:gd name="T2" fmla="*/ 8 w 266"/>
              <a:gd name="T3" fmla="*/ 123 h 256"/>
              <a:gd name="T4" fmla="*/ 90 w 266"/>
              <a:gd name="T5" fmla="*/ 8 h 256"/>
              <a:gd name="T6" fmla="*/ 140 w 266"/>
              <a:gd name="T7" fmla="*/ 35 h 256"/>
              <a:gd name="T8" fmla="*/ 146 w 266"/>
              <a:gd name="T9" fmla="*/ 35 h 256"/>
              <a:gd name="T10" fmla="*/ 146 w 266"/>
              <a:gd name="T11" fmla="*/ 29 h 256"/>
              <a:gd name="T12" fmla="*/ 90 w 266"/>
              <a:gd name="T13" fmla="*/ 0 h 256"/>
              <a:gd name="T14" fmla="*/ 0 w 266"/>
              <a:gd name="T15" fmla="*/ 123 h 256"/>
              <a:gd name="T16" fmla="*/ 75 w 266"/>
              <a:gd name="T17" fmla="*/ 221 h 256"/>
              <a:gd name="T18" fmla="*/ 76 w 266"/>
              <a:gd name="T19" fmla="*/ 221 h 256"/>
              <a:gd name="T20" fmla="*/ 80 w 266"/>
              <a:gd name="T21" fmla="*/ 218 h 256"/>
              <a:gd name="T22" fmla="*/ 77 w 266"/>
              <a:gd name="T23" fmla="*/ 213 h 256"/>
              <a:gd name="T24" fmla="*/ 191 w 266"/>
              <a:gd name="T25" fmla="*/ 41 h 256"/>
              <a:gd name="T26" fmla="*/ 136 w 266"/>
              <a:gd name="T27" fmla="*/ 54 h 256"/>
              <a:gd name="T28" fmla="*/ 83 w 266"/>
              <a:gd name="T29" fmla="*/ 134 h 256"/>
              <a:gd name="T30" fmla="*/ 147 w 266"/>
              <a:gd name="T31" fmla="*/ 254 h 256"/>
              <a:gd name="T32" fmla="*/ 163 w 266"/>
              <a:gd name="T33" fmla="*/ 256 h 256"/>
              <a:gd name="T34" fmla="*/ 207 w 266"/>
              <a:gd name="T35" fmla="*/ 243 h 256"/>
              <a:gd name="T36" fmla="*/ 253 w 266"/>
              <a:gd name="T37" fmla="*/ 171 h 256"/>
              <a:gd name="T38" fmla="*/ 191 w 266"/>
              <a:gd name="T39" fmla="*/ 41 h 256"/>
              <a:gd name="T40" fmla="*/ 245 w 266"/>
              <a:gd name="T41" fmla="*/ 169 h 256"/>
              <a:gd name="T42" fmla="*/ 203 w 266"/>
              <a:gd name="T43" fmla="*/ 236 h 256"/>
              <a:gd name="T44" fmla="*/ 148 w 266"/>
              <a:gd name="T45" fmla="*/ 246 h 256"/>
              <a:gd name="T46" fmla="*/ 91 w 266"/>
              <a:gd name="T47" fmla="*/ 136 h 256"/>
              <a:gd name="T48" fmla="*/ 140 w 266"/>
              <a:gd name="T49" fmla="*/ 60 h 256"/>
              <a:gd name="T50" fmla="*/ 178 w 266"/>
              <a:gd name="T51" fmla="*/ 48 h 256"/>
              <a:gd name="T52" fmla="*/ 190 w 266"/>
              <a:gd name="T53" fmla="*/ 49 h 256"/>
              <a:gd name="T54" fmla="*/ 245 w 266"/>
              <a:gd name="T55" fmla="*/ 169 h 256"/>
              <a:gd name="T56" fmla="*/ 167 w 266"/>
              <a:gd name="T57" fmla="*/ 65 h 256"/>
              <a:gd name="T58" fmla="*/ 132 w 266"/>
              <a:gd name="T59" fmla="*/ 85 h 256"/>
              <a:gd name="T60" fmla="*/ 132 w 266"/>
              <a:gd name="T61" fmla="*/ 91 h 256"/>
              <a:gd name="T62" fmla="*/ 135 w 266"/>
              <a:gd name="T63" fmla="*/ 92 h 256"/>
              <a:gd name="T64" fmla="*/ 138 w 266"/>
              <a:gd name="T65" fmla="*/ 91 h 256"/>
              <a:gd name="T66" fmla="*/ 169 w 266"/>
              <a:gd name="T67" fmla="*/ 73 h 256"/>
              <a:gd name="T68" fmla="*/ 172 w 266"/>
              <a:gd name="T69" fmla="*/ 68 h 256"/>
              <a:gd name="T70" fmla="*/ 167 w 266"/>
              <a:gd name="T71" fmla="*/ 6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6" h="256">
                <a:moveTo>
                  <a:pt x="77" y="213"/>
                </a:moveTo>
                <a:cubicBezTo>
                  <a:pt x="35" y="206"/>
                  <a:pt x="8" y="171"/>
                  <a:pt x="8" y="123"/>
                </a:cubicBezTo>
                <a:cubicBezTo>
                  <a:pt x="8" y="64"/>
                  <a:pt x="48" y="8"/>
                  <a:pt x="90" y="8"/>
                </a:cubicBezTo>
                <a:cubicBezTo>
                  <a:pt x="107" y="8"/>
                  <a:pt x="125" y="17"/>
                  <a:pt x="140" y="35"/>
                </a:cubicBezTo>
                <a:cubicBezTo>
                  <a:pt x="141" y="36"/>
                  <a:pt x="144" y="36"/>
                  <a:pt x="146" y="35"/>
                </a:cubicBezTo>
                <a:cubicBezTo>
                  <a:pt x="147" y="34"/>
                  <a:pt x="147" y="31"/>
                  <a:pt x="146" y="29"/>
                </a:cubicBezTo>
                <a:cubicBezTo>
                  <a:pt x="130" y="10"/>
                  <a:pt x="110" y="0"/>
                  <a:pt x="90" y="0"/>
                </a:cubicBezTo>
                <a:cubicBezTo>
                  <a:pt x="44" y="0"/>
                  <a:pt x="0" y="60"/>
                  <a:pt x="0" y="123"/>
                </a:cubicBezTo>
                <a:cubicBezTo>
                  <a:pt x="0" y="175"/>
                  <a:pt x="30" y="214"/>
                  <a:pt x="75" y="221"/>
                </a:cubicBezTo>
                <a:cubicBezTo>
                  <a:pt x="76" y="221"/>
                  <a:pt x="76" y="221"/>
                  <a:pt x="76" y="221"/>
                </a:cubicBezTo>
                <a:cubicBezTo>
                  <a:pt x="78" y="221"/>
                  <a:pt x="80" y="219"/>
                  <a:pt x="80" y="218"/>
                </a:cubicBezTo>
                <a:cubicBezTo>
                  <a:pt x="80" y="215"/>
                  <a:pt x="79" y="213"/>
                  <a:pt x="77" y="213"/>
                </a:cubicBezTo>
                <a:close/>
                <a:moveTo>
                  <a:pt x="191" y="41"/>
                </a:moveTo>
                <a:cubicBezTo>
                  <a:pt x="173" y="38"/>
                  <a:pt x="154" y="42"/>
                  <a:pt x="136" y="54"/>
                </a:cubicBezTo>
                <a:cubicBezTo>
                  <a:pt x="110" y="71"/>
                  <a:pt x="90" y="101"/>
                  <a:pt x="83" y="134"/>
                </a:cubicBezTo>
                <a:cubicBezTo>
                  <a:pt x="71" y="192"/>
                  <a:pt x="98" y="244"/>
                  <a:pt x="147" y="254"/>
                </a:cubicBezTo>
                <a:cubicBezTo>
                  <a:pt x="152" y="255"/>
                  <a:pt x="157" y="256"/>
                  <a:pt x="163" y="256"/>
                </a:cubicBezTo>
                <a:cubicBezTo>
                  <a:pt x="178" y="256"/>
                  <a:pt x="193" y="251"/>
                  <a:pt x="207" y="243"/>
                </a:cubicBezTo>
                <a:cubicBezTo>
                  <a:pt x="230" y="228"/>
                  <a:pt x="247" y="202"/>
                  <a:pt x="253" y="171"/>
                </a:cubicBezTo>
                <a:cubicBezTo>
                  <a:pt x="266" y="112"/>
                  <a:pt x="237" y="51"/>
                  <a:pt x="191" y="41"/>
                </a:cubicBezTo>
                <a:close/>
                <a:moveTo>
                  <a:pt x="245" y="169"/>
                </a:moveTo>
                <a:cubicBezTo>
                  <a:pt x="239" y="198"/>
                  <a:pt x="224" y="222"/>
                  <a:pt x="203" y="236"/>
                </a:cubicBezTo>
                <a:cubicBezTo>
                  <a:pt x="186" y="247"/>
                  <a:pt x="167" y="250"/>
                  <a:pt x="148" y="246"/>
                </a:cubicBezTo>
                <a:cubicBezTo>
                  <a:pt x="104" y="237"/>
                  <a:pt x="79" y="189"/>
                  <a:pt x="91" y="136"/>
                </a:cubicBezTo>
                <a:cubicBezTo>
                  <a:pt x="97" y="104"/>
                  <a:pt x="116" y="76"/>
                  <a:pt x="140" y="60"/>
                </a:cubicBezTo>
                <a:cubicBezTo>
                  <a:pt x="153" y="52"/>
                  <a:pt x="166" y="48"/>
                  <a:pt x="178" y="48"/>
                </a:cubicBezTo>
                <a:cubicBezTo>
                  <a:pt x="182" y="48"/>
                  <a:pt x="186" y="48"/>
                  <a:pt x="190" y="49"/>
                </a:cubicBezTo>
                <a:cubicBezTo>
                  <a:pt x="231" y="58"/>
                  <a:pt x="257" y="114"/>
                  <a:pt x="245" y="169"/>
                </a:cubicBezTo>
                <a:close/>
                <a:moveTo>
                  <a:pt x="167" y="65"/>
                </a:moveTo>
                <a:cubicBezTo>
                  <a:pt x="155" y="67"/>
                  <a:pt x="143" y="74"/>
                  <a:pt x="132" y="85"/>
                </a:cubicBezTo>
                <a:cubicBezTo>
                  <a:pt x="131" y="87"/>
                  <a:pt x="131" y="89"/>
                  <a:pt x="132" y="91"/>
                </a:cubicBezTo>
                <a:cubicBezTo>
                  <a:pt x="133" y="92"/>
                  <a:pt x="134" y="92"/>
                  <a:pt x="135" y="92"/>
                </a:cubicBezTo>
                <a:cubicBezTo>
                  <a:pt x="136" y="92"/>
                  <a:pt x="137" y="92"/>
                  <a:pt x="138" y="91"/>
                </a:cubicBezTo>
                <a:cubicBezTo>
                  <a:pt x="147" y="81"/>
                  <a:pt x="158" y="74"/>
                  <a:pt x="169" y="73"/>
                </a:cubicBezTo>
                <a:cubicBezTo>
                  <a:pt x="171" y="72"/>
                  <a:pt x="172" y="70"/>
                  <a:pt x="172" y="68"/>
                </a:cubicBezTo>
                <a:cubicBezTo>
                  <a:pt x="172" y="66"/>
                  <a:pt x="169" y="64"/>
                  <a:pt x="167" y="6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86" name="Freeform 192">
            <a:extLst>
              <a:ext uri="{FF2B5EF4-FFF2-40B4-BE49-F238E27FC236}">
                <a16:creationId xmlns:a16="http://schemas.microsoft.com/office/drawing/2014/main" id="{6DF4C731-25FE-452F-89F5-CC31D9785FE0}"/>
              </a:ext>
            </a:extLst>
          </p:cNvPr>
          <p:cNvSpPr>
            <a:spLocks noChangeAspect="1" noEditPoints="1"/>
          </p:cNvSpPr>
          <p:nvPr/>
        </p:nvSpPr>
        <p:spPr bwMode="auto">
          <a:xfrm>
            <a:off x="8314256" y="4362450"/>
            <a:ext cx="400050" cy="400050"/>
          </a:xfrm>
          <a:custGeom>
            <a:avLst/>
            <a:gdLst>
              <a:gd name="T0" fmla="*/ 32 w 256"/>
              <a:gd name="T1" fmla="*/ 146 h 256"/>
              <a:gd name="T2" fmla="*/ 36 w 256"/>
              <a:gd name="T3" fmla="*/ 232 h 256"/>
              <a:gd name="T4" fmla="*/ 107 w 256"/>
              <a:gd name="T5" fmla="*/ 158 h 256"/>
              <a:gd name="T6" fmla="*/ 39 w 256"/>
              <a:gd name="T7" fmla="*/ 224 h 256"/>
              <a:gd name="T8" fmla="*/ 68 w 256"/>
              <a:gd name="T9" fmla="*/ 148 h 256"/>
              <a:gd name="T10" fmla="*/ 92 w 256"/>
              <a:gd name="T11" fmla="*/ 224 h 256"/>
              <a:gd name="T12" fmla="*/ 80 w 256"/>
              <a:gd name="T13" fmla="*/ 0 h 256"/>
              <a:gd name="T14" fmla="*/ 40 w 256"/>
              <a:gd name="T15" fmla="*/ 32 h 256"/>
              <a:gd name="T16" fmla="*/ 3 w 256"/>
              <a:gd name="T17" fmla="*/ 237 h 256"/>
              <a:gd name="T18" fmla="*/ 128 w 256"/>
              <a:gd name="T19" fmla="*/ 237 h 256"/>
              <a:gd name="T20" fmla="*/ 92 w 256"/>
              <a:gd name="T21" fmla="*/ 32 h 256"/>
              <a:gd name="T22" fmla="*/ 23 w 256"/>
              <a:gd name="T23" fmla="*/ 248 h 256"/>
              <a:gd name="T24" fmla="*/ 15 w 256"/>
              <a:gd name="T25" fmla="*/ 128 h 256"/>
              <a:gd name="T26" fmla="*/ 52 w 256"/>
              <a:gd name="T27" fmla="*/ 32 h 256"/>
              <a:gd name="T28" fmla="*/ 52 w 256"/>
              <a:gd name="T29" fmla="*/ 8 h 256"/>
              <a:gd name="T30" fmla="*/ 84 w 256"/>
              <a:gd name="T31" fmla="*/ 28 h 256"/>
              <a:gd name="T32" fmla="*/ 72 w 256"/>
              <a:gd name="T33" fmla="*/ 36 h 256"/>
              <a:gd name="T34" fmla="*/ 123 w 256"/>
              <a:gd name="T35" fmla="*/ 150 h 256"/>
              <a:gd name="T36" fmla="*/ 244 w 256"/>
              <a:gd name="T37" fmla="*/ 52 h 256"/>
              <a:gd name="T38" fmla="*/ 216 w 256"/>
              <a:gd name="T39" fmla="*/ 4 h 256"/>
              <a:gd name="T40" fmla="*/ 192 w 256"/>
              <a:gd name="T41" fmla="*/ 4 h 256"/>
              <a:gd name="T42" fmla="*/ 164 w 256"/>
              <a:gd name="T43" fmla="*/ 52 h 256"/>
              <a:gd name="T44" fmla="*/ 152 w 256"/>
              <a:gd name="T45" fmla="*/ 240 h 256"/>
              <a:gd name="T46" fmla="*/ 256 w 256"/>
              <a:gd name="T47" fmla="*/ 240 h 256"/>
              <a:gd name="T48" fmla="*/ 199 w 256"/>
              <a:gd name="T49" fmla="*/ 8 h 256"/>
              <a:gd name="T50" fmla="*/ 196 w 256"/>
              <a:gd name="T51" fmla="*/ 40 h 256"/>
              <a:gd name="T52" fmla="*/ 240 w 256"/>
              <a:gd name="T53" fmla="*/ 248 h 256"/>
              <a:gd name="T54" fmla="*/ 160 w 256"/>
              <a:gd name="T55" fmla="*/ 168 h 256"/>
              <a:gd name="T56" fmla="*/ 204 w 256"/>
              <a:gd name="T57" fmla="*/ 180 h 256"/>
              <a:gd name="T58" fmla="*/ 248 w 256"/>
              <a:gd name="T59" fmla="*/ 168 h 256"/>
              <a:gd name="T60" fmla="*/ 229 w 256"/>
              <a:gd name="T61" fmla="*/ 136 h 256"/>
              <a:gd name="T62" fmla="*/ 182 w 256"/>
              <a:gd name="T63" fmla="*/ 135 h 256"/>
              <a:gd name="T64" fmla="*/ 168 w 256"/>
              <a:gd name="T65" fmla="*/ 140 h 256"/>
              <a:gd name="T66" fmla="*/ 188 w 256"/>
              <a:gd name="T67" fmla="*/ 140 h 256"/>
              <a:gd name="T68" fmla="*/ 229 w 256"/>
              <a:gd name="T69" fmla="*/ 144 h 256"/>
              <a:gd name="T70" fmla="*/ 229 w 256"/>
              <a:gd name="T71" fmla="*/ 160 h 256"/>
              <a:gd name="T72" fmla="*/ 188 w 256"/>
              <a:gd name="T73" fmla="*/ 164 h 256"/>
              <a:gd name="T74" fmla="*/ 160 w 256"/>
              <a:gd name="T75" fmla="*/ 76 h 256"/>
              <a:gd name="T76" fmla="*/ 176 w 256"/>
              <a:gd name="T77" fmla="*/ 68 h 256"/>
              <a:gd name="T78" fmla="*/ 176 w 256"/>
              <a:gd name="T79" fmla="*/ 48 h 256"/>
              <a:gd name="T80" fmla="*/ 236 w 256"/>
              <a:gd name="T81" fmla="*/ 64 h 256"/>
              <a:gd name="T82" fmla="*/ 196 w 256"/>
              <a:gd name="T83" fmla="*/ 72 h 256"/>
              <a:gd name="T84" fmla="*/ 248 w 256"/>
              <a:gd name="T85" fmla="*/ 1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100" y="146"/>
                </a:moveTo>
                <a:cubicBezTo>
                  <a:pt x="94" y="143"/>
                  <a:pt x="83" y="140"/>
                  <a:pt x="68" y="140"/>
                </a:cubicBezTo>
                <a:cubicBezTo>
                  <a:pt x="52" y="140"/>
                  <a:pt x="40" y="143"/>
                  <a:pt x="32" y="146"/>
                </a:cubicBezTo>
                <a:cubicBezTo>
                  <a:pt x="27" y="148"/>
                  <a:pt x="24" y="153"/>
                  <a:pt x="24" y="158"/>
                </a:cubicBezTo>
                <a:cubicBezTo>
                  <a:pt x="32" y="228"/>
                  <a:pt x="32" y="228"/>
                  <a:pt x="32" y="228"/>
                </a:cubicBezTo>
                <a:cubicBezTo>
                  <a:pt x="32" y="230"/>
                  <a:pt x="34" y="232"/>
                  <a:pt x="36" y="232"/>
                </a:cubicBezTo>
                <a:cubicBezTo>
                  <a:pt x="96" y="232"/>
                  <a:pt x="96" y="232"/>
                  <a:pt x="96" y="232"/>
                </a:cubicBezTo>
                <a:cubicBezTo>
                  <a:pt x="98" y="232"/>
                  <a:pt x="100" y="230"/>
                  <a:pt x="100" y="228"/>
                </a:cubicBezTo>
                <a:cubicBezTo>
                  <a:pt x="107" y="158"/>
                  <a:pt x="107" y="158"/>
                  <a:pt x="107" y="158"/>
                </a:cubicBezTo>
                <a:cubicBezTo>
                  <a:pt x="108" y="153"/>
                  <a:pt x="105" y="148"/>
                  <a:pt x="100" y="146"/>
                </a:cubicBezTo>
                <a:close/>
                <a:moveTo>
                  <a:pt x="92" y="224"/>
                </a:moveTo>
                <a:cubicBezTo>
                  <a:pt x="39" y="224"/>
                  <a:pt x="39" y="224"/>
                  <a:pt x="39" y="224"/>
                </a:cubicBezTo>
                <a:cubicBezTo>
                  <a:pt x="32" y="158"/>
                  <a:pt x="32" y="158"/>
                  <a:pt x="32" y="158"/>
                </a:cubicBezTo>
                <a:cubicBezTo>
                  <a:pt x="32" y="156"/>
                  <a:pt x="33" y="154"/>
                  <a:pt x="35" y="153"/>
                </a:cubicBezTo>
                <a:cubicBezTo>
                  <a:pt x="42" y="151"/>
                  <a:pt x="53" y="148"/>
                  <a:pt x="68" y="148"/>
                </a:cubicBezTo>
                <a:cubicBezTo>
                  <a:pt x="82" y="148"/>
                  <a:pt x="91" y="151"/>
                  <a:pt x="97" y="153"/>
                </a:cubicBezTo>
                <a:cubicBezTo>
                  <a:pt x="98" y="154"/>
                  <a:pt x="99" y="155"/>
                  <a:pt x="99" y="157"/>
                </a:cubicBezTo>
                <a:lnTo>
                  <a:pt x="92" y="224"/>
                </a:lnTo>
                <a:close/>
                <a:moveTo>
                  <a:pt x="92" y="32"/>
                </a:moveTo>
                <a:cubicBezTo>
                  <a:pt x="92" y="12"/>
                  <a:pt x="92" y="12"/>
                  <a:pt x="92" y="12"/>
                </a:cubicBezTo>
                <a:cubicBezTo>
                  <a:pt x="92" y="5"/>
                  <a:pt x="86" y="0"/>
                  <a:pt x="80" y="0"/>
                </a:cubicBezTo>
                <a:cubicBezTo>
                  <a:pt x="52" y="0"/>
                  <a:pt x="52" y="0"/>
                  <a:pt x="52" y="0"/>
                </a:cubicBezTo>
                <a:cubicBezTo>
                  <a:pt x="45" y="0"/>
                  <a:pt x="40" y="5"/>
                  <a:pt x="40" y="12"/>
                </a:cubicBezTo>
                <a:cubicBezTo>
                  <a:pt x="40" y="32"/>
                  <a:pt x="40" y="32"/>
                  <a:pt x="40" y="32"/>
                </a:cubicBezTo>
                <a:cubicBezTo>
                  <a:pt x="40" y="74"/>
                  <a:pt x="20" y="107"/>
                  <a:pt x="8" y="124"/>
                </a:cubicBezTo>
                <a:cubicBezTo>
                  <a:pt x="3" y="131"/>
                  <a:pt x="0" y="141"/>
                  <a:pt x="0" y="151"/>
                </a:cubicBezTo>
                <a:cubicBezTo>
                  <a:pt x="3" y="237"/>
                  <a:pt x="3" y="237"/>
                  <a:pt x="3" y="237"/>
                </a:cubicBezTo>
                <a:cubicBezTo>
                  <a:pt x="4" y="248"/>
                  <a:pt x="12" y="256"/>
                  <a:pt x="23" y="256"/>
                </a:cubicBezTo>
                <a:cubicBezTo>
                  <a:pt x="108" y="256"/>
                  <a:pt x="108" y="256"/>
                  <a:pt x="108" y="256"/>
                </a:cubicBezTo>
                <a:cubicBezTo>
                  <a:pt x="119" y="256"/>
                  <a:pt x="128" y="248"/>
                  <a:pt x="128" y="237"/>
                </a:cubicBezTo>
                <a:cubicBezTo>
                  <a:pt x="131" y="151"/>
                  <a:pt x="131" y="151"/>
                  <a:pt x="131" y="151"/>
                </a:cubicBezTo>
                <a:cubicBezTo>
                  <a:pt x="132" y="141"/>
                  <a:pt x="129" y="131"/>
                  <a:pt x="123" y="124"/>
                </a:cubicBezTo>
                <a:cubicBezTo>
                  <a:pt x="111" y="107"/>
                  <a:pt x="92" y="74"/>
                  <a:pt x="92" y="32"/>
                </a:cubicBezTo>
                <a:close/>
                <a:moveTo>
                  <a:pt x="120" y="236"/>
                </a:moveTo>
                <a:cubicBezTo>
                  <a:pt x="120" y="243"/>
                  <a:pt x="115" y="248"/>
                  <a:pt x="108" y="248"/>
                </a:cubicBezTo>
                <a:cubicBezTo>
                  <a:pt x="23" y="248"/>
                  <a:pt x="23" y="248"/>
                  <a:pt x="23" y="248"/>
                </a:cubicBezTo>
                <a:cubicBezTo>
                  <a:pt x="17" y="248"/>
                  <a:pt x="11" y="243"/>
                  <a:pt x="11" y="236"/>
                </a:cubicBezTo>
                <a:cubicBezTo>
                  <a:pt x="8" y="150"/>
                  <a:pt x="8" y="150"/>
                  <a:pt x="8" y="150"/>
                </a:cubicBezTo>
                <a:cubicBezTo>
                  <a:pt x="8" y="142"/>
                  <a:pt x="10" y="135"/>
                  <a:pt x="15" y="128"/>
                </a:cubicBezTo>
                <a:cubicBezTo>
                  <a:pt x="27" y="112"/>
                  <a:pt x="46" y="78"/>
                  <a:pt x="48" y="36"/>
                </a:cubicBezTo>
                <a:cubicBezTo>
                  <a:pt x="48" y="36"/>
                  <a:pt x="48" y="36"/>
                  <a:pt x="48" y="36"/>
                </a:cubicBezTo>
                <a:cubicBezTo>
                  <a:pt x="50" y="36"/>
                  <a:pt x="52" y="34"/>
                  <a:pt x="52" y="32"/>
                </a:cubicBezTo>
                <a:cubicBezTo>
                  <a:pt x="52" y="30"/>
                  <a:pt x="50" y="28"/>
                  <a:pt x="48" y="28"/>
                </a:cubicBezTo>
                <a:cubicBezTo>
                  <a:pt x="48" y="12"/>
                  <a:pt x="48" y="12"/>
                  <a:pt x="48" y="12"/>
                </a:cubicBezTo>
                <a:cubicBezTo>
                  <a:pt x="48" y="10"/>
                  <a:pt x="50" y="8"/>
                  <a:pt x="52" y="8"/>
                </a:cubicBezTo>
                <a:cubicBezTo>
                  <a:pt x="80" y="8"/>
                  <a:pt x="80" y="8"/>
                  <a:pt x="80" y="8"/>
                </a:cubicBezTo>
                <a:cubicBezTo>
                  <a:pt x="82" y="8"/>
                  <a:pt x="84" y="10"/>
                  <a:pt x="84" y="12"/>
                </a:cubicBezTo>
                <a:cubicBezTo>
                  <a:pt x="84" y="28"/>
                  <a:pt x="84" y="28"/>
                  <a:pt x="84" y="28"/>
                </a:cubicBezTo>
                <a:cubicBezTo>
                  <a:pt x="72" y="28"/>
                  <a:pt x="72" y="28"/>
                  <a:pt x="72" y="28"/>
                </a:cubicBezTo>
                <a:cubicBezTo>
                  <a:pt x="70" y="28"/>
                  <a:pt x="68" y="30"/>
                  <a:pt x="68" y="32"/>
                </a:cubicBezTo>
                <a:cubicBezTo>
                  <a:pt x="68" y="34"/>
                  <a:pt x="70" y="36"/>
                  <a:pt x="72" y="36"/>
                </a:cubicBezTo>
                <a:cubicBezTo>
                  <a:pt x="84" y="36"/>
                  <a:pt x="84" y="36"/>
                  <a:pt x="84" y="36"/>
                </a:cubicBezTo>
                <a:cubicBezTo>
                  <a:pt x="85" y="78"/>
                  <a:pt x="105" y="112"/>
                  <a:pt x="117" y="128"/>
                </a:cubicBezTo>
                <a:cubicBezTo>
                  <a:pt x="121" y="135"/>
                  <a:pt x="124" y="142"/>
                  <a:pt x="123" y="150"/>
                </a:cubicBezTo>
                <a:lnTo>
                  <a:pt x="120" y="236"/>
                </a:lnTo>
                <a:close/>
                <a:moveTo>
                  <a:pt x="244" y="64"/>
                </a:moveTo>
                <a:cubicBezTo>
                  <a:pt x="244" y="52"/>
                  <a:pt x="244" y="52"/>
                  <a:pt x="244" y="52"/>
                </a:cubicBezTo>
                <a:cubicBezTo>
                  <a:pt x="244" y="45"/>
                  <a:pt x="238" y="40"/>
                  <a:pt x="232" y="40"/>
                </a:cubicBezTo>
                <a:cubicBezTo>
                  <a:pt x="219" y="40"/>
                  <a:pt x="219" y="40"/>
                  <a:pt x="219" y="40"/>
                </a:cubicBezTo>
                <a:cubicBezTo>
                  <a:pt x="216" y="4"/>
                  <a:pt x="216" y="4"/>
                  <a:pt x="216" y="4"/>
                </a:cubicBezTo>
                <a:cubicBezTo>
                  <a:pt x="216" y="2"/>
                  <a:pt x="214" y="0"/>
                  <a:pt x="212" y="0"/>
                </a:cubicBezTo>
                <a:cubicBezTo>
                  <a:pt x="196" y="0"/>
                  <a:pt x="196" y="0"/>
                  <a:pt x="196" y="0"/>
                </a:cubicBezTo>
                <a:cubicBezTo>
                  <a:pt x="194" y="0"/>
                  <a:pt x="192" y="2"/>
                  <a:pt x="192" y="4"/>
                </a:cubicBezTo>
                <a:cubicBezTo>
                  <a:pt x="188" y="40"/>
                  <a:pt x="188" y="40"/>
                  <a:pt x="188" y="40"/>
                </a:cubicBezTo>
                <a:cubicBezTo>
                  <a:pt x="176" y="40"/>
                  <a:pt x="176" y="40"/>
                  <a:pt x="176" y="40"/>
                </a:cubicBezTo>
                <a:cubicBezTo>
                  <a:pt x="169" y="40"/>
                  <a:pt x="164" y="45"/>
                  <a:pt x="164" y="52"/>
                </a:cubicBezTo>
                <a:cubicBezTo>
                  <a:pt x="164" y="64"/>
                  <a:pt x="164" y="64"/>
                  <a:pt x="164" y="64"/>
                </a:cubicBezTo>
                <a:cubicBezTo>
                  <a:pt x="157" y="64"/>
                  <a:pt x="152" y="69"/>
                  <a:pt x="152" y="76"/>
                </a:cubicBezTo>
                <a:cubicBezTo>
                  <a:pt x="152" y="240"/>
                  <a:pt x="152" y="240"/>
                  <a:pt x="152" y="240"/>
                </a:cubicBezTo>
                <a:cubicBezTo>
                  <a:pt x="152" y="249"/>
                  <a:pt x="159" y="256"/>
                  <a:pt x="168" y="256"/>
                </a:cubicBezTo>
                <a:cubicBezTo>
                  <a:pt x="240" y="256"/>
                  <a:pt x="240" y="256"/>
                  <a:pt x="240" y="256"/>
                </a:cubicBezTo>
                <a:cubicBezTo>
                  <a:pt x="249" y="256"/>
                  <a:pt x="256" y="249"/>
                  <a:pt x="256" y="240"/>
                </a:cubicBezTo>
                <a:cubicBezTo>
                  <a:pt x="256" y="76"/>
                  <a:pt x="256" y="76"/>
                  <a:pt x="256" y="76"/>
                </a:cubicBezTo>
                <a:cubicBezTo>
                  <a:pt x="256" y="69"/>
                  <a:pt x="250" y="64"/>
                  <a:pt x="244" y="64"/>
                </a:cubicBezTo>
                <a:close/>
                <a:moveTo>
                  <a:pt x="199" y="8"/>
                </a:moveTo>
                <a:cubicBezTo>
                  <a:pt x="208" y="8"/>
                  <a:pt x="208" y="8"/>
                  <a:pt x="208" y="8"/>
                </a:cubicBezTo>
                <a:cubicBezTo>
                  <a:pt x="211" y="40"/>
                  <a:pt x="211" y="40"/>
                  <a:pt x="211" y="40"/>
                </a:cubicBezTo>
                <a:cubicBezTo>
                  <a:pt x="196" y="40"/>
                  <a:pt x="196" y="40"/>
                  <a:pt x="196" y="40"/>
                </a:cubicBezTo>
                <a:lnTo>
                  <a:pt x="199" y="8"/>
                </a:lnTo>
                <a:close/>
                <a:moveTo>
                  <a:pt x="248" y="240"/>
                </a:moveTo>
                <a:cubicBezTo>
                  <a:pt x="248" y="244"/>
                  <a:pt x="244" y="248"/>
                  <a:pt x="240" y="248"/>
                </a:cubicBezTo>
                <a:cubicBezTo>
                  <a:pt x="168" y="248"/>
                  <a:pt x="168" y="248"/>
                  <a:pt x="168" y="248"/>
                </a:cubicBezTo>
                <a:cubicBezTo>
                  <a:pt x="163" y="248"/>
                  <a:pt x="160" y="244"/>
                  <a:pt x="160" y="240"/>
                </a:cubicBezTo>
                <a:cubicBezTo>
                  <a:pt x="160" y="168"/>
                  <a:pt x="160" y="168"/>
                  <a:pt x="160" y="168"/>
                </a:cubicBezTo>
                <a:cubicBezTo>
                  <a:pt x="179" y="168"/>
                  <a:pt x="179" y="168"/>
                  <a:pt x="179" y="168"/>
                </a:cubicBezTo>
                <a:cubicBezTo>
                  <a:pt x="180" y="168"/>
                  <a:pt x="181" y="169"/>
                  <a:pt x="182" y="169"/>
                </a:cubicBezTo>
                <a:cubicBezTo>
                  <a:pt x="187" y="176"/>
                  <a:pt x="195" y="180"/>
                  <a:pt x="204" y="180"/>
                </a:cubicBezTo>
                <a:cubicBezTo>
                  <a:pt x="212" y="180"/>
                  <a:pt x="220" y="176"/>
                  <a:pt x="226" y="169"/>
                </a:cubicBezTo>
                <a:cubicBezTo>
                  <a:pt x="226" y="169"/>
                  <a:pt x="227" y="168"/>
                  <a:pt x="229" y="168"/>
                </a:cubicBezTo>
                <a:cubicBezTo>
                  <a:pt x="248" y="168"/>
                  <a:pt x="248" y="168"/>
                  <a:pt x="248" y="168"/>
                </a:cubicBezTo>
                <a:lnTo>
                  <a:pt x="248" y="240"/>
                </a:lnTo>
                <a:close/>
                <a:moveTo>
                  <a:pt x="248" y="136"/>
                </a:moveTo>
                <a:cubicBezTo>
                  <a:pt x="229" y="136"/>
                  <a:pt x="229" y="136"/>
                  <a:pt x="229" y="136"/>
                </a:cubicBezTo>
                <a:cubicBezTo>
                  <a:pt x="227" y="136"/>
                  <a:pt x="226" y="135"/>
                  <a:pt x="226" y="134"/>
                </a:cubicBezTo>
                <a:cubicBezTo>
                  <a:pt x="220" y="128"/>
                  <a:pt x="212" y="124"/>
                  <a:pt x="204" y="124"/>
                </a:cubicBezTo>
                <a:cubicBezTo>
                  <a:pt x="195" y="124"/>
                  <a:pt x="187" y="128"/>
                  <a:pt x="182" y="135"/>
                </a:cubicBezTo>
                <a:cubicBezTo>
                  <a:pt x="181" y="135"/>
                  <a:pt x="180" y="136"/>
                  <a:pt x="179" y="136"/>
                </a:cubicBezTo>
                <a:cubicBezTo>
                  <a:pt x="172" y="136"/>
                  <a:pt x="172" y="136"/>
                  <a:pt x="172" y="136"/>
                </a:cubicBezTo>
                <a:cubicBezTo>
                  <a:pt x="170" y="136"/>
                  <a:pt x="168" y="138"/>
                  <a:pt x="168" y="140"/>
                </a:cubicBezTo>
                <a:cubicBezTo>
                  <a:pt x="168" y="142"/>
                  <a:pt x="170" y="144"/>
                  <a:pt x="172" y="144"/>
                </a:cubicBezTo>
                <a:cubicBezTo>
                  <a:pt x="179" y="144"/>
                  <a:pt x="179" y="144"/>
                  <a:pt x="179" y="144"/>
                </a:cubicBezTo>
                <a:cubicBezTo>
                  <a:pt x="182" y="144"/>
                  <a:pt x="186" y="142"/>
                  <a:pt x="188" y="140"/>
                </a:cubicBezTo>
                <a:cubicBezTo>
                  <a:pt x="192" y="135"/>
                  <a:pt x="198" y="132"/>
                  <a:pt x="204" y="132"/>
                </a:cubicBezTo>
                <a:cubicBezTo>
                  <a:pt x="210" y="132"/>
                  <a:pt x="216" y="135"/>
                  <a:pt x="219" y="139"/>
                </a:cubicBezTo>
                <a:cubicBezTo>
                  <a:pt x="222" y="142"/>
                  <a:pt x="225" y="144"/>
                  <a:pt x="229" y="144"/>
                </a:cubicBezTo>
                <a:cubicBezTo>
                  <a:pt x="248" y="144"/>
                  <a:pt x="248" y="144"/>
                  <a:pt x="248" y="144"/>
                </a:cubicBezTo>
                <a:cubicBezTo>
                  <a:pt x="248" y="160"/>
                  <a:pt x="248" y="160"/>
                  <a:pt x="248" y="160"/>
                </a:cubicBezTo>
                <a:cubicBezTo>
                  <a:pt x="229" y="160"/>
                  <a:pt x="229" y="160"/>
                  <a:pt x="229" y="160"/>
                </a:cubicBezTo>
                <a:cubicBezTo>
                  <a:pt x="225" y="160"/>
                  <a:pt x="222" y="162"/>
                  <a:pt x="219" y="164"/>
                </a:cubicBezTo>
                <a:cubicBezTo>
                  <a:pt x="216" y="169"/>
                  <a:pt x="210" y="172"/>
                  <a:pt x="204" y="172"/>
                </a:cubicBezTo>
                <a:cubicBezTo>
                  <a:pt x="198" y="172"/>
                  <a:pt x="192" y="169"/>
                  <a:pt x="188" y="164"/>
                </a:cubicBezTo>
                <a:cubicBezTo>
                  <a:pt x="186" y="162"/>
                  <a:pt x="182" y="160"/>
                  <a:pt x="179" y="160"/>
                </a:cubicBezTo>
                <a:cubicBezTo>
                  <a:pt x="160" y="160"/>
                  <a:pt x="160" y="160"/>
                  <a:pt x="160" y="160"/>
                </a:cubicBezTo>
                <a:cubicBezTo>
                  <a:pt x="160" y="76"/>
                  <a:pt x="160" y="76"/>
                  <a:pt x="160" y="76"/>
                </a:cubicBezTo>
                <a:cubicBezTo>
                  <a:pt x="160" y="74"/>
                  <a:pt x="162" y="72"/>
                  <a:pt x="164" y="72"/>
                </a:cubicBezTo>
                <a:cubicBezTo>
                  <a:pt x="172" y="72"/>
                  <a:pt x="172" y="72"/>
                  <a:pt x="172" y="72"/>
                </a:cubicBezTo>
                <a:cubicBezTo>
                  <a:pt x="174" y="72"/>
                  <a:pt x="176" y="70"/>
                  <a:pt x="176" y="68"/>
                </a:cubicBezTo>
                <a:cubicBezTo>
                  <a:pt x="176" y="66"/>
                  <a:pt x="174" y="64"/>
                  <a:pt x="172" y="64"/>
                </a:cubicBezTo>
                <a:cubicBezTo>
                  <a:pt x="172" y="52"/>
                  <a:pt x="172" y="52"/>
                  <a:pt x="172" y="52"/>
                </a:cubicBezTo>
                <a:cubicBezTo>
                  <a:pt x="172" y="50"/>
                  <a:pt x="174" y="48"/>
                  <a:pt x="176" y="48"/>
                </a:cubicBezTo>
                <a:cubicBezTo>
                  <a:pt x="232" y="48"/>
                  <a:pt x="232" y="48"/>
                  <a:pt x="232" y="48"/>
                </a:cubicBezTo>
                <a:cubicBezTo>
                  <a:pt x="234" y="48"/>
                  <a:pt x="236" y="50"/>
                  <a:pt x="236" y="52"/>
                </a:cubicBezTo>
                <a:cubicBezTo>
                  <a:pt x="236" y="64"/>
                  <a:pt x="236" y="64"/>
                  <a:pt x="236" y="64"/>
                </a:cubicBezTo>
                <a:cubicBezTo>
                  <a:pt x="196" y="64"/>
                  <a:pt x="196" y="64"/>
                  <a:pt x="196" y="64"/>
                </a:cubicBezTo>
                <a:cubicBezTo>
                  <a:pt x="194" y="64"/>
                  <a:pt x="192" y="66"/>
                  <a:pt x="192" y="68"/>
                </a:cubicBezTo>
                <a:cubicBezTo>
                  <a:pt x="192" y="70"/>
                  <a:pt x="194" y="72"/>
                  <a:pt x="196" y="72"/>
                </a:cubicBezTo>
                <a:cubicBezTo>
                  <a:pt x="244" y="72"/>
                  <a:pt x="244" y="72"/>
                  <a:pt x="244" y="72"/>
                </a:cubicBezTo>
                <a:cubicBezTo>
                  <a:pt x="246" y="72"/>
                  <a:pt x="248" y="74"/>
                  <a:pt x="248" y="76"/>
                </a:cubicBezTo>
                <a:lnTo>
                  <a:pt x="248" y="13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94" name="Freeform 196">
            <a:extLst>
              <a:ext uri="{FF2B5EF4-FFF2-40B4-BE49-F238E27FC236}">
                <a16:creationId xmlns:a16="http://schemas.microsoft.com/office/drawing/2014/main" id="{5107A171-FFC8-422F-993F-1CAA8B35074B}"/>
              </a:ext>
            </a:extLst>
          </p:cNvPr>
          <p:cNvSpPr>
            <a:spLocks noChangeAspect="1" noEditPoints="1"/>
          </p:cNvSpPr>
          <p:nvPr/>
        </p:nvSpPr>
        <p:spPr bwMode="auto">
          <a:xfrm>
            <a:off x="9350165" y="4362450"/>
            <a:ext cx="263525" cy="400050"/>
          </a:xfrm>
          <a:custGeom>
            <a:avLst/>
            <a:gdLst>
              <a:gd name="T0" fmla="*/ 60 w 168"/>
              <a:gd name="T1" fmla="*/ 115 h 256"/>
              <a:gd name="T2" fmla="*/ 66 w 168"/>
              <a:gd name="T3" fmla="*/ 114 h 256"/>
              <a:gd name="T4" fmla="*/ 42 w 168"/>
              <a:gd name="T5" fmla="*/ 91 h 256"/>
              <a:gd name="T6" fmla="*/ 104 w 168"/>
              <a:gd name="T7" fmla="*/ 88 h 256"/>
              <a:gd name="T8" fmla="*/ 104 w 168"/>
              <a:gd name="T9" fmla="*/ 80 h 256"/>
              <a:gd name="T10" fmla="*/ 14 w 168"/>
              <a:gd name="T11" fmla="*/ 56 h 256"/>
              <a:gd name="T12" fmla="*/ 132 w 168"/>
              <a:gd name="T13" fmla="*/ 52 h 256"/>
              <a:gd name="T14" fmla="*/ 12 w 168"/>
              <a:gd name="T15" fmla="*/ 48 h 256"/>
              <a:gd name="T16" fmla="*/ 8 w 168"/>
              <a:gd name="T17" fmla="*/ 24 h 256"/>
              <a:gd name="T18" fmla="*/ 136 w 168"/>
              <a:gd name="T19" fmla="*/ 20 h 256"/>
              <a:gd name="T20" fmla="*/ 8 w 168"/>
              <a:gd name="T21" fmla="*/ 16 h 256"/>
              <a:gd name="T22" fmla="*/ 4 w 168"/>
              <a:gd name="T23" fmla="*/ 0 h 256"/>
              <a:gd name="T24" fmla="*/ 0 w 168"/>
              <a:gd name="T25" fmla="*/ 24 h 256"/>
              <a:gd name="T26" fmla="*/ 164 w 168"/>
              <a:gd name="T27" fmla="*/ 0 h 256"/>
              <a:gd name="T28" fmla="*/ 160 w 168"/>
              <a:gd name="T29" fmla="*/ 24 h 256"/>
              <a:gd name="T30" fmla="*/ 37 w 168"/>
              <a:gd name="T31" fmla="*/ 158 h 256"/>
              <a:gd name="T32" fmla="*/ 0 w 168"/>
              <a:gd name="T33" fmla="*/ 252 h 256"/>
              <a:gd name="T34" fmla="*/ 8 w 168"/>
              <a:gd name="T35" fmla="*/ 252 h 256"/>
              <a:gd name="T36" fmla="*/ 42 w 168"/>
              <a:gd name="T37" fmla="*/ 165 h 256"/>
              <a:gd name="T38" fmla="*/ 168 w 168"/>
              <a:gd name="T39" fmla="*/ 24 h 256"/>
              <a:gd name="T40" fmla="*/ 164 w 168"/>
              <a:gd name="T41" fmla="*/ 0 h 256"/>
              <a:gd name="T42" fmla="*/ 108 w 168"/>
              <a:gd name="T43" fmla="*/ 141 h 256"/>
              <a:gd name="T44" fmla="*/ 103 w 168"/>
              <a:gd name="T45" fmla="*/ 147 h 256"/>
              <a:gd name="T46" fmla="*/ 130 w 168"/>
              <a:gd name="T47" fmla="*/ 168 h 256"/>
              <a:gd name="T48" fmla="*/ 60 w 168"/>
              <a:gd name="T49" fmla="*/ 172 h 256"/>
              <a:gd name="T50" fmla="*/ 139 w 168"/>
              <a:gd name="T51" fmla="*/ 176 h 256"/>
              <a:gd name="T52" fmla="*/ 40 w 168"/>
              <a:gd name="T53" fmla="*/ 200 h 256"/>
              <a:gd name="T54" fmla="*/ 40 w 168"/>
              <a:gd name="T55" fmla="*/ 208 h 256"/>
              <a:gd name="T56" fmla="*/ 156 w 168"/>
              <a:gd name="T57" fmla="*/ 208 h 256"/>
              <a:gd name="T58" fmla="*/ 36 w 168"/>
              <a:gd name="T59" fmla="*/ 232 h 256"/>
              <a:gd name="T60" fmla="*/ 36 w 168"/>
              <a:gd name="T61" fmla="*/ 240 h 256"/>
              <a:gd name="T62" fmla="*/ 160 w 168"/>
              <a:gd name="T63" fmla="*/ 252 h 256"/>
              <a:gd name="T64" fmla="*/ 168 w 168"/>
              <a:gd name="T65" fmla="*/ 252 h 256"/>
              <a:gd name="T66" fmla="*/ 131 w 168"/>
              <a:gd name="T67" fmla="*/ 15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8" h="256">
                <a:moveTo>
                  <a:pt x="37" y="98"/>
                </a:moveTo>
                <a:cubicBezTo>
                  <a:pt x="60" y="115"/>
                  <a:pt x="60" y="115"/>
                  <a:pt x="60" y="115"/>
                </a:cubicBezTo>
                <a:cubicBezTo>
                  <a:pt x="61" y="116"/>
                  <a:pt x="62" y="116"/>
                  <a:pt x="63" y="116"/>
                </a:cubicBezTo>
                <a:cubicBezTo>
                  <a:pt x="64" y="116"/>
                  <a:pt x="65" y="115"/>
                  <a:pt x="66" y="114"/>
                </a:cubicBezTo>
                <a:cubicBezTo>
                  <a:pt x="67" y="113"/>
                  <a:pt x="67" y="110"/>
                  <a:pt x="65" y="109"/>
                </a:cubicBezTo>
                <a:cubicBezTo>
                  <a:pt x="42" y="91"/>
                  <a:pt x="42" y="91"/>
                  <a:pt x="42" y="91"/>
                </a:cubicBezTo>
                <a:cubicBezTo>
                  <a:pt x="40" y="90"/>
                  <a:pt x="39" y="89"/>
                  <a:pt x="38" y="88"/>
                </a:cubicBezTo>
                <a:cubicBezTo>
                  <a:pt x="104" y="88"/>
                  <a:pt x="104" y="88"/>
                  <a:pt x="104" y="88"/>
                </a:cubicBezTo>
                <a:cubicBezTo>
                  <a:pt x="106" y="88"/>
                  <a:pt x="108" y="86"/>
                  <a:pt x="108" y="84"/>
                </a:cubicBezTo>
                <a:cubicBezTo>
                  <a:pt x="108" y="82"/>
                  <a:pt x="106" y="80"/>
                  <a:pt x="104" y="80"/>
                </a:cubicBezTo>
                <a:cubicBezTo>
                  <a:pt x="29" y="80"/>
                  <a:pt x="29" y="80"/>
                  <a:pt x="29" y="80"/>
                </a:cubicBezTo>
                <a:cubicBezTo>
                  <a:pt x="23" y="73"/>
                  <a:pt x="18" y="65"/>
                  <a:pt x="14" y="56"/>
                </a:cubicBezTo>
                <a:cubicBezTo>
                  <a:pt x="128" y="56"/>
                  <a:pt x="128" y="56"/>
                  <a:pt x="128" y="56"/>
                </a:cubicBezTo>
                <a:cubicBezTo>
                  <a:pt x="130" y="56"/>
                  <a:pt x="132" y="54"/>
                  <a:pt x="132" y="52"/>
                </a:cubicBezTo>
                <a:cubicBezTo>
                  <a:pt x="132" y="50"/>
                  <a:pt x="130" y="48"/>
                  <a:pt x="128" y="48"/>
                </a:cubicBezTo>
                <a:cubicBezTo>
                  <a:pt x="12" y="48"/>
                  <a:pt x="12" y="48"/>
                  <a:pt x="12" y="48"/>
                </a:cubicBezTo>
                <a:cubicBezTo>
                  <a:pt x="12" y="48"/>
                  <a:pt x="12" y="48"/>
                  <a:pt x="12" y="48"/>
                </a:cubicBezTo>
                <a:cubicBezTo>
                  <a:pt x="9" y="40"/>
                  <a:pt x="8" y="32"/>
                  <a:pt x="8" y="24"/>
                </a:cubicBezTo>
                <a:cubicBezTo>
                  <a:pt x="132" y="24"/>
                  <a:pt x="132" y="24"/>
                  <a:pt x="132" y="24"/>
                </a:cubicBezTo>
                <a:cubicBezTo>
                  <a:pt x="134" y="24"/>
                  <a:pt x="136" y="22"/>
                  <a:pt x="136" y="20"/>
                </a:cubicBezTo>
                <a:cubicBezTo>
                  <a:pt x="136" y="18"/>
                  <a:pt x="134" y="16"/>
                  <a:pt x="132" y="16"/>
                </a:cubicBezTo>
                <a:cubicBezTo>
                  <a:pt x="8" y="16"/>
                  <a:pt x="8" y="16"/>
                  <a:pt x="8" y="16"/>
                </a:cubicBezTo>
                <a:cubicBezTo>
                  <a:pt x="8" y="4"/>
                  <a:pt x="8" y="4"/>
                  <a:pt x="8" y="4"/>
                </a:cubicBezTo>
                <a:cubicBezTo>
                  <a:pt x="8" y="2"/>
                  <a:pt x="6" y="0"/>
                  <a:pt x="4" y="0"/>
                </a:cubicBezTo>
                <a:cubicBezTo>
                  <a:pt x="2" y="0"/>
                  <a:pt x="0" y="2"/>
                  <a:pt x="0" y="4"/>
                </a:cubicBezTo>
                <a:cubicBezTo>
                  <a:pt x="0" y="24"/>
                  <a:pt x="0" y="24"/>
                  <a:pt x="0" y="24"/>
                </a:cubicBezTo>
                <a:cubicBezTo>
                  <a:pt x="0" y="53"/>
                  <a:pt x="14" y="80"/>
                  <a:pt x="37" y="98"/>
                </a:cubicBezTo>
                <a:close/>
                <a:moveTo>
                  <a:pt x="164" y="0"/>
                </a:moveTo>
                <a:cubicBezTo>
                  <a:pt x="162" y="0"/>
                  <a:pt x="160" y="2"/>
                  <a:pt x="160" y="4"/>
                </a:cubicBezTo>
                <a:cubicBezTo>
                  <a:pt x="160" y="24"/>
                  <a:pt x="160" y="24"/>
                  <a:pt x="160" y="24"/>
                </a:cubicBezTo>
                <a:cubicBezTo>
                  <a:pt x="160" y="50"/>
                  <a:pt x="147" y="75"/>
                  <a:pt x="126" y="91"/>
                </a:cubicBezTo>
                <a:cubicBezTo>
                  <a:pt x="37" y="158"/>
                  <a:pt x="37" y="158"/>
                  <a:pt x="37" y="158"/>
                </a:cubicBezTo>
                <a:cubicBezTo>
                  <a:pt x="14" y="176"/>
                  <a:pt x="0" y="203"/>
                  <a:pt x="0" y="232"/>
                </a:cubicBezTo>
                <a:cubicBezTo>
                  <a:pt x="0" y="252"/>
                  <a:pt x="0" y="252"/>
                  <a:pt x="0" y="252"/>
                </a:cubicBezTo>
                <a:cubicBezTo>
                  <a:pt x="0" y="254"/>
                  <a:pt x="2" y="256"/>
                  <a:pt x="4" y="256"/>
                </a:cubicBezTo>
                <a:cubicBezTo>
                  <a:pt x="6" y="256"/>
                  <a:pt x="8" y="254"/>
                  <a:pt x="8" y="252"/>
                </a:cubicBezTo>
                <a:cubicBezTo>
                  <a:pt x="8" y="232"/>
                  <a:pt x="8" y="232"/>
                  <a:pt x="8" y="232"/>
                </a:cubicBezTo>
                <a:cubicBezTo>
                  <a:pt x="8" y="206"/>
                  <a:pt x="21" y="181"/>
                  <a:pt x="42" y="165"/>
                </a:cubicBezTo>
                <a:cubicBezTo>
                  <a:pt x="131" y="98"/>
                  <a:pt x="131" y="98"/>
                  <a:pt x="131" y="98"/>
                </a:cubicBezTo>
                <a:cubicBezTo>
                  <a:pt x="154" y="80"/>
                  <a:pt x="168" y="53"/>
                  <a:pt x="168" y="24"/>
                </a:cubicBezTo>
                <a:cubicBezTo>
                  <a:pt x="168" y="4"/>
                  <a:pt x="168" y="4"/>
                  <a:pt x="168" y="4"/>
                </a:cubicBezTo>
                <a:cubicBezTo>
                  <a:pt x="168" y="2"/>
                  <a:pt x="166" y="0"/>
                  <a:pt x="164" y="0"/>
                </a:cubicBezTo>
                <a:close/>
                <a:moveTo>
                  <a:pt x="131" y="158"/>
                </a:moveTo>
                <a:cubicBezTo>
                  <a:pt x="108" y="141"/>
                  <a:pt x="108" y="141"/>
                  <a:pt x="108" y="141"/>
                </a:cubicBezTo>
                <a:cubicBezTo>
                  <a:pt x="106" y="139"/>
                  <a:pt x="103" y="140"/>
                  <a:pt x="102" y="142"/>
                </a:cubicBezTo>
                <a:cubicBezTo>
                  <a:pt x="101" y="143"/>
                  <a:pt x="101" y="146"/>
                  <a:pt x="103" y="147"/>
                </a:cubicBezTo>
                <a:cubicBezTo>
                  <a:pt x="126" y="165"/>
                  <a:pt x="126" y="165"/>
                  <a:pt x="126" y="165"/>
                </a:cubicBezTo>
                <a:cubicBezTo>
                  <a:pt x="128" y="166"/>
                  <a:pt x="129" y="167"/>
                  <a:pt x="130" y="168"/>
                </a:cubicBezTo>
                <a:cubicBezTo>
                  <a:pt x="64" y="168"/>
                  <a:pt x="64" y="168"/>
                  <a:pt x="64" y="168"/>
                </a:cubicBezTo>
                <a:cubicBezTo>
                  <a:pt x="62" y="168"/>
                  <a:pt x="60" y="170"/>
                  <a:pt x="60" y="172"/>
                </a:cubicBezTo>
                <a:cubicBezTo>
                  <a:pt x="60" y="174"/>
                  <a:pt x="62" y="176"/>
                  <a:pt x="64" y="176"/>
                </a:cubicBezTo>
                <a:cubicBezTo>
                  <a:pt x="139" y="176"/>
                  <a:pt x="139" y="176"/>
                  <a:pt x="139" y="176"/>
                </a:cubicBezTo>
                <a:cubicBezTo>
                  <a:pt x="145" y="183"/>
                  <a:pt x="150" y="191"/>
                  <a:pt x="154" y="200"/>
                </a:cubicBezTo>
                <a:cubicBezTo>
                  <a:pt x="40" y="200"/>
                  <a:pt x="40" y="200"/>
                  <a:pt x="40" y="200"/>
                </a:cubicBezTo>
                <a:cubicBezTo>
                  <a:pt x="38" y="200"/>
                  <a:pt x="36" y="202"/>
                  <a:pt x="36" y="204"/>
                </a:cubicBezTo>
                <a:cubicBezTo>
                  <a:pt x="36" y="206"/>
                  <a:pt x="38" y="208"/>
                  <a:pt x="40" y="208"/>
                </a:cubicBezTo>
                <a:cubicBezTo>
                  <a:pt x="156" y="208"/>
                  <a:pt x="156" y="208"/>
                  <a:pt x="156" y="208"/>
                </a:cubicBezTo>
                <a:cubicBezTo>
                  <a:pt x="156" y="208"/>
                  <a:pt x="156" y="208"/>
                  <a:pt x="156" y="208"/>
                </a:cubicBezTo>
                <a:cubicBezTo>
                  <a:pt x="159" y="216"/>
                  <a:pt x="160" y="224"/>
                  <a:pt x="160" y="232"/>
                </a:cubicBezTo>
                <a:cubicBezTo>
                  <a:pt x="36" y="232"/>
                  <a:pt x="36" y="232"/>
                  <a:pt x="36" y="232"/>
                </a:cubicBezTo>
                <a:cubicBezTo>
                  <a:pt x="34" y="232"/>
                  <a:pt x="32" y="234"/>
                  <a:pt x="32" y="236"/>
                </a:cubicBezTo>
                <a:cubicBezTo>
                  <a:pt x="32" y="238"/>
                  <a:pt x="34" y="240"/>
                  <a:pt x="36" y="240"/>
                </a:cubicBezTo>
                <a:cubicBezTo>
                  <a:pt x="160" y="240"/>
                  <a:pt x="160" y="240"/>
                  <a:pt x="160" y="240"/>
                </a:cubicBezTo>
                <a:cubicBezTo>
                  <a:pt x="160" y="252"/>
                  <a:pt x="160" y="252"/>
                  <a:pt x="160" y="252"/>
                </a:cubicBezTo>
                <a:cubicBezTo>
                  <a:pt x="160" y="254"/>
                  <a:pt x="162" y="256"/>
                  <a:pt x="164" y="256"/>
                </a:cubicBezTo>
                <a:cubicBezTo>
                  <a:pt x="166" y="256"/>
                  <a:pt x="168" y="254"/>
                  <a:pt x="168" y="252"/>
                </a:cubicBezTo>
                <a:cubicBezTo>
                  <a:pt x="168" y="232"/>
                  <a:pt x="168" y="232"/>
                  <a:pt x="168" y="232"/>
                </a:cubicBezTo>
                <a:cubicBezTo>
                  <a:pt x="168" y="203"/>
                  <a:pt x="154" y="176"/>
                  <a:pt x="131" y="15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04" name="Freeform 200">
            <a:extLst>
              <a:ext uri="{FF2B5EF4-FFF2-40B4-BE49-F238E27FC236}">
                <a16:creationId xmlns:a16="http://schemas.microsoft.com/office/drawing/2014/main" id="{C1E0AECF-899F-4EC4-B2AD-6845354ABBEA}"/>
              </a:ext>
            </a:extLst>
          </p:cNvPr>
          <p:cNvSpPr>
            <a:spLocks noChangeAspect="1" noEditPoints="1"/>
          </p:cNvSpPr>
          <p:nvPr/>
        </p:nvSpPr>
        <p:spPr bwMode="auto">
          <a:xfrm>
            <a:off x="10244786" y="4359275"/>
            <a:ext cx="409575" cy="406400"/>
          </a:xfrm>
          <a:custGeom>
            <a:avLst/>
            <a:gdLst>
              <a:gd name="T0" fmla="*/ 237 w 262"/>
              <a:gd name="T1" fmla="*/ 99 h 260"/>
              <a:gd name="T2" fmla="*/ 100 w 262"/>
              <a:gd name="T3" fmla="*/ 52 h 260"/>
              <a:gd name="T4" fmla="*/ 81 w 262"/>
              <a:gd name="T5" fmla="*/ 14 h 260"/>
              <a:gd name="T6" fmla="*/ 133 w 262"/>
              <a:gd name="T7" fmla="*/ 17 h 260"/>
              <a:gd name="T8" fmla="*/ 78 w 262"/>
              <a:gd name="T9" fmla="*/ 7 h 260"/>
              <a:gd name="T10" fmla="*/ 44 w 262"/>
              <a:gd name="T11" fmla="*/ 116 h 260"/>
              <a:gd name="T12" fmla="*/ 12 w 262"/>
              <a:gd name="T13" fmla="*/ 106 h 260"/>
              <a:gd name="T14" fmla="*/ 32 w 262"/>
              <a:gd name="T15" fmla="*/ 73 h 260"/>
              <a:gd name="T16" fmla="*/ 4 w 262"/>
              <a:gd name="T17" fmla="*/ 104 h 260"/>
              <a:gd name="T18" fmla="*/ 25 w 262"/>
              <a:gd name="T19" fmla="*/ 163 h 260"/>
              <a:gd name="T20" fmla="*/ 79 w 262"/>
              <a:gd name="T21" fmla="*/ 244 h 260"/>
              <a:gd name="T22" fmla="*/ 165 w 262"/>
              <a:gd name="T23" fmla="*/ 259 h 260"/>
              <a:gd name="T24" fmla="*/ 220 w 262"/>
              <a:gd name="T25" fmla="*/ 196 h 260"/>
              <a:gd name="T26" fmla="*/ 234 w 262"/>
              <a:gd name="T27" fmla="*/ 110 h 260"/>
              <a:gd name="T28" fmla="*/ 231 w 262"/>
              <a:gd name="T29" fmla="*/ 184 h 260"/>
              <a:gd name="T30" fmla="*/ 233 w 262"/>
              <a:gd name="T31" fmla="*/ 191 h 260"/>
              <a:gd name="T32" fmla="*/ 258 w 262"/>
              <a:gd name="T33" fmla="*/ 158 h 260"/>
              <a:gd name="T34" fmla="*/ 148 w 262"/>
              <a:gd name="T35" fmla="*/ 33 h 260"/>
              <a:gd name="T36" fmla="*/ 147 w 262"/>
              <a:gd name="T37" fmla="*/ 56 h 260"/>
              <a:gd name="T38" fmla="*/ 148 w 262"/>
              <a:gd name="T39" fmla="*/ 33 h 260"/>
              <a:gd name="T40" fmla="*/ 33 w 262"/>
              <a:gd name="T41" fmla="*/ 167 h 260"/>
              <a:gd name="T42" fmla="*/ 106 w 262"/>
              <a:gd name="T43" fmla="*/ 232 h 260"/>
              <a:gd name="T44" fmla="*/ 181 w 262"/>
              <a:gd name="T45" fmla="*/ 248 h 260"/>
              <a:gd name="T46" fmla="*/ 115 w 262"/>
              <a:gd name="T47" fmla="*/ 206 h 260"/>
              <a:gd name="T48" fmla="*/ 131 w 262"/>
              <a:gd name="T49" fmla="*/ 221 h 260"/>
              <a:gd name="T50" fmla="*/ 133 w 262"/>
              <a:gd name="T51" fmla="*/ 228 h 260"/>
              <a:gd name="T52" fmla="*/ 161 w 262"/>
              <a:gd name="T53" fmla="*/ 210 h 260"/>
              <a:gd name="T54" fmla="*/ 181 w 262"/>
              <a:gd name="T55" fmla="*/ 248 h 260"/>
              <a:gd name="T56" fmla="*/ 212 w 262"/>
              <a:gd name="T57" fmla="*/ 194 h 260"/>
              <a:gd name="T58" fmla="*/ 189 w 262"/>
              <a:gd name="T59" fmla="*/ 184 h 260"/>
              <a:gd name="T60" fmla="*/ 212 w 262"/>
              <a:gd name="T61" fmla="*/ 194 h 260"/>
              <a:gd name="T62" fmla="*/ 204 w 262"/>
              <a:gd name="T63" fmla="*/ 100 h 260"/>
              <a:gd name="T64" fmla="*/ 196 w 262"/>
              <a:gd name="T65" fmla="*/ 91 h 260"/>
              <a:gd name="T66" fmla="*/ 196 w 262"/>
              <a:gd name="T67" fmla="*/ 103 h 260"/>
              <a:gd name="T68" fmla="*/ 184 w 262"/>
              <a:gd name="T69" fmla="*/ 179 h 260"/>
              <a:gd name="T70" fmla="*/ 117 w 262"/>
              <a:gd name="T71" fmla="*/ 198 h 260"/>
              <a:gd name="T72" fmla="*/ 66 w 262"/>
              <a:gd name="T73" fmla="*/ 159 h 260"/>
              <a:gd name="T74" fmla="*/ 54 w 262"/>
              <a:gd name="T75" fmla="*/ 139 h 260"/>
              <a:gd name="T76" fmla="*/ 58 w 262"/>
              <a:gd name="T77" fmla="*/ 162 h 260"/>
              <a:gd name="T78" fmla="*/ 35 w 262"/>
              <a:gd name="T79" fmla="*/ 158 h 260"/>
              <a:gd name="T80" fmla="*/ 83 w 262"/>
              <a:gd name="T81" fmla="*/ 78 h 260"/>
              <a:gd name="T82" fmla="*/ 78 w 262"/>
              <a:gd name="T83" fmla="*/ 72 h 260"/>
              <a:gd name="T84" fmla="*/ 51 w 262"/>
              <a:gd name="T85" fmla="*/ 106 h 260"/>
              <a:gd name="T86" fmla="*/ 50 w 262"/>
              <a:gd name="T87" fmla="*/ 68 h 260"/>
              <a:gd name="T88" fmla="*/ 227 w 262"/>
              <a:gd name="T89" fmla="*/ 104 h 260"/>
              <a:gd name="T90" fmla="*/ 229 w 262"/>
              <a:gd name="T91" fmla="*/ 95 h 260"/>
              <a:gd name="T92" fmla="*/ 188 w 262"/>
              <a:gd name="T93" fmla="*/ 69 h 260"/>
              <a:gd name="T94" fmla="*/ 217 w 262"/>
              <a:gd name="T95" fmla="*/ 37 h 260"/>
              <a:gd name="T96" fmla="*/ 97 w 262"/>
              <a:gd name="T97" fmla="*/ 131 h 260"/>
              <a:gd name="T98" fmla="*/ 169 w 262"/>
              <a:gd name="T99" fmla="*/ 131 h 260"/>
              <a:gd name="T100" fmla="*/ 97 w 262"/>
              <a:gd name="T101" fmla="*/ 131 h 260"/>
              <a:gd name="T102" fmla="*/ 133 w 262"/>
              <a:gd name="T103" fmla="*/ 159 h 260"/>
              <a:gd name="T104" fmla="*/ 133 w 262"/>
              <a:gd name="T105" fmla="*/ 103 h 260"/>
              <a:gd name="T106" fmla="*/ 117 w 262"/>
              <a:gd name="T107" fmla="*/ 131 h 260"/>
              <a:gd name="T108" fmla="*/ 125 w 262"/>
              <a:gd name="T109" fmla="*/ 131 h 260"/>
              <a:gd name="T110" fmla="*/ 137 w 262"/>
              <a:gd name="T111" fmla="*/ 119 h 260"/>
              <a:gd name="T112" fmla="*/ 117 w 262"/>
              <a:gd name="T113" fmla="*/ 131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2" h="260">
                <a:moveTo>
                  <a:pt x="236" y="101"/>
                </a:moveTo>
                <a:cubicBezTo>
                  <a:pt x="236" y="101"/>
                  <a:pt x="236" y="100"/>
                  <a:pt x="237" y="99"/>
                </a:cubicBezTo>
                <a:cubicBezTo>
                  <a:pt x="243" y="70"/>
                  <a:pt x="238" y="46"/>
                  <a:pt x="222" y="31"/>
                </a:cubicBezTo>
                <a:cubicBezTo>
                  <a:pt x="196" y="7"/>
                  <a:pt x="147" y="16"/>
                  <a:pt x="100" y="52"/>
                </a:cubicBezTo>
                <a:cubicBezTo>
                  <a:pt x="83" y="52"/>
                  <a:pt x="66" y="55"/>
                  <a:pt x="51" y="60"/>
                </a:cubicBezTo>
                <a:cubicBezTo>
                  <a:pt x="55" y="37"/>
                  <a:pt x="66" y="21"/>
                  <a:pt x="81" y="14"/>
                </a:cubicBezTo>
                <a:cubicBezTo>
                  <a:pt x="95" y="9"/>
                  <a:pt x="110" y="10"/>
                  <a:pt x="127" y="19"/>
                </a:cubicBezTo>
                <a:cubicBezTo>
                  <a:pt x="129" y="20"/>
                  <a:pt x="132" y="19"/>
                  <a:pt x="133" y="17"/>
                </a:cubicBezTo>
                <a:cubicBezTo>
                  <a:pt x="134" y="16"/>
                  <a:pt x="133" y="13"/>
                  <a:pt x="131" y="12"/>
                </a:cubicBezTo>
                <a:cubicBezTo>
                  <a:pt x="112" y="2"/>
                  <a:pt x="94" y="0"/>
                  <a:pt x="78" y="7"/>
                </a:cubicBezTo>
                <a:cubicBezTo>
                  <a:pt x="48" y="20"/>
                  <a:pt x="34" y="63"/>
                  <a:pt x="44" y="116"/>
                </a:cubicBezTo>
                <a:cubicBezTo>
                  <a:pt x="44" y="116"/>
                  <a:pt x="44" y="116"/>
                  <a:pt x="44" y="116"/>
                </a:cubicBezTo>
                <a:cubicBezTo>
                  <a:pt x="37" y="128"/>
                  <a:pt x="32" y="140"/>
                  <a:pt x="28" y="152"/>
                </a:cubicBezTo>
                <a:cubicBezTo>
                  <a:pt x="15" y="137"/>
                  <a:pt x="9" y="121"/>
                  <a:pt x="12" y="106"/>
                </a:cubicBezTo>
                <a:cubicBezTo>
                  <a:pt x="14" y="95"/>
                  <a:pt x="21" y="86"/>
                  <a:pt x="31" y="78"/>
                </a:cubicBezTo>
                <a:cubicBezTo>
                  <a:pt x="33" y="77"/>
                  <a:pt x="34" y="74"/>
                  <a:pt x="32" y="73"/>
                </a:cubicBezTo>
                <a:cubicBezTo>
                  <a:pt x="31" y="71"/>
                  <a:pt x="28" y="70"/>
                  <a:pt x="27" y="72"/>
                </a:cubicBezTo>
                <a:cubicBezTo>
                  <a:pt x="14" y="80"/>
                  <a:pt x="7" y="92"/>
                  <a:pt x="4" y="104"/>
                </a:cubicBezTo>
                <a:cubicBezTo>
                  <a:pt x="0" y="123"/>
                  <a:pt x="9" y="143"/>
                  <a:pt x="26" y="161"/>
                </a:cubicBezTo>
                <a:cubicBezTo>
                  <a:pt x="26" y="161"/>
                  <a:pt x="26" y="162"/>
                  <a:pt x="25" y="163"/>
                </a:cubicBezTo>
                <a:cubicBezTo>
                  <a:pt x="19" y="192"/>
                  <a:pt x="24" y="216"/>
                  <a:pt x="40" y="231"/>
                </a:cubicBezTo>
                <a:cubicBezTo>
                  <a:pt x="50" y="240"/>
                  <a:pt x="63" y="244"/>
                  <a:pt x="79" y="244"/>
                </a:cubicBezTo>
                <a:cubicBezTo>
                  <a:pt x="89" y="244"/>
                  <a:pt x="101" y="242"/>
                  <a:pt x="113" y="238"/>
                </a:cubicBezTo>
                <a:cubicBezTo>
                  <a:pt x="130" y="251"/>
                  <a:pt x="148" y="259"/>
                  <a:pt x="165" y="259"/>
                </a:cubicBezTo>
                <a:cubicBezTo>
                  <a:pt x="171" y="259"/>
                  <a:pt x="178" y="258"/>
                  <a:pt x="184" y="255"/>
                </a:cubicBezTo>
                <a:cubicBezTo>
                  <a:pt x="204" y="247"/>
                  <a:pt x="216" y="226"/>
                  <a:pt x="220" y="196"/>
                </a:cubicBezTo>
                <a:cubicBezTo>
                  <a:pt x="222" y="180"/>
                  <a:pt x="221" y="163"/>
                  <a:pt x="218" y="146"/>
                </a:cubicBezTo>
                <a:cubicBezTo>
                  <a:pt x="225" y="134"/>
                  <a:pt x="230" y="122"/>
                  <a:pt x="234" y="110"/>
                </a:cubicBezTo>
                <a:cubicBezTo>
                  <a:pt x="247" y="125"/>
                  <a:pt x="253" y="141"/>
                  <a:pt x="250" y="156"/>
                </a:cubicBezTo>
                <a:cubicBezTo>
                  <a:pt x="248" y="167"/>
                  <a:pt x="241" y="176"/>
                  <a:pt x="231" y="184"/>
                </a:cubicBezTo>
                <a:cubicBezTo>
                  <a:pt x="229" y="185"/>
                  <a:pt x="228" y="188"/>
                  <a:pt x="230" y="189"/>
                </a:cubicBezTo>
                <a:cubicBezTo>
                  <a:pt x="231" y="190"/>
                  <a:pt x="232" y="191"/>
                  <a:pt x="233" y="191"/>
                </a:cubicBezTo>
                <a:cubicBezTo>
                  <a:pt x="234" y="191"/>
                  <a:pt x="235" y="191"/>
                  <a:pt x="235" y="190"/>
                </a:cubicBezTo>
                <a:cubicBezTo>
                  <a:pt x="248" y="182"/>
                  <a:pt x="255" y="170"/>
                  <a:pt x="258" y="158"/>
                </a:cubicBezTo>
                <a:cubicBezTo>
                  <a:pt x="262" y="139"/>
                  <a:pt x="253" y="119"/>
                  <a:pt x="236" y="101"/>
                </a:cubicBezTo>
                <a:close/>
                <a:moveTo>
                  <a:pt x="148" y="33"/>
                </a:moveTo>
                <a:cubicBezTo>
                  <a:pt x="157" y="42"/>
                  <a:pt x="167" y="53"/>
                  <a:pt x="175" y="64"/>
                </a:cubicBezTo>
                <a:cubicBezTo>
                  <a:pt x="166" y="61"/>
                  <a:pt x="157" y="59"/>
                  <a:pt x="147" y="56"/>
                </a:cubicBezTo>
                <a:cubicBezTo>
                  <a:pt x="136" y="54"/>
                  <a:pt x="124" y="53"/>
                  <a:pt x="113" y="52"/>
                </a:cubicBezTo>
                <a:cubicBezTo>
                  <a:pt x="125" y="44"/>
                  <a:pt x="137" y="38"/>
                  <a:pt x="148" y="33"/>
                </a:cubicBezTo>
                <a:close/>
                <a:moveTo>
                  <a:pt x="45" y="225"/>
                </a:moveTo>
                <a:cubicBezTo>
                  <a:pt x="32" y="213"/>
                  <a:pt x="28" y="192"/>
                  <a:pt x="33" y="167"/>
                </a:cubicBezTo>
                <a:cubicBezTo>
                  <a:pt x="44" y="177"/>
                  <a:pt x="58" y="185"/>
                  <a:pt x="74" y="192"/>
                </a:cubicBezTo>
                <a:cubicBezTo>
                  <a:pt x="83" y="208"/>
                  <a:pt x="94" y="221"/>
                  <a:pt x="106" y="232"/>
                </a:cubicBezTo>
                <a:cubicBezTo>
                  <a:pt x="81" y="239"/>
                  <a:pt x="59" y="237"/>
                  <a:pt x="45" y="225"/>
                </a:cubicBezTo>
                <a:close/>
                <a:moveTo>
                  <a:pt x="181" y="248"/>
                </a:moveTo>
                <a:cubicBezTo>
                  <a:pt x="152" y="260"/>
                  <a:pt x="115" y="238"/>
                  <a:pt x="87" y="197"/>
                </a:cubicBezTo>
                <a:cubicBezTo>
                  <a:pt x="96" y="201"/>
                  <a:pt x="105" y="203"/>
                  <a:pt x="115" y="206"/>
                </a:cubicBezTo>
                <a:cubicBezTo>
                  <a:pt x="126" y="208"/>
                  <a:pt x="137" y="209"/>
                  <a:pt x="148" y="210"/>
                </a:cubicBezTo>
                <a:cubicBezTo>
                  <a:pt x="143" y="214"/>
                  <a:pt x="137" y="218"/>
                  <a:pt x="131" y="221"/>
                </a:cubicBezTo>
                <a:cubicBezTo>
                  <a:pt x="129" y="222"/>
                  <a:pt x="128" y="224"/>
                  <a:pt x="129" y="226"/>
                </a:cubicBezTo>
                <a:cubicBezTo>
                  <a:pt x="130" y="227"/>
                  <a:pt x="132" y="228"/>
                  <a:pt x="133" y="228"/>
                </a:cubicBezTo>
                <a:cubicBezTo>
                  <a:pt x="134" y="228"/>
                  <a:pt x="134" y="228"/>
                  <a:pt x="135" y="228"/>
                </a:cubicBezTo>
                <a:cubicBezTo>
                  <a:pt x="144" y="223"/>
                  <a:pt x="153" y="217"/>
                  <a:pt x="161" y="210"/>
                </a:cubicBezTo>
                <a:cubicBezTo>
                  <a:pt x="179" y="210"/>
                  <a:pt x="196" y="207"/>
                  <a:pt x="211" y="202"/>
                </a:cubicBezTo>
                <a:cubicBezTo>
                  <a:pt x="207" y="225"/>
                  <a:pt x="196" y="241"/>
                  <a:pt x="181" y="248"/>
                </a:cubicBezTo>
                <a:close/>
                <a:moveTo>
                  <a:pt x="212" y="194"/>
                </a:moveTo>
                <a:cubicBezTo>
                  <a:pt x="212" y="194"/>
                  <a:pt x="212" y="194"/>
                  <a:pt x="212" y="194"/>
                </a:cubicBezTo>
                <a:cubicBezTo>
                  <a:pt x="200" y="198"/>
                  <a:pt x="186" y="201"/>
                  <a:pt x="172" y="202"/>
                </a:cubicBezTo>
                <a:cubicBezTo>
                  <a:pt x="178" y="196"/>
                  <a:pt x="184" y="191"/>
                  <a:pt x="189" y="184"/>
                </a:cubicBezTo>
                <a:cubicBezTo>
                  <a:pt x="198" y="175"/>
                  <a:pt x="205" y="166"/>
                  <a:pt x="211" y="156"/>
                </a:cubicBezTo>
                <a:cubicBezTo>
                  <a:pt x="213" y="169"/>
                  <a:pt x="213" y="182"/>
                  <a:pt x="212" y="194"/>
                </a:cubicBezTo>
                <a:close/>
                <a:moveTo>
                  <a:pt x="215" y="134"/>
                </a:moveTo>
                <a:cubicBezTo>
                  <a:pt x="212" y="123"/>
                  <a:pt x="209" y="111"/>
                  <a:pt x="204" y="100"/>
                </a:cubicBezTo>
                <a:cubicBezTo>
                  <a:pt x="203" y="98"/>
                  <a:pt x="202" y="96"/>
                  <a:pt x="201" y="93"/>
                </a:cubicBezTo>
                <a:cubicBezTo>
                  <a:pt x="200" y="91"/>
                  <a:pt x="198" y="90"/>
                  <a:pt x="196" y="91"/>
                </a:cubicBezTo>
                <a:cubicBezTo>
                  <a:pt x="194" y="92"/>
                  <a:pt x="193" y="95"/>
                  <a:pt x="194" y="97"/>
                </a:cubicBezTo>
                <a:cubicBezTo>
                  <a:pt x="195" y="99"/>
                  <a:pt x="196" y="101"/>
                  <a:pt x="196" y="103"/>
                </a:cubicBezTo>
                <a:cubicBezTo>
                  <a:pt x="202" y="117"/>
                  <a:pt x="207" y="131"/>
                  <a:pt x="209" y="145"/>
                </a:cubicBezTo>
                <a:cubicBezTo>
                  <a:pt x="202" y="156"/>
                  <a:pt x="194" y="168"/>
                  <a:pt x="184" y="179"/>
                </a:cubicBezTo>
                <a:cubicBezTo>
                  <a:pt x="176" y="187"/>
                  <a:pt x="167" y="195"/>
                  <a:pt x="159" y="202"/>
                </a:cubicBezTo>
                <a:cubicBezTo>
                  <a:pt x="145" y="202"/>
                  <a:pt x="131" y="201"/>
                  <a:pt x="117" y="198"/>
                </a:cubicBezTo>
                <a:cubicBezTo>
                  <a:pt x="104" y="195"/>
                  <a:pt x="91" y="191"/>
                  <a:pt x="79" y="186"/>
                </a:cubicBezTo>
                <a:cubicBezTo>
                  <a:pt x="74" y="178"/>
                  <a:pt x="70" y="168"/>
                  <a:pt x="66" y="159"/>
                </a:cubicBezTo>
                <a:cubicBezTo>
                  <a:pt x="63" y="153"/>
                  <a:pt x="61" y="147"/>
                  <a:pt x="59" y="142"/>
                </a:cubicBezTo>
                <a:cubicBezTo>
                  <a:pt x="58" y="140"/>
                  <a:pt x="56" y="139"/>
                  <a:pt x="54" y="139"/>
                </a:cubicBezTo>
                <a:cubicBezTo>
                  <a:pt x="52" y="140"/>
                  <a:pt x="51" y="142"/>
                  <a:pt x="52" y="144"/>
                </a:cubicBezTo>
                <a:cubicBezTo>
                  <a:pt x="53" y="150"/>
                  <a:pt x="56" y="156"/>
                  <a:pt x="58" y="162"/>
                </a:cubicBezTo>
                <a:cubicBezTo>
                  <a:pt x="61" y="168"/>
                  <a:pt x="64" y="174"/>
                  <a:pt x="67" y="180"/>
                </a:cubicBezTo>
                <a:cubicBezTo>
                  <a:pt x="54" y="174"/>
                  <a:pt x="44" y="167"/>
                  <a:pt x="35" y="158"/>
                </a:cubicBezTo>
                <a:cubicBezTo>
                  <a:pt x="42" y="133"/>
                  <a:pt x="57" y="107"/>
                  <a:pt x="78" y="83"/>
                </a:cubicBezTo>
                <a:cubicBezTo>
                  <a:pt x="80" y="81"/>
                  <a:pt x="82" y="80"/>
                  <a:pt x="83" y="78"/>
                </a:cubicBezTo>
                <a:cubicBezTo>
                  <a:pt x="85" y="76"/>
                  <a:pt x="85" y="74"/>
                  <a:pt x="83" y="72"/>
                </a:cubicBezTo>
                <a:cubicBezTo>
                  <a:pt x="82" y="71"/>
                  <a:pt x="79" y="71"/>
                  <a:pt x="78" y="72"/>
                </a:cubicBezTo>
                <a:cubicBezTo>
                  <a:pt x="76" y="74"/>
                  <a:pt x="74" y="76"/>
                  <a:pt x="73" y="78"/>
                </a:cubicBezTo>
                <a:cubicBezTo>
                  <a:pt x="64" y="87"/>
                  <a:pt x="57" y="96"/>
                  <a:pt x="51" y="106"/>
                </a:cubicBezTo>
                <a:cubicBezTo>
                  <a:pt x="49" y="92"/>
                  <a:pt x="49" y="80"/>
                  <a:pt x="50" y="68"/>
                </a:cubicBezTo>
                <a:cubicBezTo>
                  <a:pt x="50" y="68"/>
                  <a:pt x="50" y="68"/>
                  <a:pt x="50" y="68"/>
                </a:cubicBezTo>
                <a:cubicBezTo>
                  <a:pt x="76" y="58"/>
                  <a:pt x="111" y="57"/>
                  <a:pt x="145" y="64"/>
                </a:cubicBezTo>
                <a:cubicBezTo>
                  <a:pt x="179" y="71"/>
                  <a:pt x="208" y="86"/>
                  <a:pt x="227" y="104"/>
                </a:cubicBezTo>
                <a:cubicBezTo>
                  <a:pt x="224" y="114"/>
                  <a:pt x="220" y="124"/>
                  <a:pt x="215" y="134"/>
                </a:cubicBezTo>
                <a:close/>
                <a:moveTo>
                  <a:pt x="229" y="95"/>
                </a:moveTo>
                <a:cubicBezTo>
                  <a:pt x="218" y="85"/>
                  <a:pt x="204" y="77"/>
                  <a:pt x="188" y="70"/>
                </a:cubicBezTo>
                <a:cubicBezTo>
                  <a:pt x="188" y="69"/>
                  <a:pt x="188" y="69"/>
                  <a:pt x="188" y="69"/>
                </a:cubicBezTo>
                <a:cubicBezTo>
                  <a:pt x="178" y="54"/>
                  <a:pt x="168" y="41"/>
                  <a:pt x="156" y="30"/>
                </a:cubicBezTo>
                <a:cubicBezTo>
                  <a:pt x="181" y="23"/>
                  <a:pt x="203" y="25"/>
                  <a:pt x="217" y="37"/>
                </a:cubicBezTo>
                <a:cubicBezTo>
                  <a:pt x="230" y="49"/>
                  <a:pt x="234" y="70"/>
                  <a:pt x="229" y="95"/>
                </a:cubicBezTo>
                <a:close/>
                <a:moveTo>
                  <a:pt x="97" y="131"/>
                </a:moveTo>
                <a:cubicBezTo>
                  <a:pt x="97" y="151"/>
                  <a:pt x="113" y="167"/>
                  <a:pt x="133" y="167"/>
                </a:cubicBezTo>
                <a:cubicBezTo>
                  <a:pt x="153" y="167"/>
                  <a:pt x="169" y="151"/>
                  <a:pt x="169" y="131"/>
                </a:cubicBezTo>
                <a:cubicBezTo>
                  <a:pt x="169" y="111"/>
                  <a:pt x="153" y="95"/>
                  <a:pt x="133" y="95"/>
                </a:cubicBezTo>
                <a:cubicBezTo>
                  <a:pt x="113" y="95"/>
                  <a:pt x="97" y="111"/>
                  <a:pt x="97" y="131"/>
                </a:cubicBezTo>
                <a:close/>
                <a:moveTo>
                  <a:pt x="161" y="131"/>
                </a:moveTo>
                <a:cubicBezTo>
                  <a:pt x="161" y="146"/>
                  <a:pt x="148" y="159"/>
                  <a:pt x="133" y="159"/>
                </a:cubicBezTo>
                <a:cubicBezTo>
                  <a:pt x="118" y="159"/>
                  <a:pt x="105" y="146"/>
                  <a:pt x="105" y="131"/>
                </a:cubicBezTo>
                <a:cubicBezTo>
                  <a:pt x="105" y="116"/>
                  <a:pt x="118" y="103"/>
                  <a:pt x="133" y="103"/>
                </a:cubicBezTo>
                <a:cubicBezTo>
                  <a:pt x="148" y="103"/>
                  <a:pt x="161" y="116"/>
                  <a:pt x="161" y="131"/>
                </a:cubicBezTo>
                <a:close/>
                <a:moveTo>
                  <a:pt x="117" y="131"/>
                </a:moveTo>
                <a:cubicBezTo>
                  <a:pt x="117" y="133"/>
                  <a:pt x="119" y="135"/>
                  <a:pt x="121" y="135"/>
                </a:cubicBezTo>
                <a:cubicBezTo>
                  <a:pt x="123" y="135"/>
                  <a:pt x="125" y="133"/>
                  <a:pt x="125" y="131"/>
                </a:cubicBezTo>
                <a:cubicBezTo>
                  <a:pt x="125" y="127"/>
                  <a:pt x="129" y="123"/>
                  <a:pt x="133" y="123"/>
                </a:cubicBezTo>
                <a:cubicBezTo>
                  <a:pt x="135" y="123"/>
                  <a:pt x="137" y="121"/>
                  <a:pt x="137" y="119"/>
                </a:cubicBezTo>
                <a:cubicBezTo>
                  <a:pt x="137" y="117"/>
                  <a:pt x="135" y="115"/>
                  <a:pt x="133" y="115"/>
                </a:cubicBezTo>
                <a:cubicBezTo>
                  <a:pt x="124" y="115"/>
                  <a:pt x="117" y="122"/>
                  <a:pt x="117" y="13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88" name="Freeform 204">
            <a:extLst>
              <a:ext uri="{FF2B5EF4-FFF2-40B4-BE49-F238E27FC236}">
                <a16:creationId xmlns:a16="http://schemas.microsoft.com/office/drawing/2014/main" id="{052422B2-693A-4A95-9325-764A60549912}"/>
              </a:ext>
            </a:extLst>
          </p:cNvPr>
          <p:cNvSpPr>
            <a:spLocks noChangeAspect="1" noEditPoints="1"/>
          </p:cNvSpPr>
          <p:nvPr/>
        </p:nvSpPr>
        <p:spPr bwMode="auto">
          <a:xfrm>
            <a:off x="571501" y="5299431"/>
            <a:ext cx="403225" cy="400050"/>
          </a:xfrm>
          <a:custGeom>
            <a:avLst/>
            <a:gdLst>
              <a:gd name="T0" fmla="*/ 229 w 258"/>
              <a:gd name="T1" fmla="*/ 154 h 256"/>
              <a:gd name="T2" fmla="*/ 177 w 258"/>
              <a:gd name="T3" fmla="*/ 168 h 256"/>
              <a:gd name="T4" fmla="*/ 94 w 258"/>
              <a:gd name="T5" fmla="*/ 148 h 256"/>
              <a:gd name="T6" fmla="*/ 35 w 258"/>
              <a:gd name="T7" fmla="*/ 177 h 256"/>
              <a:gd name="T8" fmla="*/ 32 w 258"/>
              <a:gd name="T9" fmla="*/ 174 h 256"/>
              <a:gd name="T10" fmla="*/ 3 w 258"/>
              <a:gd name="T11" fmla="*/ 184 h 256"/>
              <a:gd name="T12" fmla="*/ 7 w 258"/>
              <a:gd name="T13" fmla="*/ 192 h 256"/>
              <a:gd name="T14" fmla="*/ 63 w 258"/>
              <a:gd name="T15" fmla="*/ 238 h 256"/>
              <a:gd name="T16" fmla="*/ 41 w 258"/>
              <a:gd name="T17" fmla="*/ 254 h 256"/>
              <a:gd name="T18" fmla="*/ 47 w 258"/>
              <a:gd name="T19" fmla="*/ 256 h 256"/>
              <a:gd name="T20" fmla="*/ 73 w 258"/>
              <a:gd name="T21" fmla="*/ 241 h 256"/>
              <a:gd name="T22" fmla="*/ 70 w 258"/>
              <a:gd name="T23" fmla="*/ 235 h 256"/>
              <a:gd name="T24" fmla="*/ 94 w 258"/>
              <a:gd name="T25" fmla="*/ 224 h 256"/>
              <a:gd name="T26" fmla="*/ 174 w 258"/>
              <a:gd name="T27" fmla="*/ 221 h 256"/>
              <a:gd name="T28" fmla="*/ 255 w 258"/>
              <a:gd name="T29" fmla="*/ 180 h 256"/>
              <a:gd name="T30" fmla="*/ 242 w 258"/>
              <a:gd name="T31" fmla="*/ 183 h 256"/>
              <a:gd name="T32" fmla="*/ 157 w 258"/>
              <a:gd name="T33" fmla="*/ 216 h 256"/>
              <a:gd name="T34" fmla="*/ 80 w 258"/>
              <a:gd name="T35" fmla="*/ 220 h 256"/>
              <a:gd name="T36" fmla="*/ 38 w 258"/>
              <a:gd name="T37" fmla="*/ 184 h 256"/>
              <a:gd name="T38" fmla="*/ 80 w 258"/>
              <a:gd name="T39" fmla="*/ 160 h 256"/>
              <a:gd name="T40" fmla="*/ 157 w 258"/>
              <a:gd name="T41" fmla="*/ 156 h 256"/>
              <a:gd name="T42" fmla="*/ 157 w 258"/>
              <a:gd name="T43" fmla="*/ 180 h 256"/>
              <a:gd name="T44" fmla="*/ 105 w 258"/>
              <a:gd name="T45" fmla="*/ 184 h 256"/>
              <a:gd name="T46" fmla="*/ 157 w 258"/>
              <a:gd name="T47" fmla="*/ 188 h 256"/>
              <a:gd name="T48" fmla="*/ 162 w 258"/>
              <a:gd name="T49" fmla="*/ 188 h 256"/>
              <a:gd name="T50" fmla="*/ 248 w 258"/>
              <a:gd name="T51" fmla="*/ 168 h 256"/>
              <a:gd name="T52" fmla="*/ 119 w 258"/>
              <a:gd name="T53" fmla="*/ 89 h 256"/>
              <a:gd name="T54" fmla="*/ 131 w 258"/>
              <a:gd name="T55" fmla="*/ 85 h 256"/>
              <a:gd name="T56" fmla="*/ 86 w 258"/>
              <a:gd name="T57" fmla="*/ 69 h 256"/>
              <a:gd name="T58" fmla="*/ 96 w 258"/>
              <a:gd name="T59" fmla="*/ 20 h 256"/>
              <a:gd name="T60" fmla="*/ 119 w 258"/>
              <a:gd name="T61" fmla="*/ 48 h 256"/>
              <a:gd name="T62" fmla="*/ 115 w 258"/>
              <a:gd name="T63" fmla="*/ 56 h 256"/>
              <a:gd name="T64" fmla="*/ 133 w 258"/>
              <a:gd name="T65" fmla="*/ 124 h 256"/>
              <a:gd name="T66" fmla="*/ 107 w 258"/>
              <a:gd name="T67" fmla="*/ 131 h 256"/>
              <a:gd name="T68" fmla="*/ 111 w 258"/>
              <a:gd name="T69" fmla="*/ 137 h 256"/>
              <a:gd name="T70" fmla="*/ 134 w 258"/>
              <a:gd name="T71" fmla="*/ 132 h 256"/>
              <a:gd name="T72" fmla="*/ 165 w 258"/>
              <a:gd name="T73" fmla="*/ 116 h 256"/>
              <a:gd name="T74" fmla="*/ 195 w 258"/>
              <a:gd name="T75" fmla="*/ 132 h 256"/>
              <a:gd name="T76" fmla="*/ 197 w 258"/>
              <a:gd name="T77" fmla="*/ 132 h 256"/>
              <a:gd name="T78" fmla="*/ 224 w 258"/>
              <a:gd name="T79" fmla="*/ 144 h 256"/>
              <a:gd name="T80" fmla="*/ 227 w 258"/>
              <a:gd name="T81" fmla="*/ 137 h 256"/>
              <a:gd name="T82" fmla="*/ 197 w 258"/>
              <a:gd name="T83" fmla="*/ 124 h 256"/>
              <a:gd name="T84" fmla="*/ 165 w 258"/>
              <a:gd name="T85" fmla="*/ 108 h 256"/>
              <a:gd name="T86" fmla="*/ 153 w 258"/>
              <a:gd name="T87" fmla="*/ 76 h 256"/>
              <a:gd name="T88" fmla="*/ 72 w 258"/>
              <a:gd name="T89" fmla="*/ 2 h 256"/>
              <a:gd name="T90" fmla="*/ 65 w 258"/>
              <a:gd name="T91" fmla="*/ 4 h 256"/>
              <a:gd name="T92" fmla="*/ 80 w 258"/>
              <a:gd name="T93" fmla="*/ 75 h 256"/>
              <a:gd name="T94" fmla="*/ 176 w 258"/>
              <a:gd name="T95" fmla="*/ 88 h 256"/>
              <a:gd name="T96" fmla="*/ 217 w 258"/>
              <a:gd name="T97" fmla="*/ 81 h 256"/>
              <a:gd name="T98" fmla="*/ 236 w 258"/>
              <a:gd name="T99" fmla="*/ 28 h 256"/>
              <a:gd name="T100" fmla="*/ 179 w 258"/>
              <a:gd name="T101" fmla="*/ 49 h 256"/>
              <a:gd name="T102" fmla="*/ 176 w 258"/>
              <a:gd name="T103" fmla="*/ 88 h 256"/>
              <a:gd name="T104" fmla="*/ 229 w 258"/>
              <a:gd name="T105" fmla="*/ 35 h 256"/>
              <a:gd name="T106" fmla="*/ 180 w 258"/>
              <a:gd name="T107" fmla="*/ 8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8" h="256">
                <a:moveTo>
                  <a:pt x="255" y="164"/>
                </a:moveTo>
                <a:cubicBezTo>
                  <a:pt x="251" y="154"/>
                  <a:pt x="240" y="149"/>
                  <a:pt x="229" y="154"/>
                </a:cubicBezTo>
                <a:cubicBezTo>
                  <a:pt x="176" y="174"/>
                  <a:pt x="176" y="174"/>
                  <a:pt x="176" y="174"/>
                </a:cubicBezTo>
                <a:cubicBezTo>
                  <a:pt x="177" y="172"/>
                  <a:pt x="177" y="170"/>
                  <a:pt x="177" y="168"/>
                </a:cubicBezTo>
                <a:cubicBezTo>
                  <a:pt x="177" y="157"/>
                  <a:pt x="168" y="148"/>
                  <a:pt x="157" y="148"/>
                </a:cubicBezTo>
                <a:cubicBezTo>
                  <a:pt x="94" y="148"/>
                  <a:pt x="94" y="148"/>
                  <a:pt x="94" y="148"/>
                </a:cubicBezTo>
                <a:cubicBezTo>
                  <a:pt x="87" y="148"/>
                  <a:pt x="81" y="150"/>
                  <a:pt x="76" y="153"/>
                </a:cubicBezTo>
                <a:cubicBezTo>
                  <a:pt x="35" y="177"/>
                  <a:pt x="35" y="177"/>
                  <a:pt x="35" y="177"/>
                </a:cubicBezTo>
                <a:cubicBezTo>
                  <a:pt x="35" y="177"/>
                  <a:pt x="35" y="177"/>
                  <a:pt x="34" y="177"/>
                </a:cubicBezTo>
                <a:cubicBezTo>
                  <a:pt x="32" y="174"/>
                  <a:pt x="32" y="174"/>
                  <a:pt x="32" y="174"/>
                </a:cubicBezTo>
                <a:cubicBezTo>
                  <a:pt x="31" y="172"/>
                  <a:pt x="29" y="172"/>
                  <a:pt x="27" y="172"/>
                </a:cubicBezTo>
                <a:cubicBezTo>
                  <a:pt x="3" y="184"/>
                  <a:pt x="3" y="184"/>
                  <a:pt x="3" y="184"/>
                </a:cubicBezTo>
                <a:cubicBezTo>
                  <a:pt x="1" y="185"/>
                  <a:pt x="0" y="188"/>
                  <a:pt x="1" y="190"/>
                </a:cubicBezTo>
                <a:cubicBezTo>
                  <a:pt x="2" y="192"/>
                  <a:pt x="5" y="193"/>
                  <a:pt x="7" y="192"/>
                </a:cubicBezTo>
                <a:cubicBezTo>
                  <a:pt x="28" y="181"/>
                  <a:pt x="28" y="181"/>
                  <a:pt x="28" y="181"/>
                </a:cubicBezTo>
                <a:cubicBezTo>
                  <a:pt x="63" y="238"/>
                  <a:pt x="63" y="238"/>
                  <a:pt x="63" y="238"/>
                </a:cubicBezTo>
                <a:cubicBezTo>
                  <a:pt x="43" y="248"/>
                  <a:pt x="43" y="248"/>
                  <a:pt x="43" y="248"/>
                </a:cubicBezTo>
                <a:cubicBezTo>
                  <a:pt x="41" y="249"/>
                  <a:pt x="40" y="252"/>
                  <a:pt x="41" y="254"/>
                </a:cubicBezTo>
                <a:cubicBezTo>
                  <a:pt x="42" y="255"/>
                  <a:pt x="44" y="256"/>
                  <a:pt x="45" y="256"/>
                </a:cubicBezTo>
                <a:cubicBezTo>
                  <a:pt x="46" y="256"/>
                  <a:pt x="46" y="256"/>
                  <a:pt x="47" y="256"/>
                </a:cubicBezTo>
                <a:cubicBezTo>
                  <a:pt x="71" y="244"/>
                  <a:pt x="71" y="244"/>
                  <a:pt x="71" y="244"/>
                </a:cubicBezTo>
                <a:cubicBezTo>
                  <a:pt x="72" y="243"/>
                  <a:pt x="73" y="242"/>
                  <a:pt x="73" y="241"/>
                </a:cubicBezTo>
                <a:cubicBezTo>
                  <a:pt x="73" y="240"/>
                  <a:pt x="73" y="239"/>
                  <a:pt x="72" y="238"/>
                </a:cubicBezTo>
                <a:cubicBezTo>
                  <a:pt x="70" y="235"/>
                  <a:pt x="70" y="235"/>
                  <a:pt x="70" y="235"/>
                </a:cubicBezTo>
                <a:cubicBezTo>
                  <a:pt x="84" y="227"/>
                  <a:pt x="84" y="227"/>
                  <a:pt x="84" y="227"/>
                </a:cubicBezTo>
                <a:cubicBezTo>
                  <a:pt x="87" y="225"/>
                  <a:pt x="90" y="224"/>
                  <a:pt x="94" y="224"/>
                </a:cubicBezTo>
                <a:cubicBezTo>
                  <a:pt x="157" y="224"/>
                  <a:pt x="157" y="224"/>
                  <a:pt x="157" y="224"/>
                </a:cubicBezTo>
                <a:cubicBezTo>
                  <a:pt x="163" y="224"/>
                  <a:pt x="169" y="223"/>
                  <a:pt x="174" y="221"/>
                </a:cubicBezTo>
                <a:cubicBezTo>
                  <a:pt x="245" y="191"/>
                  <a:pt x="245" y="191"/>
                  <a:pt x="245" y="191"/>
                </a:cubicBezTo>
                <a:cubicBezTo>
                  <a:pt x="250" y="189"/>
                  <a:pt x="253" y="185"/>
                  <a:pt x="255" y="180"/>
                </a:cubicBezTo>
                <a:cubicBezTo>
                  <a:pt x="258" y="175"/>
                  <a:pt x="258" y="169"/>
                  <a:pt x="255" y="164"/>
                </a:cubicBezTo>
                <a:close/>
                <a:moveTo>
                  <a:pt x="242" y="183"/>
                </a:moveTo>
                <a:cubicBezTo>
                  <a:pt x="171" y="213"/>
                  <a:pt x="171" y="213"/>
                  <a:pt x="171" y="213"/>
                </a:cubicBezTo>
                <a:cubicBezTo>
                  <a:pt x="166" y="215"/>
                  <a:pt x="162" y="216"/>
                  <a:pt x="157" y="216"/>
                </a:cubicBezTo>
                <a:cubicBezTo>
                  <a:pt x="94" y="216"/>
                  <a:pt x="94" y="216"/>
                  <a:pt x="94" y="216"/>
                </a:cubicBezTo>
                <a:cubicBezTo>
                  <a:pt x="89" y="216"/>
                  <a:pt x="84" y="217"/>
                  <a:pt x="80" y="220"/>
                </a:cubicBezTo>
                <a:cubicBezTo>
                  <a:pt x="66" y="228"/>
                  <a:pt x="66" y="228"/>
                  <a:pt x="66" y="228"/>
                </a:cubicBezTo>
                <a:cubicBezTo>
                  <a:pt x="38" y="184"/>
                  <a:pt x="38" y="184"/>
                  <a:pt x="38" y="184"/>
                </a:cubicBezTo>
                <a:cubicBezTo>
                  <a:pt x="39" y="184"/>
                  <a:pt x="39" y="184"/>
                  <a:pt x="39" y="183"/>
                </a:cubicBezTo>
                <a:cubicBezTo>
                  <a:pt x="80" y="160"/>
                  <a:pt x="80" y="160"/>
                  <a:pt x="80" y="160"/>
                </a:cubicBezTo>
                <a:cubicBezTo>
                  <a:pt x="84" y="157"/>
                  <a:pt x="89" y="156"/>
                  <a:pt x="94" y="156"/>
                </a:cubicBezTo>
                <a:cubicBezTo>
                  <a:pt x="157" y="156"/>
                  <a:pt x="157" y="156"/>
                  <a:pt x="157" y="156"/>
                </a:cubicBezTo>
                <a:cubicBezTo>
                  <a:pt x="164" y="156"/>
                  <a:pt x="169" y="161"/>
                  <a:pt x="169" y="168"/>
                </a:cubicBezTo>
                <a:cubicBezTo>
                  <a:pt x="169" y="175"/>
                  <a:pt x="164" y="180"/>
                  <a:pt x="157" y="180"/>
                </a:cubicBezTo>
                <a:cubicBezTo>
                  <a:pt x="109" y="180"/>
                  <a:pt x="109" y="180"/>
                  <a:pt x="109" y="180"/>
                </a:cubicBezTo>
                <a:cubicBezTo>
                  <a:pt x="107" y="180"/>
                  <a:pt x="105" y="182"/>
                  <a:pt x="105" y="184"/>
                </a:cubicBezTo>
                <a:cubicBezTo>
                  <a:pt x="105" y="186"/>
                  <a:pt x="107" y="188"/>
                  <a:pt x="109" y="188"/>
                </a:cubicBezTo>
                <a:cubicBezTo>
                  <a:pt x="157" y="188"/>
                  <a:pt x="157" y="188"/>
                  <a:pt x="157" y="188"/>
                </a:cubicBezTo>
                <a:cubicBezTo>
                  <a:pt x="158" y="188"/>
                  <a:pt x="159" y="188"/>
                  <a:pt x="160" y="188"/>
                </a:cubicBezTo>
                <a:cubicBezTo>
                  <a:pt x="161" y="188"/>
                  <a:pt x="161" y="188"/>
                  <a:pt x="162" y="188"/>
                </a:cubicBezTo>
                <a:cubicBezTo>
                  <a:pt x="232" y="161"/>
                  <a:pt x="232" y="161"/>
                  <a:pt x="232" y="161"/>
                </a:cubicBezTo>
                <a:cubicBezTo>
                  <a:pt x="239" y="158"/>
                  <a:pt x="246" y="161"/>
                  <a:pt x="248" y="168"/>
                </a:cubicBezTo>
                <a:cubicBezTo>
                  <a:pt x="251" y="174"/>
                  <a:pt x="248" y="181"/>
                  <a:pt x="242" y="183"/>
                </a:cubicBezTo>
                <a:close/>
                <a:moveTo>
                  <a:pt x="119" y="89"/>
                </a:moveTo>
                <a:cubicBezTo>
                  <a:pt x="122" y="89"/>
                  <a:pt x="125" y="89"/>
                  <a:pt x="128" y="89"/>
                </a:cubicBezTo>
                <a:cubicBezTo>
                  <a:pt x="130" y="89"/>
                  <a:pt x="132" y="87"/>
                  <a:pt x="131" y="85"/>
                </a:cubicBezTo>
                <a:cubicBezTo>
                  <a:pt x="131" y="82"/>
                  <a:pt x="129" y="81"/>
                  <a:pt x="127" y="81"/>
                </a:cubicBezTo>
                <a:cubicBezTo>
                  <a:pt x="109" y="83"/>
                  <a:pt x="95" y="79"/>
                  <a:pt x="86" y="69"/>
                </a:cubicBezTo>
                <a:cubicBezTo>
                  <a:pt x="78" y="61"/>
                  <a:pt x="69" y="45"/>
                  <a:pt x="72" y="12"/>
                </a:cubicBezTo>
                <a:cubicBezTo>
                  <a:pt x="78" y="16"/>
                  <a:pt x="87" y="18"/>
                  <a:pt x="96" y="20"/>
                </a:cubicBezTo>
                <a:cubicBezTo>
                  <a:pt x="118" y="26"/>
                  <a:pt x="143" y="33"/>
                  <a:pt x="145" y="67"/>
                </a:cubicBezTo>
                <a:cubicBezTo>
                  <a:pt x="133" y="55"/>
                  <a:pt x="120" y="49"/>
                  <a:pt x="119" y="48"/>
                </a:cubicBezTo>
                <a:cubicBezTo>
                  <a:pt x="117" y="47"/>
                  <a:pt x="114" y="48"/>
                  <a:pt x="113" y="50"/>
                </a:cubicBezTo>
                <a:cubicBezTo>
                  <a:pt x="112" y="52"/>
                  <a:pt x="113" y="55"/>
                  <a:pt x="115" y="56"/>
                </a:cubicBezTo>
                <a:cubicBezTo>
                  <a:pt x="116" y="56"/>
                  <a:pt x="155" y="74"/>
                  <a:pt x="157" y="109"/>
                </a:cubicBezTo>
                <a:cubicBezTo>
                  <a:pt x="147" y="111"/>
                  <a:pt x="139" y="116"/>
                  <a:pt x="133" y="124"/>
                </a:cubicBezTo>
                <a:cubicBezTo>
                  <a:pt x="131" y="124"/>
                  <a:pt x="130" y="124"/>
                  <a:pt x="129" y="124"/>
                </a:cubicBezTo>
                <a:cubicBezTo>
                  <a:pt x="121" y="124"/>
                  <a:pt x="113" y="126"/>
                  <a:pt x="107" y="131"/>
                </a:cubicBezTo>
                <a:cubicBezTo>
                  <a:pt x="105" y="132"/>
                  <a:pt x="104" y="135"/>
                  <a:pt x="106" y="136"/>
                </a:cubicBezTo>
                <a:cubicBezTo>
                  <a:pt x="107" y="138"/>
                  <a:pt x="109" y="139"/>
                  <a:pt x="111" y="137"/>
                </a:cubicBezTo>
                <a:cubicBezTo>
                  <a:pt x="116" y="134"/>
                  <a:pt x="123" y="132"/>
                  <a:pt x="129" y="132"/>
                </a:cubicBezTo>
                <a:cubicBezTo>
                  <a:pt x="131" y="132"/>
                  <a:pt x="132" y="132"/>
                  <a:pt x="134" y="132"/>
                </a:cubicBezTo>
                <a:cubicBezTo>
                  <a:pt x="136" y="133"/>
                  <a:pt x="137" y="132"/>
                  <a:pt x="138" y="131"/>
                </a:cubicBezTo>
                <a:cubicBezTo>
                  <a:pt x="144" y="122"/>
                  <a:pt x="154" y="116"/>
                  <a:pt x="165" y="116"/>
                </a:cubicBezTo>
                <a:cubicBezTo>
                  <a:pt x="176" y="116"/>
                  <a:pt x="186" y="121"/>
                  <a:pt x="192" y="130"/>
                </a:cubicBezTo>
                <a:cubicBezTo>
                  <a:pt x="192" y="132"/>
                  <a:pt x="194" y="132"/>
                  <a:pt x="195" y="132"/>
                </a:cubicBezTo>
                <a:cubicBezTo>
                  <a:pt x="196" y="132"/>
                  <a:pt x="196" y="132"/>
                  <a:pt x="196" y="132"/>
                </a:cubicBezTo>
                <a:cubicBezTo>
                  <a:pt x="196" y="132"/>
                  <a:pt x="197" y="132"/>
                  <a:pt x="197" y="132"/>
                </a:cubicBezTo>
                <a:cubicBezTo>
                  <a:pt x="206" y="132"/>
                  <a:pt x="215" y="136"/>
                  <a:pt x="221" y="143"/>
                </a:cubicBezTo>
                <a:cubicBezTo>
                  <a:pt x="222" y="144"/>
                  <a:pt x="223" y="144"/>
                  <a:pt x="224" y="144"/>
                </a:cubicBezTo>
                <a:cubicBezTo>
                  <a:pt x="225" y="144"/>
                  <a:pt x="226" y="144"/>
                  <a:pt x="226" y="143"/>
                </a:cubicBezTo>
                <a:cubicBezTo>
                  <a:pt x="228" y="142"/>
                  <a:pt x="228" y="139"/>
                  <a:pt x="227" y="137"/>
                </a:cubicBezTo>
                <a:cubicBezTo>
                  <a:pt x="219" y="129"/>
                  <a:pt x="208" y="124"/>
                  <a:pt x="197" y="124"/>
                </a:cubicBezTo>
                <a:cubicBezTo>
                  <a:pt x="197" y="124"/>
                  <a:pt x="197" y="124"/>
                  <a:pt x="197" y="124"/>
                </a:cubicBezTo>
                <a:cubicBezTo>
                  <a:pt x="189" y="114"/>
                  <a:pt x="178" y="108"/>
                  <a:pt x="165" y="108"/>
                </a:cubicBezTo>
                <a:cubicBezTo>
                  <a:pt x="165" y="108"/>
                  <a:pt x="165" y="108"/>
                  <a:pt x="165" y="108"/>
                </a:cubicBezTo>
                <a:cubicBezTo>
                  <a:pt x="164" y="95"/>
                  <a:pt x="159" y="85"/>
                  <a:pt x="153" y="76"/>
                </a:cubicBezTo>
                <a:cubicBezTo>
                  <a:pt x="153" y="76"/>
                  <a:pt x="153" y="76"/>
                  <a:pt x="153" y="76"/>
                </a:cubicBezTo>
                <a:cubicBezTo>
                  <a:pt x="156" y="28"/>
                  <a:pt x="122" y="19"/>
                  <a:pt x="98" y="13"/>
                </a:cubicBezTo>
                <a:cubicBezTo>
                  <a:pt x="87" y="10"/>
                  <a:pt x="76" y="7"/>
                  <a:pt x="72" y="2"/>
                </a:cubicBezTo>
                <a:cubicBezTo>
                  <a:pt x="71" y="0"/>
                  <a:pt x="69" y="0"/>
                  <a:pt x="68" y="0"/>
                </a:cubicBezTo>
                <a:cubicBezTo>
                  <a:pt x="66" y="1"/>
                  <a:pt x="65" y="2"/>
                  <a:pt x="65" y="4"/>
                </a:cubicBezTo>
                <a:cubicBezTo>
                  <a:pt x="65" y="4"/>
                  <a:pt x="65" y="5"/>
                  <a:pt x="65" y="6"/>
                </a:cubicBezTo>
                <a:cubicBezTo>
                  <a:pt x="61" y="37"/>
                  <a:pt x="66" y="61"/>
                  <a:pt x="80" y="75"/>
                </a:cubicBezTo>
                <a:cubicBezTo>
                  <a:pt x="89" y="85"/>
                  <a:pt x="102" y="89"/>
                  <a:pt x="119" y="89"/>
                </a:cubicBezTo>
                <a:close/>
                <a:moveTo>
                  <a:pt x="176" y="88"/>
                </a:moveTo>
                <a:cubicBezTo>
                  <a:pt x="181" y="89"/>
                  <a:pt x="186" y="89"/>
                  <a:pt x="190" y="89"/>
                </a:cubicBezTo>
                <a:cubicBezTo>
                  <a:pt x="200" y="89"/>
                  <a:pt x="209" y="87"/>
                  <a:pt x="217" y="81"/>
                </a:cubicBezTo>
                <a:cubicBezTo>
                  <a:pt x="237" y="64"/>
                  <a:pt x="238" y="32"/>
                  <a:pt x="238" y="31"/>
                </a:cubicBezTo>
                <a:cubicBezTo>
                  <a:pt x="238" y="29"/>
                  <a:pt x="237" y="28"/>
                  <a:pt x="236" y="28"/>
                </a:cubicBezTo>
                <a:cubicBezTo>
                  <a:pt x="236" y="27"/>
                  <a:pt x="235" y="26"/>
                  <a:pt x="233" y="27"/>
                </a:cubicBezTo>
                <a:cubicBezTo>
                  <a:pt x="232" y="27"/>
                  <a:pt x="196" y="28"/>
                  <a:pt x="179" y="49"/>
                </a:cubicBezTo>
                <a:cubicBezTo>
                  <a:pt x="172" y="58"/>
                  <a:pt x="170" y="71"/>
                  <a:pt x="173" y="85"/>
                </a:cubicBezTo>
                <a:cubicBezTo>
                  <a:pt x="173" y="86"/>
                  <a:pt x="175" y="88"/>
                  <a:pt x="176" y="88"/>
                </a:cubicBezTo>
                <a:close/>
                <a:moveTo>
                  <a:pt x="186" y="54"/>
                </a:moveTo>
                <a:cubicBezTo>
                  <a:pt x="197" y="39"/>
                  <a:pt x="220" y="36"/>
                  <a:pt x="229" y="35"/>
                </a:cubicBezTo>
                <a:cubicBezTo>
                  <a:pt x="228" y="44"/>
                  <a:pt x="225" y="64"/>
                  <a:pt x="212" y="74"/>
                </a:cubicBezTo>
                <a:cubicBezTo>
                  <a:pt x="204" y="81"/>
                  <a:pt x="193" y="83"/>
                  <a:pt x="180" y="81"/>
                </a:cubicBezTo>
                <a:cubicBezTo>
                  <a:pt x="178" y="70"/>
                  <a:pt x="180" y="61"/>
                  <a:pt x="186" y="5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19" name="Freeform 208">
            <a:extLst>
              <a:ext uri="{FF2B5EF4-FFF2-40B4-BE49-F238E27FC236}">
                <a16:creationId xmlns:a16="http://schemas.microsoft.com/office/drawing/2014/main" id="{16DD96C5-6C60-4518-9C39-DD8BB54AAFF4}"/>
              </a:ext>
            </a:extLst>
          </p:cNvPr>
          <p:cNvSpPr>
            <a:spLocks noChangeAspect="1" noEditPoints="1"/>
          </p:cNvSpPr>
          <p:nvPr/>
        </p:nvSpPr>
        <p:spPr bwMode="auto">
          <a:xfrm>
            <a:off x="1603441" y="5305781"/>
            <a:ext cx="274637" cy="387350"/>
          </a:xfrm>
          <a:custGeom>
            <a:avLst/>
            <a:gdLst>
              <a:gd name="T0" fmla="*/ 156 w 176"/>
              <a:gd name="T1" fmla="*/ 20 h 248"/>
              <a:gd name="T2" fmla="*/ 140 w 176"/>
              <a:gd name="T3" fmla="*/ 20 h 248"/>
              <a:gd name="T4" fmla="*/ 88 w 176"/>
              <a:gd name="T5" fmla="*/ 16 h 248"/>
              <a:gd name="T6" fmla="*/ 88 w 176"/>
              <a:gd name="T7" fmla="*/ 0 h 248"/>
              <a:gd name="T8" fmla="*/ 88 w 176"/>
              <a:gd name="T9" fmla="*/ 16 h 248"/>
              <a:gd name="T10" fmla="*/ 36 w 176"/>
              <a:gd name="T11" fmla="*/ 20 h 248"/>
              <a:gd name="T12" fmla="*/ 20 w 176"/>
              <a:gd name="T13" fmla="*/ 20 h 248"/>
              <a:gd name="T14" fmla="*/ 60 w 176"/>
              <a:gd name="T15" fmla="*/ 48 h 248"/>
              <a:gd name="T16" fmla="*/ 60 w 176"/>
              <a:gd name="T17" fmla="*/ 32 h 248"/>
              <a:gd name="T18" fmla="*/ 60 w 176"/>
              <a:gd name="T19" fmla="*/ 48 h 248"/>
              <a:gd name="T20" fmla="*/ 124 w 176"/>
              <a:gd name="T21" fmla="*/ 40 h 248"/>
              <a:gd name="T22" fmla="*/ 108 w 176"/>
              <a:gd name="T23" fmla="*/ 40 h 248"/>
              <a:gd name="T24" fmla="*/ 166 w 176"/>
              <a:gd name="T25" fmla="*/ 56 h 248"/>
              <a:gd name="T26" fmla="*/ 159 w 176"/>
              <a:gd name="T27" fmla="*/ 59 h 248"/>
              <a:gd name="T28" fmla="*/ 97 w 176"/>
              <a:gd name="T29" fmla="*/ 127 h 248"/>
              <a:gd name="T30" fmla="*/ 164 w 176"/>
              <a:gd name="T31" fmla="*/ 65 h 248"/>
              <a:gd name="T32" fmla="*/ 166 w 176"/>
              <a:gd name="T33" fmla="*/ 64 h 248"/>
              <a:gd name="T34" fmla="*/ 168 w 176"/>
              <a:gd name="T35" fmla="*/ 148 h 248"/>
              <a:gd name="T36" fmla="*/ 108 w 176"/>
              <a:gd name="T37" fmla="*/ 204 h 248"/>
              <a:gd name="T38" fmla="*/ 108 w 176"/>
              <a:gd name="T39" fmla="*/ 212 h 248"/>
              <a:gd name="T40" fmla="*/ 116 w 176"/>
              <a:gd name="T41" fmla="*/ 212 h 248"/>
              <a:gd name="T42" fmla="*/ 176 w 176"/>
              <a:gd name="T43" fmla="*/ 66 h 248"/>
              <a:gd name="T44" fmla="*/ 95 w 176"/>
              <a:gd name="T45" fmla="*/ 137 h 248"/>
              <a:gd name="T46" fmla="*/ 11 w 176"/>
              <a:gd name="T47" fmla="*/ 56 h 248"/>
              <a:gd name="T48" fmla="*/ 0 w 176"/>
              <a:gd name="T49" fmla="*/ 66 h 248"/>
              <a:gd name="T50" fmla="*/ 60 w 176"/>
              <a:gd name="T51" fmla="*/ 212 h 248"/>
              <a:gd name="T52" fmla="*/ 84 w 176"/>
              <a:gd name="T53" fmla="*/ 207 h 248"/>
              <a:gd name="T54" fmla="*/ 92 w 176"/>
              <a:gd name="T55" fmla="*/ 248 h 248"/>
              <a:gd name="T56" fmla="*/ 95 w 176"/>
              <a:gd name="T57" fmla="*/ 199 h 248"/>
              <a:gd name="T58" fmla="*/ 95 w 176"/>
              <a:gd name="T59" fmla="*/ 137 h 248"/>
              <a:gd name="T60" fmla="*/ 60 w 176"/>
              <a:gd name="T61" fmla="*/ 204 h 248"/>
              <a:gd name="T62" fmla="*/ 8 w 176"/>
              <a:gd name="T63" fmla="*/ 66 h 248"/>
              <a:gd name="T64" fmla="*/ 10 w 176"/>
              <a:gd name="T65" fmla="*/ 64 h 248"/>
              <a:gd name="T66" fmla="*/ 89 w 176"/>
              <a:gd name="T67" fmla="*/ 143 h 248"/>
              <a:gd name="T68" fmla="*/ 58 w 176"/>
              <a:gd name="T69" fmla="*/ 95 h 248"/>
              <a:gd name="T70" fmla="*/ 63 w 176"/>
              <a:gd name="T71" fmla="*/ 94 h 248"/>
              <a:gd name="T72" fmla="*/ 84 w 176"/>
              <a:gd name="T73" fmla="*/ 65 h 248"/>
              <a:gd name="T74" fmla="*/ 85 w 176"/>
              <a:gd name="T75" fmla="*/ 65 h 248"/>
              <a:gd name="T76" fmla="*/ 85 w 176"/>
              <a:gd name="T77" fmla="*/ 64 h 248"/>
              <a:gd name="T78" fmla="*/ 90 w 176"/>
              <a:gd name="T79" fmla="*/ 64 h 248"/>
              <a:gd name="T80" fmla="*/ 91 w 176"/>
              <a:gd name="T81" fmla="*/ 65 h 248"/>
              <a:gd name="T82" fmla="*/ 92 w 176"/>
              <a:gd name="T83" fmla="*/ 65 h 248"/>
              <a:gd name="T84" fmla="*/ 95 w 176"/>
              <a:gd name="T85" fmla="*/ 68 h 248"/>
              <a:gd name="T86" fmla="*/ 118 w 176"/>
              <a:gd name="T87" fmla="*/ 95 h 248"/>
              <a:gd name="T88" fmla="*/ 101 w 176"/>
              <a:gd name="T89" fmla="*/ 63 h 248"/>
              <a:gd name="T90" fmla="*/ 97 w 176"/>
              <a:gd name="T91" fmla="*/ 59 h 248"/>
              <a:gd name="T92" fmla="*/ 94 w 176"/>
              <a:gd name="T93" fmla="*/ 57 h 248"/>
              <a:gd name="T94" fmla="*/ 83 w 176"/>
              <a:gd name="T95" fmla="*/ 57 h 248"/>
              <a:gd name="T96" fmla="*/ 81 w 176"/>
              <a:gd name="T97" fmla="*/ 58 h 248"/>
              <a:gd name="T98" fmla="*/ 79 w 176"/>
              <a:gd name="T99" fmla="*/ 59 h 248"/>
              <a:gd name="T100" fmla="*/ 57 w 176"/>
              <a:gd name="T101" fmla="*/ 9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 h="248">
                <a:moveTo>
                  <a:pt x="148" y="28"/>
                </a:moveTo>
                <a:cubicBezTo>
                  <a:pt x="152" y="28"/>
                  <a:pt x="156" y="24"/>
                  <a:pt x="156" y="20"/>
                </a:cubicBezTo>
                <a:cubicBezTo>
                  <a:pt x="156" y="16"/>
                  <a:pt x="152" y="12"/>
                  <a:pt x="148" y="12"/>
                </a:cubicBezTo>
                <a:cubicBezTo>
                  <a:pt x="144" y="12"/>
                  <a:pt x="140" y="16"/>
                  <a:pt x="140" y="20"/>
                </a:cubicBezTo>
                <a:cubicBezTo>
                  <a:pt x="140" y="24"/>
                  <a:pt x="144" y="28"/>
                  <a:pt x="148" y="28"/>
                </a:cubicBezTo>
                <a:close/>
                <a:moveTo>
                  <a:pt x="88" y="16"/>
                </a:moveTo>
                <a:cubicBezTo>
                  <a:pt x="92" y="16"/>
                  <a:pt x="96" y="12"/>
                  <a:pt x="96" y="8"/>
                </a:cubicBezTo>
                <a:cubicBezTo>
                  <a:pt x="96" y="4"/>
                  <a:pt x="92" y="0"/>
                  <a:pt x="88" y="0"/>
                </a:cubicBezTo>
                <a:cubicBezTo>
                  <a:pt x="84" y="0"/>
                  <a:pt x="80" y="4"/>
                  <a:pt x="80" y="8"/>
                </a:cubicBezTo>
                <a:cubicBezTo>
                  <a:pt x="80" y="12"/>
                  <a:pt x="84" y="16"/>
                  <a:pt x="88" y="16"/>
                </a:cubicBezTo>
                <a:close/>
                <a:moveTo>
                  <a:pt x="28" y="28"/>
                </a:moveTo>
                <a:cubicBezTo>
                  <a:pt x="32" y="28"/>
                  <a:pt x="36" y="24"/>
                  <a:pt x="36" y="20"/>
                </a:cubicBezTo>
                <a:cubicBezTo>
                  <a:pt x="36" y="16"/>
                  <a:pt x="32" y="12"/>
                  <a:pt x="28" y="12"/>
                </a:cubicBezTo>
                <a:cubicBezTo>
                  <a:pt x="24" y="12"/>
                  <a:pt x="20" y="16"/>
                  <a:pt x="20" y="20"/>
                </a:cubicBezTo>
                <a:cubicBezTo>
                  <a:pt x="20" y="24"/>
                  <a:pt x="24" y="28"/>
                  <a:pt x="28" y="28"/>
                </a:cubicBezTo>
                <a:close/>
                <a:moveTo>
                  <a:pt x="60" y="48"/>
                </a:moveTo>
                <a:cubicBezTo>
                  <a:pt x="64" y="48"/>
                  <a:pt x="68" y="44"/>
                  <a:pt x="68" y="40"/>
                </a:cubicBezTo>
                <a:cubicBezTo>
                  <a:pt x="68" y="36"/>
                  <a:pt x="64" y="32"/>
                  <a:pt x="60" y="32"/>
                </a:cubicBezTo>
                <a:cubicBezTo>
                  <a:pt x="56" y="32"/>
                  <a:pt x="52" y="36"/>
                  <a:pt x="52" y="40"/>
                </a:cubicBezTo>
                <a:cubicBezTo>
                  <a:pt x="52" y="44"/>
                  <a:pt x="56" y="48"/>
                  <a:pt x="60" y="48"/>
                </a:cubicBezTo>
                <a:close/>
                <a:moveTo>
                  <a:pt x="116" y="48"/>
                </a:moveTo>
                <a:cubicBezTo>
                  <a:pt x="120" y="48"/>
                  <a:pt x="124" y="44"/>
                  <a:pt x="124" y="40"/>
                </a:cubicBezTo>
                <a:cubicBezTo>
                  <a:pt x="124" y="36"/>
                  <a:pt x="120" y="32"/>
                  <a:pt x="116" y="32"/>
                </a:cubicBezTo>
                <a:cubicBezTo>
                  <a:pt x="112" y="32"/>
                  <a:pt x="108" y="36"/>
                  <a:pt x="108" y="40"/>
                </a:cubicBezTo>
                <a:cubicBezTo>
                  <a:pt x="108" y="44"/>
                  <a:pt x="112" y="48"/>
                  <a:pt x="116" y="48"/>
                </a:cubicBezTo>
                <a:close/>
                <a:moveTo>
                  <a:pt x="166" y="56"/>
                </a:moveTo>
                <a:cubicBezTo>
                  <a:pt x="166" y="56"/>
                  <a:pt x="165" y="56"/>
                  <a:pt x="165" y="56"/>
                </a:cubicBezTo>
                <a:cubicBezTo>
                  <a:pt x="163" y="56"/>
                  <a:pt x="161" y="57"/>
                  <a:pt x="159" y="59"/>
                </a:cubicBezTo>
                <a:cubicBezTo>
                  <a:pt x="97" y="121"/>
                  <a:pt x="97" y="121"/>
                  <a:pt x="97" y="121"/>
                </a:cubicBezTo>
                <a:cubicBezTo>
                  <a:pt x="95" y="123"/>
                  <a:pt x="95" y="125"/>
                  <a:pt x="97" y="127"/>
                </a:cubicBezTo>
                <a:cubicBezTo>
                  <a:pt x="98" y="128"/>
                  <a:pt x="101" y="128"/>
                  <a:pt x="102" y="127"/>
                </a:cubicBezTo>
                <a:cubicBezTo>
                  <a:pt x="164" y="65"/>
                  <a:pt x="164" y="65"/>
                  <a:pt x="164" y="65"/>
                </a:cubicBezTo>
                <a:cubicBezTo>
                  <a:pt x="165" y="64"/>
                  <a:pt x="166" y="64"/>
                  <a:pt x="166" y="64"/>
                </a:cubicBezTo>
                <a:cubicBezTo>
                  <a:pt x="166" y="64"/>
                  <a:pt x="166" y="64"/>
                  <a:pt x="166" y="64"/>
                </a:cubicBezTo>
                <a:cubicBezTo>
                  <a:pt x="167" y="64"/>
                  <a:pt x="168" y="65"/>
                  <a:pt x="168" y="66"/>
                </a:cubicBezTo>
                <a:cubicBezTo>
                  <a:pt x="168" y="148"/>
                  <a:pt x="168" y="148"/>
                  <a:pt x="168" y="148"/>
                </a:cubicBezTo>
                <a:cubicBezTo>
                  <a:pt x="168" y="177"/>
                  <a:pt x="145" y="202"/>
                  <a:pt x="116" y="204"/>
                </a:cubicBezTo>
                <a:cubicBezTo>
                  <a:pt x="113" y="204"/>
                  <a:pt x="111" y="204"/>
                  <a:pt x="108" y="204"/>
                </a:cubicBezTo>
                <a:cubicBezTo>
                  <a:pt x="106" y="204"/>
                  <a:pt x="104" y="205"/>
                  <a:pt x="104" y="207"/>
                </a:cubicBezTo>
                <a:cubicBezTo>
                  <a:pt x="104" y="210"/>
                  <a:pt x="105" y="212"/>
                  <a:pt x="108" y="212"/>
                </a:cubicBezTo>
                <a:cubicBezTo>
                  <a:pt x="109" y="212"/>
                  <a:pt x="111" y="212"/>
                  <a:pt x="112" y="212"/>
                </a:cubicBezTo>
                <a:cubicBezTo>
                  <a:pt x="113" y="212"/>
                  <a:pt x="115" y="212"/>
                  <a:pt x="116" y="212"/>
                </a:cubicBezTo>
                <a:cubicBezTo>
                  <a:pt x="150" y="210"/>
                  <a:pt x="176" y="182"/>
                  <a:pt x="176" y="148"/>
                </a:cubicBezTo>
                <a:cubicBezTo>
                  <a:pt x="176" y="66"/>
                  <a:pt x="176" y="66"/>
                  <a:pt x="176" y="66"/>
                </a:cubicBezTo>
                <a:cubicBezTo>
                  <a:pt x="176" y="60"/>
                  <a:pt x="172" y="56"/>
                  <a:pt x="166" y="56"/>
                </a:cubicBezTo>
                <a:close/>
                <a:moveTo>
                  <a:pt x="95" y="137"/>
                </a:moveTo>
                <a:cubicBezTo>
                  <a:pt x="17" y="59"/>
                  <a:pt x="17" y="59"/>
                  <a:pt x="17" y="59"/>
                </a:cubicBezTo>
                <a:cubicBezTo>
                  <a:pt x="15" y="57"/>
                  <a:pt x="13" y="56"/>
                  <a:pt x="11" y="56"/>
                </a:cubicBezTo>
                <a:cubicBezTo>
                  <a:pt x="11" y="56"/>
                  <a:pt x="10" y="56"/>
                  <a:pt x="10" y="56"/>
                </a:cubicBezTo>
                <a:cubicBezTo>
                  <a:pt x="4" y="56"/>
                  <a:pt x="0" y="60"/>
                  <a:pt x="0" y="66"/>
                </a:cubicBezTo>
                <a:cubicBezTo>
                  <a:pt x="0" y="148"/>
                  <a:pt x="0" y="148"/>
                  <a:pt x="0" y="148"/>
                </a:cubicBezTo>
                <a:cubicBezTo>
                  <a:pt x="0" y="182"/>
                  <a:pt x="26" y="210"/>
                  <a:pt x="60" y="212"/>
                </a:cubicBezTo>
                <a:cubicBezTo>
                  <a:pt x="61" y="212"/>
                  <a:pt x="63" y="212"/>
                  <a:pt x="64" y="212"/>
                </a:cubicBezTo>
                <a:cubicBezTo>
                  <a:pt x="71" y="212"/>
                  <a:pt x="78" y="210"/>
                  <a:pt x="84" y="207"/>
                </a:cubicBezTo>
                <a:cubicBezTo>
                  <a:pt x="84" y="248"/>
                  <a:pt x="84" y="248"/>
                  <a:pt x="84" y="248"/>
                </a:cubicBezTo>
                <a:cubicBezTo>
                  <a:pt x="92" y="248"/>
                  <a:pt x="92" y="248"/>
                  <a:pt x="92" y="248"/>
                </a:cubicBezTo>
                <a:cubicBezTo>
                  <a:pt x="92" y="202"/>
                  <a:pt x="92" y="202"/>
                  <a:pt x="92" y="202"/>
                </a:cubicBezTo>
                <a:cubicBezTo>
                  <a:pt x="93" y="201"/>
                  <a:pt x="94" y="200"/>
                  <a:pt x="95" y="199"/>
                </a:cubicBezTo>
                <a:cubicBezTo>
                  <a:pt x="103" y="191"/>
                  <a:pt x="108" y="180"/>
                  <a:pt x="108" y="168"/>
                </a:cubicBezTo>
                <a:cubicBezTo>
                  <a:pt x="108" y="156"/>
                  <a:pt x="103" y="145"/>
                  <a:pt x="95" y="137"/>
                </a:cubicBezTo>
                <a:close/>
                <a:moveTo>
                  <a:pt x="89" y="193"/>
                </a:moveTo>
                <a:cubicBezTo>
                  <a:pt x="82" y="201"/>
                  <a:pt x="71" y="205"/>
                  <a:pt x="60" y="204"/>
                </a:cubicBezTo>
                <a:cubicBezTo>
                  <a:pt x="31" y="202"/>
                  <a:pt x="8" y="177"/>
                  <a:pt x="8" y="148"/>
                </a:cubicBezTo>
                <a:cubicBezTo>
                  <a:pt x="8" y="66"/>
                  <a:pt x="8" y="66"/>
                  <a:pt x="8" y="66"/>
                </a:cubicBezTo>
                <a:cubicBezTo>
                  <a:pt x="8" y="65"/>
                  <a:pt x="9" y="64"/>
                  <a:pt x="10" y="64"/>
                </a:cubicBezTo>
                <a:cubicBezTo>
                  <a:pt x="10" y="64"/>
                  <a:pt x="10" y="64"/>
                  <a:pt x="10" y="64"/>
                </a:cubicBezTo>
                <a:cubicBezTo>
                  <a:pt x="10" y="64"/>
                  <a:pt x="11" y="64"/>
                  <a:pt x="12" y="65"/>
                </a:cubicBezTo>
                <a:cubicBezTo>
                  <a:pt x="89" y="143"/>
                  <a:pt x="89" y="143"/>
                  <a:pt x="89" y="143"/>
                </a:cubicBezTo>
                <a:cubicBezTo>
                  <a:pt x="103" y="157"/>
                  <a:pt x="103" y="179"/>
                  <a:pt x="89" y="193"/>
                </a:cubicBezTo>
                <a:close/>
                <a:moveTo>
                  <a:pt x="58" y="95"/>
                </a:moveTo>
                <a:cubicBezTo>
                  <a:pt x="59" y="96"/>
                  <a:pt x="59" y="96"/>
                  <a:pt x="60" y="96"/>
                </a:cubicBezTo>
                <a:cubicBezTo>
                  <a:pt x="61" y="96"/>
                  <a:pt x="63" y="95"/>
                  <a:pt x="63" y="94"/>
                </a:cubicBezTo>
                <a:cubicBezTo>
                  <a:pt x="81" y="68"/>
                  <a:pt x="81" y="68"/>
                  <a:pt x="81" y="68"/>
                </a:cubicBezTo>
                <a:cubicBezTo>
                  <a:pt x="82" y="67"/>
                  <a:pt x="83" y="66"/>
                  <a:pt x="84" y="65"/>
                </a:cubicBezTo>
                <a:cubicBezTo>
                  <a:pt x="84" y="65"/>
                  <a:pt x="84" y="65"/>
                  <a:pt x="84" y="65"/>
                </a:cubicBezTo>
                <a:cubicBezTo>
                  <a:pt x="84" y="65"/>
                  <a:pt x="84" y="65"/>
                  <a:pt x="85" y="65"/>
                </a:cubicBezTo>
                <a:cubicBezTo>
                  <a:pt x="85" y="65"/>
                  <a:pt x="85" y="65"/>
                  <a:pt x="85" y="65"/>
                </a:cubicBezTo>
                <a:cubicBezTo>
                  <a:pt x="85" y="65"/>
                  <a:pt x="85" y="65"/>
                  <a:pt x="85" y="64"/>
                </a:cubicBezTo>
                <a:cubicBezTo>
                  <a:pt x="85" y="64"/>
                  <a:pt x="86" y="64"/>
                  <a:pt x="86" y="64"/>
                </a:cubicBezTo>
                <a:cubicBezTo>
                  <a:pt x="88" y="64"/>
                  <a:pt x="89" y="64"/>
                  <a:pt x="90" y="64"/>
                </a:cubicBezTo>
                <a:cubicBezTo>
                  <a:pt x="90" y="64"/>
                  <a:pt x="91" y="64"/>
                  <a:pt x="91" y="64"/>
                </a:cubicBezTo>
                <a:cubicBezTo>
                  <a:pt x="91" y="65"/>
                  <a:pt x="91" y="65"/>
                  <a:pt x="91" y="65"/>
                </a:cubicBezTo>
                <a:cubicBezTo>
                  <a:pt x="91" y="65"/>
                  <a:pt x="91" y="65"/>
                  <a:pt x="91" y="65"/>
                </a:cubicBezTo>
                <a:cubicBezTo>
                  <a:pt x="92" y="65"/>
                  <a:pt x="92" y="65"/>
                  <a:pt x="92" y="65"/>
                </a:cubicBezTo>
                <a:cubicBezTo>
                  <a:pt x="92" y="65"/>
                  <a:pt x="92" y="65"/>
                  <a:pt x="93" y="65"/>
                </a:cubicBezTo>
                <a:cubicBezTo>
                  <a:pt x="93" y="66"/>
                  <a:pt x="94" y="67"/>
                  <a:pt x="95" y="68"/>
                </a:cubicBezTo>
                <a:cubicBezTo>
                  <a:pt x="113" y="94"/>
                  <a:pt x="113" y="94"/>
                  <a:pt x="113" y="94"/>
                </a:cubicBezTo>
                <a:cubicBezTo>
                  <a:pt x="114" y="96"/>
                  <a:pt x="116" y="97"/>
                  <a:pt x="118" y="95"/>
                </a:cubicBezTo>
                <a:cubicBezTo>
                  <a:pt x="120" y="94"/>
                  <a:pt x="121" y="92"/>
                  <a:pt x="119" y="90"/>
                </a:cubicBezTo>
                <a:cubicBezTo>
                  <a:pt x="101" y="63"/>
                  <a:pt x="101" y="63"/>
                  <a:pt x="101" y="63"/>
                </a:cubicBezTo>
                <a:cubicBezTo>
                  <a:pt x="100" y="61"/>
                  <a:pt x="99" y="60"/>
                  <a:pt x="97" y="59"/>
                </a:cubicBezTo>
                <a:cubicBezTo>
                  <a:pt x="97" y="59"/>
                  <a:pt x="97" y="59"/>
                  <a:pt x="97" y="59"/>
                </a:cubicBezTo>
                <a:cubicBezTo>
                  <a:pt x="96" y="58"/>
                  <a:pt x="96" y="58"/>
                  <a:pt x="95" y="58"/>
                </a:cubicBezTo>
                <a:cubicBezTo>
                  <a:pt x="95" y="58"/>
                  <a:pt x="94" y="57"/>
                  <a:pt x="94" y="57"/>
                </a:cubicBezTo>
                <a:cubicBezTo>
                  <a:pt x="94" y="57"/>
                  <a:pt x="93" y="57"/>
                  <a:pt x="92" y="57"/>
                </a:cubicBezTo>
                <a:cubicBezTo>
                  <a:pt x="89" y="56"/>
                  <a:pt x="87" y="56"/>
                  <a:pt x="83" y="57"/>
                </a:cubicBezTo>
                <a:cubicBezTo>
                  <a:pt x="83" y="57"/>
                  <a:pt x="82" y="57"/>
                  <a:pt x="82" y="57"/>
                </a:cubicBezTo>
                <a:cubicBezTo>
                  <a:pt x="82" y="57"/>
                  <a:pt x="81" y="57"/>
                  <a:pt x="81" y="58"/>
                </a:cubicBezTo>
                <a:cubicBezTo>
                  <a:pt x="80" y="58"/>
                  <a:pt x="80" y="58"/>
                  <a:pt x="79" y="59"/>
                </a:cubicBezTo>
                <a:cubicBezTo>
                  <a:pt x="79" y="59"/>
                  <a:pt x="79" y="59"/>
                  <a:pt x="79" y="59"/>
                </a:cubicBezTo>
                <a:cubicBezTo>
                  <a:pt x="77" y="60"/>
                  <a:pt x="76" y="61"/>
                  <a:pt x="75" y="63"/>
                </a:cubicBezTo>
                <a:cubicBezTo>
                  <a:pt x="57" y="90"/>
                  <a:pt x="57" y="90"/>
                  <a:pt x="57" y="90"/>
                </a:cubicBezTo>
                <a:cubicBezTo>
                  <a:pt x="56" y="92"/>
                  <a:pt x="56" y="94"/>
                  <a:pt x="58" y="9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89" name="Freeform 212">
            <a:extLst>
              <a:ext uri="{FF2B5EF4-FFF2-40B4-BE49-F238E27FC236}">
                <a16:creationId xmlns:a16="http://schemas.microsoft.com/office/drawing/2014/main" id="{B17B10EF-AE74-4DE6-BD0B-5BEEEDFB9FC0}"/>
              </a:ext>
            </a:extLst>
          </p:cNvPr>
          <p:cNvSpPr>
            <a:spLocks noChangeAspect="1" noEditPoints="1"/>
          </p:cNvSpPr>
          <p:nvPr/>
        </p:nvSpPr>
        <p:spPr bwMode="auto">
          <a:xfrm>
            <a:off x="2508380" y="5299431"/>
            <a:ext cx="400050" cy="400050"/>
          </a:xfrm>
          <a:custGeom>
            <a:avLst/>
            <a:gdLst>
              <a:gd name="T0" fmla="*/ 166 w 256"/>
              <a:gd name="T1" fmla="*/ 148 h 256"/>
              <a:gd name="T2" fmla="*/ 76 w 256"/>
              <a:gd name="T3" fmla="*/ 180 h 256"/>
              <a:gd name="T4" fmla="*/ 76 w 256"/>
              <a:gd name="T5" fmla="*/ 224 h 256"/>
              <a:gd name="T6" fmla="*/ 166 w 256"/>
              <a:gd name="T7" fmla="*/ 256 h 256"/>
              <a:gd name="T8" fmla="*/ 256 w 256"/>
              <a:gd name="T9" fmla="*/ 224 h 256"/>
              <a:gd name="T10" fmla="*/ 256 w 256"/>
              <a:gd name="T11" fmla="*/ 180 h 256"/>
              <a:gd name="T12" fmla="*/ 166 w 256"/>
              <a:gd name="T13" fmla="*/ 148 h 256"/>
              <a:gd name="T14" fmla="*/ 248 w 256"/>
              <a:gd name="T15" fmla="*/ 224 h 256"/>
              <a:gd name="T16" fmla="*/ 166 w 256"/>
              <a:gd name="T17" fmla="*/ 248 h 256"/>
              <a:gd name="T18" fmla="*/ 84 w 256"/>
              <a:gd name="T19" fmla="*/ 224 h 256"/>
              <a:gd name="T20" fmla="*/ 84 w 256"/>
              <a:gd name="T21" fmla="*/ 180 h 256"/>
              <a:gd name="T22" fmla="*/ 166 w 256"/>
              <a:gd name="T23" fmla="*/ 156 h 256"/>
              <a:gd name="T24" fmla="*/ 211 w 256"/>
              <a:gd name="T25" fmla="*/ 160 h 256"/>
              <a:gd name="T26" fmla="*/ 107 w 256"/>
              <a:gd name="T27" fmla="*/ 196 h 256"/>
              <a:gd name="T28" fmla="*/ 101 w 256"/>
              <a:gd name="T29" fmla="*/ 194 h 256"/>
              <a:gd name="T30" fmla="*/ 96 w 256"/>
              <a:gd name="T31" fmla="*/ 197 h 256"/>
              <a:gd name="T32" fmla="*/ 99 w 256"/>
              <a:gd name="T33" fmla="*/ 202 h 256"/>
              <a:gd name="T34" fmla="*/ 166 w 256"/>
              <a:gd name="T35" fmla="*/ 212 h 256"/>
              <a:gd name="T36" fmla="*/ 248 w 256"/>
              <a:gd name="T37" fmla="*/ 194 h 256"/>
              <a:gd name="T38" fmla="*/ 248 w 256"/>
              <a:gd name="T39" fmla="*/ 224 h 256"/>
              <a:gd name="T40" fmla="*/ 166 w 256"/>
              <a:gd name="T41" fmla="*/ 204 h 256"/>
              <a:gd name="T42" fmla="*/ 121 w 256"/>
              <a:gd name="T43" fmla="*/ 200 h 256"/>
              <a:gd name="T44" fmla="*/ 225 w 256"/>
              <a:gd name="T45" fmla="*/ 164 h 256"/>
              <a:gd name="T46" fmla="*/ 248 w 256"/>
              <a:gd name="T47" fmla="*/ 180 h 256"/>
              <a:gd name="T48" fmla="*/ 166 w 256"/>
              <a:gd name="T49" fmla="*/ 204 h 256"/>
              <a:gd name="T50" fmla="*/ 71 w 256"/>
              <a:gd name="T51" fmla="*/ 247 h 256"/>
              <a:gd name="T52" fmla="*/ 60 w 256"/>
              <a:gd name="T53" fmla="*/ 248 h 256"/>
              <a:gd name="T54" fmla="*/ 8 w 256"/>
              <a:gd name="T55" fmla="*/ 196 h 256"/>
              <a:gd name="T56" fmla="*/ 8 w 256"/>
              <a:gd name="T57" fmla="*/ 60 h 256"/>
              <a:gd name="T58" fmla="*/ 60 w 256"/>
              <a:gd name="T59" fmla="*/ 8 h 256"/>
              <a:gd name="T60" fmla="*/ 112 w 256"/>
              <a:gd name="T61" fmla="*/ 60 h 256"/>
              <a:gd name="T62" fmla="*/ 112 w 256"/>
              <a:gd name="T63" fmla="*/ 124 h 256"/>
              <a:gd name="T64" fmla="*/ 28 w 256"/>
              <a:gd name="T65" fmla="*/ 124 h 256"/>
              <a:gd name="T66" fmla="*/ 24 w 256"/>
              <a:gd name="T67" fmla="*/ 128 h 256"/>
              <a:gd name="T68" fmla="*/ 28 w 256"/>
              <a:gd name="T69" fmla="*/ 132 h 256"/>
              <a:gd name="T70" fmla="*/ 112 w 256"/>
              <a:gd name="T71" fmla="*/ 132 h 256"/>
              <a:gd name="T72" fmla="*/ 112 w 256"/>
              <a:gd name="T73" fmla="*/ 136 h 256"/>
              <a:gd name="T74" fmla="*/ 116 w 256"/>
              <a:gd name="T75" fmla="*/ 140 h 256"/>
              <a:gd name="T76" fmla="*/ 120 w 256"/>
              <a:gd name="T77" fmla="*/ 136 h 256"/>
              <a:gd name="T78" fmla="*/ 120 w 256"/>
              <a:gd name="T79" fmla="*/ 60 h 256"/>
              <a:gd name="T80" fmla="*/ 60 w 256"/>
              <a:gd name="T81" fmla="*/ 0 h 256"/>
              <a:gd name="T82" fmla="*/ 0 w 256"/>
              <a:gd name="T83" fmla="*/ 60 h 256"/>
              <a:gd name="T84" fmla="*/ 0 w 256"/>
              <a:gd name="T85" fmla="*/ 196 h 256"/>
              <a:gd name="T86" fmla="*/ 60 w 256"/>
              <a:gd name="T87" fmla="*/ 256 h 256"/>
              <a:gd name="T88" fmla="*/ 73 w 256"/>
              <a:gd name="T89" fmla="*/ 255 h 256"/>
              <a:gd name="T90" fmla="*/ 76 w 256"/>
              <a:gd name="T91" fmla="*/ 250 h 256"/>
              <a:gd name="T92" fmla="*/ 71 w 256"/>
              <a:gd name="T93" fmla="*/ 247 h 256"/>
              <a:gd name="T94" fmla="*/ 28 w 256"/>
              <a:gd name="T95" fmla="*/ 64 h 256"/>
              <a:gd name="T96" fmla="*/ 32 w 256"/>
              <a:gd name="T97" fmla="*/ 60 h 256"/>
              <a:gd name="T98" fmla="*/ 53 w 256"/>
              <a:gd name="T99" fmla="*/ 33 h 256"/>
              <a:gd name="T100" fmla="*/ 56 w 256"/>
              <a:gd name="T101" fmla="*/ 28 h 256"/>
              <a:gd name="T102" fmla="*/ 51 w 256"/>
              <a:gd name="T103" fmla="*/ 25 h 256"/>
              <a:gd name="T104" fmla="*/ 24 w 256"/>
              <a:gd name="T105" fmla="*/ 60 h 256"/>
              <a:gd name="T106" fmla="*/ 28 w 256"/>
              <a:gd name="T107" fmla="*/ 6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166" y="148"/>
                </a:moveTo>
                <a:cubicBezTo>
                  <a:pt x="122" y="148"/>
                  <a:pt x="76" y="159"/>
                  <a:pt x="76" y="180"/>
                </a:cubicBezTo>
                <a:cubicBezTo>
                  <a:pt x="76" y="224"/>
                  <a:pt x="76" y="224"/>
                  <a:pt x="76" y="224"/>
                </a:cubicBezTo>
                <a:cubicBezTo>
                  <a:pt x="76" y="245"/>
                  <a:pt x="122" y="256"/>
                  <a:pt x="166" y="256"/>
                </a:cubicBezTo>
                <a:cubicBezTo>
                  <a:pt x="210" y="256"/>
                  <a:pt x="256" y="245"/>
                  <a:pt x="256" y="224"/>
                </a:cubicBezTo>
                <a:cubicBezTo>
                  <a:pt x="256" y="180"/>
                  <a:pt x="256" y="180"/>
                  <a:pt x="256" y="180"/>
                </a:cubicBezTo>
                <a:cubicBezTo>
                  <a:pt x="256" y="159"/>
                  <a:pt x="210" y="148"/>
                  <a:pt x="166" y="148"/>
                </a:cubicBezTo>
                <a:close/>
                <a:moveTo>
                  <a:pt x="248" y="224"/>
                </a:moveTo>
                <a:cubicBezTo>
                  <a:pt x="248" y="235"/>
                  <a:pt x="213" y="248"/>
                  <a:pt x="166" y="248"/>
                </a:cubicBezTo>
                <a:cubicBezTo>
                  <a:pt x="119" y="248"/>
                  <a:pt x="84" y="235"/>
                  <a:pt x="84" y="224"/>
                </a:cubicBezTo>
                <a:cubicBezTo>
                  <a:pt x="84" y="180"/>
                  <a:pt x="84" y="180"/>
                  <a:pt x="84" y="180"/>
                </a:cubicBezTo>
                <a:cubicBezTo>
                  <a:pt x="84" y="169"/>
                  <a:pt x="119" y="156"/>
                  <a:pt x="166" y="156"/>
                </a:cubicBezTo>
                <a:cubicBezTo>
                  <a:pt x="183" y="156"/>
                  <a:pt x="198" y="158"/>
                  <a:pt x="211" y="160"/>
                </a:cubicBezTo>
                <a:cubicBezTo>
                  <a:pt x="107" y="196"/>
                  <a:pt x="107" y="196"/>
                  <a:pt x="107" y="196"/>
                </a:cubicBezTo>
                <a:cubicBezTo>
                  <a:pt x="105" y="196"/>
                  <a:pt x="103" y="195"/>
                  <a:pt x="101" y="194"/>
                </a:cubicBezTo>
                <a:cubicBezTo>
                  <a:pt x="99" y="193"/>
                  <a:pt x="97" y="194"/>
                  <a:pt x="96" y="197"/>
                </a:cubicBezTo>
                <a:cubicBezTo>
                  <a:pt x="95" y="199"/>
                  <a:pt x="96" y="201"/>
                  <a:pt x="99" y="202"/>
                </a:cubicBezTo>
                <a:cubicBezTo>
                  <a:pt x="115" y="208"/>
                  <a:pt x="140" y="212"/>
                  <a:pt x="166" y="212"/>
                </a:cubicBezTo>
                <a:cubicBezTo>
                  <a:pt x="199" y="212"/>
                  <a:pt x="233" y="206"/>
                  <a:pt x="248" y="194"/>
                </a:cubicBezTo>
                <a:lnTo>
                  <a:pt x="248" y="224"/>
                </a:lnTo>
                <a:close/>
                <a:moveTo>
                  <a:pt x="166" y="204"/>
                </a:moveTo>
                <a:cubicBezTo>
                  <a:pt x="150" y="204"/>
                  <a:pt x="134" y="202"/>
                  <a:pt x="121" y="200"/>
                </a:cubicBezTo>
                <a:cubicBezTo>
                  <a:pt x="225" y="164"/>
                  <a:pt x="225" y="164"/>
                  <a:pt x="225" y="164"/>
                </a:cubicBezTo>
                <a:cubicBezTo>
                  <a:pt x="239" y="168"/>
                  <a:pt x="248" y="174"/>
                  <a:pt x="248" y="180"/>
                </a:cubicBezTo>
                <a:cubicBezTo>
                  <a:pt x="248" y="191"/>
                  <a:pt x="213" y="204"/>
                  <a:pt x="166" y="204"/>
                </a:cubicBezTo>
                <a:close/>
                <a:moveTo>
                  <a:pt x="71" y="247"/>
                </a:moveTo>
                <a:cubicBezTo>
                  <a:pt x="67" y="248"/>
                  <a:pt x="64" y="248"/>
                  <a:pt x="60" y="248"/>
                </a:cubicBezTo>
                <a:cubicBezTo>
                  <a:pt x="31" y="248"/>
                  <a:pt x="8" y="225"/>
                  <a:pt x="8" y="196"/>
                </a:cubicBezTo>
                <a:cubicBezTo>
                  <a:pt x="8" y="60"/>
                  <a:pt x="8" y="60"/>
                  <a:pt x="8" y="60"/>
                </a:cubicBezTo>
                <a:cubicBezTo>
                  <a:pt x="8" y="31"/>
                  <a:pt x="31" y="8"/>
                  <a:pt x="60" y="8"/>
                </a:cubicBezTo>
                <a:cubicBezTo>
                  <a:pt x="89" y="8"/>
                  <a:pt x="112" y="31"/>
                  <a:pt x="112" y="60"/>
                </a:cubicBezTo>
                <a:cubicBezTo>
                  <a:pt x="112" y="124"/>
                  <a:pt x="112" y="124"/>
                  <a:pt x="112" y="124"/>
                </a:cubicBezTo>
                <a:cubicBezTo>
                  <a:pt x="28" y="124"/>
                  <a:pt x="28" y="124"/>
                  <a:pt x="28" y="124"/>
                </a:cubicBezTo>
                <a:cubicBezTo>
                  <a:pt x="26" y="124"/>
                  <a:pt x="24" y="126"/>
                  <a:pt x="24" y="128"/>
                </a:cubicBezTo>
                <a:cubicBezTo>
                  <a:pt x="24" y="130"/>
                  <a:pt x="26" y="132"/>
                  <a:pt x="28" y="132"/>
                </a:cubicBezTo>
                <a:cubicBezTo>
                  <a:pt x="112" y="132"/>
                  <a:pt x="112" y="132"/>
                  <a:pt x="112" y="132"/>
                </a:cubicBezTo>
                <a:cubicBezTo>
                  <a:pt x="112" y="136"/>
                  <a:pt x="112" y="136"/>
                  <a:pt x="112" y="136"/>
                </a:cubicBezTo>
                <a:cubicBezTo>
                  <a:pt x="112" y="138"/>
                  <a:pt x="114" y="140"/>
                  <a:pt x="116" y="140"/>
                </a:cubicBezTo>
                <a:cubicBezTo>
                  <a:pt x="118" y="140"/>
                  <a:pt x="120" y="138"/>
                  <a:pt x="120" y="136"/>
                </a:cubicBezTo>
                <a:cubicBezTo>
                  <a:pt x="120" y="60"/>
                  <a:pt x="120" y="60"/>
                  <a:pt x="120" y="60"/>
                </a:cubicBezTo>
                <a:cubicBezTo>
                  <a:pt x="120" y="27"/>
                  <a:pt x="93" y="0"/>
                  <a:pt x="60" y="0"/>
                </a:cubicBezTo>
                <a:cubicBezTo>
                  <a:pt x="27" y="0"/>
                  <a:pt x="0" y="27"/>
                  <a:pt x="0" y="60"/>
                </a:cubicBezTo>
                <a:cubicBezTo>
                  <a:pt x="0" y="196"/>
                  <a:pt x="0" y="196"/>
                  <a:pt x="0" y="196"/>
                </a:cubicBezTo>
                <a:cubicBezTo>
                  <a:pt x="0" y="229"/>
                  <a:pt x="27" y="256"/>
                  <a:pt x="60" y="256"/>
                </a:cubicBezTo>
                <a:cubicBezTo>
                  <a:pt x="64" y="256"/>
                  <a:pt x="69" y="256"/>
                  <a:pt x="73" y="255"/>
                </a:cubicBezTo>
                <a:cubicBezTo>
                  <a:pt x="75" y="254"/>
                  <a:pt x="76" y="252"/>
                  <a:pt x="76" y="250"/>
                </a:cubicBezTo>
                <a:cubicBezTo>
                  <a:pt x="75" y="248"/>
                  <a:pt x="73" y="246"/>
                  <a:pt x="71" y="247"/>
                </a:cubicBezTo>
                <a:close/>
                <a:moveTo>
                  <a:pt x="28" y="64"/>
                </a:moveTo>
                <a:cubicBezTo>
                  <a:pt x="30" y="64"/>
                  <a:pt x="32" y="62"/>
                  <a:pt x="32" y="60"/>
                </a:cubicBezTo>
                <a:cubicBezTo>
                  <a:pt x="32" y="47"/>
                  <a:pt x="41" y="36"/>
                  <a:pt x="53" y="33"/>
                </a:cubicBezTo>
                <a:cubicBezTo>
                  <a:pt x="55" y="32"/>
                  <a:pt x="56" y="30"/>
                  <a:pt x="56" y="28"/>
                </a:cubicBezTo>
                <a:cubicBezTo>
                  <a:pt x="55" y="26"/>
                  <a:pt x="53" y="25"/>
                  <a:pt x="51" y="25"/>
                </a:cubicBezTo>
                <a:cubicBezTo>
                  <a:pt x="35" y="29"/>
                  <a:pt x="24" y="44"/>
                  <a:pt x="24" y="60"/>
                </a:cubicBezTo>
                <a:cubicBezTo>
                  <a:pt x="24" y="62"/>
                  <a:pt x="26" y="64"/>
                  <a:pt x="28" y="6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92" name="Freeform 216">
            <a:extLst>
              <a:ext uri="{FF2B5EF4-FFF2-40B4-BE49-F238E27FC236}">
                <a16:creationId xmlns:a16="http://schemas.microsoft.com/office/drawing/2014/main" id="{235CEAC5-B5E5-4C28-94DE-32C4377A8BC8}"/>
              </a:ext>
            </a:extLst>
          </p:cNvPr>
          <p:cNvSpPr>
            <a:spLocks noChangeAspect="1" noEditPoints="1"/>
          </p:cNvSpPr>
          <p:nvPr/>
        </p:nvSpPr>
        <p:spPr bwMode="auto">
          <a:xfrm>
            <a:off x="3476026" y="5308309"/>
            <a:ext cx="400050" cy="400050"/>
          </a:xfrm>
          <a:custGeom>
            <a:avLst/>
            <a:gdLst>
              <a:gd name="T0" fmla="*/ 88 w 256"/>
              <a:gd name="T1" fmla="*/ 183 h 256"/>
              <a:gd name="T2" fmla="*/ 172 w 256"/>
              <a:gd name="T3" fmla="*/ 256 h 256"/>
              <a:gd name="T4" fmla="*/ 256 w 256"/>
              <a:gd name="T5" fmla="*/ 183 h 256"/>
              <a:gd name="T6" fmla="*/ 96 w 256"/>
              <a:gd name="T7" fmla="*/ 226 h 256"/>
              <a:gd name="T8" fmla="*/ 213 w 256"/>
              <a:gd name="T9" fmla="*/ 167 h 256"/>
              <a:gd name="T10" fmla="*/ 107 w 256"/>
              <a:gd name="T11" fmla="*/ 200 h 256"/>
              <a:gd name="T12" fmla="*/ 248 w 256"/>
              <a:gd name="T13" fmla="*/ 198 h 256"/>
              <a:gd name="T14" fmla="*/ 131 w 256"/>
              <a:gd name="T15" fmla="*/ 203 h 256"/>
              <a:gd name="T16" fmla="*/ 172 w 256"/>
              <a:gd name="T17" fmla="*/ 207 h 256"/>
              <a:gd name="T18" fmla="*/ 116 w 256"/>
              <a:gd name="T19" fmla="*/ 48 h 256"/>
              <a:gd name="T20" fmla="*/ 124 w 256"/>
              <a:gd name="T21" fmla="*/ 48 h 256"/>
              <a:gd name="T22" fmla="*/ 136 w 256"/>
              <a:gd name="T23" fmla="*/ 60 h 256"/>
              <a:gd name="T24" fmla="*/ 60 w 256"/>
              <a:gd name="T25" fmla="*/ 84 h 256"/>
              <a:gd name="T26" fmla="*/ 68 w 256"/>
              <a:gd name="T27" fmla="*/ 92 h 256"/>
              <a:gd name="T28" fmla="*/ 72 w 256"/>
              <a:gd name="T29" fmla="*/ 168 h 256"/>
              <a:gd name="T30" fmla="*/ 56 w 256"/>
              <a:gd name="T31" fmla="*/ 168 h 256"/>
              <a:gd name="T32" fmla="*/ 72 w 256"/>
              <a:gd name="T33" fmla="*/ 168 h 256"/>
              <a:gd name="T34" fmla="*/ 136 w 256"/>
              <a:gd name="T35" fmla="*/ 108 h 256"/>
              <a:gd name="T36" fmla="*/ 136 w 256"/>
              <a:gd name="T37" fmla="*/ 116 h 256"/>
              <a:gd name="T38" fmla="*/ 124 w 256"/>
              <a:gd name="T39" fmla="*/ 128 h 256"/>
              <a:gd name="T40" fmla="*/ 20 w 256"/>
              <a:gd name="T41" fmla="*/ 248 h 256"/>
              <a:gd name="T42" fmla="*/ 20 w 256"/>
              <a:gd name="T43" fmla="*/ 8 h 256"/>
              <a:gd name="T44" fmla="*/ 176 w 256"/>
              <a:gd name="T45" fmla="*/ 136 h 256"/>
              <a:gd name="T46" fmla="*/ 184 w 256"/>
              <a:gd name="T47" fmla="*/ 20 h 256"/>
              <a:gd name="T48" fmla="*/ 0 w 256"/>
              <a:gd name="T49" fmla="*/ 20 h 256"/>
              <a:gd name="T50" fmla="*/ 88 w 256"/>
              <a:gd name="T51" fmla="*/ 256 h 256"/>
              <a:gd name="T52" fmla="*/ 112 w 256"/>
              <a:gd name="T53" fmla="*/ 88 h 256"/>
              <a:gd name="T54" fmla="*/ 128 w 256"/>
              <a:gd name="T55" fmla="*/ 88 h 256"/>
              <a:gd name="T56" fmla="*/ 112 w 256"/>
              <a:gd name="T57" fmla="*/ 88 h 256"/>
              <a:gd name="T58" fmla="*/ 28 w 256"/>
              <a:gd name="T59" fmla="*/ 48 h 256"/>
              <a:gd name="T60" fmla="*/ 48 w 256"/>
              <a:gd name="T61" fmla="*/ 60 h 256"/>
              <a:gd name="T62" fmla="*/ 60 w 256"/>
              <a:gd name="T63" fmla="*/ 48 h 256"/>
              <a:gd name="T64" fmla="*/ 36 w 256"/>
              <a:gd name="T65" fmla="*/ 172 h 256"/>
              <a:gd name="T66" fmla="*/ 28 w 256"/>
              <a:gd name="T67" fmla="*/ 164 h 256"/>
              <a:gd name="T68" fmla="*/ 24 w 256"/>
              <a:gd name="T69" fmla="*/ 88 h 256"/>
              <a:gd name="T70" fmla="*/ 40 w 256"/>
              <a:gd name="T71" fmla="*/ 88 h 256"/>
              <a:gd name="T72" fmla="*/ 24 w 256"/>
              <a:gd name="T73" fmla="*/ 88 h 256"/>
              <a:gd name="T74" fmla="*/ 148 w 256"/>
              <a:gd name="T75" fmla="*/ 84 h 256"/>
              <a:gd name="T76" fmla="*/ 156 w 256"/>
              <a:gd name="T77" fmla="*/ 92 h 256"/>
              <a:gd name="T78" fmla="*/ 48 w 256"/>
              <a:gd name="T79" fmla="*/ 148 h 256"/>
              <a:gd name="T80" fmla="*/ 28 w 256"/>
              <a:gd name="T81" fmla="*/ 128 h 256"/>
              <a:gd name="T82" fmla="*/ 48 w 256"/>
              <a:gd name="T83" fmla="*/ 140 h 256"/>
              <a:gd name="T84" fmla="*/ 88 w 256"/>
              <a:gd name="T85" fmla="*/ 28 h 256"/>
              <a:gd name="T86" fmla="*/ 96 w 256"/>
              <a:gd name="T87" fmla="*/ 144 h 256"/>
              <a:gd name="T88" fmla="*/ 88 w 256"/>
              <a:gd name="T89" fmla="*/ 28 h 256"/>
              <a:gd name="T90" fmla="*/ 48 w 256"/>
              <a:gd name="T91" fmla="*/ 188 h 256"/>
              <a:gd name="T92" fmla="*/ 48 w 256"/>
              <a:gd name="T93" fmla="*/ 196 h 256"/>
              <a:gd name="T94" fmla="*/ 36 w 256"/>
              <a:gd name="T95" fmla="*/ 20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56">
                <a:moveTo>
                  <a:pt x="256" y="183"/>
                </a:moveTo>
                <a:cubicBezTo>
                  <a:pt x="254" y="165"/>
                  <a:pt x="212" y="155"/>
                  <a:pt x="172" y="155"/>
                </a:cubicBezTo>
                <a:cubicBezTo>
                  <a:pt x="132" y="155"/>
                  <a:pt x="90" y="165"/>
                  <a:pt x="88" y="183"/>
                </a:cubicBezTo>
                <a:cubicBezTo>
                  <a:pt x="88" y="184"/>
                  <a:pt x="88" y="184"/>
                  <a:pt x="88" y="184"/>
                </a:cubicBezTo>
                <a:cubicBezTo>
                  <a:pt x="88" y="226"/>
                  <a:pt x="88" y="226"/>
                  <a:pt x="88" y="226"/>
                </a:cubicBezTo>
                <a:cubicBezTo>
                  <a:pt x="88" y="245"/>
                  <a:pt x="131" y="256"/>
                  <a:pt x="172" y="256"/>
                </a:cubicBezTo>
                <a:cubicBezTo>
                  <a:pt x="213" y="256"/>
                  <a:pt x="256" y="245"/>
                  <a:pt x="256" y="226"/>
                </a:cubicBezTo>
                <a:cubicBezTo>
                  <a:pt x="256" y="184"/>
                  <a:pt x="256" y="184"/>
                  <a:pt x="256" y="184"/>
                </a:cubicBezTo>
                <a:cubicBezTo>
                  <a:pt x="256" y="184"/>
                  <a:pt x="256" y="184"/>
                  <a:pt x="256" y="183"/>
                </a:cubicBezTo>
                <a:close/>
                <a:moveTo>
                  <a:pt x="248" y="226"/>
                </a:moveTo>
                <a:cubicBezTo>
                  <a:pt x="248" y="235"/>
                  <a:pt x="219" y="248"/>
                  <a:pt x="172" y="248"/>
                </a:cubicBezTo>
                <a:cubicBezTo>
                  <a:pt x="125" y="248"/>
                  <a:pt x="96" y="235"/>
                  <a:pt x="96" y="226"/>
                </a:cubicBezTo>
                <a:cubicBezTo>
                  <a:pt x="96" y="185"/>
                  <a:pt x="96" y="185"/>
                  <a:pt x="96" y="185"/>
                </a:cubicBezTo>
                <a:cubicBezTo>
                  <a:pt x="96" y="176"/>
                  <a:pt x="125" y="163"/>
                  <a:pt x="172" y="163"/>
                </a:cubicBezTo>
                <a:cubicBezTo>
                  <a:pt x="188" y="163"/>
                  <a:pt x="202" y="164"/>
                  <a:pt x="213" y="167"/>
                </a:cubicBezTo>
                <a:cubicBezTo>
                  <a:pt x="117" y="200"/>
                  <a:pt x="117" y="200"/>
                  <a:pt x="117" y="200"/>
                </a:cubicBezTo>
                <a:cubicBezTo>
                  <a:pt x="115" y="199"/>
                  <a:pt x="114" y="199"/>
                  <a:pt x="112" y="198"/>
                </a:cubicBezTo>
                <a:cubicBezTo>
                  <a:pt x="110" y="197"/>
                  <a:pt x="108" y="198"/>
                  <a:pt x="107" y="200"/>
                </a:cubicBezTo>
                <a:cubicBezTo>
                  <a:pt x="106" y="202"/>
                  <a:pt x="107" y="205"/>
                  <a:pt x="109" y="205"/>
                </a:cubicBezTo>
                <a:cubicBezTo>
                  <a:pt x="125" y="212"/>
                  <a:pt x="148" y="215"/>
                  <a:pt x="172" y="215"/>
                </a:cubicBezTo>
                <a:cubicBezTo>
                  <a:pt x="202" y="215"/>
                  <a:pt x="234" y="209"/>
                  <a:pt x="248" y="198"/>
                </a:cubicBezTo>
                <a:lnTo>
                  <a:pt x="248" y="226"/>
                </a:lnTo>
                <a:close/>
                <a:moveTo>
                  <a:pt x="172" y="207"/>
                </a:moveTo>
                <a:cubicBezTo>
                  <a:pt x="157" y="207"/>
                  <a:pt x="143" y="206"/>
                  <a:pt x="131" y="203"/>
                </a:cubicBezTo>
                <a:cubicBezTo>
                  <a:pt x="227" y="170"/>
                  <a:pt x="227" y="170"/>
                  <a:pt x="227" y="170"/>
                </a:cubicBezTo>
                <a:cubicBezTo>
                  <a:pt x="240" y="175"/>
                  <a:pt x="248" y="180"/>
                  <a:pt x="248" y="185"/>
                </a:cubicBezTo>
                <a:cubicBezTo>
                  <a:pt x="248" y="194"/>
                  <a:pt x="219" y="207"/>
                  <a:pt x="172" y="207"/>
                </a:cubicBezTo>
                <a:close/>
                <a:moveTo>
                  <a:pt x="156" y="48"/>
                </a:moveTo>
                <a:cubicBezTo>
                  <a:pt x="156" y="37"/>
                  <a:pt x="147" y="28"/>
                  <a:pt x="136" y="28"/>
                </a:cubicBezTo>
                <a:cubicBezTo>
                  <a:pt x="125" y="28"/>
                  <a:pt x="116" y="37"/>
                  <a:pt x="116" y="48"/>
                </a:cubicBezTo>
                <a:cubicBezTo>
                  <a:pt x="116" y="59"/>
                  <a:pt x="125" y="68"/>
                  <a:pt x="136" y="68"/>
                </a:cubicBezTo>
                <a:cubicBezTo>
                  <a:pt x="147" y="68"/>
                  <a:pt x="156" y="59"/>
                  <a:pt x="156" y="48"/>
                </a:cubicBezTo>
                <a:close/>
                <a:moveTo>
                  <a:pt x="124" y="48"/>
                </a:moveTo>
                <a:cubicBezTo>
                  <a:pt x="124" y="41"/>
                  <a:pt x="129" y="36"/>
                  <a:pt x="136" y="36"/>
                </a:cubicBezTo>
                <a:cubicBezTo>
                  <a:pt x="143" y="36"/>
                  <a:pt x="148" y="41"/>
                  <a:pt x="148" y="48"/>
                </a:cubicBezTo>
                <a:cubicBezTo>
                  <a:pt x="148" y="55"/>
                  <a:pt x="143" y="60"/>
                  <a:pt x="136" y="60"/>
                </a:cubicBezTo>
                <a:cubicBezTo>
                  <a:pt x="129" y="60"/>
                  <a:pt x="124" y="55"/>
                  <a:pt x="124" y="48"/>
                </a:cubicBezTo>
                <a:close/>
                <a:moveTo>
                  <a:pt x="68" y="84"/>
                </a:moveTo>
                <a:cubicBezTo>
                  <a:pt x="60" y="84"/>
                  <a:pt x="60" y="84"/>
                  <a:pt x="60" y="84"/>
                </a:cubicBezTo>
                <a:cubicBezTo>
                  <a:pt x="58" y="84"/>
                  <a:pt x="56" y="86"/>
                  <a:pt x="56" y="88"/>
                </a:cubicBezTo>
                <a:cubicBezTo>
                  <a:pt x="56" y="90"/>
                  <a:pt x="58" y="92"/>
                  <a:pt x="60" y="92"/>
                </a:cubicBezTo>
                <a:cubicBezTo>
                  <a:pt x="68" y="92"/>
                  <a:pt x="68" y="92"/>
                  <a:pt x="68" y="92"/>
                </a:cubicBezTo>
                <a:cubicBezTo>
                  <a:pt x="70" y="92"/>
                  <a:pt x="72" y="90"/>
                  <a:pt x="72" y="88"/>
                </a:cubicBezTo>
                <a:cubicBezTo>
                  <a:pt x="72" y="86"/>
                  <a:pt x="70" y="84"/>
                  <a:pt x="68" y="84"/>
                </a:cubicBezTo>
                <a:close/>
                <a:moveTo>
                  <a:pt x="72" y="168"/>
                </a:moveTo>
                <a:cubicBezTo>
                  <a:pt x="72" y="166"/>
                  <a:pt x="70" y="164"/>
                  <a:pt x="68" y="164"/>
                </a:cubicBezTo>
                <a:cubicBezTo>
                  <a:pt x="60" y="164"/>
                  <a:pt x="60" y="164"/>
                  <a:pt x="60" y="164"/>
                </a:cubicBezTo>
                <a:cubicBezTo>
                  <a:pt x="58" y="164"/>
                  <a:pt x="56" y="166"/>
                  <a:pt x="56" y="168"/>
                </a:cubicBezTo>
                <a:cubicBezTo>
                  <a:pt x="56" y="170"/>
                  <a:pt x="58" y="172"/>
                  <a:pt x="60" y="172"/>
                </a:cubicBezTo>
                <a:cubicBezTo>
                  <a:pt x="68" y="172"/>
                  <a:pt x="68" y="172"/>
                  <a:pt x="68" y="172"/>
                </a:cubicBezTo>
                <a:cubicBezTo>
                  <a:pt x="70" y="172"/>
                  <a:pt x="72" y="170"/>
                  <a:pt x="72" y="168"/>
                </a:cubicBezTo>
                <a:close/>
                <a:moveTo>
                  <a:pt x="136" y="148"/>
                </a:moveTo>
                <a:cubicBezTo>
                  <a:pt x="147" y="148"/>
                  <a:pt x="156" y="139"/>
                  <a:pt x="156" y="128"/>
                </a:cubicBezTo>
                <a:cubicBezTo>
                  <a:pt x="156" y="117"/>
                  <a:pt x="147" y="108"/>
                  <a:pt x="136" y="108"/>
                </a:cubicBezTo>
                <a:cubicBezTo>
                  <a:pt x="125" y="108"/>
                  <a:pt x="116" y="117"/>
                  <a:pt x="116" y="128"/>
                </a:cubicBezTo>
                <a:cubicBezTo>
                  <a:pt x="116" y="139"/>
                  <a:pt x="125" y="148"/>
                  <a:pt x="136" y="148"/>
                </a:cubicBezTo>
                <a:close/>
                <a:moveTo>
                  <a:pt x="136" y="116"/>
                </a:moveTo>
                <a:cubicBezTo>
                  <a:pt x="143" y="116"/>
                  <a:pt x="148" y="121"/>
                  <a:pt x="148" y="128"/>
                </a:cubicBezTo>
                <a:cubicBezTo>
                  <a:pt x="148" y="135"/>
                  <a:pt x="143" y="140"/>
                  <a:pt x="136" y="140"/>
                </a:cubicBezTo>
                <a:cubicBezTo>
                  <a:pt x="129" y="140"/>
                  <a:pt x="124" y="135"/>
                  <a:pt x="124" y="128"/>
                </a:cubicBezTo>
                <a:cubicBezTo>
                  <a:pt x="124" y="121"/>
                  <a:pt x="129" y="116"/>
                  <a:pt x="136" y="116"/>
                </a:cubicBezTo>
                <a:close/>
                <a:moveTo>
                  <a:pt x="88" y="248"/>
                </a:moveTo>
                <a:cubicBezTo>
                  <a:pt x="20" y="248"/>
                  <a:pt x="20" y="248"/>
                  <a:pt x="20" y="248"/>
                </a:cubicBezTo>
                <a:cubicBezTo>
                  <a:pt x="13" y="248"/>
                  <a:pt x="8" y="243"/>
                  <a:pt x="8" y="236"/>
                </a:cubicBezTo>
                <a:cubicBezTo>
                  <a:pt x="8" y="20"/>
                  <a:pt x="8" y="20"/>
                  <a:pt x="8" y="20"/>
                </a:cubicBezTo>
                <a:cubicBezTo>
                  <a:pt x="8" y="13"/>
                  <a:pt x="13" y="8"/>
                  <a:pt x="20" y="8"/>
                </a:cubicBezTo>
                <a:cubicBezTo>
                  <a:pt x="164" y="8"/>
                  <a:pt x="164" y="8"/>
                  <a:pt x="164" y="8"/>
                </a:cubicBezTo>
                <a:cubicBezTo>
                  <a:pt x="171" y="8"/>
                  <a:pt x="176" y="13"/>
                  <a:pt x="176" y="20"/>
                </a:cubicBezTo>
                <a:cubicBezTo>
                  <a:pt x="176" y="136"/>
                  <a:pt x="176" y="136"/>
                  <a:pt x="176" y="136"/>
                </a:cubicBezTo>
                <a:cubicBezTo>
                  <a:pt x="176" y="138"/>
                  <a:pt x="178" y="140"/>
                  <a:pt x="180" y="140"/>
                </a:cubicBezTo>
                <a:cubicBezTo>
                  <a:pt x="182" y="140"/>
                  <a:pt x="184" y="138"/>
                  <a:pt x="184" y="136"/>
                </a:cubicBezTo>
                <a:cubicBezTo>
                  <a:pt x="184" y="20"/>
                  <a:pt x="184" y="20"/>
                  <a:pt x="184" y="20"/>
                </a:cubicBezTo>
                <a:cubicBezTo>
                  <a:pt x="184" y="9"/>
                  <a:pt x="175" y="0"/>
                  <a:pt x="164" y="0"/>
                </a:cubicBezTo>
                <a:cubicBezTo>
                  <a:pt x="20" y="0"/>
                  <a:pt x="20" y="0"/>
                  <a:pt x="20" y="0"/>
                </a:cubicBezTo>
                <a:cubicBezTo>
                  <a:pt x="9" y="0"/>
                  <a:pt x="0" y="9"/>
                  <a:pt x="0" y="20"/>
                </a:cubicBezTo>
                <a:cubicBezTo>
                  <a:pt x="0" y="236"/>
                  <a:pt x="0" y="236"/>
                  <a:pt x="0" y="236"/>
                </a:cubicBezTo>
                <a:cubicBezTo>
                  <a:pt x="0" y="247"/>
                  <a:pt x="9" y="256"/>
                  <a:pt x="20" y="256"/>
                </a:cubicBezTo>
                <a:cubicBezTo>
                  <a:pt x="88" y="256"/>
                  <a:pt x="88" y="256"/>
                  <a:pt x="88" y="256"/>
                </a:cubicBezTo>
                <a:cubicBezTo>
                  <a:pt x="90" y="256"/>
                  <a:pt x="92" y="254"/>
                  <a:pt x="92" y="252"/>
                </a:cubicBezTo>
                <a:cubicBezTo>
                  <a:pt x="92" y="250"/>
                  <a:pt x="90" y="248"/>
                  <a:pt x="88" y="248"/>
                </a:cubicBezTo>
                <a:close/>
                <a:moveTo>
                  <a:pt x="112" y="88"/>
                </a:moveTo>
                <a:cubicBezTo>
                  <a:pt x="112" y="90"/>
                  <a:pt x="114" y="92"/>
                  <a:pt x="116" y="92"/>
                </a:cubicBezTo>
                <a:cubicBezTo>
                  <a:pt x="124" y="92"/>
                  <a:pt x="124" y="92"/>
                  <a:pt x="124" y="92"/>
                </a:cubicBezTo>
                <a:cubicBezTo>
                  <a:pt x="126" y="92"/>
                  <a:pt x="128" y="90"/>
                  <a:pt x="128" y="88"/>
                </a:cubicBezTo>
                <a:cubicBezTo>
                  <a:pt x="128" y="86"/>
                  <a:pt x="126" y="84"/>
                  <a:pt x="124" y="84"/>
                </a:cubicBezTo>
                <a:cubicBezTo>
                  <a:pt x="116" y="84"/>
                  <a:pt x="116" y="84"/>
                  <a:pt x="116" y="84"/>
                </a:cubicBezTo>
                <a:cubicBezTo>
                  <a:pt x="114" y="84"/>
                  <a:pt x="112" y="86"/>
                  <a:pt x="112" y="88"/>
                </a:cubicBezTo>
                <a:close/>
                <a:moveTo>
                  <a:pt x="68" y="48"/>
                </a:moveTo>
                <a:cubicBezTo>
                  <a:pt x="68" y="37"/>
                  <a:pt x="59" y="28"/>
                  <a:pt x="48" y="28"/>
                </a:cubicBezTo>
                <a:cubicBezTo>
                  <a:pt x="37" y="28"/>
                  <a:pt x="28" y="37"/>
                  <a:pt x="28" y="48"/>
                </a:cubicBezTo>
                <a:cubicBezTo>
                  <a:pt x="28" y="59"/>
                  <a:pt x="37" y="68"/>
                  <a:pt x="48" y="68"/>
                </a:cubicBezTo>
                <a:cubicBezTo>
                  <a:pt x="59" y="68"/>
                  <a:pt x="68" y="59"/>
                  <a:pt x="68" y="48"/>
                </a:cubicBezTo>
                <a:close/>
                <a:moveTo>
                  <a:pt x="48" y="60"/>
                </a:moveTo>
                <a:cubicBezTo>
                  <a:pt x="41" y="60"/>
                  <a:pt x="36" y="55"/>
                  <a:pt x="36" y="48"/>
                </a:cubicBezTo>
                <a:cubicBezTo>
                  <a:pt x="36" y="41"/>
                  <a:pt x="41" y="36"/>
                  <a:pt x="48" y="36"/>
                </a:cubicBezTo>
                <a:cubicBezTo>
                  <a:pt x="55" y="36"/>
                  <a:pt x="60" y="41"/>
                  <a:pt x="60" y="48"/>
                </a:cubicBezTo>
                <a:cubicBezTo>
                  <a:pt x="60" y="55"/>
                  <a:pt x="55" y="60"/>
                  <a:pt x="48" y="60"/>
                </a:cubicBezTo>
                <a:close/>
                <a:moveTo>
                  <a:pt x="28" y="172"/>
                </a:moveTo>
                <a:cubicBezTo>
                  <a:pt x="36" y="172"/>
                  <a:pt x="36" y="172"/>
                  <a:pt x="36" y="172"/>
                </a:cubicBezTo>
                <a:cubicBezTo>
                  <a:pt x="38" y="172"/>
                  <a:pt x="40" y="170"/>
                  <a:pt x="40" y="168"/>
                </a:cubicBezTo>
                <a:cubicBezTo>
                  <a:pt x="40" y="166"/>
                  <a:pt x="38" y="164"/>
                  <a:pt x="36" y="164"/>
                </a:cubicBezTo>
                <a:cubicBezTo>
                  <a:pt x="28" y="164"/>
                  <a:pt x="28" y="164"/>
                  <a:pt x="28" y="164"/>
                </a:cubicBezTo>
                <a:cubicBezTo>
                  <a:pt x="26" y="164"/>
                  <a:pt x="24" y="166"/>
                  <a:pt x="24" y="168"/>
                </a:cubicBezTo>
                <a:cubicBezTo>
                  <a:pt x="24" y="170"/>
                  <a:pt x="26" y="172"/>
                  <a:pt x="28" y="172"/>
                </a:cubicBezTo>
                <a:close/>
                <a:moveTo>
                  <a:pt x="24" y="88"/>
                </a:moveTo>
                <a:cubicBezTo>
                  <a:pt x="24" y="90"/>
                  <a:pt x="26" y="92"/>
                  <a:pt x="28" y="92"/>
                </a:cubicBezTo>
                <a:cubicBezTo>
                  <a:pt x="36" y="92"/>
                  <a:pt x="36" y="92"/>
                  <a:pt x="36" y="92"/>
                </a:cubicBezTo>
                <a:cubicBezTo>
                  <a:pt x="38" y="92"/>
                  <a:pt x="40" y="90"/>
                  <a:pt x="40" y="88"/>
                </a:cubicBezTo>
                <a:cubicBezTo>
                  <a:pt x="40" y="86"/>
                  <a:pt x="38" y="84"/>
                  <a:pt x="36" y="84"/>
                </a:cubicBezTo>
                <a:cubicBezTo>
                  <a:pt x="28" y="84"/>
                  <a:pt x="28" y="84"/>
                  <a:pt x="28" y="84"/>
                </a:cubicBezTo>
                <a:cubicBezTo>
                  <a:pt x="26" y="84"/>
                  <a:pt x="24" y="86"/>
                  <a:pt x="24" y="88"/>
                </a:cubicBezTo>
                <a:close/>
                <a:moveTo>
                  <a:pt x="160" y="88"/>
                </a:moveTo>
                <a:cubicBezTo>
                  <a:pt x="160" y="86"/>
                  <a:pt x="158" y="84"/>
                  <a:pt x="156" y="84"/>
                </a:cubicBezTo>
                <a:cubicBezTo>
                  <a:pt x="148" y="84"/>
                  <a:pt x="148" y="84"/>
                  <a:pt x="148" y="84"/>
                </a:cubicBezTo>
                <a:cubicBezTo>
                  <a:pt x="146" y="84"/>
                  <a:pt x="144" y="86"/>
                  <a:pt x="144" y="88"/>
                </a:cubicBezTo>
                <a:cubicBezTo>
                  <a:pt x="144" y="90"/>
                  <a:pt x="146" y="92"/>
                  <a:pt x="148" y="92"/>
                </a:cubicBezTo>
                <a:cubicBezTo>
                  <a:pt x="156" y="92"/>
                  <a:pt x="156" y="92"/>
                  <a:pt x="156" y="92"/>
                </a:cubicBezTo>
                <a:cubicBezTo>
                  <a:pt x="158" y="92"/>
                  <a:pt x="160" y="90"/>
                  <a:pt x="160" y="88"/>
                </a:cubicBezTo>
                <a:close/>
                <a:moveTo>
                  <a:pt x="28" y="128"/>
                </a:moveTo>
                <a:cubicBezTo>
                  <a:pt x="28" y="139"/>
                  <a:pt x="37" y="148"/>
                  <a:pt x="48" y="148"/>
                </a:cubicBezTo>
                <a:cubicBezTo>
                  <a:pt x="59" y="148"/>
                  <a:pt x="68" y="139"/>
                  <a:pt x="68" y="128"/>
                </a:cubicBezTo>
                <a:cubicBezTo>
                  <a:pt x="68" y="117"/>
                  <a:pt x="59" y="108"/>
                  <a:pt x="48" y="108"/>
                </a:cubicBezTo>
                <a:cubicBezTo>
                  <a:pt x="37" y="108"/>
                  <a:pt x="28" y="117"/>
                  <a:pt x="28" y="128"/>
                </a:cubicBezTo>
                <a:close/>
                <a:moveTo>
                  <a:pt x="48" y="116"/>
                </a:moveTo>
                <a:cubicBezTo>
                  <a:pt x="55" y="116"/>
                  <a:pt x="60" y="121"/>
                  <a:pt x="60" y="128"/>
                </a:cubicBezTo>
                <a:cubicBezTo>
                  <a:pt x="60" y="135"/>
                  <a:pt x="55" y="140"/>
                  <a:pt x="48" y="140"/>
                </a:cubicBezTo>
                <a:cubicBezTo>
                  <a:pt x="41" y="140"/>
                  <a:pt x="36" y="135"/>
                  <a:pt x="36" y="128"/>
                </a:cubicBezTo>
                <a:cubicBezTo>
                  <a:pt x="36" y="121"/>
                  <a:pt x="41" y="116"/>
                  <a:pt x="48" y="116"/>
                </a:cubicBezTo>
                <a:close/>
                <a:moveTo>
                  <a:pt x="88" y="28"/>
                </a:moveTo>
                <a:cubicBezTo>
                  <a:pt x="88" y="144"/>
                  <a:pt x="88" y="144"/>
                  <a:pt x="88" y="144"/>
                </a:cubicBezTo>
                <a:cubicBezTo>
                  <a:pt x="88" y="146"/>
                  <a:pt x="90" y="148"/>
                  <a:pt x="92" y="148"/>
                </a:cubicBezTo>
                <a:cubicBezTo>
                  <a:pt x="94" y="148"/>
                  <a:pt x="96" y="146"/>
                  <a:pt x="96" y="144"/>
                </a:cubicBezTo>
                <a:cubicBezTo>
                  <a:pt x="96" y="28"/>
                  <a:pt x="96" y="28"/>
                  <a:pt x="96" y="28"/>
                </a:cubicBezTo>
                <a:cubicBezTo>
                  <a:pt x="96" y="26"/>
                  <a:pt x="94" y="24"/>
                  <a:pt x="92" y="24"/>
                </a:cubicBezTo>
                <a:cubicBezTo>
                  <a:pt x="90" y="24"/>
                  <a:pt x="88" y="26"/>
                  <a:pt x="88" y="28"/>
                </a:cubicBezTo>
                <a:close/>
                <a:moveTo>
                  <a:pt x="48" y="228"/>
                </a:moveTo>
                <a:cubicBezTo>
                  <a:pt x="59" y="228"/>
                  <a:pt x="68" y="219"/>
                  <a:pt x="68" y="208"/>
                </a:cubicBezTo>
                <a:cubicBezTo>
                  <a:pt x="68" y="197"/>
                  <a:pt x="59" y="188"/>
                  <a:pt x="48" y="188"/>
                </a:cubicBezTo>
                <a:cubicBezTo>
                  <a:pt x="37" y="188"/>
                  <a:pt x="28" y="197"/>
                  <a:pt x="28" y="208"/>
                </a:cubicBezTo>
                <a:cubicBezTo>
                  <a:pt x="28" y="219"/>
                  <a:pt x="37" y="228"/>
                  <a:pt x="48" y="228"/>
                </a:cubicBezTo>
                <a:close/>
                <a:moveTo>
                  <a:pt x="48" y="196"/>
                </a:moveTo>
                <a:cubicBezTo>
                  <a:pt x="55" y="196"/>
                  <a:pt x="60" y="201"/>
                  <a:pt x="60" y="208"/>
                </a:cubicBezTo>
                <a:cubicBezTo>
                  <a:pt x="60" y="215"/>
                  <a:pt x="55" y="220"/>
                  <a:pt x="48" y="220"/>
                </a:cubicBezTo>
                <a:cubicBezTo>
                  <a:pt x="41" y="220"/>
                  <a:pt x="36" y="215"/>
                  <a:pt x="36" y="208"/>
                </a:cubicBezTo>
                <a:cubicBezTo>
                  <a:pt x="36" y="201"/>
                  <a:pt x="41" y="196"/>
                  <a:pt x="48" y="19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95" name="Freeform 220">
            <a:extLst>
              <a:ext uri="{FF2B5EF4-FFF2-40B4-BE49-F238E27FC236}">
                <a16:creationId xmlns:a16="http://schemas.microsoft.com/office/drawing/2014/main" id="{B8BA9332-8CE1-45D8-B72D-52DC2368956B}"/>
              </a:ext>
            </a:extLst>
          </p:cNvPr>
          <p:cNvSpPr>
            <a:spLocks noChangeAspect="1" noEditPoints="1"/>
          </p:cNvSpPr>
          <p:nvPr/>
        </p:nvSpPr>
        <p:spPr bwMode="auto">
          <a:xfrm>
            <a:off x="4443672" y="5299431"/>
            <a:ext cx="400050" cy="400050"/>
          </a:xfrm>
          <a:custGeom>
            <a:avLst/>
            <a:gdLst>
              <a:gd name="T0" fmla="*/ 232 w 256"/>
              <a:gd name="T1" fmla="*/ 32 h 256"/>
              <a:gd name="T2" fmla="*/ 220 w 256"/>
              <a:gd name="T3" fmla="*/ 0 h 256"/>
              <a:gd name="T4" fmla="*/ 92 w 256"/>
              <a:gd name="T5" fmla="*/ 12 h 256"/>
              <a:gd name="T6" fmla="*/ 93 w 256"/>
              <a:gd name="T7" fmla="*/ 36 h 256"/>
              <a:gd name="T8" fmla="*/ 64 w 256"/>
              <a:gd name="T9" fmla="*/ 76 h 256"/>
              <a:gd name="T10" fmla="*/ 72 w 256"/>
              <a:gd name="T11" fmla="*/ 68 h 256"/>
              <a:gd name="T12" fmla="*/ 120 w 256"/>
              <a:gd name="T13" fmla="*/ 44 h 256"/>
              <a:gd name="T14" fmla="*/ 104 w 256"/>
              <a:gd name="T15" fmla="*/ 36 h 256"/>
              <a:gd name="T16" fmla="*/ 100 w 256"/>
              <a:gd name="T17" fmla="*/ 12 h 256"/>
              <a:gd name="T18" fmla="*/ 220 w 256"/>
              <a:gd name="T19" fmla="*/ 8 h 256"/>
              <a:gd name="T20" fmla="*/ 224 w 256"/>
              <a:gd name="T21" fmla="*/ 32 h 256"/>
              <a:gd name="T22" fmla="*/ 144 w 256"/>
              <a:gd name="T23" fmla="*/ 36 h 256"/>
              <a:gd name="T24" fmla="*/ 224 w 256"/>
              <a:gd name="T25" fmla="*/ 44 h 256"/>
              <a:gd name="T26" fmla="*/ 248 w 256"/>
              <a:gd name="T27" fmla="*/ 224 h 256"/>
              <a:gd name="T28" fmla="*/ 120 w 256"/>
              <a:gd name="T29" fmla="*/ 248 h 256"/>
              <a:gd name="T30" fmla="*/ 224 w 256"/>
              <a:gd name="T31" fmla="*/ 256 h 256"/>
              <a:gd name="T32" fmla="*/ 256 w 256"/>
              <a:gd name="T33" fmla="*/ 68 h 256"/>
              <a:gd name="T34" fmla="*/ 132 w 256"/>
              <a:gd name="T35" fmla="*/ 224 h 256"/>
              <a:gd name="T36" fmla="*/ 236 w 256"/>
              <a:gd name="T37" fmla="*/ 216 h 256"/>
              <a:gd name="T38" fmla="*/ 132 w 256"/>
              <a:gd name="T39" fmla="*/ 224 h 256"/>
              <a:gd name="T40" fmla="*/ 132 w 256"/>
              <a:gd name="T41" fmla="*/ 68 h 256"/>
              <a:gd name="T42" fmla="*/ 236 w 256"/>
              <a:gd name="T43" fmla="*/ 76 h 256"/>
              <a:gd name="T44" fmla="*/ 172 w 256"/>
              <a:gd name="T45" fmla="*/ 100 h 256"/>
              <a:gd name="T46" fmla="*/ 236 w 256"/>
              <a:gd name="T47" fmla="*/ 92 h 256"/>
              <a:gd name="T48" fmla="*/ 156 w 256"/>
              <a:gd name="T49" fmla="*/ 108 h 256"/>
              <a:gd name="T50" fmla="*/ 172 w 256"/>
              <a:gd name="T51" fmla="*/ 200 h 256"/>
              <a:gd name="T52" fmla="*/ 236 w 256"/>
              <a:gd name="T53" fmla="*/ 192 h 256"/>
              <a:gd name="T54" fmla="*/ 164 w 256"/>
              <a:gd name="T55" fmla="*/ 184 h 256"/>
              <a:gd name="T56" fmla="*/ 172 w 256"/>
              <a:gd name="T57" fmla="*/ 100 h 256"/>
              <a:gd name="T58" fmla="*/ 88 w 256"/>
              <a:gd name="T59" fmla="*/ 248 h 256"/>
              <a:gd name="T60" fmla="*/ 12 w 256"/>
              <a:gd name="T61" fmla="*/ 240 h 256"/>
              <a:gd name="T62" fmla="*/ 4 w 256"/>
              <a:gd name="T63" fmla="*/ 140 h 256"/>
              <a:gd name="T64" fmla="*/ 20 w 256"/>
              <a:gd name="T65" fmla="*/ 256 h 256"/>
              <a:gd name="T66" fmla="*/ 104 w 256"/>
              <a:gd name="T67" fmla="*/ 240 h 256"/>
              <a:gd name="T68" fmla="*/ 96 w 256"/>
              <a:gd name="T69" fmla="*/ 140 h 256"/>
              <a:gd name="T70" fmla="*/ 96 w 256"/>
              <a:gd name="T71" fmla="*/ 92 h 256"/>
              <a:gd name="T72" fmla="*/ 0 w 256"/>
              <a:gd name="T73" fmla="*/ 104 h 256"/>
              <a:gd name="T74" fmla="*/ 4 w 256"/>
              <a:gd name="T75" fmla="*/ 128 h 256"/>
              <a:gd name="T76" fmla="*/ 108 w 256"/>
              <a:gd name="T77" fmla="*/ 124 h 256"/>
              <a:gd name="T78" fmla="*/ 96 w 256"/>
              <a:gd name="T79" fmla="*/ 92 h 256"/>
              <a:gd name="T80" fmla="*/ 8 w 256"/>
              <a:gd name="T81" fmla="*/ 120 h 256"/>
              <a:gd name="T82" fmla="*/ 12 w 256"/>
              <a:gd name="T83" fmla="*/ 100 h 256"/>
              <a:gd name="T84" fmla="*/ 100 w 256"/>
              <a:gd name="T85" fmla="*/ 1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231" y="37"/>
                </a:moveTo>
                <a:cubicBezTo>
                  <a:pt x="232" y="35"/>
                  <a:pt x="232" y="34"/>
                  <a:pt x="232" y="32"/>
                </a:cubicBezTo>
                <a:cubicBezTo>
                  <a:pt x="232" y="12"/>
                  <a:pt x="232" y="12"/>
                  <a:pt x="232" y="12"/>
                </a:cubicBezTo>
                <a:cubicBezTo>
                  <a:pt x="232" y="5"/>
                  <a:pt x="227" y="0"/>
                  <a:pt x="220" y="0"/>
                </a:cubicBezTo>
                <a:cubicBezTo>
                  <a:pt x="104" y="0"/>
                  <a:pt x="104" y="0"/>
                  <a:pt x="104" y="0"/>
                </a:cubicBezTo>
                <a:cubicBezTo>
                  <a:pt x="97" y="0"/>
                  <a:pt x="92" y="5"/>
                  <a:pt x="92" y="12"/>
                </a:cubicBezTo>
                <a:cubicBezTo>
                  <a:pt x="92" y="32"/>
                  <a:pt x="92" y="32"/>
                  <a:pt x="92" y="32"/>
                </a:cubicBezTo>
                <a:cubicBezTo>
                  <a:pt x="92" y="33"/>
                  <a:pt x="92" y="35"/>
                  <a:pt x="93" y="36"/>
                </a:cubicBezTo>
                <a:cubicBezTo>
                  <a:pt x="77" y="38"/>
                  <a:pt x="64" y="51"/>
                  <a:pt x="64" y="68"/>
                </a:cubicBezTo>
                <a:cubicBezTo>
                  <a:pt x="64" y="76"/>
                  <a:pt x="64" y="76"/>
                  <a:pt x="64" y="76"/>
                </a:cubicBezTo>
                <a:cubicBezTo>
                  <a:pt x="72" y="76"/>
                  <a:pt x="72" y="76"/>
                  <a:pt x="72" y="76"/>
                </a:cubicBezTo>
                <a:cubicBezTo>
                  <a:pt x="72" y="68"/>
                  <a:pt x="72" y="68"/>
                  <a:pt x="72" y="68"/>
                </a:cubicBezTo>
                <a:cubicBezTo>
                  <a:pt x="72" y="55"/>
                  <a:pt x="83" y="44"/>
                  <a:pt x="96" y="44"/>
                </a:cubicBezTo>
                <a:cubicBezTo>
                  <a:pt x="120" y="44"/>
                  <a:pt x="120" y="44"/>
                  <a:pt x="120" y="44"/>
                </a:cubicBezTo>
                <a:cubicBezTo>
                  <a:pt x="120" y="36"/>
                  <a:pt x="120" y="36"/>
                  <a:pt x="120" y="36"/>
                </a:cubicBezTo>
                <a:cubicBezTo>
                  <a:pt x="104" y="36"/>
                  <a:pt x="104" y="36"/>
                  <a:pt x="104" y="36"/>
                </a:cubicBezTo>
                <a:cubicBezTo>
                  <a:pt x="102" y="36"/>
                  <a:pt x="100" y="34"/>
                  <a:pt x="100" y="32"/>
                </a:cubicBezTo>
                <a:cubicBezTo>
                  <a:pt x="100" y="12"/>
                  <a:pt x="100" y="12"/>
                  <a:pt x="100" y="12"/>
                </a:cubicBezTo>
                <a:cubicBezTo>
                  <a:pt x="100" y="10"/>
                  <a:pt x="102" y="8"/>
                  <a:pt x="104" y="8"/>
                </a:cubicBezTo>
                <a:cubicBezTo>
                  <a:pt x="220" y="8"/>
                  <a:pt x="220" y="8"/>
                  <a:pt x="220" y="8"/>
                </a:cubicBezTo>
                <a:cubicBezTo>
                  <a:pt x="222" y="8"/>
                  <a:pt x="224" y="10"/>
                  <a:pt x="224" y="12"/>
                </a:cubicBezTo>
                <a:cubicBezTo>
                  <a:pt x="224" y="32"/>
                  <a:pt x="224" y="32"/>
                  <a:pt x="224" y="32"/>
                </a:cubicBezTo>
                <a:cubicBezTo>
                  <a:pt x="224" y="34"/>
                  <a:pt x="222" y="36"/>
                  <a:pt x="220" y="36"/>
                </a:cubicBezTo>
                <a:cubicBezTo>
                  <a:pt x="144" y="36"/>
                  <a:pt x="144" y="36"/>
                  <a:pt x="144" y="36"/>
                </a:cubicBezTo>
                <a:cubicBezTo>
                  <a:pt x="144" y="44"/>
                  <a:pt x="144" y="44"/>
                  <a:pt x="144" y="44"/>
                </a:cubicBezTo>
                <a:cubicBezTo>
                  <a:pt x="224" y="44"/>
                  <a:pt x="224" y="44"/>
                  <a:pt x="224" y="44"/>
                </a:cubicBezTo>
                <a:cubicBezTo>
                  <a:pt x="237" y="44"/>
                  <a:pt x="248" y="55"/>
                  <a:pt x="248" y="68"/>
                </a:cubicBezTo>
                <a:cubicBezTo>
                  <a:pt x="248" y="224"/>
                  <a:pt x="248" y="224"/>
                  <a:pt x="248" y="224"/>
                </a:cubicBezTo>
                <a:cubicBezTo>
                  <a:pt x="248" y="237"/>
                  <a:pt x="237" y="248"/>
                  <a:pt x="224" y="248"/>
                </a:cubicBezTo>
                <a:cubicBezTo>
                  <a:pt x="120" y="248"/>
                  <a:pt x="120" y="248"/>
                  <a:pt x="120" y="248"/>
                </a:cubicBezTo>
                <a:cubicBezTo>
                  <a:pt x="120" y="256"/>
                  <a:pt x="120" y="256"/>
                  <a:pt x="120" y="256"/>
                </a:cubicBezTo>
                <a:cubicBezTo>
                  <a:pt x="224" y="256"/>
                  <a:pt x="224" y="256"/>
                  <a:pt x="224" y="256"/>
                </a:cubicBezTo>
                <a:cubicBezTo>
                  <a:pt x="242" y="256"/>
                  <a:pt x="256" y="242"/>
                  <a:pt x="256" y="224"/>
                </a:cubicBezTo>
                <a:cubicBezTo>
                  <a:pt x="256" y="68"/>
                  <a:pt x="256" y="68"/>
                  <a:pt x="256" y="68"/>
                </a:cubicBezTo>
                <a:cubicBezTo>
                  <a:pt x="256" y="53"/>
                  <a:pt x="245" y="40"/>
                  <a:pt x="231" y="37"/>
                </a:cubicBezTo>
                <a:close/>
                <a:moveTo>
                  <a:pt x="132" y="224"/>
                </a:moveTo>
                <a:cubicBezTo>
                  <a:pt x="236" y="224"/>
                  <a:pt x="236" y="224"/>
                  <a:pt x="236" y="224"/>
                </a:cubicBezTo>
                <a:cubicBezTo>
                  <a:pt x="236" y="216"/>
                  <a:pt x="236" y="216"/>
                  <a:pt x="236" y="216"/>
                </a:cubicBezTo>
                <a:cubicBezTo>
                  <a:pt x="132" y="216"/>
                  <a:pt x="132" y="216"/>
                  <a:pt x="132" y="216"/>
                </a:cubicBezTo>
                <a:lnTo>
                  <a:pt x="132" y="224"/>
                </a:lnTo>
                <a:close/>
                <a:moveTo>
                  <a:pt x="236" y="68"/>
                </a:moveTo>
                <a:cubicBezTo>
                  <a:pt x="132" y="68"/>
                  <a:pt x="132" y="68"/>
                  <a:pt x="132" y="68"/>
                </a:cubicBezTo>
                <a:cubicBezTo>
                  <a:pt x="132" y="76"/>
                  <a:pt x="132" y="76"/>
                  <a:pt x="132" y="76"/>
                </a:cubicBezTo>
                <a:cubicBezTo>
                  <a:pt x="236" y="76"/>
                  <a:pt x="236" y="76"/>
                  <a:pt x="236" y="76"/>
                </a:cubicBezTo>
                <a:lnTo>
                  <a:pt x="236" y="68"/>
                </a:lnTo>
                <a:close/>
                <a:moveTo>
                  <a:pt x="172" y="100"/>
                </a:moveTo>
                <a:cubicBezTo>
                  <a:pt x="236" y="100"/>
                  <a:pt x="236" y="100"/>
                  <a:pt x="236" y="100"/>
                </a:cubicBezTo>
                <a:cubicBezTo>
                  <a:pt x="236" y="92"/>
                  <a:pt x="236" y="92"/>
                  <a:pt x="236" y="92"/>
                </a:cubicBezTo>
                <a:cubicBezTo>
                  <a:pt x="172" y="92"/>
                  <a:pt x="172" y="92"/>
                  <a:pt x="172" y="92"/>
                </a:cubicBezTo>
                <a:cubicBezTo>
                  <a:pt x="163" y="92"/>
                  <a:pt x="156" y="99"/>
                  <a:pt x="156" y="108"/>
                </a:cubicBezTo>
                <a:cubicBezTo>
                  <a:pt x="156" y="184"/>
                  <a:pt x="156" y="184"/>
                  <a:pt x="156" y="184"/>
                </a:cubicBezTo>
                <a:cubicBezTo>
                  <a:pt x="156" y="193"/>
                  <a:pt x="163" y="200"/>
                  <a:pt x="172" y="200"/>
                </a:cubicBezTo>
                <a:cubicBezTo>
                  <a:pt x="236" y="200"/>
                  <a:pt x="236" y="200"/>
                  <a:pt x="236" y="200"/>
                </a:cubicBezTo>
                <a:cubicBezTo>
                  <a:pt x="236" y="192"/>
                  <a:pt x="236" y="192"/>
                  <a:pt x="236" y="192"/>
                </a:cubicBezTo>
                <a:cubicBezTo>
                  <a:pt x="172" y="192"/>
                  <a:pt x="172" y="192"/>
                  <a:pt x="172" y="192"/>
                </a:cubicBezTo>
                <a:cubicBezTo>
                  <a:pt x="168" y="192"/>
                  <a:pt x="164" y="188"/>
                  <a:pt x="164" y="184"/>
                </a:cubicBezTo>
                <a:cubicBezTo>
                  <a:pt x="164" y="108"/>
                  <a:pt x="164" y="108"/>
                  <a:pt x="164" y="108"/>
                </a:cubicBezTo>
                <a:cubicBezTo>
                  <a:pt x="164" y="104"/>
                  <a:pt x="168" y="100"/>
                  <a:pt x="172" y="100"/>
                </a:cubicBezTo>
                <a:close/>
                <a:moveTo>
                  <a:pt x="96" y="240"/>
                </a:moveTo>
                <a:cubicBezTo>
                  <a:pt x="96" y="244"/>
                  <a:pt x="92" y="248"/>
                  <a:pt x="88" y="248"/>
                </a:cubicBezTo>
                <a:cubicBezTo>
                  <a:pt x="20" y="248"/>
                  <a:pt x="20" y="248"/>
                  <a:pt x="20" y="248"/>
                </a:cubicBezTo>
                <a:cubicBezTo>
                  <a:pt x="16" y="248"/>
                  <a:pt x="12" y="244"/>
                  <a:pt x="12" y="240"/>
                </a:cubicBezTo>
                <a:cubicBezTo>
                  <a:pt x="12" y="140"/>
                  <a:pt x="12" y="140"/>
                  <a:pt x="12" y="140"/>
                </a:cubicBezTo>
                <a:cubicBezTo>
                  <a:pt x="4" y="140"/>
                  <a:pt x="4" y="140"/>
                  <a:pt x="4" y="140"/>
                </a:cubicBezTo>
                <a:cubicBezTo>
                  <a:pt x="4" y="240"/>
                  <a:pt x="4" y="240"/>
                  <a:pt x="4" y="240"/>
                </a:cubicBezTo>
                <a:cubicBezTo>
                  <a:pt x="4" y="249"/>
                  <a:pt x="11" y="256"/>
                  <a:pt x="20" y="256"/>
                </a:cubicBezTo>
                <a:cubicBezTo>
                  <a:pt x="88" y="256"/>
                  <a:pt x="88" y="256"/>
                  <a:pt x="88" y="256"/>
                </a:cubicBezTo>
                <a:cubicBezTo>
                  <a:pt x="97" y="256"/>
                  <a:pt x="104" y="249"/>
                  <a:pt x="104" y="240"/>
                </a:cubicBezTo>
                <a:cubicBezTo>
                  <a:pt x="104" y="140"/>
                  <a:pt x="104" y="140"/>
                  <a:pt x="104" y="140"/>
                </a:cubicBezTo>
                <a:cubicBezTo>
                  <a:pt x="96" y="140"/>
                  <a:pt x="96" y="140"/>
                  <a:pt x="96" y="140"/>
                </a:cubicBezTo>
                <a:lnTo>
                  <a:pt x="96" y="240"/>
                </a:lnTo>
                <a:close/>
                <a:moveTo>
                  <a:pt x="96" y="92"/>
                </a:moveTo>
                <a:cubicBezTo>
                  <a:pt x="12" y="92"/>
                  <a:pt x="12" y="92"/>
                  <a:pt x="12" y="92"/>
                </a:cubicBezTo>
                <a:cubicBezTo>
                  <a:pt x="5" y="92"/>
                  <a:pt x="0" y="97"/>
                  <a:pt x="0" y="104"/>
                </a:cubicBezTo>
                <a:cubicBezTo>
                  <a:pt x="0" y="124"/>
                  <a:pt x="0" y="124"/>
                  <a:pt x="0" y="124"/>
                </a:cubicBezTo>
                <a:cubicBezTo>
                  <a:pt x="0" y="126"/>
                  <a:pt x="2" y="128"/>
                  <a:pt x="4" y="128"/>
                </a:cubicBezTo>
                <a:cubicBezTo>
                  <a:pt x="104" y="128"/>
                  <a:pt x="104" y="128"/>
                  <a:pt x="104" y="128"/>
                </a:cubicBezTo>
                <a:cubicBezTo>
                  <a:pt x="106" y="128"/>
                  <a:pt x="108" y="126"/>
                  <a:pt x="108" y="124"/>
                </a:cubicBezTo>
                <a:cubicBezTo>
                  <a:pt x="108" y="104"/>
                  <a:pt x="108" y="104"/>
                  <a:pt x="108" y="104"/>
                </a:cubicBezTo>
                <a:cubicBezTo>
                  <a:pt x="108" y="97"/>
                  <a:pt x="103" y="92"/>
                  <a:pt x="96" y="92"/>
                </a:cubicBezTo>
                <a:close/>
                <a:moveTo>
                  <a:pt x="100" y="120"/>
                </a:moveTo>
                <a:cubicBezTo>
                  <a:pt x="8" y="120"/>
                  <a:pt x="8" y="120"/>
                  <a:pt x="8" y="120"/>
                </a:cubicBezTo>
                <a:cubicBezTo>
                  <a:pt x="8" y="104"/>
                  <a:pt x="8" y="104"/>
                  <a:pt x="8" y="104"/>
                </a:cubicBezTo>
                <a:cubicBezTo>
                  <a:pt x="8" y="102"/>
                  <a:pt x="10" y="100"/>
                  <a:pt x="12" y="100"/>
                </a:cubicBezTo>
                <a:cubicBezTo>
                  <a:pt x="96" y="100"/>
                  <a:pt x="96" y="100"/>
                  <a:pt x="96" y="100"/>
                </a:cubicBezTo>
                <a:cubicBezTo>
                  <a:pt x="98" y="100"/>
                  <a:pt x="100" y="102"/>
                  <a:pt x="100" y="104"/>
                </a:cubicBezTo>
                <a:lnTo>
                  <a:pt x="100" y="12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298" name="Freeform 224">
            <a:extLst>
              <a:ext uri="{FF2B5EF4-FFF2-40B4-BE49-F238E27FC236}">
                <a16:creationId xmlns:a16="http://schemas.microsoft.com/office/drawing/2014/main" id="{4387975F-1F57-412B-9A64-D503AF980598}"/>
              </a:ext>
            </a:extLst>
          </p:cNvPr>
          <p:cNvSpPr>
            <a:spLocks noChangeAspect="1" noEditPoints="1"/>
          </p:cNvSpPr>
          <p:nvPr/>
        </p:nvSpPr>
        <p:spPr bwMode="auto">
          <a:xfrm>
            <a:off x="5411318" y="5299431"/>
            <a:ext cx="400050" cy="400050"/>
          </a:xfrm>
          <a:custGeom>
            <a:avLst/>
            <a:gdLst>
              <a:gd name="T0" fmla="*/ 28 w 256"/>
              <a:gd name="T1" fmla="*/ 72 h 256"/>
              <a:gd name="T2" fmla="*/ 32 w 256"/>
              <a:gd name="T3" fmla="*/ 64 h 256"/>
              <a:gd name="T4" fmla="*/ 8 w 256"/>
              <a:gd name="T5" fmla="*/ 84 h 256"/>
              <a:gd name="T6" fmla="*/ 16 w 256"/>
              <a:gd name="T7" fmla="*/ 212 h 256"/>
              <a:gd name="T8" fmla="*/ 240 w 256"/>
              <a:gd name="T9" fmla="*/ 92 h 256"/>
              <a:gd name="T10" fmla="*/ 248 w 256"/>
              <a:gd name="T11" fmla="*/ 212 h 256"/>
              <a:gd name="T12" fmla="*/ 220 w 256"/>
              <a:gd name="T13" fmla="*/ 64 h 256"/>
              <a:gd name="T14" fmla="*/ 216 w 256"/>
              <a:gd name="T15" fmla="*/ 72 h 256"/>
              <a:gd name="T16" fmla="*/ 240 w 256"/>
              <a:gd name="T17" fmla="*/ 92 h 256"/>
              <a:gd name="T18" fmla="*/ 152 w 256"/>
              <a:gd name="T19" fmla="*/ 220 h 256"/>
              <a:gd name="T20" fmla="*/ 148 w 256"/>
              <a:gd name="T21" fmla="*/ 228 h 256"/>
              <a:gd name="T22" fmla="*/ 108 w 256"/>
              <a:gd name="T23" fmla="*/ 224 h 256"/>
              <a:gd name="T24" fmla="*/ 4 w 256"/>
              <a:gd name="T25" fmla="*/ 220 h 256"/>
              <a:gd name="T26" fmla="*/ 32 w 256"/>
              <a:gd name="T27" fmla="*/ 256 h 256"/>
              <a:gd name="T28" fmla="*/ 256 w 256"/>
              <a:gd name="T29" fmla="*/ 224 h 256"/>
              <a:gd name="T30" fmla="*/ 224 w 256"/>
              <a:gd name="T31" fmla="*/ 248 h 256"/>
              <a:gd name="T32" fmla="*/ 8 w 256"/>
              <a:gd name="T33" fmla="*/ 228 h 256"/>
              <a:gd name="T34" fmla="*/ 100 w 256"/>
              <a:gd name="T35" fmla="*/ 232 h 256"/>
              <a:gd name="T36" fmla="*/ 152 w 256"/>
              <a:gd name="T37" fmla="*/ 236 h 256"/>
              <a:gd name="T38" fmla="*/ 156 w 256"/>
              <a:gd name="T39" fmla="*/ 228 h 256"/>
              <a:gd name="T40" fmla="*/ 224 w 256"/>
              <a:gd name="T41" fmla="*/ 248 h 256"/>
              <a:gd name="T42" fmla="*/ 140 w 256"/>
              <a:gd name="T43" fmla="*/ 132 h 256"/>
              <a:gd name="T44" fmla="*/ 144 w 256"/>
              <a:gd name="T45" fmla="*/ 104 h 256"/>
              <a:gd name="T46" fmla="*/ 172 w 256"/>
              <a:gd name="T47" fmla="*/ 100 h 256"/>
              <a:gd name="T48" fmla="*/ 168 w 256"/>
              <a:gd name="T49" fmla="*/ 64 h 256"/>
              <a:gd name="T50" fmla="*/ 144 w 256"/>
              <a:gd name="T51" fmla="*/ 40 h 256"/>
              <a:gd name="T52" fmla="*/ 108 w 256"/>
              <a:gd name="T53" fmla="*/ 36 h 256"/>
              <a:gd name="T54" fmla="*/ 104 w 256"/>
              <a:gd name="T55" fmla="*/ 64 h 256"/>
              <a:gd name="T56" fmla="*/ 76 w 256"/>
              <a:gd name="T57" fmla="*/ 68 h 256"/>
              <a:gd name="T58" fmla="*/ 80 w 256"/>
              <a:gd name="T59" fmla="*/ 104 h 256"/>
              <a:gd name="T60" fmla="*/ 104 w 256"/>
              <a:gd name="T61" fmla="*/ 128 h 256"/>
              <a:gd name="T62" fmla="*/ 84 w 256"/>
              <a:gd name="T63" fmla="*/ 96 h 256"/>
              <a:gd name="T64" fmla="*/ 108 w 256"/>
              <a:gd name="T65" fmla="*/ 72 h 256"/>
              <a:gd name="T66" fmla="*/ 112 w 256"/>
              <a:gd name="T67" fmla="*/ 44 h 256"/>
              <a:gd name="T68" fmla="*/ 136 w 256"/>
              <a:gd name="T69" fmla="*/ 68 h 256"/>
              <a:gd name="T70" fmla="*/ 164 w 256"/>
              <a:gd name="T71" fmla="*/ 72 h 256"/>
              <a:gd name="T72" fmla="*/ 140 w 256"/>
              <a:gd name="T73" fmla="*/ 96 h 256"/>
              <a:gd name="T74" fmla="*/ 136 w 256"/>
              <a:gd name="T75" fmla="*/ 124 h 256"/>
              <a:gd name="T76" fmla="*/ 112 w 256"/>
              <a:gd name="T77" fmla="*/ 100 h 256"/>
              <a:gd name="T78" fmla="*/ 84 w 256"/>
              <a:gd name="T79" fmla="*/ 96 h 256"/>
              <a:gd name="T80" fmla="*/ 144 w 256"/>
              <a:gd name="T81" fmla="*/ 168 h 256"/>
              <a:gd name="T82" fmla="*/ 60 w 256"/>
              <a:gd name="T83" fmla="*/ 160 h 256"/>
              <a:gd name="T84" fmla="*/ 48 w 256"/>
              <a:gd name="T85" fmla="*/ 20 h 256"/>
              <a:gd name="T86" fmla="*/ 188 w 256"/>
              <a:gd name="T87" fmla="*/ 8 h 256"/>
              <a:gd name="T88" fmla="*/ 200 w 256"/>
              <a:gd name="T89" fmla="*/ 128 h 256"/>
              <a:gd name="T90" fmla="*/ 208 w 256"/>
              <a:gd name="T91" fmla="*/ 20 h 256"/>
              <a:gd name="T92" fmla="*/ 60 w 256"/>
              <a:gd name="T93" fmla="*/ 0 h 256"/>
              <a:gd name="T94" fmla="*/ 40 w 256"/>
              <a:gd name="T95" fmla="*/ 148 h 256"/>
              <a:gd name="T96" fmla="*/ 224 w 256"/>
              <a:gd name="T97" fmla="*/ 162 h 256"/>
              <a:gd name="T98" fmla="*/ 166 w 256"/>
              <a:gd name="T99" fmla="*/ 121 h 256"/>
              <a:gd name="T100" fmla="*/ 160 w 256"/>
              <a:gd name="T101" fmla="*/ 124 h 256"/>
              <a:gd name="T102" fmla="*/ 162 w 256"/>
              <a:gd name="T103" fmla="*/ 196 h 256"/>
              <a:gd name="T104" fmla="*/ 182 w 256"/>
              <a:gd name="T105" fmla="*/ 183 h 256"/>
              <a:gd name="T106" fmla="*/ 201 w 256"/>
              <a:gd name="T107" fmla="*/ 212 h 256"/>
              <a:gd name="T108" fmla="*/ 219 w 256"/>
              <a:gd name="T109" fmla="*/ 202 h 256"/>
              <a:gd name="T110" fmla="*/ 204 w 256"/>
              <a:gd name="T111" fmla="*/ 170 h 256"/>
              <a:gd name="T112" fmla="*/ 224 w 256"/>
              <a:gd name="T113" fmla="*/ 162 h 256"/>
              <a:gd name="T114" fmla="*/ 195 w 256"/>
              <a:gd name="T115" fmla="*/ 166 h 256"/>
              <a:gd name="T116" fmla="*/ 211 w 256"/>
              <a:gd name="T117" fmla="*/ 197 h 256"/>
              <a:gd name="T118" fmla="*/ 186 w 256"/>
              <a:gd name="T119" fmla="*/ 175 h 256"/>
              <a:gd name="T120" fmla="*/ 183 w 256"/>
              <a:gd name="T121" fmla="*/ 173 h 256"/>
              <a:gd name="T122" fmla="*/ 168 w 256"/>
              <a:gd name="T123" fmla="*/ 184 h 256"/>
              <a:gd name="T124" fmla="*/ 211 w 256"/>
              <a:gd name="T125"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6" h="256">
                <a:moveTo>
                  <a:pt x="16" y="84"/>
                </a:moveTo>
                <a:cubicBezTo>
                  <a:pt x="16" y="77"/>
                  <a:pt x="21" y="72"/>
                  <a:pt x="28" y="72"/>
                </a:cubicBezTo>
                <a:cubicBezTo>
                  <a:pt x="32" y="72"/>
                  <a:pt x="32" y="72"/>
                  <a:pt x="32" y="72"/>
                </a:cubicBezTo>
                <a:cubicBezTo>
                  <a:pt x="32" y="64"/>
                  <a:pt x="32" y="64"/>
                  <a:pt x="32" y="64"/>
                </a:cubicBezTo>
                <a:cubicBezTo>
                  <a:pt x="28" y="64"/>
                  <a:pt x="28" y="64"/>
                  <a:pt x="28" y="64"/>
                </a:cubicBezTo>
                <a:cubicBezTo>
                  <a:pt x="17" y="64"/>
                  <a:pt x="8" y="73"/>
                  <a:pt x="8" y="84"/>
                </a:cubicBezTo>
                <a:cubicBezTo>
                  <a:pt x="8" y="212"/>
                  <a:pt x="8" y="212"/>
                  <a:pt x="8" y="212"/>
                </a:cubicBezTo>
                <a:cubicBezTo>
                  <a:pt x="16" y="212"/>
                  <a:pt x="16" y="212"/>
                  <a:pt x="16" y="212"/>
                </a:cubicBezTo>
                <a:lnTo>
                  <a:pt x="16" y="84"/>
                </a:lnTo>
                <a:close/>
                <a:moveTo>
                  <a:pt x="240" y="92"/>
                </a:moveTo>
                <a:cubicBezTo>
                  <a:pt x="240" y="212"/>
                  <a:pt x="240" y="212"/>
                  <a:pt x="240" y="212"/>
                </a:cubicBezTo>
                <a:cubicBezTo>
                  <a:pt x="248" y="212"/>
                  <a:pt x="248" y="212"/>
                  <a:pt x="248" y="212"/>
                </a:cubicBezTo>
                <a:cubicBezTo>
                  <a:pt x="248" y="92"/>
                  <a:pt x="248" y="92"/>
                  <a:pt x="248" y="92"/>
                </a:cubicBezTo>
                <a:cubicBezTo>
                  <a:pt x="248" y="77"/>
                  <a:pt x="235" y="64"/>
                  <a:pt x="220" y="64"/>
                </a:cubicBezTo>
                <a:cubicBezTo>
                  <a:pt x="216" y="64"/>
                  <a:pt x="216" y="64"/>
                  <a:pt x="216" y="64"/>
                </a:cubicBezTo>
                <a:cubicBezTo>
                  <a:pt x="216" y="72"/>
                  <a:pt x="216" y="72"/>
                  <a:pt x="216" y="72"/>
                </a:cubicBezTo>
                <a:cubicBezTo>
                  <a:pt x="220" y="72"/>
                  <a:pt x="220" y="72"/>
                  <a:pt x="220" y="72"/>
                </a:cubicBezTo>
                <a:cubicBezTo>
                  <a:pt x="231" y="72"/>
                  <a:pt x="240" y="81"/>
                  <a:pt x="240" y="92"/>
                </a:cubicBezTo>
                <a:close/>
                <a:moveTo>
                  <a:pt x="252" y="220"/>
                </a:moveTo>
                <a:cubicBezTo>
                  <a:pt x="152" y="220"/>
                  <a:pt x="152" y="220"/>
                  <a:pt x="152" y="220"/>
                </a:cubicBezTo>
                <a:cubicBezTo>
                  <a:pt x="150" y="220"/>
                  <a:pt x="148" y="222"/>
                  <a:pt x="148" y="224"/>
                </a:cubicBezTo>
                <a:cubicBezTo>
                  <a:pt x="148" y="228"/>
                  <a:pt x="148" y="228"/>
                  <a:pt x="148" y="228"/>
                </a:cubicBezTo>
                <a:cubicBezTo>
                  <a:pt x="108" y="228"/>
                  <a:pt x="108" y="228"/>
                  <a:pt x="108" y="228"/>
                </a:cubicBezTo>
                <a:cubicBezTo>
                  <a:pt x="108" y="224"/>
                  <a:pt x="108" y="224"/>
                  <a:pt x="108" y="224"/>
                </a:cubicBezTo>
                <a:cubicBezTo>
                  <a:pt x="108" y="222"/>
                  <a:pt x="106" y="220"/>
                  <a:pt x="104" y="220"/>
                </a:cubicBezTo>
                <a:cubicBezTo>
                  <a:pt x="4" y="220"/>
                  <a:pt x="4" y="220"/>
                  <a:pt x="4" y="220"/>
                </a:cubicBezTo>
                <a:cubicBezTo>
                  <a:pt x="2" y="220"/>
                  <a:pt x="0" y="222"/>
                  <a:pt x="0" y="224"/>
                </a:cubicBezTo>
                <a:cubicBezTo>
                  <a:pt x="0" y="242"/>
                  <a:pt x="14" y="256"/>
                  <a:pt x="32" y="256"/>
                </a:cubicBezTo>
                <a:cubicBezTo>
                  <a:pt x="224" y="256"/>
                  <a:pt x="224" y="256"/>
                  <a:pt x="224" y="256"/>
                </a:cubicBezTo>
                <a:cubicBezTo>
                  <a:pt x="242" y="256"/>
                  <a:pt x="256" y="242"/>
                  <a:pt x="256" y="224"/>
                </a:cubicBezTo>
                <a:cubicBezTo>
                  <a:pt x="256" y="222"/>
                  <a:pt x="254" y="220"/>
                  <a:pt x="252" y="220"/>
                </a:cubicBezTo>
                <a:close/>
                <a:moveTo>
                  <a:pt x="224" y="248"/>
                </a:moveTo>
                <a:cubicBezTo>
                  <a:pt x="32" y="248"/>
                  <a:pt x="32" y="248"/>
                  <a:pt x="32" y="248"/>
                </a:cubicBezTo>
                <a:cubicBezTo>
                  <a:pt x="20" y="248"/>
                  <a:pt x="10" y="239"/>
                  <a:pt x="8" y="228"/>
                </a:cubicBezTo>
                <a:cubicBezTo>
                  <a:pt x="100" y="228"/>
                  <a:pt x="100" y="228"/>
                  <a:pt x="100" y="228"/>
                </a:cubicBezTo>
                <a:cubicBezTo>
                  <a:pt x="100" y="232"/>
                  <a:pt x="100" y="232"/>
                  <a:pt x="100" y="232"/>
                </a:cubicBezTo>
                <a:cubicBezTo>
                  <a:pt x="100" y="234"/>
                  <a:pt x="102" y="236"/>
                  <a:pt x="104" y="236"/>
                </a:cubicBezTo>
                <a:cubicBezTo>
                  <a:pt x="152" y="236"/>
                  <a:pt x="152" y="236"/>
                  <a:pt x="152" y="236"/>
                </a:cubicBezTo>
                <a:cubicBezTo>
                  <a:pt x="154" y="236"/>
                  <a:pt x="156" y="234"/>
                  <a:pt x="156" y="232"/>
                </a:cubicBezTo>
                <a:cubicBezTo>
                  <a:pt x="156" y="228"/>
                  <a:pt x="156" y="228"/>
                  <a:pt x="156" y="228"/>
                </a:cubicBezTo>
                <a:cubicBezTo>
                  <a:pt x="248" y="228"/>
                  <a:pt x="248" y="228"/>
                  <a:pt x="248" y="228"/>
                </a:cubicBezTo>
                <a:cubicBezTo>
                  <a:pt x="246" y="239"/>
                  <a:pt x="236" y="248"/>
                  <a:pt x="224" y="248"/>
                </a:cubicBezTo>
                <a:close/>
                <a:moveTo>
                  <a:pt x="108" y="132"/>
                </a:moveTo>
                <a:cubicBezTo>
                  <a:pt x="140" y="132"/>
                  <a:pt x="140" y="132"/>
                  <a:pt x="140" y="132"/>
                </a:cubicBezTo>
                <a:cubicBezTo>
                  <a:pt x="142" y="132"/>
                  <a:pt x="144" y="130"/>
                  <a:pt x="144" y="128"/>
                </a:cubicBezTo>
                <a:cubicBezTo>
                  <a:pt x="144" y="104"/>
                  <a:pt x="144" y="104"/>
                  <a:pt x="144" y="104"/>
                </a:cubicBezTo>
                <a:cubicBezTo>
                  <a:pt x="168" y="104"/>
                  <a:pt x="168" y="104"/>
                  <a:pt x="168" y="104"/>
                </a:cubicBezTo>
                <a:cubicBezTo>
                  <a:pt x="170" y="104"/>
                  <a:pt x="172" y="102"/>
                  <a:pt x="172" y="100"/>
                </a:cubicBezTo>
                <a:cubicBezTo>
                  <a:pt x="172" y="68"/>
                  <a:pt x="172" y="68"/>
                  <a:pt x="172" y="68"/>
                </a:cubicBezTo>
                <a:cubicBezTo>
                  <a:pt x="172" y="66"/>
                  <a:pt x="170" y="64"/>
                  <a:pt x="168" y="64"/>
                </a:cubicBezTo>
                <a:cubicBezTo>
                  <a:pt x="144" y="64"/>
                  <a:pt x="144" y="64"/>
                  <a:pt x="144" y="64"/>
                </a:cubicBezTo>
                <a:cubicBezTo>
                  <a:pt x="144" y="40"/>
                  <a:pt x="144" y="40"/>
                  <a:pt x="144" y="40"/>
                </a:cubicBezTo>
                <a:cubicBezTo>
                  <a:pt x="144" y="38"/>
                  <a:pt x="142" y="36"/>
                  <a:pt x="140" y="36"/>
                </a:cubicBezTo>
                <a:cubicBezTo>
                  <a:pt x="108" y="36"/>
                  <a:pt x="108" y="36"/>
                  <a:pt x="108" y="36"/>
                </a:cubicBezTo>
                <a:cubicBezTo>
                  <a:pt x="106" y="36"/>
                  <a:pt x="104" y="38"/>
                  <a:pt x="104" y="40"/>
                </a:cubicBezTo>
                <a:cubicBezTo>
                  <a:pt x="104" y="64"/>
                  <a:pt x="104" y="64"/>
                  <a:pt x="104" y="64"/>
                </a:cubicBezTo>
                <a:cubicBezTo>
                  <a:pt x="80" y="64"/>
                  <a:pt x="80" y="64"/>
                  <a:pt x="80" y="64"/>
                </a:cubicBezTo>
                <a:cubicBezTo>
                  <a:pt x="78" y="64"/>
                  <a:pt x="76" y="66"/>
                  <a:pt x="76" y="68"/>
                </a:cubicBezTo>
                <a:cubicBezTo>
                  <a:pt x="76" y="100"/>
                  <a:pt x="76" y="100"/>
                  <a:pt x="76" y="100"/>
                </a:cubicBezTo>
                <a:cubicBezTo>
                  <a:pt x="76" y="102"/>
                  <a:pt x="78" y="104"/>
                  <a:pt x="80" y="104"/>
                </a:cubicBezTo>
                <a:cubicBezTo>
                  <a:pt x="104" y="104"/>
                  <a:pt x="104" y="104"/>
                  <a:pt x="104" y="104"/>
                </a:cubicBezTo>
                <a:cubicBezTo>
                  <a:pt x="104" y="128"/>
                  <a:pt x="104" y="128"/>
                  <a:pt x="104" y="128"/>
                </a:cubicBezTo>
                <a:cubicBezTo>
                  <a:pt x="104" y="130"/>
                  <a:pt x="106" y="132"/>
                  <a:pt x="108" y="132"/>
                </a:cubicBezTo>
                <a:close/>
                <a:moveTo>
                  <a:pt x="84" y="96"/>
                </a:moveTo>
                <a:cubicBezTo>
                  <a:pt x="84" y="72"/>
                  <a:pt x="84" y="72"/>
                  <a:pt x="84" y="72"/>
                </a:cubicBezTo>
                <a:cubicBezTo>
                  <a:pt x="108" y="72"/>
                  <a:pt x="108" y="72"/>
                  <a:pt x="108" y="72"/>
                </a:cubicBezTo>
                <a:cubicBezTo>
                  <a:pt x="110" y="72"/>
                  <a:pt x="112" y="70"/>
                  <a:pt x="112" y="68"/>
                </a:cubicBezTo>
                <a:cubicBezTo>
                  <a:pt x="112" y="44"/>
                  <a:pt x="112" y="44"/>
                  <a:pt x="112" y="44"/>
                </a:cubicBezTo>
                <a:cubicBezTo>
                  <a:pt x="136" y="44"/>
                  <a:pt x="136" y="44"/>
                  <a:pt x="136" y="44"/>
                </a:cubicBezTo>
                <a:cubicBezTo>
                  <a:pt x="136" y="68"/>
                  <a:pt x="136" y="68"/>
                  <a:pt x="136" y="68"/>
                </a:cubicBezTo>
                <a:cubicBezTo>
                  <a:pt x="136" y="70"/>
                  <a:pt x="138" y="72"/>
                  <a:pt x="140" y="72"/>
                </a:cubicBezTo>
                <a:cubicBezTo>
                  <a:pt x="164" y="72"/>
                  <a:pt x="164" y="72"/>
                  <a:pt x="164" y="72"/>
                </a:cubicBezTo>
                <a:cubicBezTo>
                  <a:pt x="164" y="96"/>
                  <a:pt x="164" y="96"/>
                  <a:pt x="164" y="96"/>
                </a:cubicBezTo>
                <a:cubicBezTo>
                  <a:pt x="140" y="96"/>
                  <a:pt x="140" y="96"/>
                  <a:pt x="140" y="96"/>
                </a:cubicBezTo>
                <a:cubicBezTo>
                  <a:pt x="138" y="96"/>
                  <a:pt x="136" y="98"/>
                  <a:pt x="136" y="100"/>
                </a:cubicBezTo>
                <a:cubicBezTo>
                  <a:pt x="136" y="124"/>
                  <a:pt x="136" y="124"/>
                  <a:pt x="136" y="124"/>
                </a:cubicBezTo>
                <a:cubicBezTo>
                  <a:pt x="112" y="124"/>
                  <a:pt x="112" y="124"/>
                  <a:pt x="112" y="124"/>
                </a:cubicBezTo>
                <a:cubicBezTo>
                  <a:pt x="112" y="100"/>
                  <a:pt x="112" y="100"/>
                  <a:pt x="112" y="100"/>
                </a:cubicBezTo>
                <a:cubicBezTo>
                  <a:pt x="112" y="98"/>
                  <a:pt x="110" y="96"/>
                  <a:pt x="108" y="96"/>
                </a:cubicBezTo>
                <a:lnTo>
                  <a:pt x="84" y="96"/>
                </a:lnTo>
                <a:close/>
                <a:moveTo>
                  <a:pt x="60" y="168"/>
                </a:moveTo>
                <a:cubicBezTo>
                  <a:pt x="144" y="168"/>
                  <a:pt x="144" y="168"/>
                  <a:pt x="144" y="168"/>
                </a:cubicBezTo>
                <a:cubicBezTo>
                  <a:pt x="144" y="160"/>
                  <a:pt x="144" y="160"/>
                  <a:pt x="144" y="160"/>
                </a:cubicBezTo>
                <a:cubicBezTo>
                  <a:pt x="60" y="160"/>
                  <a:pt x="60" y="160"/>
                  <a:pt x="60" y="160"/>
                </a:cubicBezTo>
                <a:cubicBezTo>
                  <a:pt x="53" y="160"/>
                  <a:pt x="48" y="155"/>
                  <a:pt x="48" y="148"/>
                </a:cubicBezTo>
                <a:cubicBezTo>
                  <a:pt x="48" y="20"/>
                  <a:pt x="48" y="20"/>
                  <a:pt x="48" y="20"/>
                </a:cubicBezTo>
                <a:cubicBezTo>
                  <a:pt x="48" y="13"/>
                  <a:pt x="53" y="8"/>
                  <a:pt x="60" y="8"/>
                </a:cubicBezTo>
                <a:cubicBezTo>
                  <a:pt x="188" y="8"/>
                  <a:pt x="188" y="8"/>
                  <a:pt x="188" y="8"/>
                </a:cubicBezTo>
                <a:cubicBezTo>
                  <a:pt x="195" y="8"/>
                  <a:pt x="200" y="13"/>
                  <a:pt x="200" y="20"/>
                </a:cubicBezTo>
                <a:cubicBezTo>
                  <a:pt x="200" y="128"/>
                  <a:pt x="200" y="128"/>
                  <a:pt x="200" y="128"/>
                </a:cubicBezTo>
                <a:cubicBezTo>
                  <a:pt x="208" y="128"/>
                  <a:pt x="208" y="128"/>
                  <a:pt x="208" y="128"/>
                </a:cubicBezTo>
                <a:cubicBezTo>
                  <a:pt x="208" y="20"/>
                  <a:pt x="208" y="20"/>
                  <a:pt x="208" y="20"/>
                </a:cubicBezTo>
                <a:cubicBezTo>
                  <a:pt x="208" y="9"/>
                  <a:pt x="199" y="0"/>
                  <a:pt x="188" y="0"/>
                </a:cubicBezTo>
                <a:cubicBezTo>
                  <a:pt x="60" y="0"/>
                  <a:pt x="60" y="0"/>
                  <a:pt x="60" y="0"/>
                </a:cubicBezTo>
                <a:cubicBezTo>
                  <a:pt x="49" y="0"/>
                  <a:pt x="40" y="9"/>
                  <a:pt x="40" y="20"/>
                </a:cubicBezTo>
                <a:cubicBezTo>
                  <a:pt x="40" y="148"/>
                  <a:pt x="40" y="148"/>
                  <a:pt x="40" y="148"/>
                </a:cubicBezTo>
                <a:cubicBezTo>
                  <a:pt x="40" y="159"/>
                  <a:pt x="49" y="168"/>
                  <a:pt x="60" y="168"/>
                </a:cubicBezTo>
                <a:close/>
                <a:moveTo>
                  <a:pt x="224" y="162"/>
                </a:moveTo>
                <a:cubicBezTo>
                  <a:pt x="224" y="160"/>
                  <a:pt x="224" y="159"/>
                  <a:pt x="222" y="158"/>
                </a:cubicBezTo>
                <a:cubicBezTo>
                  <a:pt x="166" y="121"/>
                  <a:pt x="166" y="121"/>
                  <a:pt x="166" y="121"/>
                </a:cubicBezTo>
                <a:cubicBezTo>
                  <a:pt x="165" y="120"/>
                  <a:pt x="163" y="120"/>
                  <a:pt x="162" y="120"/>
                </a:cubicBezTo>
                <a:cubicBezTo>
                  <a:pt x="161" y="121"/>
                  <a:pt x="160" y="123"/>
                  <a:pt x="160" y="124"/>
                </a:cubicBezTo>
                <a:cubicBezTo>
                  <a:pt x="160" y="192"/>
                  <a:pt x="160" y="192"/>
                  <a:pt x="160" y="192"/>
                </a:cubicBezTo>
                <a:cubicBezTo>
                  <a:pt x="160" y="194"/>
                  <a:pt x="161" y="195"/>
                  <a:pt x="162" y="196"/>
                </a:cubicBezTo>
                <a:cubicBezTo>
                  <a:pt x="164" y="197"/>
                  <a:pt x="165" y="197"/>
                  <a:pt x="167" y="196"/>
                </a:cubicBezTo>
                <a:cubicBezTo>
                  <a:pt x="182" y="183"/>
                  <a:pt x="182" y="183"/>
                  <a:pt x="182" y="183"/>
                </a:cubicBezTo>
                <a:cubicBezTo>
                  <a:pt x="198" y="210"/>
                  <a:pt x="198" y="210"/>
                  <a:pt x="198" y="210"/>
                </a:cubicBezTo>
                <a:cubicBezTo>
                  <a:pt x="199" y="211"/>
                  <a:pt x="200" y="212"/>
                  <a:pt x="201" y="212"/>
                </a:cubicBezTo>
                <a:cubicBezTo>
                  <a:pt x="202" y="212"/>
                  <a:pt x="203" y="212"/>
                  <a:pt x="203" y="211"/>
                </a:cubicBezTo>
                <a:cubicBezTo>
                  <a:pt x="219" y="202"/>
                  <a:pt x="219" y="202"/>
                  <a:pt x="219" y="202"/>
                </a:cubicBezTo>
                <a:cubicBezTo>
                  <a:pt x="221" y="201"/>
                  <a:pt x="221" y="199"/>
                  <a:pt x="220" y="197"/>
                </a:cubicBezTo>
                <a:cubicBezTo>
                  <a:pt x="204" y="170"/>
                  <a:pt x="204" y="170"/>
                  <a:pt x="204" y="170"/>
                </a:cubicBezTo>
                <a:cubicBezTo>
                  <a:pt x="221" y="165"/>
                  <a:pt x="221" y="165"/>
                  <a:pt x="221" y="165"/>
                </a:cubicBezTo>
                <a:cubicBezTo>
                  <a:pt x="223" y="165"/>
                  <a:pt x="224" y="163"/>
                  <a:pt x="224" y="162"/>
                </a:cubicBezTo>
                <a:close/>
                <a:moveTo>
                  <a:pt x="197" y="164"/>
                </a:moveTo>
                <a:cubicBezTo>
                  <a:pt x="196" y="164"/>
                  <a:pt x="195" y="165"/>
                  <a:pt x="195" y="166"/>
                </a:cubicBezTo>
                <a:cubicBezTo>
                  <a:pt x="194" y="167"/>
                  <a:pt x="194" y="169"/>
                  <a:pt x="195" y="170"/>
                </a:cubicBezTo>
                <a:cubicBezTo>
                  <a:pt x="211" y="197"/>
                  <a:pt x="211" y="197"/>
                  <a:pt x="211" y="197"/>
                </a:cubicBezTo>
                <a:cubicBezTo>
                  <a:pt x="203" y="203"/>
                  <a:pt x="203" y="203"/>
                  <a:pt x="203" y="203"/>
                </a:cubicBezTo>
                <a:cubicBezTo>
                  <a:pt x="186" y="175"/>
                  <a:pt x="186" y="175"/>
                  <a:pt x="186" y="175"/>
                </a:cubicBezTo>
                <a:cubicBezTo>
                  <a:pt x="185" y="174"/>
                  <a:pt x="184" y="173"/>
                  <a:pt x="183" y="173"/>
                </a:cubicBezTo>
                <a:cubicBezTo>
                  <a:pt x="183" y="173"/>
                  <a:pt x="183" y="173"/>
                  <a:pt x="183" y="173"/>
                </a:cubicBezTo>
                <a:cubicBezTo>
                  <a:pt x="182" y="173"/>
                  <a:pt x="181" y="173"/>
                  <a:pt x="180" y="174"/>
                </a:cubicBezTo>
                <a:cubicBezTo>
                  <a:pt x="168" y="184"/>
                  <a:pt x="168" y="184"/>
                  <a:pt x="168" y="184"/>
                </a:cubicBezTo>
                <a:cubicBezTo>
                  <a:pt x="168" y="131"/>
                  <a:pt x="168" y="131"/>
                  <a:pt x="168" y="131"/>
                </a:cubicBezTo>
                <a:cubicBezTo>
                  <a:pt x="211" y="160"/>
                  <a:pt x="211" y="160"/>
                  <a:pt x="211" y="160"/>
                </a:cubicBezTo>
                <a:lnTo>
                  <a:pt x="197" y="16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01" name="Freeform 228">
            <a:extLst>
              <a:ext uri="{FF2B5EF4-FFF2-40B4-BE49-F238E27FC236}">
                <a16:creationId xmlns:a16="http://schemas.microsoft.com/office/drawing/2014/main" id="{2F28C073-FC42-4A6A-A6E2-FBEE166445FF}"/>
              </a:ext>
            </a:extLst>
          </p:cNvPr>
          <p:cNvSpPr>
            <a:spLocks noChangeAspect="1" noEditPoints="1"/>
          </p:cNvSpPr>
          <p:nvPr/>
        </p:nvSpPr>
        <p:spPr bwMode="auto">
          <a:xfrm>
            <a:off x="6378964" y="5299431"/>
            <a:ext cx="400050" cy="400050"/>
          </a:xfrm>
          <a:custGeom>
            <a:avLst/>
            <a:gdLst>
              <a:gd name="T0" fmla="*/ 128 w 256"/>
              <a:gd name="T1" fmla="*/ 64 h 256"/>
              <a:gd name="T2" fmla="*/ 136 w 256"/>
              <a:gd name="T3" fmla="*/ 84 h 256"/>
              <a:gd name="T4" fmla="*/ 140 w 256"/>
              <a:gd name="T5" fmla="*/ 64 h 256"/>
              <a:gd name="T6" fmla="*/ 144 w 256"/>
              <a:gd name="T7" fmla="*/ 36 h 256"/>
              <a:gd name="T8" fmla="*/ 128 w 256"/>
              <a:gd name="T9" fmla="*/ 28 h 256"/>
              <a:gd name="T10" fmla="*/ 116 w 256"/>
              <a:gd name="T11" fmla="*/ 0 h 256"/>
              <a:gd name="T12" fmla="*/ 16 w 256"/>
              <a:gd name="T13" fmla="*/ 12 h 256"/>
              <a:gd name="T14" fmla="*/ 8 w 256"/>
              <a:gd name="T15" fmla="*/ 28 h 256"/>
              <a:gd name="T16" fmla="*/ 0 w 256"/>
              <a:gd name="T17" fmla="*/ 60 h 256"/>
              <a:gd name="T18" fmla="*/ 8 w 256"/>
              <a:gd name="T19" fmla="*/ 64 h 256"/>
              <a:gd name="T20" fmla="*/ 16 w 256"/>
              <a:gd name="T21" fmla="*/ 256 h 256"/>
              <a:gd name="T22" fmla="*/ 120 w 256"/>
              <a:gd name="T23" fmla="*/ 248 h 256"/>
              <a:gd name="T24" fmla="*/ 16 w 256"/>
              <a:gd name="T25" fmla="*/ 64 h 256"/>
              <a:gd name="T26" fmla="*/ 8 w 256"/>
              <a:gd name="T27" fmla="*/ 36 h 256"/>
              <a:gd name="T28" fmla="*/ 32 w 256"/>
              <a:gd name="T29" fmla="*/ 28 h 256"/>
              <a:gd name="T30" fmla="*/ 24 w 256"/>
              <a:gd name="T31" fmla="*/ 12 h 256"/>
              <a:gd name="T32" fmla="*/ 116 w 256"/>
              <a:gd name="T33" fmla="*/ 8 h 256"/>
              <a:gd name="T34" fmla="*/ 120 w 256"/>
              <a:gd name="T35" fmla="*/ 28 h 256"/>
              <a:gd name="T36" fmla="*/ 64 w 256"/>
              <a:gd name="T37" fmla="*/ 36 h 256"/>
              <a:gd name="T38" fmla="*/ 136 w 256"/>
              <a:gd name="T39" fmla="*/ 56 h 256"/>
              <a:gd name="T40" fmla="*/ 32 w 256"/>
              <a:gd name="T41" fmla="*/ 204 h 256"/>
              <a:gd name="T42" fmla="*/ 76 w 256"/>
              <a:gd name="T43" fmla="*/ 212 h 256"/>
              <a:gd name="T44" fmla="*/ 80 w 256"/>
              <a:gd name="T45" fmla="*/ 104 h 256"/>
              <a:gd name="T46" fmla="*/ 32 w 256"/>
              <a:gd name="T47" fmla="*/ 100 h 256"/>
              <a:gd name="T48" fmla="*/ 72 w 256"/>
              <a:gd name="T49" fmla="*/ 108 h 256"/>
              <a:gd name="T50" fmla="*/ 32 w 256"/>
              <a:gd name="T51" fmla="*/ 204 h 256"/>
              <a:gd name="T52" fmla="*/ 235 w 256"/>
              <a:gd name="T53" fmla="*/ 200 h 256"/>
              <a:gd name="T54" fmla="*/ 255 w 256"/>
              <a:gd name="T55" fmla="*/ 173 h 256"/>
              <a:gd name="T56" fmla="*/ 229 w 256"/>
              <a:gd name="T57" fmla="*/ 194 h 256"/>
              <a:gd name="T58" fmla="*/ 232 w 256"/>
              <a:gd name="T59" fmla="*/ 201 h 256"/>
              <a:gd name="T60" fmla="*/ 224 w 256"/>
              <a:gd name="T61" fmla="*/ 140 h 256"/>
              <a:gd name="T62" fmla="*/ 132 w 256"/>
              <a:gd name="T63" fmla="*/ 100 h 256"/>
              <a:gd name="T64" fmla="*/ 128 w 256"/>
              <a:gd name="T65" fmla="*/ 236 h 256"/>
              <a:gd name="T66" fmla="*/ 136 w 256"/>
              <a:gd name="T67" fmla="*/ 180 h 256"/>
              <a:gd name="T68" fmla="*/ 210 w 256"/>
              <a:gd name="T69" fmla="*/ 214 h 256"/>
              <a:gd name="T70" fmla="*/ 177 w 256"/>
              <a:gd name="T71" fmla="*/ 255 h 256"/>
              <a:gd name="T72" fmla="*/ 183 w 256"/>
              <a:gd name="T73" fmla="*/ 255 h 256"/>
              <a:gd name="T74" fmla="*/ 249 w 256"/>
              <a:gd name="T75" fmla="*/ 255 h 256"/>
              <a:gd name="T76" fmla="*/ 255 w 256"/>
              <a:gd name="T77" fmla="*/ 255 h 256"/>
              <a:gd name="T78" fmla="*/ 189 w 256"/>
              <a:gd name="T79" fmla="*/ 180 h 256"/>
              <a:gd name="T80" fmla="*/ 136 w 256"/>
              <a:gd name="T81" fmla="*/ 108 h 256"/>
              <a:gd name="T82" fmla="*/ 216 w 256"/>
              <a:gd name="T83" fmla="*/ 140 h 256"/>
              <a:gd name="T84" fmla="*/ 136 w 256"/>
              <a:gd name="T85" fmla="*/ 17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16" y="64"/>
                </a:moveTo>
                <a:cubicBezTo>
                  <a:pt x="128" y="64"/>
                  <a:pt x="128" y="64"/>
                  <a:pt x="128" y="64"/>
                </a:cubicBezTo>
                <a:cubicBezTo>
                  <a:pt x="128" y="84"/>
                  <a:pt x="128" y="84"/>
                  <a:pt x="128" y="84"/>
                </a:cubicBezTo>
                <a:cubicBezTo>
                  <a:pt x="136" y="84"/>
                  <a:pt x="136" y="84"/>
                  <a:pt x="136" y="84"/>
                </a:cubicBezTo>
                <a:cubicBezTo>
                  <a:pt x="136" y="64"/>
                  <a:pt x="136" y="64"/>
                  <a:pt x="136" y="64"/>
                </a:cubicBezTo>
                <a:cubicBezTo>
                  <a:pt x="140" y="64"/>
                  <a:pt x="140" y="64"/>
                  <a:pt x="140" y="64"/>
                </a:cubicBezTo>
                <a:cubicBezTo>
                  <a:pt x="142" y="64"/>
                  <a:pt x="144" y="62"/>
                  <a:pt x="144" y="60"/>
                </a:cubicBezTo>
                <a:cubicBezTo>
                  <a:pt x="144" y="36"/>
                  <a:pt x="144" y="36"/>
                  <a:pt x="144" y="36"/>
                </a:cubicBezTo>
                <a:cubicBezTo>
                  <a:pt x="144" y="32"/>
                  <a:pt x="140" y="28"/>
                  <a:pt x="136" y="28"/>
                </a:cubicBezTo>
                <a:cubicBezTo>
                  <a:pt x="128" y="28"/>
                  <a:pt x="128" y="28"/>
                  <a:pt x="128" y="28"/>
                </a:cubicBezTo>
                <a:cubicBezTo>
                  <a:pt x="128" y="12"/>
                  <a:pt x="128" y="12"/>
                  <a:pt x="128" y="12"/>
                </a:cubicBezTo>
                <a:cubicBezTo>
                  <a:pt x="128" y="5"/>
                  <a:pt x="123" y="0"/>
                  <a:pt x="116" y="0"/>
                </a:cubicBezTo>
                <a:cubicBezTo>
                  <a:pt x="28" y="0"/>
                  <a:pt x="28" y="0"/>
                  <a:pt x="28" y="0"/>
                </a:cubicBezTo>
                <a:cubicBezTo>
                  <a:pt x="21" y="0"/>
                  <a:pt x="16" y="5"/>
                  <a:pt x="16" y="12"/>
                </a:cubicBezTo>
                <a:cubicBezTo>
                  <a:pt x="16" y="28"/>
                  <a:pt x="16" y="28"/>
                  <a:pt x="16" y="28"/>
                </a:cubicBezTo>
                <a:cubicBezTo>
                  <a:pt x="8" y="28"/>
                  <a:pt x="8" y="28"/>
                  <a:pt x="8" y="28"/>
                </a:cubicBezTo>
                <a:cubicBezTo>
                  <a:pt x="4" y="28"/>
                  <a:pt x="0" y="32"/>
                  <a:pt x="0" y="36"/>
                </a:cubicBezTo>
                <a:cubicBezTo>
                  <a:pt x="0" y="60"/>
                  <a:pt x="0" y="60"/>
                  <a:pt x="0" y="60"/>
                </a:cubicBezTo>
                <a:cubicBezTo>
                  <a:pt x="0" y="62"/>
                  <a:pt x="2" y="64"/>
                  <a:pt x="4" y="64"/>
                </a:cubicBezTo>
                <a:cubicBezTo>
                  <a:pt x="8" y="64"/>
                  <a:pt x="8" y="64"/>
                  <a:pt x="8" y="64"/>
                </a:cubicBezTo>
                <a:cubicBezTo>
                  <a:pt x="8" y="248"/>
                  <a:pt x="8" y="248"/>
                  <a:pt x="8" y="248"/>
                </a:cubicBezTo>
                <a:cubicBezTo>
                  <a:pt x="8" y="252"/>
                  <a:pt x="12" y="256"/>
                  <a:pt x="16" y="256"/>
                </a:cubicBezTo>
                <a:cubicBezTo>
                  <a:pt x="120" y="256"/>
                  <a:pt x="120" y="256"/>
                  <a:pt x="120" y="256"/>
                </a:cubicBezTo>
                <a:cubicBezTo>
                  <a:pt x="120" y="248"/>
                  <a:pt x="120" y="248"/>
                  <a:pt x="120" y="248"/>
                </a:cubicBezTo>
                <a:cubicBezTo>
                  <a:pt x="16" y="248"/>
                  <a:pt x="16" y="248"/>
                  <a:pt x="16" y="248"/>
                </a:cubicBezTo>
                <a:lnTo>
                  <a:pt x="16" y="64"/>
                </a:lnTo>
                <a:close/>
                <a:moveTo>
                  <a:pt x="8" y="56"/>
                </a:moveTo>
                <a:cubicBezTo>
                  <a:pt x="8" y="36"/>
                  <a:pt x="8" y="36"/>
                  <a:pt x="8" y="36"/>
                </a:cubicBezTo>
                <a:cubicBezTo>
                  <a:pt x="32" y="36"/>
                  <a:pt x="32" y="36"/>
                  <a:pt x="32" y="36"/>
                </a:cubicBezTo>
                <a:cubicBezTo>
                  <a:pt x="32" y="28"/>
                  <a:pt x="32" y="28"/>
                  <a:pt x="32" y="28"/>
                </a:cubicBezTo>
                <a:cubicBezTo>
                  <a:pt x="24" y="28"/>
                  <a:pt x="24" y="28"/>
                  <a:pt x="24" y="28"/>
                </a:cubicBezTo>
                <a:cubicBezTo>
                  <a:pt x="24" y="12"/>
                  <a:pt x="24" y="12"/>
                  <a:pt x="24" y="12"/>
                </a:cubicBezTo>
                <a:cubicBezTo>
                  <a:pt x="24" y="10"/>
                  <a:pt x="26" y="8"/>
                  <a:pt x="28" y="8"/>
                </a:cubicBezTo>
                <a:cubicBezTo>
                  <a:pt x="116" y="8"/>
                  <a:pt x="116" y="8"/>
                  <a:pt x="116" y="8"/>
                </a:cubicBezTo>
                <a:cubicBezTo>
                  <a:pt x="118" y="8"/>
                  <a:pt x="120" y="10"/>
                  <a:pt x="120" y="12"/>
                </a:cubicBezTo>
                <a:cubicBezTo>
                  <a:pt x="120" y="28"/>
                  <a:pt x="120" y="28"/>
                  <a:pt x="120" y="28"/>
                </a:cubicBezTo>
                <a:cubicBezTo>
                  <a:pt x="64" y="28"/>
                  <a:pt x="64" y="28"/>
                  <a:pt x="64" y="28"/>
                </a:cubicBezTo>
                <a:cubicBezTo>
                  <a:pt x="64" y="36"/>
                  <a:pt x="64" y="36"/>
                  <a:pt x="64" y="36"/>
                </a:cubicBezTo>
                <a:cubicBezTo>
                  <a:pt x="136" y="36"/>
                  <a:pt x="136" y="36"/>
                  <a:pt x="136" y="36"/>
                </a:cubicBezTo>
                <a:cubicBezTo>
                  <a:pt x="136" y="56"/>
                  <a:pt x="136" y="56"/>
                  <a:pt x="136" y="56"/>
                </a:cubicBezTo>
                <a:lnTo>
                  <a:pt x="8" y="56"/>
                </a:lnTo>
                <a:close/>
                <a:moveTo>
                  <a:pt x="32" y="204"/>
                </a:moveTo>
                <a:cubicBezTo>
                  <a:pt x="32" y="212"/>
                  <a:pt x="32" y="212"/>
                  <a:pt x="32" y="212"/>
                </a:cubicBezTo>
                <a:cubicBezTo>
                  <a:pt x="76" y="212"/>
                  <a:pt x="76" y="212"/>
                  <a:pt x="76" y="212"/>
                </a:cubicBezTo>
                <a:cubicBezTo>
                  <a:pt x="78" y="212"/>
                  <a:pt x="80" y="210"/>
                  <a:pt x="80" y="208"/>
                </a:cubicBezTo>
                <a:cubicBezTo>
                  <a:pt x="80" y="104"/>
                  <a:pt x="80" y="104"/>
                  <a:pt x="80" y="104"/>
                </a:cubicBezTo>
                <a:cubicBezTo>
                  <a:pt x="80" y="102"/>
                  <a:pt x="78" y="100"/>
                  <a:pt x="76" y="100"/>
                </a:cubicBezTo>
                <a:cubicBezTo>
                  <a:pt x="32" y="100"/>
                  <a:pt x="32" y="100"/>
                  <a:pt x="32" y="100"/>
                </a:cubicBezTo>
                <a:cubicBezTo>
                  <a:pt x="32" y="108"/>
                  <a:pt x="32" y="108"/>
                  <a:pt x="32" y="108"/>
                </a:cubicBezTo>
                <a:cubicBezTo>
                  <a:pt x="72" y="108"/>
                  <a:pt x="72" y="108"/>
                  <a:pt x="72" y="108"/>
                </a:cubicBezTo>
                <a:cubicBezTo>
                  <a:pt x="72" y="204"/>
                  <a:pt x="72" y="204"/>
                  <a:pt x="72" y="204"/>
                </a:cubicBezTo>
                <a:lnTo>
                  <a:pt x="32" y="204"/>
                </a:lnTo>
                <a:close/>
                <a:moveTo>
                  <a:pt x="232" y="201"/>
                </a:moveTo>
                <a:cubicBezTo>
                  <a:pt x="233" y="201"/>
                  <a:pt x="234" y="201"/>
                  <a:pt x="235" y="200"/>
                </a:cubicBezTo>
                <a:cubicBezTo>
                  <a:pt x="255" y="179"/>
                  <a:pt x="255" y="179"/>
                  <a:pt x="255" y="179"/>
                </a:cubicBezTo>
                <a:cubicBezTo>
                  <a:pt x="256" y="177"/>
                  <a:pt x="256" y="175"/>
                  <a:pt x="255" y="173"/>
                </a:cubicBezTo>
                <a:cubicBezTo>
                  <a:pt x="253" y="172"/>
                  <a:pt x="251" y="172"/>
                  <a:pt x="249" y="173"/>
                </a:cubicBezTo>
                <a:cubicBezTo>
                  <a:pt x="229" y="194"/>
                  <a:pt x="229" y="194"/>
                  <a:pt x="229" y="194"/>
                </a:cubicBezTo>
                <a:cubicBezTo>
                  <a:pt x="228" y="196"/>
                  <a:pt x="228" y="198"/>
                  <a:pt x="229" y="200"/>
                </a:cubicBezTo>
                <a:cubicBezTo>
                  <a:pt x="230" y="201"/>
                  <a:pt x="231" y="201"/>
                  <a:pt x="232" y="201"/>
                </a:cubicBezTo>
                <a:close/>
                <a:moveTo>
                  <a:pt x="189" y="180"/>
                </a:moveTo>
                <a:cubicBezTo>
                  <a:pt x="209" y="177"/>
                  <a:pt x="224" y="160"/>
                  <a:pt x="224" y="140"/>
                </a:cubicBezTo>
                <a:cubicBezTo>
                  <a:pt x="224" y="118"/>
                  <a:pt x="206" y="100"/>
                  <a:pt x="184" y="100"/>
                </a:cubicBezTo>
                <a:cubicBezTo>
                  <a:pt x="132" y="100"/>
                  <a:pt x="132" y="100"/>
                  <a:pt x="132" y="100"/>
                </a:cubicBezTo>
                <a:cubicBezTo>
                  <a:pt x="130" y="100"/>
                  <a:pt x="128" y="102"/>
                  <a:pt x="128" y="104"/>
                </a:cubicBezTo>
                <a:cubicBezTo>
                  <a:pt x="128" y="236"/>
                  <a:pt x="128" y="236"/>
                  <a:pt x="128" y="236"/>
                </a:cubicBezTo>
                <a:cubicBezTo>
                  <a:pt x="136" y="236"/>
                  <a:pt x="136" y="236"/>
                  <a:pt x="136" y="236"/>
                </a:cubicBezTo>
                <a:cubicBezTo>
                  <a:pt x="136" y="180"/>
                  <a:pt x="136" y="180"/>
                  <a:pt x="136" y="180"/>
                </a:cubicBezTo>
                <a:cubicBezTo>
                  <a:pt x="178" y="180"/>
                  <a:pt x="178" y="180"/>
                  <a:pt x="178" y="180"/>
                </a:cubicBezTo>
                <a:cubicBezTo>
                  <a:pt x="210" y="214"/>
                  <a:pt x="210" y="214"/>
                  <a:pt x="210" y="214"/>
                </a:cubicBezTo>
                <a:cubicBezTo>
                  <a:pt x="177" y="249"/>
                  <a:pt x="177" y="249"/>
                  <a:pt x="177" y="249"/>
                </a:cubicBezTo>
                <a:cubicBezTo>
                  <a:pt x="176" y="251"/>
                  <a:pt x="176" y="253"/>
                  <a:pt x="177" y="255"/>
                </a:cubicBezTo>
                <a:cubicBezTo>
                  <a:pt x="178" y="256"/>
                  <a:pt x="179" y="256"/>
                  <a:pt x="180" y="256"/>
                </a:cubicBezTo>
                <a:cubicBezTo>
                  <a:pt x="181" y="256"/>
                  <a:pt x="182" y="256"/>
                  <a:pt x="183" y="255"/>
                </a:cubicBezTo>
                <a:cubicBezTo>
                  <a:pt x="216" y="220"/>
                  <a:pt x="216" y="220"/>
                  <a:pt x="216" y="220"/>
                </a:cubicBezTo>
                <a:cubicBezTo>
                  <a:pt x="249" y="255"/>
                  <a:pt x="249" y="255"/>
                  <a:pt x="249" y="255"/>
                </a:cubicBezTo>
                <a:cubicBezTo>
                  <a:pt x="250" y="256"/>
                  <a:pt x="251" y="256"/>
                  <a:pt x="252" y="256"/>
                </a:cubicBezTo>
                <a:cubicBezTo>
                  <a:pt x="253" y="256"/>
                  <a:pt x="254" y="256"/>
                  <a:pt x="255" y="255"/>
                </a:cubicBezTo>
                <a:cubicBezTo>
                  <a:pt x="256" y="253"/>
                  <a:pt x="256" y="251"/>
                  <a:pt x="255" y="249"/>
                </a:cubicBezTo>
                <a:lnTo>
                  <a:pt x="189" y="180"/>
                </a:lnTo>
                <a:close/>
                <a:moveTo>
                  <a:pt x="136" y="172"/>
                </a:moveTo>
                <a:cubicBezTo>
                  <a:pt x="136" y="108"/>
                  <a:pt x="136" y="108"/>
                  <a:pt x="136" y="108"/>
                </a:cubicBezTo>
                <a:cubicBezTo>
                  <a:pt x="184" y="108"/>
                  <a:pt x="184" y="108"/>
                  <a:pt x="184" y="108"/>
                </a:cubicBezTo>
                <a:cubicBezTo>
                  <a:pt x="202" y="108"/>
                  <a:pt x="216" y="122"/>
                  <a:pt x="216" y="140"/>
                </a:cubicBezTo>
                <a:cubicBezTo>
                  <a:pt x="216" y="158"/>
                  <a:pt x="202" y="172"/>
                  <a:pt x="184" y="172"/>
                </a:cubicBezTo>
                <a:lnTo>
                  <a:pt x="136" y="17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05" name="Freeform 232">
            <a:extLst>
              <a:ext uri="{FF2B5EF4-FFF2-40B4-BE49-F238E27FC236}">
                <a16:creationId xmlns:a16="http://schemas.microsoft.com/office/drawing/2014/main" id="{546EC37E-E71F-4E2D-B0A6-F5F2796E7BEB}"/>
              </a:ext>
            </a:extLst>
          </p:cNvPr>
          <p:cNvSpPr>
            <a:spLocks noChangeAspect="1" noEditPoints="1"/>
          </p:cNvSpPr>
          <p:nvPr/>
        </p:nvSpPr>
        <p:spPr bwMode="auto">
          <a:xfrm>
            <a:off x="7346610" y="5299431"/>
            <a:ext cx="400050" cy="400050"/>
          </a:xfrm>
          <a:custGeom>
            <a:avLst/>
            <a:gdLst>
              <a:gd name="T0" fmla="*/ 32 w 256"/>
              <a:gd name="T1" fmla="*/ 212 h 256"/>
              <a:gd name="T2" fmla="*/ 80 w 256"/>
              <a:gd name="T3" fmla="*/ 208 h 256"/>
              <a:gd name="T4" fmla="*/ 76 w 256"/>
              <a:gd name="T5" fmla="*/ 100 h 256"/>
              <a:gd name="T6" fmla="*/ 32 w 256"/>
              <a:gd name="T7" fmla="*/ 108 h 256"/>
              <a:gd name="T8" fmla="*/ 72 w 256"/>
              <a:gd name="T9" fmla="*/ 204 h 256"/>
              <a:gd name="T10" fmla="*/ 254 w 256"/>
              <a:gd name="T11" fmla="*/ 165 h 256"/>
              <a:gd name="T12" fmla="*/ 205 w 256"/>
              <a:gd name="T13" fmla="*/ 168 h 256"/>
              <a:gd name="T14" fmla="*/ 127 w 256"/>
              <a:gd name="T15" fmla="*/ 231 h 256"/>
              <a:gd name="T16" fmla="*/ 92 w 256"/>
              <a:gd name="T17" fmla="*/ 248 h 256"/>
              <a:gd name="T18" fmla="*/ 16 w 256"/>
              <a:gd name="T19" fmla="*/ 64 h 256"/>
              <a:gd name="T20" fmla="*/ 128 w 256"/>
              <a:gd name="T21" fmla="*/ 80 h 256"/>
              <a:gd name="T22" fmla="*/ 136 w 256"/>
              <a:gd name="T23" fmla="*/ 80 h 256"/>
              <a:gd name="T24" fmla="*/ 140 w 256"/>
              <a:gd name="T25" fmla="*/ 64 h 256"/>
              <a:gd name="T26" fmla="*/ 144 w 256"/>
              <a:gd name="T27" fmla="*/ 36 h 256"/>
              <a:gd name="T28" fmla="*/ 128 w 256"/>
              <a:gd name="T29" fmla="*/ 28 h 256"/>
              <a:gd name="T30" fmla="*/ 116 w 256"/>
              <a:gd name="T31" fmla="*/ 0 h 256"/>
              <a:gd name="T32" fmla="*/ 16 w 256"/>
              <a:gd name="T33" fmla="*/ 12 h 256"/>
              <a:gd name="T34" fmla="*/ 8 w 256"/>
              <a:gd name="T35" fmla="*/ 28 h 256"/>
              <a:gd name="T36" fmla="*/ 0 w 256"/>
              <a:gd name="T37" fmla="*/ 60 h 256"/>
              <a:gd name="T38" fmla="*/ 8 w 256"/>
              <a:gd name="T39" fmla="*/ 64 h 256"/>
              <a:gd name="T40" fmla="*/ 16 w 256"/>
              <a:gd name="T41" fmla="*/ 256 h 256"/>
              <a:gd name="T42" fmla="*/ 131 w 256"/>
              <a:gd name="T43" fmla="*/ 238 h 256"/>
              <a:gd name="T44" fmla="*/ 192 w 256"/>
              <a:gd name="T45" fmla="*/ 195 h 256"/>
              <a:gd name="T46" fmla="*/ 134 w 256"/>
              <a:gd name="T47" fmla="*/ 224 h 256"/>
              <a:gd name="T48" fmla="*/ 204 w 256"/>
              <a:gd name="T49" fmla="*/ 176 h 256"/>
              <a:gd name="T50" fmla="*/ 191 w 256"/>
              <a:gd name="T51" fmla="*/ 247 h 256"/>
              <a:gd name="T52" fmla="*/ 143 w 256"/>
              <a:gd name="T53" fmla="*/ 244 h 256"/>
              <a:gd name="T54" fmla="*/ 176 w 256"/>
              <a:gd name="T55" fmla="*/ 256 h 256"/>
              <a:gd name="T56" fmla="*/ 256 w 256"/>
              <a:gd name="T57" fmla="*/ 169 h 256"/>
              <a:gd name="T58" fmla="*/ 8 w 256"/>
              <a:gd name="T59" fmla="*/ 56 h 256"/>
              <a:gd name="T60" fmla="*/ 32 w 256"/>
              <a:gd name="T61" fmla="*/ 36 h 256"/>
              <a:gd name="T62" fmla="*/ 24 w 256"/>
              <a:gd name="T63" fmla="*/ 28 h 256"/>
              <a:gd name="T64" fmla="*/ 28 w 256"/>
              <a:gd name="T65" fmla="*/ 8 h 256"/>
              <a:gd name="T66" fmla="*/ 120 w 256"/>
              <a:gd name="T67" fmla="*/ 12 h 256"/>
              <a:gd name="T68" fmla="*/ 64 w 256"/>
              <a:gd name="T69" fmla="*/ 28 h 256"/>
              <a:gd name="T70" fmla="*/ 136 w 256"/>
              <a:gd name="T71" fmla="*/ 36 h 256"/>
              <a:gd name="T72" fmla="*/ 8 w 256"/>
              <a:gd name="T73" fmla="*/ 56 h 256"/>
              <a:gd name="T74" fmla="*/ 134 w 256"/>
              <a:gd name="T75" fmla="*/ 100 h 256"/>
              <a:gd name="T76" fmla="*/ 108 w 256"/>
              <a:gd name="T77" fmla="*/ 193 h 256"/>
              <a:gd name="T78" fmla="*/ 113 w 256"/>
              <a:gd name="T79" fmla="*/ 196 h 256"/>
              <a:gd name="T80" fmla="*/ 129 w 256"/>
              <a:gd name="T81" fmla="*/ 114 h 256"/>
              <a:gd name="T82" fmla="*/ 164 w 256"/>
              <a:gd name="T83" fmla="*/ 154 h 256"/>
              <a:gd name="T84" fmla="*/ 172 w 256"/>
              <a:gd name="T85" fmla="*/ 150 h 256"/>
              <a:gd name="T86" fmla="*/ 136 w 256"/>
              <a:gd name="T87" fmla="*/ 1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56">
                <a:moveTo>
                  <a:pt x="32" y="204"/>
                </a:moveTo>
                <a:cubicBezTo>
                  <a:pt x="32" y="212"/>
                  <a:pt x="32" y="212"/>
                  <a:pt x="32" y="212"/>
                </a:cubicBezTo>
                <a:cubicBezTo>
                  <a:pt x="76" y="212"/>
                  <a:pt x="76" y="212"/>
                  <a:pt x="76" y="212"/>
                </a:cubicBezTo>
                <a:cubicBezTo>
                  <a:pt x="78" y="212"/>
                  <a:pt x="80" y="210"/>
                  <a:pt x="80" y="208"/>
                </a:cubicBezTo>
                <a:cubicBezTo>
                  <a:pt x="80" y="104"/>
                  <a:pt x="80" y="104"/>
                  <a:pt x="80" y="104"/>
                </a:cubicBezTo>
                <a:cubicBezTo>
                  <a:pt x="80" y="102"/>
                  <a:pt x="78" y="100"/>
                  <a:pt x="76" y="100"/>
                </a:cubicBezTo>
                <a:cubicBezTo>
                  <a:pt x="32" y="100"/>
                  <a:pt x="32" y="100"/>
                  <a:pt x="32" y="100"/>
                </a:cubicBezTo>
                <a:cubicBezTo>
                  <a:pt x="32" y="108"/>
                  <a:pt x="32" y="108"/>
                  <a:pt x="32" y="108"/>
                </a:cubicBezTo>
                <a:cubicBezTo>
                  <a:pt x="72" y="108"/>
                  <a:pt x="72" y="108"/>
                  <a:pt x="72" y="108"/>
                </a:cubicBezTo>
                <a:cubicBezTo>
                  <a:pt x="72" y="204"/>
                  <a:pt x="72" y="204"/>
                  <a:pt x="72" y="204"/>
                </a:cubicBezTo>
                <a:lnTo>
                  <a:pt x="32" y="204"/>
                </a:lnTo>
                <a:close/>
                <a:moveTo>
                  <a:pt x="254" y="165"/>
                </a:moveTo>
                <a:cubicBezTo>
                  <a:pt x="253" y="164"/>
                  <a:pt x="251" y="164"/>
                  <a:pt x="250" y="165"/>
                </a:cubicBezTo>
                <a:cubicBezTo>
                  <a:pt x="239" y="171"/>
                  <a:pt x="222" y="170"/>
                  <a:pt x="205" y="168"/>
                </a:cubicBezTo>
                <a:cubicBezTo>
                  <a:pt x="186" y="166"/>
                  <a:pt x="166" y="164"/>
                  <a:pt x="150" y="172"/>
                </a:cubicBezTo>
                <a:cubicBezTo>
                  <a:pt x="116" y="189"/>
                  <a:pt x="124" y="222"/>
                  <a:pt x="127" y="231"/>
                </a:cubicBezTo>
                <a:cubicBezTo>
                  <a:pt x="127" y="231"/>
                  <a:pt x="126" y="232"/>
                  <a:pt x="125" y="233"/>
                </a:cubicBezTo>
                <a:cubicBezTo>
                  <a:pt x="117" y="242"/>
                  <a:pt x="105" y="248"/>
                  <a:pt x="92" y="248"/>
                </a:cubicBezTo>
                <a:cubicBezTo>
                  <a:pt x="16" y="248"/>
                  <a:pt x="16" y="248"/>
                  <a:pt x="16" y="248"/>
                </a:cubicBezTo>
                <a:cubicBezTo>
                  <a:pt x="16" y="64"/>
                  <a:pt x="16" y="64"/>
                  <a:pt x="16" y="64"/>
                </a:cubicBezTo>
                <a:cubicBezTo>
                  <a:pt x="128" y="64"/>
                  <a:pt x="128" y="64"/>
                  <a:pt x="128" y="64"/>
                </a:cubicBezTo>
                <a:cubicBezTo>
                  <a:pt x="128" y="80"/>
                  <a:pt x="128" y="80"/>
                  <a:pt x="128" y="80"/>
                </a:cubicBezTo>
                <a:cubicBezTo>
                  <a:pt x="128" y="82"/>
                  <a:pt x="130" y="84"/>
                  <a:pt x="132" y="84"/>
                </a:cubicBezTo>
                <a:cubicBezTo>
                  <a:pt x="134" y="84"/>
                  <a:pt x="136" y="82"/>
                  <a:pt x="136" y="80"/>
                </a:cubicBezTo>
                <a:cubicBezTo>
                  <a:pt x="136" y="64"/>
                  <a:pt x="136" y="64"/>
                  <a:pt x="136" y="64"/>
                </a:cubicBezTo>
                <a:cubicBezTo>
                  <a:pt x="140" y="64"/>
                  <a:pt x="140" y="64"/>
                  <a:pt x="140" y="64"/>
                </a:cubicBezTo>
                <a:cubicBezTo>
                  <a:pt x="142" y="64"/>
                  <a:pt x="144" y="62"/>
                  <a:pt x="144" y="60"/>
                </a:cubicBezTo>
                <a:cubicBezTo>
                  <a:pt x="144" y="36"/>
                  <a:pt x="144" y="36"/>
                  <a:pt x="144" y="36"/>
                </a:cubicBezTo>
                <a:cubicBezTo>
                  <a:pt x="144" y="32"/>
                  <a:pt x="140" y="28"/>
                  <a:pt x="136" y="28"/>
                </a:cubicBezTo>
                <a:cubicBezTo>
                  <a:pt x="128" y="28"/>
                  <a:pt x="128" y="28"/>
                  <a:pt x="128" y="28"/>
                </a:cubicBezTo>
                <a:cubicBezTo>
                  <a:pt x="128" y="12"/>
                  <a:pt x="128" y="12"/>
                  <a:pt x="128" y="12"/>
                </a:cubicBezTo>
                <a:cubicBezTo>
                  <a:pt x="128" y="5"/>
                  <a:pt x="123" y="0"/>
                  <a:pt x="116" y="0"/>
                </a:cubicBezTo>
                <a:cubicBezTo>
                  <a:pt x="28" y="0"/>
                  <a:pt x="28" y="0"/>
                  <a:pt x="28" y="0"/>
                </a:cubicBezTo>
                <a:cubicBezTo>
                  <a:pt x="21" y="0"/>
                  <a:pt x="16" y="5"/>
                  <a:pt x="16" y="12"/>
                </a:cubicBezTo>
                <a:cubicBezTo>
                  <a:pt x="16" y="28"/>
                  <a:pt x="16" y="28"/>
                  <a:pt x="16" y="28"/>
                </a:cubicBezTo>
                <a:cubicBezTo>
                  <a:pt x="8" y="28"/>
                  <a:pt x="8" y="28"/>
                  <a:pt x="8" y="28"/>
                </a:cubicBezTo>
                <a:cubicBezTo>
                  <a:pt x="4" y="28"/>
                  <a:pt x="0" y="32"/>
                  <a:pt x="0" y="36"/>
                </a:cubicBezTo>
                <a:cubicBezTo>
                  <a:pt x="0" y="60"/>
                  <a:pt x="0" y="60"/>
                  <a:pt x="0" y="60"/>
                </a:cubicBezTo>
                <a:cubicBezTo>
                  <a:pt x="0" y="62"/>
                  <a:pt x="2" y="64"/>
                  <a:pt x="4" y="64"/>
                </a:cubicBezTo>
                <a:cubicBezTo>
                  <a:pt x="8" y="64"/>
                  <a:pt x="8" y="64"/>
                  <a:pt x="8" y="64"/>
                </a:cubicBezTo>
                <a:cubicBezTo>
                  <a:pt x="8" y="248"/>
                  <a:pt x="8" y="248"/>
                  <a:pt x="8" y="248"/>
                </a:cubicBezTo>
                <a:cubicBezTo>
                  <a:pt x="8" y="252"/>
                  <a:pt x="12" y="256"/>
                  <a:pt x="16" y="256"/>
                </a:cubicBezTo>
                <a:cubicBezTo>
                  <a:pt x="92" y="256"/>
                  <a:pt x="92" y="256"/>
                  <a:pt x="92" y="256"/>
                </a:cubicBezTo>
                <a:cubicBezTo>
                  <a:pt x="107" y="256"/>
                  <a:pt x="121" y="249"/>
                  <a:pt x="131" y="238"/>
                </a:cubicBezTo>
                <a:cubicBezTo>
                  <a:pt x="143" y="225"/>
                  <a:pt x="162" y="207"/>
                  <a:pt x="189" y="200"/>
                </a:cubicBezTo>
                <a:cubicBezTo>
                  <a:pt x="191" y="199"/>
                  <a:pt x="192" y="197"/>
                  <a:pt x="192" y="195"/>
                </a:cubicBezTo>
                <a:cubicBezTo>
                  <a:pt x="191" y="193"/>
                  <a:pt x="189" y="192"/>
                  <a:pt x="187" y="192"/>
                </a:cubicBezTo>
                <a:cubicBezTo>
                  <a:pt x="164" y="198"/>
                  <a:pt x="146" y="211"/>
                  <a:pt x="134" y="224"/>
                </a:cubicBezTo>
                <a:cubicBezTo>
                  <a:pt x="131" y="214"/>
                  <a:pt x="129" y="192"/>
                  <a:pt x="153" y="179"/>
                </a:cubicBezTo>
                <a:cubicBezTo>
                  <a:pt x="168" y="172"/>
                  <a:pt x="186" y="174"/>
                  <a:pt x="204" y="176"/>
                </a:cubicBezTo>
                <a:cubicBezTo>
                  <a:pt x="219" y="177"/>
                  <a:pt x="234" y="179"/>
                  <a:pt x="247" y="175"/>
                </a:cubicBezTo>
                <a:cubicBezTo>
                  <a:pt x="240" y="204"/>
                  <a:pt x="221" y="243"/>
                  <a:pt x="191" y="247"/>
                </a:cubicBezTo>
                <a:cubicBezTo>
                  <a:pt x="163" y="251"/>
                  <a:pt x="149" y="243"/>
                  <a:pt x="149" y="242"/>
                </a:cubicBezTo>
                <a:cubicBezTo>
                  <a:pt x="147" y="241"/>
                  <a:pt x="144" y="242"/>
                  <a:pt x="143" y="244"/>
                </a:cubicBezTo>
                <a:cubicBezTo>
                  <a:pt x="142" y="246"/>
                  <a:pt x="143" y="248"/>
                  <a:pt x="145" y="249"/>
                </a:cubicBezTo>
                <a:cubicBezTo>
                  <a:pt x="145" y="250"/>
                  <a:pt x="156" y="256"/>
                  <a:pt x="176" y="256"/>
                </a:cubicBezTo>
                <a:cubicBezTo>
                  <a:pt x="181" y="256"/>
                  <a:pt x="186" y="256"/>
                  <a:pt x="192" y="255"/>
                </a:cubicBezTo>
                <a:cubicBezTo>
                  <a:pt x="229" y="250"/>
                  <a:pt x="251" y="200"/>
                  <a:pt x="256" y="169"/>
                </a:cubicBezTo>
                <a:cubicBezTo>
                  <a:pt x="256" y="167"/>
                  <a:pt x="256" y="166"/>
                  <a:pt x="254" y="165"/>
                </a:cubicBezTo>
                <a:close/>
                <a:moveTo>
                  <a:pt x="8" y="56"/>
                </a:moveTo>
                <a:cubicBezTo>
                  <a:pt x="8" y="36"/>
                  <a:pt x="8" y="36"/>
                  <a:pt x="8" y="36"/>
                </a:cubicBezTo>
                <a:cubicBezTo>
                  <a:pt x="32" y="36"/>
                  <a:pt x="32" y="36"/>
                  <a:pt x="32" y="36"/>
                </a:cubicBezTo>
                <a:cubicBezTo>
                  <a:pt x="32" y="28"/>
                  <a:pt x="32" y="28"/>
                  <a:pt x="32" y="28"/>
                </a:cubicBezTo>
                <a:cubicBezTo>
                  <a:pt x="24" y="28"/>
                  <a:pt x="24" y="28"/>
                  <a:pt x="24" y="28"/>
                </a:cubicBezTo>
                <a:cubicBezTo>
                  <a:pt x="24" y="12"/>
                  <a:pt x="24" y="12"/>
                  <a:pt x="24" y="12"/>
                </a:cubicBezTo>
                <a:cubicBezTo>
                  <a:pt x="24" y="10"/>
                  <a:pt x="26" y="8"/>
                  <a:pt x="28" y="8"/>
                </a:cubicBezTo>
                <a:cubicBezTo>
                  <a:pt x="116" y="8"/>
                  <a:pt x="116" y="8"/>
                  <a:pt x="116" y="8"/>
                </a:cubicBezTo>
                <a:cubicBezTo>
                  <a:pt x="118" y="8"/>
                  <a:pt x="120" y="10"/>
                  <a:pt x="120" y="12"/>
                </a:cubicBezTo>
                <a:cubicBezTo>
                  <a:pt x="120" y="28"/>
                  <a:pt x="120" y="28"/>
                  <a:pt x="120" y="28"/>
                </a:cubicBezTo>
                <a:cubicBezTo>
                  <a:pt x="64" y="28"/>
                  <a:pt x="64" y="28"/>
                  <a:pt x="64" y="28"/>
                </a:cubicBezTo>
                <a:cubicBezTo>
                  <a:pt x="64" y="36"/>
                  <a:pt x="64" y="36"/>
                  <a:pt x="64" y="36"/>
                </a:cubicBezTo>
                <a:cubicBezTo>
                  <a:pt x="136" y="36"/>
                  <a:pt x="136" y="36"/>
                  <a:pt x="136" y="36"/>
                </a:cubicBezTo>
                <a:cubicBezTo>
                  <a:pt x="136" y="56"/>
                  <a:pt x="136" y="56"/>
                  <a:pt x="136" y="56"/>
                </a:cubicBezTo>
                <a:lnTo>
                  <a:pt x="8" y="56"/>
                </a:lnTo>
                <a:close/>
                <a:moveTo>
                  <a:pt x="136" y="104"/>
                </a:moveTo>
                <a:cubicBezTo>
                  <a:pt x="136" y="102"/>
                  <a:pt x="135" y="101"/>
                  <a:pt x="134" y="100"/>
                </a:cubicBezTo>
                <a:cubicBezTo>
                  <a:pt x="132" y="100"/>
                  <a:pt x="130" y="100"/>
                  <a:pt x="129" y="101"/>
                </a:cubicBezTo>
                <a:cubicBezTo>
                  <a:pt x="109" y="121"/>
                  <a:pt x="96" y="161"/>
                  <a:pt x="108" y="193"/>
                </a:cubicBezTo>
                <a:cubicBezTo>
                  <a:pt x="109" y="195"/>
                  <a:pt x="110" y="196"/>
                  <a:pt x="112" y="196"/>
                </a:cubicBezTo>
                <a:cubicBezTo>
                  <a:pt x="112" y="196"/>
                  <a:pt x="113" y="196"/>
                  <a:pt x="113" y="196"/>
                </a:cubicBezTo>
                <a:cubicBezTo>
                  <a:pt x="115" y="195"/>
                  <a:pt x="117" y="193"/>
                  <a:pt x="116" y="191"/>
                </a:cubicBezTo>
                <a:cubicBezTo>
                  <a:pt x="106" y="165"/>
                  <a:pt x="115" y="133"/>
                  <a:pt x="129" y="114"/>
                </a:cubicBezTo>
                <a:cubicBezTo>
                  <a:pt x="132" y="125"/>
                  <a:pt x="139" y="130"/>
                  <a:pt x="147" y="135"/>
                </a:cubicBezTo>
                <a:cubicBezTo>
                  <a:pt x="153" y="140"/>
                  <a:pt x="160" y="144"/>
                  <a:pt x="164" y="154"/>
                </a:cubicBezTo>
                <a:cubicBezTo>
                  <a:pt x="165" y="156"/>
                  <a:pt x="168" y="157"/>
                  <a:pt x="170" y="156"/>
                </a:cubicBezTo>
                <a:cubicBezTo>
                  <a:pt x="172" y="155"/>
                  <a:pt x="173" y="152"/>
                  <a:pt x="172" y="150"/>
                </a:cubicBezTo>
                <a:cubicBezTo>
                  <a:pt x="166" y="139"/>
                  <a:pt x="158" y="134"/>
                  <a:pt x="151" y="129"/>
                </a:cubicBezTo>
                <a:cubicBezTo>
                  <a:pt x="142" y="122"/>
                  <a:pt x="136" y="118"/>
                  <a:pt x="136" y="10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08" name="Freeform 236">
            <a:extLst>
              <a:ext uri="{FF2B5EF4-FFF2-40B4-BE49-F238E27FC236}">
                <a16:creationId xmlns:a16="http://schemas.microsoft.com/office/drawing/2014/main" id="{6AB76D96-1561-4A79-ACE5-391032AE42E8}"/>
              </a:ext>
            </a:extLst>
          </p:cNvPr>
          <p:cNvSpPr>
            <a:spLocks noChangeAspect="1" noEditPoints="1"/>
          </p:cNvSpPr>
          <p:nvPr/>
        </p:nvSpPr>
        <p:spPr bwMode="auto">
          <a:xfrm>
            <a:off x="8314256" y="5290553"/>
            <a:ext cx="400050" cy="400050"/>
          </a:xfrm>
          <a:custGeom>
            <a:avLst/>
            <a:gdLst>
              <a:gd name="T0" fmla="*/ 228 w 256"/>
              <a:gd name="T1" fmla="*/ 116 h 256"/>
              <a:gd name="T2" fmla="*/ 220 w 256"/>
              <a:gd name="T3" fmla="*/ 116 h 256"/>
              <a:gd name="T4" fmla="*/ 36 w 256"/>
              <a:gd name="T5" fmla="*/ 116 h 256"/>
              <a:gd name="T6" fmla="*/ 28 w 256"/>
              <a:gd name="T7" fmla="*/ 116 h 256"/>
              <a:gd name="T8" fmla="*/ 221 w 256"/>
              <a:gd name="T9" fmla="*/ 82 h 256"/>
              <a:gd name="T10" fmla="*/ 256 w 256"/>
              <a:gd name="T11" fmla="*/ 32 h 256"/>
              <a:gd name="T12" fmla="*/ 192 w 256"/>
              <a:gd name="T13" fmla="*/ 32 h 256"/>
              <a:gd name="T14" fmla="*/ 156 w 256"/>
              <a:gd name="T15" fmla="*/ 122 h 256"/>
              <a:gd name="T16" fmla="*/ 160 w 256"/>
              <a:gd name="T17" fmla="*/ 128 h 256"/>
              <a:gd name="T18" fmla="*/ 205 w 256"/>
              <a:gd name="T19" fmla="*/ 51 h 256"/>
              <a:gd name="T20" fmla="*/ 200 w 256"/>
              <a:gd name="T21" fmla="*/ 32 h 256"/>
              <a:gd name="T22" fmla="*/ 248 w 256"/>
              <a:gd name="T23" fmla="*/ 32 h 256"/>
              <a:gd name="T24" fmla="*/ 225 w 256"/>
              <a:gd name="T25" fmla="*/ 56 h 256"/>
              <a:gd name="T26" fmla="*/ 217 w 256"/>
              <a:gd name="T27" fmla="*/ 55 h 256"/>
              <a:gd name="T28" fmla="*/ 215 w 256"/>
              <a:gd name="T29" fmla="*/ 63 h 256"/>
              <a:gd name="T30" fmla="*/ 200 w 256"/>
              <a:gd name="T31" fmla="*/ 115 h 256"/>
              <a:gd name="T32" fmla="*/ 204 w 256"/>
              <a:gd name="T33" fmla="*/ 120 h 256"/>
              <a:gd name="T34" fmla="*/ 218 w 256"/>
              <a:gd name="T35" fmla="*/ 90 h 256"/>
              <a:gd name="T36" fmla="*/ 199 w 256"/>
              <a:gd name="T37" fmla="*/ 220 h 256"/>
              <a:gd name="T38" fmla="*/ 160 w 256"/>
              <a:gd name="T39" fmla="*/ 228 h 256"/>
              <a:gd name="T40" fmla="*/ 160 w 256"/>
              <a:gd name="T41" fmla="*/ 236 h 256"/>
              <a:gd name="T42" fmla="*/ 171 w 256"/>
              <a:gd name="T43" fmla="*/ 242 h 256"/>
              <a:gd name="T44" fmla="*/ 128 w 256"/>
              <a:gd name="T45" fmla="*/ 248 h 256"/>
              <a:gd name="T46" fmla="*/ 85 w 256"/>
              <a:gd name="T47" fmla="*/ 242 h 256"/>
              <a:gd name="T48" fmla="*/ 96 w 256"/>
              <a:gd name="T49" fmla="*/ 236 h 256"/>
              <a:gd name="T50" fmla="*/ 96 w 256"/>
              <a:gd name="T51" fmla="*/ 228 h 256"/>
              <a:gd name="T52" fmla="*/ 57 w 256"/>
              <a:gd name="T53" fmla="*/ 220 h 256"/>
              <a:gd name="T54" fmla="*/ 26 w 256"/>
              <a:gd name="T55" fmla="*/ 94 h 256"/>
              <a:gd name="T56" fmla="*/ 22 w 256"/>
              <a:gd name="T57" fmla="*/ 87 h 256"/>
              <a:gd name="T58" fmla="*/ 70 w 256"/>
              <a:gd name="T59" fmla="*/ 235 h 256"/>
              <a:gd name="T60" fmla="*/ 88 w 256"/>
              <a:gd name="T61" fmla="*/ 253 h 256"/>
              <a:gd name="T62" fmla="*/ 168 w 256"/>
              <a:gd name="T63" fmla="*/ 253 h 256"/>
              <a:gd name="T64" fmla="*/ 186 w 256"/>
              <a:gd name="T65" fmla="*/ 235 h 256"/>
              <a:gd name="T66" fmla="*/ 221 w 256"/>
              <a:gd name="T67" fmla="*/ 82 h 256"/>
              <a:gd name="T68" fmla="*/ 155 w 256"/>
              <a:gd name="T69" fmla="*/ 33 h 256"/>
              <a:gd name="T70" fmla="*/ 149 w 256"/>
              <a:gd name="T71" fmla="*/ 95 h 256"/>
              <a:gd name="T72" fmla="*/ 155 w 256"/>
              <a:gd name="T73" fmla="*/ 95 h 256"/>
              <a:gd name="T74" fmla="*/ 152 w 256"/>
              <a:gd name="T75" fmla="*/ 22 h 256"/>
              <a:gd name="T76" fmla="*/ 128 w 256"/>
              <a:gd name="T77" fmla="*/ 45 h 256"/>
              <a:gd name="T78" fmla="*/ 54 w 256"/>
              <a:gd name="T79" fmla="*/ 111 h 256"/>
              <a:gd name="T80" fmla="*/ 58 w 256"/>
              <a:gd name="T81" fmla="*/ 105 h 256"/>
              <a:gd name="T82" fmla="*/ 83 w 256"/>
              <a:gd name="T83" fmla="*/ 36 h 256"/>
              <a:gd name="T84" fmla="*/ 121 w 256"/>
              <a:gd name="T85" fmla="*/ 112 h 256"/>
              <a:gd name="T86" fmla="*/ 81 w 256"/>
              <a:gd name="T87" fmla="*/ 61 h 256"/>
              <a:gd name="T88" fmla="*/ 115 w 256"/>
              <a:gd name="T89" fmla="*/ 121 h 256"/>
              <a:gd name="T90" fmla="*/ 119 w 256"/>
              <a:gd name="T91" fmla="*/ 125 h 256"/>
              <a:gd name="T92" fmla="*/ 131 w 256"/>
              <a:gd name="T93" fmla="*/ 62 h 256"/>
              <a:gd name="T94" fmla="*/ 50 w 256"/>
              <a:gd name="T95" fmla="*/ 2 h 256"/>
              <a:gd name="T96" fmla="*/ 43 w 256"/>
              <a:gd name="T97" fmla="*/ 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6" h="256">
                <a:moveTo>
                  <a:pt x="128" y="144"/>
                </a:moveTo>
                <a:cubicBezTo>
                  <a:pt x="178" y="144"/>
                  <a:pt x="228" y="134"/>
                  <a:pt x="228" y="116"/>
                </a:cubicBezTo>
                <a:cubicBezTo>
                  <a:pt x="228" y="114"/>
                  <a:pt x="226" y="112"/>
                  <a:pt x="224" y="112"/>
                </a:cubicBezTo>
                <a:cubicBezTo>
                  <a:pt x="222" y="112"/>
                  <a:pt x="220" y="114"/>
                  <a:pt x="220" y="116"/>
                </a:cubicBezTo>
                <a:cubicBezTo>
                  <a:pt x="220" y="123"/>
                  <a:pt x="188" y="136"/>
                  <a:pt x="128" y="136"/>
                </a:cubicBezTo>
                <a:cubicBezTo>
                  <a:pt x="68" y="136"/>
                  <a:pt x="36" y="123"/>
                  <a:pt x="36" y="116"/>
                </a:cubicBezTo>
                <a:cubicBezTo>
                  <a:pt x="36" y="114"/>
                  <a:pt x="34" y="112"/>
                  <a:pt x="32" y="112"/>
                </a:cubicBezTo>
                <a:cubicBezTo>
                  <a:pt x="30" y="112"/>
                  <a:pt x="28" y="114"/>
                  <a:pt x="28" y="116"/>
                </a:cubicBezTo>
                <a:cubicBezTo>
                  <a:pt x="28" y="134"/>
                  <a:pt x="78" y="144"/>
                  <a:pt x="128" y="144"/>
                </a:cubicBezTo>
                <a:close/>
                <a:moveTo>
                  <a:pt x="221" y="82"/>
                </a:moveTo>
                <a:cubicBezTo>
                  <a:pt x="228" y="64"/>
                  <a:pt x="228" y="64"/>
                  <a:pt x="228" y="64"/>
                </a:cubicBezTo>
                <a:cubicBezTo>
                  <a:pt x="244" y="62"/>
                  <a:pt x="256" y="48"/>
                  <a:pt x="256" y="32"/>
                </a:cubicBezTo>
                <a:cubicBezTo>
                  <a:pt x="256" y="14"/>
                  <a:pt x="242" y="0"/>
                  <a:pt x="224" y="0"/>
                </a:cubicBezTo>
                <a:cubicBezTo>
                  <a:pt x="206" y="0"/>
                  <a:pt x="192" y="14"/>
                  <a:pt x="192" y="32"/>
                </a:cubicBezTo>
                <a:cubicBezTo>
                  <a:pt x="192" y="38"/>
                  <a:pt x="194" y="44"/>
                  <a:pt x="197" y="49"/>
                </a:cubicBezTo>
                <a:cubicBezTo>
                  <a:pt x="156" y="122"/>
                  <a:pt x="156" y="122"/>
                  <a:pt x="156" y="122"/>
                </a:cubicBezTo>
                <a:cubicBezTo>
                  <a:pt x="155" y="124"/>
                  <a:pt x="156" y="126"/>
                  <a:pt x="158" y="128"/>
                </a:cubicBezTo>
                <a:cubicBezTo>
                  <a:pt x="159" y="128"/>
                  <a:pt x="159" y="128"/>
                  <a:pt x="160" y="128"/>
                </a:cubicBezTo>
                <a:cubicBezTo>
                  <a:pt x="161" y="128"/>
                  <a:pt x="163" y="127"/>
                  <a:pt x="164" y="126"/>
                </a:cubicBezTo>
                <a:cubicBezTo>
                  <a:pt x="205" y="51"/>
                  <a:pt x="205" y="51"/>
                  <a:pt x="205" y="51"/>
                </a:cubicBezTo>
                <a:cubicBezTo>
                  <a:pt x="206" y="49"/>
                  <a:pt x="206" y="47"/>
                  <a:pt x="205" y="46"/>
                </a:cubicBezTo>
                <a:cubicBezTo>
                  <a:pt x="202" y="42"/>
                  <a:pt x="200" y="37"/>
                  <a:pt x="200" y="32"/>
                </a:cubicBezTo>
                <a:cubicBezTo>
                  <a:pt x="200" y="19"/>
                  <a:pt x="211" y="8"/>
                  <a:pt x="224" y="8"/>
                </a:cubicBezTo>
                <a:cubicBezTo>
                  <a:pt x="237" y="8"/>
                  <a:pt x="248" y="19"/>
                  <a:pt x="248" y="32"/>
                </a:cubicBezTo>
                <a:cubicBezTo>
                  <a:pt x="248" y="45"/>
                  <a:pt x="238" y="55"/>
                  <a:pt x="225" y="56"/>
                </a:cubicBezTo>
                <a:cubicBezTo>
                  <a:pt x="225" y="56"/>
                  <a:pt x="225" y="56"/>
                  <a:pt x="225" y="56"/>
                </a:cubicBezTo>
                <a:cubicBezTo>
                  <a:pt x="225" y="56"/>
                  <a:pt x="224" y="56"/>
                  <a:pt x="224" y="56"/>
                </a:cubicBezTo>
                <a:cubicBezTo>
                  <a:pt x="222" y="56"/>
                  <a:pt x="219" y="56"/>
                  <a:pt x="217" y="55"/>
                </a:cubicBezTo>
                <a:cubicBezTo>
                  <a:pt x="215" y="54"/>
                  <a:pt x="213" y="56"/>
                  <a:pt x="212" y="58"/>
                </a:cubicBezTo>
                <a:cubicBezTo>
                  <a:pt x="212" y="60"/>
                  <a:pt x="213" y="62"/>
                  <a:pt x="215" y="63"/>
                </a:cubicBezTo>
                <a:cubicBezTo>
                  <a:pt x="216" y="63"/>
                  <a:pt x="218" y="63"/>
                  <a:pt x="219" y="64"/>
                </a:cubicBezTo>
                <a:cubicBezTo>
                  <a:pt x="200" y="115"/>
                  <a:pt x="200" y="115"/>
                  <a:pt x="200" y="115"/>
                </a:cubicBezTo>
                <a:cubicBezTo>
                  <a:pt x="199" y="117"/>
                  <a:pt x="201" y="119"/>
                  <a:pt x="203" y="120"/>
                </a:cubicBezTo>
                <a:cubicBezTo>
                  <a:pt x="203" y="120"/>
                  <a:pt x="204" y="120"/>
                  <a:pt x="204" y="120"/>
                </a:cubicBezTo>
                <a:cubicBezTo>
                  <a:pt x="206" y="120"/>
                  <a:pt x="207" y="119"/>
                  <a:pt x="208" y="117"/>
                </a:cubicBezTo>
                <a:cubicBezTo>
                  <a:pt x="218" y="90"/>
                  <a:pt x="218" y="90"/>
                  <a:pt x="218" y="90"/>
                </a:cubicBezTo>
                <a:cubicBezTo>
                  <a:pt x="237" y="96"/>
                  <a:pt x="248" y="103"/>
                  <a:pt x="248" y="112"/>
                </a:cubicBezTo>
                <a:cubicBezTo>
                  <a:pt x="248" y="113"/>
                  <a:pt x="247" y="189"/>
                  <a:pt x="199" y="220"/>
                </a:cubicBezTo>
                <a:cubicBezTo>
                  <a:pt x="199" y="220"/>
                  <a:pt x="198" y="220"/>
                  <a:pt x="198" y="220"/>
                </a:cubicBezTo>
                <a:cubicBezTo>
                  <a:pt x="198" y="221"/>
                  <a:pt x="183" y="228"/>
                  <a:pt x="160" y="228"/>
                </a:cubicBezTo>
                <a:cubicBezTo>
                  <a:pt x="158" y="228"/>
                  <a:pt x="156" y="230"/>
                  <a:pt x="156" y="232"/>
                </a:cubicBezTo>
                <a:cubicBezTo>
                  <a:pt x="156" y="234"/>
                  <a:pt x="158" y="236"/>
                  <a:pt x="160" y="236"/>
                </a:cubicBezTo>
                <a:cubicBezTo>
                  <a:pt x="166" y="236"/>
                  <a:pt x="172" y="235"/>
                  <a:pt x="177" y="235"/>
                </a:cubicBezTo>
                <a:cubicBezTo>
                  <a:pt x="171" y="242"/>
                  <a:pt x="171" y="242"/>
                  <a:pt x="171" y="242"/>
                </a:cubicBezTo>
                <a:cubicBezTo>
                  <a:pt x="170" y="244"/>
                  <a:pt x="168" y="245"/>
                  <a:pt x="167" y="245"/>
                </a:cubicBezTo>
                <a:cubicBezTo>
                  <a:pt x="161" y="246"/>
                  <a:pt x="149" y="248"/>
                  <a:pt x="128" y="248"/>
                </a:cubicBezTo>
                <a:cubicBezTo>
                  <a:pt x="107" y="248"/>
                  <a:pt x="95" y="246"/>
                  <a:pt x="89" y="245"/>
                </a:cubicBezTo>
                <a:cubicBezTo>
                  <a:pt x="88" y="245"/>
                  <a:pt x="86" y="244"/>
                  <a:pt x="85" y="242"/>
                </a:cubicBezTo>
                <a:cubicBezTo>
                  <a:pt x="79" y="235"/>
                  <a:pt x="79" y="235"/>
                  <a:pt x="79" y="235"/>
                </a:cubicBezTo>
                <a:cubicBezTo>
                  <a:pt x="84" y="235"/>
                  <a:pt x="90" y="236"/>
                  <a:pt x="96" y="236"/>
                </a:cubicBezTo>
                <a:cubicBezTo>
                  <a:pt x="98" y="236"/>
                  <a:pt x="100" y="234"/>
                  <a:pt x="100" y="232"/>
                </a:cubicBezTo>
                <a:cubicBezTo>
                  <a:pt x="100" y="230"/>
                  <a:pt x="98" y="228"/>
                  <a:pt x="96" y="228"/>
                </a:cubicBezTo>
                <a:cubicBezTo>
                  <a:pt x="73" y="228"/>
                  <a:pt x="58" y="220"/>
                  <a:pt x="58" y="220"/>
                </a:cubicBezTo>
                <a:cubicBezTo>
                  <a:pt x="58" y="220"/>
                  <a:pt x="57" y="220"/>
                  <a:pt x="57" y="220"/>
                </a:cubicBezTo>
                <a:cubicBezTo>
                  <a:pt x="9" y="189"/>
                  <a:pt x="8" y="113"/>
                  <a:pt x="8" y="112"/>
                </a:cubicBezTo>
                <a:cubicBezTo>
                  <a:pt x="8" y="105"/>
                  <a:pt x="14" y="99"/>
                  <a:pt x="26" y="94"/>
                </a:cubicBezTo>
                <a:cubicBezTo>
                  <a:pt x="28" y="93"/>
                  <a:pt x="29" y="91"/>
                  <a:pt x="28" y="89"/>
                </a:cubicBezTo>
                <a:cubicBezTo>
                  <a:pt x="27" y="87"/>
                  <a:pt x="24" y="86"/>
                  <a:pt x="22" y="87"/>
                </a:cubicBezTo>
                <a:cubicBezTo>
                  <a:pt x="8" y="93"/>
                  <a:pt x="0" y="102"/>
                  <a:pt x="0" y="112"/>
                </a:cubicBezTo>
                <a:cubicBezTo>
                  <a:pt x="0" y="116"/>
                  <a:pt x="1" y="210"/>
                  <a:pt x="70" y="235"/>
                </a:cubicBezTo>
                <a:cubicBezTo>
                  <a:pt x="78" y="247"/>
                  <a:pt x="78" y="247"/>
                  <a:pt x="78" y="247"/>
                </a:cubicBezTo>
                <a:cubicBezTo>
                  <a:pt x="81" y="250"/>
                  <a:pt x="84" y="252"/>
                  <a:pt x="88" y="253"/>
                </a:cubicBezTo>
                <a:cubicBezTo>
                  <a:pt x="95" y="254"/>
                  <a:pt x="108" y="256"/>
                  <a:pt x="128" y="256"/>
                </a:cubicBezTo>
                <a:cubicBezTo>
                  <a:pt x="148" y="256"/>
                  <a:pt x="161" y="254"/>
                  <a:pt x="168" y="253"/>
                </a:cubicBezTo>
                <a:cubicBezTo>
                  <a:pt x="172" y="252"/>
                  <a:pt x="175" y="250"/>
                  <a:pt x="178" y="247"/>
                </a:cubicBezTo>
                <a:cubicBezTo>
                  <a:pt x="186" y="235"/>
                  <a:pt x="186" y="235"/>
                  <a:pt x="186" y="235"/>
                </a:cubicBezTo>
                <a:cubicBezTo>
                  <a:pt x="255" y="210"/>
                  <a:pt x="256" y="116"/>
                  <a:pt x="256" y="112"/>
                </a:cubicBezTo>
                <a:cubicBezTo>
                  <a:pt x="256" y="99"/>
                  <a:pt x="244" y="89"/>
                  <a:pt x="221" y="82"/>
                </a:cubicBezTo>
                <a:close/>
                <a:moveTo>
                  <a:pt x="133" y="48"/>
                </a:moveTo>
                <a:cubicBezTo>
                  <a:pt x="134" y="48"/>
                  <a:pt x="146" y="44"/>
                  <a:pt x="155" y="33"/>
                </a:cubicBezTo>
                <a:cubicBezTo>
                  <a:pt x="159" y="45"/>
                  <a:pt x="165" y="70"/>
                  <a:pt x="149" y="89"/>
                </a:cubicBezTo>
                <a:cubicBezTo>
                  <a:pt x="148" y="91"/>
                  <a:pt x="148" y="94"/>
                  <a:pt x="149" y="95"/>
                </a:cubicBezTo>
                <a:cubicBezTo>
                  <a:pt x="150" y="96"/>
                  <a:pt x="151" y="96"/>
                  <a:pt x="152" y="96"/>
                </a:cubicBezTo>
                <a:cubicBezTo>
                  <a:pt x="153" y="96"/>
                  <a:pt x="154" y="96"/>
                  <a:pt x="155" y="95"/>
                </a:cubicBezTo>
                <a:cubicBezTo>
                  <a:pt x="180" y="65"/>
                  <a:pt x="160" y="24"/>
                  <a:pt x="160" y="22"/>
                </a:cubicBezTo>
                <a:cubicBezTo>
                  <a:pt x="158" y="20"/>
                  <a:pt x="154" y="20"/>
                  <a:pt x="152" y="22"/>
                </a:cubicBezTo>
                <a:cubicBezTo>
                  <a:pt x="145" y="36"/>
                  <a:pt x="131" y="40"/>
                  <a:pt x="131" y="40"/>
                </a:cubicBezTo>
                <a:cubicBezTo>
                  <a:pt x="129" y="41"/>
                  <a:pt x="128" y="43"/>
                  <a:pt x="128" y="45"/>
                </a:cubicBezTo>
                <a:cubicBezTo>
                  <a:pt x="129" y="47"/>
                  <a:pt x="131" y="48"/>
                  <a:pt x="133" y="48"/>
                </a:cubicBezTo>
                <a:close/>
                <a:moveTo>
                  <a:pt x="54" y="111"/>
                </a:moveTo>
                <a:cubicBezTo>
                  <a:pt x="55" y="113"/>
                  <a:pt x="58" y="112"/>
                  <a:pt x="59" y="110"/>
                </a:cubicBezTo>
                <a:cubicBezTo>
                  <a:pt x="61" y="109"/>
                  <a:pt x="60" y="106"/>
                  <a:pt x="58" y="105"/>
                </a:cubicBezTo>
                <a:cubicBezTo>
                  <a:pt x="35" y="86"/>
                  <a:pt x="39" y="42"/>
                  <a:pt x="48" y="13"/>
                </a:cubicBezTo>
                <a:cubicBezTo>
                  <a:pt x="56" y="22"/>
                  <a:pt x="70" y="29"/>
                  <a:pt x="83" y="36"/>
                </a:cubicBezTo>
                <a:cubicBezTo>
                  <a:pt x="99" y="44"/>
                  <a:pt x="116" y="53"/>
                  <a:pt x="125" y="66"/>
                </a:cubicBezTo>
                <a:cubicBezTo>
                  <a:pt x="138" y="87"/>
                  <a:pt x="128" y="104"/>
                  <a:pt x="121" y="112"/>
                </a:cubicBezTo>
                <a:cubicBezTo>
                  <a:pt x="118" y="101"/>
                  <a:pt x="110" y="81"/>
                  <a:pt x="87" y="61"/>
                </a:cubicBezTo>
                <a:cubicBezTo>
                  <a:pt x="85" y="60"/>
                  <a:pt x="82" y="60"/>
                  <a:pt x="81" y="61"/>
                </a:cubicBezTo>
                <a:cubicBezTo>
                  <a:pt x="80" y="63"/>
                  <a:pt x="80" y="66"/>
                  <a:pt x="81" y="67"/>
                </a:cubicBezTo>
                <a:cubicBezTo>
                  <a:pt x="112" y="93"/>
                  <a:pt x="115" y="121"/>
                  <a:pt x="115" y="121"/>
                </a:cubicBezTo>
                <a:cubicBezTo>
                  <a:pt x="115" y="122"/>
                  <a:pt x="116" y="124"/>
                  <a:pt x="117" y="124"/>
                </a:cubicBezTo>
                <a:cubicBezTo>
                  <a:pt x="117" y="124"/>
                  <a:pt x="118" y="125"/>
                  <a:pt x="119" y="125"/>
                </a:cubicBezTo>
                <a:cubicBezTo>
                  <a:pt x="119" y="125"/>
                  <a:pt x="120" y="124"/>
                  <a:pt x="121" y="124"/>
                </a:cubicBezTo>
                <a:cubicBezTo>
                  <a:pt x="121" y="123"/>
                  <a:pt x="153" y="96"/>
                  <a:pt x="131" y="62"/>
                </a:cubicBezTo>
                <a:cubicBezTo>
                  <a:pt x="122" y="46"/>
                  <a:pt x="104" y="38"/>
                  <a:pt x="87" y="29"/>
                </a:cubicBezTo>
                <a:cubicBezTo>
                  <a:pt x="71" y="21"/>
                  <a:pt x="56" y="14"/>
                  <a:pt x="50" y="2"/>
                </a:cubicBezTo>
                <a:cubicBezTo>
                  <a:pt x="49" y="1"/>
                  <a:pt x="48" y="0"/>
                  <a:pt x="46" y="0"/>
                </a:cubicBezTo>
                <a:cubicBezTo>
                  <a:pt x="45" y="0"/>
                  <a:pt x="43" y="1"/>
                  <a:pt x="43" y="3"/>
                </a:cubicBezTo>
                <a:cubicBezTo>
                  <a:pt x="31" y="34"/>
                  <a:pt x="24" y="88"/>
                  <a:pt x="54" y="11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11" name="Freeform 240">
            <a:extLst>
              <a:ext uri="{FF2B5EF4-FFF2-40B4-BE49-F238E27FC236}">
                <a16:creationId xmlns:a16="http://schemas.microsoft.com/office/drawing/2014/main" id="{54DDB0D5-9EB2-4ED0-A56F-EB67ACC4FC02}"/>
              </a:ext>
            </a:extLst>
          </p:cNvPr>
          <p:cNvSpPr>
            <a:spLocks noChangeAspect="1" noEditPoints="1"/>
          </p:cNvSpPr>
          <p:nvPr/>
        </p:nvSpPr>
        <p:spPr bwMode="auto">
          <a:xfrm>
            <a:off x="9281902" y="5299431"/>
            <a:ext cx="400050" cy="400050"/>
          </a:xfrm>
          <a:custGeom>
            <a:avLst/>
            <a:gdLst>
              <a:gd name="T0" fmla="*/ 191 w 256"/>
              <a:gd name="T1" fmla="*/ 1 h 256"/>
              <a:gd name="T2" fmla="*/ 12 w 256"/>
              <a:gd name="T3" fmla="*/ 0 h 256"/>
              <a:gd name="T4" fmla="*/ 0 w 256"/>
              <a:gd name="T5" fmla="*/ 256 h 256"/>
              <a:gd name="T6" fmla="*/ 8 w 256"/>
              <a:gd name="T7" fmla="*/ 12 h 256"/>
              <a:gd name="T8" fmla="*/ 186 w 256"/>
              <a:gd name="T9" fmla="*/ 8 h 256"/>
              <a:gd name="T10" fmla="*/ 192 w 256"/>
              <a:gd name="T11" fmla="*/ 68 h 256"/>
              <a:gd name="T12" fmla="*/ 188 w 256"/>
              <a:gd name="T13" fmla="*/ 48 h 256"/>
              <a:gd name="T14" fmla="*/ 180 w 256"/>
              <a:gd name="T15" fmla="*/ 48 h 256"/>
              <a:gd name="T16" fmla="*/ 192 w 256"/>
              <a:gd name="T17" fmla="*/ 76 h 256"/>
              <a:gd name="T18" fmla="*/ 248 w 256"/>
              <a:gd name="T19" fmla="*/ 256 h 256"/>
              <a:gd name="T20" fmla="*/ 256 w 256"/>
              <a:gd name="T21" fmla="*/ 68 h 256"/>
              <a:gd name="T22" fmla="*/ 116 w 256"/>
              <a:gd name="T23" fmla="*/ 148 h 256"/>
              <a:gd name="T24" fmla="*/ 116 w 256"/>
              <a:gd name="T25" fmla="*/ 140 h 256"/>
              <a:gd name="T26" fmla="*/ 96 w 256"/>
              <a:gd name="T27" fmla="*/ 116 h 256"/>
              <a:gd name="T28" fmla="*/ 98 w 256"/>
              <a:gd name="T29" fmla="*/ 104 h 256"/>
              <a:gd name="T30" fmla="*/ 90 w 256"/>
              <a:gd name="T31" fmla="*/ 112 h 256"/>
              <a:gd name="T32" fmla="*/ 56 w 256"/>
              <a:gd name="T33" fmla="*/ 106 h 256"/>
              <a:gd name="T34" fmla="*/ 48 w 256"/>
              <a:gd name="T35" fmla="*/ 110 h 256"/>
              <a:gd name="T36" fmla="*/ 40 w 256"/>
              <a:gd name="T37" fmla="*/ 142 h 256"/>
              <a:gd name="T38" fmla="*/ 52 w 256"/>
              <a:gd name="T39" fmla="*/ 172 h 256"/>
              <a:gd name="T40" fmla="*/ 40 w 256"/>
              <a:gd name="T41" fmla="*/ 202 h 256"/>
              <a:gd name="T42" fmla="*/ 48 w 256"/>
              <a:gd name="T43" fmla="*/ 234 h 256"/>
              <a:gd name="T44" fmla="*/ 52 w 256"/>
              <a:gd name="T45" fmla="*/ 240 h 256"/>
              <a:gd name="T46" fmla="*/ 58 w 256"/>
              <a:gd name="T47" fmla="*/ 232 h 256"/>
              <a:gd name="T48" fmla="*/ 92 w 256"/>
              <a:gd name="T49" fmla="*/ 238 h 256"/>
              <a:gd name="T50" fmla="*/ 98 w 256"/>
              <a:gd name="T51" fmla="*/ 240 h 256"/>
              <a:gd name="T52" fmla="*/ 96 w 256"/>
              <a:gd name="T53" fmla="*/ 228 h 256"/>
              <a:gd name="T54" fmla="*/ 116 w 256"/>
              <a:gd name="T55" fmla="*/ 204 h 256"/>
              <a:gd name="T56" fmla="*/ 116 w 256"/>
              <a:gd name="T57" fmla="*/ 196 h 256"/>
              <a:gd name="T58" fmla="*/ 96 w 256"/>
              <a:gd name="T59" fmla="*/ 172 h 256"/>
              <a:gd name="T60" fmla="*/ 116 w 256"/>
              <a:gd name="T61" fmla="*/ 148 h 256"/>
              <a:gd name="T62" fmla="*/ 89 w 256"/>
              <a:gd name="T63" fmla="*/ 224 h 256"/>
              <a:gd name="T64" fmla="*/ 48 w 256"/>
              <a:gd name="T65" fmla="*/ 200 h 256"/>
              <a:gd name="T66" fmla="*/ 89 w 256"/>
              <a:gd name="T67" fmla="*/ 176 h 256"/>
              <a:gd name="T68" fmla="*/ 89 w 256"/>
              <a:gd name="T69" fmla="*/ 168 h 256"/>
              <a:gd name="T70" fmla="*/ 48 w 256"/>
              <a:gd name="T71" fmla="*/ 144 h 256"/>
              <a:gd name="T72" fmla="*/ 89 w 256"/>
              <a:gd name="T73" fmla="*/ 120 h 256"/>
              <a:gd name="T74" fmla="*/ 89 w 256"/>
              <a:gd name="T75" fmla="*/ 168 h 256"/>
              <a:gd name="T76" fmla="*/ 112 w 256"/>
              <a:gd name="T77" fmla="*/ 72 h 256"/>
              <a:gd name="T78" fmla="*/ 40 w 256"/>
              <a:gd name="T79" fmla="*/ 68 h 256"/>
              <a:gd name="T80" fmla="*/ 40 w 256"/>
              <a:gd name="T81" fmla="*/ 76 h 256"/>
              <a:gd name="T82" fmla="*/ 216 w 256"/>
              <a:gd name="T83" fmla="*/ 156 h 256"/>
              <a:gd name="T84" fmla="*/ 148 w 256"/>
              <a:gd name="T85" fmla="*/ 160 h 256"/>
              <a:gd name="T86" fmla="*/ 216 w 256"/>
              <a:gd name="T87" fmla="*/ 164 h 256"/>
              <a:gd name="T88" fmla="*/ 216 w 256"/>
              <a:gd name="T89" fmla="*/ 156 h 256"/>
              <a:gd name="T90" fmla="*/ 152 w 256"/>
              <a:gd name="T91" fmla="*/ 136 h 256"/>
              <a:gd name="T92" fmla="*/ 152 w 256"/>
              <a:gd name="T93" fmla="*/ 144 h 256"/>
              <a:gd name="T94" fmla="*/ 220 w 256"/>
              <a:gd name="T95" fmla="*/ 140 h 256"/>
              <a:gd name="T96" fmla="*/ 180 w 256"/>
              <a:gd name="T97" fmla="*/ 196 h 256"/>
              <a:gd name="T98" fmla="*/ 148 w 256"/>
              <a:gd name="T99" fmla="*/ 200 h 256"/>
              <a:gd name="T100" fmla="*/ 180 w 256"/>
              <a:gd name="T101" fmla="*/ 204 h 256"/>
              <a:gd name="T102" fmla="*/ 180 w 256"/>
              <a:gd name="T103" fmla="*/ 196 h 256"/>
              <a:gd name="T104" fmla="*/ 152 w 256"/>
              <a:gd name="T105" fmla="*/ 176 h 256"/>
              <a:gd name="T106" fmla="*/ 152 w 256"/>
              <a:gd name="T107" fmla="*/ 184 h 256"/>
              <a:gd name="T108" fmla="*/ 220 w 256"/>
              <a:gd name="T109" fmla="*/ 18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6" h="256">
                <a:moveTo>
                  <a:pt x="255" y="65"/>
                </a:moveTo>
                <a:cubicBezTo>
                  <a:pt x="191" y="1"/>
                  <a:pt x="191" y="1"/>
                  <a:pt x="191" y="1"/>
                </a:cubicBezTo>
                <a:cubicBezTo>
                  <a:pt x="190" y="0"/>
                  <a:pt x="189" y="0"/>
                  <a:pt x="188" y="0"/>
                </a:cubicBezTo>
                <a:cubicBezTo>
                  <a:pt x="12" y="0"/>
                  <a:pt x="12" y="0"/>
                  <a:pt x="12" y="0"/>
                </a:cubicBezTo>
                <a:cubicBezTo>
                  <a:pt x="5" y="0"/>
                  <a:pt x="0" y="5"/>
                  <a:pt x="0" y="12"/>
                </a:cubicBezTo>
                <a:cubicBezTo>
                  <a:pt x="0" y="256"/>
                  <a:pt x="0" y="256"/>
                  <a:pt x="0" y="256"/>
                </a:cubicBezTo>
                <a:cubicBezTo>
                  <a:pt x="8" y="256"/>
                  <a:pt x="8" y="256"/>
                  <a:pt x="8" y="256"/>
                </a:cubicBezTo>
                <a:cubicBezTo>
                  <a:pt x="8" y="12"/>
                  <a:pt x="8" y="12"/>
                  <a:pt x="8" y="12"/>
                </a:cubicBezTo>
                <a:cubicBezTo>
                  <a:pt x="8" y="10"/>
                  <a:pt x="10" y="8"/>
                  <a:pt x="12" y="8"/>
                </a:cubicBezTo>
                <a:cubicBezTo>
                  <a:pt x="186" y="8"/>
                  <a:pt x="186" y="8"/>
                  <a:pt x="186" y="8"/>
                </a:cubicBezTo>
                <a:cubicBezTo>
                  <a:pt x="246" y="68"/>
                  <a:pt x="246" y="68"/>
                  <a:pt x="246" y="68"/>
                </a:cubicBezTo>
                <a:cubicBezTo>
                  <a:pt x="192" y="68"/>
                  <a:pt x="192" y="68"/>
                  <a:pt x="192" y="68"/>
                </a:cubicBezTo>
                <a:cubicBezTo>
                  <a:pt x="190" y="68"/>
                  <a:pt x="188" y="66"/>
                  <a:pt x="188" y="64"/>
                </a:cubicBezTo>
                <a:cubicBezTo>
                  <a:pt x="188" y="48"/>
                  <a:pt x="188" y="48"/>
                  <a:pt x="188" y="48"/>
                </a:cubicBezTo>
                <a:cubicBezTo>
                  <a:pt x="188" y="46"/>
                  <a:pt x="186" y="44"/>
                  <a:pt x="184" y="44"/>
                </a:cubicBezTo>
                <a:cubicBezTo>
                  <a:pt x="182" y="44"/>
                  <a:pt x="180" y="46"/>
                  <a:pt x="180" y="48"/>
                </a:cubicBezTo>
                <a:cubicBezTo>
                  <a:pt x="180" y="64"/>
                  <a:pt x="180" y="64"/>
                  <a:pt x="180" y="64"/>
                </a:cubicBezTo>
                <a:cubicBezTo>
                  <a:pt x="180" y="71"/>
                  <a:pt x="185" y="76"/>
                  <a:pt x="192" y="76"/>
                </a:cubicBezTo>
                <a:cubicBezTo>
                  <a:pt x="248" y="76"/>
                  <a:pt x="248" y="76"/>
                  <a:pt x="248" y="76"/>
                </a:cubicBezTo>
                <a:cubicBezTo>
                  <a:pt x="248" y="256"/>
                  <a:pt x="248" y="256"/>
                  <a:pt x="248" y="256"/>
                </a:cubicBezTo>
                <a:cubicBezTo>
                  <a:pt x="256" y="256"/>
                  <a:pt x="256" y="256"/>
                  <a:pt x="256" y="256"/>
                </a:cubicBezTo>
                <a:cubicBezTo>
                  <a:pt x="256" y="68"/>
                  <a:pt x="256" y="68"/>
                  <a:pt x="256" y="68"/>
                </a:cubicBezTo>
                <a:cubicBezTo>
                  <a:pt x="256" y="67"/>
                  <a:pt x="256" y="66"/>
                  <a:pt x="255" y="65"/>
                </a:cubicBezTo>
                <a:close/>
                <a:moveTo>
                  <a:pt x="116" y="148"/>
                </a:moveTo>
                <a:cubicBezTo>
                  <a:pt x="118" y="148"/>
                  <a:pt x="120" y="146"/>
                  <a:pt x="120" y="144"/>
                </a:cubicBezTo>
                <a:cubicBezTo>
                  <a:pt x="120" y="142"/>
                  <a:pt x="118" y="140"/>
                  <a:pt x="116" y="140"/>
                </a:cubicBezTo>
                <a:cubicBezTo>
                  <a:pt x="107" y="140"/>
                  <a:pt x="107" y="140"/>
                  <a:pt x="107" y="140"/>
                </a:cubicBezTo>
                <a:cubicBezTo>
                  <a:pt x="96" y="116"/>
                  <a:pt x="96" y="116"/>
                  <a:pt x="96" y="116"/>
                </a:cubicBezTo>
                <a:cubicBezTo>
                  <a:pt x="100" y="110"/>
                  <a:pt x="100" y="110"/>
                  <a:pt x="100" y="110"/>
                </a:cubicBezTo>
                <a:cubicBezTo>
                  <a:pt x="101" y="108"/>
                  <a:pt x="100" y="105"/>
                  <a:pt x="98" y="104"/>
                </a:cubicBezTo>
                <a:cubicBezTo>
                  <a:pt x="96" y="103"/>
                  <a:pt x="93" y="104"/>
                  <a:pt x="92" y="106"/>
                </a:cubicBezTo>
                <a:cubicBezTo>
                  <a:pt x="90" y="112"/>
                  <a:pt x="90" y="112"/>
                  <a:pt x="90" y="112"/>
                </a:cubicBezTo>
                <a:cubicBezTo>
                  <a:pt x="58" y="112"/>
                  <a:pt x="58" y="112"/>
                  <a:pt x="58" y="112"/>
                </a:cubicBezTo>
                <a:cubicBezTo>
                  <a:pt x="56" y="106"/>
                  <a:pt x="56" y="106"/>
                  <a:pt x="56" y="106"/>
                </a:cubicBezTo>
                <a:cubicBezTo>
                  <a:pt x="55" y="104"/>
                  <a:pt x="52" y="103"/>
                  <a:pt x="50" y="104"/>
                </a:cubicBezTo>
                <a:cubicBezTo>
                  <a:pt x="48" y="105"/>
                  <a:pt x="47" y="108"/>
                  <a:pt x="48" y="110"/>
                </a:cubicBezTo>
                <a:cubicBezTo>
                  <a:pt x="52" y="116"/>
                  <a:pt x="52" y="116"/>
                  <a:pt x="52" y="116"/>
                </a:cubicBezTo>
                <a:cubicBezTo>
                  <a:pt x="40" y="142"/>
                  <a:pt x="40" y="142"/>
                  <a:pt x="40" y="142"/>
                </a:cubicBezTo>
                <a:cubicBezTo>
                  <a:pt x="40" y="143"/>
                  <a:pt x="40" y="145"/>
                  <a:pt x="40" y="146"/>
                </a:cubicBezTo>
                <a:cubicBezTo>
                  <a:pt x="52" y="172"/>
                  <a:pt x="52" y="172"/>
                  <a:pt x="52" y="172"/>
                </a:cubicBezTo>
                <a:cubicBezTo>
                  <a:pt x="40" y="198"/>
                  <a:pt x="40" y="198"/>
                  <a:pt x="40" y="198"/>
                </a:cubicBezTo>
                <a:cubicBezTo>
                  <a:pt x="40" y="199"/>
                  <a:pt x="40" y="201"/>
                  <a:pt x="40" y="202"/>
                </a:cubicBezTo>
                <a:cubicBezTo>
                  <a:pt x="52" y="228"/>
                  <a:pt x="52" y="228"/>
                  <a:pt x="52" y="228"/>
                </a:cubicBezTo>
                <a:cubicBezTo>
                  <a:pt x="48" y="234"/>
                  <a:pt x="48" y="234"/>
                  <a:pt x="48" y="234"/>
                </a:cubicBezTo>
                <a:cubicBezTo>
                  <a:pt x="47" y="236"/>
                  <a:pt x="48" y="239"/>
                  <a:pt x="50" y="240"/>
                </a:cubicBezTo>
                <a:cubicBezTo>
                  <a:pt x="51" y="240"/>
                  <a:pt x="51" y="240"/>
                  <a:pt x="52" y="240"/>
                </a:cubicBezTo>
                <a:cubicBezTo>
                  <a:pt x="53" y="240"/>
                  <a:pt x="55" y="239"/>
                  <a:pt x="56" y="238"/>
                </a:cubicBezTo>
                <a:cubicBezTo>
                  <a:pt x="58" y="232"/>
                  <a:pt x="58" y="232"/>
                  <a:pt x="58" y="232"/>
                </a:cubicBezTo>
                <a:cubicBezTo>
                  <a:pt x="90" y="232"/>
                  <a:pt x="90" y="232"/>
                  <a:pt x="90" y="232"/>
                </a:cubicBezTo>
                <a:cubicBezTo>
                  <a:pt x="92" y="238"/>
                  <a:pt x="92" y="238"/>
                  <a:pt x="92" y="238"/>
                </a:cubicBezTo>
                <a:cubicBezTo>
                  <a:pt x="93" y="239"/>
                  <a:pt x="95" y="240"/>
                  <a:pt x="96" y="240"/>
                </a:cubicBezTo>
                <a:cubicBezTo>
                  <a:pt x="97" y="240"/>
                  <a:pt x="97" y="240"/>
                  <a:pt x="98" y="240"/>
                </a:cubicBezTo>
                <a:cubicBezTo>
                  <a:pt x="100" y="239"/>
                  <a:pt x="101" y="236"/>
                  <a:pt x="100" y="234"/>
                </a:cubicBezTo>
                <a:cubicBezTo>
                  <a:pt x="96" y="228"/>
                  <a:pt x="96" y="228"/>
                  <a:pt x="96" y="228"/>
                </a:cubicBezTo>
                <a:cubicBezTo>
                  <a:pt x="107" y="204"/>
                  <a:pt x="107" y="204"/>
                  <a:pt x="107" y="204"/>
                </a:cubicBezTo>
                <a:cubicBezTo>
                  <a:pt x="116" y="204"/>
                  <a:pt x="116" y="204"/>
                  <a:pt x="116" y="204"/>
                </a:cubicBezTo>
                <a:cubicBezTo>
                  <a:pt x="118" y="204"/>
                  <a:pt x="120" y="202"/>
                  <a:pt x="120" y="200"/>
                </a:cubicBezTo>
                <a:cubicBezTo>
                  <a:pt x="120" y="198"/>
                  <a:pt x="118" y="196"/>
                  <a:pt x="116" y="196"/>
                </a:cubicBezTo>
                <a:cubicBezTo>
                  <a:pt x="107" y="196"/>
                  <a:pt x="107" y="196"/>
                  <a:pt x="107" y="196"/>
                </a:cubicBezTo>
                <a:cubicBezTo>
                  <a:pt x="96" y="172"/>
                  <a:pt x="96" y="172"/>
                  <a:pt x="96" y="172"/>
                </a:cubicBezTo>
                <a:cubicBezTo>
                  <a:pt x="107" y="148"/>
                  <a:pt x="107" y="148"/>
                  <a:pt x="107" y="148"/>
                </a:cubicBezTo>
                <a:lnTo>
                  <a:pt x="116" y="148"/>
                </a:lnTo>
                <a:close/>
                <a:moveTo>
                  <a:pt x="100" y="200"/>
                </a:moveTo>
                <a:cubicBezTo>
                  <a:pt x="89" y="224"/>
                  <a:pt x="89" y="224"/>
                  <a:pt x="89" y="224"/>
                </a:cubicBezTo>
                <a:cubicBezTo>
                  <a:pt x="59" y="224"/>
                  <a:pt x="59" y="224"/>
                  <a:pt x="59" y="224"/>
                </a:cubicBezTo>
                <a:cubicBezTo>
                  <a:pt x="48" y="200"/>
                  <a:pt x="48" y="200"/>
                  <a:pt x="48" y="200"/>
                </a:cubicBezTo>
                <a:cubicBezTo>
                  <a:pt x="59" y="176"/>
                  <a:pt x="59" y="176"/>
                  <a:pt x="59" y="176"/>
                </a:cubicBezTo>
                <a:cubicBezTo>
                  <a:pt x="89" y="176"/>
                  <a:pt x="89" y="176"/>
                  <a:pt x="89" y="176"/>
                </a:cubicBezTo>
                <a:lnTo>
                  <a:pt x="100" y="200"/>
                </a:lnTo>
                <a:close/>
                <a:moveTo>
                  <a:pt x="89" y="168"/>
                </a:moveTo>
                <a:cubicBezTo>
                  <a:pt x="59" y="168"/>
                  <a:pt x="59" y="168"/>
                  <a:pt x="59" y="168"/>
                </a:cubicBezTo>
                <a:cubicBezTo>
                  <a:pt x="48" y="144"/>
                  <a:pt x="48" y="144"/>
                  <a:pt x="48" y="144"/>
                </a:cubicBezTo>
                <a:cubicBezTo>
                  <a:pt x="59" y="120"/>
                  <a:pt x="59" y="120"/>
                  <a:pt x="59" y="120"/>
                </a:cubicBezTo>
                <a:cubicBezTo>
                  <a:pt x="89" y="120"/>
                  <a:pt x="89" y="120"/>
                  <a:pt x="89" y="120"/>
                </a:cubicBezTo>
                <a:cubicBezTo>
                  <a:pt x="100" y="144"/>
                  <a:pt x="100" y="144"/>
                  <a:pt x="100" y="144"/>
                </a:cubicBezTo>
                <a:lnTo>
                  <a:pt x="89" y="168"/>
                </a:lnTo>
                <a:close/>
                <a:moveTo>
                  <a:pt x="108" y="76"/>
                </a:moveTo>
                <a:cubicBezTo>
                  <a:pt x="110" y="76"/>
                  <a:pt x="112" y="74"/>
                  <a:pt x="112" y="72"/>
                </a:cubicBezTo>
                <a:cubicBezTo>
                  <a:pt x="112" y="70"/>
                  <a:pt x="110" y="68"/>
                  <a:pt x="108" y="68"/>
                </a:cubicBezTo>
                <a:cubicBezTo>
                  <a:pt x="40" y="68"/>
                  <a:pt x="40" y="68"/>
                  <a:pt x="40" y="68"/>
                </a:cubicBezTo>
                <a:cubicBezTo>
                  <a:pt x="38" y="68"/>
                  <a:pt x="36" y="70"/>
                  <a:pt x="36" y="72"/>
                </a:cubicBezTo>
                <a:cubicBezTo>
                  <a:pt x="36" y="74"/>
                  <a:pt x="38" y="76"/>
                  <a:pt x="40" y="76"/>
                </a:cubicBezTo>
                <a:lnTo>
                  <a:pt x="108" y="76"/>
                </a:lnTo>
                <a:close/>
                <a:moveTo>
                  <a:pt x="216" y="156"/>
                </a:moveTo>
                <a:cubicBezTo>
                  <a:pt x="152" y="156"/>
                  <a:pt x="152" y="156"/>
                  <a:pt x="152" y="156"/>
                </a:cubicBezTo>
                <a:cubicBezTo>
                  <a:pt x="150" y="156"/>
                  <a:pt x="148" y="158"/>
                  <a:pt x="148" y="160"/>
                </a:cubicBezTo>
                <a:cubicBezTo>
                  <a:pt x="148" y="162"/>
                  <a:pt x="150" y="164"/>
                  <a:pt x="152" y="164"/>
                </a:cubicBezTo>
                <a:cubicBezTo>
                  <a:pt x="216" y="164"/>
                  <a:pt x="216" y="164"/>
                  <a:pt x="216" y="164"/>
                </a:cubicBezTo>
                <a:cubicBezTo>
                  <a:pt x="218" y="164"/>
                  <a:pt x="220" y="162"/>
                  <a:pt x="220" y="160"/>
                </a:cubicBezTo>
                <a:cubicBezTo>
                  <a:pt x="220" y="158"/>
                  <a:pt x="218" y="156"/>
                  <a:pt x="216" y="156"/>
                </a:cubicBezTo>
                <a:close/>
                <a:moveTo>
                  <a:pt x="216" y="136"/>
                </a:moveTo>
                <a:cubicBezTo>
                  <a:pt x="152" y="136"/>
                  <a:pt x="152" y="136"/>
                  <a:pt x="152" y="136"/>
                </a:cubicBezTo>
                <a:cubicBezTo>
                  <a:pt x="150" y="136"/>
                  <a:pt x="148" y="138"/>
                  <a:pt x="148" y="140"/>
                </a:cubicBezTo>
                <a:cubicBezTo>
                  <a:pt x="148" y="142"/>
                  <a:pt x="150" y="144"/>
                  <a:pt x="152" y="144"/>
                </a:cubicBezTo>
                <a:cubicBezTo>
                  <a:pt x="216" y="144"/>
                  <a:pt x="216" y="144"/>
                  <a:pt x="216" y="144"/>
                </a:cubicBezTo>
                <a:cubicBezTo>
                  <a:pt x="218" y="144"/>
                  <a:pt x="220" y="142"/>
                  <a:pt x="220" y="140"/>
                </a:cubicBezTo>
                <a:cubicBezTo>
                  <a:pt x="220" y="138"/>
                  <a:pt x="218" y="136"/>
                  <a:pt x="216" y="136"/>
                </a:cubicBezTo>
                <a:close/>
                <a:moveTo>
                  <a:pt x="180" y="196"/>
                </a:moveTo>
                <a:cubicBezTo>
                  <a:pt x="152" y="196"/>
                  <a:pt x="152" y="196"/>
                  <a:pt x="152" y="196"/>
                </a:cubicBezTo>
                <a:cubicBezTo>
                  <a:pt x="150" y="196"/>
                  <a:pt x="148" y="198"/>
                  <a:pt x="148" y="200"/>
                </a:cubicBezTo>
                <a:cubicBezTo>
                  <a:pt x="148" y="202"/>
                  <a:pt x="150" y="204"/>
                  <a:pt x="152" y="204"/>
                </a:cubicBezTo>
                <a:cubicBezTo>
                  <a:pt x="180" y="204"/>
                  <a:pt x="180" y="204"/>
                  <a:pt x="180" y="204"/>
                </a:cubicBezTo>
                <a:cubicBezTo>
                  <a:pt x="182" y="204"/>
                  <a:pt x="184" y="202"/>
                  <a:pt x="184" y="200"/>
                </a:cubicBezTo>
                <a:cubicBezTo>
                  <a:pt x="184" y="198"/>
                  <a:pt x="182" y="196"/>
                  <a:pt x="180" y="196"/>
                </a:cubicBezTo>
                <a:close/>
                <a:moveTo>
                  <a:pt x="216" y="176"/>
                </a:moveTo>
                <a:cubicBezTo>
                  <a:pt x="152" y="176"/>
                  <a:pt x="152" y="176"/>
                  <a:pt x="152" y="176"/>
                </a:cubicBezTo>
                <a:cubicBezTo>
                  <a:pt x="150" y="176"/>
                  <a:pt x="148" y="178"/>
                  <a:pt x="148" y="180"/>
                </a:cubicBezTo>
                <a:cubicBezTo>
                  <a:pt x="148" y="182"/>
                  <a:pt x="150" y="184"/>
                  <a:pt x="152" y="184"/>
                </a:cubicBezTo>
                <a:cubicBezTo>
                  <a:pt x="216" y="184"/>
                  <a:pt x="216" y="184"/>
                  <a:pt x="216" y="184"/>
                </a:cubicBezTo>
                <a:cubicBezTo>
                  <a:pt x="218" y="184"/>
                  <a:pt x="220" y="182"/>
                  <a:pt x="220" y="180"/>
                </a:cubicBezTo>
                <a:cubicBezTo>
                  <a:pt x="220" y="178"/>
                  <a:pt x="218" y="176"/>
                  <a:pt x="216" y="17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14" name="Freeform 244">
            <a:extLst>
              <a:ext uri="{FF2B5EF4-FFF2-40B4-BE49-F238E27FC236}">
                <a16:creationId xmlns:a16="http://schemas.microsoft.com/office/drawing/2014/main" id="{98B9EE8C-3FD0-4BAA-A716-C797CB28B202}"/>
              </a:ext>
            </a:extLst>
          </p:cNvPr>
          <p:cNvSpPr>
            <a:spLocks noChangeAspect="1" noEditPoints="1"/>
          </p:cNvSpPr>
          <p:nvPr/>
        </p:nvSpPr>
        <p:spPr bwMode="auto">
          <a:xfrm>
            <a:off x="10249548" y="5308309"/>
            <a:ext cx="400050" cy="400050"/>
          </a:xfrm>
          <a:custGeom>
            <a:avLst/>
            <a:gdLst>
              <a:gd name="T0" fmla="*/ 36 w 256"/>
              <a:gd name="T1" fmla="*/ 56 h 256"/>
              <a:gd name="T2" fmla="*/ 64 w 256"/>
              <a:gd name="T3" fmla="*/ 48 h 256"/>
              <a:gd name="T4" fmla="*/ 61 w 256"/>
              <a:gd name="T5" fmla="*/ 24 h 256"/>
              <a:gd name="T6" fmla="*/ 99 w 256"/>
              <a:gd name="T7" fmla="*/ 47 h 256"/>
              <a:gd name="T8" fmla="*/ 61 w 256"/>
              <a:gd name="T9" fmla="*/ 16 h 256"/>
              <a:gd name="T10" fmla="*/ 20 w 256"/>
              <a:gd name="T11" fmla="*/ 52 h 256"/>
              <a:gd name="T12" fmla="*/ 48 w 256"/>
              <a:gd name="T13" fmla="*/ 72 h 256"/>
              <a:gd name="T14" fmla="*/ 167 w 256"/>
              <a:gd name="T15" fmla="*/ 29 h 256"/>
              <a:gd name="T16" fmla="*/ 163 w 256"/>
              <a:gd name="T17" fmla="*/ 47 h 256"/>
              <a:gd name="T18" fmla="*/ 248 w 256"/>
              <a:gd name="T19" fmla="*/ 24 h 256"/>
              <a:gd name="T20" fmla="*/ 188 w 256"/>
              <a:gd name="T21" fmla="*/ 52 h 256"/>
              <a:gd name="T22" fmla="*/ 228 w 256"/>
              <a:gd name="T23" fmla="*/ 55 h 256"/>
              <a:gd name="T24" fmla="*/ 208 w 256"/>
              <a:gd name="T25" fmla="*/ 80 h 256"/>
              <a:gd name="T26" fmla="*/ 252 w 256"/>
              <a:gd name="T27" fmla="*/ 16 h 256"/>
              <a:gd name="T28" fmla="*/ 132 w 256"/>
              <a:gd name="T29" fmla="*/ 48 h 256"/>
              <a:gd name="T30" fmla="*/ 104 w 256"/>
              <a:gd name="T31" fmla="*/ 24 h 256"/>
              <a:gd name="T32" fmla="*/ 85 w 256"/>
              <a:gd name="T33" fmla="*/ 110 h 256"/>
              <a:gd name="T34" fmla="*/ 102 w 256"/>
              <a:gd name="T35" fmla="*/ 82 h 256"/>
              <a:gd name="T36" fmla="*/ 86 w 256"/>
              <a:gd name="T37" fmla="*/ 64 h 256"/>
              <a:gd name="T38" fmla="*/ 153 w 256"/>
              <a:gd name="T39" fmla="*/ 126 h 256"/>
              <a:gd name="T40" fmla="*/ 161 w 256"/>
              <a:gd name="T41" fmla="*/ 161 h 256"/>
              <a:gd name="T42" fmla="*/ 176 w 256"/>
              <a:gd name="T43" fmla="*/ 142 h 256"/>
              <a:gd name="T44" fmla="*/ 128 w 256"/>
              <a:gd name="T45" fmla="*/ 8 h 256"/>
              <a:gd name="T46" fmla="*/ 112 w 256"/>
              <a:gd name="T47" fmla="*/ 24 h 256"/>
              <a:gd name="T48" fmla="*/ 149 w 256"/>
              <a:gd name="T49" fmla="*/ 84 h 256"/>
              <a:gd name="T50" fmla="*/ 188 w 256"/>
              <a:gd name="T51" fmla="*/ 90 h 256"/>
              <a:gd name="T52" fmla="*/ 178 w 256"/>
              <a:gd name="T53" fmla="*/ 116 h 256"/>
              <a:gd name="T54" fmla="*/ 170 w 256"/>
              <a:gd name="T55" fmla="*/ 64 h 256"/>
              <a:gd name="T56" fmla="*/ 132 w 256"/>
              <a:gd name="T57" fmla="*/ 188 h 256"/>
              <a:gd name="T58" fmla="*/ 124 w 256"/>
              <a:gd name="T59" fmla="*/ 204 h 256"/>
              <a:gd name="T60" fmla="*/ 100 w 256"/>
              <a:gd name="T61" fmla="*/ 185 h 256"/>
              <a:gd name="T62" fmla="*/ 92 w 256"/>
              <a:gd name="T63" fmla="*/ 188 h 256"/>
              <a:gd name="T64" fmla="*/ 144 w 256"/>
              <a:gd name="T65" fmla="*/ 227 h 256"/>
              <a:gd name="T66" fmla="*/ 128 w 256"/>
              <a:gd name="T67" fmla="*/ 224 h 256"/>
              <a:gd name="T68" fmla="*/ 112 w 256"/>
              <a:gd name="T69" fmla="*/ 223 h 256"/>
              <a:gd name="T70" fmla="*/ 124 w 256"/>
              <a:gd name="T71" fmla="*/ 248 h 256"/>
              <a:gd name="T72" fmla="*/ 132 w 256"/>
              <a:gd name="T73" fmla="*/ 252 h 256"/>
              <a:gd name="T74" fmla="*/ 134 w 256"/>
              <a:gd name="T75" fmla="*/ 206 h 256"/>
              <a:gd name="T76" fmla="*/ 132 w 256"/>
              <a:gd name="T77" fmla="*/ 144 h 256"/>
              <a:gd name="T78" fmla="*/ 124 w 256"/>
              <a:gd name="T79" fmla="*/ 163 h 256"/>
              <a:gd name="T80" fmla="*/ 86 w 256"/>
              <a:gd name="T81" fmla="*/ 134 h 256"/>
              <a:gd name="T82" fmla="*/ 76 w 256"/>
              <a:gd name="T83" fmla="*/ 142 h 256"/>
              <a:gd name="T84" fmla="*/ 156 w 256"/>
              <a:gd name="T85" fmla="*/ 188 h 256"/>
              <a:gd name="T86" fmla="*/ 156 w 256"/>
              <a:gd name="T87" fmla="*/ 204 h 256"/>
              <a:gd name="T88" fmla="*/ 145 w 256"/>
              <a:gd name="T89" fmla="*/ 16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6" h="256">
                <a:moveTo>
                  <a:pt x="48" y="72"/>
                </a:moveTo>
                <a:cubicBezTo>
                  <a:pt x="38" y="72"/>
                  <a:pt x="30" y="65"/>
                  <a:pt x="28" y="55"/>
                </a:cubicBezTo>
                <a:cubicBezTo>
                  <a:pt x="31" y="56"/>
                  <a:pt x="33" y="56"/>
                  <a:pt x="36" y="56"/>
                </a:cubicBezTo>
                <a:cubicBezTo>
                  <a:pt x="64" y="56"/>
                  <a:pt x="64" y="56"/>
                  <a:pt x="64" y="56"/>
                </a:cubicBezTo>
                <a:cubicBezTo>
                  <a:pt x="66" y="56"/>
                  <a:pt x="68" y="54"/>
                  <a:pt x="68" y="52"/>
                </a:cubicBezTo>
                <a:cubicBezTo>
                  <a:pt x="68" y="50"/>
                  <a:pt x="66" y="48"/>
                  <a:pt x="64" y="48"/>
                </a:cubicBezTo>
                <a:cubicBezTo>
                  <a:pt x="36" y="48"/>
                  <a:pt x="36" y="48"/>
                  <a:pt x="36" y="48"/>
                </a:cubicBezTo>
                <a:cubicBezTo>
                  <a:pt x="22" y="48"/>
                  <a:pt x="10" y="38"/>
                  <a:pt x="8" y="24"/>
                </a:cubicBezTo>
                <a:cubicBezTo>
                  <a:pt x="61" y="24"/>
                  <a:pt x="61" y="24"/>
                  <a:pt x="61" y="24"/>
                </a:cubicBezTo>
                <a:cubicBezTo>
                  <a:pt x="69" y="24"/>
                  <a:pt x="77" y="28"/>
                  <a:pt x="83" y="34"/>
                </a:cubicBezTo>
                <a:cubicBezTo>
                  <a:pt x="93" y="47"/>
                  <a:pt x="93" y="47"/>
                  <a:pt x="93" y="47"/>
                </a:cubicBezTo>
                <a:cubicBezTo>
                  <a:pt x="94" y="48"/>
                  <a:pt x="97" y="48"/>
                  <a:pt x="99" y="47"/>
                </a:cubicBezTo>
                <a:cubicBezTo>
                  <a:pt x="100" y="46"/>
                  <a:pt x="100" y="43"/>
                  <a:pt x="99" y="41"/>
                </a:cubicBezTo>
                <a:cubicBezTo>
                  <a:pt x="89" y="29"/>
                  <a:pt x="89" y="29"/>
                  <a:pt x="89" y="29"/>
                </a:cubicBezTo>
                <a:cubicBezTo>
                  <a:pt x="82" y="21"/>
                  <a:pt x="72" y="16"/>
                  <a:pt x="61" y="16"/>
                </a:cubicBezTo>
                <a:cubicBezTo>
                  <a:pt x="4" y="16"/>
                  <a:pt x="4" y="16"/>
                  <a:pt x="4" y="16"/>
                </a:cubicBezTo>
                <a:cubicBezTo>
                  <a:pt x="2" y="16"/>
                  <a:pt x="0" y="18"/>
                  <a:pt x="0" y="20"/>
                </a:cubicBezTo>
                <a:cubicBezTo>
                  <a:pt x="0" y="34"/>
                  <a:pt x="8" y="46"/>
                  <a:pt x="20" y="52"/>
                </a:cubicBezTo>
                <a:cubicBezTo>
                  <a:pt x="20" y="68"/>
                  <a:pt x="33" y="80"/>
                  <a:pt x="48" y="80"/>
                </a:cubicBezTo>
                <a:cubicBezTo>
                  <a:pt x="50" y="80"/>
                  <a:pt x="52" y="78"/>
                  <a:pt x="52" y="76"/>
                </a:cubicBezTo>
                <a:cubicBezTo>
                  <a:pt x="52" y="74"/>
                  <a:pt x="50" y="72"/>
                  <a:pt x="48" y="72"/>
                </a:cubicBezTo>
                <a:close/>
                <a:moveTo>
                  <a:pt x="252" y="16"/>
                </a:moveTo>
                <a:cubicBezTo>
                  <a:pt x="195" y="16"/>
                  <a:pt x="195" y="16"/>
                  <a:pt x="195" y="16"/>
                </a:cubicBezTo>
                <a:cubicBezTo>
                  <a:pt x="184" y="16"/>
                  <a:pt x="174" y="21"/>
                  <a:pt x="167" y="29"/>
                </a:cubicBezTo>
                <a:cubicBezTo>
                  <a:pt x="157" y="41"/>
                  <a:pt x="157" y="41"/>
                  <a:pt x="157" y="41"/>
                </a:cubicBezTo>
                <a:cubicBezTo>
                  <a:pt x="156" y="43"/>
                  <a:pt x="156" y="46"/>
                  <a:pt x="157" y="47"/>
                </a:cubicBezTo>
                <a:cubicBezTo>
                  <a:pt x="159" y="48"/>
                  <a:pt x="162" y="48"/>
                  <a:pt x="163" y="47"/>
                </a:cubicBezTo>
                <a:cubicBezTo>
                  <a:pt x="173" y="34"/>
                  <a:pt x="173" y="34"/>
                  <a:pt x="173" y="34"/>
                </a:cubicBezTo>
                <a:cubicBezTo>
                  <a:pt x="179" y="28"/>
                  <a:pt x="187" y="24"/>
                  <a:pt x="195" y="24"/>
                </a:cubicBezTo>
                <a:cubicBezTo>
                  <a:pt x="248" y="24"/>
                  <a:pt x="248" y="24"/>
                  <a:pt x="248" y="24"/>
                </a:cubicBezTo>
                <a:cubicBezTo>
                  <a:pt x="246" y="38"/>
                  <a:pt x="234" y="48"/>
                  <a:pt x="220" y="48"/>
                </a:cubicBezTo>
                <a:cubicBezTo>
                  <a:pt x="192" y="48"/>
                  <a:pt x="192" y="48"/>
                  <a:pt x="192" y="48"/>
                </a:cubicBezTo>
                <a:cubicBezTo>
                  <a:pt x="190" y="48"/>
                  <a:pt x="188" y="50"/>
                  <a:pt x="188" y="52"/>
                </a:cubicBezTo>
                <a:cubicBezTo>
                  <a:pt x="188" y="54"/>
                  <a:pt x="190" y="56"/>
                  <a:pt x="192" y="56"/>
                </a:cubicBezTo>
                <a:cubicBezTo>
                  <a:pt x="220" y="56"/>
                  <a:pt x="220" y="56"/>
                  <a:pt x="220" y="56"/>
                </a:cubicBezTo>
                <a:cubicBezTo>
                  <a:pt x="223" y="56"/>
                  <a:pt x="225" y="56"/>
                  <a:pt x="228" y="55"/>
                </a:cubicBezTo>
                <a:cubicBezTo>
                  <a:pt x="226" y="65"/>
                  <a:pt x="218" y="72"/>
                  <a:pt x="208" y="72"/>
                </a:cubicBezTo>
                <a:cubicBezTo>
                  <a:pt x="206" y="72"/>
                  <a:pt x="204" y="74"/>
                  <a:pt x="204" y="76"/>
                </a:cubicBezTo>
                <a:cubicBezTo>
                  <a:pt x="204" y="78"/>
                  <a:pt x="206" y="80"/>
                  <a:pt x="208" y="80"/>
                </a:cubicBezTo>
                <a:cubicBezTo>
                  <a:pt x="223" y="80"/>
                  <a:pt x="236" y="68"/>
                  <a:pt x="236" y="52"/>
                </a:cubicBezTo>
                <a:cubicBezTo>
                  <a:pt x="248" y="46"/>
                  <a:pt x="256" y="34"/>
                  <a:pt x="256" y="20"/>
                </a:cubicBezTo>
                <a:cubicBezTo>
                  <a:pt x="256" y="18"/>
                  <a:pt x="254" y="16"/>
                  <a:pt x="252" y="16"/>
                </a:cubicBezTo>
                <a:close/>
                <a:moveTo>
                  <a:pt x="154" y="118"/>
                </a:moveTo>
                <a:cubicBezTo>
                  <a:pt x="132" y="116"/>
                  <a:pt x="132" y="116"/>
                  <a:pt x="132" y="116"/>
                </a:cubicBezTo>
                <a:cubicBezTo>
                  <a:pt x="132" y="48"/>
                  <a:pt x="132" y="48"/>
                  <a:pt x="132" y="48"/>
                </a:cubicBezTo>
                <a:cubicBezTo>
                  <a:pt x="143" y="46"/>
                  <a:pt x="152" y="36"/>
                  <a:pt x="152" y="24"/>
                </a:cubicBezTo>
                <a:cubicBezTo>
                  <a:pt x="152" y="11"/>
                  <a:pt x="141" y="0"/>
                  <a:pt x="128" y="0"/>
                </a:cubicBezTo>
                <a:cubicBezTo>
                  <a:pt x="115" y="0"/>
                  <a:pt x="104" y="11"/>
                  <a:pt x="104" y="24"/>
                </a:cubicBezTo>
                <a:cubicBezTo>
                  <a:pt x="104" y="36"/>
                  <a:pt x="113" y="46"/>
                  <a:pt x="124" y="48"/>
                </a:cubicBezTo>
                <a:cubicBezTo>
                  <a:pt x="124" y="115"/>
                  <a:pt x="124" y="115"/>
                  <a:pt x="124" y="115"/>
                </a:cubicBezTo>
                <a:cubicBezTo>
                  <a:pt x="85" y="110"/>
                  <a:pt x="85" y="110"/>
                  <a:pt x="85" y="110"/>
                </a:cubicBezTo>
                <a:cubicBezTo>
                  <a:pt x="75" y="108"/>
                  <a:pt x="68" y="100"/>
                  <a:pt x="68" y="90"/>
                </a:cubicBezTo>
                <a:cubicBezTo>
                  <a:pt x="68" y="80"/>
                  <a:pt x="76" y="72"/>
                  <a:pt x="86" y="72"/>
                </a:cubicBezTo>
                <a:cubicBezTo>
                  <a:pt x="93" y="72"/>
                  <a:pt x="99" y="76"/>
                  <a:pt x="102" y="82"/>
                </a:cubicBezTo>
                <a:cubicBezTo>
                  <a:pt x="103" y="84"/>
                  <a:pt x="105" y="85"/>
                  <a:pt x="107" y="84"/>
                </a:cubicBezTo>
                <a:cubicBezTo>
                  <a:pt x="109" y="83"/>
                  <a:pt x="110" y="80"/>
                  <a:pt x="109" y="78"/>
                </a:cubicBezTo>
                <a:cubicBezTo>
                  <a:pt x="105" y="69"/>
                  <a:pt x="96" y="64"/>
                  <a:pt x="86" y="64"/>
                </a:cubicBezTo>
                <a:cubicBezTo>
                  <a:pt x="72" y="64"/>
                  <a:pt x="60" y="76"/>
                  <a:pt x="60" y="90"/>
                </a:cubicBezTo>
                <a:cubicBezTo>
                  <a:pt x="60" y="104"/>
                  <a:pt x="70" y="116"/>
                  <a:pt x="84" y="118"/>
                </a:cubicBezTo>
                <a:cubicBezTo>
                  <a:pt x="153" y="126"/>
                  <a:pt x="153" y="126"/>
                  <a:pt x="153" y="126"/>
                </a:cubicBezTo>
                <a:cubicBezTo>
                  <a:pt x="162" y="127"/>
                  <a:pt x="168" y="134"/>
                  <a:pt x="168" y="143"/>
                </a:cubicBezTo>
                <a:cubicBezTo>
                  <a:pt x="168" y="148"/>
                  <a:pt x="166" y="152"/>
                  <a:pt x="162" y="156"/>
                </a:cubicBezTo>
                <a:cubicBezTo>
                  <a:pt x="160" y="157"/>
                  <a:pt x="159" y="159"/>
                  <a:pt x="161" y="161"/>
                </a:cubicBezTo>
                <a:cubicBezTo>
                  <a:pt x="162" y="162"/>
                  <a:pt x="163" y="163"/>
                  <a:pt x="164" y="163"/>
                </a:cubicBezTo>
                <a:cubicBezTo>
                  <a:pt x="165" y="163"/>
                  <a:pt x="166" y="162"/>
                  <a:pt x="166" y="162"/>
                </a:cubicBezTo>
                <a:cubicBezTo>
                  <a:pt x="173" y="157"/>
                  <a:pt x="176" y="150"/>
                  <a:pt x="176" y="142"/>
                </a:cubicBezTo>
                <a:cubicBezTo>
                  <a:pt x="176" y="130"/>
                  <a:pt x="167" y="119"/>
                  <a:pt x="154" y="118"/>
                </a:cubicBezTo>
                <a:close/>
                <a:moveTo>
                  <a:pt x="112" y="24"/>
                </a:moveTo>
                <a:cubicBezTo>
                  <a:pt x="112" y="15"/>
                  <a:pt x="119" y="8"/>
                  <a:pt x="128" y="8"/>
                </a:cubicBezTo>
                <a:cubicBezTo>
                  <a:pt x="137" y="8"/>
                  <a:pt x="144" y="15"/>
                  <a:pt x="144" y="24"/>
                </a:cubicBezTo>
                <a:cubicBezTo>
                  <a:pt x="144" y="33"/>
                  <a:pt x="137" y="40"/>
                  <a:pt x="128" y="40"/>
                </a:cubicBezTo>
                <a:cubicBezTo>
                  <a:pt x="119" y="40"/>
                  <a:pt x="112" y="33"/>
                  <a:pt x="112" y="24"/>
                </a:cubicBezTo>
                <a:close/>
                <a:moveTo>
                  <a:pt x="170" y="64"/>
                </a:moveTo>
                <a:cubicBezTo>
                  <a:pt x="160" y="64"/>
                  <a:pt x="151" y="69"/>
                  <a:pt x="147" y="78"/>
                </a:cubicBezTo>
                <a:cubicBezTo>
                  <a:pt x="146" y="80"/>
                  <a:pt x="147" y="83"/>
                  <a:pt x="149" y="84"/>
                </a:cubicBezTo>
                <a:cubicBezTo>
                  <a:pt x="151" y="85"/>
                  <a:pt x="153" y="84"/>
                  <a:pt x="154" y="82"/>
                </a:cubicBezTo>
                <a:cubicBezTo>
                  <a:pt x="157" y="76"/>
                  <a:pt x="163" y="72"/>
                  <a:pt x="170" y="72"/>
                </a:cubicBezTo>
                <a:cubicBezTo>
                  <a:pt x="180" y="72"/>
                  <a:pt x="188" y="80"/>
                  <a:pt x="188" y="90"/>
                </a:cubicBezTo>
                <a:cubicBezTo>
                  <a:pt x="188" y="98"/>
                  <a:pt x="184" y="105"/>
                  <a:pt x="177" y="108"/>
                </a:cubicBezTo>
                <a:cubicBezTo>
                  <a:pt x="175" y="109"/>
                  <a:pt x="174" y="112"/>
                  <a:pt x="175" y="114"/>
                </a:cubicBezTo>
                <a:cubicBezTo>
                  <a:pt x="176" y="115"/>
                  <a:pt x="177" y="116"/>
                  <a:pt x="178" y="116"/>
                </a:cubicBezTo>
                <a:cubicBezTo>
                  <a:pt x="179" y="116"/>
                  <a:pt x="180" y="116"/>
                  <a:pt x="180" y="116"/>
                </a:cubicBezTo>
                <a:cubicBezTo>
                  <a:pt x="190" y="111"/>
                  <a:pt x="196" y="101"/>
                  <a:pt x="196" y="90"/>
                </a:cubicBezTo>
                <a:cubicBezTo>
                  <a:pt x="196" y="76"/>
                  <a:pt x="184" y="64"/>
                  <a:pt x="170" y="64"/>
                </a:cubicBezTo>
                <a:close/>
                <a:moveTo>
                  <a:pt x="134" y="206"/>
                </a:moveTo>
                <a:cubicBezTo>
                  <a:pt x="132" y="205"/>
                  <a:pt x="132" y="205"/>
                  <a:pt x="132" y="205"/>
                </a:cubicBezTo>
                <a:cubicBezTo>
                  <a:pt x="132" y="188"/>
                  <a:pt x="132" y="188"/>
                  <a:pt x="132" y="188"/>
                </a:cubicBezTo>
                <a:cubicBezTo>
                  <a:pt x="132" y="186"/>
                  <a:pt x="130" y="184"/>
                  <a:pt x="128" y="184"/>
                </a:cubicBezTo>
                <a:cubicBezTo>
                  <a:pt x="126" y="184"/>
                  <a:pt x="124" y="186"/>
                  <a:pt x="124" y="188"/>
                </a:cubicBezTo>
                <a:cubicBezTo>
                  <a:pt x="124" y="204"/>
                  <a:pt x="124" y="204"/>
                  <a:pt x="124" y="204"/>
                </a:cubicBezTo>
                <a:cubicBezTo>
                  <a:pt x="112" y="202"/>
                  <a:pt x="112" y="202"/>
                  <a:pt x="112" y="202"/>
                </a:cubicBezTo>
                <a:cubicBezTo>
                  <a:pt x="105" y="201"/>
                  <a:pt x="100" y="195"/>
                  <a:pt x="100" y="188"/>
                </a:cubicBezTo>
                <a:cubicBezTo>
                  <a:pt x="100" y="187"/>
                  <a:pt x="100" y="186"/>
                  <a:pt x="100" y="185"/>
                </a:cubicBezTo>
                <a:cubicBezTo>
                  <a:pt x="101" y="183"/>
                  <a:pt x="99" y="181"/>
                  <a:pt x="97" y="180"/>
                </a:cubicBezTo>
                <a:cubicBezTo>
                  <a:pt x="95" y="180"/>
                  <a:pt x="93" y="181"/>
                  <a:pt x="92" y="183"/>
                </a:cubicBezTo>
                <a:cubicBezTo>
                  <a:pt x="92" y="185"/>
                  <a:pt x="92" y="186"/>
                  <a:pt x="92" y="188"/>
                </a:cubicBezTo>
                <a:cubicBezTo>
                  <a:pt x="92" y="199"/>
                  <a:pt x="100" y="209"/>
                  <a:pt x="111" y="210"/>
                </a:cubicBezTo>
                <a:cubicBezTo>
                  <a:pt x="133" y="214"/>
                  <a:pt x="133" y="214"/>
                  <a:pt x="133" y="214"/>
                </a:cubicBezTo>
                <a:cubicBezTo>
                  <a:pt x="139" y="215"/>
                  <a:pt x="144" y="220"/>
                  <a:pt x="144" y="227"/>
                </a:cubicBezTo>
                <a:cubicBezTo>
                  <a:pt x="144" y="234"/>
                  <a:pt x="139" y="239"/>
                  <a:pt x="132" y="240"/>
                </a:cubicBezTo>
                <a:cubicBezTo>
                  <a:pt x="132" y="228"/>
                  <a:pt x="132" y="228"/>
                  <a:pt x="132" y="228"/>
                </a:cubicBezTo>
                <a:cubicBezTo>
                  <a:pt x="132" y="226"/>
                  <a:pt x="130" y="224"/>
                  <a:pt x="128" y="224"/>
                </a:cubicBezTo>
                <a:cubicBezTo>
                  <a:pt x="126" y="224"/>
                  <a:pt x="124" y="226"/>
                  <a:pt x="124" y="228"/>
                </a:cubicBezTo>
                <a:cubicBezTo>
                  <a:pt x="124" y="239"/>
                  <a:pt x="124" y="239"/>
                  <a:pt x="124" y="239"/>
                </a:cubicBezTo>
                <a:cubicBezTo>
                  <a:pt x="117" y="238"/>
                  <a:pt x="112" y="231"/>
                  <a:pt x="112" y="223"/>
                </a:cubicBezTo>
                <a:cubicBezTo>
                  <a:pt x="112" y="221"/>
                  <a:pt x="110" y="219"/>
                  <a:pt x="108" y="219"/>
                </a:cubicBezTo>
                <a:cubicBezTo>
                  <a:pt x="106" y="219"/>
                  <a:pt x="104" y="221"/>
                  <a:pt x="104" y="223"/>
                </a:cubicBezTo>
                <a:cubicBezTo>
                  <a:pt x="104" y="236"/>
                  <a:pt x="113" y="246"/>
                  <a:pt x="124" y="248"/>
                </a:cubicBezTo>
                <a:cubicBezTo>
                  <a:pt x="124" y="252"/>
                  <a:pt x="124" y="252"/>
                  <a:pt x="124" y="252"/>
                </a:cubicBezTo>
                <a:cubicBezTo>
                  <a:pt x="124" y="254"/>
                  <a:pt x="126" y="256"/>
                  <a:pt x="128" y="256"/>
                </a:cubicBezTo>
                <a:cubicBezTo>
                  <a:pt x="130" y="256"/>
                  <a:pt x="132" y="254"/>
                  <a:pt x="132" y="252"/>
                </a:cubicBezTo>
                <a:cubicBezTo>
                  <a:pt x="132" y="248"/>
                  <a:pt x="132" y="248"/>
                  <a:pt x="132" y="248"/>
                </a:cubicBezTo>
                <a:cubicBezTo>
                  <a:pt x="143" y="247"/>
                  <a:pt x="152" y="238"/>
                  <a:pt x="152" y="227"/>
                </a:cubicBezTo>
                <a:cubicBezTo>
                  <a:pt x="152" y="216"/>
                  <a:pt x="144" y="207"/>
                  <a:pt x="134" y="206"/>
                </a:cubicBezTo>
                <a:close/>
                <a:moveTo>
                  <a:pt x="145" y="166"/>
                </a:moveTo>
                <a:cubicBezTo>
                  <a:pt x="132" y="164"/>
                  <a:pt x="132" y="164"/>
                  <a:pt x="132" y="164"/>
                </a:cubicBezTo>
                <a:cubicBezTo>
                  <a:pt x="132" y="144"/>
                  <a:pt x="132" y="144"/>
                  <a:pt x="132" y="144"/>
                </a:cubicBezTo>
                <a:cubicBezTo>
                  <a:pt x="132" y="142"/>
                  <a:pt x="130" y="140"/>
                  <a:pt x="128" y="140"/>
                </a:cubicBezTo>
                <a:cubicBezTo>
                  <a:pt x="126" y="140"/>
                  <a:pt x="124" y="142"/>
                  <a:pt x="124" y="144"/>
                </a:cubicBezTo>
                <a:cubicBezTo>
                  <a:pt x="124" y="163"/>
                  <a:pt x="124" y="163"/>
                  <a:pt x="124" y="163"/>
                </a:cubicBezTo>
                <a:cubicBezTo>
                  <a:pt x="98" y="159"/>
                  <a:pt x="98" y="159"/>
                  <a:pt x="98" y="159"/>
                </a:cubicBezTo>
                <a:cubicBezTo>
                  <a:pt x="90" y="157"/>
                  <a:pt x="84" y="151"/>
                  <a:pt x="84" y="142"/>
                </a:cubicBezTo>
                <a:cubicBezTo>
                  <a:pt x="84" y="139"/>
                  <a:pt x="85" y="137"/>
                  <a:pt x="86" y="134"/>
                </a:cubicBezTo>
                <a:cubicBezTo>
                  <a:pt x="87" y="132"/>
                  <a:pt x="87" y="130"/>
                  <a:pt x="85" y="129"/>
                </a:cubicBezTo>
                <a:cubicBezTo>
                  <a:pt x="83" y="127"/>
                  <a:pt x="80" y="128"/>
                  <a:pt x="79" y="130"/>
                </a:cubicBezTo>
                <a:cubicBezTo>
                  <a:pt x="77" y="134"/>
                  <a:pt x="76" y="138"/>
                  <a:pt x="76" y="142"/>
                </a:cubicBezTo>
                <a:cubicBezTo>
                  <a:pt x="76" y="155"/>
                  <a:pt x="85" y="165"/>
                  <a:pt x="97" y="167"/>
                </a:cubicBezTo>
                <a:cubicBezTo>
                  <a:pt x="144" y="174"/>
                  <a:pt x="144" y="174"/>
                  <a:pt x="144" y="174"/>
                </a:cubicBezTo>
                <a:cubicBezTo>
                  <a:pt x="151" y="175"/>
                  <a:pt x="156" y="181"/>
                  <a:pt x="156" y="188"/>
                </a:cubicBezTo>
                <a:cubicBezTo>
                  <a:pt x="156" y="191"/>
                  <a:pt x="155" y="194"/>
                  <a:pt x="153" y="197"/>
                </a:cubicBezTo>
                <a:cubicBezTo>
                  <a:pt x="151" y="199"/>
                  <a:pt x="152" y="201"/>
                  <a:pt x="154" y="203"/>
                </a:cubicBezTo>
                <a:cubicBezTo>
                  <a:pt x="154" y="203"/>
                  <a:pt x="155" y="204"/>
                  <a:pt x="156" y="204"/>
                </a:cubicBezTo>
                <a:cubicBezTo>
                  <a:pt x="157" y="204"/>
                  <a:pt x="158" y="203"/>
                  <a:pt x="159" y="202"/>
                </a:cubicBezTo>
                <a:cubicBezTo>
                  <a:pt x="162" y="198"/>
                  <a:pt x="164" y="193"/>
                  <a:pt x="164" y="188"/>
                </a:cubicBezTo>
                <a:cubicBezTo>
                  <a:pt x="164" y="177"/>
                  <a:pt x="156" y="167"/>
                  <a:pt x="145" y="16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317" name="Freeform 248">
            <a:extLst>
              <a:ext uri="{FF2B5EF4-FFF2-40B4-BE49-F238E27FC236}">
                <a16:creationId xmlns:a16="http://schemas.microsoft.com/office/drawing/2014/main" id="{C90F0F1D-F3B3-4257-81BB-826E29D4FDCA}"/>
              </a:ext>
            </a:extLst>
          </p:cNvPr>
          <p:cNvSpPr>
            <a:spLocks noChangeAspect="1"/>
          </p:cNvSpPr>
          <p:nvPr/>
        </p:nvSpPr>
        <p:spPr bwMode="auto">
          <a:xfrm>
            <a:off x="11217194" y="5348290"/>
            <a:ext cx="400050" cy="355600"/>
          </a:xfrm>
          <a:custGeom>
            <a:avLst/>
            <a:gdLst>
              <a:gd name="T0" fmla="*/ 186 w 256"/>
              <a:gd name="T1" fmla="*/ 0 h 228"/>
              <a:gd name="T2" fmla="*/ 128 w 256"/>
              <a:gd name="T3" fmla="*/ 29 h 228"/>
              <a:gd name="T4" fmla="*/ 70 w 256"/>
              <a:gd name="T5" fmla="*/ 0 h 228"/>
              <a:gd name="T6" fmla="*/ 0 w 256"/>
              <a:gd name="T7" fmla="*/ 70 h 228"/>
              <a:gd name="T8" fmla="*/ 20 w 256"/>
              <a:gd name="T9" fmla="*/ 128 h 228"/>
              <a:gd name="T10" fmla="*/ 4 w 256"/>
              <a:gd name="T11" fmla="*/ 128 h 228"/>
              <a:gd name="T12" fmla="*/ 0 w 256"/>
              <a:gd name="T13" fmla="*/ 132 h 228"/>
              <a:gd name="T14" fmla="*/ 4 w 256"/>
              <a:gd name="T15" fmla="*/ 136 h 228"/>
              <a:gd name="T16" fmla="*/ 64 w 256"/>
              <a:gd name="T17" fmla="*/ 136 h 228"/>
              <a:gd name="T18" fmla="*/ 67 w 256"/>
              <a:gd name="T19" fmla="*/ 134 h 228"/>
              <a:gd name="T20" fmla="*/ 76 w 256"/>
              <a:gd name="T21" fmla="*/ 120 h 228"/>
              <a:gd name="T22" fmla="*/ 92 w 256"/>
              <a:gd name="T23" fmla="*/ 154 h 228"/>
              <a:gd name="T24" fmla="*/ 96 w 256"/>
              <a:gd name="T25" fmla="*/ 156 h 228"/>
              <a:gd name="T26" fmla="*/ 96 w 256"/>
              <a:gd name="T27" fmla="*/ 156 h 228"/>
              <a:gd name="T28" fmla="*/ 100 w 256"/>
              <a:gd name="T29" fmla="*/ 153 h 228"/>
              <a:gd name="T30" fmla="*/ 128 w 256"/>
              <a:gd name="T31" fmla="*/ 79 h 228"/>
              <a:gd name="T32" fmla="*/ 148 w 256"/>
              <a:gd name="T33" fmla="*/ 133 h 228"/>
              <a:gd name="T34" fmla="*/ 152 w 256"/>
              <a:gd name="T35" fmla="*/ 136 h 228"/>
              <a:gd name="T36" fmla="*/ 184 w 256"/>
              <a:gd name="T37" fmla="*/ 136 h 228"/>
              <a:gd name="T38" fmla="*/ 188 w 256"/>
              <a:gd name="T39" fmla="*/ 132 h 228"/>
              <a:gd name="T40" fmla="*/ 184 w 256"/>
              <a:gd name="T41" fmla="*/ 128 h 228"/>
              <a:gd name="T42" fmla="*/ 155 w 256"/>
              <a:gd name="T43" fmla="*/ 128 h 228"/>
              <a:gd name="T44" fmla="*/ 132 w 256"/>
              <a:gd name="T45" fmla="*/ 67 h 228"/>
              <a:gd name="T46" fmla="*/ 128 w 256"/>
              <a:gd name="T47" fmla="*/ 64 h 228"/>
              <a:gd name="T48" fmla="*/ 128 w 256"/>
              <a:gd name="T49" fmla="*/ 64 h 228"/>
              <a:gd name="T50" fmla="*/ 124 w 256"/>
              <a:gd name="T51" fmla="*/ 67 h 228"/>
              <a:gd name="T52" fmla="*/ 96 w 256"/>
              <a:gd name="T53" fmla="*/ 142 h 228"/>
              <a:gd name="T54" fmla="*/ 80 w 256"/>
              <a:gd name="T55" fmla="*/ 110 h 228"/>
              <a:gd name="T56" fmla="*/ 76 w 256"/>
              <a:gd name="T57" fmla="*/ 108 h 228"/>
              <a:gd name="T58" fmla="*/ 73 w 256"/>
              <a:gd name="T59" fmla="*/ 110 h 228"/>
              <a:gd name="T60" fmla="*/ 62 w 256"/>
              <a:gd name="T61" fmla="*/ 128 h 228"/>
              <a:gd name="T62" fmla="*/ 30 w 256"/>
              <a:gd name="T63" fmla="*/ 128 h 228"/>
              <a:gd name="T64" fmla="*/ 8 w 256"/>
              <a:gd name="T65" fmla="*/ 70 h 228"/>
              <a:gd name="T66" fmla="*/ 70 w 256"/>
              <a:gd name="T67" fmla="*/ 8 h 228"/>
              <a:gd name="T68" fmla="*/ 125 w 256"/>
              <a:gd name="T69" fmla="*/ 38 h 228"/>
              <a:gd name="T70" fmla="*/ 131 w 256"/>
              <a:gd name="T71" fmla="*/ 38 h 228"/>
              <a:gd name="T72" fmla="*/ 186 w 256"/>
              <a:gd name="T73" fmla="*/ 8 h 228"/>
              <a:gd name="T74" fmla="*/ 248 w 256"/>
              <a:gd name="T75" fmla="*/ 70 h 228"/>
              <a:gd name="T76" fmla="*/ 128 w 256"/>
              <a:gd name="T77" fmla="*/ 219 h 228"/>
              <a:gd name="T78" fmla="*/ 50 w 256"/>
              <a:gd name="T79" fmla="*/ 153 h 228"/>
              <a:gd name="T80" fmla="*/ 45 w 256"/>
              <a:gd name="T81" fmla="*/ 153 h 228"/>
              <a:gd name="T82" fmla="*/ 45 w 256"/>
              <a:gd name="T83" fmla="*/ 159 h 228"/>
              <a:gd name="T84" fmla="*/ 126 w 256"/>
              <a:gd name="T85" fmla="*/ 227 h 228"/>
              <a:gd name="T86" fmla="*/ 128 w 256"/>
              <a:gd name="T87" fmla="*/ 228 h 228"/>
              <a:gd name="T88" fmla="*/ 130 w 256"/>
              <a:gd name="T89" fmla="*/ 227 h 228"/>
              <a:gd name="T90" fmla="*/ 256 w 256"/>
              <a:gd name="T91" fmla="*/ 70 h 228"/>
              <a:gd name="T92" fmla="*/ 186 w 256"/>
              <a:gd name="T93"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28">
                <a:moveTo>
                  <a:pt x="186" y="0"/>
                </a:moveTo>
                <a:cubicBezTo>
                  <a:pt x="162" y="0"/>
                  <a:pt x="141" y="10"/>
                  <a:pt x="128" y="29"/>
                </a:cubicBezTo>
                <a:cubicBezTo>
                  <a:pt x="115" y="10"/>
                  <a:pt x="94" y="0"/>
                  <a:pt x="70" y="0"/>
                </a:cubicBezTo>
                <a:cubicBezTo>
                  <a:pt x="31" y="0"/>
                  <a:pt x="0" y="31"/>
                  <a:pt x="0" y="70"/>
                </a:cubicBezTo>
                <a:cubicBezTo>
                  <a:pt x="0" y="88"/>
                  <a:pt x="7" y="107"/>
                  <a:pt x="20" y="128"/>
                </a:cubicBezTo>
                <a:cubicBezTo>
                  <a:pt x="4" y="128"/>
                  <a:pt x="4" y="128"/>
                  <a:pt x="4" y="128"/>
                </a:cubicBezTo>
                <a:cubicBezTo>
                  <a:pt x="2" y="128"/>
                  <a:pt x="0" y="130"/>
                  <a:pt x="0" y="132"/>
                </a:cubicBezTo>
                <a:cubicBezTo>
                  <a:pt x="0" y="134"/>
                  <a:pt x="2" y="136"/>
                  <a:pt x="4" y="136"/>
                </a:cubicBezTo>
                <a:cubicBezTo>
                  <a:pt x="64" y="136"/>
                  <a:pt x="64" y="136"/>
                  <a:pt x="64" y="136"/>
                </a:cubicBezTo>
                <a:cubicBezTo>
                  <a:pt x="65" y="136"/>
                  <a:pt x="67" y="135"/>
                  <a:pt x="67" y="134"/>
                </a:cubicBezTo>
                <a:cubicBezTo>
                  <a:pt x="76" y="120"/>
                  <a:pt x="76" y="120"/>
                  <a:pt x="76" y="120"/>
                </a:cubicBezTo>
                <a:cubicBezTo>
                  <a:pt x="92" y="154"/>
                  <a:pt x="92" y="154"/>
                  <a:pt x="92" y="154"/>
                </a:cubicBezTo>
                <a:cubicBezTo>
                  <a:pt x="93" y="155"/>
                  <a:pt x="94" y="156"/>
                  <a:pt x="96" y="156"/>
                </a:cubicBezTo>
                <a:cubicBezTo>
                  <a:pt x="96" y="156"/>
                  <a:pt x="96" y="156"/>
                  <a:pt x="96" y="156"/>
                </a:cubicBezTo>
                <a:cubicBezTo>
                  <a:pt x="98" y="156"/>
                  <a:pt x="99" y="155"/>
                  <a:pt x="100" y="153"/>
                </a:cubicBezTo>
                <a:cubicBezTo>
                  <a:pt x="128" y="79"/>
                  <a:pt x="128" y="79"/>
                  <a:pt x="128" y="79"/>
                </a:cubicBezTo>
                <a:cubicBezTo>
                  <a:pt x="148" y="133"/>
                  <a:pt x="148" y="133"/>
                  <a:pt x="148" y="133"/>
                </a:cubicBezTo>
                <a:cubicBezTo>
                  <a:pt x="149" y="135"/>
                  <a:pt x="150" y="136"/>
                  <a:pt x="152" y="136"/>
                </a:cubicBezTo>
                <a:cubicBezTo>
                  <a:pt x="184" y="136"/>
                  <a:pt x="184" y="136"/>
                  <a:pt x="184" y="136"/>
                </a:cubicBezTo>
                <a:cubicBezTo>
                  <a:pt x="186" y="136"/>
                  <a:pt x="188" y="134"/>
                  <a:pt x="188" y="132"/>
                </a:cubicBezTo>
                <a:cubicBezTo>
                  <a:pt x="188" y="130"/>
                  <a:pt x="186" y="128"/>
                  <a:pt x="184" y="128"/>
                </a:cubicBezTo>
                <a:cubicBezTo>
                  <a:pt x="155" y="128"/>
                  <a:pt x="155" y="128"/>
                  <a:pt x="155" y="128"/>
                </a:cubicBezTo>
                <a:cubicBezTo>
                  <a:pt x="132" y="67"/>
                  <a:pt x="132" y="67"/>
                  <a:pt x="132" y="67"/>
                </a:cubicBezTo>
                <a:cubicBezTo>
                  <a:pt x="131" y="65"/>
                  <a:pt x="130" y="64"/>
                  <a:pt x="128" y="64"/>
                </a:cubicBezTo>
                <a:cubicBezTo>
                  <a:pt x="128" y="64"/>
                  <a:pt x="128" y="64"/>
                  <a:pt x="128" y="64"/>
                </a:cubicBezTo>
                <a:cubicBezTo>
                  <a:pt x="126" y="64"/>
                  <a:pt x="125" y="65"/>
                  <a:pt x="124" y="67"/>
                </a:cubicBezTo>
                <a:cubicBezTo>
                  <a:pt x="96" y="142"/>
                  <a:pt x="96" y="142"/>
                  <a:pt x="96" y="142"/>
                </a:cubicBezTo>
                <a:cubicBezTo>
                  <a:pt x="80" y="110"/>
                  <a:pt x="80" y="110"/>
                  <a:pt x="80" y="110"/>
                </a:cubicBezTo>
                <a:cubicBezTo>
                  <a:pt x="79" y="109"/>
                  <a:pt x="78" y="108"/>
                  <a:pt x="76" y="108"/>
                </a:cubicBezTo>
                <a:cubicBezTo>
                  <a:pt x="75" y="108"/>
                  <a:pt x="73" y="109"/>
                  <a:pt x="73" y="110"/>
                </a:cubicBezTo>
                <a:cubicBezTo>
                  <a:pt x="62" y="128"/>
                  <a:pt x="62" y="128"/>
                  <a:pt x="62" y="128"/>
                </a:cubicBezTo>
                <a:cubicBezTo>
                  <a:pt x="30" y="128"/>
                  <a:pt x="30" y="128"/>
                  <a:pt x="30" y="128"/>
                </a:cubicBezTo>
                <a:cubicBezTo>
                  <a:pt x="15" y="107"/>
                  <a:pt x="8" y="87"/>
                  <a:pt x="8" y="70"/>
                </a:cubicBezTo>
                <a:cubicBezTo>
                  <a:pt x="8" y="36"/>
                  <a:pt x="36" y="8"/>
                  <a:pt x="70" y="8"/>
                </a:cubicBezTo>
                <a:cubicBezTo>
                  <a:pt x="93" y="8"/>
                  <a:pt x="113" y="19"/>
                  <a:pt x="125" y="38"/>
                </a:cubicBezTo>
                <a:cubicBezTo>
                  <a:pt x="126" y="40"/>
                  <a:pt x="130" y="40"/>
                  <a:pt x="131" y="38"/>
                </a:cubicBezTo>
                <a:cubicBezTo>
                  <a:pt x="143" y="19"/>
                  <a:pt x="163" y="8"/>
                  <a:pt x="186" y="8"/>
                </a:cubicBezTo>
                <a:cubicBezTo>
                  <a:pt x="220" y="8"/>
                  <a:pt x="248" y="36"/>
                  <a:pt x="248" y="70"/>
                </a:cubicBezTo>
                <a:cubicBezTo>
                  <a:pt x="248" y="136"/>
                  <a:pt x="144" y="208"/>
                  <a:pt x="128" y="219"/>
                </a:cubicBezTo>
                <a:cubicBezTo>
                  <a:pt x="119" y="213"/>
                  <a:pt x="81" y="187"/>
                  <a:pt x="50" y="153"/>
                </a:cubicBezTo>
                <a:cubicBezTo>
                  <a:pt x="49" y="152"/>
                  <a:pt x="46" y="152"/>
                  <a:pt x="45" y="153"/>
                </a:cubicBezTo>
                <a:cubicBezTo>
                  <a:pt x="43" y="155"/>
                  <a:pt x="43" y="157"/>
                  <a:pt x="45" y="159"/>
                </a:cubicBezTo>
                <a:cubicBezTo>
                  <a:pt x="80" y="198"/>
                  <a:pt x="125" y="227"/>
                  <a:pt x="126" y="227"/>
                </a:cubicBezTo>
                <a:cubicBezTo>
                  <a:pt x="126" y="228"/>
                  <a:pt x="127" y="228"/>
                  <a:pt x="128" y="228"/>
                </a:cubicBezTo>
                <a:cubicBezTo>
                  <a:pt x="129" y="228"/>
                  <a:pt x="130" y="228"/>
                  <a:pt x="130" y="227"/>
                </a:cubicBezTo>
                <a:cubicBezTo>
                  <a:pt x="135" y="224"/>
                  <a:pt x="256" y="145"/>
                  <a:pt x="256" y="70"/>
                </a:cubicBezTo>
                <a:cubicBezTo>
                  <a:pt x="256" y="31"/>
                  <a:pt x="225" y="0"/>
                  <a:pt x="186"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50000"/>
                </a:srgbClr>
              </a:solidFill>
              <a:effectLst/>
              <a:uLnTx/>
              <a:uFillTx/>
              <a:latin typeface="Calibri"/>
              <a:ea typeface="+mn-ea"/>
              <a:cs typeface="+mn-cs"/>
            </a:endParaRPr>
          </a:p>
        </p:txBody>
      </p:sp>
      <p:sp>
        <p:nvSpPr>
          <p:cNvPr id="126" name="Title 8">
            <a:extLst>
              <a:ext uri="{FF2B5EF4-FFF2-40B4-BE49-F238E27FC236}">
                <a16:creationId xmlns:a16="http://schemas.microsoft.com/office/drawing/2014/main" id="{A1E9A6DE-1127-46E6-AA70-6AC2809454AE}"/>
              </a:ext>
            </a:extLst>
          </p:cNvPr>
          <p:cNvSpPr>
            <a:spLocks noGrp="1"/>
          </p:cNvSpPr>
          <p:nvPr>
            <p:ph type="title"/>
          </p:nvPr>
        </p:nvSpPr>
        <p:spPr>
          <a:xfrm>
            <a:off x="612648" y="585216"/>
            <a:ext cx="1802078" cy="533370"/>
          </a:xfrm>
        </p:spPr>
        <p:txBody>
          <a:bodyPr/>
          <a:lstStyle/>
          <a:p>
            <a:r>
              <a:rPr lang="en-US"/>
              <a:t>Icons</a:t>
            </a:r>
          </a:p>
        </p:txBody>
      </p:sp>
      <p:sp>
        <p:nvSpPr>
          <p:cNvPr id="151" name="Footer Placeholder 1">
            <a:extLst>
              <a:ext uri="{FF2B5EF4-FFF2-40B4-BE49-F238E27FC236}">
                <a16:creationId xmlns:a16="http://schemas.microsoft.com/office/drawing/2014/main" id="{F72054B1-D747-4316-838C-94D8B996ED86}"/>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spTree>
    <p:extLst>
      <p:ext uri="{BB962C8B-B14F-4D97-AF65-F5344CB8AC3E}">
        <p14:creationId xmlns:p14="http://schemas.microsoft.com/office/powerpoint/2010/main" val="26907361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43329081-4D46-4C35-837F-9D2CCBCE8175}"/>
              </a:ext>
            </a:extLst>
          </p:cNvPr>
          <p:cNvSpPr>
            <a:spLocks noGrp="1"/>
          </p:cNvSpPr>
          <p:nvPr>
            <p:ph type="body" sz="quarter" idx="11"/>
          </p:nvPr>
        </p:nvSpPr>
        <p:spPr>
          <a:xfrm>
            <a:off x="313723" y="1941370"/>
            <a:ext cx="908050" cy="303213"/>
          </a:xfrm>
        </p:spPr>
        <p:txBody>
          <a:bodyPr/>
          <a:lstStyle/>
          <a:p>
            <a:r>
              <a:rPr lang="en-US">
                <a:solidFill>
                  <a:schemeClr val="bg1">
                    <a:lumMod val="50000"/>
                  </a:schemeClr>
                </a:solidFill>
              </a:rPr>
              <a:t>Smart Watch</a:t>
            </a:r>
          </a:p>
        </p:txBody>
      </p:sp>
      <p:sp>
        <p:nvSpPr>
          <p:cNvPr id="30" name="Text Placeholder 29">
            <a:extLst>
              <a:ext uri="{FF2B5EF4-FFF2-40B4-BE49-F238E27FC236}">
                <a16:creationId xmlns:a16="http://schemas.microsoft.com/office/drawing/2014/main" id="{ADB6110C-F8AA-464F-A1E0-E2B6DB9E5652}"/>
              </a:ext>
            </a:extLst>
          </p:cNvPr>
          <p:cNvSpPr>
            <a:spLocks noGrp="1"/>
          </p:cNvSpPr>
          <p:nvPr>
            <p:ph type="body" sz="quarter" idx="13"/>
          </p:nvPr>
        </p:nvSpPr>
        <p:spPr>
          <a:xfrm>
            <a:off x="1302128" y="1941370"/>
            <a:ext cx="908050" cy="303213"/>
          </a:xfrm>
        </p:spPr>
        <p:txBody>
          <a:bodyPr/>
          <a:lstStyle/>
          <a:p>
            <a:r>
              <a:rPr lang="en-US">
                <a:solidFill>
                  <a:schemeClr val="bg1">
                    <a:lumMod val="50000"/>
                  </a:schemeClr>
                </a:solidFill>
              </a:rPr>
              <a:t>Molecules</a:t>
            </a:r>
          </a:p>
        </p:txBody>
      </p:sp>
      <p:sp>
        <p:nvSpPr>
          <p:cNvPr id="32" name="Text Placeholder 31">
            <a:extLst>
              <a:ext uri="{FF2B5EF4-FFF2-40B4-BE49-F238E27FC236}">
                <a16:creationId xmlns:a16="http://schemas.microsoft.com/office/drawing/2014/main" id="{4FE15F3C-CA74-4D10-BE13-1F0FB38799CF}"/>
              </a:ext>
            </a:extLst>
          </p:cNvPr>
          <p:cNvSpPr>
            <a:spLocks noGrp="1"/>
          </p:cNvSpPr>
          <p:nvPr>
            <p:ph type="body" sz="quarter" idx="15"/>
          </p:nvPr>
        </p:nvSpPr>
        <p:spPr>
          <a:xfrm>
            <a:off x="2257483" y="1941370"/>
            <a:ext cx="908050" cy="303213"/>
          </a:xfrm>
        </p:spPr>
        <p:txBody>
          <a:bodyPr/>
          <a:lstStyle/>
          <a:p>
            <a:r>
              <a:rPr lang="en-US">
                <a:solidFill>
                  <a:schemeClr val="bg1">
                    <a:lumMod val="50000"/>
                  </a:schemeClr>
                </a:solidFill>
              </a:rPr>
              <a:t>Bio Lab</a:t>
            </a:r>
          </a:p>
        </p:txBody>
      </p:sp>
      <p:sp>
        <p:nvSpPr>
          <p:cNvPr id="34" name="Text Placeholder 33">
            <a:extLst>
              <a:ext uri="{FF2B5EF4-FFF2-40B4-BE49-F238E27FC236}">
                <a16:creationId xmlns:a16="http://schemas.microsoft.com/office/drawing/2014/main" id="{CEACFA2F-0359-4AB3-A807-497C3624C55E}"/>
              </a:ext>
            </a:extLst>
          </p:cNvPr>
          <p:cNvSpPr>
            <a:spLocks noGrp="1"/>
          </p:cNvSpPr>
          <p:nvPr>
            <p:ph type="body" sz="quarter" idx="17"/>
          </p:nvPr>
        </p:nvSpPr>
        <p:spPr>
          <a:xfrm>
            <a:off x="3222404" y="1941370"/>
            <a:ext cx="908050" cy="303213"/>
          </a:xfrm>
        </p:spPr>
        <p:txBody>
          <a:bodyPr/>
          <a:lstStyle/>
          <a:p>
            <a:r>
              <a:rPr lang="en-US">
                <a:solidFill>
                  <a:schemeClr val="bg1">
                    <a:lumMod val="50000"/>
                  </a:schemeClr>
                </a:solidFill>
              </a:rPr>
              <a:t>Alert</a:t>
            </a:r>
          </a:p>
        </p:txBody>
      </p:sp>
      <p:sp>
        <p:nvSpPr>
          <p:cNvPr id="24" name="Freeform 29">
            <a:extLst>
              <a:ext uri="{FF2B5EF4-FFF2-40B4-BE49-F238E27FC236}">
                <a16:creationId xmlns:a16="http://schemas.microsoft.com/office/drawing/2014/main" id="{FC6D7A2A-FA50-4F99-A80A-CB5FE344BE77}"/>
              </a:ext>
            </a:extLst>
          </p:cNvPr>
          <p:cNvSpPr>
            <a:spLocks noChangeAspect="1" noEditPoints="1"/>
          </p:cNvSpPr>
          <p:nvPr/>
        </p:nvSpPr>
        <p:spPr bwMode="auto">
          <a:xfrm>
            <a:off x="620111" y="1472967"/>
            <a:ext cx="295275" cy="400050"/>
          </a:xfrm>
          <a:custGeom>
            <a:avLst/>
            <a:gdLst>
              <a:gd name="T0" fmla="*/ 47 w 188"/>
              <a:gd name="T1" fmla="*/ 8 h 256"/>
              <a:gd name="T2" fmla="*/ 143 w 188"/>
              <a:gd name="T3" fmla="*/ 28 h 256"/>
              <a:gd name="T4" fmla="*/ 148 w 188"/>
              <a:gd name="T5" fmla="*/ 25 h 256"/>
              <a:gd name="T6" fmla="*/ 128 w 188"/>
              <a:gd name="T7" fmla="*/ 3 h 256"/>
              <a:gd name="T8" fmla="*/ 44 w 188"/>
              <a:gd name="T9" fmla="*/ 0 h 256"/>
              <a:gd name="T10" fmla="*/ 23 w 188"/>
              <a:gd name="T11" fmla="*/ 20 h 256"/>
              <a:gd name="T12" fmla="*/ 25 w 188"/>
              <a:gd name="T13" fmla="*/ 28 h 256"/>
              <a:gd name="T14" fmla="*/ 121 w 188"/>
              <a:gd name="T15" fmla="*/ 248 h 256"/>
              <a:gd name="T16" fmla="*/ 25 w 188"/>
              <a:gd name="T17" fmla="*/ 228 h 256"/>
              <a:gd name="T18" fmla="*/ 23 w 188"/>
              <a:gd name="T19" fmla="*/ 236 h 256"/>
              <a:gd name="T20" fmla="*/ 44 w 188"/>
              <a:gd name="T21" fmla="*/ 256 h 256"/>
              <a:gd name="T22" fmla="*/ 128 w 188"/>
              <a:gd name="T23" fmla="*/ 253 h 256"/>
              <a:gd name="T24" fmla="*/ 148 w 188"/>
              <a:gd name="T25" fmla="*/ 231 h 256"/>
              <a:gd name="T26" fmla="*/ 105 w 188"/>
              <a:gd name="T27" fmla="*/ 99 h 256"/>
              <a:gd name="T28" fmla="*/ 101 w 188"/>
              <a:gd name="T29" fmla="*/ 96 h 256"/>
              <a:gd name="T30" fmla="*/ 73 w 188"/>
              <a:gd name="T31" fmla="*/ 173 h 256"/>
              <a:gd name="T32" fmla="*/ 56 w 188"/>
              <a:gd name="T33" fmla="*/ 140 h 256"/>
              <a:gd name="T34" fmla="*/ 43 w 188"/>
              <a:gd name="T35" fmla="*/ 160 h 256"/>
              <a:gd name="T36" fmla="*/ 28 w 188"/>
              <a:gd name="T37" fmla="*/ 168 h 256"/>
              <a:gd name="T38" fmla="*/ 49 w 188"/>
              <a:gd name="T39" fmla="*/ 166 h 256"/>
              <a:gd name="T40" fmla="*/ 70 w 188"/>
              <a:gd name="T41" fmla="*/ 186 h 256"/>
              <a:gd name="T42" fmla="*/ 74 w 188"/>
              <a:gd name="T43" fmla="*/ 188 h 256"/>
              <a:gd name="T44" fmla="*/ 101 w 188"/>
              <a:gd name="T45" fmla="*/ 113 h 256"/>
              <a:gd name="T46" fmla="*/ 122 w 188"/>
              <a:gd name="T47" fmla="*/ 168 h 256"/>
              <a:gd name="T48" fmla="*/ 140 w 188"/>
              <a:gd name="T49" fmla="*/ 160 h 256"/>
              <a:gd name="T50" fmla="*/ 105 w 188"/>
              <a:gd name="T51" fmla="*/ 99 h 256"/>
              <a:gd name="T52" fmla="*/ 176 w 188"/>
              <a:gd name="T53" fmla="*/ 76 h 256"/>
              <a:gd name="T54" fmla="*/ 180 w 188"/>
              <a:gd name="T55" fmla="*/ 84 h 256"/>
              <a:gd name="T56" fmla="*/ 176 w 188"/>
              <a:gd name="T57" fmla="*/ 108 h 256"/>
              <a:gd name="T58" fmla="*/ 180 w 188"/>
              <a:gd name="T59" fmla="*/ 116 h 256"/>
              <a:gd name="T60" fmla="*/ 188 w 188"/>
              <a:gd name="T61" fmla="*/ 84 h 256"/>
              <a:gd name="T62" fmla="*/ 180 w 188"/>
              <a:gd name="T63" fmla="*/ 140 h 256"/>
              <a:gd name="T64" fmla="*/ 176 w 188"/>
              <a:gd name="T65" fmla="*/ 148 h 256"/>
              <a:gd name="T66" fmla="*/ 180 w 188"/>
              <a:gd name="T67" fmla="*/ 172 h 256"/>
              <a:gd name="T68" fmla="*/ 176 w 188"/>
              <a:gd name="T69" fmla="*/ 180 h 256"/>
              <a:gd name="T70" fmla="*/ 188 w 188"/>
              <a:gd name="T71" fmla="*/ 172 h 256"/>
              <a:gd name="T72" fmla="*/ 180 w 188"/>
              <a:gd name="T73" fmla="*/ 140 h 256"/>
              <a:gd name="T74" fmla="*/ 28 w 188"/>
              <a:gd name="T75" fmla="*/ 36 h 256"/>
              <a:gd name="T76" fmla="*/ 0 w 188"/>
              <a:gd name="T77" fmla="*/ 192 h 256"/>
              <a:gd name="T78" fmla="*/ 140 w 188"/>
              <a:gd name="T79" fmla="*/ 220 h 256"/>
              <a:gd name="T80" fmla="*/ 168 w 188"/>
              <a:gd name="T81" fmla="*/ 64 h 256"/>
              <a:gd name="T82" fmla="*/ 160 w 188"/>
              <a:gd name="T83" fmla="*/ 192 h 256"/>
              <a:gd name="T84" fmla="*/ 28 w 188"/>
              <a:gd name="T85" fmla="*/ 212 h 256"/>
              <a:gd name="T86" fmla="*/ 8 w 188"/>
              <a:gd name="T87" fmla="*/ 64 h 256"/>
              <a:gd name="T88" fmla="*/ 140 w 188"/>
              <a:gd name="T89" fmla="*/ 44 h 256"/>
              <a:gd name="T90" fmla="*/ 160 w 188"/>
              <a:gd name="T91" fmla="*/ 192 h 256"/>
              <a:gd name="T92" fmla="*/ 52 w 188"/>
              <a:gd name="T93" fmla="*/ 108 h 256"/>
              <a:gd name="T94" fmla="*/ 76 w 188"/>
              <a:gd name="T95" fmla="*/ 79 h 256"/>
              <a:gd name="T96" fmla="*/ 52 w 188"/>
              <a:gd name="T97" fmla="*/ 67 h 256"/>
              <a:gd name="T98" fmla="*/ 28 w 188"/>
              <a:gd name="T99" fmla="*/ 79 h 256"/>
              <a:gd name="T100" fmla="*/ 43 w 188"/>
              <a:gd name="T101" fmla="*/ 72 h 256"/>
              <a:gd name="T102" fmla="*/ 52 w 188"/>
              <a:gd name="T103" fmla="*/ 77 h 256"/>
              <a:gd name="T104" fmla="*/ 55 w 188"/>
              <a:gd name="T105" fmla="*/ 75 h 256"/>
              <a:gd name="T106" fmla="*/ 68 w 188"/>
              <a:gd name="T107" fmla="*/ 79 h 256"/>
              <a:gd name="T108" fmla="*/ 36 w 188"/>
              <a:gd name="T109" fmla="*/ 7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8" h="256">
                <a:moveTo>
                  <a:pt x="25" y="28"/>
                </a:moveTo>
                <a:cubicBezTo>
                  <a:pt x="39" y="24"/>
                  <a:pt x="45" y="13"/>
                  <a:pt x="47" y="8"/>
                </a:cubicBezTo>
                <a:cubicBezTo>
                  <a:pt x="121" y="8"/>
                  <a:pt x="121" y="8"/>
                  <a:pt x="121" y="8"/>
                </a:cubicBezTo>
                <a:cubicBezTo>
                  <a:pt x="123" y="13"/>
                  <a:pt x="129" y="24"/>
                  <a:pt x="143" y="28"/>
                </a:cubicBezTo>
                <a:cubicBezTo>
                  <a:pt x="143" y="28"/>
                  <a:pt x="144" y="28"/>
                  <a:pt x="144" y="28"/>
                </a:cubicBezTo>
                <a:cubicBezTo>
                  <a:pt x="146" y="28"/>
                  <a:pt x="147" y="27"/>
                  <a:pt x="148" y="25"/>
                </a:cubicBezTo>
                <a:cubicBezTo>
                  <a:pt x="148" y="23"/>
                  <a:pt x="147" y="21"/>
                  <a:pt x="145" y="20"/>
                </a:cubicBezTo>
                <a:cubicBezTo>
                  <a:pt x="132" y="17"/>
                  <a:pt x="128" y="4"/>
                  <a:pt x="128" y="3"/>
                </a:cubicBezTo>
                <a:cubicBezTo>
                  <a:pt x="127" y="1"/>
                  <a:pt x="126" y="0"/>
                  <a:pt x="124" y="0"/>
                </a:cubicBezTo>
                <a:cubicBezTo>
                  <a:pt x="44" y="0"/>
                  <a:pt x="44" y="0"/>
                  <a:pt x="44" y="0"/>
                </a:cubicBezTo>
                <a:cubicBezTo>
                  <a:pt x="42" y="0"/>
                  <a:pt x="41" y="1"/>
                  <a:pt x="40" y="3"/>
                </a:cubicBezTo>
                <a:cubicBezTo>
                  <a:pt x="40" y="4"/>
                  <a:pt x="36" y="17"/>
                  <a:pt x="23" y="20"/>
                </a:cubicBezTo>
                <a:cubicBezTo>
                  <a:pt x="21" y="21"/>
                  <a:pt x="20" y="23"/>
                  <a:pt x="20" y="25"/>
                </a:cubicBezTo>
                <a:cubicBezTo>
                  <a:pt x="21" y="27"/>
                  <a:pt x="23" y="28"/>
                  <a:pt x="25" y="28"/>
                </a:cubicBezTo>
                <a:close/>
                <a:moveTo>
                  <a:pt x="143" y="228"/>
                </a:moveTo>
                <a:cubicBezTo>
                  <a:pt x="129" y="232"/>
                  <a:pt x="123" y="243"/>
                  <a:pt x="121" y="248"/>
                </a:cubicBezTo>
                <a:cubicBezTo>
                  <a:pt x="47" y="248"/>
                  <a:pt x="47" y="248"/>
                  <a:pt x="47" y="248"/>
                </a:cubicBezTo>
                <a:cubicBezTo>
                  <a:pt x="45" y="243"/>
                  <a:pt x="39" y="232"/>
                  <a:pt x="25" y="228"/>
                </a:cubicBezTo>
                <a:cubicBezTo>
                  <a:pt x="23" y="228"/>
                  <a:pt x="21" y="229"/>
                  <a:pt x="20" y="231"/>
                </a:cubicBezTo>
                <a:cubicBezTo>
                  <a:pt x="20" y="233"/>
                  <a:pt x="21" y="235"/>
                  <a:pt x="23" y="236"/>
                </a:cubicBezTo>
                <a:cubicBezTo>
                  <a:pt x="36" y="239"/>
                  <a:pt x="40" y="252"/>
                  <a:pt x="40" y="253"/>
                </a:cubicBezTo>
                <a:cubicBezTo>
                  <a:pt x="41" y="255"/>
                  <a:pt x="42" y="256"/>
                  <a:pt x="44" y="256"/>
                </a:cubicBezTo>
                <a:cubicBezTo>
                  <a:pt x="124" y="256"/>
                  <a:pt x="124" y="256"/>
                  <a:pt x="124" y="256"/>
                </a:cubicBezTo>
                <a:cubicBezTo>
                  <a:pt x="126" y="256"/>
                  <a:pt x="127" y="255"/>
                  <a:pt x="128" y="253"/>
                </a:cubicBezTo>
                <a:cubicBezTo>
                  <a:pt x="128" y="252"/>
                  <a:pt x="132" y="239"/>
                  <a:pt x="145" y="236"/>
                </a:cubicBezTo>
                <a:cubicBezTo>
                  <a:pt x="147" y="235"/>
                  <a:pt x="148" y="233"/>
                  <a:pt x="148" y="231"/>
                </a:cubicBezTo>
                <a:cubicBezTo>
                  <a:pt x="147" y="229"/>
                  <a:pt x="145" y="228"/>
                  <a:pt x="143" y="228"/>
                </a:cubicBezTo>
                <a:close/>
                <a:moveTo>
                  <a:pt x="105" y="99"/>
                </a:moveTo>
                <a:cubicBezTo>
                  <a:pt x="105" y="97"/>
                  <a:pt x="103" y="96"/>
                  <a:pt x="102" y="96"/>
                </a:cubicBezTo>
                <a:cubicBezTo>
                  <a:pt x="101" y="96"/>
                  <a:pt x="101" y="96"/>
                  <a:pt x="101" y="96"/>
                </a:cubicBezTo>
                <a:cubicBezTo>
                  <a:pt x="100" y="96"/>
                  <a:pt x="98" y="97"/>
                  <a:pt x="98" y="99"/>
                </a:cubicBezTo>
                <a:cubicBezTo>
                  <a:pt x="73" y="173"/>
                  <a:pt x="73" y="173"/>
                  <a:pt x="73" y="173"/>
                </a:cubicBezTo>
                <a:cubicBezTo>
                  <a:pt x="60" y="142"/>
                  <a:pt x="60" y="142"/>
                  <a:pt x="60" y="142"/>
                </a:cubicBezTo>
                <a:cubicBezTo>
                  <a:pt x="59" y="141"/>
                  <a:pt x="58" y="140"/>
                  <a:pt x="56" y="140"/>
                </a:cubicBezTo>
                <a:cubicBezTo>
                  <a:pt x="55" y="140"/>
                  <a:pt x="53" y="141"/>
                  <a:pt x="52" y="142"/>
                </a:cubicBezTo>
                <a:cubicBezTo>
                  <a:pt x="43" y="160"/>
                  <a:pt x="43" y="160"/>
                  <a:pt x="43" y="160"/>
                </a:cubicBezTo>
                <a:cubicBezTo>
                  <a:pt x="28" y="160"/>
                  <a:pt x="28" y="160"/>
                  <a:pt x="28" y="160"/>
                </a:cubicBezTo>
                <a:cubicBezTo>
                  <a:pt x="28" y="168"/>
                  <a:pt x="28" y="168"/>
                  <a:pt x="28" y="168"/>
                </a:cubicBezTo>
                <a:cubicBezTo>
                  <a:pt x="45" y="168"/>
                  <a:pt x="45" y="168"/>
                  <a:pt x="45" y="168"/>
                </a:cubicBezTo>
                <a:cubicBezTo>
                  <a:pt x="47" y="168"/>
                  <a:pt x="48" y="167"/>
                  <a:pt x="49" y="166"/>
                </a:cubicBezTo>
                <a:cubicBezTo>
                  <a:pt x="56" y="153"/>
                  <a:pt x="56" y="153"/>
                  <a:pt x="56" y="153"/>
                </a:cubicBezTo>
                <a:cubicBezTo>
                  <a:pt x="70" y="186"/>
                  <a:pt x="70" y="186"/>
                  <a:pt x="70" y="186"/>
                </a:cubicBezTo>
                <a:cubicBezTo>
                  <a:pt x="70" y="187"/>
                  <a:pt x="72" y="188"/>
                  <a:pt x="73" y="188"/>
                </a:cubicBezTo>
                <a:cubicBezTo>
                  <a:pt x="74" y="188"/>
                  <a:pt x="74" y="188"/>
                  <a:pt x="74" y="188"/>
                </a:cubicBezTo>
                <a:cubicBezTo>
                  <a:pt x="75" y="188"/>
                  <a:pt x="77" y="187"/>
                  <a:pt x="77" y="185"/>
                </a:cubicBezTo>
                <a:cubicBezTo>
                  <a:pt x="101" y="113"/>
                  <a:pt x="101" y="113"/>
                  <a:pt x="101" y="113"/>
                </a:cubicBezTo>
                <a:cubicBezTo>
                  <a:pt x="119" y="165"/>
                  <a:pt x="119" y="165"/>
                  <a:pt x="119" y="165"/>
                </a:cubicBezTo>
                <a:cubicBezTo>
                  <a:pt x="119" y="167"/>
                  <a:pt x="121" y="168"/>
                  <a:pt x="122" y="168"/>
                </a:cubicBezTo>
                <a:cubicBezTo>
                  <a:pt x="140" y="168"/>
                  <a:pt x="140" y="168"/>
                  <a:pt x="140" y="168"/>
                </a:cubicBezTo>
                <a:cubicBezTo>
                  <a:pt x="140" y="160"/>
                  <a:pt x="140" y="160"/>
                  <a:pt x="140" y="160"/>
                </a:cubicBezTo>
                <a:cubicBezTo>
                  <a:pt x="125" y="160"/>
                  <a:pt x="125" y="160"/>
                  <a:pt x="125" y="160"/>
                </a:cubicBezTo>
                <a:lnTo>
                  <a:pt x="105" y="99"/>
                </a:lnTo>
                <a:close/>
                <a:moveTo>
                  <a:pt x="180" y="76"/>
                </a:moveTo>
                <a:cubicBezTo>
                  <a:pt x="176" y="76"/>
                  <a:pt x="176" y="76"/>
                  <a:pt x="176" y="76"/>
                </a:cubicBezTo>
                <a:cubicBezTo>
                  <a:pt x="176" y="84"/>
                  <a:pt x="176" y="84"/>
                  <a:pt x="176" y="84"/>
                </a:cubicBezTo>
                <a:cubicBezTo>
                  <a:pt x="180" y="84"/>
                  <a:pt x="180" y="84"/>
                  <a:pt x="180" y="84"/>
                </a:cubicBezTo>
                <a:cubicBezTo>
                  <a:pt x="180" y="108"/>
                  <a:pt x="180" y="108"/>
                  <a:pt x="180" y="108"/>
                </a:cubicBezTo>
                <a:cubicBezTo>
                  <a:pt x="176" y="108"/>
                  <a:pt x="176" y="108"/>
                  <a:pt x="176" y="108"/>
                </a:cubicBezTo>
                <a:cubicBezTo>
                  <a:pt x="176" y="116"/>
                  <a:pt x="176" y="116"/>
                  <a:pt x="176" y="116"/>
                </a:cubicBezTo>
                <a:cubicBezTo>
                  <a:pt x="180" y="116"/>
                  <a:pt x="180" y="116"/>
                  <a:pt x="180" y="116"/>
                </a:cubicBezTo>
                <a:cubicBezTo>
                  <a:pt x="184" y="116"/>
                  <a:pt x="188" y="112"/>
                  <a:pt x="188" y="108"/>
                </a:cubicBezTo>
                <a:cubicBezTo>
                  <a:pt x="188" y="84"/>
                  <a:pt x="188" y="84"/>
                  <a:pt x="188" y="84"/>
                </a:cubicBezTo>
                <a:cubicBezTo>
                  <a:pt x="188" y="80"/>
                  <a:pt x="184" y="76"/>
                  <a:pt x="180" y="76"/>
                </a:cubicBezTo>
                <a:close/>
                <a:moveTo>
                  <a:pt x="180" y="140"/>
                </a:moveTo>
                <a:cubicBezTo>
                  <a:pt x="176" y="140"/>
                  <a:pt x="176" y="140"/>
                  <a:pt x="176" y="140"/>
                </a:cubicBezTo>
                <a:cubicBezTo>
                  <a:pt x="176" y="148"/>
                  <a:pt x="176" y="148"/>
                  <a:pt x="176" y="148"/>
                </a:cubicBezTo>
                <a:cubicBezTo>
                  <a:pt x="180" y="148"/>
                  <a:pt x="180" y="148"/>
                  <a:pt x="180" y="148"/>
                </a:cubicBezTo>
                <a:cubicBezTo>
                  <a:pt x="180" y="172"/>
                  <a:pt x="180" y="172"/>
                  <a:pt x="180" y="172"/>
                </a:cubicBezTo>
                <a:cubicBezTo>
                  <a:pt x="176" y="172"/>
                  <a:pt x="176" y="172"/>
                  <a:pt x="176" y="172"/>
                </a:cubicBezTo>
                <a:cubicBezTo>
                  <a:pt x="176" y="180"/>
                  <a:pt x="176" y="180"/>
                  <a:pt x="176" y="180"/>
                </a:cubicBezTo>
                <a:cubicBezTo>
                  <a:pt x="180" y="180"/>
                  <a:pt x="180" y="180"/>
                  <a:pt x="180" y="180"/>
                </a:cubicBezTo>
                <a:cubicBezTo>
                  <a:pt x="184" y="180"/>
                  <a:pt x="188" y="176"/>
                  <a:pt x="188" y="172"/>
                </a:cubicBezTo>
                <a:cubicBezTo>
                  <a:pt x="188" y="148"/>
                  <a:pt x="188" y="148"/>
                  <a:pt x="188" y="148"/>
                </a:cubicBezTo>
                <a:cubicBezTo>
                  <a:pt x="188" y="144"/>
                  <a:pt x="184" y="140"/>
                  <a:pt x="180" y="140"/>
                </a:cubicBezTo>
                <a:close/>
                <a:moveTo>
                  <a:pt x="140" y="36"/>
                </a:moveTo>
                <a:cubicBezTo>
                  <a:pt x="28" y="36"/>
                  <a:pt x="28" y="36"/>
                  <a:pt x="28" y="36"/>
                </a:cubicBezTo>
                <a:cubicBezTo>
                  <a:pt x="13" y="36"/>
                  <a:pt x="0" y="49"/>
                  <a:pt x="0" y="64"/>
                </a:cubicBezTo>
                <a:cubicBezTo>
                  <a:pt x="0" y="192"/>
                  <a:pt x="0" y="192"/>
                  <a:pt x="0" y="192"/>
                </a:cubicBezTo>
                <a:cubicBezTo>
                  <a:pt x="0" y="207"/>
                  <a:pt x="13" y="220"/>
                  <a:pt x="28" y="220"/>
                </a:cubicBezTo>
                <a:cubicBezTo>
                  <a:pt x="140" y="220"/>
                  <a:pt x="140" y="220"/>
                  <a:pt x="140" y="220"/>
                </a:cubicBezTo>
                <a:cubicBezTo>
                  <a:pt x="155" y="220"/>
                  <a:pt x="168" y="207"/>
                  <a:pt x="168" y="192"/>
                </a:cubicBezTo>
                <a:cubicBezTo>
                  <a:pt x="168" y="64"/>
                  <a:pt x="168" y="64"/>
                  <a:pt x="168" y="64"/>
                </a:cubicBezTo>
                <a:cubicBezTo>
                  <a:pt x="168" y="49"/>
                  <a:pt x="155" y="36"/>
                  <a:pt x="140" y="36"/>
                </a:cubicBezTo>
                <a:close/>
                <a:moveTo>
                  <a:pt x="160" y="192"/>
                </a:moveTo>
                <a:cubicBezTo>
                  <a:pt x="160" y="203"/>
                  <a:pt x="151" y="212"/>
                  <a:pt x="140" y="212"/>
                </a:cubicBezTo>
                <a:cubicBezTo>
                  <a:pt x="28" y="212"/>
                  <a:pt x="28" y="212"/>
                  <a:pt x="28" y="212"/>
                </a:cubicBezTo>
                <a:cubicBezTo>
                  <a:pt x="17" y="212"/>
                  <a:pt x="8" y="203"/>
                  <a:pt x="8" y="192"/>
                </a:cubicBezTo>
                <a:cubicBezTo>
                  <a:pt x="8" y="64"/>
                  <a:pt x="8" y="64"/>
                  <a:pt x="8" y="64"/>
                </a:cubicBezTo>
                <a:cubicBezTo>
                  <a:pt x="8" y="53"/>
                  <a:pt x="17" y="44"/>
                  <a:pt x="28" y="44"/>
                </a:cubicBezTo>
                <a:cubicBezTo>
                  <a:pt x="140" y="44"/>
                  <a:pt x="140" y="44"/>
                  <a:pt x="140" y="44"/>
                </a:cubicBezTo>
                <a:cubicBezTo>
                  <a:pt x="151" y="44"/>
                  <a:pt x="160" y="53"/>
                  <a:pt x="160" y="64"/>
                </a:cubicBezTo>
                <a:lnTo>
                  <a:pt x="160" y="192"/>
                </a:lnTo>
                <a:close/>
                <a:moveTo>
                  <a:pt x="50" y="107"/>
                </a:moveTo>
                <a:cubicBezTo>
                  <a:pt x="51" y="108"/>
                  <a:pt x="51" y="108"/>
                  <a:pt x="52" y="108"/>
                </a:cubicBezTo>
                <a:cubicBezTo>
                  <a:pt x="53" y="108"/>
                  <a:pt x="53" y="108"/>
                  <a:pt x="54" y="107"/>
                </a:cubicBezTo>
                <a:cubicBezTo>
                  <a:pt x="56" y="106"/>
                  <a:pt x="76" y="94"/>
                  <a:pt x="76" y="79"/>
                </a:cubicBezTo>
                <a:cubicBezTo>
                  <a:pt x="76" y="71"/>
                  <a:pt x="69" y="64"/>
                  <a:pt x="61" y="64"/>
                </a:cubicBezTo>
                <a:cubicBezTo>
                  <a:pt x="58" y="64"/>
                  <a:pt x="55" y="65"/>
                  <a:pt x="52" y="67"/>
                </a:cubicBezTo>
                <a:cubicBezTo>
                  <a:pt x="49" y="65"/>
                  <a:pt x="46" y="64"/>
                  <a:pt x="43" y="64"/>
                </a:cubicBezTo>
                <a:cubicBezTo>
                  <a:pt x="35" y="64"/>
                  <a:pt x="28" y="71"/>
                  <a:pt x="28" y="79"/>
                </a:cubicBezTo>
                <a:cubicBezTo>
                  <a:pt x="28" y="94"/>
                  <a:pt x="48" y="106"/>
                  <a:pt x="50" y="107"/>
                </a:cubicBezTo>
                <a:close/>
                <a:moveTo>
                  <a:pt x="43" y="72"/>
                </a:moveTo>
                <a:cubicBezTo>
                  <a:pt x="45" y="72"/>
                  <a:pt x="47" y="73"/>
                  <a:pt x="49" y="75"/>
                </a:cubicBezTo>
                <a:cubicBezTo>
                  <a:pt x="49" y="76"/>
                  <a:pt x="51" y="77"/>
                  <a:pt x="52" y="77"/>
                </a:cubicBezTo>
                <a:cubicBezTo>
                  <a:pt x="52" y="77"/>
                  <a:pt x="52" y="77"/>
                  <a:pt x="52" y="77"/>
                </a:cubicBezTo>
                <a:cubicBezTo>
                  <a:pt x="53" y="77"/>
                  <a:pt x="55" y="76"/>
                  <a:pt x="55" y="75"/>
                </a:cubicBezTo>
                <a:cubicBezTo>
                  <a:pt x="57" y="73"/>
                  <a:pt x="59" y="72"/>
                  <a:pt x="61" y="72"/>
                </a:cubicBezTo>
                <a:cubicBezTo>
                  <a:pt x="65" y="72"/>
                  <a:pt x="68" y="75"/>
                  <a:pt x="68" y="79"/>
                </a:cubicBezTo>
                <a:cubicBezTo>
                  <a:pt x="68" y="87"/>
                  <a:pt x="58" y="95"/>
                  <a:pt x="52" y="99"/>
                </a:cubicBezTo>
                <a:cubicBezTo>
                  <a:pt x="46" y="95"/>
                  <a:pt x="36" y="87"/>
                  <a:pt x="36" y="79"/>
                </a:cubicBezTo>
                <a:cubicBezTo>
                  <a:pt x="36" y="75"/>
                  <a:pt x="39" y="72"/>
                  <a:pt x="43" y="7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mn-cs"/>
            </a:endParaRPr>
          </a:p>
        </p:txBody>
      </p:sp>
      <p:sp>
        <p:nvSpPr>
          <p:cNvPr id="35" name="Freeform 60">
            <a:extLst>
              <a:ext uri="{FF2B5EF4-FFF2-40B4-BE49-F238E27FC236}">
                <a16:creationId xmlns:a16="http://schemas.microsoft.com/office/drawing/2014/main" id="{9A68116B-1B99-4F37-A65E-55C7E691313C}"/>
              </a:ext>
            </a:extLst>
          </p:cNvPr>
          <p:cNvSpPr>
            <a:spLocks noChangeAspect="1" noEditPoints="1"/>
          </p:cNvSpPr>
          <p:nvPr/>
        </p:nvSpPr>
        <p:spPr bwMode="auto">
          <a:xfrm>
            <a:off x="2511483" y="1464089"/>
            <a:ext cx="400050" cy="400050"/>
          </a:xfrm>
          <a:custGeom>
            <a:avLst/>
            <a:gdLst>
              <a:gd name="T0" fmla="*/ 252 w 256"/>
              <a:gd name="T1" fmla="*/ 119 h 256"/>
              <a:gd name="T2" fmla="*/ 216 w 256"/>
              <a:gd name="T3" fmla="*/ 125 h 256"/>
              <a:gd name="T4" fmla="*/ 241 w 256"/>
              <a:gd name="T5" fmla="*/ 127 h 256"/>
              <a:gd name="T6" fmla="*/ 226 w 256"/>
              <a:gd name="T7" fmla="*/ 172 h 256"/>
              <a:gd name="T8" fmla="*/ 230 w 256"/>
              <a:gd name="T9" fmla="*/ 176 h 256"/>
              <a:gd name="T10" fmla="*/ 241 w 256"/>
              <a:gd name="T11" fmla="*/ 141 h 256"/>
              <a:gd name="T12" fmla="*/ 256 w 256"/>
              <a:gd name="T13" fmla="*/ 123 h 256"/>
              <a:gd name="T14" fmla="*/ 25 w 256"/>
              <a:gd name="T15" fmla="*/ 100 h 256"/>
              <a:gd name="T16" fmla="*/ 63 w 256"/>
              <a:gd name="T17" fmla="*/ 92 h 256"/>
              <a:gd name="T18" fmla="*/ 65 w 256"/>
              <a:gd name="T19" fmla="*/ 85 h 256"/>
              <a:gd name="T20" fmla="*/ 0 w 256"/>
              <a:gd name="T21" fmla="*/ 79 h 256"/>
              <a:gd name="T22" fmla="*/ 17 w 256"/>
              <a:gd name="T23" fmla="*/ 103 h 256"/>
              <a:gd name="T24" fmla="*/ 28 w 256"/>
              <a:gd name="T25" fmla="*/ 187 h 256"/>
              <a:gd name="T26" fmla="*/ 34 w 256"/>
              <a:gd name="T27" fmla="*/ 190 h 256"/>
              <a:gd name="T28" fmla="*/ 31 w 256"/>
              <a:gd name="T29" fmla="*/ 145 h 256"/>
              <a:gd name="T30" fmla="*/ 75 w 256"/>
              <a:gd name="T31" fmla="*/ 224 h 256"/>
              <a:gd name="T32" fmla="*/ 112 w 256"/>
              <a:gd name="T33" fmla="*/ 224 h 256"/>
              <a:gd name="T34" fmla="*/ 110 w 256"/>
              <a:gd name="T35" fmla="*/ 217 h 256"/>
              <a:gd name="T36" fmla="*/ 72 w 256"/>
              <a:gd name="T37" fmla="*/ 219 h 256"/>
              <a:gd name="T38" fmla="*/ 176 w 256"/>
              <a:gd name="T39" fmla="*/ 27 h 256"/>
              <a:gd name="T40" fmla="*/ 184 w 256"/>
              <a:gd name="T41" fmla="*/ 12 h 256"/>
              <a:gd name="T42" fmla="*/ 92 w 256"/>
              <a:gd name="T43" fmla="*/ 0 h 256"/>
              <a:gd name="T44" fmla="*/ 80 w 256"/>
              <a:gd name="T45" fmla="*/ 16 h 256"/>
              <a:gd name="T46" fmla="*/ 88 w 256"/>
              <a:gd name="T47" fmla="*/ 83 h 256"/>
              <a:gd name="T48" fmla="*/ 47 w 256"/>
              <a:gd name="T49" fmla="*/ 244 h 256"/>
              <a:gd name="T50" fmla="*/ 201 w 256"/>
              <a:gd name="T51" fmla="*/ 256 h 256"/>
              <a:gd name="T52" fmla="*/ 227 w 256"/>
              <a:gd name="T53" fmla="*/ 218 h 256"/>
              <a:gd name="T54" fmla="*/ 218 w 256"/>
              <a:gd name="T55" fmla="*/ 239 h 256"/>
              <a:gd name="T56" fmla="*/ 151 w 256"/>
              <a:gd name="T57" fmla="*/ 248 h 256"/>
              <a:gd name="T58" fmla="*/ 144 w 256"/>
              <a:gd name="T59" fmla="*/ 215 h 256"/>
              <a:gd name="T60" fmla="*/ 114 w 256"/>
              <a:gd name="T61" fmla="*/ 104 h 256"/>
              <a:gd name="T62" fmla="*/ 110 w 256"/>
              <a:gd name="T63" fmla="*/ 111 h 256"/>
              <a:gd name="T64" fmla="*/ 139 w 256"/>
              <a:gd name="T65" fmla="*/ 207 h 256"/>
              <a:gd name="T66" fmla="*/ 93 w 256"/>
              <a:gd name="T67" fmla="*/ 149 h 256"/>
              <a:gd name="T68" fmla="*/ 143 w 256"/>
              <a:gd name="T69" fmla="*/ 248 h 256"/>
              <a:gd name="T70" fmla="*/ 53 w 256"/>
              <a:gd name="T71" fmla="*/ 240 h 256"/>
              <a:gd name="T72" fmla="*/ 96 w 256"/>
              <a:gd name="T73" fmla="*/ 85 h 256"/>
              <a:gd name="T74" fmla="*/ 96 w 256"/>
              <a:gd name="T75" fmla="*/ 28 h 256"/>
              <a:gd name="T76" fmla="*/ 104 w 256"/>
              <a:gd name="T77" fmla="*/ 20 h 256"/>
              <a:gd name="T78" fmla="*/ 88 w 256"/>
              <a:gd name="T79" fmla="*/ 16 h 256"/>
              <a:gd name="T80" fmla="*/ 92 w 256"/>
              <a:gd name="T81" fmla="*/ 8 h 256"/>
              <a:gd name="T82" fmla="*/ 176 w 256"/>
              <a:gd name="T83" fmla="*/ 12 h 256"/>
              <a:gd name="T84" fmla="*/ 172 w 256"/>
              <a:gd name="T85" fmla="*/ 20 h 256"/>
              <a:gd name="T86" fmla="*/ 132 w 256"/>
              <a:gd name="T87" fmla="*/ 28 h 256"/>
              <a:gd name="T88" fmla="*/ 168 w 256"/>
              <a:gd name="T89" fmla="*/ 84 h 256"/>
              <a:gd name="T90" fmla="*/ 184 w 256"/>
              <a:gd name="T91" fmla="*/ 127 h 256"/>
              <a:gd name="T92" fmla="*/ 164 w 256"/>
              <a:gd name="T93" fmla="*/ 139 h 256"/>
              <a:gd name="T94" fmla="*/ 170 w 256"/>
              <a:gd name="T95" fmla="*/ 141 h 256"/>
              <a:gd name="T96" fmla="*/ 215 w 256"/>
              <a:gd name="T97" fmla="*/ 208 h 256"/>
              <a:gd name="T98" fmla="*/ 162 w 256"/>
              <a:gd name="T99" fmla="*/ 221 h 256"/>
              <a:gd name="T100" fmla="*/ 160 w 256"/>
              <a:gd name="T101" fmla="*/ 228 h 256"/>
              <a:gd name="T102" fmla="*/ 218 w 256"/>
              <a:gd name="T103" fmla="*/ 216 h 256"/>
              <a:gd name="T104" fmla="*/ 218 w 256"/>
              <a:gd name="T105" fmla="*/ 23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256" y="123"/>
                </a:moveTo>
                <a:cubicBezTo>
                  <a:pt x="256" y="121"/>
                  <a:pt x="254" y="119"/>
                  <a:pt x="252" y="119"/>
                </a:cubicBezTo>
                <a:cubicBezTo>
                  <a:pt x="240" y="119"/>
                  <a:pt x="229" y="120"/>
                  <a:pt x="220" y="121"/>
                </a:cubicBezTo>
                <a:cubicBezTo>
                  <a:pt x="217" y="121"/>
                  <a:pt x="216" y="123"/>
                  <a:pt x="216" y="125"/>
                </a:cubicBezTo>
                <a:cubicBezTo>
                  <a:pt x="216" y="127"/>
                  <a:pt x="218" y="129"/>
                  <a:pt x="220" y="128"/>
                </a:cubicBezTo>
                <a:cubicBezTo>
                  <a:pt x="227" y="128"/>
                  <a:pt x="234" y="128"/>
                  <a:pt x="241" y="127"/>
                </a:cubicBezTo>
                <a:cubicBezTo>
                  <a:pt x="238" y="131"/>
                  <a:pt x="235" y="135"/>
                  <a:pt x="234" y="137"/>
                </a:cubicBezTo>
                <a:cubicBezTo>
                  <a:pt x="227" y="148"/>
                  <a:pt x="227" y="160"/>
                  <a:pt x="226" y="172"/>
                </a:cubicBezTo>
                <a:cubicBezTo>
                  <a:pt x="226" y="174"/>
                  <a:pt x="228" y="176"/>
                  <a:pt x="230" y="176"/>
                </a:cubicBezTo>
                <a:cubicBezTo>
                  <a:pt x="230" y="176"/>
                  <a:pt x="230" y="176"/>
                  <a:pt x="230" y="176"/>
                </a:cubicBezTo>
                <a:cubicBezTo>
                  <a:pt x="232" y="176"/>
                  <a:pt x="234" y="174"/>
                  <a:pt x="234" y="172"/>
                </a:cubicBezTo>
                <a:cubicBezTo>
                  <a:pt x="235" y="162"/>
                  <a:pt x="235" y="151"/>
                  <a:pt x="241" y="141"/>
                </a:cubicBezTo>
                <a:cubicBezTo>
                  <a:pt x="244" y="136"/>
                  <a:pt x="250" y="129"/>
                  <a:pt x="253" y="127"/>
                </a:cubicBezTo>
                <a:cubicBezTo>
                  <a:pt x="255" y="126"/>
                  <a:pt x="256" y="125"/>
                  <a:pt x="256" y="123"/>
                </a:cubicBezTo>
                <a:close/>
                <a:moveTo>
                  <a:pt x="31" y="145"/>
                </a:moveTo>
                <a:cubicBezTo>
                  <a:pt x="32" y="130"/>
                  <a:pt x="32" y="115"/>
                  <a:pt x="25" y="100"/>
                </a:cubicBezTo>
                <a:cubicBezTo>
                  <a:pt x="24" y="98"/>
                  <a:pt x="20" y="91"/>
                  <a:pt x="15" y="85"/>
                </a:cubicBezTo>
                <a:cubicBezTo>
                  <a:pt x="33" y="86"/>
                  <a:pt x="49" y="89"/>
                  <a:pt x="63" y="92"/>
                </a:cubicBezTo>
                <a:cubicBezTo>
                  <a:pt x="65" y="93"/>
                  <a:pt x="67" y="92"/>
                  <a:pt x="68" y="89"/>
                </a:cubicBezTo>
                <a:cubicBezTo>
                  <a:pt x="68" y="87"/>
                  <a:pt x="67" y="85"/>
                  <a:pt x="65" y="85"/>
                </a:cubicBezTo>
                <a:cubicBezTo>
                  <a:pt x="47" y="80"/>
                  <a:pt x="28" y="77"/>
                  <a:pt x="4" y="76"/>
                </a:cubicBezTo>
                <a:cubicBezTo>
                  <a:pt x="2" y="76"/>
                  <a:pt x="1" y="77"/>
                  <a:pt x="0" y="79"/>
                </a:cubicBezTo>
                <a:cubicBezTo>
                  <a:pt x="0" y="80"/>
                  <a:pt x="0" y="82"/>
                  <a:pt x="2" y="83"/>
                </a:cubicBezTo>
                <a:cubicBezTo>
                  <a:pt x="8" y="86"/>
                  <a:pt x="15" y="98"/>
                  <a:pt x="17" y="103"/>
                </a:cubicBezTo>
                <a:cubicBezTo>
                  <a:pt x="24" y="116"/>
                  <a:pt x="24" y="130"/>
                  <a:pt x="23" y="145"/>
                </a:cubicBezTo>
                <a:cubicBezTo>
                  <a:pt x="23" y="159"/>
                  <a:pt x="22" y="174"/>
                  <a:pt x="28" y="187"/>
                </a:cubicBezTo>
                <a:cubicBezTo>
                  <a:pt x="29" y="189"/>
                  <a:pt x="31" y="190"/>
                  <a:pt x="32" y="190"/>
                </a:cubicBezTo>
                <a:cubicBezTo>
                  <a:pt x="33" y="190"/>
                  <a:pt x="33" y="190"/>
                  <a:pt x="34" y="190"/>
                </a:cubicBezTo>
                <a:cubicBezTo>
                  <a:pt x="36" y="189"/>
                  <a:pt x="37" y="186"/>
                  <a:pt x="36" y="184"/>
                </a:cubicBezTo>
                <a:cubicBezTo>
                  <a:pt x="30" y="172"/>
                  <a:pt x="31" y="159"/>
                  <a:pt x="31" y="145"/>
                </a:cubicBezTo>
                <a:close/>
                <a:moveTo>
                  <a:pt x="72" y="219"/>
                </a:moveTo>
                <a:cubicBezTo>
                  <a:pt x="72" y="221"/>
                  <a:pt x="73" y="223"/>
                  <a:pt x="75" y="224"/>
                </a:cubicBezTo>
                <a:cubicBezTo>
                  <a:pt x="82" y="226"/>
                  <a:pt x="88" y="226"/>
                  <a:pt x="95" y="226"/>
                </a:cubicBezTo>
                <a:cubicBezTo>
                  <a:pt x="101" y="226"/>
                  <a:pt x="106" y="226"/>
                  <a:pt x="112" y="224"/>
                </a:cubicBezTo>
                <a:cubicBezTo>
                  <a:pt x="114" y="224"/>
                  <a:pt x="115" y="222"/>
                  <a:pt x="115" y="220"/>
                </a:cubicBezTo>
                <a:cubicBezTo>
                  <a:pt x="114" y="217"/>
                  <a:pt x="112" y="216"/>
                  <a:pt x="110" y="217"/>
                </a:cubicBezTo>
                <a:cubicBezTo>
                  <a:pt x="100" y="219"/>
                  <a:pt x="88" y="219"/>
                  <a:pt x="77" y="216"/>
                </a:cubicBezTo>
                <a:cubicBezTo>
                  <a:pt x="75" y="216"/>
                  <a:pt x="73" y="217"/>
                  <a:pt x="72" y="219"/>
                </a:cubicBezTo>
                <a:close/>
                <a:moveTo>
                  <a:pt x="176" y="83"/>
                </a:moveTo>
                <a:cubicBezTo>
                  <a:pt x="176" y="27"/>
                  <a:pt x="176" y="27"/>
                  <a:pt x="176" y="27"/>
                </a:cubicBezTo>
                <a:cubicBezTo>
                  <a:pt x="181" y="26"/>
                  <a:pt x="184" y="21"/>
                  <a:pt x="184" y="16"/>
                </a:cubicBezTo>
                <a:cubicBezTo>
                  <a:pt x="184" y="12"/>
                  <a:pt x="184" y="12"/>
                  <a:pt x="184" y="12"/>
                </a:cubicBezTo>
                <a:cubicBezTo>
                  <a:pt x="184" y="5"/>
                  <a:pt x="179" y="0"/>
                  <a:pt x="172" y="0"/>
                </a:cubicBezTo>
                <a:cubicBezTo>
                  <a:pt x="92" y="0"/>
                  <a:pt x="92" y="0"/>
                  <a:pt x="92" y="0"/>
                </a:cubicBezTo>
                <a:cubicBezTo>
                  <a:pt x="85" y="0"/>
                  <a:pt x="80" y="5"/>
                  <a:pt x="80" y="12"/>
                </a:cubicBezTo>
                <a:cubicBezTo>
                  <a:pt x="80" y="16"/>
                  <a:pt x="80" y="16"/>
                  <a:pt x="80" y="16"/>
                </a:cubicBezTo>
                <a:cubicBezTo>
                  <a:pt x="80" y="21"/>
                  <a:pt x="83" y="26"/>
                  <a:pt x="88" y="27"/>
                </a:cubicBezTo>
                <a:cubicBezTo>
                  <a:pt x="88" y="83"/>
                  <a:pt x="88" y="83"/>
                  <a:pt x="88" y="83"/>
                </a:cubicBezTo>
                <a:cubicBezTo>
                  <a:pt x="43" y="219"/>
                  <a:pt x="43" y="219"/>
                  <a:pt x="43" y="219"/>
                </a:cubicBezTo>
                <a:cubicBezTo>
                  <a:pt x="40" y="228"/>
                  <a:pt x="41" y="237"/>
                  <a:pt x="47" y="244"/>
                </a:cubicBezTo>
                <a:cubicBezTo>
                  <a:pt x="52" y="252"/>
                  <a:pt x="60" y="256"/>
                  <a:pt x="69" y="256"/>
                </a:cubicBezTo>
                <a:cubicBezTo>
                  <a:pt x="201" y="256"/>
                  <a:pt x="201" y="256"/>
                  <a:pt x="201" y="256"/>
                </a:cubicBezTo>
                <a:cubicBezTo>
                  <a:pt x="210" y="256"/>
                  <a:pt x="219" y="251"/>
                  <a:pt x="224" y="244"/>
                </a:cubicBezTo>
                <a:cubicBezTo>
                  <a:pt x="229" y="236"/>
                  <a:pt x="231" y="227"/>
                  <a:pt x="227" y="218"/>
                </a:cubicBezTo>
                <a:lnTo>
                  <a:pt x="176" y="83"/>
                </a:lnTo>
                <a:close/>
                <a:moveTo>
                  <a:pt x="218" y="239"/>
                </a:moveTo>
                <a:cubicBezTo>
                  <a:pt x="214" y="245"/>
                  <a:pt x="208" y="248"/>
                  <a:pt x="201" y="248"/>
                </a:cubicBezTo>
                <a:cubicBezTo>
                  <a:pt x="151" y="248"/>
                  <a:pt x="151" y="248"/>
                  <a:pt x="151" y="248"/>
                </a:cubicBezTo>
                <a:cubicBezTo>
                  <a:pt x="150" y="238"/>
                  <a:pt x="147" y="227"/>
                  <a:pt x="143" y="216"/>
                </a:cubicBezTo>
                <a:cubicBezTo>
                  <a:pt x="143" y="216"/>
                  <a:pt x="143" y="216"/>
                  <a:pt x="144" y="215"/>
                </a:cubicBezTo>
                <a:cubicBezTo>
                  <a:pt x="165" y="178"/>
                  <a:pt x="158" y="139"/>
                  <a:pt x="127" y="114"/>
                </a:cubicBezTo>
                <a:cubicBezTo>
                  <a:pt x="123" y="111"/>
                  <a:pt x="119" y="107"/>
                  <a:pt x="114" y="104"/>
                </a:cubicBezTo>
                <a:cubicBezTo>
                  <a:pt x="112" y="103"/>
                  <a:pt x="110" y="104"/>
                  <a:pt x="109" y="106"/>
                </a:cubicBezTo>
                <a:cubicBezTo>
                  <a:pt x="107" y="108"/>
                  <a:pt x="108" y="110"/>
                  <a:pt x="110" y="111"/>
                </a:cubicBezTo>
                <a:cubicBezTo>
                  <a:pt x="114" y="114"/>
                  <a:pt x="118" y="117"/>
                  <a:pt x="122" y="120"/>
                </a:cubicBezTo>
                <a:cubicBezTo>
                  <a:pt x="149" y="142"/>
                  <a:pt x="155" y="175"/>
                  <a:pt x="139" y="207"/>
                </a:cubicBezTo>
                <a:cubicBezTo>
                  <a:pt x="129" y="186"/>
                  <a:pt x="115" y="165"/>
                  <a:pt x="99" y="149"/>
                </a:cubicBezTo>
                <a:cubicBezTo>
                  <a:pt x="97" y="147"/>
                  <a:pt x="95" y="147"/>
                  <a:pt x="93" y="149"/>
                </a:cubicBezTo>
                <a:cubicBezTo>
                  <a:pt x="92" y="150"/>
                  <a:pt x="92" y="153"/>
                  <a:pt x="93" y="154"/>
                </a:cubicBezTo>
                <a:cubicBezTo>
                  <a:pt x="118" y="179"/>
                  <a:pt x="139" y="218"/>
                  <a:pt x="143" y="248"/>
                </a:cubicBezTo>
                <a:cubicBezTo>
                  <a:pt x="69" y="248"/>
                  <a:pt x="69" y="248"/>
                  <a:pt x="69" y="248"/>
                </a:cubicBezTo>
                <a:cubicBezTo>
                  <a:pt x="63" y="248"/>
                  <a:pt x="57" y="245"/>
                  <a:pt x="53" y="240"/>
                </a:cubicBezTo>
                <a:cubicBezTo>
                  <a:pt x="49" y="234"/>
                  <a:pt x="48" y="228"/>
                  <a:pt x="50" y="222"/>
                </a:cubicBezTo>
                <a:cubicBezTo>
                  <a:pt x="96" y="85"/>
                  <a:pt x="96" y="85"/>
                  <a:pt x="96" y="85"/>
                </a:cubicBezTo>
                <a:cubicBezTo>
                  <a:pt x="96" y="85"/>
                  <a:pt x="96" y="84"/>
                  <a:pt x="96" y="84"/>
                </a:cubicBezTo>
                <a:cubicBezTo>
                  <a:pt x="96" y="28"/>
                  <a:pt x="96" y="28"/>
                  <a:pt x="96" y="28"/>
                </a:cubicBezTo>
                <a:cubicBezTo>
                  <a:pt x="104" y="28"/>
                  <a:pt x="104" y="28"/>
                  <a:pt x="104" y="28"/>
                </a:cubicBezTo>
                <a:cubicBezTo>
                  <a:pt x="104" y="20"/>
                  <a:pt x="104" y="20"/>
                  <a:pt x="104" y="20"/>
                </a:cubicBezTo>
                <a:cubicBezTo>
                  <a:pt x="92" y="20"/>
                  <a:pt x="92" y="20"/>
                  <a:pt x="92" y="20"/>
                </a:cubicBezTo>
                <a:cubicBezTo>
                  <a:pt x="90" y="20"/>
                  <a:pt x="88" y="18"/>
                  <a:pt x="88" y="16"/>
                </a:cubicBezTo>
                <a:cubicBezTo>
                  <a:pt x="88" y="12"/>
                  <a:pt x="88" y="12"/>
                  <a:pt x="88" y="12"/>
                </a:cubicBezTo>
                <a:cubicBezTo>
                  <a:pt x="88" y="10"/>
                  <a:pt x="90" y="8"/>
                  <a:pt x="92" y="8"/>
                </a:cubicBezTo>
                <a:cubicBezTo>
                  <a:pt x="172" y="8"/>
                  <a:pt x="172" y="8"/>
                  <a:pt x="172" y="8"/>
                </a:cubicBezTo>
                <a:cubicBezTo>
                  <a:pt x="174" y="8"/>
                  <a:pt x="176" y="10"/>
                  <a:pt x="176" y="12"/>
                </a:cubicBezTo>
                <a:cubicBezTo>
                  <a:pt x="176" y="16"/>
                  <a:pt x="176" y="16"/>
                  <a:pt x="176" y="16"/>
                </a:cubicBezTo>
                <a:cubicBezTo>
                  <a:pt x="176" y="18"/>
                  <a:pt x="174" y="20"/>
                  <a:pt x="172" y="20"/>
                </a:cubicBezTo>
                <a:cubicBezTo>
                  <a:pt x="132" y="20"/>
                  <a:pt x="132" y="20"/>
                  <a:pt x="132" y="20"/>
                </a:cubicBezTo>
                <a:cubicBezTo>
                  <a:pt x="132" y="28"/>
                  <a:pt x="132" y="28"/>
                  <a:pt x="132" y="28"/>
                </a:cubicBezTo>
                <a:cubicBezTo>
                  <a:pt x="168" y="28"/>
                  <a:pt x="168" y="28"/>
                  <a:pt x="168" y="28"/>
                </a:cubicBezTo>
                <a:cubicBezTo>
                  <a:pt x="168" y="84"/>
                  <a:pt x="168" y="84"/>
                  <a:pt x="168" y="84"/>
                </a:cubicBezTo>
                <a:cubicBezTo>
                  <a:pt x="168" y="84"/>
                  <a:pt x="168" y="85"/>
                  <a:pt x="168" y="85"/>
                </a:cubicBezTo>
                <a:cubicBezTo>
                  <a:pt x="184" y="127"/>
                  <a:pt x="184" y="127"/>
                  <a:pt x="184" y="127"/>
                </a:cubicBezTo>
                <a:cubicBezTo>
                  <a:pt x="178" y="129"/>
                  <a:pt x="172" y="131"/>
                  <a:pt x="166" y="134"/>
                </a:cubicBezTo>
                <a:cubicBezTo>
                  <a:pt x="164" y="135"/>
                  <a:pt x="163" y="138"/>
                  <a:pt x="164" y="139"/>
                </a:cubicBezTo>
                <a:cubicBezTo>
                  <a:pt x="165" y="141"/>
                  <a:pt x="167" y="142"/>
                  <a:pt x="168" y="142"/>
                </a:cubicBezTo>
                <a:cubicBezTo>
                  <a:pt x="169" y="142"/>
                  <a:pt x="169" y="142"/>
                  <a:pt x="170" y="141"/>
                </a:cubicBezTo>
                <a:cubicBezTo>
                  <a:pt x="175" y="139"/>
                  <a:pt x="181" y="136"/>
                  <a:pt x="187" y="135"/>
                </a:cubicBezTo>
                <a:cubicBezTo>
                  <a:pt x="215" y="208"/>
                  <a:pt x="215" y="208"/>
                  <a:pt x="215" y="208"/>
                </a:cubicBezTo>
                <a:cubicBezTo>
                  <a:pt x="215" y="209"/>
                  <a:pt x="214" y="209"/>
                  <a:pt x="214" y="209"/>
                </a:cubicBezTo>
                <a:cubicBezTo>
                  <a:pt x="202" y="222"/>
                  <a:pt x="179" y="227"/>
                  <a:pt x="162" y="221"/>
                </a:cubicBezTo>
                <a:cubicBezTo>
                  <a:pt x="160" y="220"/>
                  <a:pt x="158" y="221"/>
                  <a:pt x="157" y="223"/>
                </a:cubicBezTo>
                <a:cubicBezTo>
                  <a:pt x="157" y="225"/>
                  <a:pt x="158" y="228"/>
                  <a:pt x="160" y="228"/>
                </a:cubicBezTo>
                <a:cubicBezTo>
                  <a:pt x="165" y="230"/>
                  <a:pt x="171" y="231"/>
                  <a:pt x="178" y="231"/>
                </a:cubicBezTo>
                <a:cubicBezTo>
                  <a:pt x="192" y="231"/>
                  <a:pt x="208" y="226"/>
                  <a:pt x="218" y="216"/>
                </a:cubicBezTo>
                <a:cubicBezTo>
                  <a:pt x="220" y="221"/>
                  <a:pt x="220" y="221"/>
                  <a:pt x="220" y="221"/>
                </a:cubicBezTo>
                <a:cubicBezTo>
                  <a:pt x="222" y="227"/>
                  <a:pt x="221" y="234"/>
                  <a:pt x="218" y="23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mn-cs"/>
            </a:endParaRPr>
          </a:p>
        </p:txBody>
      </p:sp>
      <p:sp>
        <p:nvSpPr>
          <p:cNvPr id="15" name="Freeform 89">
            <a:extLst>
              <a:ext uri="{FF2B5EF4-FFF2-40B4-BE49-F238E27FC236}">
                <a16:creationId xmlns:a16="http://schemas.microsoft.com/office/drawing/2014/main" id="{F1AD4B46-AA65-4411-B0B2-78906BC131DE}"/>
              </a:ext>
            </a:extLst>
          </p:cNvPr>
          <p:cNvSpPr>
            <a:spLocks noChangeAspect="1" noEditPoints="1"/>
          </p:cNvSpPr>
          <p:nvPr/>
        </p:nvSpPr>
        <p:spPr bwMode="auto">
          <a:xfrm>
            <a:off x="1558509" y="1463295"/>
            <a:ext cx="395288" cy="401638"/>
          </a:xfrm>
          <a:custGeom>
            <a:avLst/>
            <a:gdLst>
              <a:gd name="T0" fmla="*/ 122 w 253"/>
              <a:gd name="T1" fmla="*/ 149 h 257"/>
              <a:gd name="T2" fmla="*/ 85 w 253"/>
              <a:gd name="T3" fmla="*/ 109 h 257"/>
              <a:gd name="T4" fmla="*/ 134 w 253"/>
              <a:gd name="T5" fmla="*/ 69 h 257"/>
              <a:gd name="T6" fmla="*/ 108 w 253"/>
              <a:gd name="T7" fmla="*/ 61 h 257"/>
              <a:gd name="T8" fmla="*/ 97 w 253"/>
              <a:gd name="T9" fmla="*/ 7 h 257"/>
              <a:gd name="T10" fmla="*/ 91 w 253"/>
              <a:gd name="T11" fmla="*/ 3 h 257"/>
              <a:gd name="T12" fmla="*/ 32 w 253"/>
              <a:gd name="T13" fmla="*/ 17 h 257"/>
              <a:gd name="T14" fmla="*/ 16 w 253"/>
              <a:gd name="T15" fmla="*/ 2 h 257"/>
              <a:gd name="T16" fmla="*/ 25 w 253"/>
              <a:gd name="T17" fmla="*/ 21 h 257"/>
              <a:gd name="T18" fmla="*/ 1 w 253"/>
              <a:gd name="T19" fmla="*/ 67 h 257"/>
              <a:gd name="T20" fmla="*/ 1 w 253"/>
              <a:gd name="T21" fmla="*/ 151 h 257"/>
              <a:gd name="T22" fmla="*/ 25 w 253"/>
              <a:gd name="T23" fmla="*/ 197 h 257"/>
              <a:gd name="T24" fmla="*/ 16 w 253"/>
              <a:gd name="T25" fmla="*/ 220 h 257"/>
              <a:gd name="T26" fmla="*/ 32 w 253"/>
              <a:gd name="T27" fmla="*/ 201 h 257"/>
              <a:gd name="T28" fmla="*/ 89 w 253"/>
              <a:gd name="T29" fmla="*/ 219 h 257"/>
              <a:gd name="T30" fmla="*/ 94 w 253"/>
              <a:gd name="T31" fmla="*/ 220 h 257"/>
              <a:gd name="T32" fmla="*/ 85 w 253"/>
              <a:gd name="T33" fmla="*/ 197 h 257"/>
              <a:gd name="T34" fmla="*/ 122 w 253"/>
              <a:gd name="T35" fmla="*/ 157 h 257"/>
              <a:gd name="T36" fmla="*/ 32 w 253"/>
              <a:gd name="T37" fmla="*/ 25 h 257"/>
              <a:gd name="T38" fmla="*/ 101 w 253"/>
              <a:gd name="T39" fmla="*/ 65 h 257"/>
              <a:gd name="T40" fmla="*/ 32 w 253"/>
              <a:gd name="T41" fmla="*/ 105 h 257"/>
              <a:gd name="T42" fmla="*/ 78 w 253"/>
              <a:gd name="T43" fmla="*/ 193 h 257"/>
              <a:gd name="T44" fmla="*/ 9 w 253"/>
              <a:gd name="T45" fmla="*/ 153 h 257"/>
              <a:gd name="T46" fmla="*/ 78 w 253"/>
              <a:gd name="T47" fmla="*/ 113 h 257"/>
              <a:gd name="T48" fmla="*/ 78 w 253"/>
              <a:gd name="T49" fmla="*/ 193 h 257"/>
              <a:gd name="T50" fmla="*/ 33 w 253"/>
              <a:gd name="T51" fmla="*/ 39 h 257"/>
              <a:gd name="T52" fmla="*/ 23 w 253"/>
              <a:gd name="T53" fmla="*/ 64 h 257"/>
              <a:gd name="T54" fmla="*/ 28 w 253"/>
              <a:gd name="T55" fmla="*/ 63 h 257"/>
              <a:gd name="T56" fmla="*/ 39 w 253"/>
              <a:gd name="T57" fmla="*/ 38 h 257"/>
              <a:gd name="T58" fmla="*/ 33 w 253"/>
              <a:gd name="T59" fmla="*/ 127 h 257"/>
              <a:gd name="T60" fmla="*/ 23 w 253"/>
              <a:gd name="T61" fmla="*/ 152 h 257"/>
              <a:gd name="T62" fmla="*/ 28 w 253"/>
              <a:gd name="T63" fmla="*/ 151 h 257"/>
              <a:gd name="T64" fmla="*/ 39 w 253"/>
              <a:gd name="T65" fmla="*/ 126 h 257"/>
              <a:gd name="T66" fmla="*/ 214 w 253"/>
              <a:gd name="T67" fmla="*/ 96 h 257"/>
              <a:gd name="T68" fmla="*/ 222 w 253"/>
              <a:gd name="T69" fmla="*/ 29 h 257"/>
              <a:gd name="T70" fmla="*/ 150 w 253"/>
              <a:gd name="T71" fmla="*/ 17 h 257"/>
              <a:gd name="T72" fmla="*/ 146 w 253"/>
              <a:gd name="T73" fmla="*/ 40 h 257"/>
              <a:gd name="T74" fmla="*/ 109 w 253"/>
              <a:gd name="T75" fmla="*/ 226 h 257"/>
              <a:gd name="T76" fmla="*/ 132 w 253"/>
              <a:gd name="T77" fmla="*/ 257 h 257"/>
              <a:gd name="T78" fmla="*/ 247 w 253"/>
              <a:gd name="T79" fmla="*/ 247 h 257"/>
              <a:gd name="T80" fmla="*/ 240 w 253"/>
              <a:gd name="T81" fmla="*/ 243 h 257"/>
              <a:gd name="T82" fmla="*/ 132 w 253"/>
              <a:gd name="T83" fmla="*/ 249 h 257"/>
              <a:gd name="T84" fmla="*/ 117 w 253"/>
              <a:gd name="T85" fmla="*/ 229 h 257"/>
              <a:gd name="T86" fmla="*/ 154 w 253"/>
              <a:gd name="T87" fmla="*/ 97 h 257"/>
              <a:gd name="T88" fmla="*/ 158 w 253"/>
              <a:gd name="T89" fmla="*/ 37 h 257"/>
              <a:gd name="T90" fmla="*/ 150 w 253"/>
              <a:gd name="T91" fmla="*/ 33 h 257"/>
              <a:gd name="T92" fmla="*/ 150 w 253"/>
              <a:gd name="T93" fmla="*/ 25 h 257"/>
              <a:gd name="T94" fmla="*/ 214 w 253"/>
              <a:gd name="T95" fmla="*/ 29 h 257"/>
              <a:gd name="T96" fmla="*/ 206 w 253"/>
              <a:gd name="T97" fmla="*/ 33 h 257"/>
              <a:gd name="T98" fmla="*/ 206 w 253"/>
              <a:gd name="T99" fmla="*/ 41 h 257"/>
              <a:gd name="T100" fmla="*/ 206 w 253"/>
              <a:gd name="T101" fmla="*/ 98 h 257"/>
              <a:gd name="T102" fmla="*/ 201 w 253"/>
              <a:gd name="T103" fmla="*/ 179 h 257"/>
              <a:gd name="T104" fmla="*/ 150 w 253"/>
              <a:gd name="T105" fmla="*/ 179 h 257"/>
              <a:gd name="T106" fmla="*/ 178 w 253"/>
              <a:gd name="T107" fmla="*/ 191 h 257"/>
              <a:gd name="T108" fmla="*/ 229 w 253"/>
              <a:gd name="T109" fmla="*/ 185 h 257"/>
              <a:gd name="T110" fmla="*/ 243 w 253"/>
              <a:gd name="T111" fmla="*/ 2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3" h="257">
                <a:moveTo>
                  <a:pt x="122" y="157"/>
                </a:moveTo>
                <a:cubicBezTo>
                  <a:pt x="122" y="149"/>
                  <a:pt x="122" y="149"/>
                  <a:pt x="122" y="149"/>
                </a:cubicBezTo>
                <a:cubicBezTo>
                  <a:pt x="108" y="149"/>
                  <a:pt x="108" y="149"/>
                  <a:pt x="108" y="149"/>
                </a:cubicBezTo>
                <a:cubicBezTo>
                  <a:pt x="85" y="109"/>
                  <a:pt x="85" y="109"/>
                  <a:pt x="85" y="109"/>
                </a:cubicBezTo>
                <a:cubicBezTo>
                  <a:pt x="108" y="69"/>
                  <a:pt x="108" y="69"/>
                  <a:pt x="108" y="69"/>
                </a:cubicBezTo>
                <a:cubicBezTo>
                  <a:pt x="134" y="69"/>
                  <a:pt x="134" y="69"/>
                  <a:pt x="134" y="69"/>
                </a:cubicBezTo>
                <a:cubicBezTo>
                  <a:pt x="134" y="61"/>
                  <a:pt x="134" y="61"/>
                  <a:pt x="134" y="61"/>
                </a:cubicBezTo>
                <a:cubicBezTo>
                  <a:pt x="108" y="61"/>
                  <a:pt x="108" y="61"/>
                  <a:pt x="108" y="61"/>
                </a:cubicBezTo>
                <a:cubicBezTo>
                  <a:pt x="86" y="22"/>
                  <a:pt x="86" y="22"/>
                  <a:pt x="86" y="22"/>
                </a:cubicBezTo>
                <a:cubicBezTo>
                  <a:pt x="97" y="7"/>
                  <a:pt x="97" y="7"/>
                  <a:pt x="97" y="7"/>
                </a:cubicBezTo>
                <a:cubicBezTo>
                  <a:pt x="99" y="6"/>
                  <a:pt x="98" y="3"/>
                  <a:pt x="96" y="2"/>
                </a:cubicBezTo>
                <a:cubicBezTo>
                  <a:pt x="95" y="0"/>
                  <a:pt x="92" y="1"/>
                  <a:pt x="91" y="3"/>
                </a:cubicBezTo>
                <a:cubicBezTo>
                  <a:pt x="80" y="17"/>
                  <a:pt x="80" y="17"/>
                  <a:pt x="80" y="17"/>
                </a:cubicBezTo>
                <a:cubicBezTo>
                  <a:pt x="32" y="17"/>
                  <a:pt x="32" y="17"/>
                  <a:pt x="32" y="17"/>
                </a:cubicBezTo>
                <a:cubicBezTo>
                  <a:pt x="21" y="3"/>
                  <a:pt x="21" y="3"/>
                  <a:pt x="21" y="3"/>
                </a:cubicBezTo>
                <a:cubicBezTo>
                  <a:pt x="20" y="1"/>
                  <a:pt x="17" y="0"/>
                  <a:pt x="16" y="2"/>
                </a:cubicBezTo>
                <a:cubicBezTo>
                  <a:pt x="14" y="3"/>
                  <a:pt x="14" y="6"/>
                  <a:pt x="15" y="7"/>
                </a:cubicBezTo>
                <a:cubicBezTo>
                  <a:pt x="25" y="21"/>
                  <a:pt x="25" y="21"/>
                  <a:pt x="25" y="21"/>
                </a:cubicBezTo>
                <a:cubicBezTo>
                  <a:pt x="1" y="63"/>
                  <a:pt x="1" y="63"/>
                  <a:pt x="1" y="63"/>
                </a:cubicBezTo>
                <a:cubicBezTo>
                  <a:pt x="0" y="64"/>
                  <a:pt x="0" y="66"/>
                  <a:pt x="1" y="67"/>
                </a:cubicBezTo>
                <a:cubicBezTo>
                  <a:pt x="25" y="109"/>
                  <a:pt x="25" y="109"/>
                  <a:pt x="25" y="109"/>
                </a:cubicBezTo>
                <a:cubicBezTo>
                  <a:pt x="1" y="151"/>
                  <a:pt x="1" y="151"/>
                  <a:pt x="1" y="151"/>
                </a:cubicBezTo>
                <a:cubicBezTo>
                  <a:pt x="0" y="152"/>
                  <a:pt x="0" y="154"/>
                  <a:pt x="1" y="155"/>
                </a:cubicBezTo>
                <a:cubicBezTo>
                  <a:pt x="25" y="197"/>
                  <a:pt x="25" y="197"/>
                  <a:pt x="25" y="197"/>
                </a:cubicBezTo>
                <a:cubicBezTo>
                  <a:pt x="15" y="215"/>
                  <a:pt x="15" y="215"/>
                  <a:pt x="15" y="215"/>
                </a:cubicBezTo>
                <a:cubicBezTo>
                  <a:pt x="14" y="217"/>
                  <a:pt x="14" y="219"/>
                  <a:pt x="16" y="220"/>
                </a:cubicBezTo>
                <a:cubicBezTo>
                  <a:pt x="18" y="222"/>
                  <a:pt x="21" y="221"/>
                  <a:pt x="22" y="219"/>
                </a:cubicBezTo>
                <a:cubicBezTo>
                  <a:pt x="32" y="201"/>
                  <a:pt x="32" y="201"/>
                  <a:pt x="32" y="201"/>
                </a:cubicBezTo>
                <a:cubicBezTo>
                  <a:pt x="78" y="201"/>
                  <a:pt x="78" y="201"/>
                  <a:pt x="78" y="201"/>
                </a:cubicBezTo>
                <a:cubicBezTo>
                  <a:pt x="89" y="219"/>
                  <a:pt x="89" y="219"/>
                  <a:pt x="89" y="219"/>
                </a:cubicBezTo>
                <a:cubicBezTo>
                  <a:pt x="89" y="220"/>
                  <a:pt x="91" y="221"/>
                  <a:pt x="92" y="221"/>
                </a:cubicBezTo>
                <a:cubicBezTo>
                  <a:pt x="93" y="221"/>
                  <a:pt x="94" y="221"/>
                  <a:pt x="94" y="220"/>
                </a:cubicBezTo>
                <a:cubicBezTo>
                  <a:pt x="96" y="219"/>
                  <a:pt x="97" y="217"/>
                  <a:pt x="96" y="215"/>
                </a:cubicBezTo>
                <a:cubicBezTo>
                  <a:pt x="85" y="197"/>
                  <a:pt x="85" y="197"/>
                  <a:pt x="85" y="197"/>
                </a:cubicBezTo>
                <a:cubicBezTo>
                  <a:pt x="108" y="157"/>
                  <a:pt x="108" y="157"/>
                  <a:pt x="108" y="157"/>
                </a:cubicBezTo>
                <a:lnTo>
                  <a:pt x="122" y="157"/>
                </a:lnTo>
                <a:close/>
                <a:moveTo>
                  <a:pt x="9" y="65"/>
                </a:moveTo>
                <a:cubicBezTo>
                  <a:pt x="32" y="25"/>
                  <a:pt x="32" y="25"/>
                  <a:pt x="32" y="25"/>
                </a:cubicBezTo>
                <a:cubicBezTo>
                  <a:pt x="78" y="25"/>
                  <a:pt x="78" y="25"/>
                  <a:pt x="78" y="25"/>
                </a:cubicBezTo>
                <a:cubicBezTo>
                  <a:pt x="101" y="65"/>
                  <a:pt x="101" y="65"/>
                  <a:pt x="101" y="65"/>
                </a:cubicBezTo>
                <a:cubicBezTo>
                  <a:pt x="78" y="105"/>
                  <a:pt x="78" y="105"/>
                  <a:pt x="78" y="105"/>
                </a:cubicBezTo>
                <a:cubicBezTo>
                  <a:pt x="32" y="105"/>
                  <a:pt x="32" y="105"/>
                  <a:pt x="32" y="105"/>
                </a:cubicBezTo>
                <a:lnTo>
                  <a:pt x="9" y="65"/>
                </a:lnTo>
                <a:close/>
                <a:moveTo>
                  <a:pt x="78" y="193"/>
                </a:moveTo>
                <a:cubicBezTo>
                  <a:pt x="32" y="193"/>
                  <a:pt x="32" y="193"/>
                  <a:pt x="32" y="193"/>
                </a:cubicBezTo>
                <a:cubicBezTo>
                  <a:pt x="9" y="153"/>
                  <a:pt x="9" y="153"/>
                  <a:pt x="9" y="153"/>
                </a:cubicBezTo>
                <a:cubicBezTo>
                  <a:pt x="32" y="113"/>
                  <a:pt x="32" y="113"/>
                  <a:pt x="32" y="113"/>
                </a:cubicBezTo>
                <a:cubicBezTo>
                  <a:pt x="78" y="113"/>
                  <a:pt x="78" y="113"/>
                  <a:pt x="78" y="113"/>
                </a:cubicBezTo>
                <a:cubicBezTo>
                  <a:pt x="101" y="153"/>
                  <a:pt x="101" y="153"/>
                  <a:pt x="101" y="153"/>
                </a:cubicBezTo>
                <a:lnTo>
                  <a:pt x="78" y="193"/>
                </a:lnTo>
                <a:close/>
                <a:moveTo>
                  <a:pt x="39" y="38"/>
                </a:moveTo>
                <a:cubicBezTo>
                  <a:pt x="37" y="36"/>
                  <a:pt x="34" y="37"/>
                  <a:pt x="33" y="39"/>
                </a:cubicBezTo>
                <a:cubicBezTo>
                  <a:pt x="22" y="59"/>
                  <a:pt x="22" y="59"/>
                  <a:pt x="22" y="59"/>
                </a:cubicBezTo>
                <a:cubicBezTo>
                  <a:pt x="20" y="61"/>
                  <a:pt x="21" y="63"/>
                  <a:pt x="23" y="64"/>
                </a:cubicBezTo>
                <a:cubicBezTo>
                  <a:pt x="24" y="65"/>
                  <a:pt x="24" y="65"/>
                  <a:pt x="25" y="65"/>
                </a:cubicBezTo>
                <a:cubicBezTo>
                  <a:pt x="26" y="65"/>
                  <a:pt x="28" y="64"/>
                  <a:pt x="28" y="63"/>
                </a:cubicBezTo>
                <a:cubicBezTo>
                  <a:pt x="40" y="43"/>
                  <a:pt x="40" y="43"/>
                  <a:pt x="40" y="43"/>
                </a:cubicBezTo>
                <a:cubicBezTo>
                  <a:pt x="41" y="41"/>
                  <a:pt x="40" y="39"/>
                  <a:pt x="39" y="38"/>
                </a:cubicBezTo>
                <a:close/>
                <a:moveTo>
                  <a:pt x="39" y="126"/>
                </a:moveTo>
                <a:cubicBezTo>
                  <a:pt x="37" y="124"/>
                  <a:pt x="34" y="125"/>
                  <a:pt x="33" y="127"/>
                </a:cubicBezTo>
                <a:cubicBezTo>
                  <a:pt x="22" y="147"/>
                  <a:pt x="22" y="147"/>
                  <a:pt x="22" y="147"/>
                </a:cubicBezTo>
                <a:cubicBezTo>
                  <a:pt x="20" y="149"/>
                  <a:pt x="21" y="151"/>
                  <a:pt x="23" y="152"/>
                </a:cubicBezTo>
                <a:cubicBezTo>
                  <a:pt x="24" y="153"/>
                  <a:pt x="24" y="153"/>
                  <a:pt x="25" y="153"/>
                </a:cubicBezTo>
                <a:cubicBezTo>
                  <a:pt x="26" y="153"/>
                  <a:pt x="28" y="152"/>
                  <a:pt x="28" y="151"/>
                </a:cubicBezTo>
                <a:cubicBezTo>
                  <a:pt x="40" y="131"/>
                  <a:pt x="40" y="131"/>
                  <a:pt x="40" y="131"/>
                </a:cubicBezTo>
                <a:cubicBezTo>
                  <a:pt x="41" y="129"/>
                  <a:pt x="40" y="127"/>
                  <a:pt x="39" y="126"/>
                </a:cubicBezTo>
                <a:close/>
                <a:moveTo>
                  <a:pt x="251" y="226"/>
                </a:moveTo>
                <a:cubicBezTo>
                  <a:pt x="214" y="96"/>
                  <a:pt x="214" y="96"/>
                  <a:pt x="214" y="96"/>
                </a:cubicBezTo>
                <a:cubicBezTo>
                  <a:pt x="214" y="40"/>
                  <a:pt x="214" y="40"/>
                  <a:pt x="214" y="40"/>
                </a:cubicBezTo>
                <a:cubicBezTo>
                  <a:pt x="219" y="39"/>
                  <a:pt x="222" y="34"/>
                  <a:pt x="222" y="29"/>
                </a:cubicBezTo>
                <a:cubicBezTo>
                  <a:pt x="222" y="22"/>
                  <a:pt x="217" y="17"/>
                  <a:pt x="210" y="17"/>
                </a:cubicBezTo>
                <a:cubicBezTo>
                  <a:pt x="150" y="17"/>
                  <a:pt x="150" y="17"/>
                  <a:pt x="150" y="17"/>
                </a:cubicBezTo>
                <a:cubicBezTo>
                  <a:pt x="143" y="17"/>
                  <a:pt x="138" y="22"/>
                  <a:pt x="138" y="29"/>
                </a:cubicBezTo>
                <a:cubicBezTo>
                  <a:pt x="138" y="34"/>
                  <a:pt x="141" y="39"/>
                  <a:pt x="146" y="40"/>
                </a:cubicBezTo>
                <a:cubicBezTo>
                  <a:pt x="146" y="96"/>
                  <a:pt x="146" y="96"/>
                  <a:pt x="146" y="96"/>
                </a:cubicBezTo>
                <a:cubicBezTo>
                  <a:pt x="109" y="226"/>
                  <a:pt x="109" y="226"/>
                  <a:pt x="109" y="226"/>
                </a:cubicBezTo>
                <a:cubicBezTo>
                  <a:pt x="107" y="234"/>
                  <a:pt x="109" y="241"/>
                  <a:pt x="113" y="247"/>
                </a:cubicBezTo>
                <a:cubicBezTo>
                  <a:pt x="118" y="254"/>
                  <a:pt x="125" y="257"/>
                  <a:pt x="132" y="257"/>
                </a:cubicBezTo>
                <a:cubicBezTo>
                  <a:pt x="228" y="257"/>
                  <a:pt x="228" y="257"/>
                  <a:pt x="228" y="257"/>
                </a:cubicBezTo>
                <a:cubicBezTo>
                  <a:pt x="235" y="257"/>
                  <a:pt x="242" y="254"/>
                  <a:pt x="247" y="247"/>
                </a:cubicBezTo>
                <a:cubicBezTo>
                  <a:pt x="251" y="241"/>
                  <a:pt x="253" y="234"/>
                  <a:pt x="251" y="226"/>
                </a:cubicBezTo>
                <a:close/>
                <a:moveTo>
                  <a:pt x="240" y="243"/>
                </a:moveTo>
                <a:cubicBezTo>
                  <a:pt x="237" y="247"/>
                  <a:pt x="233" y="249"/>
                  <a:pt x="228" y="249"/>
                </a:cubicBezTo>
                <a:cubicBezTo>
                  <a:pt x="132" y="249"/>
                  <a:pt x="132" y="249"/>
                  <a:pt x="132" y="249"/>
                </a:cubicBezTo>
                <a:cubicBezTo>
                  <a:pt x="127" y="249"/>
                  <a:pt x="123" y="247"/>
                  <a:pt x="120" y="243"/>
                </a:cubicBezTo>
                <a:cubicBezTo>
                  <a:pt x="117" y="239"/>
                  <a:pt x="116" y="234"/>
                  <a:pt x="117" y="229"/>
                </a:cubicBezTo>
                <a:cubicBezTo>
                  <a:pt x="154" y="98"/>
                  <a:pt x="154" y="98"/>
                  <a:pt x="154" y="98"/>
                </a:cubicBezTo>
                <a:cubicBezTo>
                  <a:pt x="154" y="98"/>
                  <a:pt x="154" y="97"/>
                  <a:pt x="154" y="97"/>
                </a:cubicBezTo>
                <a:cubicBezTo>
                  <a:pt x="154" y="41"/>
                  <a:pt x="154" y="41"/>
                  <a:pt x="154" y="41"/>
                </a:cubicBezTo>
                <a:cubicBezTo>
                  <a:pt x="156" y="41"/>
                  <a:pt x="158" y="39"/>
                  <a:pt x="158" y="37"/>
                </a:cubicBezTo>
                <a:cubicBezTo>
                  <a:pt x="158" y="35"/>
                  <a:pt x="156" y="33"/>
                  <a:pt x="154" y="33"/>
                </a:cubicBezTo>
                <a:cubicBezTo>
                  <a:pt x="150" y="33"/>
                  <a:pt x="150" y="33"/>
                  <a:pt x="150" y="33"/>
                </a:cubicBezTo>
                <a:cubicBezTo>
                  <a:pt x="148" y="33"/>
                  <a:pt x="146" y="31"/>
                  <a:pt x="146" y="29"/>
                </a:cubicBezTo>
                <a:cubicBezTo>
                  <a:pt x="146" y="27"/>
                  <a:pt x="148" y="25"/>
                  <a:pt x="150" y="25"/>
                </a:cubicBezTo>
                <a:cubicBezTo>
                  <a:pt x="210" y="25"/>
                  <a:pt x="210" y="25"/>
                  <a:pt x="210" y="25"/>
                </a:cubicBezTo>
                <a:cubicBezTo>
                  <a:pt x="212" y="25"/>
                  <a:pt x="214" y="27"/>
                  <a:pt x="214" y="29"/>
                </a:cubicBezTo>
                <a:cubicBezTo>
                  <a:pt x="214" y="31"/>
                  <a:pt x="212" y="33"/>
                  <a:pt x="210" y="33"/>
                </a:cubicBezTo>
                <a:cubicBezTo>
                  <a:pt x="206" y="33"/>
                  <a:pt x="206" y="33"/>
                  <a:pt x="206" y="33"/>
                </a:cubicBezTo>
                <a:cubicBezTo>
                  <a:pt x="204" y="33"/>
                  <a:pt x="202" y="35"/>
                  <a:pt x="202" y="37"/>
                </a:cubicBezTo>
                <a:cubicBezTo>
                  <a:pt x="202" y="39"/>
                  <a:pt x="204" y="41"/>
                  <a:pt x="206" y="41"/>
                </a:cubicBezTo>
                <a:cubicBezTo>
                  <a:pt x="206" y="97"/>
                  <a:pt x="206" y="97"/>
                  <a:pt x="206" y="97"/>
                </a:cubicBezTo>
                <a:cubicBezTo>
                  <a:pt x="206" y="97"/>
                  <a:pt x="206" y="98"/>
                  <a:pt x="206" y="98"/>
                </a:cubicBezTo>
                <a:cubicBezTo>
                  <a:pt x="228" y="176"/>
                  <a:pt x="228" y="176"/>
                  <a:pt x="228" y="176"/>
                </a:cubicBezTo>
                <a:cubicBezTo>
                  <a:pt x="220" y="174"/>
                  <a:pt x="211" y="176"/>
                  <a:pt x="201" y="179"/>
                </a:cubicBezTo>
                <a:cubicBezTo>
                  <a:pt x="187" y="182"/>
                  <a:pt x="173" y="186"/>
                  <a:pt x="156" y="177"/>
                </a:cubicBezTo>
                <a:cubicBezTo>
                  <a:pt x="154" y="176"/>
                  <a:pt x="151" y="177"/>
                  <a:pt x="150" y="179"/>
                </a:cubicBezTo>
                <a:cubicBezTo>
                  <a:pt x="149" y="181"/>
                  <a:pt x="150" y="184"/>
                  <a:pt x="152" y="185"/>
                </a:cubicBezTo>
                <a:cubicBezTo>
                  <a:pt x="161" y="189"/>
                  <a:pt x="170" y="191"/>
                  <a:pt x="178" y="191"/>
                </a:cubicBezTo>
                <a:cubicBezTo>
                  <a:pt x="187" y="191"/>
                  <a:pt x="196" y="188"/>
                  <a:pt x="203" y="186"/>
                </a:cubicBezTo>
                <a:cubicBezTo>
                  <a:pt x="213" y="184"/>
                  <a:pt x="221" y="182"/>
                  <a:pt x="229" y="185"/>
                </a:cubicBezTo>
                <a:cubicBezTo>
                  <a:pt x="229" y="185"/>
                  <a:pt x="230" y="185"/>
                  <a:pt x="231" y="185"/>
                </a:cubicBezTo>
                <a:cubicBezTo>
                  <a:pt x="243" y="229"/>
                  <a:pt x="243" y="229"/>
                  <a:pt x="243" y="229"/>
                </a:cubicBezTo>
                <a:cubicBezTo>
                  <a:pt x="244" y="234"/>
                  <a:pt x="243" y="239"/>
                  <a:pt x="240" y="24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mn-cs"/>
            </a:endParaRPr>
          </a:p>
        </p:txBody>
      </p:sp>
      <p:sp>
        <p:nvSpPr>
          <p:cNvPr id="10" name="Freeform 135">
            <a:extLst>
              <a:ext uri="{FF2B5EF4-FFF2-40B4-BE49-F238E27FC236}">
                <a16:creationId xmlns:a16="http://schemas.microsoft.com/office/drawing/2014/main" id="{DC3C1DAD-B36F-418B-B8B2-791354AFB8C3}"/>
              </a:ext>
            </a:extLst>
          </p:cNvPr>
          <p:cNvSpPr>
            <a:spLocks noChangeAspect="1" noEditPoints="1"/>
          </p:cNvSpPr>
          <p:nvPr/>
        </p:nvSpPr>
        <p:spPr bwMode="auto">
          <a:xfrm>
            <a:off x="3474817" y="1485667"/>
            <a:ext cx="403225" cy="374650"/>
          </a:xfrm>
          <a:custGeom>
            <a:avLst/>
            <a:gdLst>
              <a:gd name="T0" fmla="*/ 129 w 258"/>
              <a:gd name="T1" fmla="*/ 188 h 240"/>
              <a:gd name="T2" fmla="*/ 145 w 258"/>
              <a:gd name="T3" fmla="*/ 172 h 240"/>
              <a:gd name="T4" fmla="*/ 148 w 258"/>
              <a:gd name="T5" fmla="*/ 92 h 240"/>
              <a:gd name="T6" fmla="*/ 143 w 258"/>
              <a:gd name="T7" fmla="*/ 78 h 240"/>
              <a:gd name="T8" fmla="*/ 129 w 258"/>
              <a:gd name="T9" fmla="*/ 72 h 240"/>
              <a:gd name="T10" fmla="*/ 129 w 258"/>
              <a:gd name="T11" fmla="*/ 72 h 240"/>
              <a:gd name="T12" fmla="*/ 115 w 258"/>
              <a:gd name="T13" fmla="*/ 78 h 240"/>
              <a:gd name="T14" fmla="*/ 110 w 258"/>
              <a:gd name="T15" fmla="*/ 92 h 240"/>
              <a:gd name="T16" fmla="*/ 113 w 258"/>
              <a:gd name="T17" fmla="*/ 172 h 240"/>
              <a:gd name="T18" fmla="*/ 129 w 258"/>
              <a:gd name="T19" fmla="*/ 188 h 240"/>
              <a:gd name="T20" fmla="*/ 121 w 258"/>
              <a:gd name="T21" fmla="*/ 83 h 240"/>
              <a:gd name="T22" fmla="*/ 129 w 258"/>
              <a:gd name="T23" fmla="*/ 80 h 240"/>
              <a:gd name="T24" fmla="*/ 129 w 258"/>
              <a:gd name="T25" fmla="*/ 80 h 240"/>
              <a:gd name="T26" fmla="*/ 137 w 258"/>
              <a:gd name="T27" fmla="*/ 83 h 240"/>
              <a:gd name="T28" fmla="*/ 140 w 258"/>
              <a:gd name="T29" fmla="*/ 92 h 240"/>
              <a:gd name="T30" fmla="*/ 137 w 258"/>
              <a:gd name="T31" fmla="*/ 172 h 240"/>
              <a:gd name="T32" fmla="*/ 129 w 258"/>
              <a:gd name="T33" fmla="*/ 180 h 240"/>
              <a:gd name="T34" fmla="*/ 121 w 258"/>
              <a:gd name="T35" fmla="*/ 172 h 240"/>
              <a:gd name="T36" fmla="*/ 118 w 258"/>
              <a:gd name="T37" fmla="*/ 92 h 240"/>
              <a:gd name="T38" fmla="*/ 121 w 258"/>
              <a:gd name="T39" fmla="*/ 83 h 240"/>
              <a:gd name="T40" fmla="*/ 129 w 258"/>
              <a:gd name="T41" fmla="*/ 200 h 240"/>
              <a:gd name="T42" fmla="*/ 109 w 258"/>
              <a:gd name="T43" fmla="*/ 220 h 240"/>
              <a:gd name="T44" fmla="*/ 129 w 258"/>
              <a:gd name="T45" fmla="*/ 240 h 240"/>
              <a:gd name="T46" fmla="*/ 149 w 258"/>
              <a:gd name="T47" fmla="*/ 220 h 240"/>
              <a:gd name="T48" fmla="*/ 129 w 258"/>
              <a:gd name="T49" fmla="*/ 200 h 240"/>
              <a:gd name="T50" fmla="*/ 129 w 258"/>
              <a:gd name="T51" fmla="*/ 232 h 240"/>
              <a:gd name="T52" fmla="*/ 117 w 258"/>
              <a:gd name="T53" fmla="*/ 220 h 240"/>
              <a:gd name="T54" fmla="*/ 129 w 258"/>
              <a:gd name="T55" fmla="*/ 208 h 240"/>
              <a:gd name="T56" fmla="*/ 141 w 258"/>
              <a:gd name="T57" fmla="*/ 220 h 240"/>
              <a:gd name="T58" fmla="*/ 129 w 258"/>
              <a:gd name="T59" fmla="*/ 232 h 240"/>
              <a:gd name="T60" fmla="*/ 254 w 258"/>
              <a:gd name="T61" fmla="*/ 191 h 240"/>
              <a:gd name="T62" fmla="*/ 148 w 258"/>
              <a:gd name="T63" fmla="*/ 11 h 240"/>
              <a:gd name="T64" fmla="*/ 129 w 258"/>
              <a:gd name="T65" fmla="*/ 0 h 240"/>
              <a:gd name="T66" fmla="*/ 110 w 258"/>
              <a:gd name="T67" fmla="*/ 11 h 240"/>
              <a:gd name="T68" fmla="*/ 4 w 258"/>
              <a:gd name="T69" fmla="*/ 191 h 240"/>
              <a:gd name="T70" fmla="*/ 4 w 258"/>
              <a:gd name="T71" fmla="*/ 213 h 240"/>
              <a:gd name="T72" fmla="*/ 23 w 258"/>
              <a:gd name="T73" fmla="*/ 224 h 240"/>
              <a:gd name="T74" fmla="*/ 93 w 258"/>
              <a:gd name="T75" fmla="*/ 224 h 240"/>
              <a:gd name="T76" fmla="*/ 93 w 258"/>
              <a:gd name="T77" fmla="*/ 216 h 240"/>
              <a:gd name="T78" fmla="*/ 23 w 258"/>
              <a:gd name="T79" fmla="*/ 216 h 240"/>
              <a:gd name="T80" fmla="*/ 11 w 258"/>
              <a:gd name="T81" fmla="*/ 209 h 240"/>
              <a:gd name="T82" fmla="*/ 11 w 258"/>
              <a:gd name="T83" fmla="*/ 195 h 240"/>
              <a:gd name="T84" fmla="*/ 117 w 258"/>
              <a:gd name="T85" fmla="*/ 15 h 240"/>
              <a:gd name="T86" fmla="*/ 129 w 258"/>
              <a:gd name="T87" fmla="*/ 8 h 240"/>
              <a:gd name="T88" fmla="*/ 141 w 258"/>
              <a:gd name="T89" fmla="*/ 15 h 240"/>
              <a:gd name="T90" fmla="*/ 247 w 258"/>
              <a:gd name="T91" fmla="*/ 195 h 240"/>
              <a:gd name="T92" fmla="*/ 247 w 258"/>
              <a:gd name="T93" fmla="*/ 209 h 240"/>
              <a:gd name="T94" fmla="*/ 235 w 258"/>
              <a:gd name="T95" fmla="*/ 216 h 240"/>
              <a:gd name="T96" fmla="*/ 165 w 258"/>
              <a:gd name="T97" fmla="*/ 216 h 240"/>
              <a:gd name="T98" fmla="*/ 165 w 258"/>
              <a:gd name="T99" fmla="*/ 224 h 240"/>
              <a:gd name="T100" fmla="*/ 235 w 258"/>
              <a:gd name="T101" fmla="*/ 224 h 240"/>
              <a:gd name="T102" fmla="*/ 254 w 258"/>
              <a:gd name="T103" fmla="*/ 213 h 240"/>
              <a:gd name="T104" fmla="*/ 254 w 258"/>
              <a:gd name="T105" fmla="*/ 19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8" h="240">
                <a:moveTo>
                  <a:pt x="129" y="188"/>
                </a:moveTo>
                <a:cubicBezTo>
                  <a:pt x="138" y="188"/>
                  <a:pt x="145" y="181"/>
                  <a:pt x="145" y="172"/>
                </a:cubicBezTo>
                <a:cubicBezTo>
                  <a:pt x="148" y="92"/>
                  <a:pt x="148" y="92"/>
                  <a:pt x="148" y="92"/>
                </a:cubicBezTo>
                <a:cubicBezTo>
                  <a:pt x="149" y="87"/>
                  <a:pt x="147" y="82"/>
                  <a:pt x="143" y="78"/>
                </a:cubicBezTo>
                <a:cubicBezTo>
                  <a:pt x="139" y="74"/>
                  <a:pt x="134" y="72"/>
                  <a:pt x="129" y="72"/>
                </a:cubicBezTo>
                <a:cubicBezTo>
                  <a:pt x="129" y="72"/>
                  <a:pt x="129" y="72"/>
                  <a:pt x="129" y="72"/>
                </a:cubicBezTo>
                <a:cubicBezTo>
                  <a:pt x="124" y="72"/>
                  <a:pt x="119" y="74"/>
                  <a:pt x="115" y="78"/>
                </a:cubicBezTo>
                <a:cubicBezTo>
                  <a:pt x="111" y="82"/>
                  <a:pt x="109" y="87"/>
                  <a:pt x="110" y="92"/>
                </a:cubicBezTo>
                <a:cubicBezTo>
                  <a:pt x="113" y="172"/>
                  <a:pt x="113" y="172"/>
                  <a:pt x="113" y="172"/>
                </a:cubicBezTo>
                <a:cubicBezTo>
                  <a:pt x="113" y="181"/>
                  <a:pt x="120" y="188"/>
                  <a:pt x="129" y="188"/>
                </a:cubicBezTo>
                <a:close/>
                <a:moveTo>
                  <a:pt x="121" y="83"/>
                </a:moveTo>
                <a:cubicBezTo>
                  <a:pt x="123" y="81"/>
                  <a:pt x="126" y="80"/>
                  <a:pt x="129" y="80"/>
                </a:cubicBezTo>
                <a:cubicBezTo>
                  <a:pt x="129" y="80"/>
                  <a:pt x="129" y="80"/>
                  <a:pt x="129" y="80"/>
                </a:cubicBezTo>
                <a:cubicBezTo>
                  <a:pt x="132" y="80"/>
                  <a:pt x="135" y="81"/>
                  <a:pt x="137" y="83"/>
                </a:cubicBezTo>
                <a:cubicBezTo>
                  <a:pt x="139" y="86"/>
                  <a:pt x="141" y="89"/>
                  <a:pt x="140" y="92"/>
                </a:cubicBezTo>
                <a:cubicBezTo>
                  <a:pt x="137" y="172"/>
                  <a:pt x="137" y="172"/>
                  <a:pt x="137" y="172"/>
                </a:cubicBezTo>
                <a:cubicBezTo>
                  <a:pt x="137" y="176"/>
                  <a:pt x="134" y="180"/>
                  <a:pt x="129" y="180"/>
                </a:cubicBezTo>
                <a:cubicBezTo>
                  <a:pt x="124" y="180"/>
                  <a:pt x="121" y="176"/>
                  <a:pt x="121" y="172"/>
                </a:cubicBezTo>
                <a:cubicBezTo>
                  <a:pt x="118" y="92"/>
                  <a:pt x="118" y="92"/>
                  <a:pt x="118" y="92"/>
                </a:cubicBezTo>
                <a:cubicBezTo>
                  <a:pt x="117" y="89"/>
                  <a:pt x="119" y="86"/>
                  <a:pt x="121" y="83"/>
                </a:cubicBezTo>
                <a:close/>
                <a:moveTo>
                  <a:pt x="129" y="200"/>
                </a:moveTo>
                <a:cubicBezTo>
                  <a:pt x="118" y="200"/>
                  <a:pt x="109" y="209"/>
                  <a:pt x="109" y="220"/>
                </a:cubicBezTo>
                <a:cubicBezTo>
                  <a:pt x="109" y="231"/>
                  <a:pt x="118" y="240"/>
                  <a:pt x="129" y="240"/>
                </a:cubicBezTo>
                <a:cubicBezTo>
                  <a:pt x="140" y="240"/>
                  <a:pt x="149" y="231"/>
                  <a:pt x="149" y="220"/>
                </a:cubicBezTo>
                <a:cubicBezTo>
                  <a:pt x="149" y="209"/>
                  <a:pt x="140" y="200"/>
                  <a:pt x="129" y="200"/>
                </a:cubicBezTo>
                <a:close/>
                <a:moveTo>
                  <a:pt x="129" y="232"/>
                </a:moveTo>
                <a:cubicBezTo>
                  <a:pt x="122" y="232"/>
                  <a:pt x="117" y="227"/>
                  <a:pt x="117" y="220"/>
                </a:cubicBezTo>
                <a:cubicBezTo>
                  <a:pt x="117" y="213"/>
                  <a:pt x="122" y="208"/>
                  <a:pt x="129" y="208"/>
                </a:cubicBezTo>
                <a:cubicBezTo>
                  <a:pt x="136" y="208"/>
                  <a:pt x="141" y="213"/>
                  <a:pt x="141" y="220"/>
                </a:cubicBezTo>
                <a:cubicBezTo>
                  <a:pt x="141" y="227"/>
                  <a:pt x="136" y="232"/>
                  <a:pt x="129" y="232"/>
                </a:cubicBezTo>
                <a:close/>
                <a:moveTo>
                  <a:pt x="254" y="191"/>
                </a:moveTo>
                <a:cubicBezTo>
                  <a:pt x="148" y="11"/>
                  <a:pt x="148" y="11"/>
                  <a:pt x="148" y="11"/>
                </a:cubicBezTo>
                <a:cubicBezTo>
                  <a:pt x="144" y="4"/>
                  <a:pt x="137" y="0"/>
                  <a:pt x="129" y="0"/>
                </a:cubicBezTo>
                <a:cubicBezTo>
                  <a:pt x="121" y="0"/>
                  <a:pt x="114" y="4"/>
                  <a:pt x="110" y="11"/>
                </a:cubicBezTo>
                <a:cubicBezTo>
                  <a:pt x="4" y="191"/>
                  <a:pt x="4" y="191"/>
                  <a:pt x="4" y="191"/>
                </a:cubicBezTo>
                <a:cubicBezTo>
                  <a:pt x="0" y="198"/>
                  <a:pt x="0" y="206"/>
                  <a:pt x="4" y="213"/>
                </a:cubicBezTo>
                <a:cubicBezTo>
                  <a:pt x="8" y="220"/>
                  <a:pt x="15" y="224"/>
                  <a:pt x="23" y="224"/>
                </a:cubicBezTo>
                <a:cubicBezTo>
                  <a:pt x="93" y="224"/>
                  <a:pt x="93" y="224"/>
                  <a:pt x="93" y="224"/>
                </a:cubicBezTo>
                <a:cubicBezTo>
                  <a:pt x="93" y="216"/>
                  <a:pt x="93" y="216"/>
                  <a:pt x="93" y="216"/>
                </a:cubicBezTo>
                <a:cubicBezTo>
                  <a:pt x="23" y="216"/>
                  <a:pt x="23" y="216"/>
                  <a:pt x="23" y="216"/>
                </a:cubicBezTo>
                <a:cubicBezTo>
                  <a:pt x="18" y="216"/>
                  <a:pt x="13" y="213"/>
                  <a:pt x="11" y="209"/>
                </a:cubicBezTo>
                <a:cubicBezTo>
                  <a:pt x="8" y="205"/>
                  <a:pt x="8" y="200"/>
                  <a:pt x="11" y="195"/>
                </a:cubicBezTo>
                <a:cubicBezTo>
                  <a:pt x="117" y="15"/>
                  <a:pt x="117" y="15"/>
                  <a:pt x="117" y="15"/>
                </a:cubicBezTo>
                <a:cubicBezTo>
                  <a:pt x="120" y="11"/>
                  <a:pt x="124" y="8"/>
                  <a:pt x="129" y="8"/>
                </a:cubicBezTo>
                <a:cubicBezTo>
                  <a:pt x="134" y="8"/>
                  <a:pt x="138" y="11"/>
                  <a:pt x="141" y="15"/>
                </a:cubicBezTo>
                <a:cubicBezTo>
                  <a:pt x="247" y="195"/>
                  <a:pt x="247" y="195"/>
                  <a:pt x="247" y="195"/>
                </a:cubicBezTo>
                <a:cubicBezTo>
                  <a:pt x="250" y="200"/>
                  <a:pt x="250" y="205"/>
                  <a:pt x="247" y="209"/>
                </a:cubicBezTo>
                <a:cubicBezTo>
                  <a:pt x="245" y="213"/>
                  <a:pt x="240" y="216"/>
                  <a:pt x="235" y="216"/>
                </a:cubicBezTo>
                <a:cubicBezTo>
                  <a:pt x="165" y="216"/>
                  <a:pt x="165" y="216"/>
                  <a:pt x="165" y="216"/>
                </a:cubicBezTo>
                <a:cubicBezTo>
                  <a:pt x="165" y="224"/>
                  <a:pt x="165" y="224"/>
                  <a:pt x="165" y="224"/>
                </a:cubicBezTo>
                <a:cubicBezTo>
                  <a:pt x="235" y="224"/>
                  <a:pt x="235" y="224"/>
                  <a:pt x="235" y="224"/>
                </a:cubicBezTo>
                <a:cubicBezTo>
                  <a:pt x="243" y="224"/>
                  <a:pt x="250" y="220"/>
                  <a:pt x="254" y="213"/>
                </a:cubicBezTo>
                <a:cubicBezTo>
                  <a:pt x="258" y="206"/>
                  <a:pt x="258" y="198"/>
                  <a:pt x="254" y="19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mn-cs"/>
            </a:endParaRPr>
          </a:p>
        </p:txBody>
      </p:sp>
      <p:sp>
        <p:nvSpPr>
          <p:cNvPr id="111" name="Text Placeholder 27">
            <a:extLst>
              <a:ext uri="{FF2B5EF4-FFF2-40B4-BE49-F238E27FC236}">
                <a16:creationId xmlns:a16="http://schemas.microsoft.com/office/drawing/2014/main" id="{5950A686-1C51-4CBF-BDE4-B9044AE81520}"/>
              </a:ext>
            </a:extLst>
          </p:cNvPr>
          <p:cNvSpPr txBox="1">
            <a:spLocks/>
          </p:cNvSpPr>
          <p:nvPr/>
        </p:nvSpPr>
        <p:spPr>
          <a:xfrm>
            <a:off x="4188264" y="1941370"/>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PI CLOUD</a:t>
            </a:r>
          </a:p>
        </p:txBody>
      </p:sp>
      <p:sp>
        <p:nvSpPr>
          <p:cNvPr id="112" name="Text Placeholder 29">
            <a:extLst>
              <a:ext uri="{FF2B5EF4-FFF2-40B4-BE49-F238E27FC236}">
                <a16:creationId xmlns:a16="http://schemas.microsoft.com/office/drawing/2014/main" id="{253ECAB2-3F8D-4127-A9E1-84C8095F683F}"/>
              </a:ext>
            </a:extLst>
          </p:cNvPr>
          <p:cNvSpPr txBox="1">
            <a:spLocks/>
          </p:cNvSpPr>
          <p:nvPr/>
        </p:nvSpPr>
        <p:spPr>
          <a:xfrm>
            <a:off x="5154092" y="1941370"/>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PI SERVER</a:t>
            </a:r>
          </a:p>
        </p:txBody>
      </p:sp>
      <p:sp>
        <p:nvSpPr>
          <p:cNvPr id="113" name="Text Placeholder 31">
            <a:extLst>
              <a:ext uri="{FF2B5EF4-FFF2-40B4-BE49-F238E27FC236}">
                <a16:creationId xmlns:a16="http://schemas.microsoft.com/office/drawing/2014/main" id="{0589A38E-EAF4-4052-B1D0-8C9B4C5ADD05}"/>
              </a:ext>
            </a:extLst>
          </p:cNvPr>
          <p:cNvSpPr txBox="1">
            <a:spLocks/>
          </p:cNvSpPr>
          <p:nvPr/>
        </p:nvSpPr>
        <p:spPr>
          <a:xfrm>
            <a:off x="6132668" y="1941370"/>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PI CORE</a:t>
            </a:r>
          </a:p>
        </p:txBody>
      </p:sp>
      <p:sp>
        <p:nvSpPr>
          <p:cNvPr id="114" name="Text Placeholder 33">
            <a:extLst>
              <a:ext uri="{FF2B5EF4-FFF2-40B4-BE49-F238E27FC236}">
                <a16:creationId xmlns:a16="http://schemas.microsoft.com/office/drawing/2014/main" id="{BEA3D647-D272-4247-8EDC-BE240DF96561}"/>
              </a:ext>
            </a:extLst>
          </p:cNvPr>
          <p:cNvSpPr txBox="1">
            <a:spLocks/>
          </p:cNvSpPr>
          <p:nvPr/>
        </p:nvSpPr>
        <p:spPr>
          <a:xfrm>
            <a:off x="7095673" y="1941370"/>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PI EDGE</a:t>
            </a:r>
          </a:p>
        </p:txBody>
      </p:sp>
      <p:sp>
        <p:nvSpPr>
          <p:cNvPr id="115" name="Text Placeholder 35">
            <a:extLst>
              <a:ext uri="{FF2B5EF4-FFF2-40B4-BE49-F238E27FC236}">
                <a16:creationId xmlns:a16="http://schemas.microsoft.com/office/drawing/2014/main" id="{B71791A2-0E30-4054-8D3A-3BFB1E582D50}"/>
              </a:ext>
            </a:extLst>
          </p:cNvPr>
          <p:cNvSpPr>
            <a:spLocks noGrp="1"/>
          </p:cNvSpPr>
          <p:nvPr>
            <p:ph type="body" sz="quarter" idx="19"/>
          </p:nvPr>
        </p:nvSpPr>
        <p:spPr>
          <a:xfrm>
            <a:off x="8060316" y="1941370"/>
            <a:ext cx="908050" cy="303213"/>
          </a:xfrm>
        </p:spPr>
        <p:txBody>
          <a:bodyPr/>
          <a:lstStyle/>
          <a:p>
            <a:r>
              <a:rPr lang="en-US">
                <a:solidFill>
                  <a:schemeClr val="bg1">
                    <a:lumMod val="50000"/>
                  </a:schemeClr>
                </a:solidFill>
              </a:rPr>
              <a:t>PI DATA LINK</a:t>
            </a:r>
          </a:p>
        </p:txBody>
      </p:sp>
      <p:sp>
        <p:nvSpPr>
          <p:cNvPr id="116" name="Text Placeholder 39">
            <a:extLst>
              <a:ext uri="{FF2B5EF4-FFF2-40B4-BE49-F238E27FC236}">
                <a16:creationId xmlns:a16="http://schemas.microsoft.com/office/drawing/2014/main" id="{94782C5F-7AC9-4549-9B8D-302212579FFF}"/>
              </a:ext>
            </a:extLst>
          </p:cNvPr>
          <p:cNvSpPr>
            <a:spLocks noGrp="1"/>
          </p:cNvSpPr>
          <p:nvPr>
            <p:ph type="body" sz="quarter" idx="21"/>
          </p:nvPr>
        </p:nvSpPr>
        <p:spPr>
          <a:xfrm>
            <a:off x="9023729" y="1941370"/>
            <a:ext cx="908050" cy="303213"/>
          </a:xfrm>
        </p:spPr>
        <p:txBody>
          <a:bodyPr/>
          <a:lstStyle/>
          <a:p>
            <a:r>
              <a:rPr lang="en-US">
                <a:solidFill>
                  <a:schemeClr val="bg1">
                    <a:lumMod val="50000"/>
                  </a:schemeClr>
                </a:solidFill>
              </a:rPr>
              <a:t>PI VISION</a:t>
            </a:r>
          </a:p>
        </p:txBody>
      </p:sp>
      <p:sp>
        <p:nvSpPr>
          <p:cNvPr id="117" name="Text Placeholder 41">
            <a:extLst>
              <a:ext uri="{FF2B5EF4-FFF2-40B4-BE49-F238E27FC236}">
                <a16:creationId xmlns:a16="http://schemas.microsoft.com/office/drawing/2014/main" id="{F4ECD180-867B-4020-AE3C-0F87296E600E}"/>
              </a:ext>
            </a:extLst>
          </p:cNvPr>
          <p:cNvSpPr>
            <a:spLocks noGrp="1"/>
          </p:cNvSpPr>
          <p:nvPr>
            <p:ph type="body" sz="quarter" idx="23"/>
          </p:nvPr>
        </p:nvSpPr>
        <p:spPr>
          <a:xfrm>
            <a:off x="10001800" y="1941370"/>
            <a:ext cx="908050" cy="303213"/>
          </a:xfrm>
        </p:spPr>
        <p:txBody>
          <a:bodyPr/>
          <a:lstStyle/>
          <a:p>
            <a:r>
              <a:rPr lang="en-US">
                <a:solidFill>
                  <a:schemeClr val="bg1">
                    <a:lumMod val="50000"/>
                  </a:schemeClr>
                </a:solidFill>
              </a:rPr>
              <a:t>PIMANUAL</a:t>
            </a:r>
            <a:br>
              <a:rPr lang="en-US">
                <a:solidFill>
                  <a:schemeClr val="bg1">
                    <a:lumMod val="50000"/>
                  </a:schemeClr>
                </a:solidFill>
              </a:rPr>
            </a:br>
            <a:r>
              <a:rPr lang="en-US">
                <a:solidFill>
                  <a:schemeClr val="bg1">
                    <a:lumMod val="50000"/>
                  </a:schemeClr>
                </a:solidFill>
              </a:rPr>
              <a:t>LOGGER</a:t>
            </a:r>
          </a:p>
        </p:txBody>
      </p:sp>
      <p:sp>
        <p:nvSpPr>
          <p:cNvPr id="118" name="Text Placeholder 44">
            <a:extLst>
              <a:ext uri="{FF2B5EF4-FFF2-40B4-BE49-F238E27FC236}">
                <a16:creationId xmlns:a16="http://schemas.microsoft.com/office/drawing/2014/main" id="{78953082-3248-42F2-BCA5-A201ACC6A5C1}"/>
              </a:ext>
            </a:extLst>
          </p:cNvPr>
          <p:cNvSpPr>
            <a:spLocks noGrp="1"/>
          </p:cNvSpPr>
          <p:nvPr>
            <p:ph type="body" sz="quarter" idx="25"/>
          </p:nvPr>
        </p:nvSpPr>
        <p:spPr>
          <a:xfrm>
            <a:off x="10971148" y="1941370"/>
            <a:ext cx="908050" cy="303213"/>
          </a:xfrm>
        </p:spPr>
        <p:txBody>
          <a:bodyPr/>
          <a:lstStyle/>
          <a:p>
            <a:r>
              <a:rPr lang="en-US">
                <a:solidFill>
                  <a:schemeClr val="bg1">
                    <a:lumMod val="50000"/>
                  </a:schemeClr>
                </a:solidFill>
              </a:rPr>
              <a:t>EDGE DATA</a:t>
            </a:r>
            <a:br>
              <a:rPr lang="en-US">
                <a:solidFill>
                  <a:schemeClr val="bg1">
                    <a:lumMod val="50000"/>
                  </a:schemeClr>
                </a:solidFill>
              </a:rPr>
            </a:br>
            <a:r>
              <a:rPr lang="en-US">
                <a:solidFill>
                  <a:schemeClr val="bg1">
                    <a:lumMod val="50000"/>
                  </a:schemeClr>
                </a:solidFill>
              </a:rPr>
              <a:t>STORE</a:t>
            </a:r>
          </a:p>
        </p:txBody>
      </p:sp>
      <p:pic>
        <p:nvPicPr>
          <p:cNvPr id="119" name="Graphic 118">
            <a:extLst>
              <a:ext uri="{FF2B5EF4-FFF2-40B4-BE49-F238E27FC236}">
                <a16:creationId xmlns:a16="http://schemas.microsoft.com/office/drawing/2014/main" id="{386DC905-567C-4D28-9E6E-31F580C9F44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42489" y="1528766"/>
            <a:ext cx="399600" cy="270697"/>
          </a:xfrm>
          <a:prstGeom prst="rect">
            <a:avLst/>
          </a:prstGeom>
        </p:spPr>
      </p:pic>
      <p:pic>
        <p:nvPicPr>
          <p:cNvPr id="120" name="Graphic 119">
            <a:extLst>
              <a:ext uri="{FF2B5EF4-FFF2-40B4-BE49-F238E27FC236}">
                <a16:creationId xmlns:a16="http://schemas.microsoft.com/office/drawing/2014/main" id="{5D1FD799-080E-40A8-A51C-3B84320F87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6893" y="1487662"/>
            <a:ext cx="399600" cy="335148"/>
          </a:xfrm>
          <a:prstGeom prst="rect">
            <a:avLst/>
          </a:prstGeom>
        </p:spPr>
      </p:pic>
      <p:pic>
        <p:nvPicPr>
          <p:cNvPr id="121" name="Graphic 120">
            <a:extLst>
              <a:ext uri="{FF2B5EF4-FFF2-40B4-BE49-F238E27FC236}">
                <a16:creationId xmlns:a16="http://schemas.microsoft.com/office/drawing/2014/main" id="{1F315BB9-37C3-4505-A801-5A7F9A8E84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59566" y="1473192"/>
            <a:ext cx="380265" cy="399600"/>
          </a:xfrm>
          <a:prstGeom prst="rect">
            <a:avLst/>
          </a:prstGeom>
        </p:spPr>
      </p:pic>
      <p:pic>
        <p:nvPicPr>
          <p:cNvPr id="122" name="Graphic 121">
            <a:extLst>
              <a:ext uri="{FF2B5EF4-FFF2-40B4-BE49-F238E27FC236}">
                <a16:creationId xmlns:a16="http://schemas.microsoft.com/office/drawing/2014/main" id="{D1CEA626-70A4-4717-8857-151A29251A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14541" y="1495318"/>
            <a:ext cx="399600" cy="337593"/>
          </a:xfrm>
          <a:prstGeom prst="rect">
            <a:avLst/>
          </a:prstGeom>
        </p:spPr>
      </p:pic>
      <p:pic>
        <p:nvPicPr>
          <p:cNvPr id="123" name="Graphic 122">
            <a:extLst>
              <a:ext uri="{FF2B5EF4-FFF2-40B4-BE49-F238E27FC236}">
                <a16:creationId xmlns:a16="http://schemas.microsoft.com/office/drawing/2014/main" id="{CC13D772-3B96-40BD-87A6-2BC679AC13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77954" y="1473192"/>
            <a:ext cx="399600" cy="399600"/>
          </a:xfrm>
          <a:prstGeom prst="rect">
            <a:avLst/>
          </a:prstGeom>
        </p:spPr>
      </p:pic>
      <p:pic>
        <p:nvPicPr>
          <p:cNvPr id="124" name="Graphic 123">
            <a:extLst>
              <a:ext uri="{FF2B5EF4-FFF2-40B4-BE49-F238E27FC236}">
                <a16:creationId xmlns:a16="http://schemas.microsoft.com/office/drawing/2014/main" id="{56B7277A-9970-4FDB-B0C2-F3E86B95518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34098" y="1473192"/>
            <a:ext cx="348039" cy="399600"/>
          </a:xfrm>
          <a:prstGeom prst="rect">
            <a:avLst/>
          </a:prstGeom>
        </p:spPr>
      </p:pic>
      <p:pic>
        <p:nvPicPr>
          <p:cNvPr id="125" name="Graphic 124">
            <a:extLst>
              <a:ext uri="{FF2B5EF4-FFF2-40B4-BE49-F238E27FC236}">
                <a16:creationId xmlns:a16="http://schemas.microsoft.com/office/drawing/2014/main" id="{62D93E26-C673-4B8C-9D97-E992808DE1A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01141" y="1473192"/>
            <a:ext cx="309368" cy="399600"/>
          </a:xfrm>
          <a:prstGeom prst="rect">
            <a:avLst/>
          </a:prstGeom>
        </p:spPr>
      </p:pic>
      <p:pic>
        <p:nvPicPr>
          <p:cNvPr id="126" name="Graphic 125">
            <a:extLst>
              <a:ext uri="{FF2B5EF4-FFF2-40B4-BE49-F238E27FC236}">
                <a16:creationId xmlns:a16="http://schemas.microsoft.com/office/drawing/2014/main" id="{E47BC995-E833-4DE2-80FC-8865F91020B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225373" y="1565857"/>
            <a:ext cx="399600" cy="232026"/>
          </a:xfrm>
          <a:prstGeom prst="rect">
            <a:avLst/>
          </a:prstGeom>
        </p:spPr>
      </p:pic>
      <p:sp>
        <p:nvSpPr>
          <p:cNvPr id="127" name="Text Placeholder 46">
            <a:extLst>
              <a:ext uri="{FF2B5EF4-FFF2-40B4-BE49-F238E27FC236}">
                <a16:creationId xmlns:a16="http://schemas.microsoft.com/office/drawing/2014/main" id="{1BFB3DED-1E54-4946-8467-EABC2F535B71}"/>
              </a:ext>
            </a:extLst>
          </p:cNvPr>
          <p:cNvSpPr>
            <a:spLocks noGrp="1"/>
          </p:cNvSpPr>
          <p:nvPr>
            <p:ph type="body" sz="quarter" idx="27"/>
          </p:nvPr>
        </p:nvSpPr>
        <p:spPr>
          <a:xfrm>
            <a:off x="313723" y="2917477"/>
            <a:ext cx="908050" cy="303213"/>
          </a:xfrm>
        </p:spPr>
        <p:txBody>
          <a:bodyPr>
            <a:normAutofit/>
          </a:bodyPr>
          <a:lstStyle/>
          <a:p>
            <a:r>
              <a:rPr lang="en-US">
                <a:solidFill>
                  <a:schemeClr val="bg1">
                    <a:lumMod val="50000"/>
                  </a:schemeClr>
                </a:solidFill>
              </a:rPr>
              <a:t>GENERIC</a:t>
            </a:r>
            <a:br>
              <a:rPr lang="en-US">
                <a:solidFill>
                  <a:schemeClr val="bg1">
                    <a:lumMod val="50000"/>
                  </a:schemeClr>
                </a:solidFill>
              </a:rPr>
            </a:br>
            <a:r>
              <a:rPr lang="en-US">
                <a:solidFill>
                  <a:schemeClr val="bg1">
                    <a:lumMod val="50000"/>
                  </a:schemeClr>
                </a:solidFill>
              </a:rPr>
              <a:t>APPS</a:t>
            </a:r>
          </a:p>
        </p:txBody>
      </p:sp>
      <p:sp>
        <p:nvSpPr>
          <p:cNvPr id="128" name="Text Placeholder 48">
            <a:extLst>
              <a:ext uri="{FF2B5EF4-FFF2-40B4-BE49-F238E27FC236}">
                <a16:creationId xmlns:a16="http://schemas.microsoft.com/office/drawing/2014/main" id="{48BC623F-EDC0-4A9E-8251-8022776A1411}"/>
              </a:ext>
            </a:extLst>
          </p:cNvPr>
          <p:cNvSpPr>
            <a:spLocks noGrp="1"/>
          </p:cNvSpPr>
          <p:nvPr>
            <p:ph type="body" sz="quarter" idx="29"/>
          </p:nvPr>
        </p:nvSpPr>
        <p:spPr>
          <a:xfrm>
            <a:off x="1302128" y="2917477"/>
            <a:ext cx="908050" cy="303213"/>
          </a:xfrm>
        </p:spPr>
        <p:txBody>
          <a:bodyPr/>
          <a:lstStyle/>
          <a:p>
            <a:r>
              <a:rPr lang="en-US">
                <a:solidFill>
                  <a:schemeClr val="bg1">
                    <a:lumMod val="50000"/>
                  </a:schemeClr>
                </a:solidFill>
              </a:rPr>
              <a:t>ON-PREM</a:t>
            </a:r>
            <a:br>
              <a:rPr lang="en-US">
                <a:solidFill>
                  <a:schemeClr val="bg1">
                    <a:lumMod val="50000"/>
                  </a:schemeClr>
                </a:solidFill>
              </a:rPr>
            </a:br>
            <a:r>
              <a:rPr lang="en-US">
                <a:solidFill>
                  <a:schemeClr val="bg1">
                    <a:lumMod val="50000"/>
                  </a:schemeClr>
                </a:solidFill>
              </a:rPr>
              <a:t>DATA</a:t>
            </a:r>
          </a:p>
        </p:txBody>
      </p:sp>
      <p:sp>
        <p:nvSpPr>
          <p:cNvPr id="129" name="Text Placeholder 50">
            <a:extLst>
              <a:ext uri="{FF2B5EF4-FFF2-40B4-BE49-F238E27FC236}">
                <a16:creationId xmlns:a16="http://schemas.microsoft.com/office/drawing/2014/main" id="{0F03C489-603B-46A6-8F78-D2CFEAD857EF}"/>
              </a:ext>
            </a:extLst>
          </p:cNvPr>
          <p:cNvSpPr>
            <a:spLocks noGrp="1"/>
          </p:cNvSpPr>
          <p:nvPr>
            <p:ph type="body" sz="quarter" idx="31"/>
          </p:nvPr>
        </p:nvSpPr>
        <p:spPr>
          <a:xfrm>
            <a:off x="2257483" y="2917477"/>
            <a:ext cx="908050" cy="303213"/>
          </a:xfrm>
        </p:spPr>
        <p:txBody>
          <a:bodyPr>
            <a:normAutofit/>
          </a:bodyPr>
          <a:lstStyle/>
          <a:p>
            <a:r>
              <a:rPr lang="en-US">
                <a:solidFill>
                  <a:schemeClr val="bg1">
                    <a:lumMod val="50000"/>
                  </a:schemeClr>
                </a:solidFill>
              </a:rPr>
              <a:t>PROCESS AND</a:t>
            </a:r>
            <a:br>
              <a:rPr lang="en-US">
                <a:solidFill>
                  <a:schemeClr val="bg1">
                    <a:lumMod val="50000"/>
                  </a:schemeClr>
                </a:solidFill>
              </a:rPr>
            </a:br>
            <a:r>
              <a:rPr lang="en-US">
                <a:solidFill>
                  <a:schemeClr val="bg1">
                    <a:lumMod val="50000"/>
                  </a:schemeClr>
                </a:solidFill>
              </a:rPr>
              <a:t>CONTROL SYSTEMS</a:t>
            </a:r>
          </a:p>
        </p:txBody>
      </p:sp>
      <p:sp>
        <p:nvSpPr>
          <p:cNvPr id="130" name="Text Placeholder 52">
            <a:extLst>
              <a:ext uri="{FF2B5EF4-FFF2-40B4-BE49-F238E27FC236}">
                <a16:creationId xmlns:a16="http://schemas.microsoft.com/office/drawing/2014/main" id="{A5106E57-1F0F-4CB8-B40D-685B5CB8784A}"/>
              </a:ext>
            </a:extLst>
          </p:cNvPr>
          <p:cNvSpPr>
            <a:spLocks noGrp="1"/>
          </p:cNvSpPr>
          <p:nvPr>
            <p:ph type="body" sz="quarter" idx="33"/>
          </p:nvPr>
        </p:nvSpPr>
        <p:spPr>
          <a:xfrm>
            <a:off x="3222404" y="2917477"/>
            <a:ext cx="908050" cy="303213"/>
          </a:xfrm>
        </p:spPr>
        <p:txBody>
          <a:bodyPr>
            <a:normAutofit/>
          </a:bodyPr>
          <a:lstStyle/>
          <a:p>
            <a:r>
              <a:rPr lang="en-US">
                <a:solidFill>
                  <a:schemeClr val="bg1">
                    <a:lumMod val="50000"/>
                  </a:schemeClr>
                </a:solidFill>
              </a:rPr>
              <a:t>CLOUD</a:t>
            </a:r>
            <a:br>
              <a:rPr lang="en-US">
                <a:solidFill>
                  <a:schemeClr val="bg1">
                    <a:lumMod val="50000"/>
                  </a:schemeClr>
                </a:solidFill>
              </a:rPr>
            </a:br>
            <a:r>
              <a:rPr lang="en-US">
                <a:solidFill>
                  <a:schemeClr val="bg1">
                    <a:lumMod val="50000"/>
                  </a:schemeClr>
                </a:solidFill>
              </a:rPr>
              <a:t>AGGREGATION</a:t>
            </a:r>
          </a:p>
        </p:txBody>
      </p:sp>
      <p:pic>
        <p:nvPicPr>
          <p:cNvPr id="131" name="Graphic 130">
            <a:extLst>
              <a:ext uri="{FF2B5EF4-FFF2-40B4-BE49-F238E27FC236}">
                <a16:creationId xmlns:a16="http://schemas.microsoft.com/office/drawing/2014/main" id="{0378F890-CB5A-407D-AA50-3AE86F0D4C2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7616" y="2431649"/>
            <a:ext cx="380265" cy="399600"/>
          </a:xfrm>
          <a:prstGeom prst="rect">
            <a:avLst/>
          </a:prstGeom>
        </p:spPr>
      </p:pic>
      <p:pic>
        <p:nvPicPr>
          <p:cNvPr id="132" name="Graphic 131">
            <a:extLst>
              <a:ext uri="{FF2B5EF4-FFF2-40B4-BE49-F238E27FC236}">
                <a16:creationId xmlns:a16="http://schemas.microsoft.com/office/drawing/2014/main" id="{B96224A5-466D-47DA-9088-A828C905D5A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56353" y="2444540"/>
            <a:ext cx="399600" cy="373819"/>
          </a:xfrm>
          <a:prstGeom prst="rect">
            <a:avLst/>
          </a:prstGeom>
        </p:spPr>
      </p:pic>
      <p:pic>
        <p:nvPicPr>
          <p:cNvPr id="133" name="Graphic 132">
            <a:extLst>
              <a:ext uri="{FF2B5EF4-FFF2-40B4-BE49-F238E27FC236}">
                <a16:creationId xmlns:a16="http://schemas.microsoft.com/office/drawing/2014/main" id="{789D9BD1-836D-4B91-89AC-9A142CCB70C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508486" y="2431649"/>
            <a:ext cx="406045" cy="399600"/>
          </a:xfrm>
          <a:prstGeom prst="rect">
            <a:avLst/>
          </a:prstGeom>
        </p:spPr>
      </p:pic>
      <p:pic>
        <p:nvPicPr>
          <p:cNvPr id="134" name="Graphic 133">
            <a:extLst>
              <a:ext uri="{FF2B5EF4-FFF2-40B4-BE49-F238E27FC236}">
                <a16:creationId xmlns:a16="http://schemas.microsoft.com/office/drawing/2014/main" id="{AEE9A417-57C8-42BF-A1B8-A21EE704650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479852" y="2431649"/>
            <a:ext cx="393155" cy="399600"/>
          </a:xfrm>
          <a:prstGeom prst="rect">
            <a:avLst/>
          </a:prstGeom>
        </p:spPr>
      </p:pic>
      <p:sp>
        <p:nvSpPr>
          <p:cNvPr id="135" name="Text Placeholder 54">
            <a:extLst>
              <a:ext uri="{FF2B5EF4-FFF2-40B4-BE49-F238E27FC236}">
                <a16:creationId xmlns:a16="http://schemas.microsoft.com/office/drawing/2014/main" id="{A3076363-8EB2-42CB-BD87-34F57C873AF8}"/>
              </a:ext>
            </a:extLst>
          </p:cNvPr>
          <p:cNvSpPr>
            <a:spLocks noGrp="1"/>
          </p:cNvSpPr>
          <p:nvPr>
            <p:ph type="body" sz="quarter" idx="35"/>
          </p:nvPr>
        </p:nvSpPr>
        <p:spPr>
          <a:xfrm>
            <a:off x="4188264" y="2917477"/>
            <a:ext cx="908050" cy="303213"/>
          </a:xfrm>
        </p:spPr>
        <p:txBody>
          <a:bodyPr>
            <a:normAutofit/>
          </a:bodyPr>
          <a:lstStyle/>
          <a:p>
            <a:r>
              <a:rPr lang="en-US">
                <a:solidFill>
                  <a:schemeClr val="bg1">
                    <a:lumMod val="50000"/>
                  </a:schemeClr>
                </a:solidFill>
              </a:rPr>
              <a:t>AI/ML</a:t>
            </a:r>
            <a:br>
              <a:rPr lang="en-US">
                <a:solidFill>
                  <a:schemeClr val="bg1">
                    <a:lumMod val="50000"/>
                  </a:schemeClr>
                </a:solidFill>
              </a:rPr>
            </a:br>
            <a:r>
              <a:rPr lang="en-US">
                <a:solidFill>
                  <a:schemeClr val="bg1">
                    <a:lumMod val="50000"/>
                  </a:schemeClr>
                </a:solidFill>
              </a:rPr>
              <a:t>PLATFORMS</a:t>
            </a:r>
          </a:p>
        </p:txBody>
      </p:sp>
      <p:sp>
        <p:nvSpPr>
          <p:cNvPr id="136" name="Text Placeholder 56">
            <a:extLst>
              <a:ext uri="{FF2B5EF4-FFF2-40B4-BE49-F238E27FC236}">
                <a16:creationId xmlns:a16="http://schemas.microsoft.com/office/drawing/2014/main" id="{28D5AE1F-6E5A-43CB-AE49-56C11E9C5886}"/>
              </a:ext>
            </a:extLst>
          </p:cNvPr>
          <p:cNvSpPr>
            <a:spLocks noGrp="1"/>
          </p:cNvSpPr>
          <p:nvPr>
            <p:ph type="body" sz="quarter" idx="37"/>
          </p:nvPr>
        </p:nvSpPr>
        <p:spPr>
          <a:xfrm>
            <a:off x="5154092" y="2917477"/>
            <a:ext cx="908050" cy="303213"/>
          </a:xfrm>
        </p:spPr>
        <p:txBody>
          <a:bodyPr/>
          <a:lstStyle/>
          <a:p>
            <a:r>
              <a:rPr lang="en-US">
                <a:solidFill>
                  <a:schemeClr val="bg1">
                    <a:lumMod val="50000"/>
                  </a:schemeClr>
                </a:solidFill>
              </a:rPr>
              <a:t>IOT GATE WAY</a:t>
            </a:r>
          </a:p>
        </p:txBody>
      </p:sp>
      <p:sp>
        <p:nvSpPr>
          <p:cNvPr id="137" name="Text Placeholder 58">
            <a:extLst>
              <a:ext uri="{FF2B5EF4-FFF2-40B4-BE49-F238E27FC236}">
                <a16:creationId xmlns:a16="http://schemas.microsoft.com/office/drawing/2014/main" id="{BE74BA82-557F-46FD-BB9B-578548943C73}"/>
              </a:ext>
            </a:extLst>
          </p:cNvPr>
          <p:cNvSpPr>
            <a:spLocks noGrp="1"/>
          </p:cNvSpPr>
          <p:nvPr>
            <p:ph type="body" sz="quarter" idx="39"/>
          </p:nvPr>
        </p:nvSpPr>
        <p:spPr>
          <a:xfrm>
            <a:off x="6132668" y="2917477"/>
            <a:ext cx="908050" cy="303213"/>
          </a:xfrm>
        </p:spPr>
        <p:txBody>
          <a:bodyPr>
            <a:normAutofit/>
          </a:bodyPr>
          <a:lstStyle/>
          <a:p>
            <a:r>
              <a:rPr lang="en-US">
                <a:solidFill>
                  <a:schemeClr val="bg1">
                    <a:lumMod val="50000"/>
                  </a:schemeClr>
                </a:solidFill>
              </a:rPr>
              <a:t>LINE OF BUSINESS</a:t>
            </a:r>
            <a:br>
              <a:rPr lang="en-US">
                <a:solidFill>
                  <a:schemeClr val="bg1">
                    <a:lumMod val="50000"/>
                  </a:schemeClr>
                </a:solidFill>
              </a:rPr>
            </a:br>
            <a:r>
              <a:rPr lang="en-US">
                <a:solidFill>
                  <a:schemeClr val="bg1">
                    <a:lumMod val="50000"/>
                  </a:schemeClr>
                </a:solidFill>
              </a:rPr>
              <a:t>SYSTEMS</a:t>
            </a:r>
          </a:p>
        </p:txBody>
      </p:sp>
      <p:sp>
        <p:nvSpPr>
          <p:cNvPr id="138" name="Text Placeholder 60">
            <a:extLst>
              <a:ext uri="{FF2B5EF4-FFF2-40B4-BE49-F238E27FC236}">
                <a16:creationId xmlns:a16="http://schemas.microsoft.com/office/drawing/2014/main" id="{5AC99CAA-9CE3-4720-B1C3-F5C86D85D844}"/>
              </a:ext>
            </a:extLst>
          </p:cNvPr>
          <p:cNvSpPr>
            <a:spLocks noGrp="1"/>
          </p:cNvSpPr>
          <p:nvPr>
            <p:ph type="body" sz="quarter" idx="41"/>
          </p:nvPr>
        </p:nvSpPr>
        <p:spPr>
          <a:xfrm>
            <a:off x="7095673" y="2917477"/>
            <a:ext cx="908050" cy="303213"/>
          </a:xfrm>
        </p:spPr>
        <p:txBody>
          <a:bodyPr/>
          <a:lstStyle/>
          <a:p>
            <a:r>
              <a:rPr lang="en-US">
                <a:solidFill>
                  <a:schemeClr val="bg1">
                    <a:lumMod val="50000"/>
                  </a:schemeClr>
                </a:solidFill>
              </a:rPr>
              <a:t>SHAPE</a:t>
            </a:r>
          </a:p>
        </p:txBody>
      </p:sp>
      <p:sp>
        <p:nvSpPr>
          <p:cNvPr id="139" name="Text Placeholder 62">
            <a:extLst>
              <a:ext uri="{FF2B5EF4-FFF2-40B4-BE49-F238E27FC236}">
                <a16:creationId xmlns:a16="http://schemas.microsoft.com/office/drawing/2014/main" id="{028ED34E-9E1C-4E4C-BE4E-B5FE3DBF96FF}"/>
              </a:ext>
            </a:extLst>
          </p:cNvPr>
          <p:cNvSpPr>
            <a:spLocks noGrp="1"/>
          </p:cNvSpPr>
          <p:nvPr>
            <p:ph type="body" sz="quarter" idx="43"/>
          </p:nvPr>
        </p:nvSpPr>
        <p:spPr>
          <a:xfrm>
            <a:off x="8060316" y="2917477"/>
            <a:ext cx="908050" cy="303213"/>
          </a:xfrm>
        </p:spPr>
        <p:txBody>
          <a:bodyPr>
            <a:normAutofit/>
          </a:bodyPr>
          <a:lstStyle/>
          <a:p>
            <a:r>
              <a:rPr lang="en-US">
                <a:solidFill>
                  <a:schemeClr val="bg1">
                    <a:lumMod val="50000"/>
                  </a:schemeClr>
                </a:solidFill>
              </a:rPr>
              <a:t>REMOTE</a:t>
            </a:r>
            <a:br>
              <a:rPr lang="en-US">
                <a:solidFill>
                  <a:schemeClr val="bg1">
                    <a:lumMod val="50000"/>
                  </a:schemeClr>
                </a:solidFill>
              </a:rPr>
            </a:br>
            <a:r>
              <a:rPr lang="en-US">
                <a:solidFill>
                  <a:schemeClr val="bg1">
                    <a:lumMod val="50000"/>
                  </a:schemeClr>
                </a:solidFill>
              </a:rPr>
              <a:t>MONITORING</a:t>
            </a:r>
          </a:p>
        </p:txBody>
      </p:sp>
      <p:sp>
        <p:nvSpPr>
          <p:cNvPr id="140" name="Text Placeholder 64">
            <a:extLst>
              <a:ext uri="{FF2B5EF4-FFF2-40B4-BE49-F238E27FC236}">
                <a16:creationId xmlns:a16="http://schemas.microsoft.com/office/drawing/2014/main" id="{A79C0788-FD3D-4F11-8EE9-4CBBECA31630}"/>
              </a:ext>
            </a:extLst>
          </p:cNvPr>
          <p:cNvSpPr>
            <a:spLocks noGrp="1"/>
          </p:cNvSpPr>
          <p:nvPr>
            <p:ph type="body" sz="quarter" idx="45"/>
          </p:nvPr>
        </p:nvSpPr>
        <p:spPr>
          <a:xfrm>
            <a:off x="9023729" y="2917477"/>
            <a:ext cx="908050" cy="303213"/>
          </a:xfrm>
        </p:spPr>
        <p:txBody>
          <a:bodyPr/>
          <a:lstStyle/>
          <a:p>
            <a:r>
              <a:rPr lang="en-US">
                <a:solidFill>
                  <a:schemeClr val="bg1">
                    <a:lumMod val="50000"/>
                  </a:schemeClr>
                </a:solidFill>
              </a:rPr>
              <a:t>PARTNERS</a:t>
            </a:r>
          </a:p>
        </p:txBody>
      </p:sp>
      <p:sp>
        <p:nvSpPr>
          <p:cNvPr id="141" name="Text Placeholder 66">
            <a:extLst>
              <a:ext uri="{FF2B5EF4-FFF2-40B4-BE49-F238E27FC236}">
                <a16:creationId xmlns:a16="http://schemas.microsoft.com/office/drawing/2014/main" id="{8D52B44B-C854-4387-8AB2-C10CC2DCFC3C}"/>
              </a:ext>
            </a:extLst>
          </p:cNvPr>
          <p:cNvSpPr>
            <a:spLocks noGrp="1"/>
          </p:cNvSpPr>
          <p:nvPr>
            <p:ph type="body" sz="quarter" idx="47"/>
          </p:nvPr>
        </p:nvSpPr>
        <p:spPr>
          <a:xfrm>
            <a:off x="10001800" y="2917477"/>
            <a:ext cx="908050" cy="303213"/>
          </a:xfrm>
        </p:spPr>
        <p:txBody>
          <a:bodyPr/>
          <a:lstStyle/>
          <a:p>
            <a:r>
              <a:rPr lang="en-US">
                <a:solidFill>
                  <a:schemeClr val="bg1">
                    <a:lumMod val="50000"/>
                  </a:schemeClr>
                </a:solidFill>
              </a:rPr>
              <a:t>SHARE</a:t>
            </a:r>
          </a:p>
        </p:txBody>
      </p:sp>
      <p:sp>
        <p:nvSpPr>
          <p:cNvPr id="142" name="Text Placeholder 68">
            <a:extLst>
              <a:ext uri="{FF2B5EF4-FFF2-40B4-BE49-F238E27FC236}">
                <a16:creationId xmlns:a16="http://schemas.microsoft.com/office/drawing/2014/main" id="{2C81243D-8F90-43A7-ADE5-1EF8400FBD7A}"/>
              </a:ext>
            </a:extLst>
          </p:cNvPr>
          <p:cNvSpPr>
            <a:spLocks noGrp="1"/>
          </p:cNvSpPr>
          <p:nvPr>
            <p:ph type="body" sz="quarter" idx="49"/>
          </p:nvPr>
        </p:nvSpPr>
        <p:spPr>
          <a:xfrm>
            <a:off x="10971148" y="2917477"/>
            <a:ext cx="908050" cy="303213"/>
          </a:xfrm>
        </p:spPr>
        <p:txBody>
          <a:bodyPr/>
          <a:lstStyle/>
          <a:p>
            <a:r>
              <a:rPr lang="en-US">
                <a:solidFill>
                  <a:schemeClr val="bg1">
                    <a:lumMod val="50000"/>
                  </a:schemeClr>
                </a:solidFill>
              </a:rPr>
              <a:t>SEE</a:t>
            </a:r>
          </a:p>
        </p:txBody>
      </p:sp>
      <p:pic>
        <p:nvPicPr>
          <p:cNvPr id="143" name="Graphic 142">
            <a:extLst>
              <a:ext uri="{FF2B5EF4-FFF2-40B4-BE49-F238E27FC236}">
                <a16:creationId xmlns:a16="http://schemas.microsoft.com/office/drawing/2014/main" id="{5873B09A-CD08-4A72-B885-F8F27E04487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442489" y="2431649"/>
            <a:ext cx="399600" cy="399600"/>
          </a:xfrm>
          <a:prstGeom prst="rect">
            <a:avLst/>
          </a:prstGeom>
        </p:spPr>
      </p:pic>
      <p:pic>
        <p:nvPicPr>
          <p:cNvPr id="144" name="Graphic 143">
            <a:extLst>
              <a:ext uri="{FF2B5EF4-FFF2-40B4-BE49-F238E27FC236}">
                <a16:creationId xmlns:a16="http://schemas.microsoft.com/office/drawing/2014/main" id="{00DB73A0-D840-42A7-93BD-22ADCC968C1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408317" y="2496101"/>
            <a:ext cx="399600" cy="270697"/>
          </a:xfrm>
          <a:prstGeom prst="rect">
            <a:avLst/>
          </a:prstGeom>
        </p:spPr>
      </p:pic>
      <p:pic>
        <p:nvPicPr>
          <p:cNvPr id="145" name="Graphic 144">
            <a:extLst>
              <a:ext uri="{FF2B5EF4-FFF2-40B4-BE49-F238E27FC236}">
                <a16:creationId xmlns:a16="http://schemas.microsoft.com/office/drawing/2014/main" id="{19244938-4042-4A2B-808E-CAE5DF663C9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386893" y="2447506"/>
            <a:ext cx="399600" cy="367886"/>
          </a:xfrm>
          <a:prstGeom prst="rect">
            <a:avLst/>
          </a:prstGeom>
        </p:spPr>
      </p:pic>
      <p:pic>
        <p:nvPicPr>
          <p:cNvPr id="146" name="Graphic 145">
            <a:extLst>
              <a:ext uri="{FF2B5EF4-FFF2-40B4-BE49-F238E27FC236}">
                <a16:creationId xmlns:a16="http://schemas.microsoft.com/office/drawing/2014/main" id="{59423996-533F-425A-A10E-61BF18B7F79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349898" y="2444540"/>
            <a:ext cx="399600" cy="373819"/>
          </a:xfrm>
          <a:prstGeom prst="rect">
            <a:avLst/>
          </a:prstGeom>
        </p:spPr>
      </p:pic>
      <p:pic>
        <p:nvPicPr>
          <p:cNvPr id="147" name="Graphic 146">
            <a:extLst>
              <a:ext uri="{FF2B5EF4-FFF2-40B4-BE49-F238E27FC236}">
                <a16:creationId xmlns:a16="http://schemas.microsoft.com/office/drawing/2014/main" id="{60E925A4-3154-40A6-AB9F-E54A6705059A}"/>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314541" y="2483211"/>
            <a:ext cx="399600" cy="296477"/>
          </a:xfrm>
          <a:prstGeom prst="rect">
            <a:avLst/>
          </a:prstGeom>
        </p:spPr>
      </p:pic>
      <p:pic>
        <p:nvPicPr>
          <p:cNvPr id="148" name="Graphic 147">
            <a:extLst>
              <a:ext uri="{FF2B5EF4-FFF2-40B4-BE49-F238E27FC236}">
                <a16:creationId xmlns:a16="http://schemas.microsoft.com/office/drawing/2014/main" id="{B55C3420-D81D-498B-B029-502718BDE90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277954" y="2508991"/>
            <a:ext cx="399600" cy="244916"/>
          </a:xfrm>
          <a:prstGeom prst="rect">
            <a:avLst/>
          </a:prstGeom>
        </p:spPr>
      </p:pic>
      <p:pic>
        <p:nvPicPr>
          <p:cNvPr id="149" name="Graphic 148">
            <a:extLst>
              <a:ext uri="{FF2B5EF4-FFF2-40B4-BE49-F238E27FC236}">
                <a16:creationId xmlns:a16="http://schemas.microsoft.com/office/drawing/2014/main" id="{7B03DE9D-624B-46C5-8CF8-A86160C0BC3D}"/>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256025" y="2457430"/>
            <a:ext cx="399600" cy="348039"/>
          </a:xfrm>
          <a:prstGeom prst="rect">
            <a:avLst/>
          </a:prstGeom>
        </p:spPr>
      </p:pic>
      <p:pic>
        <p:nvPicPr>
          <p:cNvPr id="150" name="Graphic 149">
            <a:extLst>
              <a:ext uri="{FF2B5EF4-FFF2-40B4-BE49-F238E27FC236}">
                <a16:creationId xmlns:a16="http://schemas.microsoft.com/office/drawing/2014/main" id="{FF339A82-7263-4554-A6F3-B5A550956D01}"/>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1225373" y="2467098"/>
            <a:ext cx="399600" cy="328703"/>
          </a:xfrm>
          <a:prstGeom prst="rect">
            <a:avLst/>
          </a:prstGeom>
        </p:spPr>
      </p:pic>
      <p:sp>
        <p:nvSpPr>
          <p:cNvPr id="151" name="Text Placeholder 72">
            <a:extLst>
              <a:ext uri="{FF2B5EF4-FFF2-40B4-BE49-F238E27FC236}">
                <a16:creationId xmlns:a16="http://schemas.microsoft.com/office/drawing/2014/main" id="{388B3AB5-2451-4733-A266-CE98253FA41B}"/>
              </a:ext>
            </a:extLst>
          </p:cNvPr>
          <p:cNvSpPr txBox="1">
            <a:spLocks/>
          </p:cNvSpPr>
          <p:nvPr/>
        </p:nvSpPr>
        <p:spPr>
          <a:xfrm>
            <a:off x="313723"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DATA</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SCIENTIST</a:t>
            </a:r>
          </a:p>
        </p:txBody>
      </p:sp>
      <p:sp>
        <p:nvSpPr>
          <p:cNvPr id="152" name="Text Placeholder 74">
            <a:extLst>
              <a:ext uri="{FF2B5EF4-FFF2-40B4-BE49-F238E27FC236}">
                <a16:creationId xmlns:a16="http://schemas.microsoft.com/office/drawing/2014/main" id="{82D6CE24-9B3C-4363-9F89-6BFF22BE4247}"/>
              </a:ext>
            </a:extLst>
          </p:cNvPr>
          <p:cNvSpPr txBox="1">
            <a:spLocks/>
          </p:cNvSpPr>
          <p:nvPr/>
        </p:nvSpPr>
        <p:spPr>
          <a:xfrm>
            <a:off x="1302128"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SERVICE</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PROVIDER</a:t>
            </a:r>
          </a:p>
        </p:txBody>
      </p:sp>
      <p:sp>
        <p:nvSpPr>
          <p:cNvPr id="153" name="Text Placeholder 76">
            <a:extLst>
              <a:ext uri="{FF2B5EF4-FFF2-40B4-BE49-F238E27FC236}">
                <a16:creationId xmlns:a16="http://schemas.microsoft.com/office/drawing/2014/main" id="{729593CA-CDF5-4E2E-8080-DC9C849C502D}"/>
              </a:ext>
            </a:extLst>
          </p:cNvPr>
          <p:cNvSpPr txBox="1">
            <a:spLocks/>
          </p:cNvSpPr>
          <p:nvPr/>
        </p:nvSpPr>
        <p:spPr>
          <a:xfrm>
            <a:off x="2257483"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EQUIPMENT</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MANUFACTURER</a:t>
            </a:r>
          </a:p>
        </p:txBody>
      </p:sp>
      <p:pic>
        <p:nvPicPr>
          <p:cNvPr id="154" name="Graphic 153">
            <a:extLst>
              <a:ext uri="{FF2B5EF4-FFF2-40B4-BE49-F238E27FC236}">
                <a16:creationId xmlns:a16="http://schemas.microsoft.com/office/drawing/2014/main" id="{111DE084-61BC-4E77-AAF4-6279DBCB793E}"/>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67948" y="3374912"/>
            <a:ext cx="399600" cy="393155"/>
          </a:xfrm>
          <a:prstGeom prst="rect">
            <a:avLst/>
          </a:prstGeom>
        </p:spPr>
      </p:pic>
      <p:pic>
        <p:nvPicPr>
          <p:cNvPr id="155" name="Graphic 154">
            <a:extLst>
              <a:ext uri="{FF2B5EF4-FFF2-40B4-BE49-F238E27FC236}">
                <a16:creationId xmlns:a16="http://schemas.microsoft.com/office/drawing/2014/main" id="{0D2CDCE2-3FB6-4B6E-8392-5B6AB4472502}"/>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566179" y="3371689"/>
            <a:ext cx="379948" cy="399600"/>
          </a:xfrm>
          <a:prstGeom prst="rect">
            <a:avLst/>
          </a:prstGeom>
        </p:spPr>
      </p:pic>
      <p:pic>
        <p:nvPicPr>
          <p:cNvPr id="156" name="Graphic 155">
            <a:extLst>
              <a:ext uri="{FF2B5EF4-FFF2-40B4-BE49-F238E27FC236}">
                <a16:creationId xmlns:a16="http://schemas.microsoft.com/office/drawing/2014/main" id="{7068EFD1-8F4C-49B3-BDE3-C4EE9CDB05BA}"/>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2511708" y="3371689"/>
            <a:ext cx="399600" cy="399600"/>
          </a:xfrm>
          <a:prstGeom prst="rect">
            <a:avLst/>
          </a:prstGeom>
        </p:spPr>
      </p:pic>
      <p:sp>
        <p:nvSpPr>
          <p:cNvPr id="157" name="Text Placeholder 78">
            <a:extLst>
              <a:ext uri="{FF2B5EF4-FFF2-40B4-BE49-F238E27FC236}">
                <a16:creationId xmlns:a16="http://schemas.microsoft.com/office/drawing/2014/main" id="{0BF26DCC-2349-408F-9702-D4386C5137DB}"/>
              </a:ext>
            </a:extLst>
          </p:cNvPr>
          <p:cNvSpPr txBox="1">
            <a:spLocks/>
          </p:cNvSpPr>
          <p:nvPr/>
        </p:nvSpPr>
        <p:spPr>
          <a:xfrm>
            <a:off x="3222404"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FIELD</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TECHNICIAN 1</a:t>
            </a:r>
          </a:p>
        </p:txBody>
      </p:sp>
      <p:sp>
        <p:nvSpPr>
          <p:cNvPr id="158" name="Text Placeholder 80">
            <a:extLst>
              <a:ext uri="{FF2B5EF4-FFF2-40B4-BE49-F238E27FC236}">
                <a16:creationId xmlns:a16="http://schemas.microsoft.com/office/drawing/2014/main" id="{0073F14F-A3CD-40E9-B2B6-CD751D0B7161}"/>
              </a:ext>
            </a:extLst>
          </p:cNvPr>
          <p:cNvSpPr txBox="1">
            <a:spLocks/>
          </p:cNvSpPr>
          <p:nvPr/>
        </p:nvSpPr>
        <p:spPr>
          <a:xfrm>
            <a:off x="4188264"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FIELD</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TECHNICIAN 2</a:t>
            </a:r>
          </a:p>
        </p:txBody>
      </p:sp>
      <p:sp>
        <p:nvSpPr>
          <p:cNvPr id="159" name="Text Placeholder 82">
            <a:extLst>
              <a:ext uri="{FF2B5EF4-FFF2-40B4-BE49-F238E27FC236}">
                <a16:creationId xmlns:a16="http://schemas.microsoft.com/office/drawing/2014/main" id="{2169466C-8FE8-4CF1-A1EA-66B24FFD7A63}"/>
              </a:ext>
            </a:extLst>
          </p:cNvPr>
          <p:cNvSpPr txBox="1">
            <a:spLocks/>
          </p:cNvSpPr>
          <p:nvPr/>
        </p:nvSpPr>
        <p:spPr>
          <a:xfrm>
            <a:off x="5154092"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ENGINEER</a:t>
            </a:r>
          </a:p>
        </p:txBody>
      </p:sp>
      <p:sp>
        <p:nvSpPr>
          <p:cNvPr id="160" name="Text Placeholder 84">
            <a:extLst>
              <a:ext uri="{FF2B5EF4-FFF2-40B4-BE49-F238E27FC236}">
                <a16:creationId xmlns:a16="http://schemas.microsoft.com/office/drawing/2014/main" id="{BFF1751F-29F5-4CE9-AC55-ED6F3B6FB010}"/>
              </a:ext>
            </a:extLst>
          </p:cNvPr>
          <p:cNvSpPr txBox="1">
            <a:spLocks/>
          </p:cNvSpPr>
          <p:nvPr/>
        </p:nvSpPr>
        <p:spPr>
          <a:xfrm>
            <a:off x="6132668"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WORKER</a:t>
            </a:r>
          </a:p>
        </p:txBody>
      </p:sp>
      <p:sp>
        <p:nvSpPr>
          <p:cNvPr id="161" name="Text Placeholder 86">
            <a:extLst>
              <a:ext uri="{FF2B5EF4-FFF2-40B4-BE49-F238E27FC236}">
                <a16:creationId xmlns:a16="http://schemas.microsoft.com/office/drawing/2014/main" id="{376AE51C-8973-44B1-BBCD-7F4CC63CCB8C}"/>
              </a:ext>
            </a:extLst>
          </p:cNvPr>
          <p:cNvSpPr txBox="1">
            <a:spLocks/>
          </p:cNvSpPr>
          <p:nvPr/>
        </p:nvSpPr>
        <p:spPr>
          <a:xfrm>
            <a:off x="7095673"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EVENT</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FRAMES</a:t>
            </a:r>
          </a:p>
        </p:txBody>
      </p:sp>
      <p:sp>
        <p:nvSpPr>
          <p:cNvPr id="162" name="Text Placeholder 88">
            <a:extLst>
              <a:ext uri="{FF2B5EF4-FFF2-40B4-BE49-F238E27FC236}">
                <a16:creationId xmlns:a16="http://schemas.microsoft.com/office/drawing/2014/main" id="{940BB306-8EA8-423E-B18F-F355027E9253}"/>
              </a:ext>
            </a:extLst>
          </p:cNvPr>
          <p:cNvSpPr txBox="1">
            <a:spLocks/>
          </p:cNvSpPr>
          <p:nvPr/>
        </p:nvSpPr>
        <p:spPr>
          <a:xfrm>
            <a:off x="8060316"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DATA</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ARCHIVE</a:t>
            </a:r>
          </a:p>
        </p:txBody>
      </p:sp>
      <p:sp>
        <p:nvSpPr>
          <p:cNvPr id="163" name="Text Placeholder 90">
            <a:extLst>
              <a:ext uri="{FF2B5EF4-FFF2-40B4-BE49-F238E27FC236}">
                <a16:creationId xmlns:a16="http://schemas.microsoft.com/office/drawing/2014/main" id="{DBB76E17-0ED2-4A1C-B0A5-B311BEF61A7F}"/>
              </a:ext>
            </a:extLst>
          </p:cNvPr>
          <p:cNvSpPr txBox="1">
            <a:spLocks/>
          </p:cNvSpPr>
          <p:nvPr/>
        </p:nvSpPr>
        <p:spPr>
          <a:xfrm>
            <a:off x="9023729"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ASSET FRAME</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WORK</a:t>
            </a:r>
          </a:p>
        </p:txBody>
      </p:sp>
      <p:sp>
        <p:nvSpPr>
          <p:cNvPr id="164" name="Text Placeholder 92">
            <a:extLst>
              <a:ext uri="{FF2B5EF4-FFF2-40B4-BE49-F238E27FC236}">
                <a16:creationId xmlns:a16="http://schemas.microsoft.com/office/drawing/2014/main" id="{380DF7DA-BD27-4233-BB7F-3C553203279F}"/>
              </a:ext>
            </a:extLst>
          </p:cNvPr>
          <p:cNvSpPr txBox="1">
            <a:spLocks/>
          </p:cNvSpPr>
          <p:nvPr/>
        </p:nvSpPr>
        <p:spPr>
          <a:xfrm>
            <a:off x="10001800"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ASSET</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ANALYTICS</a:t>
            </a:r>
          </a:p>
        </p:txBody>
      </p:sp>
      <p:pic>
        <p:nvPicPr>
          <p:cNvPr id="165" name="Graphic 164">
            <a:extLst>
              <a:ext uri="{FF2B5EF4-FFF2-40B4-BE49-F238E27FC236}">
                <a16:creationId xmlns:a16="http://schemas.microsoft.com/office/drawing/2014/main" id="{4E769CF7-C11B-4F08-886E-3D33CD4B7FE4}"/>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3476629" y="3371689"/>
            <a:ext cx="399600" cy="399600"/>
          </a:xfrm>
          <a:prstGeom prst="rect">
            <a:avLst/>
          </a:prstGeom>
        </p:spPr>
      </p:pic>
      <p:pic>
        <p:nvPicPr>
          <p:cNvPr id="166" name="Graphic 165">
            <a:extLst>
              <a:ext uri="{FF2B5EF4-FFF2-40B4-BE49-F238E27FC236}">
                <a16:creationId xmlns:a16="http://schemas.microsoft.com/office/drawing/2014/main" id="{7B145DBA-96B1-4767-9DFE-6BF0DC25E843}"/>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4484383" y="3371689"/>
            <a:ext cx="315813" cy="399600"/>
          </a:xfrm>
          <a:prstGeom prst="rect">
            <a:avLst/>
          </a:prstGeom>
        </p:spPr>
      </p:pic>
      <p:pic>
        <p:nvPicPr>
          <p:cNvPr id="167" name="Graphic 166">
            <a:extLst>
              <a:ext uri="{FF2B5EF4-FFF2-40B4-BE49-F238E27FC236}">
                <a16:creationId xmlns:a16="http://schemas.microsoft.com/office/drawing/2014/main" id="{DECA3D36-D749-43EF-A6AC-FB4AF4D7C5A9}"/>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5421208" y="3371689"/>
            <a:ext cx="373819" cy="399600"/>
          </a:xfrm>
          <a:prstGeom prst="rect">
            <a:avLst/>
          </a:prstGeom>
        </p:spPr>
      </p:pic>
      <p:pic>
        <p:nvPicPr>
          <p:cNvPr id="168" name="Graphic 167">
            <a:extLst>
              <a:ext uri="{FF2B5EF4-FFF2-40B4-BE49-F238E27FC236}">
                <a16:creationId xmlns:a16="http://schemas.microsoft.com/office/drawing/2014/main" id="{CE7AD2A2-8473-4BA7-BAF7-02C15D055A1B}"/>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428787" y="3371689"/>
            <a:ext cx="315813" cy="399600"/>
          </a:xfrm>
          <a:prstGeom prst="rect">
            <a:avLst/>
          </a:prstGeom>
        </p:spPr>
      </p:pic>
      <p:pic>
        <p:nvPicPr>
          <p:cNvPr id="169" name="Graphic 168">
            <a:extLst>
              <a:ext uri="{FF2B5EF4-FFF2-40B4-BE49-F238E27FC236}">
                <a16:creationId xmlns:a16="http://schemas.microsoft.com/office/drawing/2014/main" id="{D27BCD21-B7CE-4D98-8C29-1412FC884E4D}"/>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7349898" y="3407138"/>
            <a:ext cx="399600" cy="328703"/>
          </a:xfrm>
          <a:prstGeom prst="rect">
            <a:avLst/>
          </a:prstGeom>
        </p:spPr>
      </p:pic>
      <p:pic>
        <p:nvPicPr>
          <p:cNvPr id="170" name="Graphic 169">
            <a:extLst>
              <a:ext uri="{FF2B5EF4-FFF2-40B4-BE49-F238E27FC236}">
                <a16:creationId xmlns:a16="http://schemas.microsoft.com/office/drawing/2014/main" id="{95AE0B62-FD77-485E-B9BF-38CEF9742E32}"/>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314541" y="3403915"/>
            <a:ext cx="399600" cy="335148"/>
          </a:xfrm>
          <a:prstGeom prst="rect">
            <a:avLst/>
          </a:prstGeom>
        </p:spPr>
      </p:pic>
      <p:pic>
        <p:nvPicPr>
          <p:cNvPr id="171" name="Graphic 170">
            <a:extLst>
              <a:ext uri="{FF2B5EF4-FFF2-40B4-BE49-F238E27FC236}">
                <a16:creationId xmlns:a16="http://schemas.microsoft.com/office/drawing/2014/main" id="{3CAD1E84-BB68-44FD-B5BA-2DAB99540338}"/>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9277954" y="3381357"/>
            <a:ext cx="399600" cy="380265"/>
          </a:xfrm>
          <a:prstGeom prst="rect">
            <a:avLst/>
          </a:prstGeom>
        </p:spPr>
      </p:pic>
      <p:sp>
        <p:nvSpPr>
          <p:cNvPr id="175" name="Text Placeholder 94">
            <a:extLst>
              <a:ext uri="{FF2B5EF4-FFF2-40B4-BE49-F238E27FC236}">
                <a16:creationId xmlns:a16="http://schemas.microsoft.com/office/drawing/2014/main" id="{D3B87F58-0101-43EF-9E02-C1877A9C6561}"/>
              </a:ext>
            </a:extLst>
          </p:cNvPr>
          <p:cNvSpPr txBox="1">
            <a:spLocks/>
          </p:cNvSpPr>
          <p:nvPr/>
        </p:nvSpPr>
        <p:spPr>
          <a:xfrm>
            <a:off x="10971148"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IIOT</a:t>
            </a:r>
          </a:p>
        </p:txBody>
      </p:sp>
      <p:pic>
        <p:nvPicPr>
          <p:cNvPr id="176" name="Graphic 175">
            <a:extLst>
              <a:ext uri="{FF2B5EF4-FFF2-40B4-BE49-F238E27FC236}">
                <a16:creationId xmlns:a16="http://schemas.microsoft.com/office/drawing/2014/main" id="{0A04B1E3-D94B-4DAB-940E-6FB8DCB338AB}"/>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1251154" y="3371689"/>
            <a:ext cx="348039" cy="399600"/>
          </a:xfrm>
          <a:prstGeom prst="rect">
            <a:avLst/>
          </a:prstGeom>
        </p:spPr>
      </p:pic>
      <p:sp>
        <p:nvSpPr>
          <p:cNvPr id="177" name="Text Placeholder 96">
            <a:extLst>
              <a:ext uri="{FF2B5EF4-FFF2-40B4-BE49-F238E27FC236}">
                <a16:creationId xmlns:a16="http://schemas.microsoft.com/office/drawing/2014/main" id="{8236B2E0-1121-4DB5-A04D-131F857BF1B6}"/>
              </a:ext>
            </a:extLst>
          </p:cNvPr>
          <p:cNvSpPr txBox="1">
            <a:spLocks/>
          </p:cNvSpPr>
          <p:nvPr/>
        </p:nvSpPr>
        <p:spPr>
          <a:xfrm>
            <a:off x="313723"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ANALYTICS</a:t>
            </a:r>
          </a:p>
        </p:txBody>
      </p:sp>
      <p:sp>
        <p:nvSpPr>
          <p:cNvPr id="178" name="Text Placeholder 98">
            <a:extLst>
              <a:ext uri="{FF2B5EF4-FFF2-40B4-BE49-F238E27FC236}">
                <a16:creationId xmlns:a16="http://schemas.microsoft.com/office/drawing/2014/main" id="{9E525D76-BCB6-41F1-A93A-9F52729788C6}"/>
              </a:ext>
            </a:extLst>
          </p:cNvPr>
          <p:cNvSpPr txBox="1">
            <a:spLocks/>
          </p:cNvSpPr>
          <p:nvPr/>
        </p:nvSpPr>
        <p:spPr>
          <a:xfrm>
            <a:off x="1302128"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REPORT  1</a:t>
            </a:r>
          </a:p>
        </p:txBody>
      </p:sp>
      <p:sp>
        <p:nvSpPr>
          <p:cNvPr id="179" name="Text Placeholder 100">
            <a:extLst>
              <a:ext uri="{FF2B5EF4-FFF2-40B4-BE49-F238E27FC236}">
                <a16:creationId xmlns:a16="http://schemas.microsoft.com/office/drawing/2014/main" id="{88078424-08DB-4940-95E5-F0F51107960C}"/>
              </a:ext>
            </a:extLst>
          </p:cNvPr>
          <p:cNvSpPr txBox="1">
            <a:spLocks/>
          </p:cNvSpPr>
          <p:nvPr/>
        </p:nvSpPr>
        <p:spPr>
          <a:xfrm>
            <a:off x="2257483"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REPORT  2</a:t>
            </a:r>
          </a:p>
        </p:txBody>
      </p:sp>
      <p:pic>
        <p:nvPicPr>
          <p:cNvPr id="180" name="Graphic 179">
            <a:extLst>
              <a:ext uri="{FF2B5EF4-FFF2-40B4-BE49-F238E27FC236}">
                <a16:creationId xmlns:a16="http://schemas.microsoft.com/office/drawing/2014/main" id="{55492C71-11A2-4000-ADED-3F826429865B}"/>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567948" y="4387161"/>
            <a:ext cx="399600" cy="328703"/>
          </a:xfrm>
          <a:prstGeom prst="rect">
            <a:avLst/>
          </a:prstGeom>
        </p:spPr>
      </p:pic>
      <p:pic>
        <p:nvPicPr>
          <p:cNvPr id="181" name="Graphic 180">
            <a:extLst>
              <a:ext uri="{FF2B5EF4-FFF2-40B4-BE49-F238E27FC236}">
                <a16:creationId xmlns:a16="http://schemas.microsoft.com/office/drawing/2014/main" id="{70D9F245-0B80-486A-A065-371B086BBFBE}"/>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1553131" y="4351712"/>
            <a:ext cx="406045" cy="399600"/>
          </a:xfrm>
          <a:prstGeom prst="rect">
            <a:avLst/>
          </a:prstGeom>
        </p:spPr>
      </p:pic>
      <p:pic>
        <p:nvPicPr>
          <p:cNvPr id="182" name="Graphic 181">
            <a:extLst>
              <a:ext uri="{FF2B5EF4-FFF2-40B4-BE49-F238E27FC236}">
                <a16:creationId xmlns:a16="http://schemas.microsoft.com/office/drawing/2014/main" id="{73780346-AF97-42D3-86EE-2B395A215952}"/>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2550379" y="4351712"/>
            <a:ext cx="322258" cy="399600"/>
          </a:xfrm>
          <a:prstGeom prst="rect">
            <a:avLst/>
          </a:prstGeom>
        </p:spPr>
      </p:pic>
      <p:sp>
        <p:nvSpPr>
          <p:cNvPr id="183" name="Text Placeholder 102">
            <a:extLst>
              <a:ext uri="{FF2B5EF4-FFF2-40B4-BE49-F238E27FC236}">
                <a16:creationId xmlns:a16="http://schemas.microsoft.com/office/drawing/2014/main" id="{D3966B95-058E-410A-A3D0-347C9BA6C9EC}"/>
              </a:ext>
            </a:extLst>
          </p:cNvPr>
          <p:cNvSpPr txBox="1">
            <a:spLocks/>
          </p:cNvSpPr>
          <p:nvPr/>
        </p:nvSpPr>
        <p:spPr>
          <a:xfrm>
            <a:off x="3222404"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STORE 1</a:t>
            </a:r>
          </a:p>
        </p:txBody>
      </p:sp>
      <p:sp>
        <p:nvSpPr>
          <p:cNvPr id="184" name="Text Placeholder 104">
            <a:extLst>
              <a:ext uri="{FF2B5EF4-FFF2-40B4-BE49-F238E27FC236}">
                <a16:creationId xmlns:a16="http://schemas.microsoft.com/office/drawing/2014/main" id="{A1F6BA74-A4A6-4DF4-B73B-B2553492FFDB}"/>
              </a:ext>
            </a:extLst>
          </p:cNvPr>
          <p:cNvSpPr txBox="1">
            <a:spLocks/>
          </p:cNvSpPr>
          <p:nvPr/>
        </p:nvSpPr>
        <p:spPr>
          <a:xfrm>
            <a:off x="4188264"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STORE 2</a:t>
            </a:r>
          </a:p>
        </p:txBody>
      </p:sp>
      <p:sp>
        <p:nvSpPr>
          <p:cNvPr id="185" name="Text Placeholder 106">
            <a:extLst>
              <a:ext uri="{FF2B5EF4-FFF2-40B4-BE49-F238E27FC236}">
                <a16:creationId xmlns:a16="http://schemas.microsoft.com/office/drawing/2014/main" id="{3EDEE5AB-D981-4D6C-AECF-4B6BA894EA68}"/>
              </a:ext>
            </a:extLst>
          </p:cNvPr>
          <p:cNvSpPr txBox="1">
            <a:spLocks/>
          </p:cNvSpPr>
          <p:nvPr/>
        </p:nvSpPr>
        <p:spPr>
          <a:xfrm>
            <a:off x="5154092"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IIOT SENSOR</a:t>
            </a:r>
          </a:p>
        </p:txBody>
      </p:sp>
      <p:sp>
        <p:nvSpPr>
          <p:cNvPr id="186" name="Text Placeholder 108">
            <a:extLst>
              <a:ext uri="{FF2B5EF4-FFF2-40B4-BE49-F238E27FC236}">
                <a16:creationId xmlns:a16="http://schemas.microsoft.com/office/drawing/2014/main" id="{DA407AA1-EFDD-4B3D-87AD-BA1739FD3FA3}"/>
              </a:ext>
            </a:extLst>
          </p:cNvPr>
          <p:cNvSpPr txBox="1">
            <a:spLocks/>
          </p:cNvSpPr>
          <p:nvPr/>
        </p:nvSpPr>
        <p:spPr>
          <a:xfrm>
            <a:off x="6132668"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NOTIFICATIONS</a:t>
            </a:r>
          </a:p>
        </p:txBody>
      </p:sp>
      <p:sp>
        <p:nvSpPr>
          <p:cNvPr id="187" name="Text Placeholder 110">
            <a:extLst>
              <a:ext uri="{FF2B5EF4-FFF2-40B4-BE49-F238E27FC236}">
                <a16:creationId xmlns:a16="http://schemas.microsoft.com/office/drawing/2014/main" id="{3EA6BD72-288B-415C-A9D1-2025A4EE09B1}"/>
              </a:ext>
            </a:extLst>
          </p:cNvPr>
          <p:cNvSpPr txBox="1">
            <a:spLocks/>
          </p:cNvSpPr>
          <p:nvPr/>
        </p:nvSpPr>
        <p:spPr>
          <a:xfrm>
            <a:off x="7095673"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MONITORING 1</a:t>
            </a:r>
          </a:p>
        </p:txBody>
      </p:sp>
      <p:sp>
        <p:nvSpPr>
          <p:cNvPr id="188" name="Text Placeholder 112">
            <a:extLst>
              <a:ext uri="{FF2B5EF4-FFF2-40B4-BE49-F238E27FC236}">
                <a16:creationId xmlns:a16="http://schemas.microsoft.com/office/drawing/2014/main" id="{808DA293-D902-4967-988E-3F5114E6A48F}"/>
              </a:ext>
            </a:extLst>
          </p:cNvPr>
          <p:cNvSpPr txBox="1">
            <a:spLocks/>
          </p:cNvSpPr>
          <p:nvPr/>
        </p:nvSpPr>
        <p:spPr>
          <a:xfrm>
            <a:off x="8060316"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MONITORING 2</a:t>
            </a:r>
          </a:p>
        </p:txBody>
      </p:sp>
      <p:sp>
        <p:nvSpPr>
          <p:cNvPr id="189" name="Text Placeholder 114">
            <a:extLst>
              <a:ext uri="{FF2B5EF4-FFF2-40B4-BE49-F238E27FC236}">
                <a16:creationId xmlns:a16="http://schemas.microsoft.com/office/drawing/2014/main" id="{8A565567-94A8-46C3-89C0-2F1AF6FEEFE0}"/>
              </a:ext>
            </a:extLst>
          </p:cNvPr>
          <p:cNvSpPr txBox="1">
            <a:spLocks/>
          </p:cNvSpPr>
          <p:nvPr/>
        </p:nvSpPr>
        <p:spPr>
          <a:xfrm>
            <a:off x="9023729"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TAG</a:t>
            </a:r>
          </a:p>
        </p:txBody>
      </p:sp>
      <p:pic>
        <p:nvPicPr>
          <p:cNvPr id="190" name="Graphic 189">
            <a:extLst>
              <a:ext uri="{FF2B5EF4-FFF2-40B4-BE49-F238E27FC236}">
                <a16:creationId xmlns:a16="http://schemas.microsoft.com/office/drawing/2014/main" id="{C448AFDB-E50B-4FD4-931E-B5302064E5B7}"/>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3476629" y="4406496"/>
            <a:ext cx="399600" cy="290032"/>
          </a:xfrm>
          <a:prstGeom prst="rect">
            <a:avLst/>
          </a:prstGeom>
        </p:spPr>
      </p:pic>
      <p:pic>
        <p:nvPicPr>
          <p:cNvPr id="191" name="Graphic 190">
            <a:extLst>
              <a:ext uri="{FF2B5EF4-FFF2-40B4-BE49-F238E27FC236}">
                <a16:creationId xmlns:a16="http://schemas.microsoft.com/office/drawing/2014/main" id="{10935F0C-5FE1-41C0-8900-F4D12A85176C}"/>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4442489" y="4427775"/>
            <a:ext cx="399600" cy="264252"/>
          </a:xfrm>
          <a:prstGeom prst="rect">
            <a:avLst/>
          </a:prstGeom>
        </p:spPr>
      </p:pic>
      <p:pic>
        <p:nvPicPr>
          <p:cNvPr id="192" name="Graphic 191">
            <a:extLst>
              <a:ext uri="{FF2B5EF4-FFF2-40B4-BE49-F238E27FC236}">
                <a16:creationId xmlns:a16="http://schemas.microsoft.com/office/drawing/2014/main" id="{845BEF2C-8077-453F-9548-485FDF547A5A}"/>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514662" y="4351712"/>
            <a:ext cx="186910" cy="399600"/>
          </a:xfrm>
          <a:prstGeom prst="rect">
            <a:avLst/>
          </a:prstGeom>
        </p:spPr>
      </p:pic>
      <p:pic>
        <p:nvPicPr>
          <p:cNvPr id="193" name="Graphic 192">
            <a:extLst>
              <a:ext uri="{FF2B5EF4-FFF2-40B4-BE49-F238E27FC236}">
                <a16:creationId xmlns:a16="http://schemas.microsoft.com/office/drawing/2014/main" id="{44903150-E592-4A42-8CAF-5ED955711058}"/>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6386893" y="4403274"/>
            <a:ext cx="399600" cy="296477"/>
          </a:xfrm>
          <a:prstGeom prst="rect">
            <a:avLst/>
          </a:prstGeom>
        </p:spPr>
      </p:pic>
      <p:pic>
        <p:nvPicPr>
          <p:cNvPr id="194" name="Graphic 193">
            <a:extLst>
              <a:ext uri="{FF2B5EF4-FFF2-40B4-BE49-F238E27FC236}">
                <a16:creationId xmlns:a16="http://schemas.microsoft.com/office/drawing/2014/main" id="{792E3FB9-D74B-409A-AA34-A75A8EF2279D}"/>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7349898" y="4371048"/>
            <a:ext cx="399600" cy="360929"/>
          </a:xfrm>
          <a:prstGeom prst="rect">
            <a:avLst/>
          </a:prstGeom>
        </p:spPr>
      </p:pic>
      <p:pic>
        <p:nvPicPr>
          <p:cNvPr id="195" name="Graphic 194">
            <a:extLst>
              <a:ext uri="{FF2B5EF4-FFF2-40B4-BE49-F238E27FC236}">
                <a16:creationId xmlns:a16="http://schemas.microsoft.com/office/drawing/2014/main" id="{5C178648-0953-4F66-B5F1-EC1631708555}"/>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8314541" y="4351712"/>
            <a:ext cx="399600" cy="399600"/>
          </a:xfrm>
          <a:prstGeom prst="rect">
            <a:avLst/>
          </a:prstGeom>
        </p:spPr>
      </p:pic>
      <p:pic>
        <p:nvPicPr>
          <p:cNvPr id="196" name="Graphic 195">
            <a:extLst>
              <a:ext uri="{FF2B5EF4-FFF2-40B4-BE49-F238E27FC236}">
                <a16:creationId xmlns:a16="http://schemas.microsoft.com/office/drawing/2014/main" id="{F29119DF-07FF-41AD-BEF0-B7B7D7257DDA}"/>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9277954" y="4351712"/>
            <a:ext cx="399600" cy="399600"/>
          </a:xfrm>
          <a:prstGeom prst="rect">
            <a:avLst/>
          </a:prstGeom>
        </p:spPr>
      </p:pic>
      <p:sp>
        <p:nvSpPr>
          <p:cNvPr id="98" name="Title 8">
            <a:extLst>
              <a:ext uri="{FF2B5EF4-FFF2-40B4-BE49-F238E27FC236}">
                <a16:creationId xmlns:a16="http://schemas.microsoft.com/office/drawing/2014/main" id="{5079E1BF-D429-4F50-934B-AB09770AC528}"/>
              </a:ext>
            </a:extLst>
          </p:cNvPr>
          <p:cNvSpPr>
            <a:spLocks noGrp="1"/>
          </p:cNvSpPr>
          <p:nvPr>
            <p:ph type="title"/>
          </p:nvPr>
        </p:nvSpPr>
        <p:spPr>
          <a:xfrm>
            <a:off x="612648" y="585216"/>
            <a:ext cx="1802078" cy="533370"/>
          </a:xfrm>
        </p:spPr>
        <p:txBody>
          <a:bodyPr/>
          <a:lstStyle/>
          <a:p>
            <a:r>
              <a:rPr lang="en-US"/>
              <a:t>Icons</a:t>
            </a:r>
          </a:p>
        </p:txBody>
      </p:sp>
      <p:sp>
        <p:nvSpPr>
          <p:cNvPr id="103" name="Text Placeholder 112">
            <a:extLst>
              <a:ext uri="{FF2B5EF4-FFF2-40B4-BE49-F238E27FC236}">
                <a16:creationId xmlns:a16="http://schemas.microsoft.com/office/drawing/2014/main" id="{C24159D4-A5D4-466C-997C-DA16DA04FFD9}"/>
              </a:ext>
            </a:extLst>
          </p:cNvPr>
          <p:cNvSpPr txBox="1">
            <a:spLocks/>
          </p:cNvSpPr>
          <p:nvPr/>
        </p:nvSpPr>
        <p:spPr>
          <a:xfrm>
            <a:off x="10001800"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ENGINEERING</a:t>
            </a:r>
          </a:p>
        </p:txBody>
      </p:sp>
      <p:sp>
        <p:nvSpPr>
          <p:cNvPr id="104" name="Text Placeholder 112">
            <a:extLst>
              <a:ext uri="{FF2B5EF4-FFF2-40B4-BE49-F238E27FC236}">
                <a16:creationId xmlns:a16="http://schemas.microsoft.com/office/drawing/2014/main" id="{419DC3E7-F435-4167-89E9-151BCD3FDC1D}"/>
              </a:ext>
            </a:extLst>
          </p:cNvPr>
          <p:cNvSpPr txBox="1">
            <a:spLocks/>
          </p:cNvSpPr>
          <p:nvPr/>
        </p:nvSpPr>
        <p:spPr>
          <a:xfrm>
            <a:off x="10971148" y="484869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OPERATIONS</a:t>
            </a:r>
          </a:p>
        </p:txBody>
      </p:sp>
      <p:sp>
        <p:nvSpPr>
          <p:cNvPr id="107" name="Text Placeholder 96">
            <a:extLst>
              <a:ext uri="{FF2B5EF4-FFF2-40B4-BE49-F238E27FC236}">
                <a16:creationId xmlns:a16="http://schemas.microsoft.com/office/drawing/2014/main" id="{2F81B524-2C7A-4689-8C1A-77E6F516AECE}"/>
              </a:ext>
            </a:extLst>
          </p:cNvPr>
          <p:cNvSpPr txBox="1">
            <a:spLocks/>
          </p:cNvSpPr>
          <p:nvPr/>
        </p:nvSpPr>
        <p:spPr>
          <a:xfrm>
            <a:off x="313723"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PERFORMANCE</a:t>
            </a:r>
          </a:p>
        </p:txBody>
      </p:sp>
      <p:sp>
        <p:nvSpPr>
          <p:cNvPr id="108" name="Text Placeholder 98">
            <a:extLst>
              <a:ext uri="{FF2B5EF4-FFF2-40B4-BE49-F238E27FC236}">
                <a16:creationId xmlns:a16="http://schemas.microsoft.com/office/drawing/2014/main" id="{CA094059-9AC5-422F-8830-28C226E933C6}"/>
              </a:ext>
            </a:extLst>
          </p:cNvPr>
          <p:cNvSpPr txBox="1">
            <a:spLocks/>
          </p:cNvSpPr>
          <p:nvPr/>
        </p:nvSpPr>
        <p:spPr>
          <a:xfrm>
            <a:off x="1302128"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VR HEADSET</a:t>
            </a:r>
          </a:p>
        </p:txBody>
      </p:sp>
      <p:sp>
        <p:nvSpPr>
          <p:cNvPr id="109" name="Text Placeholder 100">
            <a:extLst>
              <a:ext uri="{FF2B5EF4-FFF2-40B4-BE49-F238E27FC236}">
                <a16:creationId xmlns:a16="http://schemas.microsoft.com/office/drawing/2014/main" id="{B35AC7FF-0505-49E8-9F80-04521BB8C186}"/>
              </a:ext>
            </a:extLst>
          </p:cNvPr>
          <p:cNvSpPr txBox="1">
            <a:spLocks/>
          </p:cNvSpPr>
          <p:nvPr/>
        </p:nvSpPr>
        <p:spPr>
          <a:xfrm>
            <a:off x="2257483"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HOLOLENS</a:t>
            </a:r>
          </a:p>
        </p:txBody>
      </p:sp>
      <p:sp>
        <p:nvSpPr>
          <p:cNvPr id="110" name="Text Placeholder 102">
            <a:extLst>
              <a:ext uri="{FF2B5EF4-FFF2-40B4-BE49-F238E27FC236}">
                <a16:creationId xmlns:a16="http://schemas.microsoft.com/office/drawing/2014/main" id="{1FD57B67-FE91-42A1-B38F-A2A63CDAE4D8}"/>
              </a:ext>
            </a:extLst>
          </p:cNvPr>
          <p:cNvSpPr txBox="1">
            <a:spLocks/>
          </p:cNvSpPr>
          <p:nvPr/>
        </p:nvSpPr>
        <p:spPr>
          <a:xfrm>
            <a:off x="3222404"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IMMERSIVE</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VR</a:t>
            </a:r>
          </a:p>
        </p:txBody>
      </p:sp>
      <p:sp>
        <p:nvSpPr>
          <p:cNvPr id="173" name="Text Placeholder 104">
            <a:extLst>
              <a:ext uri="{FF2B5EF4-FFF2-40B4-BE49-F238E27FC236}">
                <a16:creationId xmlns:a16="http://schemas.microsoft.com/office/drawing/2014/main" id="{DD9AD0B3-1BEB-4DCF-9D16-7602AB3756D8}"/>
              </a:ext>
            </a:extLst>
          </p:cNvPr>
          <p:cNvSpPr txBox="1">
            <a:spLocks/>
          </p:cNvSpPr>
          <p:nvPr/>
        </p:nvSpPr>
        <p:spPr>
          <a:xfrm>
            <a:off x="4188264"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AUGMENTED REALITY</a:t>
            </a:r>
          </a:p>
        </p:txBody>
      </p:sp>
      <p:sp>
        <p:nvSpPr>
          <p:cNvPr id="174" name="Text Placeholder 106">
            <a:extLst>
              <a:ext uri="{FF2B5EF4-FFF2-40B4-BE49-F238E27FC236}">
                <a16:creationId xmlns:a16="http://schemas.microsoft.com/office/drawing/2014/main" id="{5D0A5A4E-B5DC-4570-B360-D7A2225DF397}"/>
              </a:ext>
            </a:extLst>
          </p:cNvPr>
          <p:cNvSpPr txBox="1">
            <a:spLocks/>
          </p:cNvSpPr>
          <p:nvPr/>
        </p:nvSpPr>
        <p:spPr>
          <a:xfrm>
            <a:off x="5154092"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IIOT SMART</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SENSOR</a:t>
            </a:r>
          </a:p>
        </p:txBody>
      </p:sp>
      <p:sp>
        <p:nvSpPr>
          <p:cNvPr id="197" name="Text Placeholder 108">
            <a:extLst>
              <a:ext uri="{FF2B5EF4-FFF2-40B4-BE49-F238E27FC236}">
                <a16:creationId xmlns:a16="http://schemas.microsoft.com/office/drawing/2014/main" id="{5D9B4E86-CAC9-43DA-AC00-B2D686C52869}"/>
              </a:ext>
            </a:extLst>
          </p:cNvPr>
          <p:cNvSpPr txBox="1">
            <a:spLocks/>
          </p:cNvSpPr>
          <p:nvPr/>
        </p:nvSpPr>
        <p:spPr>
          <a:xfrm>
            <a:off x="6132668"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IIOT</a:t>
            </a:r>
          </a:p>
        </p:txBody>
      </p:sp>
      <p:sp>
        <p:nvSpPr>
          <p:cNvPr id="198" name="Text Placeholder 110">
            <a:extLst>
              <a:ext uri="{FF2B5EF4-FFF2-40B4-BE49-F238E27FC236}">
                <a16:creationId xmlns:a16="http://schemas.microsoft.com/office/drawing/2014/main" id="{D5A00C04-EE3C-483F-BF5D-90B81B35B72E}"/>
              </a:ext>
            </a:extLst>
          </p:cNvPr>
          <p:cNvSpPr txBox="1">
            <a:spLocks/>
          </p:cNvSpPr>
          <p:nvPr/>
        </p:nvSpPr>
        <p:spPr>
          <a:xfrm>
            <a:off x="7095673"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EDGE</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COMPUTING</a:t>
            </a:r>
          </a:p>
        </p:txBody>
      </p:sp>
      <p:sp>
        <p:nvSpPr>
          <p:cNvPr id="199" name="Text Placeholder 112">
            <a:extLst>
              <a:ext uri="{FF2B5EF4-FFF2-40B4-BE49-F238E27FC236}">
                <a16:creationId xmlns:a16="http://schemas.microsoft.com/office/drawing/2014/main" id="{E34CCD7F-2DF7-4C14-A605-EA22C285E7C8}"/>
              </a:ext>
            </a:extLst>
          </p:cNvPr>
          <p:cNvSpPr txBox="1">
            <a:spLocks/>
          </p:cNvSpPr>
          <p:nvPr/>
        </p:nvSpPr>
        <p:spPr>
          <a:xfrm>
            <a:off x="8060316"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EDGE</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COMPUTING</a:t>
            </a:r>
          </a:p>
        </p:txBody>
      </p:sp>
      <p:sp>
        <p:nvSpPr>
          <p:cNvPr id="200" name="Text Placeholder 114">
            <a:extLst>
              <a:ext uri="{FF2B5EF4-FFF2-40B4-BE49-F238E27FC236}">
                <a16:creationId xmlns:a16="http://schemas.microsoft.com/office/drawing/2014/main" id="{366F5F62-71C4-440D-8565-64BA3FEC0485}"/>
              </a:ext>
            </a:extLst>
          </p:cNvPr>
          <p:cNvSpPr txBox="1">
            <a:spLocks/>
          </p:cNvSpPr>
          <p:nvPr/>
        </p:nvSpPr>
        <p:spPr>
          <a:xfrm>
            <a:off x="9023729"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DIGITAL</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TWIN</a:t>
            </a:r>
          </a:p>
        </p:txBody>
      </p:sp>
      <p:sp>
        <p:nvSpPr>
          <p:cNvPr id="201" name="Text Placeholder 112">
            <a:extLst>
              <a:ext uri="{FF2B5EF4-FFF2-40B4-BE49-F238E27FC236}">
                <a16:creationId xmlns:a16="http://schemas.microsoft.com/office/drawing/2014/main" id="{1C684288-2B4F-4216-91A9-32390C39EEA4}"/>
              </a:ext>
            </a:extLst>
          </p:cNvPr>
          <p:cNvSpPr txBox="1">
            <a:spLocks/>
          </p:cNvSpPr>
          <p:nvPr/>
        </p:nvSpPr>
        <p:spPr>
          <a:xfrm>
            <a:off x="10001800"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DIGITAL TRANSFORMATION</a:t>
            </a:r>
          </a:p>
        </p:txBody>
      </p:sp>
      <p:sp>
        <p:nvSpPr>
          <p:cNvPr id="202" name="Text Placeholder 112">
            <a:extLst>
              <a:ext uri="{FF2B5EF4-FFF2-40B4-BE49-F238E27FC236}">
                <a16:creationId xmlns:a16="http://schemas.microsoft.com/office/drawing/2014/main" id="{950147FE-714B-4B7B-BFD3-14EA6EDBAE11}"/>
              </a:ext>
            </a:extLst>
          </p:cNvPr>
          <p:cNvSpPr txBox="1">
            <a:spLocks/>
          </p:cNvSpPr>
          <p:nvPr/>
        </p:nvSpPr>
        <p:spPr>
          <a:xfrm>
            <a:off x="10971148" y="577303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DASHBOARD</a:t>
            </a:r>
          </a:p>
        </p:txBody>
      </p:sp>
      <p:sp>
        <p:nvSpPr>
          <p:cNvPr id="214" name="Footer Placeholder 1">
            <a:extLst>
              <a:ext uri="{FF2B5EF4-FFF2-40B4-BE49-F238E27FC236}">
                <a16:creationId xmlns:a16="http://schemas.microsoft.com/office/drawing/2014/main" id="{00CCB3C3-235B-4EC2-8DC2-82A488B85C89}"/>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pic>
        <p:nvPicPr>
          <p:cNvPr id="3" name="Graphic 2">
            <a:extLst>
              <a:ext uri="{FF2B5EF4-FFF2-40B4-BE49-F238E27FC236}">
                <a16:creationId xmlns:a16="http://schemas.microsoft.com/office/drawing/2014/main" id="{B8EF9BCB-BC25-4B28-A39B-8E9D9DC80166}"/>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10256025" y="4401662"/>
            <a:ext cx="399600" cy="299700"/>
          </a:xfrm>
          <a:prstGeom prst="rect">
            <a:avLst/>
          </a:prstGeom>
        </p:spPr>
      </p:pic>
      <p:pic>
        <p:nvPicPr>
          <p:cNvPr id="5" name="Graphic 4">
            <a:extLst>
              <a:ext uri="{FF2B5EF4-FFF2-40B4-BE49-F238E27FC236}">
                <a16:creationId xmlns:a16="http://schemas.microsoft.com/office/drawing/2014/main" id="{EF3C0CD7-4312-46DC-86DD-41684CF20107}"/>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11225373" y="4354834"/>
            <a:ext cx="399600" cy="393356"/>
          </a:xfrm>
          <a:prstGeom prst="rect">
            <a:avLst/>
          </a:prstGeom>
        </p:spPr>
      </p:pic>
      <p:pic>
        <p:nvPicPr>
          <p:cNvPr id="216" name="Graphic 215">
            <a:extLst>
              <a:ext uri="{FF2B5EF4-FFF2-40B4-BE49-F238E27FC236}">
                <a16:creationId xmlns:a16="http://schemas.microsoft.com/office/drawing/2014/main" id="{4689F49E-D1D2-4E37-80B4-D2FD1A5814E8}"/>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567948" y="5348962"/>
            <a:ext cx="399600" cy="293456"/>
          </a:xfrm>
          <a:prstGeom prst="rect">
            <a:avLst/>
          </a:prstGeom>
        </p:spPr>
      </p:pic>
      <p:pic>
        <p:nvPicPr>
          <p:cNvPr id="217" name="Graphic 216">
            <a:extLst>
              <a:ext uri="{FF2B5EF4-FFF2-40B4-BE49-F238E27FC236}">
                <a16:creationId xmlns:a16="http://schemas.microsoft.com/office/drawing/2014/main" id="{FBFF51EE-BFD9-448A-BAE5-F2E735CFB317}"/>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1559475" y="5295890"/>
            <a:ext cx="393356" cy="399600"/>
          </a:xfrm>
          <a:prstGeom prst="rect">
            <a:avLst/>
          </a:prstGeom>
        </p:spPr>
      </p:pic>
      <p:pic>
        <p:nvPicPr>
          <p:cNvPr id="218" name="Graphic 217">
            <a:extLst>
              <a:ext uri="{FF2B5EF4-FFF2-40B4-BE49-F238E27FC236}">
                <a16:creationId xmlns:a16="http://schemas.microsoft.com/office/drawing/2014/main" id="{70125F42-3C21-49C8-B03A-E98D642A0AD9}"/>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2542927" y="5295890"/>
            <a:ext cx="337163" cy="399600"/>
          </a:xfrm>
          <a:prstGeom prst="rect">
            <a:avLst/>
          </a:prstGeom>
        </p:spPr>
      </p:pic>
      <p:pic>
        <p:nvPicPr>
          <p:cNvPr id="219" name="Graphic 218">
            <a:extLst>
              <a:ext uri="{FF2B5EF4-FFF2-40B4-BE49-F238E27FC236}">
                <a16:creationId xmlns:a16="http://schemas.microsoft.com/office/drawing/2014/main" id="{D0800874-3945-437D-BECA-252F47F893A5}"/>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3476629" y="5354718"/>
            <a:ext cx="399600" cy="299700"/>
          </a:xfrm>
          <a:prstGeom prst="rect">
            <a:avLst/>
          </a:prstGeom>
        </p:spPr>
      </p:pic>
      <p:pic>
        <p:nvPicPr>
          <p:cNvPr id="220" name="Graphic 219">
            <a:extLst>
              <a:ext uri="{FF2B5EF4-FFF2-40B4-BE49-F238E27FC236}">
                <a16:creationId xmlns:a16="http://schemas.microsoft.com/office/drawing/2014/main" id="{D131F5A7-FA05-4091-8774-E967BD4BD890}"/>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4442489" y="5295890"/>
            <a:ext cx="399600" cy="399600"/>
          </a:xfrm>
          <a:prstGeom prst="rect">
            <a:avLst/>
          </a:prstGeom>
        </p:spPr>
      </p:pic>
      <p:pic>
        <p:nvPicPr>
          <p:cNvPr id="221" name="Graphic 220">
            <a:extLst>
              <a:ext uri="{FF2B5EF4-FFF2-40B4-BE49-F238E27FC236}">
                <a16:creationId xmlns:a16="http://schemas.microsoft.com/office/drawing/2014/main" id="{AB96AFDE-2D0D-4AB6-92C1-1E1CD3E62A68}"/>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5408317" y="5295890"/>
            <a:ext cx="399600" cy="399600"/>
          </a:xfrm>
          <a:prstGeom prst="rect">
            <a:avLst/>
          </a:prstGeom>
        </p:spPr>
      </p:pic>
      <p:pic>
        <p:nvPicPr>
          <p:cNvPr id="222" name="Graphic 221">
            <a:extLst>
              <a:ext uri="{FF2B5EF4-FFF2-40B4-BE49-F238E27FC236}">
                <a16:creationId xmlns:a16="http://schemas.microsoft.com/office/drawing/2014/main" id="{7DB8FD0D-80C3-4F3E-B238-2A972174827A}"/>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6396561" y="5287012"/>
            <a:ext cx="380265" cy="399600"/>
          </a:xfrm>
          <a:prstGeom prst="rect">
            <a:avLst/>
          </a:prstGeom>
        </p:spPr>
      </p:pic>
      <p:pic>
        <p:nvPicPr>
          <p:cNvPr id="223" name="Graphic 222">
            <a:extLst>
              <a:ext uri="{FF2B5EF4-FFF2-40B4-BE49-F238E27FC236}">
                <a16:creationId xmlns:a16="http://schemas.microsoft.com/office/drawing/2014/main" id="{A024197F-26ED-47A4-9401-1E718BDA24AF}"/>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7349898" y="5296680"/>
            <a:ext cx="399600" cy="380265"/>
          </a:xfrm>
          <a:prstGeom prst="rect">
            <a:avLst/>
          </a:prstGeom>
        </p:spPr>
      </p:pic>
      <p:pic>
        <p:nvPicPr>
          <p:cNvPr id="224" name="Graphic 223">
            <a:extLst>
              <a:ext uri="{FF2B5EF4-FFF2-40B4-BE49-F238E27FC236}">
                <a16:creationId xmlns:a16="http://schemas.microsoft.com/office/drawing/2014/main" id="{071C193D-092C-4A5C-B8FC-9E246B199A41}"/>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8352598" y="5295890"/>
            <a:ext cx="323486" cy="399600"/>
          </a:xfrm>
          <a:prstGeom prst="rect">
            <a:avLst/>
          </a:prstGeom>
        </p:spPr>
      </p:pic>
      <p:pic>
        <p:nvPicPr>
          <p:cNvPr id="225" name="Graphic 224">
            <a:extLst>
              <a:ext uri="{FF2B5EF4-FFF2-40B4-BE49-F238E27FC236}">
                <a16:creationId xmlns:a16="http://schemas.microsoft.com/office/drawing/2014/main" id="{EAB8B7E4-8007-4698-88CE-536C755FE1D2}"/>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9277954" y="5301945"/>
            <a:ext cx="399600" cy="387491"/>
          </a:xfrm>
          <a:prstGeom prst="rect">
            <a:avLst/>
          </a:prstGeom>
        </p:spPr>
      </p:pic>
      <p:pic>
        <p:nvPicPr>
          <p:cNvPr id="226" name="Graphic 225">
            <a:extLst>
              <a:ext uri="{FF2B5EF4-FFF2-40B4-BE49-F238E27FC236}">
                <a16:creationId xmlns:a16="http://schemas.microsoft.com/office/drawing/2014/main" id="{F6C63137-5102-4A18-B293-042E563D82AE}"/>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10256025" y="5295890"/>
            <a:ext cx="399600" cy="399600"/>
          </a:xfrm>
          <a:prstGeom prst="rect">
            <a:avLst/>
          </a:prstGeom>
        </p:spPr>
      </p:pic>
      <p:pic>
        <p:nvPicPr>
          <p:cNvPr id="227" name="Graphic 226">
            <a:extLst>
              <a:ext uri="{FF2B5EF4-FFF2-40B4-BE49-F238E27FC236}">
                <a16:creationId xmlns:a16="http://schemas.microsoft.com/office/drawing/2014/main" id="{AF9AD994-FF68-411C-8B63-5B5A7CCA2269}"/>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11225373" y="5361854"/>
            <a:ext cx="399600" cy="285429"/>
          </a:xfrm>
          <a:prstGeom prst="rect">
            <a:avLst/>
          </a:prstGeom>
        </p:spPr>
      </p:pic>
      <p:pic>
        <p:nvPicPr>
          <p:cNvPr id="2" name="Graphic 1">
            <a:extLst>
              <a:ext uri="{FF2B5EF4-FFF2-40B4-BE49-F238E27FC236}">
                <a16:creationId xmlns:a16="http://schemas.microsoft.com/office/drawing/2014/main" id="{BB3F4126-C90A-5555-50CA-A44EC24588BC}"/>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10289865" y="3385976"/>
            <a:ext cx="365760" cy="365760"/>
          </a:xfrm>
          <a:prstGeom prst="rect">
            <a:avLst/>
          </a:prstGeom>
        </p:spPr>
      </p:pic>
    </p:spTree>
    <p:extLst>
      <p:ext uri="{BB962C8B-B14F-4D97-AF65-F5344CB8AC3E}">
        <p14:creationId xmlns:p14="http://schemas.microsoft.com/office/powerpoint/2010/main" val="42208971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43329081-4D46-4C35-837F-9D2CCBCE8175}"/>
              </a:ext>
            </a:extLst>
          </p:cNvPr>
          <p:cNvSpPr>
            <a:spLocks noGrp="1"/>
          </p:cNvSpPr>
          <p:nvPr>
            <p:ph type="body" sz="quarter" idx="11"/>
          </p:nvPr>
        </p:nvSpPr>
        <p:spPr>
          <a:xfrm>
            <a:off x="322190" y="1950248"/>
            <a:ext cx="908050" cy="303213"/>
          </a:xfrm>
        </p:spPr>
        <p:txBody>
          <a:bodyPr/>
          <a:lstStyle/>
          <a:p>
            <a:r>
              <a:rPr lang="en-US">
                <a:solidFill>
                  <a:schemeClr val="bg1">
                    <a:lumMod val="50000"/>
                  </a:schemeClr>
                </a:solidFill>
              </a:rPr>
              <a:t>SECURE</a:t>
            </a:r>
            <a:br>
              <a:rPr lang="en-US">
                <a:solidFill>
                  <a:schemeClr val="bg1">
                    <a:lumMod val="50000"/>
                  </a:schemeClr>
                </a:solidFill>
              </a:rPr>
            </a:br>
            <a:r>
              <a:rPr lang="en-US">
                <a:solidFill>
                  <a:schemeClr val="bg1">
                    <a:lumMod val="50000"/>
                  </a:schemeClr>
                </a:solidFill>
              </a:rPr>
              <a:t>NETWORK</a:t>
            </a:r>
          </a:p>
        </p:txBody>
      </p:sp>
      <p:sp>
        <p:nvSpPr>
          <p:cNvPr id="30" name="Text Placeholder 29">
            <a:extLst>
              <a:ext uri="{FF2B5EF4-FFF2-40B4-BE49-F238E27FC236}">
                <a16:creationId xmlns:a16="http://schemas.microsoft.com/office/drawing/2014/main" id="{ADB6110C-F8AA-464F-A1E0-E2B6DB9E5652}"/>
              </a:ext>
            </a:extLst>
          </p:cNvPr>
          <p:cNvSpPr>
            <a:spLocks noGrp="1"/>
          </p:cNvSpPr>
          <p:nvPr>
            <p:ph type="body" sz="quarter" idx="13"/>
          </p:nvPr>
        </p:nvSpPr>
        <p:spPr>
          <a:xfrm>
            <a:off x="1293661" y="1950248"/>
            <a:ext cx="908050" cy="303213"/>
          </a:xfrm>
        </p:spPr>
        <p:txBody>
          <a:bodyPr/>
          <a:lstStyle/>
          <a:p>
            <a:r>
              <a:rPr lang="en-US">
                <a:solidFill>
                  <a:schemeClr val="bg1">
                    <a:lumMod val="50000"/>
                  </a:schemeClr>
                </a:solidFill>
              </a:rPr>
              <a:t>CYBER</a:t>
            </a:r>
            <a:br>
              <a:rPr lang="en-US">
                <a:solidFill>
                  <a:schemeClr val="bg1">
                    <a:lumMod val="50000"/>
                  </a:schemeClr>
                </a:solidFill>
              </a:rPr>
            </a:br>
            <a:r>
              <a:rPr lang="en-US">
                <a:solidFill>
                  <a:schemeClr val="bg1">
                    <a:lumMod val="50000"/>
                  </a:schemeClr>
                </a:solidFill>
              </a:rPr>
              <a:t>SECURITY</a:t>
            </a:r>
          </a:p>
        </p:txBody>
      </p:sp>
      <p:sp>
        <p:nvSpPr>
          <p:cNvPr id="32" name="Text Placeholder 31">
            <a:extLst>
              <a:ext uri="{FF2B5EF4-FFF2-40B4-BE49-F238E27FC236}">
                <a16:creationId xmlns:a16="http://schemas.microsoft.com/office/drawing/2014/main" id="{4FE15F3C-CA74-4D10-BE13-1F0FB38799CF}"/>
              </a:ext>
            </a:extLst>
          </p:cNvPr>
          <p:cNvSpPr>
            <a:spLocks noGrp="1"/>
          </p:cNvSpPr>
          <p:nvPr>
            <p:ph type="body" sz="quarter" idx="15"/>
          </p:nvPr>
        </p:nvSpPr>
        <p:spPr>
          <a:xfrm>
            <a:off x="2266772" y="1950248"/>
            <a:ext cx="908050" cy="303213"/>
          </a:xfrm>
        </p:spPr>
        <p:txBody>
          <a:bodyPr/>
          <a:lstStyle/>
          <a:p>
            <a:r>
              <a:rPr lang="en-US">
                <a:solidFill>
                  <a:schemeClr val="bg1">
                    <a:lumMod val="50000"/>
                  </a:schemeClr>
                </a:solidFill>
              </a:rPr>
              <a:t>CLOUD</a:t>
            </a:r>
            <a:br>
              <a:rPr lang="en-US">
                <a:solidFill>
                  <a:schemeClr val="bg1">
                    <a:lumMod val="50000"/>
                  </a:schemeClr>
                </a:solidFill>
              </a:rPr>
            </a:br>
            <a:r>
              <a:rPr lang="en-US">
                <a:solidFill>
                  <a:schemeClr val="bg1">
                    <a:lumMod val="50000"/>
                  </a:schemeClr>
                </a:solidFill>
              </a:rPr>
              <a:t>COMPUTING</a:t>
            </a:r>
          </a:p>
        </p:txBody>
      </p:sp>
      <p:sp>
        <p:nvSpPr>
          <p:cNvPr id="34" name="Text Placeholder 33">
            <a:extLst>
              <a:ext uri="{FF2B5EF4-FFF2-40B4-BE49-F238E27FC236}">
                <a16:creationId xmlns:a16="http://schemas.microsoft.com/office/drawing/2014/main" id="{CEACFA2F-0359-4AB3-A807-497C3624C55E}"/>
              </a:ext>
            </a:extLst>
          </p:cNvPr>
          <p:cNvSpPr>
            <a:spLocks noGrp="1"/>
          </p:cNvSpPr>
          <p:nvPr>
            <p:ph type="body" sz="quarter" idx="17"/>
          </p:nvPr>
        </p:nvSpPr>
        <p:spPr>
          <a:xfrm>
            <a:off x="3223186" y="1950248"/>
            <a:ext cx="908050" cy="303213"/>
          </a:xfrm>
        </p:spPr>
        <p:txBody>
          <a:bodyPr/>
          <a:lstStyle/>
          <a:p>
            <a:r>
              <a:rPr lang="en-US">
                <a:solidFill>
                  <a:schemeClr val="bg1">
                    <a:lumMod val="50000"/>
                  </a:schemeClr>
                </a:solidFill>
              </a:rPr>
              <a:t>CLOUD SUBSCRIPTION</a:t>
            </a:r>
          </a:p>
        </p:txBody>
      </p:sp>
      <p:sp>
        <p:nvSpPr>
          <p:cNvPr id="111" name="Text Placeholder 27">
            <a:extLst>
              <a:ext uri="{FF2B5EF4-FFF2-40B4-BE49-F238E27FC236}">
                <a16:creationId xmlns:a16="http://schemas.microsoft.com/office/drawing/2014/main" id="{5950A686-1C51-4CBF-BDE4-B9044AE81520}"/>
              </a:ext>
            </a:extLst>
          </p:cNvPr>
          <p:cNvSpPr txBox="1">
            <a:spLocks/>
          </p:cNvSpPr>
          <p:nvPr/>
        </p:nvSpPr>
        <p:spPr>
          <a:xfrm>
            <a:off x="4184282"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CLOUD MANAGEMENT</a:t>
            </a:r>
          </a:p>
        </p:txBody>
      </p:sp>
      <p:sp>
        <p:nvSpPr>
          <p:cNvPr id="112" name="Text Placeholder 29">
            <a:extLst>
              <a:ext uri="{FF2B5EF4-FFF2-40B4-BE49-F238E27FC236}">
                <a16:creationId xmlns:a16="http://schemas.microsoft.com/office/drawing/2014/main" id="{253ECAB2-3F8D-4127-A9E1-84C8095F683F}"/>
              </a:ext>
            </a:extLst>
          </p:cNvPr>
          <p:cNvSpPr txBox="1">
            <a:spLocks/>
          </p:cNvSpPr>
          <p:nvPr/>
        </p:nvSpPr>
        <p:spPr>
          <a:xfrm>
            <a:off x="5165630"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AI SCREEN</a:t>
            </a:r>
          </a:p>
        </p:txBody>
      </p:sp>
      <p:sp>
        <p:nvSpPr>
          <p:cNvPr id="113" name="Text Placeholder 31">
            <a:extLst>
              <a:ext uri="{FF2B5EF4-FFF2-40B4-BE49-F238E27FC236}">
                <a16:creationId xmlns:a16="http://schemas.microsoft.com/office/drawing/2014/main" id="{0589A38E-EAF4-4052-B1D0-8C9B4C5ADD05}"/>
              </a:ext>
            </a:extLst>
          </p:cNvPr>
          <p:cNvSpPr txBox="1">
            <a:spLocks/>
          </p:cNvSpPr>
          <p:nvPr/>
        </p:nvSpPr>
        <p:spPr>
          <a:xfrm>
            <a:off x="6132668"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AI BRAIN</a:t>
            </a:r>
          </a:p>
        </p:txBody>
      </p:sp>
      <p:sp>
        <p:nvSpPr>
          <p:cNvPr id="114" name="Text Placeholder 33">
            <a:extLst>
              <a:ext uri="{FF2B5EF4-FFF2-40B4-BE49-F238E27FC236}">
                <a16:creationId xmlns:a16="http://schemas.microsoft.com/office/drawing/2014/main" id="{BEA3D647-D272-4247-8EDC-BE240DF96561}"/>
              </a:ext>
            </a:extLst>
          </p:cNvPr>
          <p:cNvSpPr txBox="1">
            <a:spLocks/>
          </p:cNvSpPr>
          <p:nvPr/>
        </p:nvSpPr>
        <p:spPr>
          <a:xfrm>
            <a:off x="7095262"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UOC 4 SCREENS</a:t>
            </a:r>
          </a:p>
        </p:txBody>
      </p:sp>
      <p:sp>
        <p:nvSpPr>
          <p:cNvPr id="115" name="Text Placeholder 35">
            <a:extLst>
              <a:ext uri="{FF2B5EF4-FFF2-40B4-BE49-F238E27FC236}">
                <a16:creationId xmlns:a16="http://schemas.microsoft.com/office/drawing/2014/main" id="{B71791A2-0E30-4054-8D3A-3BFB1E582D50}"/>
              </a:ext>
            </a:extLst>
          </p:cNvPr>
          <p:cNvSpPr>
            <a:spLocks noGrp="1"/>
          </p:cNvSpPr>
          <p:nvPr>
            <p:ph type="body" sz="quarter" idx="19"/>
          </p:nvPr>
        </p:nvSpPr>
        <p:spPr>
          <a:xfrm>
            <a:off x="8068783" y="1950248"/>
            <a:ext cx="908050" cy="303213"/>
          </a:xfrm>
        </p:spPr>
        <p:txBody>
          <a:bodyPr/>
          <a:lstStyle/>
          <a:p>
            <a:r>
              <a:rPr lang="en-US">
                <a:solidFill>
                  <a:schemeClr val="bg1">
                    <a:lumMod val="50000"/>
                  </a:schemeClr>
                </a:solidFill>
              </a:rPr>
              <a:t>UOC 6 SCREENS</a:t>
            </a:r>
          </a:p>
        </p:txBody>
      </p:sp>
      <p:sp>
        <p:nvSpPr>
          <p:cNvPr id="116" name="Text Placeholder 39">
            <a:extLst>
              <a:ext uri="{FF2B5EF4-FFF2-40B4-BE49-F238E27FC236}">
                <a16:creationId xmlns:a16="http://schemas.microsoft.com/office/drawing/2014/main" id="{94782C5F-7AC9-4549-9B8D-302212579FFF}"/>
              </a:ext>
            </a:extLst>
          </p:cNvPr>
          <p:cNvSpPr>
            <a:spLocks noGrp="1"/>
          </p:cNvSpPr>
          <p:nvPr>
            <p:ph type="body" sz="quarter" idx="21"/>
          </p:nvPr>
        </p:nvSpPr>
        <p:spPr>
          <a:xfrm>
            <a:off x="9032608" y="1950248"/>
            <a:ext cx="908050" cy="303213"/>
          </a:xfrm>
        </p:spPr>
        <p:txBody>
          <a:bodyPr/>
          <a:lstStyle/>
          <a:p>
            <a:r>
              <a:rPr lang="en-US">
                <a:solidFill>
                  <a:schemeClr val="bg1">
                    <a:lumMod val="50000"/>
                  </a:schemeClr>
                </a:solidFill>
              </a:rPr>
              <a:t>TURBINE</a:t>
            </a:r>
          </a:p>
        </p:txBody>
      </p:sp>
      <p:sp>
        <p:nvSpPr>
          <p:cNvPr id="117" name="Text Placeholder 41">
            <a:extLst>
              <a:ext uri="{FF2B5EF4-FFF2-40B4-BE49-F238E27FC236}">
                <a16:creationId xmlns:a16="http://schemas.microsoft.com/office/drawing/2014/main" id="{F4ECD180-867B-4020-AE3C-0F87296E600E}"/>
              </a:ext>
            </a:extLst>
          </p:cNvPr>
          <p:cNvSpPr>
            <a:spLocks noGrp="1"/>
          </p:cNvSpPr>
          <p:nvPr>
            <p:ph type="body" sz="quarter" idx="23"/>
          </p:nvPr>
        </p:nvSpPr>
        <p:spPr>
          <a:xfrm>
            <a:off x="10001800" y="1950248"/>
            <a:ext cx="908050" cy="303213"/>
          </a:xfrm>
        </p:spPr>
        <p:txBody>
          <a:bodyPr/>
          <a:lstStyle/>
          <a:p>
            <a:r>
              <a:rPr lang="en-US">
                <a:solidFill>
                  <a:schemeClr val="bg1">
                    <a:lumMod val="50000"/>
                  </a:schemeClr>
                </a:solidFill>
              </a:rPr>
              <a:t>PUMP</a:t>
            </a:r>
          </a:p>
        </p:txBody>
      </p:sp>
      <p:sp>
        <p:nvSpPr>
          <p:cNvPr id="118" name="Text Placeholder 44">
            <a:extLst>
              <a:ext uri="{FF2B5EF4-FFF2-40B4-BE49-F238E27FC236}">
                <a16:creationId xmlns:a16="http://schemas.microsoft.com/office/drawing/2014/main" id="{78953082-3248-42F2-BCA5-A201ACC6A5C1}"/>
              </a:ext>
            </a:extLst>
          </p:cNvPr>
          <p:cNvSpPr>
            <a:spLocks noGrp="1"/>
          </p:cNvSpPr>
          <p:nvPr>
            <p:ph type="body" sz="quarter" idx="25"/>
          </p:nvPr>
        </p:nvSpPr>
        <p:spPr>
          <a:xfrm>
            <a:off x="10974852" y="1950248"/>
            <a:ext cx="908050" cy="303213"/>
          </a:xfrm>
        </p:spPr>
        <p:txBody>
          <a:bodyPr/>
          <a:lstStyle/>
          <a:p>
            <a:r>
              <a:rPr lang="en-US">
                <a:solidFill>
                  <a:schemeClr val="bg1">
                    <a:lumMod val="50000"/>
                  </a:schemeClr>
                </a:solidFill>
              </a:rPr>
              <a:t>CONTROL</a:t>
            </a:r>
            <a:br>
              <a:rPr lang="en-US">
                <a:solidFill>
                  <a:schemeClr val="bg1">
                    <a:lumMod val="50000"/>
                  </a:schemeClr>
                </a:solidFill>
              </a:rPr>
            </a:br>
            <a:r>
              <a:rPr lang="en-US">
                <a:solidFill>
                  <a:schemeClr val="bg1">
                    <a:lumMod val="50000"/>
                  </a:schemeClr>
                </a:solidFill>
              </a:rPr>
              <a:t>PANEL</a:t>
            </a:r>
          </a:p>
        </p:txBody>
      </p:sp>
      <p:sp>
        <p:nvSpPr>
          <p:cNvPr id="127" name="Text Placeholder 46">
            <a:extLst>
              <a:ext uri="{FF2B5EF4-FFF2-40B4-BE49-F238E27FC236}">
                <a16:creationId xmlns:a16="http://schemas.microsoft.com/office/drawing/2014/main" id="{1BFB3DED-1E54-4946-8467-EABC2F535B71}"/>
              </a:ext>
            </a:extLst>
          </p:cNvPr>
          <p:cNvSpPr>
            <a:spLocks noGrp="1"/>
          </p:cNvSpPr>
          <p:nvPr>
            <p:ph type="body" sz="quarter" idx="27"/>
          </p:nvPr>
        </p:nvSpPr>
        <p:spPr>
          <a:xfrm>
            <a:off x="322190" y="2917477"/>
            <a:ext cx="908050" cy="303213"/>
          </a:xfrm>
        </p:spPr>
        <p:txBody>
          <a:bodyPr>
            <a:normAutofit/>
          </a:bodyPr>
          <a:lstStyle/>
          <a:p>
            <a:r>
              <a:rPr lang="en-US">
                <a:solidFill>
                  <a:schemeClr val="bg1">
                    <a:lumMod val="50000"/>
                  </a:schemeClr>
                </a:solidFill>
              </a:rPr>
              <a:t>DRIPPING</a:t>
            </a:r>
            <a:br>
              <a:rPr lang="en-US">
                <a:solidFill>
                  <a:schemeClr val="bg1">
                    <a:lumMod val="50000"/>
                  </a:schemeClr>
                </a:solidFill>
              </a:rPr>
            </a:br>
            <a:r>
              <a:rPr lang="en-US">
                <a:solidFill>
                  <a:schemeClr val="bg1">
                    <a:lumMod val="50000"/>
                  </a:schemeClr>
                </a:solidFill>
              </a:rPr>
              <a:t>TAP</a:t>
            </a:r>
          </a:p>
        </p:txBody>
      </p:sp>
      <p:sp>
        <p:nvSpPr>
          <p:cNvPr id="128" name="Text Placeholder 48">
            <a:extLst>
              <a:ext uri="{FF2B5EF4-FFF2-40B4-BE49-F238E27FC236}">
                <a16:creationId xmlns:a16="http://schemas.microsoft.com/office/drawing/2014/main" id="{48BC623F-EDC0-4A9E-8251-8022776A1411}"/>
              </a:ext>
            </a:extLst>
          </p:cNvPr>
          <p:cNvSpPr>
            <a:spLocks noGrp="1"/>
          </p:cNvSpPr>
          <p:nvPr>
            <p:ph type="body" sz="quarter" idx="29"/>
          </p:nvPr>
        </p:nvSpPr>
        <p:spPr>
          <a:xfrm>
            <a:off x="1293661" y="2917477"/>
            <a:ext cx="908050" cy="303213"/>
          </a:xfrm>
        </p:spPr>
        <p:txBody>
          <a:bodyPr/>
          <a:lstStyle/>
          <a:p>
            <a:r>
              <a:rPr lang="en-US">
                <a:solidFill>
                  <a:schemeClr val="bg1">
                    <a:lumMod val="50000"/>
                  </a:schemeClr>
                </a:solidFill>
              </a:rPr>
              <a:t>WATER</a:t>
            </a:r>
            <a:br>
              <a:rPr lang="en-US">
                <a:solidFill>
                  <a:schemeClr val="bg1">
                    <a:lumMod val="50000"/>
                  </a:schemeClr>
                </a:solidFill>
              </a:rPr>
            </a:br>
            <a:r>
              <a:rPr lang="en-US">
                <a:solidFill>
                  <a:schemeClr val="bg1">
                    <a:lumMod val="50000"/>
                  </a:schemeClr>
                </a:solidFill>
              </a:rPr>
              <a:t>TREATMENT</a:t>
            </a:r>
          </a:p>
        </p:txBody>
      </p:sp>
      <p:sp>
        <p:nvSpPr>
          <p:cNvPr id="129" name="Text Placeholder 50">
            <a:extLst>
              <a:ext uri="{FF2B5EF4-FFF2-40B4-BE49-F238E27FC236}">
                <a16:creationId xmlns:a16="http://schemas.microsoft.com/office/drawing/2014/main" id="{0F03C489-603B-46A6-8F78-D2CFEAD857EF}"/>
              </a:ext>
            </a:extLst>
          </p:cNvPr>
          <p:cNvSpPr>
            <a:spLocks noGrp="1"/>
          </p:cNvSpPr>
          <p:nvPr>
            <p:ph type="body" sz="quarter" idx="31"/>
          </p:nvPr>
        </p:nvSpPr>
        <p:spPr>
          <a:xfrm>
            <a:off x="2266772" y="2917477"/>
            <a:ext cx="908050" cy="303213"/>
          </a:xfrm>
        </p:spPr>
        <p:txBody>
          <a:bodyPr>
            <a:normAutofit/>
          </a:bodyPr>
          <a:lstStyle/>
          <a:p>
            <a:r>
              <a:rPr lang="en-US">
                <a:solidFill>
                  <a:schemeClr val="bg1">
                    <a:lumMod val="50000"/>
                  </a:schemeClr>
                </a:solidFill>
              </a:rPr>
              <a:t>TREATMENT</a:t>
            </a:r>
            <a:br>
              <a:rPr lang="en-US">
                <a:solidFill>
                  <a:schemeClr val="bg1">
                    <a:lumMod val="50000"/>
                  </a:schemeClr>
                </a:solidFill>
              </a:rPr>
            </a:br>
            <a:r>
              <a:rPr lang="en-US">
                <a:solidFill>
                  <a:schemeClr val="bg1">
                    <a:lumMod val="50000"/>
                  </a:schemeClr>
                </a:solidFill>
              </a:rPr>
              <a:t>PLANT</a:t>
            </a:r>
          </a:p>
        </p:txBody>
      </p:sp>
      <p:sp>
        <p:nvSpPr>
          <p:cNvPr id="130" name="Text Placeholder 52">
            <a:extLst>
              <a:ext uri="{FF2B5EF4-FFF2-40B4-BE49-F238E27FC236}">
                <a16:creationId xmlns:a16="http://schemas.microsoft.com/office/drawing/2014/main" id="{A5106E57-1F0F-4CB8-B40D-685B5CB8784A}"/>
              </a:ext>
            </a:extLst>
          </p:cNvPr>
          <p:cNvSpPr>
            <a:spLocks noGrp="1"/>
          </p:cNvSpPr>
          <p:nvPr>
            <p:ph type="body" sz="quarter" idx="33"/>
          </p:nvPr>
        </p:nvSpPr>
        <p:spPr>
          <a:xfrm>
            <a:off x="3223186" y="2917477"/>
            <a:ext cx="908050" cy="303213"/>
          </a:xfrm>
        </p:spPr>
        <p:txBody>
          <a:bodyPr>
            <a:normAutofit/>
          </a:bodyPr>
          <a:lstStyle/>
          <a:p>
            <a:r>
              <a:rPr lang="en-US">
                <a:solidFill>
                  <a:schemeClr val="bg1">
                    <a:lumMod val="50000"/>
                  </a:schemeClr>
                </a:solidFill>
              </a:rPr>
              <a:t>CHEMICAL MOLECULE</a:t>
            </a:r>
          </a:p>
        </p:txBody>
      </p:sp>
      <p:sp>
        <p:nvSpPr>
          <p:cNvPr id="135" name="Text Placeholder 54">
            <a:extLst>
              <a:ext uri="{FF2B5EF4-FFF2-40B4-BE49-F238E27FC236}">
                <a16:creationId xmlns:a16="http://schemas.microsoft.com/office/drawing/2014/main" id="{A3076363-8EB2-42CB-BD87-34F57C873AF8}"/>
              </a:ext>
            </a:extLst>
          </p:cNvPr>
          <p:cNvSpPr>
            <a:spLocks noGrp="1"/>
          </p:cNvSpPr>
          <p:nvPr>
            <p:ph type="body" sz="quarter" idx="35"/>
          </p:nvPr>
        </p:nvSpPr>
        <p:spPr>
          <a:xfrm>
            <a:off x="4184282" y="2917477"/>
            <a:ext cx="908050" cy="303213"/>
          </a:xfrm>
        </p:spPr>
        <p:txBody>
          <a:bodyPr>
            <a:normAutofit/>
          </a:bodyPr>
          <a:lstStyle/>
          <a:p>
            <a:r>
              <a:rPr lang="en-US">
                <a:solidFill>
                  <a:schemeClr val="bg1">
                    <a:lumMod val="50000"/>
                  </a:schemeClr>
                </a:solidFill>
              </a:rPr>
              <a:t>CHEMICAL</a:t>
            </a:r>
            <a:br>
              <a:rPr lang="en-US">
                <a:solidFill>
                  <a:schemeClr val="bg1">
                    <a:lumMod val="50000"/>
                  </a:schemeClr>
                </a:solidFill>
              </a:rPr>
            </a:br>
            <a:r>
              <a:rPr lang="en-US">
                <a:solidFill>
                  <a:schemeClr val="bg1">
                    <a:lumMod val="50000"/>
                  </a:schemeClr>
                </a:solidFill>
              </a:rPr>
              <a:t>FLASK</a:t>
            </a:r>
          </a:p>
        </p:txBody>
      </p:sp>
      <p:sp>
        <p:nvSpPr>
          <p:cNvPr id="136" name="Text Placeholder 56">
            <a:extLst>
              <a:ext uri="{FF2B5EF4-FFF2-40B4-BE49-F238E27FC236}">
                <a16:creationId xmlns:a16="http://schemas.microsoft.com/office/drawing/2014/main" id="{28D5AE1F-6E5A-43CB-AE49-56C11E9C5886}"/>
              </a:ext>
            </a:extLst>
          </p:cNvPr>
          <p:cNvSpPr>
            <a:spLocks noGrp="1"/>
          </p:cNvSpPr>
          <p:nvPr>
            <p:ph type="body" sz="quarter" idx="37"/>
          </p:nvPr>
        </p:nvSpPr>
        <p:spPr>
          <a:xfrm>
            <a:off x="5165630" y="2917477"/>
            <a:ext cx="908050" cy="303213"/>
          </a:xfrm>
        </p:spPr>
        <p:txBody>
          <a:bodyPr/>
          <a:lstStyle/>
          <a:p>
            <a:r>
              <a:rPr lang="en-US">
                <a:solidFill>
                  <a:schemeClr val="bg1">
                    <a:lumMod val="50000"/>
                  </a:schemeClr>
                </a:solidFill>
              </a:rPr>
              <a:t>TEST TUBES</a:t>
            </a:r>
          </a:p>
        </p:txBody>
      </p:sp>
      <p:sp>
        <p:nvSpPr>
          <p:cNvPr id="137" name="Text Placeholder 58">
            <a:extLst>
              <a:ext uri="{FF2B5EF4-FFF2-40B4-BE49-F238E27FC236}">
                <a16:creationId xmlns:a16="http://schemas.microsoft.com/office/drawing/2014/main" id="{BE74BA82-557F-46FD-BB9B-578548943C73}"/>
              </a:ext>
            </a:extLst>
          </p:cNvPr>
          <p:cNvSpPr>
            <a:spLocks noGrp="1"/>
          </p:cNvSpPr>
          <p:nvPr>
            <p:ph type="body" sz="quarter" idx="39"/>
          </p:nvPr>
        </p:nvSpPr>
        <p:spPr>
          <a:xfrm>
            <a:off x="6132668" y="2917477"/>
            <a:ext cx="908050" cy="303213"/>
          </a:xfrm>
        </p:spPr>
        <p:txBody>
          <a:bodyPr>
            <a:normAutofit/>
          </a:bodyPr>
          <a:lstStyle/>
          <a:p>
            <a:r>
              <a:rPr lang="en-US">
                <a:solidFill>
                  <a:schemeClr val="bg1">
                    <a:lumMod val="50000"/>
                  </a:schemeClr>
                </a:solidFill>
              </a:rPr>
              <a:t>SMART CITY</a:t>
            </a:r>
          </a:p>
        </p:txBody>
      </p:sp>
      <p:sp>
        <p:nvSpPr>
          <p:cNvPr id="138" name="Text Placeholder 60">
            <a:extLst>
              <a:ext uri="{FF2B5EF4-FFF2-40B4-BE49-F238E27FC236}">
                <a16:creationId xmlns:a16="http://schemas.microsoft.com/office/drawing/2014/main" id="{5AC99CAA-9CE3-4720-B1C3-F5C86D85D844}"/>
              </a:ext>
            </a:extLst>
          </p:cNvPr>
          <p:cNvSpPr>
            <a:spLocks noGrp="1"/>
          </p:cNvSpPr>
          <p:nvPr>
            <p:ph type="body" sz="quarter" idx="41"/>
          </p:nvPr>
        </p:nvSpPr>
        <p:spPr>
          <a:xfrm>
            <a:off x="7095262" y="2917477"/>
            <a:ext cx="908050" cy="303213"/>
          </a:xfrm>
        </p:spPr>
        <p:txBody>
          <a:bodyPr/>
          <a:lstStyle/>
          <a:p>
            <a:r>
              <a:rPr lang="en-US">
                <a:solidFill>
                  <a:schemeClr val="bg1">
                    <a:lumMod val="50000"/>
                  </a:schemeClr>
                </a:solidFill>
              </a:rPr>
              <a:t>DRY DOCK</a:t>
            </a:r>
          </a:p>
        </p:txBody>
      </p:sp>
      <p:sp>
        <p:nvSpPr>
          <p:cNvPr id="139" name="Text Placeholder 62">
            <a:extLst>
              <a:ext uri="{FF2B5EF4-FFF2-40B4-BE49-F238E27FC236}">
                <a16:creationId xmlns:a16="http://schemas.microsoft.com/office/drawing/2014/main" id="{028ED34E-9E1C-4E4C-BE4E-B5FE3DBF96FF}"/>
              </a:ext>
            </a:extLst>
          </p:cNvPr>
          <p:cNvSpPr>
            <a:spLocks noGrp="1"/>
          </p:cNvSpPr>
          <p:nvPr>
            <p:ph type="body" sz="quarter" idx="43"/>
          </p:nvPr>
        </p:nvSpPr>
        <p:spPr>
          <a:xfrm>
            <a:off x="8068783" y="2917477"/>
            <a:ext cx="908050" cy="303213"/>
          </a:xfrm>
        </p:spPr>
        <p:txBody>
          <a:bodyPr>
            <a:normAutofit/>
          </a:bodyPr>
          <a:lstStyle/>
          <a:p>
            <a:r>
              <a:rPr lang="en-US">
                <a:solidFill>
                  <a:schemeClr val="bg1">
                    <a:lumMod val="50000"/>
                  </a:schemeClr>
                </a:solidFill>
              </a:rPr>
              <a:t>SHIP LOADING</a:t>
            </a:r>
          </a:p>
        </p:txBody>
      </p:sp>
      <p:sp>
        <p:nvSpPr>
          <p:cNvPr id="140" name="Text Placeholder 64">
            <a:extLst>
              <a:ext uri="{FF2B5EF4-FFF2-40B4-BE49-F238E27FC236}">
                <a16:creationId xmlns:a16="http://schemas.microsoft.com/office/drawing/2014/main" id="{A79C0788-FD3D-4F11-8EE9-4CBBECA31630}"/>
              </a:ext>
            </a:extLst>
          </p:cNvPr>
          <p:cNvSpPr>
            <a:spLocks noGrp="1"/>
          </p:cNvSpPr>
          <p:nvPr>
            <p:ph type="body" sz="quarter" idx="45"/>
          </p:nvPr>
        </p:nvSpPr>
        <p:spPr>
          <a:xfrm>
            <a:off x="9032608" y="2917477"/>
            <a:ext cx="908050" cy="303213"/>
          </a:xfrm>
        </p:spPr>
        <p:txBody>
          <a:bodyPr/>
          <a:lstStyle/>
          <a:p>
            <a:r>
              <a:rPr lang="en-US">
                <a:solidFill>
                  <a:schemeClr val="bg1">
                    <a:lumMod val="50000"/>
                  </a:schemeClr>
                </a:solidFill>
              </a:rPr>
              <a:t>PROPELLOR</a:t>
            </a:r>
          </a:p>
        </p:txBody>
      </p:sp>
      <p:sp>
        <p:nvSpPr>
          <p:cNvPr id="141" name="Text Placeholder 66">
            <a:extLst>
              <a:ext uri="{FF2B5EF4-FFF2-40B4-BE49-F238E27FC236}">
                <a16:creationId xmlns:a16="http://schemas.microsoft.com/office/drawing/2014/main" id="{8D52B44B-C854-4387-8AB2-C10CC2DCFC3C}"/>
              </a:ext>
            </a:extLst>
          </p:cNvPr>
          <p:cNvSpPr>
            <a:spLocks noGrp="1"/>
          </p:cNvSpPr>
          <p:nvPr>
            <p:ph type="body" sz="quarter" idx="47"/>
          </p:nvPr>
        </p:nvSpPr>
        <p:spPr>
          <a:xfrm>
            <a:off x="10001800" y="2917477"/>
            <a:ext cx="908050" cy="303213"/>
          </a:xfrm>
        </p:spPr>
        <p:txBody>
          <a:bodyPr/>
          <a:lstStyle/>
          <a:p>
            <a:r>
              <a:rPr lang="en-US">
                <a:solidFill>
                  <a:schemeClr val="bg1">
                    <a:lumMod val="50000"/>
                  </a:schemeClr>
                </a:solidFill>
              </a:rPr>
              <a:t>MANUFACTURING LINE</a:t>
            </a:r>
          </a:p>
        </p:txBody>
      </p:sp>
      <p:sp>
        <p:nvSpPr>
          <p:cNvPr id="142" name="Text Placeholder 68">
            <a:extLst>
              <a:ext uri="{FF2B5EF4-FFF2-40B4-BE49-F238E27FC236}">
                <a16:creationId xmlns:a16="http://schemas.microsoft.com/office/drawing/2014/main" id="{2C81243D-8F90-43A7-ADE5-1EF8400FBD7A}"/>
              </a:ext>
            </a:extLst>
          </p:cNvPr>
          <p:cNvSpPr>
            <a:spLocks noGrp="1"/>
          </p:cNvSpPr>
          <p:nvPr>
            <p:ph type="body" sz="quarter" idx="49"/>
          </p:nvPr>
        </p:nvSpPr>
        <p:spPr>
          <a:xfrm>
            <a:off x="10974852" y="2917477"/>
            <a:ext cx="908050" cy="303213"/>
          </a:xfrm>
        </p:spPr>
        <p:txBody>
          <a:bodyPr/>
          <a:lstStyle/>
          <a:p>
            <a:r>
              <a:rPr lang="en-US">
                <a:solidFill>
                  <a:schemeClr val="bg1">
                    <a:lumMod val="50000"/>
                  </a:schemeClr>
                </a:solidFill>
              </a:rPr>
              <a:t>BOTTLING</a:t>
            </a:r>
            <a:br>
              <a:rPr lang="en-US">
                <a:solidFill>
                  <a:schemeClr val="bg1">
                    <a:lumMod val="50000"/>
                  </a:schemeClr>
                </a:solidFill>
              </a:rPr>
            </a:br>
            <a:r>
              <a:rPr lang="en-US">
                <a:solidFill>
                  <a:schemeClr val="bg1">
                    <a:lumMod val="50000"/>
                  </a:schemeClr>
                </a:solidFill>
              </a:rPr>
              <a:t>LINE</a:t>
            </a:r>
          </a:p>
        </p:txBody>
      </p:sp>
      <p:sp>
        <p:nvSpPr>
          <p:cNvPr id="151" name="Text Placeholder 72">
            <a:extLst>
              <a:ext uri="{FF2B5EF4-FFF2-40B4-BE49-F238E27FC236}">
                <a16:creationId xmlns:a16="http://schemas.microsoft.com/office/drawing/2014/main" id="{388B3AB5-2451-4733-A266-CE98253FA41B}"/>
              </a:ext>
            </a:extLst>
          </p:cNvPr>
          <p:cNvSpPr txBox="1">
            <a:spLocks/>
          </p:cNvSpPr>
          <p:nvPr/>
        </p:nvSpPr>
        <p:spPr>
          <a:xfrm>
            <a:off x="322190"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LNG STORAGE</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TANK</a:t>
            </a:r>
          </a:p>
        </p:txBody>
      </p:sp>
      <p:sp>
        <p:nvSpPr>
          <p:cNvPr id="152" name="Text Placeholder 74">
            <a:extLst>
              <a:ext uri="{FF2B5EF4-FFF2-40B4-BE49-F238E27FC236}">
                <a16:creationId xmlns:a16="http://schemas.microsoft.com/office/drawing/2014/main" id="{82D6CE24-9B3C-4363-9F89-6BFF22BE4247}"/>
              </a:ext>
            </a:extLst>
          </p:cNvPr>
          <p:cNvSpPr txBox="1">
            <a:spLocks/>
          </p:cNvSpPr>
          <p:nvPr/>
        </p:nvSpPr>
        <p:spPr>
          <a:xfrm>
            <a:off x="1293661"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LNG BOTTLE</a:t>
            </a:r>
          </a:p>
        </p:txBody>
      </p:sp>
      <p:sp>
        <p:nvSpPr>
          <p:cNvPr id="153" name="Text Placeholder 76">
            <a:extLst>
              <a:ext uri="{FF2B5EF4-FFF2-40B4-BE49-F238E27FC236}">
                <a16:creationId xmlns:a16="http://schemas.microsoft.com/office/drawing/2014/main" id="{729593CA-CDF5-4E2E-8080-DC9C849C502D}"/>
              </a:ext>
            </a:extLst>
          </p:cNvPr>
          <p:cNvSpPr txBox="1">
            <a:spLocks/>
          </p:cNvSpPr>
          <p:nvPr/>
        </p:nvSpPr>
        <p:spPr>
          <a:xfrm>
            <a:off x="2266772"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GAS FLAME</a:t>
            </a:r>
          </a:p>
        </p:txBody>
      </p:sp>
      <p:sp>
        <p:nvSpPr>
          <p:cNvPr id="157" name="Text Placeholder 78">
            <a:extLst>
              <a:ext uri="{FF2B5EF4-FFF2-40B4-BE49-F238E27FC236}">
                <a16:creationId xmlns:a16="http://schemas.microsoft.com/office/drawing/2014/main" id="{0BF26DCC-2349-408F-9702-D4386C5137DB}"/>
              </a:ext>
            </a:extLst>
          </p:cNvPr>
          <p:cNvSpPr txBox="1">
            <a:spLocks/>
          </p:cNvSpPr>
          <p:nvPr/>
        </p:nvSpPr>
        <p:spPr>
          <a:xfrm>
            <a:off x="3223186"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DATA CENTER</a:t>
            </a:r>
          </a:p>
        </p:txBody>
      </p:sp>
      <p:sp>
        <p:nvSpPr>
          <p:cNvPr id="158" name="Text Placeholder 80">
            <a:extLst>
              <a:ext uri="{FF2B5EF4-FFF2-40B4-BE49-F238E27FC236}">
                <a16:creationId xmlns:a16="http://schemas.microsoft.com/office/drawing/2014/main" id="{0073F14F-A3CD-40E9-B2B6-CD751D0B7161}"/>
              </a:ext>
            </a:extLst>
          </p:cNvPr>
          <p:cNvSpPr txBox="1">
            <a:spLocks/>
          </p:cNvSpPr>
          <p:nvPr/>
        </p:nvSpPr>
        <p:spPr>
          <a:xfrm>
            <a:off x="4184282"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DAIRY</a:t>
            </a:r>
          </a:p>
        </p:txBody>
      </p:sp>
      <p:sp>
        <p:nvSpPr>
          <p:cNvPr id="159" name="Text Placeholder 82">
            <a:extLst>
              <a:ext uri="{FF2B5EF4-FFF2-40B4-BE49-F238E27FC236}">
                <a16:creationId xmlns:a16="http://schemas.microsoft.com/office/drawing/2014/main" id="{2169466C-8FE8-4CF1-A1EA-66B24FFD7A63}"/>
              </a:ext>
            </a:extLst>
          </p:cNvPr>
          <p:cNvSpPr txBox="1">
            <a:spLocks/>
          </p:cNvSpPr>
          <p:nvPr/>
        </p:nvSpPr>
        <p:spPr>
          <a:xfrm>
            <a:off x="5165630"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CONSUMER PACKAGED GOODS</a:t>
            </a:r>
          </a:p>
        </p:txBody>
      </p:sp>
      <p:sp>
        <p:nvSpPr>
          <p:cNvPr id="160" name="Text Placeholder 84">
            <a:extLst>
              <a:ext uri="{FF2B5EF4-FFF2-40B4-BE49-F238E27FC236}">
                <a16:creationId xmlns:a16="http://schemas.microsoft.com/office/drawing/2014/main" id="{BFF1751F-29F5-4CE9-AC55-ED6F3B6FB010}"/>
              </a:ext>
            </a:extLst>
          </p:cNvPr>
          <p:cNvSpPr txBox="1">
            <a:spLocks/>
          </p:cNvSpPr>
          <p:nvPr/>
        </p:nvSpPr>
        <p:spPr>
          <a:xfrm>
            <a:off x="6132668"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BREWING</a:t>
            </a:r>
          </a:p>
        </p:txBody>
      </p:sp>
      <p:sp>
        <p:nvSpPr>
          <p:cNvPr id="161" name="Text Placeholder 86">
            <a:extLst>
              <a:ext uri="{FF2B5EF4-FFF2-40B4-BE49-F238E27FC236}">
                <a16:creationId xmlns:a16="http://schemas.microsoft.com/office/drawing/2014/main" id="{376AE51C-8973-44B1-BBCD-7F4CC63CCB8C}"/>
              </a:ext>
            </a:extLst>
          </p:cNvPr>
          <p:cNvSpPr txBox="1">
            <a:spLocks/>
          </p:cNvSpPr>
          <p:nvPr/>
        </p:nvSpPr>
        <p:spPr>
          <a:xfrm>
            <a:off x="7095262"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BAKED GOODS</a:t>
            </a:r>
          </a:p>
        </p:txBody>
      </p:sp>
      <p:sp>
        <p:nvSpPr>
          <p:cNvPr id="162" name="Text Placeholder 88">
            <a:extLst>
              <a:ext uri="{FF2B5EF4-FFF2-40B4-BE49-F238E27FC236}">
                <a16:creationId xmlns:a16="http://schemas.microsoft.com/office/drawing/2014/main" id="{940BB306-8EA8-423E-B18F-F355027E9253}"/>
              </a:ext>
            </a:extLst>
          </p:cNvPr>
          <p:cNvSpPr txBox="1">
            <a:spLocks/>
          </p:cNvSpPr>
          <p:nvPr/>
        </p:nvSpPr>
        <p:spPr>
          <a:xfrm>
            <a:off x="8068783"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AIRPORT</a:t>
            </a:r>
          </a:p>
        </p:txBody>
      </p:sp>
      <p:sp>
        <p:nvSpPr>
          <p:cNvPr id="163" name="Text Placeholder 90">
            <a:extLst>
              <a:ext uri="{FF2B5EF4-FFF2-40B4-BE49-F238E27FC236}">
                <a16:creationId xmlns:a16="http://schemas.microsoft.com/office/drawing/2014/main" id="{DBB76E17-0ED2-4A1C-B0A5-B311BEF61A7F}"/>
              </a:ext>
            </a:extLst>
          </p:cNvPr>
          <p:cNvSpPr txBox="1">
            <a:spLocks/>
          </p:cNvSpPr>
          <p:nvPr/>
        </p:nvSpPr>
        <p:spPr>
          <a:xfrm>
            <a:off x="9032608"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MEDITATION</a:t>
            </a:r>
          </a:p>
        </p:txBody>
      </p:sp>
      <p:sp>
        <p:nvSpPr>
          <p:cNvPr id="164" name="Text Placeholder 92">
            <a:extLst>
              <a:ext uri="{FF2B5EF4-FFF2-40B4-BE49-F238E27FC236}">
                <a16:creationId xmlns:a16="http://schemas.microsoft.com/office/drawing/2014/main" id="{380DF7DA-BD27-4233-BB7F-3C553203279F}"/>
              </a:ext>
            </a:extLst>
          </p:cNvPr>
          <p:cNvSpPr txBox="1">
            <a:spLocks/>
          </p:cNvSpPr>
          <p:nvPr/>
        </p:nvSpPr>
        <p:spPr>
          <a:xfrm>
            <a:off x="10001800"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FITNESS</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SWIMMING</a:t>
            </a:r>
          </a:p>
        </p:txBody>
      </p:sp>
      <p:sp>
        <p:nvSpPr>
          <p:cNvPr id="175" name="Text Placeholder 94">
            <a:extLst>
              <a:ext uri="{FF2B5EF4-FFF2-40B4-BE49-F238E27FC236}">
                <a16:creationId xmlns:a16="http://schemas.microsoft.com/office/drawing/2014/main" id="{D3B87F58-0101-43EF-9E02-C1877A9C6561}"/>
              </a:ext>
            </a:extLst>
          </p:cNvPr>
          <p:cNvSpPr txBox="1">
            <a:spLocks/>
          </p:cNvSpPr>
          <p:nvPr/>
        </p:nvSpPr>
        <p:spPr>
          <a:xfrm>
            <a:off x="10974852"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FITNESS</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RUNNING</a:t>
            </a:r>
          </a:p>
        </p:txBody>
      </p:sp>
      <p:sp>
        <p:nvSpPr>
          <p:cNvPr id="177" name="Text Placeholder 96">
            <a:extLst>
              <a:ext uri="{FF2B5EF4-FFF2-40B4-BE49-F238E27FC236}">
                <a16:creationId xmlns:a16="http://schemas.microsoft.com/office/drawing/2014/main" id="{8236B2E0-1121-4DB5-A04D-131F857BF1B6}"/>
              </a:ext>
            </a:extLst>
          </p:cNvPr>
          <p:cNvSpPr txBox="1">
            <a:spLocks/>
          </p:cNvSpPr>
          <p:nvPr/>
        </p:nvSpPr>
        <p:spPr>
          <a:xfrm>
            <a:off x="322190"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FITNESS</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CYCLING</a:t>
            </a:r>
          </a:p>
        </p:txBody>
      </p:sp>
      <p:sp>
        <p:nvSpPr>
          <p:cNvPr id="178" name="Text Placeholder 98">
            <a:extLst>
              <a:ext uri="{FF2B5EF4-FFF2-40B4-BE49-F238E27FC236}">
                <a16:creationId xmlns:a16="http://schemas.microsoft.com/office/drawing/2014/main" id="{9E525D76-BCB6-41F1-A93A-9F52729788C6}"/>
              </a:ext>
            </a:extLst>
          </p:cNvPr>
          <p:cNvSpPr txBox="1">
            <a:spLocks/>
          </p:cNvSpPr>
          <p:nvPr/>
        </p:nvSpPr>
        <p:spPr>
          <a:xfrm>
            <a:off x="1293661"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HEALTHY</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EATING</a:t>
            </a:r>
          </a:p>
        </p:txBody>
      </p:sp>
      <p:sp>
        <p:nvSpPr>
          <p:cNvPr id="179" name="Text Placeholder 100">
            <a:extLst>
              <a:ext uri="{FF2B5EF4-FFF2-40B4-BE49-F238E27FC236}">
                <a16:creationId xmlns:a16="http://schemas.microsoft.com/office/drawing/2014/main" id="{88078424-08DB-4940-95E5-F0F51107960C}"/>
              </a:ext>
            </a:extLst>
          </p:cNvPr>
          <p:cNvSpPr txBox="1">
            <a:spLocks/>
          </p:cNvSpPr>
          <p:nvPr/>
        </p:nvSpPr>
        <p:spPr>
          <a:xfrm>
            <a:off x="2266772"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GYM</a:t>
            </a:r>
          </a:p>
        </p:txBody>
      </p:sp>
      <p:sp>
        <p:nvSpPr>
          <p:cNvPr id="183" name="Text Placeholder 102">
            <a:extLst>
              <a:ext uri="{FF2B5EF4-FFF2-40B4-BE49-F238E27FC236}">
                <a16:creationId xmlns:a16="http://schemas.microsoft.com/office/drawing/2014/main" id="{D3966B95-058E-410A-A3D0-347C9BA6C9EC}"/>
              </a:ext>
            </a:extLst>
          </p:cNvPr>
          <p:cNvSpPr txBox="1">
            <a:spLocks/>
          </p:cNvSpPr>
          <p:nvPr/>
        </p:nvSpPr>
        <p:spPr>
          <a:xfrm>
            <a:off x="3223186"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SUBSCRIPTION REVENUE</a:t>
            </a:r>
          </a:p>
        </p:txBody>
      </p:sp>
      <p:sp>
        <p:nvSpPr>
          <p:cNvPr id="184" name="Text Placeholder 104">
            <a:extLst>
              <a:ext uri="{FF2B5EF4-FFF2-40B4-BE49-F238E27FC236}">
                <a16:creationId xmlns:a16="http://schemas.microsoft.com/office/drawing/2014/main" id="{A1F6BA74-A4A6-4DF4-B73B-B2553492FFDB}"/>
              </a:ext>
            </a:extLst>
          </p:cNvPr>
          <p:cNvSpPr txBox="1">
            <a:spLocks/>
          </p:cNvSpPr>
          <p:nvPr/>
        </p:nvSpPr>
        <p:spPr>
          <a:xfrm>
            <a:off x="4184282"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SOFTWARE SUBSCRIPTION</a:t>
            </a:r>
          </a:p>
        </p:txBody>
      </p:sp>
      <p:sp>
        <p:nvSpPr>
          <p:cNvPr id="185" name="Text Placeholder 106">
            <a:extLst>
              <a:ext uri="{FF2B5EF4-FFF2-40B4-BE49-F238E27FC236}">
                <a16:creationId xmlns:a16="http://schemas.microsoft.com/office/drawing/2014/main" id="{3EDEE5AB-D981-4D6C-AECF-4B6BA894EA68}"/>
              </a:ext>
            </a:extLst>
          </p:cNvPr>
          <p:cNvSpPr txBox="1">
            <a:spLocks/>
          </p:cNvSpPr>
          <p:nvPr/>
        </p:nvSpPr>
        <p:spPr>
          <a:xfrm>
            <a:off x="5165630"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SAVINGS</a:t>
            </a:r>
          </a:p>
        </p:txBody>
      </p:sp>
      <p:sp>
        <p:nvSpPr>
          <p:cNvPr id="186" name="Text Placeholder 108">
            <a:extLst>
              <a:ext uri="{FF2B5EF4-FFF2-40B4-BE49-F238E27FC236}">
                <a16:creationId xmlns:a16="http://schemas.microsoft.com/office/drawing/2014/main" id="{DA407AA1-EFDD-4B3D-87AD-BA1739FD3FA3}"/>
              </a:ext>
            </a:extLst>
          </p:cNvPr>
          <p:cNvSpPr txBox="1">
            <a:spLocks/>
          </p:cNvSpPr>
          <p:nvPr/>
        </p:nvSpPr>
        <p:spPr>
          <a:xfrm>
            <a:off x="6132668"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REVENUE</a:t>
            </a:r>
          </a:p>
        </p:txBody>
      </p:sp>
      <p:sp>
        <p:nvSpPr>
          <p:cNvPr id="187" name="Text Placeholder 110">
            <a:extLst>
              <a:ext uri="{FF2B5EF4-FFF2-40B4-BE49-F238E27FC236}">
                <a16:creationId xmlns:a16="http://schemas.microsoft.com/office/drawing/2014/main" id="{3EA6BD72-288B-415C-A9D1-2025A4EE09B1}"/>
              </a:ext>
            </a:extLst>
          </p:cNvPr>
          <p:cNvSpPr txBox="1">
            <a:spLocks/>
          </p:cNvSpPr>
          <p:nvPr/>
        </p:nvSpPr>
        <p:spPr>
          <a:xfrm>
            <a:off x="7095262"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HOMEWORKER</a:t>
            </a:r>
          </a:p>
        </p:txBody>
      </p:sp>
      <p:sp>
        <p:nvSpPr>
          <p:cNvPr id="188" name="Text Placeholder 112">
            <a:extLst>
              <a:ext uri="{FF2B5EF4-FFF2-40B4-BE49-F238E27FC236}">
                <a16:creationId xmlns:a16="http://schemas.microsoft.com/office/drawing/2014/main" id="{808DA293-D902-4967-988E-3F5114E6A48F}"/>
              </a:ext>
            </a:extLst>
          </p:cNvPr>
          <p:cNvSpPr txBox="1">
            <a:spLocks/>
          </p:cNvSpPr>
          <p:nvPr/>
        </p:nvSpPr>
        <p:spPr>
          <a:xfrm>
            <a:off x="8068783"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VIRTUAL TEAM</a:t>
            </a:r>
          </a:p>
        </p:txBody>
      </p:sp>
      <p:sp>
        <p:nvSpPr>
          <p:cNvPr id="189" name="Text Placeholder 114">
            <a:extLst>
              <a:ext uri="{FF2B5EF4-FFF2-40B4-BE49-F238E27FC236}">
                <a16:creationId xmlns:a16="http://schemas.microsoft.com/office/drawing/2014/main" id="{8A565567-94A8-46C3-89C0-2F1AF6FEEFE0}"/>
              </a:ext>
            </a:extLst>
          </p:cNvPr>
          <p:cNvSpPr txBox="1">
            <a:spLocks/>
          </p:cNvSpPr>
          <p:nvPr/>
        </p:nvSpPr>
        <p:spPr>
          <a:xfrm>
            <a:off x="9032608"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HIGH</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PERFORMANCE</a:t>
            </a:r>
          </a:p>
        </p:txBody>
      </p:sp>
      <p:sp>
        <p:nvSpPr>
          <p:cNvPr id="103" name="Text Placeholder 112">
            <a:extLst>
              <a:ext uri="{FF2B5EF4-FFF2-40B4-BE49-F238E27FC236}">
                <a16:creationId xmlns:a16="http://schemas.microsoft.com/office/drawing/2014/main" id="{C24159D4-A5D4-466C-997C-DA16DA04FFD9}"/>
              </a:ext>
            </a:extLst>
          </p:cNvPr>
          <p:cNvSpPr txBox="1">
            <a:spLocks/>
          </p:cNvSpPr>
          <p:nvPr/>
        </p:nvSpPr>
        <p:spPr>
          <a:xfrm>
            <a:off x="10001800"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MEDIUM PERFORMANCE</a:t>
            </a:r>
          </a:p>
        </p:txBody>
      </p:sp>
      <p:sp>
        <p:nvSpPr>
          <p:cNvPr id="104" name="Text Placeholder 112">
            <a:extLst>
              <a:ext uri="{FF2B5EF4-FFF2-40B4-BE49-F238E27FC236}">
                <a16:creationId xmlns:a16="http://schemas.microsoft.com/office/drawing/2014/main" id="{419DC3E7-F435-4167-89E9-151BCD3FDC1D}"/>
              </a:ext>
            </a:extLst>
          </p:cNvPr>
          <p:cNvSpPr txBox="1">
            <a:spLocks/>
          </p:cNvSpPr>
          <p:nvPr/>
        </p:nvSpPr>
        <p:spPr>
          <a:xfrm>
            <a:off x="10974852"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LOW</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PERFORMANCE</a:t>
            </a:r>
          </a:p>
        </p:txBody>
      </p:sp>
      <p:sp>
        <p:nvSpPr>
          <p:cNvPr id="107" name="Text Placeholder 96">
            <a:extLst>
              <a:ext uri="{FF2B5EF4-FFF2-40B4-BE49-F238E27FC236}">
                <a16:creationId xmlns:a16="http://schemas.microsoft.com/office/drawing/2014/main" id="{2F81B524-2C7A-4689-8C1A-77E6F516AECE}"/>
              </a:ext>
            </a:extLst>
          </p:cNvPr>
          <p:cNvSpPr txBox="1">
            <a:spLocks/>
          </p:cNvSpPr>
          <p:nvPr/>
        </p:nvSpPr>
        <p:spPr>
          <a:xfrm>
            <a:off x="322190"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BRITISH</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POUNDS</a:t>
            </a:r>
          </a:p>
        </p:txBody>
      </p:sp>
      <p:sp>
        <p:nvSpPr>
          <p:cNvPr id="108" name="Text Placeholder 98">
            <a:extLst>
              <a:ext uri="{FF2B5EF4-FFF2-40B4-BE49-F238E27FC236}">
                <a16:creationId xmlns:a16="http://schemas.microsoft.com/office/drawing/2014/main" id="{CA094059-9AC5-422F-8830-28C226E933C6}"/>
              </a:ext>
            </a:extLst>
          </p:cNvPr>
          <p:cNvSpPr txBox="1">
            <a:spLocks/>
          </p:cNvSpPr>
          <p:nvPr/>
        </p:nvSpPr>
        <p:spPr>
          <a:xfrm>
            <a:off x="1293661"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US DOLLARS</a:t>
            </a:r>
          </a:p>
        </p:txBody>
      </p:sp>
      <p:sp>
        <p:nvSpPr>
          <p:cNvPr id="109" name="Text Placeholder 100">
            <a:extLst>
              <a:ext uri="{FF2B5EF4-FFF2-40B4-BE49-F238E27FC236}">
                <a16:creationId xmlns:a16="http://schemas.microsoft.com/office/drawing/2014/main" id="{B35AC7FF-0505-49E8-9F80-04521BB8C186}"/>
              </a:ext>
            </a:extLst>
          </p:cNvPr>
          <p:cNvSpPr txBox="1">
            <a:spLocks/>
          </p:cNvSpPr>
          <p:nvPr/>
        </p:nvSpPr>
        <p:spPr>
          <a:xfrm>
            <a:off x="2266772"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EUROS</a:t>
            </a:r>
          </a:p>
        </p:txBody>
      </p:sp>
      <p:sp>
        <p:nvSpPr>
          <p:cNvPr id="110" name="Text Placeholder 102">
            <a:extLst>
              <a:ext uri="{FF2B5EF4-FFF2-40B4-BE49-F238E27FC236}">
                <a16:creationId xmlns:a16="http://schemas.microsoft.com/office/drawing/2014/main" id="{1FD57B67-FE91-42A1-B38F-A2A63CDAE4D8}"/>
              </a:ext>
            </a:extLst>
          </p:cNvPr>
          <p:cNvSpPr txBox="1">
            <a:spLocks/>
          </p:cNvSpPr>
          <p:nvPr/>
        </p:nvSpPr>
        <p:spPr>
          <a:xfrm>
            <a:off x="3223186"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BUSINESS</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ETHICS</a:t>
            </a:r>
          </a:p>
        </p:txBody>
      </p:sp>
      <p:sp>
        <p:nvSpPr>
          <p:cNvPr id="173" name="Text Placeholder 104">
            <a:extLst>
              <a:ext uri="{FF2B5EF4-FFF2-40B4-BE49-F238E27FC236}">
                <a16:creationId xmlns:a16="http://schemas.microsoft.com/office/drawing/2014/main" id="{DD9AD0B3-1BEB-4DCF-9D16-7602AB3756D8}"/>
              </a:ext>
            </a:extLst>
          </p:cNvPr>
          <p:cNvSpPr txBox="1">
            <a:spLocks/>
          </p:cNvSpPr>
          <p:nvPr/>
        </p:nvSpPr>
        <p:spPr>
          <a:xfrm>
            <a:off x="4184282"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TRUST</a:t>
            </a:r>
          </a:p>
        </p:txBody>
      </p:sp>
      <p:sp>
        <p:nvSpPr>
          <p:cNvPr id="174" name="Text Placeholder 106">
            <a:extLst>
              <a:ext uri="{FF2B5EF4-FFF2-40B4-BE49-F238E27FC236}">
                <a16:creationId xmlns:a16="http://schemas.microsoft.com/office/drawing/2014/main" id="{5D0A5A4E-B5DC-4570-B360-D7A2225DF397}"/>
              </a:ext>
            </a:extLst>
          </p:cNvPr>
          <p:cNvSpPr txBox="1">
            <a:spLocks/>
          </p:cNvSpPr>
          <p:nvPr/>
        </p:nvSpPr>
        <p:spPr>
          <a:xfrm>
            <a:off x="5165630"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ENVIRONMENT</a:t>
            </a:r>
          </a:p>
        </p:txBody>
      </p:sp>
      <p:sp>
        <p:nvSpPr>
          <p:cNvPr id="197" name="Text Placeholder 108">
            <a:extLst>
              <a:ext uri="{FF2B5EF4-FFF2-40B4-BE49-F238E27FC236}">
                <a16:creationId xmlns:a16="http://schemas.microsoft.com/office/drawing/2014/main" id="{5D9B4E86-CAC9-43DA-AC00-B2D686C52869}"/>
              </a:ext>
            </a:extLst>
          </p:cNvPr>
          <p:cNvSpPr txBox="1">
            <a:spLocks/>
          </p:cNvSpPr>
          <p:nvPr/>
        </p:nvSpPr>
        <p:spPr>
          <a:xfrm>
            <a:off x="6132668"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SUSTAINABILITY</a:t>
            </a:r>
          </a:p>
        </p:txBody>
      </p:sp>
      <p:sp>
        <p:nvSpPr>
          <p:cNvPr id="198" name="Text Placeholder 110">
            <a:extLst>
              <a:ext uri="{FF2B5EF4-FFF2-40B4-BE49-F238E27FC236}">
                <a16:creationId xmlns:a16="http://schemas.microsoft.com/office/drawing/2014/main" id="{D5A00C04-EE3C-483F-BF5D-90B81B35B72E}"/>
              </a:ext>
            </a:extLst>
          </p:cNvPr>
          <p:cNvSpPr txBox="1">
            <a:spLocks/>
          </p:cNvSpPr>
          <p:nvPr/>
        </p:nvSpPr>
        <p:spPr>
          <a:xfrm>
            <a:off x="7095262"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CONNECTED WORKERS</a:t>
            </a:r>
          </a:p>
        </p:txBody>
      </p:sp>
      <p:sp>
        <p:nvSpPr>
          <p:cNvPr id="199" name="Text Placeholder 112">
            <a:extLst>
              <a:ext uri="{FF2B5EF4-FFF2-40B4-BE49-F238E27FC236}">
                <a16:creationId xmlns:a16="http://schemas.microsoft.com/office/drawing/2014/main" id="{E34CCD7F-2DF7-4C14-A605-EA22C285E7C8}"/>
              </a:ext>
            </a:extLst>
          </p:cNvPr>
          <p:cNvSpPr txBox="1">
            <a:spLocks/>
          </p:cNvSpPr>
          <p:nvPr/>
        </p:nvSpPr>
        <p:spPr>
          <a:xfrm>
            <a:off x="8068783"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CHECKBOX</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TICK</a:t>
            </a:r>
          </a:p>
        </p:txBody>
      </p:sp>
      <p:sp>
        <p:nvSpPr>
          <p:cNvPr id="200" name="Text Placeholder 114">
            <a:extLst>
              <a:ext uri="{FF2B5EF4-FFF2-40B4-BE49-F238E27FC236}">
                <a16:creationId xmlns:a16="http://schemas.microsoft.com/office/drawing/2014/main" id="{366F5F62-71C4-440D-8565-64BA3FEC0485}"/>
              </a:ext>
            </a:extLst>
          </p:cNvPr>
          <p:cNvSpPr txBox="1">
            <a:spLocks/>
          </p:cNvSpPr>
          <p:nvPr/>
        </p:nvSpPr>
        <p:spPr>
          <a:xfrm>
            <a:off x="9032608"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CHECKBOX</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CROSS</a:t>
            </a:r>
          </a:p>
        </p:txBody>
      </p:sp>
      <p:sp>
        <p:nvSpPr>
          <p:cNvPr id="201" name="Text Placeholder 112">
            <a:extLst>
              <a:ext uri="{FF2B5EF4-FFF2-40B4-BE49-F238E27FC236}">
                <a16:creationId xmlns:a16="http://schemas.microsoft.com/office/drawing/2014/main" id="{1C684288-2B4F-4216-91A9-32390C39EEA4}"/>
              </a:ext>
            </a:extLst>
          </p:cNvPr>
          <p:cNvSpPr txBox="1">
            <a:spLocks/>
          </p:cNvSpPr>
          <p:nvPr/>
        </p:nvSpPr>
        <p:spPr>
          <a:xfrm>
            <a:off x="10001800"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BUSINESS PROCESS FLOWCHART</a:t>
            </a:r>
          </a:p>
        </p:txBody>
      </p:sp>
      <p:sp>
        <p:nvSpPr>
          <p:cNvPr id="202" name="Text Placeholder 112">
            <a:extLst>
              <a:ext uri="{FF2B5EF4-FFF2-40B4-BE49-F238E27FC236}">
                <a16:creationId xmlns:a16="http://schemas.microsoft.com/office/drawing/2014/main" id="{950147FE-714B-4B7B-BFD3-14EA6EDBAE11}"/>
              </a:ext>
            </a:extLst>
          </p:cNvPr>
          <p:cNvSpPr txBox="1">
            <a:spLocks/>
          </p:cNvSpPr>
          <p:nvPr/>
        </p:nvSpPr>
        <p:spPr>
          <a:xfrm>
            <a:off x="10974852" y="579967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BUSINESS PROCESS FLOWCHART</a:t>
            </a:r>
          </a:p>
        </p:txBody>
      </p:sp>
      <p:sp>
        <p:nvSpPr>
          <p:cNvPr id="295" name="Footer Placeholder 1">
            <a:extLst>
              <a:ext uri="{FF2B5EF4-FFF2-40B4-BE49-F238E27FC236}">
                <a16:creationId xmlns:a16="http://schemas.microsoft.com/office/drawing/2014/main" id="{752E264E-4B19-4212-B712-6DA26BDFE9D0}"/>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pic>
        <p:nvPicPr>
          <p:cNvPr id="3" name="Graphic 2">
            <a:extLst>
              <a:ext uri="{FF2B5EF4-FFF2-40B4-BE49-F238E27FC236}">
                <a16:creationId xmlns:a16="http://schemas.microsoft.com/office/drawing/2014/main" id="{DA6AD163-41A4-4F06-B12F-126B49B3E23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0215" y="1488083"/>
            <a:ext cx="432000" cy="364501"/>
          </a:xfrm>
          <a:prstGeom prst="rect">
            <a:avLst/>
          </a:prstGeom>
        </p:spPr>
      </p:pic>
      <p:pic>
        <p:nvPicPr>
          <p:cNvPr id="6" name="Graphic 5">
            <a:extLst>
              <a:ext uri="{FF2B5EF4-FFF2-40B4-BE49-F238E27FC236}">
                <a16:creationId xmlns:a16="http://schemas.microsoft.com/office/drawing/2014/main" id="{0D0CA237-9DF9-459C-99AE-8955625290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7886" y="1479411"/>
            <a:ext cx="399600" cy="399600"/>
          </a:xfrm>
          <a:prstGeom prst="rect">
            <a:avLst/>
          </a:prstGeom>
        </p:spPr>
      </p:pic>
      <p:pic>
        <p:nvPicPr>
          <p:cNvPr id="9" name="Graphic 8">
            <a:extLst>
              <a:ext uri="{FF2B5EF4-FFF2-40B4-BE49-F238E27FC236}">
                <a16:creationId xmlns:a16="http://schemas.microsoft.com/office/drawing/2014/main" id="{A7620D1E-1DC0-4B6F-94B9-B9CE581D6A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0997" y="1470533"/>
            <a:ext cx="399600" cy="399600"/>
          </a:xfrm>
          <a:prstGeom prst="rect">
            <a:avLst/>
          </a:prstGeom>
        </p:spPr>
      </p:pic>
      <p:pic>
        <p:nvPicPr>
          <p:cNvPr id="12" name="Graphic 11">
            <a:extLst>
              <a:ext uri="{FF2B5EF4-FFF2-40B4-BE49-F238E27FC236}">
                <a16:creationId xmlns:a16="http://schemas.microsoft.com/office/drawing/2014/main" id="{10F6B25A-EAFA-498F-A3F3-8BCBA8C8D0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61211" y="1489796"/>
            <a:ext cx="432000" cy="378830"/>
          </a:xfrm>
          <a:prstGeom prst="rect">
            <a:avLst/>
          </a:prstGeom>
        </p:spPr>
      </p:pic>
      <p:pic>
        <p:nvPicPr>
          <p:cNvPr id="15" name="Graphic 14">
            <a:extLst>
              <a:ext uri="{FF2B5EF4-FFF2-40B4-BE49-F238E27FC236}">
                <a16:creationId xmlns:a16="http://schemas.microsoft.com/office/drawing/2014/main" id="{006F71EC-0F87-4367-825A-1D62B3D7E11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22307" y="1527441"/>
            <a:ext cx="432000" cy="285785"/>
          </a:xfrm>
          <a:prstGeom prst="rect">
            <a:avLst/>
          </a:prstGeom>
        </p:spPr>
      </p:pic>
      <p:pic>
        <p:nvPicPr>
          <p:cNvPr id="17" name="Graphic 16">
            <a:extLst>
              <a:ext uri="{FF2B5EF4-FFF2-40B4-BE49-F238E27FC236}">
                <a16:creationId xmlns:a16="http://schemas.microsoft.com/office/drawing/2014/main" id="{DABB7FFD-8764-478C-BA56-1A425FF7F47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19855" y="1470533"/>
            <a:ext cx="399600" cy="399600"/>
          </a:xfrm>
          <a:prstGeom prst="rect">
            <a:avLst/>
          </a:prstGeom>
        </p:spPr>
      </p:pic>
      <p:pic>
        <p:nvPicPr>
          <p:cNvPr id="20" name="Graphic 19">
            <a:extLst>
              <a:ext uri="{FF2B5EF4-FFF2-40B4-BE49-F238E27FC236}">
                <a16:creationId xmlns:a16="http://schemas.microsoft.com/office/drawing/2014/main" id="{E2569208-3763-41DA-970B-221D50777FF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02503" y="1461655"/>
            <a:ext cx="368381" cy="399600"/>
          </a:xfrm>
          <a:prstGeom prst="rect">
            <a:avLst/>
          </a:prstGeom>
        </p:spPr>
      </p:pic>
      <p:pic>
        <p:nvPicPr>
          <p:cNvPr id="23" name="Graphic 22">
            <a:extLst>
              <a:ext uri="{FF2B5EF4-FFF2-40B4-BE49-F238E27FC236}">
                <a16:creationId xmlns:a16="http://schemas.microsoft.com/office/drawing/2014/main" id="{C55B5A32-615F-4244-BC90-C19BA6C83A4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49487" y="1493091"/>
            <a:ext cx="399600" cy="354484"/>
          </a:xfrm>
          <a:prstGeom prst="rect">
            <a:avLst/>
          </a:prstGeom>
        </p:spPr>
      </p:pic>
      <p:pic>
        <p:nvPicPr>
          <p:cNvPr id="25" name="Graphic 24">
            <a:extLst>
              <a:ext uri="{FF2B5EF4-FFF2-40B4-BE49-F238E27FC236}">
                <a16:creationId xmlns:a16="http://schemas.microsoft.com/office/drawing/2014/main" id="{9E8D46D4-AB7A-48E7-99FC-490FA0E74A9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06808" y="1511708"/>
            <a:ext cx="432000" cy="317250"/>
          </a:xfrm>
          <a:prstGeom prst="rect">
            <a:avLst/>
          </a:prstGeom>
        </p:spPr>
      </p:pic>
      <p:pic>
        <p:nvPicPr>
          <p:cNvPr id="29" name="Graphic 28">
            <a:extLst>
              <a:ext uri="{FF2B5EF4-FFF2-40B4-BE49-F238E27FC236}">
                <a16:creationId xmlns:a16="http://schemas.microsoft.com/office/drawing/2014/main" id="{E2FE85AC-924E-4C83-A53F-9E5CED23AE4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86833" y="1470533"/>
            <a:ext cx="399600" cy="399600"/>
          </a:xfrm>
          <a:prstGeom prst="rect">
            <a:avLst/>
          </a:prstGeom>
        </p:spPr>
      </p:pic>
      <p:pic>
        <p:nvPicPr>
          <p:cNvPr id="224" name="Graphic 223">
            <a:extLst>
              <a:ext uri="{FF2B5EF4-FFF2-40B4-BE49-F238E27FC236}">
                <a16:creationId xmlns:a16="http://schemas.microsoft.com/office/drawing/2014/main" id="{E9233EA7-E31D-4B17-A9B1-EA973A90EFA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56025" y="1476777"/>
            <a:ext cx="399600" cy="387112"/>
          </a:xfrm>
          <a:prstGeom prst="rect">
            <a:avLst/>
          </a:prstGeom>
        </p:spPr>
      </p:pic>
      <p:pic>
        <p:nvPicPr>
          <p:cNvPr id="228" name="Graphic 227">
            <a:extLst>
              <a:ext uri="{FF2B5EF4-FFF2-40B4-BE49-F238E27FC236}">
                <a16:creationId xmlns:a16="http://schemas.microsoft.com/office/drawing/2014/main" id="{F64BA9C3-281B-405B-83B7-8BFC99026C5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229077" y="1505361"/>
            <a:ext cx="399600" cy="312188"/>
          </a:xfrm>
          <a:prstGeom prst="rect">
            <a:avLst/>
          </a:prstGeom>
        </p:spPr>
      </p:pic>
      <p:pic>
        <p:nvPicPr>
          <p:cNvPr id="233" name="Graphic 232">
            <a:extLst>
              <a:ext uri="{FF2B5EF4-FFF2-40B4-BE49-F238E27FC236}">
                <a16:creationId xmlns:a16="http://schemas.microsoft.com/office/drawing/2014/main" id="{35CB0818-D5EE-4027-93BB-6DA85F7E182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76415" y="2454924"/>
            <a:ext cx="399600" cy="315069"/>
          </a:xfrm>
          <a:prstGeom prst="rect">
            <a:avLst/>
          </a:prstGeom>
        </p:spPr>
      </p:pic>
      <p:pic>
        <p:nvPicPr>
          <p:cNvPr id="237" name="Graphic 236">
            <a:extLst>
              <a:ext uri="{FF2B5EF4-FFF2-40B4-BE49-F238E27FC236}">
                <a16:creationId xmlns:a16="http://schemas.microsoft.com/office/drawing/2014/main" id="{DBF99415-5752-4335-901D-2852A1DF45D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547886" y="2440755"/>
            <a:ext cx="399600" cy="343406"/>
          </a:xfrm>
          <a:prstGeom prst="rect">
            <a:avLst/>
          </a:prstGeom>
        </p:spPr>
      </p:pic>
      <p:pic>
        <p:nvPicPr>
          <p:cNvPr id="241" name="Graphic 240">
            <a:extLst>
              <a:ext uri="{FF2B5EF4-FFF2-40B4-BE49-F238E27FC236}">
                <a16:creationId xmlns:a16="http://schemas.microsoft.com/office/drawing/2014/main" id="{B4175904-4412-4825-9DDB-7D59C5D9DB7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520997" y="2419431"/>
            <a:ext cx="399600" cy="386054"/>
          </a:xfrm>
          <a:prstGeom prst="rect">
            <a:avLst/>
          </a:prstGeom>
        </p:spPr>
      </p:pic>
      <p:pic>
        <p:nvPicPr>
          <p:cNvPr id="245" name="Graphic 244">
            <a:extLst>
              <a:ext uri="{FF2B5EF4-FFF2-40B4-BE49-F238E27FC236}">
                <a16:creationId xmlns:a16="http://schemas.microsoft.com/office/drawing/2014/main" id="{8F9F782F-250F-422E-99A6-C4192B4C314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486777" y="2421536"/>
            <a:ext cx="380869" cy="399600"/>
          </a:xfrm>
          <a:prstGeom prst="rect">
            <a:avLst/>
          </a:prstGeom>
        </p:spPr>
      </p:pic>
      <p:pic>
        <p:nvPicPr>
          <p:cNvPr id="249" name="Graphic 248">
            <a:extLst>
              <a:ext uri="{FF2B5EF4-FFF2-40B4-BE49-F238E27FC236}">
                <a16:creationId xmlns:a16="http://schemas.microsoft.com/office/drawing/2014/main" id="{D0F4129F-C086-4C74-BAA5-E2F5A3B08CD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491579" y="2412658"/>
            <a:ext cx="293456" cy="399600"/>
          </a:xfrm>
          <a:prstGeom prst="rect">
            <a:avLst/>
          </a:prstGeom>
        </p:spPr>
      </p:pic>
      <p:pic>
        <p:nvPicPr>
          <p:cNvPr id="253" name="Graphic 252">
            <a:extLst>
              <a:ext uri="{FF2B5EF4-FFF2-40B4-BE49-F238E27FC236}">
                <a16:creationId xmlns:a16="http://schemas.microsoft.com/office/drawing/2014/main" id="{BD71A865-0DEA-464E-B3F4-EE7DD6881C4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419855" y="2462121"/>
            <a:ext cx="399600" cy="318431"/>
          </a:xfrm>
          <a:prstGeom prst="rect">
            <a:avLst/>
          </a:prstGeom>
        </p:spPr>
      </p:pic>
      <p:pic>
        <p:nvPicPr>
          <p:cNvPr id="33" name="Graphic 32">
            <a:extLst>
              <a:ext uri="{FF2B5EF4-FFF2-40B4-BE49-F238E27FC236}">
                <a16:creationId xmlns:a16="http://schemas.microsoft.com/office/drawing/2014/main" id="{9E649128-9996-40A3-93FC-42D93032F1ED}"/>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427478" y="2412658"/>
            <a:ext cx="318431" cy="399600"/>
          </a:xfrm>
          <a:prstGeom prst="rect">
            <a:avLst/>
          </a:prstGeom>
        </p:spPr>
      </p:pic>
      <p:pic>
        <p:nvPicPr>
          <p:cNvPr id="37" name="Graphic 36">
            <a:extLst>
              <a:ext uri="{FF2B5EF4-FFF2-40B4-BE49-F238E27FC236}">
                <a16:creationId xmlns:a16="http://schemas.microsoft.com/office/drawing/2014/main" id="{E64067D0-EBDE-4840-8053-884371C26032}"/>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349487" y="2452755"/>
            <a:ext cx="399600" cy="337163"/>
          </a:xfrm>
          <a:prstGeom prst="rect">
            <a:avLst/>
          </a:prstGeom>
        </p:spPr>
      </p:pic>
      <p:pic>
        <p:nvPicPr>
          <p:cNvPr id="39" name="Graphic 38">
            <a:extLst>
              <a:ext uri="{FF2B5EF4-FFF2-40B4-BE49-F238E27FC236}">
                <a16:creationId xmlns:a16="http://schemas.microsoft.com/office/drawing/2014/main" id="{950C8E6E-B643-416A-BAF4-6B69BD3AF330}"/>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8323008" y="2403780"/>
            <a:ext cx="399600" cy="399600"/>
          </a:xfrm>
          <a:prstGeom prst="rect">
            <a:avLst/>
          </a:prstGeom>
        </p:spPr>
      </p:pic>
      <p:pic>
        <p:nvPicPr>
          <p:cNvPr id="41" name="Graphic 40">
            <a:extLst>
              <a:ext uri="{FF2B5EF4-FFF2-40B4-BE49-F238E27FC236}">
                <a16:creationId xmlns:a16="http://schemas.microsoft.com/office/drawing/2014/main" id="{0D6B4402-C594-4803-8005-8311B95742CB}"/>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286833" y="2428268"/>
            <a:ext cx="399600" cy="368381"/>
          </a:xfrm>
          <a:prstGeom prst="rect">
            <a:avLst/>
          </a:prstGeom>
        </p:spPr>
      </p:pic>
      <p:pic>
        <p:nvPicPr>
          <p:cNvPr id="43" name="Graphic 42">
            <a:extLst>
              <a:ext uri="{FF2B5EF4-FFF2-40B4-BE49-F238E27FC236}">
                <a16:creationId xmlns:a16="http://schemas.microsoft.com/office/drawing/2014/main" id="{08EA0F7B-7594-445F-9111-0C12EB4F0DB4}"/>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0256025" y="2412658"/>
            <a:ext cx="399600" cy="399600"/>
          </a:xfrm>
          <a:prstGeom prst="rect">
            <a:avLst/>
          </a:prstGeom>
        </p:spPr>
      </p:pic>
      <p:pic>
        <p:nvPicPr>
          <p:cNvPr id="47" name="Graphic 46">
            <a:extLst>
              <a:ext uri="{FF2B5EF4-FFF2-40B4-BE49-F238E27FC236}">
                <a16:creationId xmlns:a16="http://schemas.microsoft.com/office/drawing/2014/main" id="{8010646F-7AD2-4E12-BDBA-54DDDB3C475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1229077" y="2412658"/>
            <a:ext cx="399600" cy="399600"/>
          </a:xfrm>
          <a:prstGeom prst="rect">
            <a:avLst/>
          </a:prstGeom>
        </p:spPr>
      </p:pic>
      <p:pic>
        <p:nvPicPr>
          <p:cNvPr id="51" name="Graphic 50">
            <a:extLst>
              <a:ext uri="{FF2B5EF4-FFF2-40B4-BE49-F238E27FC236}">
                <a16:creationId xmlns:a16="http://schemas.microsoft.com/office/drawing/2014/main" id="{8EB90D69-1748-4BCF-9E49-53871779FF8D}"/>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589735" y="3370620"/>
            <a:ext cx="372960" cy="399600"/>
          </a:xfrm>
          <a:prstGeom prst="rect">
            <a:avLst/>
          </a:prstGeom>
        </p:spPr>
      </p:pic>
      <p:pic>
        <p:nvPicPr>
          <p:cNvPr id="55" name="Graphic 54">
            <a:extLst>
              <a:ext uri="{FF2B5EF4-FFF2-40B4-BE49-F238E27FC236}">
                <a16:creationId xmlns:a16="http://schemas.microsoft.com/office/drawing/2014/main" id="{A9843709-5783-499E-ACEA-59F7E06123A5}"/>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635299" y="3379498"/>
            <a:ext cx="224775" cy="399600"/>
          </a:xfrm>
          <a:prstGeom prst="rect">
            <a:avLst/>
          </a:prstGeom>
        </p:spPr>
      </p:pic>
      <p:pic>
        <p:nvPicPr>
          <p:cNvPr id="59" name="Graphic 58">
            <a:extLst>
              <a:ext uri="{FF2B5EF4-FFF2-40B4-BE49-F238E27FC236}">
                <a16:creationId xmlns:a16="http://schemas.microsoft.com/office/drawing/2014/main" id="{343D8C83-465A-4412-A362-622D96B99A9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2573404" y="3379498"/>
            <a:ext cx="294787" cy="399600"/>
          </a:xfrm>
          <a:prstGeom prst="rect">
            <a:avLst/>
          </a:prstGeom>
        </p:spPr>
      </p:pic>
      <p:pic>
        <p:nvPicPr>
          <p:cNvPr id="63" name="Graphic 62">
            <a:extLst>
              <a:ext uri="{FF2B5EF4-FFF2-40B4-BE49-F238E27FC236}">
                <a16:creationId xmlns:a16="http://schemas.microsoft.com/office/drawing/2014/main" id="{F6CD1F3D-7B7F-4915-BD4B-16F572804D7E}"/>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477411" y="3394620"/>
            <a:ext cx="399600" cy="387112"/>
          </a:xfrm>
          <a:prstGeom prst="rect">
            <a:avLst/>
          </a:prstGeom>
        </p:spPr>
      </p:pic>
      <p:pic>
        <p:nvPicPr>
          <p:cNvPr id="258" name="Graphic 257">
            <a:extLst>
              <a:ext uri="{FF2B5EF4-FFF2-40B4-BE49-F238E27FC236}">
                <a16:creationId xmlns:a16="http://schemas.microsoft.com/office/drawing/2014/main" id="{39C720BA-48F1-4CD9-8E12-53E71551A78B}"/>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4438507" y="3379498"/>
            <a:ext cx="399600" cy="399600"/>
          </a:xfrm>
          <a:prstGeom prst="rect">
            <a:avLst/>
          </a:prstGeom>
        </p:spPr>
      </p:pic>
      <p:pic>
        <p:nvPicPr>
          <p:cNvPr id="262" name="Graphic 261">
            <a:extLst>
              <a:ext uri="{FF2B5EF4-FFF2-40B4-BE49-F238E27FC236}">
                <a16:creationId xmlns:a16="http://schemas.microsoft.com/office/drawing/2014/main" id="{F1780F42-91AA-428E-A58C-19129EC58A8E}"/>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5469805" y="3370620"/>
            <a:ext cx="299700" cy="399600"/>
          </a:xfrm>
          <a:prstGeom prst="rect">
            <a:avLst/>
          </a:prstGeom>
        </p:spPr>
      </p:pic>
      <p:pic>
        <p:nvPicPr>
          <p:cNvPr id="266" name="Graphic 265">
            <a:extLst>
              <a:ext uri="{FF2B5EF4-FFF2-40B4-BE49-F238E27FC236}">
                <a16:creationId xmlns:a16="http://schemas.microsoft.com/office/drawing/2014/main" id="{E6A73FF8-2297-4E69-B2CE-F78C367D7DD1}"/>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386893" y="3379498"/>
            <a:ext cx="399600" cy="399600"/>
          </a:xfrm>
          <a:prstGeom prst="rect">
            <a:avLst/>
          </a:prstGeom>
        </p:spPr>
      </p:pic>
      <p:pic>
        <p:nvPicPr>
          <p:cNvPr id="270" name="Graphic 269">
            <a:extLst>
              <a:ext uri="{FF2B5EF4-FFF2-40B4-BE49-F238E27FC236}">
                <a16:creationId xmlns:a16="http://schemas.microsoft.com/office/drawing/2014/main" id="{1E9C682B-C585-45E9-B976-B260F96FAC88}"/>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7380706" y="3379498"/>
            <a:ext cx="337163" cy="399600"/>
          </a:xfrm>
          <a:prstGeom prst="rect">
            <a:avLst/>
          </a:prstGeom>
        </p:spPr>
      </p:pic>
      <p:pic>
        <p:nvPicPr>
          <p:cNvPr id="274" name="Graphic 273">
            <a:extLst>
              <a:ext uri="{FF2B5EF4-FFF2-40B4-BE49-F238E27FC236}">
                <a16:creationId xmlns:a16="http://schemas.microsoft.com/office/drawing/2014/main" id="{D2F8F65D-72B3-41BE-BA04-EAA3845B0C8A}"/>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323008" y="3391986"/>
            <a:ext cx="399600" cy="374625"/>
          </a:xfrm>
          <a:prstGeom prst="rect">
            <a:avLst/>
          </a:prstGeom>
        </p:spPr>
      </p:pic>
      <p:pic>
        <p:nvPicPr>
          <p:cNvPr id="278" name="Graphic 277">
            <a:extLst>
              <a:ext uri="{FF2B5EF4-FFF2-40B4-BE49-F238E27FC236}">
                <a16:creationId xmlns:a16="http://schemas.microsoft.com/office/drawing/2014/main" id="{B5B28D35-C80E-455A-BC35-31E87320C377}"/>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308686" y="3370620"/>
            <a:ext cx="355894" cy="399600"/>
          </a:xfrm>
          <a:prstGeom prst="rect">
            <a:avLst/>
          </a:prstGeom>
        </p:spPr>
      </p:pic>
      <p:pic>
        <p:nvPicPr>
          <p:cNvPr id="282" name="Graphic 281">
            <a:extLst>
              <a:ext uri="{FF2B5EF4-FFF2-40B4-BE49-F238E27FC236}">
                <a16:creationId xmlns:a16="http://schemas.microsoft.com/office/drawing/2014/main" id="{F3CA1F44-BE58-4ACC-8062-BEA23178F697}"/>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10256025" y="3410717"/>
            <a:ext cx="399600" cy="337163"/>
          </a:xfrm>
          <a:prstGeom prst="rect">
            <a:avLst/>
          </a:prstGeom>
        </p:spPr>
      </p:pic>
      <p:pic>
        <p:nvPicPr>
          <p:cNvPr id="284" name="Graphic 283">
            <a:extLst>
              <a:ext uri="{FF2B5EF4-FFF2-40B4-BE49-F238E27FC236}">
                <a16:creationId xmlns:a16="http://schemas.microsoft.com/office/drawing/2014/main" id="{6D9A6BA5-B68C-4879-98F2-1D15BEC1D24B}"/>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1229077" y="3379498"/>
            <a:ext cx="399600" cy="399600"/>
          </a:xfrm>
          <a:prstGeom prst="rect">
            <a:avLst/>
          </a:prstGeom>
        </p:spPr>
      </p:pic>
      <p:pic>
        <p:nvPicPr>
          <p:cNvPr id="286" name="Graphic 285">
            <a:extLst>
              <a:ext uri="{FF2B5EF4-FFF2-40B4-BE49-F238E27FC236}">
                <a16:creationId xmlns:a16="http://schemas.microsoft.com/office/drawing/2014/main" id="{CFED75CA-6BAC-46D6-9856-123420FB24B9}"/>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76415" y="4338418"/>
            <a:ext cx="399600" cy="374625"/>
          </a:xfrm>
          <a:prstGeom prst="rect">
            <a:avLst/>
          </a:prstGeom>
        </p:spPr>
      </p:pic>
      <p:pic>
        <p:nvPicPr>
          <p:cNvPr id="288" name="Graphic 287">
            <a:extLst>
              <a:ext uri="{FF2B5EF4-FFF2-40B4-BE49-F238E27FC236}">
                <a16:creationId xmlns:a16="http://schemas.microsoft.com/office/drawing/2014/main" id="{0EEC212A-E3DC-445C-AF9C-81BC824B7574}"/>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547886" y="4343686"/>
            <a:ext cx="399600" cy="399600"/>
          </a:xfrm>
          <a:prstGeom prst="rect">
            <a:avLst/>
          </a:prstGeom>
        </p:spPr>
      </p:pic>
      <p:pic>
        <p:nvPicPr>
          <p:cNvPr id="290" name="Graphic 289">
            <a:extLst>
              <a:ext uri="{FF2B5EF4-FFF2-40B4-BE49-F238E27FC236}">
                <a16:creationId xmlns:a16="http://schemas.microsoft.com/office/drawing/2014/main" id="{C40FA57D-0539-4FB3-894F-71DB33EC4445}"/>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2520997" y="4341052"/>
            <a:ext cx="399600" cy="387112"/>
          </a:xfrm>
          <a:prstGeom prst="rect">
            <a:avLst/>
          </a:prstGeom>
        </p:spPr>
      </p:pic>
      <p:pic>
        <p:nvPicPr>
          <p:cNvPr id="292" name="Graphic 291">
            <a:extLst>
              <a:ext uri="{FF2B5EF4-FFF2-40B4-BE49-F238E27FC236}">
                <a16:creationId xmlns:a16="http://schemas.microsoft.com/office/drawing/2014/main" id="{B95C57DA-8C21-4FE8-99F6-A805D3B7C015}"/>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3477411" y="4346808"/>
            <a:ext cx="399600" cy="393356"/>
          </a:xfrm>
          <a:prstGeom prst="rect">
            <a:avLst/>
          </a:prstGeom>
        </p:spPr>
      </p:pic>
      <p:pic>
        <p:nvPicPr>
          <p:cNvPr id="294" name="Graphic 293">
            <a:extLst>
              <a:ext uri="{FF2B5EF4-FFF2-40B4-BE49-F238E27FC236}">
                <a16:creationId xmlns:a16="http://schemas.microsoft.com/office/drawing/2014/main" id="{93FF2FF2-D8F0-4E0C-B3D3-CA0F5E0DD9AE}"/>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4438507" y="4346808"/>
            <a:ext cx="399600" cy="393356"/>
          </a:xfrm>
          <a:prstGeom prst="rect">
            <a:avLst/>
          </a:prstGeom>
        </p:spPr>
      </p:pic>
      <p:pic>
        <p:nvPicPr>
          <p:cNvPr id="297" name="Graphic 296">
            <a:extLst>
              <a:ext uri="{FF2B5EF4-FFF2-40B4-BE49-F238E27FC236}">
                <a16:creationId xmlns:a16="http://schemas.microsoft.com/office/drawing/2014/main" id="{D1252268-B2FA-47D1-822C-07D96EEE989D}"/>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5419855" y="4343686"/>
            <a:ext cx="399600" cy="399600"/>
          </a:xfrm>
          <a:prstGeom prst="rect">
            <a:avLst/>
          </a:prstGeom>
        </p:spPr>
      </p:pic>
      <p:pic>
        <p:nvPicPr>
          <p:cNvPr id="299" name="Graphic 298">
            <a:extLst>
              <a:ext uri="{FF2B5EF4-FFF2-40B4-BE49-F238E27FC236}">
                <a16:creationId xmlns:a16="http://schemas.microsoft.com/office/drawing/2014/main" id="{1FC18A13-6F48-41D8-8F9F-888A187D96E5}"/>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6386893" y="4349930"/>
            <a:ext cx="399600" cy="387112"/>
          </a:xfrm>
          <a:prstGeom prst="rect">
            <a:avLst/>
          </a:prstGeom>
        </p:spPr>
      </p:pic>
      <p:pic>
        <p:nvPicPr>
          <p:cNvPr id="301" name="Graphic 300">
            <a:extLst>
              <a:ext uri="{FF2B5EF4-FFF2-40B4-BE49-F238E27FC236}">
                <a16:creationId xmlns:a16="http://schemas.microsoft.com/office/drawing/2014/main" id="{B1877E5F-B438-4438-AFF4-F5FB1D366198}"/>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7349487" y="4343686"/>
            <a:ext cx="399600" cy="399600"/>
          </a:xfrm>
          <a:prstGeom prst="rect">
            <a:avLst/>
          </a:prstGeom>
        </p:spPr>
      </p:pic>
      <p:pic>
        <p:nvPicPr>
          <p:cNvPr id="303" name="Graphic 302">
            <a:extLst>
              <a:ext uri="{FF2B5EF4-FFF2-40B4-BE49-F238E27FC236}">
                <a16:creationId xmlns:a16="http://schemas.microsoft.com/office/drawing/2014/main" id="{ADF5C642-C302-4520-8C4F-9F84F0C9A7CF}"/>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8323008" y="4352564"/>
            <a:ext cx="399600" cy="399600"/>
          </a:xfrm>
          <a:prstGeom prst="rect">
            <a:avLst/>
          </a:prstGeom>
        </p:spPr>
      </p:pic>
      <p:pic>
        <p:nvPicPr>
          <p:cNvPr id="305" name="Graphic 304">
            <a:extLst>
              <a:ext uri="{FF2B5EF4-FFF2-40B4-BE49-F238E27FC236}">
                <a16:creationId xmlns:a16="http://schemas.microsoft.com/office/drawing/2014/main" id="{9D10F13E-C60F-4193-9264-269676ECD2D8}"/>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9286833" y="4343686"/>
            <a:ext cx="399600" cy="399600"/>
          </a:xfrm>
          <a:prstGeom prst="rect">
            <a:avLst/>
          </a:prstGeom>
        </p:spPr>
      </p:pic>
      <p:pic>
        <p:nvPicPr>
          <p:cNvPr id="307" name="Graphic 306">
            <a:extLst>
              <a:ext uri="{FF2B5EF4-FFF2-40B4-BE49-F238E27FC236}">
                <a16:creationId xmlns:a16="http://schemas.microsoft.com/office/drawing/2014/main" id="{C8AD32CE-B6D3-4881-84AE-262B4EAABE7C}"/>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10256025" y="4343686"/>
            <a:ext cx="399600" cy="399600"/>
          </a:xfrm>
          <a:prstGeom prst="rect">
            <a:avLst/>
          </a:prstGeom>
        </p:spPr>
      </p:pic>
      <p:pic>
        <p:nvPicPr>
          <p:cNvPr id="309" name="Graphic 308">
            <a:extLst>
              <a:ext uri="{FF2B5EF4-FFF2-40B4-BE49-F238E27FC236}">
                <a16:creationId xmlns:a16="http://schemas.microsoft.com/office/drawing/2014/main" id="{21422279-6704-4328-A182-3CCF702ECBA5}"/>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11229077" y="4352564"/>
            <a:ext cx="399600" cy="399600"/>
          </a:xfrm>
          <a:prstGeom prst="rect">
            <a:avLst/>
          </a:prstGeom>
        </p:spPr>
      </p:pic>
      <p:pic>
        <p:nvPicPr>
          <p:cNvPr id="311" name="Graphic 310">
            <a:extLst>
              <a:ext uri="{FF2B5EF4-FFF2-40B4-BE49-F238E27FC236}">
                <a16:creationId xmlns:a16="http://schemas.microsoft.com/office/drawing/2014/main" id="{B7712FA8-A799-4A3F-9ED8-82A9DC33DAFF}"/>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576415" y="5324656"/>
            <a:ext cx="399600" cy="349650"/>
          </a:xfrm>
          <a:prstGeom prst="rect">
            <a:avLst/>
          </a:prstGeom>
        </p:spPr>
      </p:pic>
      <p:pic>
        <p:nvPicPr>
          <p:cNvPr id="313" name="Graphic 312">
            <a:extLst>
              <a:ext uri="{FF2B5EF4-FFF2-40B4-BE49-F238E27FC236}">
                <a16:creationId xmlns:a16="http://schemas.microsoft.com/office/drawing/2014/main" id="{920309BF-EB85-4C4B-8747-4C8DAA3FB748}"/>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1547886" y="5324656"/>
            <a:ext cx="399600" cy="349650"/>
          </a:xfrm>
          <a:prstGeom prst="rect">
            <a:avLst/>
          </a:prstGeom>
        </p:spPr>
      </p:pic>
      <p:pic>
        <p:nvPicPr>
          <p:cNvPr id="315" name="Graphic 314">
            <a:extLst>
              <a:ext uri="{FF2B5EF4-FFF2-40B4-BE49-F238E27FC236}">
                <a16:creationId xmlns:a16="http://schemas.microsoft.com/office/drawing/2014/main" id="{5C6C2FD2-F7D2-4025-B425-9ECD31E4CA72}"/>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2520997" y="5324656"/>
            <a:ext cx="399600" cy="349650"/>
          </a:xfrm>
          <a:prstGeom prst="rect">
            <a:avLst/>
          </a:prstGeom>
        </p:spPr>
      </p:pic>
      <p:pic>
        <p:nvPicPr>
          <p:cNvPr id="317" name="Graphic 316">
            <a:extLst>
              <a:ext uri="{FF2B5EF4-FFF2-40B4-BE49-F238E27FC236}">
                <a16:creationId xmlns:a16="http://schemas.microsoft.com/office/drawing/2014/main" id="{E1ED060D-7BA9-4755-B2FB-06A52219DE6E}"/>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3477411" y="5318900"/>
            <a:ext cx="399600" cy="343406"/>
          </a:xfrm>
          <a:prstGeom prst="rect">
            <a:avLst/>
          </a:prstGeom>
        </p:spPr>
      </p:pic>
      <p:pic>
        <p:nvPicPr>
          <p:cNvPr id="319" name="Graphic 318">
            <a:extLst>
              <a:ext uri="{FF2B5EF4-FFF2-40B4-BE49-F238E27FC236}">
                <a16:creationId xmlns:a16="http://schemas.microsoft.com/office/drawing/2014/main" id="{2DAE3BDE-A34E-4A50-8201-42F71FD14A1B}"/>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4438507" y="5324656"/>
            <a:ext cx="399600" cy="349650"/>
          </a:xfrm>
          <a:prstGeom prst="rect">
            <a:avLst/>
          </a:prstGeom>
        </p:spPr>
      </p:pic>
      <p:pic>
        <p:nvPicPr>
          <p:cNvPr id="100" name="Graphic 99">
            <a:extLst>
              <a:ext uri="{FF2B5EF4-FFF2-40B4-BE49-F238E27FC236}">
                <a16:creationId xmlns:a16="http://schemas.microsoft.com/office/drawing/2014/main" id="{40F45D6D-F8D2-4CC4-AAC2-2D790B445D6C}"/>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5419855" y="5308559"/>
            <a:ext cx="399600" cy="399600"/>
          </a:xfrm>
          <a:prstGeom prst="rect">
            <a:avLst/>
          </a:prstGeom>
        </p:spPr>
      </p:pic>
      <p:pic>
        <p:nvPicPr>
          <p:cNvPr id="106" name="Graphic 105">
            <a:extLst>
              <a:ext uri="{FF2B5EF4-FFF2-40B4-BE49-F238E27FC236}">
                <a16:creationId xmlns:a16="http://schemas.microsoft.com/office/drawing/2014/main" id="{800E726E-3ADC-420B-A96E-822DBC65F399}"/>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6386893" y="5305925"/>
            <a:ext cx="399600" cy="387112"/>
          </a:xfrm>
          <a:prstGeom prst="rect">
            <a:avLst/>
          </a:prstGeom>
        </p:spPr>
      </p:pic>
      <p:pic>
        <p:nvPicPr>
          <p:cNvPr id="120" name="Graphic 119">
            <a:extLst>
              <a:ext uri="{FF2B5EF4-FFF2-40B4-BE49-F238E27FC236}">
                <a16:creationId xmlns:a16="http://schemas.microsoft.com/office/drawing/2014/main" id="{C100131E-162D-4D90-A127-BE5DF07B261C}"/>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7349487" y="5299681"/>
            <a:ext cx="399600" cy="399600"/>
          </a:xfrm>
          <a:prstGeom prst="rect">
            <a:avLst/>
          </a:prstGeom>
        </p:spPr>
      </p:pic>
      <p:pic>
        <p:nvPicPr>
          <p:cNvPr id="122" name="Graphic 121">
            <a:extLst>
              <a:ext uri="{FF2B5EF4-FFF2-40B4-BE49-F238E27FC236}">
                <a16:creationId xmlns:a16="http://schemas.microsoft.com/office/drawing/2014/main" id="{90687533-655C-40B3-9C55-01394B2ABBFC}"/>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8323008" y="5299681"/>
            <a:ext cx="399600" cy="399600"/>
          </a:xfrm>
          <a:prstGeom prst="rect">
            <a:avLst/>
          </a:prstGeom>
        </p:spPr>
      </p:pic>
      <p:pic>
        <p:nvPicPr>
          <p:cNvPr id="124" name="Graphic 123">
            <a:extLst>
              <a:ext uri="{FF2B5EF4-FFF2-40B4-BE49-F238E27FC236}">
                <a16:creationId xmlns:a16="http://schemas.microsoft.com/office/drawing/2014/main" id="{FF6AF862-5E66-43BD-A796-CF58961824D0}"/>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9286833" y="5308559"/>
            <a:ext cx="399600" cy="399600"/>
          </a:xfrm>
          <a:prstGeom prst="rect">
            <a:avLst/>
          </a:prstGeom>
        </p:spPr>
      </p:pic>
      <p:pic>
        <p:nvPicPr>
          <p:cNvPr id="126" name="Graphic 125">
            <a:extLst>
              <a:ext uri="{FF2B5EF4-FFF2-40B4-BE49-F238E27FC236}">
                <a16:creationId xmlns:a16="http://schemas.microsoft.com/office/drawing/2014/main" id="{AD7A6D93-A64F-4C8B-93CA-8DC1D9D45A39}"/>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10256025" y="5308559"/>
            <a:ext cx="399600" cy="399600"/>
          </a:xfrm>
          <a:prstGeom prst="rect">
            <a:avLst/>
          </a:prstGeom>
        </p:spPr>
      </p:pic>
      <p:pic>
        <p:nvPicPr>
          <p:cNvPr id="132" name="Graphic 131">
            <a:extLst>
              <a:ext uri="{FF2B5EF4-FFF2-40B4-BE49-F238E27FC236}">
                <a16:creationId xmlns:a16="http://schemas.microsoft.com/office/drawing/2014/main" id="{6C61BA1D-2A34-44B6-9758-75EC70DA8833}"/>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11229077" y="5327778"/>
            <a:ext cx="399600" cy="343406"/>
          </a:xfrm>
          <a:prstGeom prst="rect">
            <a:avLst/>
          </a:prstGeom>
        </p:spPr>
      </p:pic>
      <p:sp>
        <p:nvSpPr>
          <p:cNvPr id="5" name="Title 8">
            <a:extLst>
              <a:ext uri="{FF2B5EF4-FFF2-40B4-BE49-F238E27FC236}">
                <a16:creationId xmlns:a16="http://schemas.microsoft.com/office/drawing/2014/main" id="{A2581979-E830-5F8C-343D-12E10A7D0A1D}"/>
              </a:ext>
            </a:extLst>
          </p:cNvPr>
          <p:cNvSpPr>
            <a:spLocks noGrp="1"/>
          </p:cNvSpPr>
          <p:nvPr>
            <p:ph type="title"/>
          </p:nvPr>
        </p:nvSpPr>
        <p:spPr>
          <a:xfrm>
            <a:off x="612648" y="585216"/>
            <a:ext cx="1802078" cy="533370"/>
          </a:xfrm>
        </p:spPr>
        <p:txBody>
          <a:bodyPr/>
          <a:lstStyle/>
          <a:p>
            <a:r>
              <a:rPr lang="en-US"/>
              <a:t>Icons</a:t>
            </a:r>
          </a:p>
        </p:txBody>
      </p:sp>
    </p:spTree>
    <p:extLst>
      <p:ext uri="{BB962C8B-B14F-4D97-AF65-F5344CB8AC3E}">
        <p14:creationId xmlns:p14="http://schemas.microsoft.com/office/powerpoint/2010/main" val="15639569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43329081-4D46-4C35-837F-9D2CCBCE8175}"/>
              </a:ext>
            </a:extLst>
          </p:cNvPr>
          <p:cNvSpPr>
            <a:spLocks noGrp="1"/>
          </p:cNvSpPr>
          <p:nvPr>
            <p:ph type="body" sz="quarter" idx="11"/>
          </p:nvPr>
        </p:nvSpPr>
        <p:spPr>
          <a:xfrm>
            <a:off x="322190" y="1950248"/>
            <a:ext cx="908050" cy="303213"/>
          </a:xfrm>
        </p:spPr>
        <p:txBody>
          <a:bodyPr/>
          <a:lstStyle/>
          <a:p>
            <a:r>
              <a:rPr lang="en-US">
                <a:solidFill>
                  <a:schemeClr val="bg1">
                    <a:lumMod val="50000"/>
                  </a:schemeClr>
                </a:solidFill>
              </a:rPr>
              <a:t>BAR CHART</a:t>
            </a:r>
          </a:p>
        </p:txBody>
      </p:sp>
      <p:sp>
        <p:nvSpPr>
          <p:cNvPr id="30" name="Text Placeholder 29">
            <a:extLst>
              <a:ext uri="{FF2B5EF4-FFF2-40B4-BE49-F238E27FC236}">
                <a16:creationId xmlns:a16="http://schemas.microsoft.com/office/drawing/2014/main" id="{ADB6110C-F8AA-464F-A1E0-E2B6DB9E5652}"/>
              </a:ext>
            </a:extLst>
          </p:cNvPr>
          <p:cNvSpPr>
            <a:spLocks noGrp="1"/>
          </p:cNvSpPr>
          <p:nvPr>
            <p:ph type="body" sz="quarter" idx="13"/>
          </p:nvPr>
        </p:nvSpPr>
        <p:spPr>
          <a:xfrm>
            <a:off x="1285875" y="1950248"/>
            <a:ext cx="908050" cy="303213"/>
          </a:xfrm>
        </p:spPr>
        <p:txBody>
          <a:bodyPr/>
          <a:lstStyle/>
          <a:p>
            <a:r>
              <a:rPr lang="en-US">
                <a:solidFill>
                  <a:schemeClr val="bg1">
                    <a:lumMod val="50000"/>
                  </a:schemeClr>
                </a:solidFill>
              </a:rPr>
              <a:t>LINE DIAGRAM</a:t>
            </a:r>
          </a:p>
        </p:txBody>
      </p:sp>
      <p:sp>
        <p:nvSpPr>
          <p:cNvPr id="32" name="Text Placeholder 31">
            <a:extLst>
              <a:ext uri="{FF2B5EF4-FFF2-40B4-BE49-F238E27FC236}">
                <a16:creationId xmlns:a16="http://schemas.microsoft.com/office/drawing/2014/main" id="{4FE15F3C-CA74-4D10-BE13-1F0FB38799CF}"/>
              </a:ext>
            </a:extLst>
          </p:cNvPr>
          <p:cNvSpPr>
            <a:spLocks noGrp="1"/>
          </p:cNvSpPr>
          <p:nvPr>
            <p:ph type="body" sz="quarter" idx="15"/>
          </p:nvPr>
        </p:nvSpPr>
        <p:spPr>
          <a:xfrm>
            <a:off x="2315998" y="1950248"/>
            <a:ext cx="908050" cy="303213"/>
          </a:xfrm>
        </p:spPr>
        <p:txBody>
          <a:bodyPr/>
          <a:lstStyle/>
          <a:p>
            <a:r>
              <a:rPr lang="en-US">
                <a:solidFill>
                  <a:schemeClr val="bg1">
                    <a:lumMod val="50000"/>
                  </a:schemeClr>
                </a:solidFill>
              </a:rPr>
              <a:t>PIE CHART</a:t>
            </a:r>
          </a:p>
        </p:txBody>
      </p:sp>
      <p:sp>
        <p:nvSpPr>
          <p:cNvPr id="34" name="Text Placeholder 33">
            <a:extLst>
              <a:ext uri="{FF2B5EF4-FFF2-40B4-BE49-F238E27FC236}">
                <a16:creationId xmlns:a16="http://schemas.microsoft.com/office/drawing/2014/main" id="{CEACFA2F-0359-4AB3-A807-497C3624C55E}"/>
              </a:ext>
            </a:extLst>
          </p:cNvPr>
          <p:cNvSpPr>
            <a:spLocks noGrp="1"/>
          </p:cNvSpPr>
          <p:nvPr>
            <p:ph type="body" sz="quarter" idx="17"/>
          </p:nvPr>
        </p:nvSpPr>
        <p:spPr>
          <a:xfrm>
            <a:off x="3329664" y="1950248"/>
            <a:ext cx="908050" cy="303213"/>
          </a:xfrm>
        </p:spPr>
        <p:txBody>
          <a:bodyPr/>
          <a:lstStyle/>
          <a:p>
            <a:r>
              <a:rPr lang="en-US">
                <a:solidFill>
                  <a:schemeClr val="bg1">
                    <a:lumMod val="50000"/>
                  </a:schemeClr>
                </a:solidFill>
              </a:rPr>
              <a:t>GLOBE</a:t>
            </a:r>
            <a:br>
              <a:rPr lang="en-US">
                <a:solidFill>
                  <a:schemeClr val="bg1">
                    <a:lumMod val="50000"/>
                  </a:schemeClr>
                </a:solidFill>
              </a:rPr>
            </a:br>
            <a:r>
              <a:rPr lang="en-US">
                <a:solidFill>
                  <a:schemeClr val="bg1">
                    <a:lumMod val="50000"/>
                  </a:schemeClr>
                </a:solidFill>
              </a:rPr>
              <a:t>EMEA</a:t>
            </a:r>
          </a:p>
        </p:txBody>
      </p:sp>
      <p:sp>
        <p:nvSpPr>
          <p:cNvPr id="111" name="Text Placeholder 27">
            <a:extLst>
              <a:ext uri="{FF2B5EF4-FFF2-40B4-BE49-F238E27FC236}">
                <a16:creationId xmlns:a16="http://schemas.microsoft.com/office/drawing/2014/main" id="{5950A686-1C51-4CBF-BDE4-B9044AE81520}"/>
              </a:ext>
            </a:extLst>
          </p:cNvPr>
          <p:cNvSpPr txBox="1">
            <a:spLocks/>
          </p:cNvSpPr>
          <p:nvPr/>
        </p:nvSpPr>
        <p:spPr>
          <a:xfrm>
            <a:off x="4284593"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GLOBE</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AMERICAS</a:t>
            </a:r>
          </a:p>
        </p:txBody>
      </p:sp>
      <p:sp>
        <p:nvSpPr>
          <p:cNvPr id="112" name="Text Placeholder 29">
            <a:extLst>
              <a:ext uri="{FF2B5EF4-FFF2-40B4-BE49-F238E27FC236}">
                <a16:creationId xmlns:a16="http://schemas.microsoft.com/office/drawing/2014/main" id="{253ECAB2-3F8D-4127-A9E1-84C8095F683F}"/>
              </a:ext>
            </a:extLst>
          </p:cNvPr>
          <p:cNvSpPr txBox="1">
            <a:spLocks/>
          </p:cNvSpPr>
          <p:nvPr/>
        </p:nvSpPr>
        <p:spPr>
          <a:xfrm>
            <a:off x="5216444"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GLOBE</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ASIA PACIFIC</a:t>
            </a:r>
          </a:p>
        </p:txBody>
      </p:sp>
      <p:sp>
        <p:nvSpPr>
          <p:cNvPr id="113" name="Text Placeholder 31">
            <a:extLst>
              <a:ext uri="{FF2B5EF4-FFF2-40B4-BE49-F238E27FC236}">
                <a16:creationId xmlns:a16="http://schemas.microsoft.com/office/drawing/2014/main" id="{0589A38E-EAF4-4052-B1D0-8C9B4C5ADD05}"/>
              </a:ext>
            </a:extLst>
          </p:cNvPr>
          <p:cNvSpPr txBox="1">
            <a:spLocks/>
          </p:cNvSpPr>
          <p:nvPr/>
        </p:nvSpPr>
        <p:spPr>
          <a:xfrm>
            <a:off x="6132162"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TRAINING</a:t>
            </a:r>
          </a:p>
        </p:txBody>
      </p:sp>
      <p:sp>
        <p:nvSpPr>
          <p:cNvPr id="114" name="Text Placeholder 33">
            <a:extLst>
              <a:ext uri="{FF2B5EF4-FFF2-40B4-BE49-F238E27FC236}">
                <a16:creationId xmlns:a16="http://schemas.microsoft.com/office/drawing/2014/main" id="{BEA3D647-D272-4247-8EDC-BE240DF96561}"/>
              </a:ext>
            </a:extLst>
          </p:cNvPr>
          <p:cNvSpPr txBox="1">
            <a:spLocks/>
          </p:cNvSpPr>
          <p:nvPr/>
        </p:nvSpPr>
        <p:spPr>
          <a:xfrm>
            <a:off x="7121530"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E-LEARNING</a:t>
            </a:r>
          </a:p>
        </p:txBody>
      </p:sp>
      <p:sp>
        <p:nvSpPr>
          <p:cNvPr id="115" name="Text Placeholder 35">
            <a:extLst>
              <a:ext uri="{FF2B5EF4-FFF2-40B4-BE49-F238E27FC236}">
                <a16:creationId xmlns:a16="http://schemas.microsoft.com/office/drawing/2014/main" id="{B71791A2-0E30-4054-8D3A-3BFB1E582D50}"/>
              </a:ext>
            </a:extLst>
          </p:cNvPr>
          <p:cNvSpPr>
            <a:spLocks noGrp="1"/>
          </p:cNvSpPr>
          <p:nvPr>
            <p:ph type="body" sz="quarter" idx="19"/>
          </p:nvPr>
        </p:nvSpPr>
        <p:spPr>
          <a:xfrm>
            <a:off x="8068783" y="1950248"/>
            <a:ext cx="908050" cy="303213"/>
          </a:xfrm>
        </p:spPr>
        <p:txBody>
          <a:bodyPr/>
          <a:lstStyle/>
          <a:p>
            <a:r>
              <a:rPr lang="en-US">
                <a:solidFill>
                  <a:schemeClr val="bg1">
                    <a:lumMod val="50000"/>
                  </a:schemeClr>
                </a:solidFill>
              </a:rPr>
              <a:t>COFFEE BREAK</a:t>
            </a:r>
          </a:p>
        </p:txBody>
      </p:sp>
      <p:sp>
        <p:nvSpPr>
          <p:cNvPr id="116" name="Text Placeholder 39">
            <a:extLst>
              <a:ext uri="{FF2B5EF4-FFF2-40B4-BE49-F238E27FC236}">
                <a16:creationId xmlns:a16="http://schemas.microsoft.com/office/drawing/2014/main" id="{94782C5F-7AC9-4549-9B8D-302212579FFF}"/>
              </a:ext>
            </a:extLst>
          </p:cNvPr>
          <p:cNvSpPr>
            <a:spLocks noGrp="1"/>
          </p:cNvSpPr>
          <p:nvPr>
            <p:ph type="body" sz="quarter" idx="21"/>
          </p:nvPr>
        </p:nvSpPr>
        <p:spPr>
          <a:xfrm>
            <a:off x="9019822" y="1950248"/>
            <a:ext cx="908050" cy="303213"/>
          </a:xfrm>
        </p:spPr>
        <p:txBody>
          <a:bodyPr/>
          <a:lstStyle/>
          <a:p>
            <a:r>
              <a:rPr lang="en-US">
                <a:solidFill>
                  <a:schemeClr val="bg1">
                    <a:lumMod val="50000"/>
                  </a:schemeClr>
                </a:solidFill>
              </a:rPr>
              <a:t>CEMENT</a:t>
            </a:r>
          </a:p>
        </p:txBody>
      </p:sp>
      <p:sp>
        <p:nvSpPr>
          <p:cNvPr id="117" name="Text Placeholder 41">
            <a:extLst>
              <a:ext uri="{FF2B5EF4-FFF2-40B4-BE49-F238E27FC236}">
                <a16:creationId xmlns:a16="http://schemas.microsoft.com/office/drawing/2014/main" id="{F4ECD180-867B-4020-AE3C-0F87296E600E}"/>
              </a:ext>
            </a:extLst>
          </p:cNvPr>
          <p:cNvSpPr>
            <a:spLocks noGrp="1"/>
          </p:cNvSpPr>
          <p:nvPr>
            <p:ph type="body" sz="quarter" idx="23"/>
          </p:nvPr>
        </p:nvSpPr>
        <p:spPr>
          <a:xfrm>
            <a:off x="9992922" y="1950248"/>
            <a:ext cx="908050" cy="303213"/>
          </a:xfrm>
        </p:spPr>
        <p:txBody>
          <a:bodyPr/>
          <a:lstStyle/>
          <a:p>
            <a:r>
              <a:rPr lang="en-US">
                <a:solidFill>
                  <a:schemeClr val="bg1">
                    <a:lumMod val="50000"/>
                  </a:schemeClr>
                </a:solidFill>
              </a:rPr>
              <a:t>LASER</a:t>
            </a:r>
            <a:br>
              <a:rPr lang="en-US">
                <a:solidFill>
                  <a:schemeClr val="bg1">
                    <a:lumMod val="50000"/>
                  </a:schemeClr>
                </a:solidFill>
              </a:rPr>
            </a:br>
            <a:r>
              <a:rPr lang="en-US">
                <a:solidFill>
                  <a:schemeClr val="bg1">
                    <a:lumMod val="50000"/>
                  </a:schemeClr>
                </a:solidFill>
              </a:rPr>
              <a:t>SCANNER</a:t>
            </a:r>
          </a:p>
        </p:txBody>
      </p:sp>
      <p:sp>
        <p:nvSpPr>
          <p:cNvPr id="118" name="Text Placeholder 44">
            <a:extLst>
              <a:ext uri="{FF2B5EF4-FFF2-40B4-BE49-F238E27FC236}">
                <a16:creationId xmlns:a16="http://schemas.microsoft.com/office/drawing/2014/main" id="{78953082-3248-42F2-BCA5-A201ACC6A5C1}"/>
              </a:ext>
            </a:extLst>
          </p:cNvPr>
          <p:cNvSpPr>
            <a:spLocks noGrp="1"/>
          </p:cNvSpPr>
          <p:nvPr>
            <p:ph type="body" sz="quarter" idx="25"/>
          </p:nvPr>
        </p:nvSpPr>
        <p:spPr>
          <a:xfrm>
            <a:off x="10974849" y="1950248"/>
            <a:ext cx="908050" cy="303213"/>
          </a:xfrm>
        </p:spPr>
        <p:txBody>
          <a:bodyPr/>
          <a:lstStyle/>
          <a:p>
            <a:r>
              <a:rPr lang="en-US">
                <a:solidFill>
                  <a:schemeClr val="bg1">
                    <a:lumMod val="50000"/>
                  </a:schemeClr>
                </a:solidFill>
              </a:rPr>
              <a:t>LASER SCAN</a:t>
            </a:r>
            <a:br>
              <a:rPr lang="en-US">
                <a:solidFill>
                  <a:schemeClr val="bg1">
                    <a:lumMod val="50000"/>
                  </a:schemeClr>
                </a:solidFill>
              </a:rPr>
            </a:br>
            <a:r>
              <a:rPr lang="en-US">
                <a:solidFill>
                  <a:schemeClr val="bg1">
                    <a:lumMod val="50000"/>
                  </a:schemeClr>
                </a:solidFill>
              </a:rPr>
              <a:t>DRONE</a:t>
            </a:r>
          </a:p>
        </p:txBody>
      </p:sp>
      <p:sp>
        <p:nvSpPr>
          <p:cNvPr id="127" name="Text Placeholder 46">
            <a:extLst>
              <a:ext uri="{FF2B5EF4-FFF2-40B4-BE49-F238E27FC236}">
                <a16:creationId xmlns:a16="http://schemas.microsoft.com/office/drawing/2014/main" id="{1BFB3DED-1E54-4946-8467-EABC2F535B71}"/>
              </a:ext>
            </a:extLst>
          </p:cNvPr>
          <p:cNvSpPr>
            <a:spLocks noGrp="1"/>
          </p:cNvSpPr>
          <p:nvPr>
            <p:ph type="body" sz="quarter" idx="27"/>
          </p:nvPr>
        </p:nvSpPr>
        <p:spPr>
          <a:xfrm>
            <a:off x="322190" y="2917477"/>
            <a:ext cx="908050" cy="303213"/>
          </a:xfrm>
        </p:spPr>
        <p:txBody>
          <a:bodyPr>
            <a:normAutofit/>
          </a:bodyPr>
          <a:lstStyle/>
          <a:p>
            <a:r>
              <a:rPr lang="en-US">
                <a:solidFill>
                  <a:schemeClr val="bg1">
                    <a:lumMod val="50000"/>
                  </a:schemeClr>
                </a:solidFill>
              </a:rPr>
              <a:t>TREND</a:t>
            </a:r>
            <a:br>
              <a:rPr lang="en-US">
                <a:solidFill>
                  <a:schemeClr val="bg1">
                    <a:lumMod val="50000"/>
                  </a:schemeClr>
                </a:solidFill>
              </a:rPr>
            </a:br>
            <a:r>
              <a:rPr lang="en-US">
                <a:solidFill>
                  <a:schemeClr val="bg1">
                    <a:lumMod val="50000"/>
                  </a:schemeClr>
                </a:solidFill>
              </a:rPr>
              <a:t>GRAPH</a:t>
            </a:r>
          </a:p>
        </p:txBody>
      </p:sp>
      <p:sp>
        <p:nvSpPr>
          <p:cNvPr id="128" name="Text Placeholder 48">
            <a:extLst>
              <a:ext uri="{FF2B5EF4-FFF2-40B4-BE49-F238E27FC236}">
                <a16:creationId xmlns:a16="http://schemas.microsoft.com/office/drawing/2014/main" id="{48BC623F-EDC0-4A9E-8251-8022776A1411}"/>
              </a:ext>
            </a:extLst>
          </p:cNvPr>
          <p:cNvSpPr>
            <a:spLocks noGrp="1"/>
          </p:cNvSpPr>
          <p:nvPr>
            <p:ph type="body" sz="quarter" idx="29"/>
          </p:nvPr>
        </p:nvSpPr>
        <p:spPr>
          <a:xfrm>
            <a:off x="1285875" y="2917477"/>
            <a:ext cx="908050" cy="303213"/>
          </a:xfrm>
        </p:spPr>
        <p:txBody>
          <a:bodyPr/>
          <a:lstStyle/>
          <a:p>
            <a:r>
              <a:rPr lang="en-US">
                <a:solidFill>
                  <a:schemeClr val="bg1">
                    <a:lumMod val="50000"/>
                  </a:schemeClr>
                </a:solidFill>
              </a:rPr>
              <a:t>PYRAMID</a:t>
            </a:r>
            <a:br>
              <a:rPr lang="en-US">
                <a:solidFill>
                  <a:schemeClr val="bg1">
                    <a:lumMod val="50000"/>
                  </a:schemeClr>
                </a:solidFill>
              </a:rPr>
            </a:br>
            <a:r>
              <a:rPr lang="en-US">
                <a:solidFill>
                  <a:schemeClr val="bg1">
                    <a:lumMod val="50000"/>
                  </a:schemeClr>
                </a:solidFill>
              </a:rPr>
              <a:t>CHART</a:t>
            </a:r>
          </a:p>
        </p:txBody>
      </p:sp>
      <p:sp>
        <p:nvSpPr>
          <p:cNvPr id="129" name="Text Placeholder 50">
            <a:extLst>
              <a:ext uri="{FF2B5EF4-FFF2-40B4-BE49-F238E27FC236}">
                <a16:creationId xmlns:a16="http://schemas.microsoft.com/office/drawing/2014/main" id="{0F03C489-603B-46A6-8F78-D2CFEAD857EF}"/>
              </a:ext>
            </a:extLst>
          </p:cNvPr>
          <p:cNvSpPr>
            <a:spLocks noGrp="1"/>
          </p:cNvSpPr>
          <p:nvPr>
            <p:ph type="body" sz="quarter" idx="31"/>
          </p:nvPr>
        </p:nvSpPr>
        <p:spPr>
          <a:xfrm>
            <a:off x="2315998" y="2917477"/>
            <a:ext cx="908050" cy="303213"/>
          </a:xfrm>
        </p:spPr>
        <p:txBody>
          <a:bodyPr>
            <a:normAutofit/>
          </a:bodyPr>
          <a:lstStyle/>
          <a:p>
            <a:r>
              <a:rPr lang="en-US">
                <a:solidFill>
                  <a:schemeClr val="bg1">
                    <a:lumMod val="50000"/>
                  </a:schemeClr>
                </a:solidFill>
              </a:rPr>
              <a:t>T100</a:t>
            </a:r>
            <a:br>
              <a:rPr lang="en-US">
                <a:solidFill>
                  <a:schemeClr val="bg1">
                    <a:lumMod val="50000"/>
                  </a:schemeClr>
                </a:solidFill>
              </a:rPr>
            </a:br>
            <a:r>
              <a:rPr lang="en-US">
                <a:solidFill>
                  <a:schemeClr val="bg1">
                    <a:lumMod val="50000"/>
                  </a:schemeClr>
                </a:solidFill>
              </a:rPr>
              <a:t>ACCOUNT</a:t>
            </a:r>
          </a:p>
        </p:txBody>
      </p:sp>
      <p:sp>
        <p:nvSpPr>
          <p:cNvPr id="130" name="Text Placeholder 52">
            <a:extLst>
              <a:ext uri="{FF2B5EF4-FFF2-40B4-BE49-F238E27FC236}">
                <a16:creationId xmlns:a16="http://schemas.microsoft.com/office/drawing/2014/main" id="{A5106E57-1F0F-4CB8-B40D-685B5CB8784A}"/>
              </a:ext>
            </a:extLst>
          </p:cNvPr>
          <p:cNvSpPr>
            <a:spLocks noGrp="1"/>
          </p:cNvSpPr>
          <p:nvPr>
            <p:ph type="body" sz="quarter" idx="33"/>
          </p:nvPr>
        </p:nvSpPr>
        <p:spPr>
          <a:xfrm>
            <a:off x="3329664" y="2917477"/>
            <a:ext cx="908050" cy="303213"/>
          </a:xfrm>
        </p:spPr>
        <p:txBody>
          <a:bodyPr>
            <a:normAutofit/>
          </a:bodyPr>
          <a:lstStyle/>
          <a:p>
            <a:r>
              <a:rPr lang="en-US">
                <a:solidFill>
                  <a:schemeClr val="bg1">
                    <a:lumMod val="50000"/>
                  </a:schemeClr>
                </a:solidFill>
              </a:rPr>
              <a:t>FIREWALL</a:t>
            </a:r>
          </a:p>
        </p:txBody>
      </p:sp>
      <p:sp>
        <p:nvSpPr>
          <p:cNvPr id="135" name="Text Placeholder 54">
            <a:extLst>
              <a:ext uri="{FF2B5EF4-FFF2-40B4-BE49-F238E27FC236}">
                <a16:creationId xmlns:a16="http://schemas.microsoft.com/office/drawing/2014/main" id="{A3076363-8EB2-42CB-BD87-34F57C873AF8}"/>
              </a:ext>
            </a:extLst>
          </p:cNvPr>
          <p:cNvSpPr>
            <a:spLocks noGrp="1"/>
          </p:cNvSpPr>
          <p:nvPr>
            <p:ph type="body" sz="quarter" idx="35"/>
          </p:nvPr>
        </p:nvSpPr>
        <p:spPr>
          <a:xfrm>
            <a:off x="4284593" y="2917477"/>
            <a:ext cx="908050" cy="303213"/>
          </a:xfrm>
        </p:spPr>
        <p:txBody>
          <a:bodyPr>
            <a:normAutofit/>
          </a:bodyPr>
          <a:lstStyle/>
          <a:p>
            <a:r>
              <a:rPr lang="en-US">
                <a:solidFill>
                  <a:schemeClr val="bg1">
                    <a:lumMod val="50000"/>
                  </a:schemeClr>
                </a:solidFill>
              </a:rPr>
              <a:t>AWARD</a:t>
            </a:r>
          </a:p>
        </p:txBody>
      </p:sp>
      <p:sp>
        <p:nvSpPr>
          <p:cNvPr id="136" name="Text Placeholder 56">
            <a:extLst>
              <a:ext uri="{FF2B5EF4-FFF2-40B4-BE49-F238E27FC236}">
                <a16:creationId xmlns:a16="http://schemas.microsoft.com/office/drawing/2014/main" id="{28D5AE1F-6E5A-43CB-AE49-56C11E9C5886}"/>
              </a:ext>
            </a:extLst>
          </p:cNvPr>
          <p:cNvSpPr>
            <a:spLocks noGrp="1"/>
          </p:cNvSpPr>
          <p:nvPr>
            <p:ph type="body" sz="quarter" idx="37"/>
          </p:nvPr>
        </p:nvSpPr>
        <p:spPr>
          <a:xfrm>
            <a:off x="5216444" y="2917477"/>
            <a:ext cx="908050" cy="303213"/>
          </a:xfrm>
        </p:spPr>
        <p:txBody>
          <a:bodyPr/>
          <a:lstStyle/>
          <a:p>
            <a:r>
              <a:rPr lang="en-US">
                <a:solidFill>
                  <a:schemeClr val="bg1">
                    <a:lumMod val="50000"/>
                  </a:schemeClr>
                </a:solidFill>
              </a:rPr>
              <a:t>TREND LINE</a:t>
            </a:r>
          </a:p>
        </p:txBody>
      </p:sp>
      <p:sp>
        <p:nvSpPr>
          <p:cNvPr id="137" name="Text Placeholder 58">
            <a:extLst>
              <a:ext uri="{FF2B5EF4-FFF2-40B4-BE49-F238E27FC236}">
                <a16:creationId xmlns:a16="http://schemas.microsoft.com/office/drawing/2014/main" id="{BE74BA82-557F-46FD-BB9B-578548943C73}"/>
              </a:ext>
            </a:extLst>
          </p:cNvPr>
          <p:cNvSpPr>
            <a:spLocks noGrp="1"/>
          </p:cNvSpPr>
          <p:nvPr>
            <p:ph type="body" sz="quarter" idx="39"/>
          </p:nvPr>
        </p:nvSpPr>
        <p:spPr>
          <a:xfrm>
            <a:off x="6132162" y="2917477"/>
            <a:ext cx="908050" cy="303213"/>
          </a:xfrm>
        </p:spPr>
        <p:txBody>
          <a:bodyPr>
            <a:normAutofit/>
          </a:bodyPr>
          <a:lstStyle/>
          <a:p>
            <a:r>
              <a:rPr lang="en-US">
                <a:solidFill>
                  <a:schemeClr val="bg1">
                    <a:lumMod val="50000"/>
                  </a:schemeClr>
                </a:solidFill>
              </a:rPr>
              <a:t>REPEATABILITY</a:t>
            </a:r>
          </a:p>
        </p:txBody>
      </p:sp>
      <p:sp>
        <p:nvSpPr>
          <p:cNvPr id="138" name="Text Placeholder 60">
            <a:extLst>
              <a:ext uri="{FF2B5EF4-FFF2-40B4-BE49-F238E27FC236}">
                <a16:creationId xmlns:a16="http://schemas.microsoft.com/office/drawing/2014/main" id="{5AC99CAA-9CE3-4720-B1C3-F5C86D85D844}"/>
              </a:ext>
            </a:extLst>
          </p:cNvPr>
          <p:cNvSpPr>
            <a:spLocks noGrp="1"/>
          </p:cNvSpPr>
          <p:nvPr>
            <p:ph type="body" sz="quarter" idx="41"/>
          </p:nvPr>
        </p:nvSpPr>
        <p:spPr>
          <a:xfrm>
            <a:off x="7121530" y="2917477"/>
            <a:ext cx="908050" cy="303213"/>
          </a:xfrm>
        </p:spPr>
        <p:txBody>
          <a:bodyPr/>
          <a:lstStyle/>
          <a:p>
            <a:r>
              <a:rPr lang="en-US">
                <a:solidFill>
                  <a:schemeClr val="bg1">
                    <a:lumMod val="50000"/>
                  </a:schemeClr>
                </a:solidFill>
              </a:rPr>
              <a:t>SAFETY</a:t>
            </a:r>
          </a:p>
        </p:txBody>
      </p:sp>
      <p:sp>
        <p:nvSpPr>
          <p:cNvPr id="139" name="Text Placeholder 62">
            <a:extLst>
              <a:ext uri="{FF2B5EF4-FFF2-40B4-BE49-F238E27FC236}">
                <a16:creationId xmlns:a16="http://schemas.microsoft.com/office/drawing/2014/main" id="{028ED34E-9E1C-4E4C-BE4E-B5FE3DBF96FF}"/>
              </a:ext>
            </a:extLst>
          </p:cNvPr>
          <p:cNvSpPr>
            <a:spLocks noGrp="1"/>
          </p:cNvSpPr>
          <p:nvPr>
            <p:ph type="body" sz="quarter" idx="43"/>
          </p:nvPr>
        </p:nvSpPr>
        <p:spPr>
          <a:xfrm>
            <a:off x="8068783" y="2917477"/>
            <a:ext cx="908050" cy="303213"/>
          </a:xfrm>
        </p:spPr>
        <p:txBody>
          <a:bodyPr>
            <a:normAutofit/>
          </a:bodyPr>
          <a:lstStyle/>
          <a:p>
            <a:r>
              <a:rPr lang="en-US">
                <a:solidFill>
                  <a:schemeClr val="bg1">
                    <a:lumMod val="50000"/>
                  </a:schemeClr>
                </a:solidFill>
              </a:rPr>
              <a:t>FLEXIBILITY</a:t>
            </a:r>
          </a:p>
        </p:txBody>
      </p:sp>
      <p:sp>
        <p:nvSpPr>
          <p:cNvPr id="140" name="Text Placeholder 64">
            <a:extLst>
              <a:ext uri="{FF2B5EF4-FFF2-40B4-BE49-F238E27FC236}">
                <a16:creationId xmlns:a16="http://schemas.microsoft.com/office/drawing/2014/main" id="{A79C0788-FD3D-4F11-8EE9-4CBBECA31630}"/>
              </a:ext>
            </a:extLst>
          </p:cNvPr>
          <p:cNvSpPr>
            <a:spLocks noGrp="1"/>
          </p:cNvSpPr>
          <p:nvPr>
            <p:ph type="body" sz="quarter" idx="45"/>
          </p:nvPr>
        </p:nvSpPr>
        <p:spPr>
          <a:xfrm>
            <a:off x="9019822" y="2917477"/>
            <a:ext cx="908050" cy="303213"/>
          </a:xfrm>
        </p:spPr>
        <p:txBody>
          <a:bodyPr/>
          <a:lstStyle/>
          <a:p>
            <a:r>
              <a:rPr lang="en-US">
                <a:solidFill>
                  <a:schemeClr val="bg1">
                    <a:lumMod val="50000"/>
                  </a:schemeClr>
                </a:solidFill>
              </a:rPr>
              <a:t>GLOBAL</a:t>
            </a:r>
            <a:br>
              <a:rPr lang="en-US">
                <a:solidFill>
                  <a:schemeClr val="bg1">
                    <a:lumMod val="50000"/>
                  </a:schemeClr>
                </a:solidFill>
              </a:rPr>
            </a:br>
            <a:r>
              <a:rPr lang="en-US">
                <a:solidFill>
                  <a:schemeClr val="bg1">
                    <a:lumMod val="50000"/>
                  </a:schemeClr>
                </a:solidFill>
              </a:rPr>
              <a:t>ALLIANCES</a:t>
            </a:r>
          </a:p>
        </p:txBody>
      </p:sp>
      <p:sp>
        <p:nvSpPr>
          <p:cNvPr id="141" name="Text Placeholder 66">
            <a:extLst>
              <a:ext uri="{FF2B5EF4-FFF2-40B4-BE49-F238E27FC236}">
                <a16:creationId xmlns:a16="http://schemas.microsoft.com/office/drawing/2014/main" id="{8D52B44B-C854-4387-8AB2-C10CC2DCFC3C}"/>
              </a:ext>
            </a:extLst>
          </p:cNvPr>
          <p:cNvSpPr>
            <a:spLocks noGrp="1"/>
          </p:cNvSpPr>
          <p:nvPr>
            <p:ph type="body" sz="quarter" idx="47"/>
          </p:nvPr>
        </p:nvSpPr>
        <p:spPr>
          <a:xfrm>
            <a:off x="9992922" y="2917477"/>
            <a:ext cx="908050" cy="303213"/>
          </a:xfrm>
        </p:spPr>
        <p:txBody>
          <a:bodyPr/>
          <a:lstStyle/>
          <a:p>
            <a:r>
              <a:rPr lang="en-US">
                <a:solidFill>
                  <a:schemeClr val="bg1">
                    <a:lumMod val="50000"/>
                  </a:schemeClr>
                </a:solidFill>
              </a:rPr>
              <a:t>BRIDGE</a:t>
            </a:r>
          </a:p>
        </p:txBody>
      </p:sp>
      <p:sp>
        <p:nvSpPr>
          <p:cNvPr id="142" name="Text Placeholder 68">
            <a:extLst>
              <a:ext uri="{FF2B5EF4-FFF2-40B4-BE49-F238E27FC236}">
                <a16:creationId xmlns:a16="http://schemas.microsoft.com/office/drawing/2014/main" id="{2C81243D-8F90-43A7-ADE5-1EF8400FBD7A}"/>
              </a:ext>
            </a:extLst>
          </p:cNvPr>
          <p:cNvSpPr>
            <a:spLocks noGrp="1"/>
          </p:cNvSpPr>
          <p:nvPr>
            <p:ph type="body" sz="quarter" idx="49"/>
          </p:nvPr>
        </p:nvSpPr>
        <p:spPr>
          <a:xfrm>
            <a:off x="10974849" y="2917477"/>
            <a:ext cx="908050" cy="303213"/>
          </a:xfrm>
        </p:spPr>
        <p:txBody>
          <a:bodyPr/>
          <a:lstStyle/>
          <a:p>
            <a:r>
              <a:rPr lang="en-US">
                <a:solidFill>
                  <a:schemeClr val="bg1">
                    <a:lumMod val="50000"/>
                  </a:schemeClr>
                </a:solidFill>
              </a:rPr>
              <a:t>SMARTPHONE</a:t>
            </a:r>
          </a:p>
        </p:txBody>
      </p:sp>
      <p:sp>
        <p:nvSpPr>
          <p:cNvPr id="151" name="Text Placeholder 72">
            <a:extLst>
              <a:ext uri="{FF2B5EF4-FFF2-40B4-BE49-F238E27FC236}">
                <a16:creationId xmlns:a16="http://schemas.microsoft.com/office/drawing/2014/main" id="{388B3AB5-2451-4733-A266-CE98253FA41B}"/>
              </a:ext>
            </a:extLst>
          </p:cNvPr>
          <p:cNvSpPr txBox="1">
            <a:spLocks/>
          </p:cNvSpPr>
          <p:nvPr/>
        </p:nvSpPr>
        <p:spPr>
          <a:xfrm>
            <a:off x="322190"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TABLET</a:t>
            </a:r>
          </a:p>
        </p:txBody>
      </p:sp>
      <p:sp>
        <p:nvSpPr>
          <p:cNvPr id="98" name="Title 8">
            <a:extLst>
              <a:ext uri="{FF2B5EF4-FFF2-40B4-BE49-F238E27FC236}">
                <a16:creationId xmlns:a16="http://schemas.microsoft.com/office/drawing/2014/main" id="{5079E1BF-D429-4F50-934B-AB09770AC528}"/>
              </a:ext>
            </a:extLst>
          </p:cNvPr>
          <p:cNvSpPr>
            <a:spLocks noGrp="1"/>
          </p:cNvSpPr>
          <p:nvPr>
            <p:ph type="title"/>
          </p:nvPr>
        </p:nvSpPr>
        <p:spPr>
          <a:xfrm>
            <a:off x="612648" y="585216"/>
            <a:ext cx="1802078" cy="533370"/>
          </a:xfrm>
        </p:spPr>
        <p:txBody>
          <a:bodyPr/>
          <a:lstStyle/>
          <a:p>
            <a:r>
              <a:rPr lang="en-US"/>
              <a:t>Icons</a:t>
            </a:r>
          </a:p>
        </p:txBody>
      </p:sp>
      <p:sp>
        <p:nvSpPr>
          <p:cNvPr id="190" name="Footer Placeholder 1">
            <a:extLst>
              <a:ext uri="{FF2B5EF4-FFF2-40B4-BE49-F238E27FC236}">
                <a16:creationId xmlns:a16="http://schemas.microsoft.com/office/drawing/2014/main" id="{4D20C5C9-52B2-476C-888A-F9B5B5410DBC}"/>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pic>
        <p:nvPicPr>
          <p:cNvPr id="3" name="Graphic 2">
            <a:extLst>
              <a:ext uri="{FF2B5EF4-FFF2-40B4-BE49-F238E27FC236}">
                <a16:creationId xmlns:a16="http://schemas.microsoft.com/office/drawing/2014/main" id="{1FE6BE38-5EA9-4349-848A-98DE72AD804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6415" y="1449107"/>
            <a:ext cx="399600" cy="399600"/>
          </a:xfrm>
          <a:prstGeom prst="rect">
            <a:avLst/>
          </a:prstGeom>
        </p:spPr>
      </p:pic>
      <p:pic>
        <p:nvPicPr>
          <p:cNvPr id="6" name="Graphic 5">
            <a:extLst>
              <a:ext uri="{FF2B5EF4-FFF2-40B4-BE49-F238E27FC236}">
                <a16:creationId xmlns:a16="http://schemas.microsoft.com/office/drawing/2014/main" id="{CBE0126A-2BC6-43E7-BA3C-327DF4AA0D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0100" y="1466863"/>
            <a:ext cx="399600" cy="399600"/>
          </a:xfrm>
          <a:prstGeom prst="rect">
            <a:avLst/>
          </a:prstGeom>
        </p:spPr>
      </p:pic>
      <p:pic>
        <p:nvPicPr>
          <p:cNvPr id="9" name="Graphic 8">
            <a:extLst>
              <a:ext uri="{FF2B5EF4-FFF2-40B4-BE49-F238E27FC236}">
                <a16:creationId xmlns:a16="http://schemas.microsoft.com/office/drawing/2014/main" id="{30965955-48C4-4EA7-822D-3091122311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70223" y="1466863"/>
            <a:ext cx="399600" cy="399600"/>
          </a:xfrm>
          <a:prstGeom prst="rect">
            <a:avLst/>
          </a:prstGeom>
        </p:spPr>
      </p:pic>
      <p:pic>
        <p:nvPicPr>
          <p:cNvPr id="12" name="Graphic 11">
            <a:extLst>
              <a:ext uri="{FF2B5EF4-FFF2-40B4-BE49-F238E27FC236}">
                <a16:creationId xmlns:a16="http://schemas.microsoft.com/office/drawing/2014/main" id="{E22ABF24-1965-4055-B276-A1E914E7A2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83889" y="1466863"/>
            <a:ext cx="399600" cy="399600"/>
          </a:xfrm>
          <a:prstGeom prst="rect">
            <a:avLst/>
          </a:prstGeom>
        </p:spPr>
      </p:pic>
      <p:pic>
        <p:nvPicPr>
          <p:cNvPr id="15" name="Graphic 14">
            <a:extLst>
              <a:ext uri="{FF2B5EF4-FFF2-40B4-BE49-F238E27FC236}">
                <a16:creationId xmlns:a16="http://schemas.microsoft.com/office/drawing/2014/main" id="{95DA6E14-0EBD-486D-99FB-5167AD59BDC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38818" y="1466863"/>
            <a:ext cx="399600" cy="399600"/>
          </a:xfrm>
          <a:prstGeom prst="rect">
            <a:avLst/>
          </a:prstGeom>
        </p:spPr>
      </p:pic>
      <p:pic>
        <p:nvPicPr>
          <p:cNvPr id="18" name="Graphic 17">
            <a:extLst>
              <a:ext uri="{FF2B5EF4-FFF2-40B4-BE49-F238E27FC236}">
                <a16:creationId xmlns:a16="http://schemas.microsoft.com/office/drawing/2014/main" id="{1BBFD0EB-D921-4CE7-A2BD-776CF490E28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70669" y="1457985"/>
            <a:ext cx="399600" cy="399600"/>
          </a:xfrm>
          <a:prstGeom prst="rect">
            <a:avLst/>
          </a:prstGeom>
        </p:spPr>
      </p:pic>
      <p:pic>
        <p:nvPicPr>
          <p:cNvPr id="22" name="Graphic 21">
            <a:extLst>
              <a:ext uri="{FF2B5EF4-FFF2-40B4-BE49-F238E27FC236}">
                <a16:creationId xmlns:a16="http://schemas.microsoft.com/office/drawing/2014/main" id="{5C44D505-69FD-49EA-8D51-BD35BCF89D9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92631" y="1457985"/>
            <a:ext cx="387112" cy="399600"/>
          </a:xfrm>
          <a:prstGeom prst="rect">
            <a:avLst/>
          </a:prstGeom>
        </p:spPr>
      </p:pic>
      <p:pic>
        <p:nvPicPr>
          <p:cNvPr id="25" name="Graphic 24">
            <a:extLst>
              <a:ext uri="{FF2B5EF4-FFF2-40B4-BE49-F238E27FC236}">
                <a16:creationId xmlns:a16="http://schemas.microsoft.com/office/drawing/2014/main" id="{A902C73A-9AF0-4D86-84BA-789F8646879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75755" y="1466863"/>
            <a:ext cx="399600" cy="399600"/>
          </a:xfrm>
          <a:prstGeom prst="rect">
            <a:avLst/>
          </a:prstGeom>
        </p:spPr>
      </p:pic>
      <p:pic>
        <p:nvPicPr>
          <p:cNvPr id="29" name="Graphic 28">
            <a:extLst>
              <a:ext uri="{FF2B5EF4-FFF2-40B4-BE49-F238E27FC236}">
                <a16:creationId xmlns:a16="http://schemas.microsoft.com/office/drawing/2014/main" id="{A55DB748-4475-497D-A467-53FE731AAEF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06808" y="1418507"/>
            <a:ext cx="432000" cy="460800"/>
          </a:xfrm>
          <a:prstGeom prst="rect">
            <a:avLst/>
          </a:prstGeom>
        </p:spPr>
      </p:pic>
      <p:pic>
        <p:nvPicPr>
          <p:cNvPr id="225" name="Graphic 224">
            <a:extLst>
              <a:ext uri="{FF2B5EF4-FFF2-40B4-BE49-F238E27FC236}">
                <a16:creationId xmlns:a16="http://schemas.microsoft.com/office/drawing/2014/main" id="{0EB357D5-5A06-472A-B6F5-CB1E6127893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57847" y="1475535"/>
            <a:ext cx="432000" cy="364501"/>
          </a:xfrm>
          <a:prstGeom prst="rect">
            <a:avLst/>
          </a:prstGeom>
        </p:spPr>
      </p:pic>
      <p:pic>
        <p:nvPicPr>
          <p:cNvPr id="228" name="Graphic 227">
            <a:extLst>
              <a:ext uri="{FF2B5EF4-FFF2-40B4-BE49-F238E27FC236}">
                <a16:creationId xmlns:a16="http://schemas.microsoft.com/office/drawing/2014/main" id="{53836335-6C55-4569-89F7-AFF791272EC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25447" y="1432907"/>
            <a:ext cx="243000" cy="432000"/>
          </a:xfrm>
          <a:prstGeom prst="rect">
            <a:avLst/>
          </a:prstGeom>
        </p:spPr>
      </p:pic>
      <p:pic>
        <p:nvPicPr>
          <p:cNvPr id="234" name="Graphic 233">
            <a:extLst>
              <a:ext uri="{FF2B5EF4-FFF2-40B4-BE49-F238E27FC236}">
                <a16:creationId xmlns:a16="http://schemas.microsoft.com/office/drawing/2014/main" id="{23124ED4-4561-4E8A-9D94-5960515702C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212874" y="1543916"/>
            <a:ext cx="432000" cy="263250"/>
          </a:xfrm>
          <a:prstGeom prst="rect">
            <a:avLst/>
          </a:prstGeom>
        </p:spPr>
      </p:pic>
      <p:pic>
        <p:nvPicPr>
          <p:cNvPr id="236" name="Graphic 235">
            <a:extLst>
              <a:ext uri="{FF2B5EF4-FFF2-40B4-BE49-F238E27FC236}">
                <a16:creationId xmlns:a16="http://schemas.microsoft.com/office/drawing/2014/main" id="{C35A012B-22F2-4E98-B080-2A4050947B3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76415" y="2412249"/>
            <a:ext cx="399600" cy="399600"/>
          </a:xfrm>
          <a:prstGeom prst="rect">
            <a:avLst/>
          </a:prstGeom>
        </p:spPr>
      </p:pic>
      <p:pic>
        <p:nvPicPr>
          <p:cNvPr id="239" name="Graphic 238">
            <a:extLst>
              <a:ext uri="{FF2B5EF4-FFF2-40B4-BE49-F238E27FC236}">
                <a16:creationId xmlns:a16="http://schemas.microsoft.com/office/drawing/2014/main" id="{3ABB8586-D56A-4431-98C8-2A6AE0114D1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540100" y="2427859"/>
            <a:ext cx="399600" cy="368381"/>
          </a:xfrm>
          <a:prstGeom prst="rect">
            <a:avLst/>
          </a:prstGeom>
        </p:spPr>
      </p:pic>
      <p:pic>
        <p:nvPicPr>
          <p:cNvPr id="242" name="Graphic 241">
            <a:extLst>
              <a:ext uri="{FF2B5EF4-FFF2-40B4-BE49-F238E27FC236}">
                <a16:creationId xmlns:a16="http://schemas.microsoft.com/office/drawing/2014/main" id="{E8FC8EE1-934F-49EF-A96D-376D4C94AE0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614623" y="2412249"/>
            <a:ext cx="310800" cy="399600"/>
          </a:xfrm>
          <a:prstGeom prst="rect">
            <a:avLst/>
          </a:prstGeom>
        </p:spPr>
      </p:pic>
      <p:pic>
        <p:nvPicPr>
          <p:cNvPr id="244" name="Graphic 243">
            <a:extLst>
              <a:ext uri="{FF2B5EF4-FFF2-40B4-BE49-F238E27FC236}">
                <a16:creationId xmlns:a16="http://schemas.microsoft.com/office/drawing/2014/main" id="{CC53C751-9BFA-4240-B6DA-7312B4FC59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583889" y="2412249"/>
            <a:ext cx="399600" cy="399600"/>
          </a:xfrm>
          <a:prstGeom prst="rect">
            <a:avLst/>
          </a:prstGeom>
        </p:spPr>
      </p:pic>
      <p:pic>
        <p:nvPicPr>
          <p:cNvPr id="247" name="Graphic 246">
            <a:extLst>
              <a:ext uri="{FF2B5EF4-FFF2-40B4-BE49-F238E27FC236}">
                <a16:creationId xmlns:a16="http://schemas.microsoft.com/office/drawing/2014/main" id="{A815168D-A879-491A-B050-B48FD4D4CEC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576281" y="2412249"/>
            <a:ext cx="324675" cy="399600"/>
          </a:xfrm>
          <a:prstGeom prst="rect">
            <a:avLst/>
          </a:prstGeom>
        </p:spPr>
      </p:pic>
      <p:pic>
        <p:nvPicPr>
          <p:cNvPr id="250" name="Graphic 249">
            <a:extLst>
              <a:ext uri="{FF2B5EF4-FFF2-40B4-BE49-F238E27FC236}">
                <a16:creationId xmlns:a16="http://schemas.microsoft.com/office/drawing/2014/main" id="{52C9BECC-97B6-437D-B21A-AD9EE0D0C648}"/>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470669" y="2412249"/>
            <a:ext cx="399600" cy="399600"/>
          </a:xfrm>
          <a:prstGeom prst="rect">
            <a:avLst/>
          </a:prstGeom>
        </p:spPr>
      </p:pic>
      <p:pic>
        <p:nvPicPr>
          <p:cNvPr id="252" name="Graphic 251">
            <a:extLst>
              <a:ext uri="{FF2B5EF4-FFF2-40B4-BE49-F238E27FC236}">
                <a16:creationId xmlns:a16="http://schemas.microsoft.com/office/drawing/2014/main" id="{905CC5E1-6019-4F34-A293-4BB136C0682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386387" y="2412249"/>
            <a:ext cx="399600" cy="399600"/>
          </a:xfrm>
          <a:prstGeom prst="rect">
            <a:avLst/>
          </a:prstGeom>
        </p:spPr>
      </p:pic>
      <p:pic>
        <p:nvPicPr>
          <p:cNvPr id="255" name="Graphic 254">
            <a:extLst>
              <a:ext uri="{FF2B5EF4-FFF2-40B4-BE49-F238E27FC236}">
                <a16:creationId xmlns:a16="http://schemas.microsoft.com/office/drawing/2014/main" id="{EE0F63E9-1F5B-425E-91BC-CB63A24A7826}"/>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416340" y="2412249"/>
            <a:ext cx="318431" cy="399600"/>
          </a:xfrm>
          <a:prstGeom prst="rect">
            <a:avLst/>
          </a:prstGeom>
        </p:spPr>
      </p:pic>
      <p:pic>
        <p:nvPicPr>
          <p:cNvPr id="36" name="Graphic 35">
            <a:extLst>
              <a:ext uri="{FF2B5EF4-FFF2-40B4-BE49-F238E27FC236}">
                <a16:creationId xmlns:a16="http://schemas.microsoft.com/office/drawing/2014/main" id="{C52CDA34-74F4-4586-AB10-9FE385C68E03}"/>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8344861" y="2412249"/>
            <a:ext cx="355894" cy="399600"/>
          </a:xfrm>
          <a:prstGeom prst="rect">
            <a:avLst/>
          </a:prstGeom>
        </p:spPr>
      </p:pic>
      <p:pic>
        <p:nvPicPr>
          <p:cNvPr id="40" name="Graphic 39">
            <a:extLst>
              <a:ext uri="{FF2B5EF4-FFF2-40B4-BE49-F238E27FC236}">
                <a16:creationId xmlns:a16="http://schemas.microsoft.com/office/drawing/2014/main" id="{167CED76-49F4-44A6-B9EC-FFD99423D656}"/>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274047" y="2412249"/>
            <a:ext cx="399600" cy="399600"/>
          </a:xfrm>
          <a:prstGeom prst="rect">
            <a:avLst/>
          </a:prstGeom>
        </p:spPr>
      </p:pic>
      <p:pic>
        <p:nvPicPr>
          <p:cNvPr id="44" name="Graphic 43">
            <a:extLst>
              <a:ext uri="{FF2B5EF4-FFF2-40B4-BE49-F238E27FC236}">
                <a16:creationId xmlns:a16="http://schemas.microsoft.com/office/drawing/2014/main" id="{4EEC16F7-E12D-495F-9CE3-0E40323859C7}"/>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0212947" y="2480424"/>
            <a:ext cx="468000" cy="263250"/>
          </a:xfrm>
          <a:prstGeom prst="rect">
            <a:avLst/>
          </a:prstGeom>
        </p:spPr>
      </p:pic>
      <p:pic>
        <p:nvPicPr>
          <p:cNvPr id="46" name="Graphic 45">
            <a:extLst>
              <a:ext uri="{FF2B5EF4-FFF2-40B4-BE49-F238E27FC236}">
                <a16:creationId xmlns:a16="http://schemas.microsoft.com/office/drawing/2014/main" id="{ED952D37-DB69-4CC0-8A12-3151E01832F5}"/>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1310243" y="2412249"/>
            <a:ext cx="237262" cy="399600"/>
          </a:xfrm>
          <a:prstGeom prst="rect">
            <a:avLst/>
          </a:prstGeom>
        </p:spPr>
      </p:pic>
      <p:pic>
        <p:nvPicPr>
          <p:cNvPr id="49" name="Graphic 48">
            <a:extLst>
              <a:ext uri="{FF2B5EF4-FFF2-40B4-BE49-F238E27FC236}">
                <a16:creationId xmlns:a16="http://schemas.microsoft.com/office/drawing/2014/main" id="{B45719AF-2A35-47ED-84CB-9C8003FE44E7}"/>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6365" y="3377922"/>
            <a:ext cx="299700" cy="399600"/>
          </a:xfrm>
          <a:prstGeom prst="rect">
            <a:avLst/>
          </a:prstGeom>
        </p:spPr>
      </p:pic>
      <p:pic>
        <p:nvPicPr>
          <p:cNvPr id="60" name="Graphic 59">
            <a:extLst>
              <a:ext uri="{FF2B5EF4-FFF2-40B4-BE49-F238E27FC236}">
                <a16:creationId xmlns:a16="http://schemas.microsoft.com/office/drawing/2014/main" id="{E05D0531-0B59-40AE-85BD-40C08C01CB21}"/>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540226" y="3416694"/>
            <a:ext cx="399349" cy="322056"/>
          </a:xfrm>
          <a:prstGeom prst="rect">
            <a:avLst/>
          </a:prstGeom>
        </p:spPr>
      </p:pic>
      <p:sp>
        <p:nvSpPr>
          <p:cNvPr id="61" name="Text Placeholder 72">
            <a:extLst>
              <a:ext uri="{FF2B5EF4-FFF2-40B4-BE49-F238E27FC236}">
                <a16:creationId xmlns:a16="http://schemas.microsoft.com/office/drawing/2014/main" id="{3C2C998E-1393-42E3-8870-F2F56E0CBEDE}"/>
              </a:ext>
            </a:extLst>
          </p:cNvPr>
          <p:cNvSpPr txBox="1">
            <a:spLocks/>
          </p:cNvSpPr>
          <p:nvPr/>
        </p:nvSpPr>
        <p:spPr>
          <a:xfrm>
            <a:off x="1285875" y="388745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CLOUD DATA</a:t>
            </a:r>
            <a:b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HUB</a:t>
            </a:r>
          </a:p>
        </p:txBody>
      </p:sp>
      <p:pic>
        <p:nvPicPr>
          <p:cNvPr id="10" name="Graphic 9">
            <a:extLst>
              <a:ext uri="{FF2B5EF4-FFF2-40B4-BE49-F238E27FC236}">
                <a16:creationId xmlns:a16="http://schemas.microsoft.com/office/drawing/2014/main" id="{0FC76EE8-F9D9-4432-83A3-F4AA27CE0CBD}"/>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583889" y="3380666"/>
            <a:ext cx="399600" cy="399600"/>
          </a:xfrm>
          <a:prstGeom prst="rect">
            <a:avLst/>
          </a:prstGeom>
        </p:spPr>
      </p:pic>
      <p:pic>
        <p:nvPicPr>
          <p:cNvPr id="13" name="Graphic 12">
            <a:extLst>
              <a:ext uri="{FF2B5EF4-FFF2-40B4-BE49-F238E27FC236}">
                <a16:creationId xmlns:a16="http://schemas.microsoft.com/office/drawing/2014/main" id="{F3BBAA29-D66C-44F1-A2A8-11AFAF659FD8}"/>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4538818" y="3406346"/>
            <a:ext cx="399600" cy="333000"/>
          </a:xfrm>
          <a:prstGeom prst="rect">
            <a:avLst/>
          </a:prstGeom>
        </p:spPr>
      </p:pic>
      <p:pic>
        <p:nvPicPr>
          <p:cNvPr id="16" name="Graphic 15">
            <a:extLst>
              <a:ext uri="{FF2B5EF4-FFF2-40B4-BE49-F238E27FC236}">
                <a16:creationId xmlns:a16="http://schemas.microsoft.com/office/drawing/2014/main" id="{18F1AAE0-0E2F-4B86-995A-6FBEB2608193}"/>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5470669" y="3380666"/>
            <a:ext cx="399600" cy="399600"/>
          </a:xfrm>
          <a:prstGeom prst="rect">
            <a:avLst/>
          </a:prstGeom>
        </p:spPr>
      </p:pic>
      <p:pic>
        <p:nvPicPr>
          <p:cNvPr id="19" name="Graphic 18">
            <a:extLst>
              <a:ext uri="{FF2B5EF4-FFF2-40B4-BE49-F238E27FC236}">
                <a16:creationId xmlns:a16="http://schemas.microsoft.com/office/drawing/2014/main" id="{A84C1F9E-52F0-4189-9622-EDDA8126F9F9}"/>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6386387" y="3387326"/>
            <a:ext cx="399600" cy="386280"/>
          </a:xfrm>
          <a:prstGeom prst="rect">
            <a:avLst/>
          </a:prstGeom>
        </p:spPr>
      </p:pic>
      <p:pic>
        <p:nvPicPr>
          <p:cNvPr id="21" name="Graphic 20">
            <a:extLst>
              <a:ext uri="{FF2B5EF4-FFF2-40B4-BE49-F238E27FC236}">
                <a16:creationId xmlns:a16="http://schemas.microsoft.com/office/drawing/2014/main" id="{F8062A44-4999-4E07-999F-61DC9756F888}"/>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7435695" y="3388286"/>
            <a:ext cx="279720" cy="399600"/>
          </a:xfrm>
          <a:prstGeom prst="rect">
            <a:avLst/>
          </a:prstGeom>
        </p:spPr>
      </p:pic>
      <p:pic>
        <p:nvPicPr>
          <p:cNvPr id="27" name="Graphic 26">
            <a:extLst>
              <a:ext uri="{FF2B5EF4-FFF2-40B4-BE49-F238E27FC236}">
                <a16:creationId xmlns:a16="http://schemas.microsoft.com/office/drawing/2014/main" id="{B55377FD-49C5-40B7-A5B4-C232E1CEFCDE}"/>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2600193" y="3380666"/>
            <a:ext cx="339660" cy="399600"/>
          </a:xfrm>
          <a:prstGeom prst="rect">
            <a:avLst/>
          </a:prstGeom>
        </p:spPr>
      </p:pic>
      <p:sp>
        <p:nvSpPr>
          <p:cNvPr id="77" name="Text Placeholder 72">
            <a:extLst>
              <a:ext uri="{FF2B5EF4-FFF2-40B4-BE49-F238E27FC236}">
                <a16:creationId xmlns:a16="http://schemas.microsoft.com/office/drawing/2014/main" id="{1B1713D6-87A9-4543-A188-AE27B9E60D01}"/>
              </a:ext>
            </a:extLst>
          </p:cNvPr>
          <p:cNvSpPr txBox="1">
            <a:spLocks/>
          </p:cNvSpPr>
          <p:nvPr/>
        </p:nvSpPr>
        <p:spPr>
          <a:xfrm>
            <a:off x="2315998" y="3899660"/>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VIRTUAL MACHINE / CONTAINER</a:t>
            </a:r>
          </a:p>
        </p:txBody>
      </p:sp>
      <p:sp>
        <p:nvSpPr>
          <p:cNvPr id="78" name="Text Placeholder 72">
            <a:extLst>
              <a:ext uri="{FF2B5EF4-FFF2-40B4-BE49-F238E27FC236}">
                <a16:creationId xmlns:a16="http://schemas.microsoft.com/office/drawing/2014/main" id="{5E42C89A-B854-4E79-BE64-967F1C4BFBFB}"/>
              </a:ext>
            </a:extLst>
          </p:cNvPr>
          <p:cNvSpPr txBox="1">
            <a:spLocks/>
          </p:cNvSpPr>
          <p:nvPr/>
        </p:nvSpPr>
        <p:spPr>
          <a:xfrm>
            <a:off x="3329664" y="389153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INTERNET</a:t>
            </a:r>
          </a:p>
        </p:txBody>
      </p:sp>
      <p:sp>
        <p:nvSpPr>
          <p:cNvPr id="79" name="Text Placeholder 72">
            <a:extLst>
              <a:ext uri="{FF2B5EF4-FFF2-40B4-BE49-F238E27FC236}">
                <a16:creationId xmlns:a16="http://schemas.microsoft.com/office/drawing/2014/main" id="{7CAF9F82-6544-4751-8762-127B3F8C7E60}"/>
              </a:ext>
            </a:extLst>
          </p:cNvPr>
          <p:cNvSpPr txBox="1">
            <a:spLocks/>
          </p:cNvSpPr>
          <p:nvPr/>
        </p:nvSpPr>
        <p:spPr>
          <a:xfrm>
            <a:off x="4284593" y="39040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WIRELESS</a:t>
            </a:r>
          </a:p>
        </p:txBody>
      </p:sp>
      <p:sp>
        <p:nvSpPr>
          <p:cNvPr id="80" name="Text Placeholder 72">
            <a:extLst>
              <a:ext uri="{FF2B5EF4-FFF2-40B4-BE49-F238E27FC236}">
                <a16:creationId xmlns:a16="http://schemas.microsoft.com/office/drawing/2014/main" id="{5619EC00-1ADC-4DB0-9C46-51F2EDBF3086}"/>
              </a:ext>
            </a:extLst>
          </p:cNvPr>
          <p:cNvSpPr txBox="1">
            <a:spLocks/>
          </p:cNvSpPr>
          <p:nvPr/>
        </p:nvSpPr>
        <p:spPr>
          <a:xfrm>
            <a:off x="5216444" y="3899660"/>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READ-ONLY</a:t>
            </a:r>
          </a:p>
        </p:txBody>
      </p:sp>
      <p:sp>
        <p:nvSpPr>
          <p:cNvPr id="81" name="Text Placeholder 72">
            <a:extLst>
              <a:ext uri="{FF2B5EF4-FFF2-40B4-BE49-F238E27FC236}">
                <a16:creationId xmlns:a16="http://schemas.microsoft.com/office/drawing/2014/main" id="{A318C6A9-C17B-4958-990E-9F44BD8B2947}"/>
              </a:ext>
            </a:extLst>
          </p:cNvPr>
          <p:cNvSpPr txBox="1">
            <a:spLocks/>
          </p:cNvSpPr>
          <p:nvPr/>
        </p:nvSpPr>
        <p:spPr>
          <a:xfrm>
            <a:off x="6132162" y="38998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TEXT MESSAGE</a:t>
            </a:r>
          </a:p>
        </p:txBody>
      </p:sp>
      <p:sp>
        <p:nvSpPr>
          <p:cNvPr id="82" name="Text Placeholder 72">
            <a:extLst>
              <a:ext uri="{FF2B5EF4-FFF2-40B4-BE49-F238E27FC236}">
                <a16:creationId xmlns:a16="http://schemas.microsoft.com/office/drawing/2014/main" id="{2254518C-9011-4315-998F-66A3468D914D}"/>
              </a:ext>
            </a:extLst>
          </p:cNvPr>
          <p:cNvSpPr txBox="1">
            <a:spLocks/>
          </p:cNvSpPr>
          <p:nvPr/>
        </p:nvSpPr>
        <p:spPr>
          <a:xfrm>
            <a:off x="7121530" y="388470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PADLOCK</a:t>
            </a:r>
          </a:p>
        </p:txBody>
      </p:sp>
      <p:sp>
        <p:nvSpPr>
          <p:cNvPr id="5" name="Text Placeholder 72">
            <a:extLst>
              <a:ext uri="{FF2B5EF4-FFF2-40B4-BE49-F238E27FC236}">
                <a16:creationId xmlns:a16="http://schemas.microsoft.com/office/drawing/2014/main" id="{B9565B95-288D-6AA8-A5F4-F8C91F416167}"/>
              </a:ext>
            </a:extLst>
          </p:cNvPr>
          <p:cNvSpPr txBox="1">
            <a:spLocks/>
          </p:cNvSpPr>
          <p:nvPr/>
        </p:nvSpPr>
        <p:spPr>
          <a:xfrm>
            <a:off x="8096852" y="3884705"/>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FFFFFF">
                    <a:lumMod val="50000"/>
                  </a:srgbClr>
                </a:solidFill>
                <a:effectLst/>
                <a:uLnTx/>
                <a:uFillTx/>
                <a:latin typeface="Calibri"/>
                <a:ea typeface="+mn-ea"/>
                <a:cs typeface="Calibri" panose="020F0502020204030204" pitchFamily="34" charset="0"/>
              </a:rPr>
              <a:t>Modeling and Analytics</a:t>
            </a:r>
          </a:p>
        </p:txBody>
      </p:sp>
      <p:pic>
        <p:nvPicPr>
          <p:cNvPr id="2" name="Graphic 1">
            <a:extLst>
              <a:ext uri="{FF2B5EF4-FFF2-40B4-BE49-F238E27FC236}">
                <a16:creationId xmlns:a16="http://schemas.microsoft.com/office/drawing/2014/main" id="{B27052FC-48B4-21E5-3014-A78732406844}"/>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312812" y="3448598"/>
            <a:ext cx="417760" cy="303213"/>
          </a:xfrm>
          <a:prstGeom prst="rect">
            <a:avLst/>
          </a:prstGeom>
        </p:spPr>
      </p:pic>
    </p:spTree>
    <p:extLst>
      <p:ext uri="{BB962C8B-B14F-4D97-AF65-F5344CB8AC3E}">
        <p14:creationId xmlns:p14="http://schemas.microsoft.com/office/powerpoint/2010/main" val="2401658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43329081-4D46-4C35-837F-9D2CCBCE8175}"/>
              </a:ext>
            </a:extLst>
          </p:cNvPr>
          <p:cNvSpPr>
            <a:spLocks noGrp="1"/>
          </p:cNvSpPr>
          <p:nvPr>
            <p:ph type="body" sz="quarter" idx="11"/>
          </p:nvPr>
        </p:nvSpPr>
        <p:spPr>
          <a:xfrm>
            <a:off x="319088" y="1959948"/>
            <a:ext cx="908050" cy="303213"/>
          </a:xfrm>
        </p:spPr>
        <p:txBody>
          <a:bodyPr/>
          <a:lstStyle/>
          <a:p>
            <a:r>
              <a:rPr lang="en-US">
                <a:solidFill>
                  <a:schemeClr val="bg1">
                    <a:lumMod val="75000"/>
                  </a:schemeClr>
                </a:solidFill>
              </a:rPr>
              <a:t>Maintenance</a:t>
            </a:r>
          </a:p>
        </p:txBody>
      </p:sp>
      <p:sp>
        <p:nvSpPr>
          <p:cNvPr id="30" name="Text Placeholder 29">
            <a:extLst>
              <a:ext uri="{FF2B5EF4-FFF2-40B4-BE49-F238E27FC236}">
                <a16:creationId xmlns:a16="http://schemas.microsoft.com/office/drawing/2014/main" id="{ADB6110C-F8AA-464F-A1E0-E2B6DB9E5652}"/>
              </a:ext>
            </a:extLst>
          </p:cNvPr>
          <p:cNvSpPr>
            <a:spLocks noGrp="1"/>
          </p:cNvSpPr>
          <p:nvPr>
            <p:ph type="body" sz="quarter" idx="13"/>
          </p:nvPr>
        </p:nvSpPr>
        <p:spPr>
          <a:xfrm>
            <a:off x="1286734" y="1959948"/>
            <a:ext cx="908050" cy="303213"/>
          </a:xfrm>
        </p:spPr>
        <p:txBody>
          <a:bodyPr/>
          <a:lstStyle/>
          <a:p>
            <a:r>
              <a:rPr lang="en-US">
                <a:solidFill>
                  <a:schemeClr val="bg1">
                    <a:lumMod val="75000"/>
                  </a:schemeClr>
                </a:solidFill>
              </a:rPr>
              <a:t>Gauge</a:t>
            </a:r>
          </a:p>
        </p:txBody>
      </p:sp>
      <p:sp>
        <p:nvSpPr>
          <p:cNvPr id="32" name="Text Placeholder 31">
            <a:extLst>
              <a:ext uri="{FF2B5EF4-FFF2-40B4-BE49-F238E27FC236}">
                <a16:creationId xmlns:a16="http://schemas.microsoft.com/office/drawing/2014/main" id="{4FE15F3C-CA74-4D10-BE13-1F0FB38799CF}"/>
              </a:ext>
            </a:extLst>
          </p:cNvPr>
          <p:cNvSpPr>
            <a:spLocks noGrp="1"/>
          </p:cNvSpPr>
          <p:nvPr>
            <p:ph type="body" sz="quarter" idx="15"/>
          </p:nvPr>
        </p:nvSpPr>
        <p:spPr>
          <a:xfrm>
            <a:off x="2254380" y="1959948"/>
            <a:ext cx="908050" cy="303213"/>
          </a:xfrm>
        </p:spPr>
        <p:txBody>
          <a:bodyPr/>
          <a:lstStyle/>
          <a:p>
            <a:r>
              <a:rPr lang="en-US">
                <a:solidFill>
                  <a:schemeClr val="bg1">
                    <a:lumMod val="75000"/>
                  </a:schemeClr>
                </a:solidFill>
              </a:rPr>
              <a:t>Industry 4.0</a:t>
            </a:r>
          </a:p>
        </p:txBody>
      </p:sp>
      <p:sp>
        <p:nvSpPr>
          <p:cNvPr id="34" name="Text Placeholder 33">
            <a:extLst>
              <a:ext uri="{FF2B5EF4-FFF2-40B4-BE49-F238E27FC236}">
                <a16:creationId xmlns:a16="http://schemas.microsoft.com/office/drawing/2014/main" id="{CEACFA2F-0359-4AB3-A807-497C3624C55E}"/>
              </a:ext>
            </a:extLst>
          </p:cNvPr>
          <p:cNvSpPr>
            <a:spLocks noGrp="1"/>
          </p:cNvSpPr>
          <p:nvPr>
            <p:ph type="body" sz="quarter" idx="17"/>
          </p:nvPr>
        </p:nvSpPr>
        <p:spPr>
          <a:xfrm>
            <a:off x="3222026" y="1959948"/>
            <a:ext cx="908050" cy="303213"/>
          </a:xfrm>
        </p:spPr>
        <p:txBody>
          <a:bodyPr/>
          <a:lstStyle/>
          <a:p>
            <a:r>
              <a:rPr lang="en-US">
                <a:solidFill>
                  <a:schemeClr val="bg1">
                    <a:lumMod val="75000"/>
                  </a:schemeClr>
                </a:solidFill>
              </a:rPr>
              <a:t>Hardhat</a:t>
            </a:r>
          </a:p>
        </p:txBody>
      </p:sp>
      <p:sp>
        <p:nvSpPr>
          <p:cNvPr id="36" name="Text Placeholder 35">
            <a:extLst>
              <a:ext uri="{FF2B5EF4-FFF2-40B4-BE49-F238E27FC236}">
                <a16:creationId xmlns:a16="http://schemas.microsoft.com/office/drawing/2014/main" id="{7030C119-678A-4D85-8383-71201122E27D}"/>
              </a:ext>
            </a:extLst>
          </p:cNvPr>
          <p:cNvSpPr>
            <a:spLocks noGrp="1"/>
          </p:cNvSpPr>
          <p:nvPr>
            <p:ph type="body" sz="quarter" idx="19"/>
          </p:nvPr>
        </p:nvSpPr>
        <p:spPr>
          <a:xfrm>
            <a:off x="4189672" y="1959948"/>
            <a:ext cx="908050" cy="303213"/>
          </a:xfrm>
        </p:spPr>
        <p:txBody>
          <a:bodyPr/>
          <a:lstStyle/>
          <a:p>
            <a:r>
              <a:rPr lang="en-US">
                <a:solidFill>
                  <a:schemeClr val="bg1">
                    <a:lumMod val="75000"/>
                  </a:schemeClr>
                </a:solidFill>
              </a:rPr>
              <a:t>Oil Rig</a:t>
            </a:r>
          </a:p>
        </p:txBody>
      </p:sp>
      <p:sp>
        <p:nvSpPr>
          <p:cNvPr id="40" name="Text Placeholder 39">
            <a:extLst>
              <a:ext uri="{FF2B5EF4-FFF2-40B4-BE49-F238E27FC236}">
                <a16:creationId xmlns:a16="http://schemas.microsoft.com/office/drawing/2014/main" id="{E7555C2C-C1E7-4316-8BF6-C70EC5A74691}"/>
              </a:ext>
            </a:extLst>
          </p:cNvPr>
          <p:cNvSpPr>
            <a:spLocks noGrp="1"/>
          </p:cNvSpPr>
          <p:nvPr>
            <p:ph type="body" sz="quarter" idx="21"/>
          </p:nvPr>
        </p:nvSpPr>
        <p:spPr>
          <a:xfrm>
            <a:off x="5157318" y="1959948"/>
            <a:ext cx="908050" cy="303213"/>
          </a:xfrm>
        </p:spPr>
        <p:txBody>
          <a:bodyPr/>
          <a:lstStyle/>
          <a:p>
            <a:r>
              <a:rPr lang="en-US">
                <a:solidFill>
                  <a:schemeClr val="bg1">
                    <a:lumMod val="75000"/>
                  </a:schemeClr>
                </a:solidFill>
              </a:rPr>
              <a:t>Maintenance Person</a:t>
            </a:r>
          </a:p>
        </p:txBody>
      </p:sp>
      <p:sp>
        <p:nvSpPr>
          <p:cNvPr id="42" name="Text Placeholder 41">
            <a:extLst>
              <a:ext uri="{FF2B5EF4-FFF2-40B4-BE49-F238E27FC236}">
                <a16:creationId xmlns:a16="http://schemas.microsoft.com/office/drawing/2014/main" id="{7D6B8183-4A46-4B96-A78B-55F11073942D}"/>
              </a:ext>
            </a:extLst>
          </p:cNvPr>
          <p:cNvSpPr>
            <a:spLocks noGrp="1"/>
          </p:cNvSpPr>
          <p:nvPr>
            <p:ph type="body" sz="quarter" idx="23"/>
          </p:nvPr>
        </p:nvSpPr>
        <p:spPr>
          <a:xfrm>
            <a:off x="6124964" y="1959948"/>
            <a:ext cx="908050" cy="303213"/>
          </a:xfrm>
        </p:spPr>
        <p:txBody>
          <a:bodyPr/>
          <a:lstStyle/>
          <a:p>
            <a:r>
              <a:rPr lang="en-US">
                <a:solidFill>
                  <a:schemeClr val="bg1">
                    <a:lumMod val="75000"/>
                  </a:schemeClr>
                </a:solidFill>
              </a:rPr>
              <a:t>Idea 1</a:t>
            </a:r>
          </a:p>
        </p:txBody>
      </p:sp>
      <p:sp>
        <p:nvSpPr>
          <p:cNvPr id="45" name="Text Placeholder 44">
            <a:extLst>
              <a:ext uri="{FF2B5EF4-FFF2-40B4-BE49-F238E27FC236}">
                <a16:creationId xmlns:a16="http://schemas.microsoft.com/office/drawing/2014/main" id="{5BAD9EBB-3C9C-4B57-922C-4CAD069676C1}"/>
              </a:ext>
            </a:extLst>
          </p:cNvPr>
          <p:cNvSpPr>
            <a:spLocks noGrp="1"/>
          </p:cNvSpPr>
          <p:nvPr>
            <p:ph type="body" sz="quarter" idx="25"/>
          </p:nvPr>
        </p:nvSpPr>
        <p:spPr>
          <a:xfrm>
            <a:off x="7092610" y="1959948"/>
            <a:ext cx="908050" cy="303213"/>
          </a:xfrm>
        </p:spPr>
        <p:txBody>
          <a:bodyPr/>
          <a:lstStyle/>
          <a:p>
            <a:r>
              <a:rPr lang="en-US">
                <a:solidFill>
                  <a:schemeClr val="bg1">
                    <a:lumMod val="75000"/>
                  </a:schemeClr>
                </a:solidFill>
              </a:rPr>
              <a:t>Idea 2</a:t>
            </a:r>
          </a:p>
        </p:txBody>
      </p:sp>
      <p:sp>
        <p:nvSpPr>
          <p:cNvPr id="47" name="Text Placeholder 46">
            <a:extLst>
              <a:ext uri="{FF2B5EF4-FFF2-40B4-BE49-F238E27FC236}">
                <a16:creationId xmlns:a16="http://schemas.microsoft.com/office/drawing/2014/main" id="{4758911E-7526-4A48-9F84-DB21B02EEE25}"/>
              </a:ext>
            </a:extLst>
          </p:cNvPr>
          <p:cNvSpPr>
            <a:spLocks noGrp="1"/>
          </p:cNvSpPr>
          <p:nvPr>
            <p:ph type="body" sz="quarter" idx="27"/>
          </p:nvPr>
        </p:nvSpPr>
        <p:spPr>
          <a:xfrm>
            <a:off x="8060256" y="1959948"/>
            <a:ext cx="908050" cy="303213"/>
          </a:xfrm>
        </p:spPr>
        <p:txBody>
          <a:bodyPr/>
          <a:lstStyle/>
          <a:p>
            <a:r>
              <a:rPr lang="en-US">
                <a:solidFill>
                  <a:schemeClr val="bg1">
                    <a:lumMod val="75000"/>
                  </a:schemeClr>
                </a:solidFill>
              </a:rPr>
              <a:t>Collab 1</a:t>
            </a:r>
          </a:p>
        </p:txBody>
      </p:sp>
      <p:sp>
        <p:nvSpPr>
          <p:cNvPr id="49" name="Text Placeholder 48">
            <a:extLst>
              <a:ext uri="{FF2B5EF4-FFF2-40B4-BE49-F238E27FC236}">
                <a16:creationId xmlns:a16="http://schemas.microsoft.com/office/drawing/2014/main" id="{2F807109-99E9-4642-9B36-95FE7B0CB71B}"/>
              </a:ext>
            </a:extLst>
          </p:cNvPr>
          <p:cNvSpPr>
            <a:spLocks noGrp="1"/>
          </p:cNvSpPr>
          <p:nvPr>
            <p:ph type="body" sz="quarter" idx="29"/>
          </p:nvPr>
        </p:nvSpPr>
        <p:spPr>
          <a:xfrm>
            <a:off x="9027902" y="1959948"/>
            <a:ext cx="908050" cy="303213"/>
          </a:xfrm>
        </p:spPr>
        <p:txBody>
          <a:bodyPr/>
          <a:lstStyle/>
          <a:p>
            <a:r>
              <a:rPr lang="en-US">
                <a:solidFill>
                  <a:schemeClr val="bg1">
                    <a:lumMod val="75000"/>
                  </a:schemeClr>
                </a:solidFill>
              </a:rPr>
              <a:t>Collab 2</a:t>
            </a:r>
          </a:p>
        </p:txBody>
      </p:sp>
      <p:sp>
        <p:nvSpPr>
          <p:cNvPr id="51" name="Text Placeholder 50">
            <a:extLst>
              <a:ext uri="{FF2B5EF4-FFF2-40B4-BE49-F238E27FC236}">
                <a16:creationId xmlns:a16="http://schemas.microsoft.com/office/drawing/2014/main" id="{A22794CB-B6F7-4E11-B8DD-3532790C746B}"/>
              </a:ext>
            </a:extLst>
          </p:cNvPr>
          <p:cNvSpPr>
            <a:spLocks noGrp="1"/>
          </p:cNvSpPr>
          <p:nvPr>
            <p:ph type="body" sz="quarter" idx="31"/>
          </p:nvPr>
        </p:nvSpPr>
        <p:spPr>
          <a:xfrm>
            <a:off x="9995548" y="1959948"/>
            <a:ext cx="908050" cy="303213"/>
          </a:xfrm>
        </p:spPr>
        <p:txBody>
          <a:bodyPr/>
          <a:lstStyle/>
          <a:p>
            <a:r>
              <a:rPr lang="en-US">
                <a:solidFill>
                  <a:schemeClr val="bg1">
                    <a:lumMod val="75000"/>
                  </a:schemeClr>
                </a:solidFill>
              </a:rPr>
              <a:t>Data 1</a:t>
            </a:r>
          </a:p>
        </p:txBody>
      </p:sp>
      <p:sp>
        <p:nvSpPr>
          <p:cNvPr id="53" name="Text Placeholder 52">
            <a:extLst>
              <a:ext uri="{FF2B5EF4-FFF2-40B4-BE49-F238E27FC236}">
                <a16:creationId xmlns:a16="http://schemas.microsoft.com/office/drawing/2014/main" id="{DC25FAE3-A212-4006-B92E-25F19DCF643A}"/>
              </a:ext>
            </a:extLst>
          </p:cNvPr>
          <p:cNvSpPr>
            <a:spLocks noGrp="1"/>
          </p:cNvSpPr>
          <p:nvPr>
            <p:ph type="body" sz="quarter" idx="33"/>
          </p:nvPr>
        </p:nvSpPr>
        <p:spPr>
          <a:xfrm>
            <a:off x="10963194" y="1959948"/>
            <a:ext cx="908050" cy="303213"/>
          </a:xfrm>
        </p:spPr>
        <p:txBody>
          <a:bodyPr/>
          <a:lstStyle/>
          <a:p>
            <a:r>
              <a:rPr lang="en-US">
                <a:solidFill>
                  <a:schemeClr val="bg1">
                    <a:lumMod val="75000"/>
                  </a:schemeClr>
                </a:solidFill>
              </a:rPr>
              <a:t>Data 2</a:t>
            </a:r>
          </a:p>
        </p:txBody>
      </p:sp>
      <p:sp>
        <p:nvSpPr>
          <p:cNvPr id="55" name="Text Placeholder 54">
            <a:extLst>
              <a:ext uri="{FF2B5EF4-FFF2-40B4-BE49-F238E27FC236}">
                <a16:creationId xmlns:a16="http://schemas.microsoft.com/office/drawing/2014/main" id="{A1A59558-D42D-437B-9A09-450951B961EB}"/>
              </a:ext>
            </a:extLst>
          </p:cNvPr>
          <p:cNvSpPr>
            <a:spLocks noGrp="1"/>
          </p:cNvSpPr>
          <p:nvPr>
            <p:ph type="body" sz="quarter" idx="35"/>
          </p:nvPr>
        </p:nvSpPr>
        <p:spPr>
          <a:xfrm>
            <a:off x="319088" y="2919056"/>
            <a:ext cx="908050" cy="303213"/>
          </a:xfrm>
        </p:spPr>
        <p:txBody>
          <a:bodyPr/>
          <a:lstStyle/>
          <a:p>
            <a:r>
              <a:rPr lang="en-US">
                <a:solidFill>
                  <a:schemeClr val="bg1">
                    <a:lumMod val="75000"/>
                  </a:schemeClr>
                </a:solidFill>
              </a:rPr>
              <a:t>Data 3</a:t>
            </a:r>
          </a:p>
        </p:txBody>
      </p:sp>
      <p:sp>
        <p:nvSpPr>
          <p:cNvPr id="57" name="Text Placeholder 56">
            <a:extLst>
              <a:ext uri="{FF2B5EF4-FFF2-40B4-BE49-F238E27FC236}">
                <a16:creationId xmlns:a16="http://schemas.microsoft.com/office/drawing/2014/main" id="{50AFCE65-2498-4782-890F-6895D76F2059}"/>
              </a:ext>
            </a:extLst>
          </p:cNvPr>
          <p:cNvSpPr>
            <a:spLocks noGrp="1"/>
          </p:cNvSpPr>
          <p:nvPr>
            <p:ph type="body" sz="quarter" idx="37"/>
          </p:nvPr>
        </p:nvSpPr>
        <p:spPr>
          <a:xfrm>
            <a:off x="1286734" y="2919056"/>
            <a:ext cx="908050" cy="303213"/>
          </a:xfrm>
        </p:spPr>
        <p:txBody>
          <a:bodyPr/>
          <a:lstStyle/>
          <a:p>
            <a:r>
              <a:rPr lang="en-US">
                <a:solidFill>
                  <a:schemeClr val="bg1">
                    <a:lumMod val="75000"/>
                  </a:schemeClr>
                </a:solidFill>
              </a:rPr>
              <a:t>Data 4</a:t>
            </a:r>
          </a:p>
        </p:txBody>
      </p:sp>
      <p:sp>
        <p:nvSpPr>
          <p:cNvPr id="59" name="Text Placeholder 58">
            <a:extLst>
              <a:ext uri="{FF2B5EF4-FFF2-40B4-BE49-F238E27FC236}">
                <a16:creationId xmlns:a16="http://schemas.microsoft.com/office/drawing/2014/main" id="{C195C64B-10E6-49DE-940A-15BC1C3AB80A}"/>
              </a:ext>
            </a:extLst>
          </p:cNvPr>
          <p:cNvSpPr>
            <a:spLocks noGrp="1"/>
          </p:cNvSpPr>
          <p:nvPr>
            <p:ph type="body" sz="quarter" idx="39"/>
          </p:nvPr>
        </p:nvSpPr>
        <p:spPr>
          <a:xfrm>
            <a:off x="2254380" y="2919056"/>
            <a:ext cx="908050" cy="303213"/>
          </a:xfrm>
        </p:spPr>
        <p:txBody>
          <a:bodyPr/>
          <a:lstStyle/>
          <a:p>
            <a:r>
              <a:rPr lang="en-US">
                <a:solidFill>
                  <a:schemeClr val="bg1">
                    <a:lumMod val="75000"/>
                  </a:schemeClr>
                </a:solidFill>
              </a:rPr>
              <a:t>Data 5</a:t>
            </a:r>
          </a:p>
        </p:txBody>
      </p:sp>
      <p:sp>
        <p:nvSpPr>
          <p:cNvPr id="61" name="Text Placeholder 60">
            <a:extLst>
              <a:ext uri="{FF2B5EF4-FFF2-40B4-BE49-F238E27FC236}">
                <a16:creationId xmlns:a16="http://schemas.microsoft.com/office/drawing/2014/main" id="{88D47262-B43A-480F-96E2-0526C730D4C6}"/>
              </a:ext>
            </a:extLst>
          </p:cNvPr>
          <p:cNvSpPr>
            <a:spLocks noGrp="1"/>
          </p:cNvSpPr>
          <p:nvPr>
            <p:ph type="body" sz="quarter" idx="41"/>
          </p:nvPr>
        </p:nvSpPr>
        <p:spPr>
          <a:xfrm>
            <a:off x="3222026" y="2919056"/>
            <a:ext cx="908050" cy="303213"/>
          </a:xfrm>
        </p:spPr>
        <p:txBody>
          <a:bodyPr/>
          <a:lstStyle/>
          <a:p>
            <a:r>
              <a:rPr lang="en-US">
                <a:solidFill>
                  <a:schemeClr val="bg1">
                    <a:lumMod val="75000"/>
                  </a:schemeClr>
                </a:solidFill>
              </a:rPr>
              <a:t>Data 6</a:t>
            </a:r>
          </a:p>
        </p:txBody>
      </p:sp>
      <p:sp>
        <p:nvSpPr>
          <p:cNvPr id="63" name="Text Placeholder 62">
            <a:extLst>
              <a:ext uri="{FF2B5EF4-FFF2-40B4-BE49-F238E27FC236}">
                <a16:creationId xmlns:a16="http://schemas.microsoft.com/office/drawing/2014/main" id="{215680F0-6BD9-4A1C-89A3-AFC18BDF870E}"/>
              </a:ext>
            </a:extLst>
          </p:cNvPr>
          <p:cNvSpPr>
            <a:spLocks noGrp="1"/>
          </p:cNvSpPr>
          <p:nvPr>
            <p:ph type="body" sz="quarter" idx="43"/>
          </p:nvPr>
        </p:nvSpPr>
        <p:spPr>
          <a:xfrm>
            <a:off x="4189672" y="2919056"/>
            <a:ext cx="908050" cy="303213"/>
          </a:xfrm>
        </p:spPr>
        <p:txBody>
          <a:bodyPr/>
          <a:lstStyle/>
          <a:p>
            <a:r>
              <a:rPr lang="en-US">
                <a:solidFill>
                  <a:schemeClr val="bg1">
                    <a:lumMod val="75000"/>
                  </a:schemeClr>
                </a:solidFill>
              </a:rPr>
              <a:t>Meter</a:t>
            </a:r>
          </a:p>
        </p:txBody>
      </p:sp>
      <p:sp>
        <p:nvSpPr>
          <p:cNvPr id="65" name="Text Placeholder 64">
            <a:extLst>
              <a:ext uri="{FF2B5EF4-FFF2-40B4-BE49-F238E27FC236}">
                <a16:creationId xmlns:a16="http://schemas.microsoft.com/office/drawing/2014/main" id="{9E0D4E65-71D6-472A-857D-8A5AF1581366}"/>
              </a:ext>
            </a:extLst>
          </p:cNvPr>
          <p:cNvSpPr>
            <a:spLocks noGrp="1"/>
          </p:cNvSpPr>
          <p:nvPr>
            <p:ph type="body" sz="quarter" idx="45"/>
          </p:nvPr>
        </p:nvSpPr>
        <p:spPr>
          <a:xfrm>
            <a:off x="5157318" y="2919056"/>
            <a:ext cx="908050" cy="303213"/>
          </a:xfrm>
        </p:spPr>
        <p:txBody>
          <a:bodyPr/>
          <a:lstStyle/>
          <a:p>
            <a:r>
              <a:rPr lang="en-US">
                <a:solidFill>
                  <a:schemeClr val="bg1">
                    <a:lumMod val="75000"/>
                  </a:schemeClr>
                </a:solidFill>
              </a:rPr>
              <a:t>Location</a:t>
            </a:r>
          </a:p>
        </p:txBody>
      </p:sp>
      <p:sp>
        <p:nvSpPr>
          <p:cNvPr id="67" name="Text Placeholder 66">
            <a:extLst>
              <a:ext uri="{FF2B5EF4-FFF2-40B4-BE49-F238E27FC236}">
                <a16:creationId xmlns:a16="http://schemas.microsoft.com/office/drawing/2014/main" id="{45B0FB4D-8C56-4A87-AB4D-C3D4944B9170}"/>
              </a:ext>
            </a:extLst>
          </p:cNvPr>
          <p:cNvSpPr>
            <a:spLocks noGrp="1"/>
          </p:cNvSpPr>
          <p:nvPr>
            <p:ph type="body" sz="quarter" idx="47"/>
          </p:nvPr>
        </p:nvSpPr>
        <p:spPr>
          <a:xfrm>
            <a:off x="6124964" y="2919056"/>
            <a:ext cx="908050" cy="303213"/>
          </a:xfrm>
        </p:spPr>
        <p:txBody>
          <a:bodyPr/>
          <a:lstStyle/>
          <a:p>
            <a:r>
              <a:rPr lang="en-US">
                <a:solidFill>
                  <a:schemeClr val="bg1">
                    <a:lumMod val="75000"/>
                  </a:schemeClr>
                </a:solidFill>
              </a:rPr>
              <a:t>Navigate</a:t>
            </a:r>
          </a:p>
        </p:txBody>
      </p:sp>
      <p:sp>
        <p:nvSpPr>
          <p:cNvPr id="69" name="Text Placeholder 68">
            <a:extLst>
              <a:ext uri="{FF2B5EF4-FFF2-40B4-BE49-F238E27FC236}">
                <a16:creationId xmlns:a16="http://schemas.microsoft.com/office/drawing/2014/main" id="{C13E76FE-F0BF-4ADD-A4C3-C3321B08CB90}"/>
              </a:ext>
            </a:extLst>
          </p:cNvPr>
          <p:cNvSpPr>
            <a:spLocks noGrp="1"/>
          </p:cNvSpPr>
          <p:nvPr>
            <p:ph type="body" sz="quarter" idx="49"/>
          </p:nvPr>
        </p:nvSpPr>
        <p:spPr>
          <a:xfrm>
            <a:off x="7092610" y="2919056"/>
            <a:ext cx="908050" cy="303213"/>
          </a:xfrm>
        </p:spPr>
        <p:txBody>
          <a:bodyPr/>
          <a:lstStyle/>
          <a:p>
            <a:r>
              <a:rPr lang="en-US">
                <a:solidFill>
                  <a:schemeClr val="bg1">
                    <a:lumMod val="75000"/>
                  </a:schemeClr>
                </a:solidFill>
              </a:rPr>
              <a:t>Discussion</a:t>
            </a:r>
          </a:p>
        </p:txBody>
      </p:sp>
      <p:sp>
        <p:nvSpPr>
          <p:cNvPr id="71" name="Text Placeholder 70">
            <a:extLst>
              <a:ext uri="{FF2B5EF4-FFF2-40B4-BE49-F238E27FC236}">
                <a16:creationId xmlns:a16="http://schemas.microsoft.com/office/drawing/2014/main" id="{EB0F72C0-4B9E-4C0D-8181-9C0ECE428BDF}"/>
              </a:ext>
            </a:extLst>
          </p:cNvPr>
          <p:cNvSpPr>
            <a:spLocks noGrp="1"/>
          </p:cNvSpPr>
          <p:nvPr>
            <p:ph type="body" sz="quarter" idx="51"/>
          </p:nvPr>
        </p:nvSpPr>
        <p:spPr>
          <a:xfrm>
            <a:off x="8060256" y="2919056"/>
            <a:ext cx="908050" cy="303213"/>
          </a:xfrm>
        </p:spPr>
        <p:txBody>
          <a:bodyPr/>
          <a:lstStyle/>
          <a:p>
            <a:r>
              <a:rPr lang="en-US">
                <a:solidFill>
                  <a:schemeClr val="bg1">
                    <a:lumMod val="75000"/>
                  </a:schemeClr>
                </a:solidFill>
              </a:rPr>
              <a:t>Support 1</a:t>
            </a:r>
          </a:p>
        </p:txBody>
      </p:sp>
      <p:sp>
        <p:nvSpPr>
          <p:cNvPr id="73" name="Text Placeholder 72">
            <a:extLst>
              <a:ext uri="{FF2B5EF4-FFF2-40B4-BE49-F238E27FC236}">
                <a16:creationId xmlns:a16="http://schemas.microsoft.com/office/drawing/2014/main" id="{45D952A4-0EA5-4CEE-B15B-0E5B3725BF15}"/>
              </a:ext>
            </a:extLst>
          </p:cNvPr>
          <p:cNvSpPr>
            <a:spLocks noGrp="1"/>
          </p:cNvSpPr>
          <p:nvPr>
            <p:ph type="body" sz="quarter" idx="53"/>
          </p:nvPr>
        </p:nvSpPr>
        <p:spPr>
          <a:xfrm>
            <a:off x="9027902" y="2919056"/>
            <a:ext cx="908050" cy="303213"/>
          </a:xfrm>
        </p:spPr>
        <p:txBody>
          <a:bodyPr/>
          <a:lstStyle/>
          <a:p>
            <a:r>
              <a:rPr lang="en-US">
                <a:solidFill>
                  <a:schemeClr val="bg1">
                    <a:lumMod val="75000"/>
                  </a:schemeClr>
                </a:solidFill>
              </a:rPr>
              <a:t>Support 2</a:t>
            </a:r>
          </a:p>
        </p:txBody>
      </p:sp>
      <p:sp>
        <p:nvSpPr>
          <p:cNvPr id="75" name="Text Placeholder 74">
            <a:extLst>
              <a:ext uri="{FF2B5EF4-FFF2-40B4-BE49-F238E27FC236}">
                <a16:creationId xmlns:a16="http://schemas.microsoft.com/office/drawing/2014/main" id="{16EDD378-7609-4CC3-8A2C-74B2A2EE6AB3}"/>
              </a:ext>
            </a:extLst>
          </p:cNvPr>
          <p:cNvSpPr>
            <a:spLocks noGrp="1"/>
          </p:cNvSpPr>
          <p:nvPr>
            <p:ph type="body" sz="quarter" idx="55"/>
          </p:nvPr>
        </p:nvSpPr>
        <p:spPr>
          <a:xfrm>
            <a:off x="9995548" y="2919056"/>
            <a:ext cx="908050" cy="303213"/>
          </a:xfrm>
        </p:spPr>
        <p:txBody>
          <a:bodyPr/>
          <a:lstStyle/>
          <a:p>
            <a:r>
              <a:rPr lang="en-US">
                <a:solidFill>
                  <a:schemeClr val="bg1">
                    <a:lumMod val="75000"/>
                  </a:schemeClr>
                </a:solidFill>
              </a:rPr>
              <a:t>Person Search</a:t>
            </a:r>
          </a:p>
        </p:txBody>
      </p:sp>
      <p:sp>
        <p:nvSpPr>
          <p:cNvPr id="77" name="Text Placeholder 76">
            <a:extLst>
              <a:ext uri="{FF2B5EF4-FFF2-40B4-BE49-F238E27FC236}">
                <a16:creationId xmlns:a16="http://schemas.microsoft.com/office/drawing/2014/main" id="{8FA257F3-A159-47E9-BF17-98C4F05C4893}"/>
              </a:ext>
            </a:extLst>
          </p:cNvPr>
          <p:cNvSpPr>
            <a:spLocks noGrp="1"/>
          </p:cNvSpPr>
          <p:nvPr>
            <p:ph type="body" sz="quarter" idx="57"/>
          </p:nvPr>
        </p:nvSpPr>
        <p:spPr>
          <a:xfrm>
            <a:off x="10963194" y="2919056"/>
            <a:ext cx="908050" cy="303213"/>
          </a:xfrm>
        </p:spPr>
        <p:txBody>
          <a:bodyPr/>
          <a:lstStyle/>
          <a:p>
            <a:r>
              <a:rPr lang="en-US">
                <a:solidFill>
                  <a:schemeClr val="bg1">
                    <a:lumMod val="75000"/>
                  </a:schemeClr>
                </a:solidFill>
              </a:rPr>
              <a:t>Person Search</a:t>
            </a:r>
          </a:p>
        </p:txBody>
      </p:sp>
      <p:sp>
        <p:nvSpPr>
          <p:cNvPr id="79" name="Text Placeholder 78">
            <a:extLst>
              <a:ext uri="{FF2B5EF4-FFF2-40B4-BE49-F238E27FC236}">
                <a16:creationId xmlns:a16="http://schemas.microsoft.com/office/drawing/2014/main" id="{8D84268B-C610-4FA1-8AEA-C29561B19E70}"/>
              </a:ext>
            </a:extLst>
          </p:cNvPr>
          <p:cNvSpPr>
            <a:spLocks noGrp="1"/>
          </p:cNvSpPr>
          <p:nvPr>
            <p:ph type="body" sz="quarter" idx="59"/>
          </p:nvPr>
        </p:nvSpPr>
        <p:spPr>
          <a:xfrm>
            <a:off x="319088" y="3886568"/>
            <a:ext cx="908050" cy="303213"/>
          </a:xfrm>
        </p:spPr>
        <p:txBody>
          <a:bodyPr/>
          <a:lstStyle/>
          <a:p>
            <a:r>
              <a:rPr lang="en-US">
                <a:solidFill>
                  <a:schemeClr val="bg1">
                    <a:lumMod val="75000"/>
                  </a:schemeClr>
                </a:solidFill>
              </a:rPr>
              <a:t>Tools</a:t>
            </a:r>
          </a:p>
        </p:txBody>
      </p:sp>
      <p:sp>
        <p:nvSpPr>
          <p:cNvPr id="81" name="Text Placeholder 80">
            <a:extLst>
              <a:ext uri="{FF2B5EF4-FFF2-40B4-BE49-F238E27FC236}">
                <a16:creationId xmlns:a16="http://schemas.microsoft.com/office/drawing/2014/main" id="{C6430D01-992A-4236-B04E-AE22855E317D}"/>
              </a:ext>
            </a:extLst>
          </p:cNvPr>
          <p:cNvSpPr>
            <a:spLocks noGrp="1"/>
          </p:cNvSpPr>
          <p:nvPr>
            <p:ph type="body" sz="quarter" idx="61"/>
          </p:nvPr>
        </p:nvSpPr>
        <p:spPr>
          <a:xfrm>
            <a:off x="1286734" y="3886568"/>
            <a:ext cx="908050" cy="303213"/>
          </a:xfrm>
        </p:spPr>
        <p:txBody>
          <a:bodyPr/>
          <a:lstStyle/>
          <a:p>
            <a:r>
              <a:rPr lang="en-US">
                <a:solidFill>
                  <a:schemeClr val="bg1">
                    <a:lumMod val="75000"/>
                  </a:schemeClr>
                </a:solidFill>
              </a:rPr>
              <a:t>Vest</a:t>
            </a:r>
          </a:p>
        </p:txBody>
      </p:sp>
      <p:sp>
        <p:nvSpPr>
          <p:cNvPr id="83" name="Text Placeholder 82">
            <a:extLst>
              <a:ext uri="{FF2B5EF4-FFF2-40B4-BE49-F238E27FC236}">
                <a16:creationId xmlns:a16="http://schemas.microsoft.com/office/drawing/2014/main" id="{24131BE7-6824-41E5-8598-EEF3C969F96D}"/>
              </a:ext>
            </a:extLst>
          </p:cNvPr>
          <p:cNvSpPr>
            <a:spLocks noGrp="1"/>
          </p:cNvSpPr>
          <p:nvPr>
            <p:ph type="body" sz="quarter" idx="63"/>
          </p:nvPr>
        </p:nvSpPr>
        <p:spPr>
          <a:xfrm>
            <a:off x="2254380" y="3886568"/>
            <a:ext cx="908050" cy="303213"/>
          </a:xfrm>
        </p:spPr>
        <p:txBody>
          <a:bodyPr/>
          <a:lstStyle/>
          <a:p>
            <a:r>
              <a:rPr lang="en-US">
                <a:solidFill>
                  <a:schemeClr val="bg1">
                    <a:lumMod val="75000"/>
                  </a:schemeClr>
                </a:solidFill>
              </a:rPr>
              <a:t>Person 1</a:t>
            </a:r>
          </a:p>
        </p:txBody>
      </p:sp>
      <p:sp>
        <p:nvSpPr>
          <p:cNvPr id="85" name="Text Placeholder 84">
            <a:extLst>
              <a:ext uri="{FF2B5EF4-FFF2-40B4-BE49-F238E27FC236}">
                <a16:creationId xmlns:a16="http://schemas.microsoft.com/office/drawing/2014/main" id="{09C60B14-0BCE-47EB-8BA6-835E6F9CB870}"/>
              </a:ext>
            </a:extLst>
          </p:cNvPr>
          <p:cNvSpPr>
            <a:spLocks noGrp="1"/>
          </p:cNvSpPr>
          <p:nvPr>
            <p:ph type="body" sz="quarter" idx="65"/>
          </p:nvPr>
        </p:nvSpPr>
        <p:spPr>
          <a:xfrm>
            <a:off x="3222026" y="3886568"/>
            <a:ext cx="908050" cy="303213"/>
          </a:xfrm>
        </p:spPr>
        <p:txBody>
          <a:bodyPr/>
          <a:lstStyle/>
          <a:p>
            <a:r>
              <a:rPr lang="en-US">
                <a:solidFill>
                  <a:schemeClr val="bg1">
                    <a:lumMod val="75000"/>
                  </a:schemeClr>
                </a:solidFill>
              </a:rPr>
              <a:t>Person 2</a:t>
            </a:r>
          </a:p>
        </p:txBody>
      </p:sp>
      <p:sp>
        <p:nvSpPr>
          <p:cNvPr id="87" name="Text Placeholder 86">
            <a:extLst>
              <a:ext uri="{FF2B5EF4-FFF2-40B4-BE49-F238E27FC236}">
                <a16:creationId xmlns:a16="http://schemas.microsoft.com/office/drawing/2014/main" id="{EA1496CE-C0D1-42E0-813A-EEB42F0B69FB}"/>
              </a:ext>
            </a:extLst>
          </p:cNvPr>
          <p:cNvSpPr>
            <a:spLocks noGrp="1"/>
          </p:cNvSpPr>
          <p:nvPr>
            <p:ph type="body" sz="quarter" idx="67"/>
          </p:nvPr>
        </p:nvSpPr>
        <p:spPr>
          <a:xfrm>
            <a:off x="4189672" y="3886568"/>
            <a:ext cx="908050" cy="303213"/>
          </a:xfrm>
        </p:spPr>
        <p:txBody>
          <a:bodyPr/>
          <a:lstStyle/>
          <a:p>
            <a:r>
              <a:rPr lang="en-US">
                <a:solidFill>
                  <a:schemeClr val="bg1">
                    <a:lumMod val="75000"/>
                  </a:schemeClr>
                </a:solidFill>
              </a:rPr>
              <a:t>Person 3</a:t>
            </a:r>
          </a:p>
        </p:txBody>
      </p:sp>
      <p:sp>
        <p:nvSpPr>
          <p:cNvPr id="89" name="Text Placeholder 88">
            <a:extLst>
              <a:ext uri="{FF2B5EF4-FFF2-40B4-BE49-F238E27FC236}">
                <a16:creationId xmlns:a16="http://schemas.microsoft.com/office/drawing/2014/main" id="{0C5E0610-5D5D-467D-B8A4-5844FB274CEE}"/>
              </a:ext>
            </a:extLst>
          </p:cNvPr>
          <p:cNvSpPr>
            <a:spLocks noGrp="1"/>
          </p:cNvSpPr>
          <p:nvPr>
            <p:ph type="body" sz="quarter" idx="69"/>
          </p:nvPr>
        </p:nvSpPr>
        <p:spPr>
          <a:xfrm>
            <a:off x="5157318" y="3886568"/>
            <a:ext cx="908050" cy="303213"/>
          </a:xfrm>
        </p:spPr>
        <p:txBody>
          <a:bodyPr/>
          <a:lstStyle/>
          <a:p>
            <a:r>
              <a:rPr lang="en-US">
                <a:solidFill>
                  <a:schemeClr val="bg1">
                    <a:lumMod val="75000"/>
                  </a:schemeClr>
                </a:solidFill>
              </a:rPr>
              <a:t>Person 4</a:t>
            </a:r>
          </a:p>
        </p:txBody>
      </p:sp>
      <p:sp>
        <p:nvSpPr>
          <p:cNvPr id="91" name="Text Placeholder 90">
            <a:extLst>
              <a:ext uri="{FF2B5EF4-FFF2-40B4-BE49-F238E27FC236}">
                <a16:creationId xmlns:a16="http://schemas.microsoft.com/office/drawing/2014/main" id="{FB1581AB-7A22-43A9-AA01-AD9B5480766E}"/>
              </a:ext>
            </a:extLst>
          </p:cNvPr>
          <p:cNvSpPr>
            <a:spLocks noGrp="1"/>
          </p:cNvSpPr>
          <p:nvPr>
            <p:ph type="body" sz="quarter" idx="71"/>
          </p:nvPr>
        </p:nvSpPr>
        <p:spPr>
          <a:xfrm>
            <a:off x="6124964" y="3886568"/>
            <a:ext cx="908050" cy="303213"/>
          </a:xfrm>
        </p:spPr>
        <p:txBody>
          <a:bodyPr/>
          <a:lstStyle/>
          <a:p>
            <a:r>
              <a:rPr lang="en-US">
                <a:solidFill>
                  <a:schemeClr val="bg1">
                    <a:lumMod val="75000"/>
                  </a:schemeClr>
                </a:solidFill>
              </a:rPr>
              <a:t>Person 5</a:t>
            </a:r>
          </a:p>
        </p:txBody>
      </p:sp>
      <p:sp>
        <p:nvSpPr>
          <p:cNvPr id="93" name="Text Placeholder 92">
            <a:extLst>
              <a:ext uri="{FF2B5EF4-FFF2-40B4-BE49-F238E27FC236}">
                <a16:creationId xmlns:a16="http://schemas.microsoft.com/office/drawing/2014/main" id="{A2F653C6-1779-4BA2-BB79-1ABE604AB86C}"/>
              </a:ext>
            </a:extLst>
          </p:cNvPr>
          <p:cNvSpPr>
            <a:spLocks noGrp="1"/>
          </p:cNvSpPr>
          <p:nvPr>
            <p:ph type="body" sz="quarter" idx="73"/>
          </p:nvPr>
        </p:nvSpPr>
        <p:spPr>
          <a:xfrm>
            <a:off x="7092610" y="3886568"/>
            <a:ext cx="908050" cy="303213"/>
          </a:xfrm>
        </p:spPr>
        <p:txBody>
          <a:bodyPr/>
          <a:lstStyle/>
          <a:p>
            <a:r>
              <a:rPr lang="en-US">
                <a:solidFill>
                  <a:schemeClr val="bg1">
                    <a:lumMod val="75000"/>
                  </a:schemeClr>
                </a:solidFill>
              </a:rPr>
              <a:t>People 1</a:t>
            </a:r>
          </a:p>
        </p:txBody>
      </p:sp>
      <p:sp>
        <p:nvSpPr>
          <p:cNvPr id="95" name="Text Placeholder 94">
            <a:extLst>
              <a:ext uri="{FF2B5EF4-FFF2-40B4-BE49-F238E27FC236}">
                <a16:creationId xmlns:a16="http://schemas.microsoft.com/office/drawing/2014/main" id="{19766EC7-7CDF-40E2-AE13-0FE193826E78}"/>
              </a:ext>
            </a:extLst>
          </p:cNvPr>
          <p:cNvSpPr>
            <a:spLocks noGrp="1"/>
          </p:cNvSpPr>
          <p:nvPr>
            <p:ph type="body" sz="quarter" idx="75"/>
          </p:nvPr>
        </p:nvSpPr>
        <p:spPr>
          <a:xfrm>
            <a:off x="8060256" y="3886568"/>
            <a:ext cx="908050" cy="303213"/>
          </a:xfrm>
        </p:spPr>
        <p:txBody>
          <a:bodyPr/>
          <a:lstStyle/>
          <a:p>
            <a:r>
              <a:rPr lang="en-US">
                <a:solidFill>
                  <a:schemeClr val="bg1">
                    <a:lumMod val="75000"/>
                  </a:schemeClr>
                </a:solidFill>
              </a:rPr>
              <a:t>People 2</a:t>
            </a:r>
          </a:p>
        </p:txBody>
      </p:sp>
      <p:sp>
        <p:nvSpPr>
          <p:cNvPr id="97" name="Text Placeholder 96">
            <a:extLst>
              <a:ext uri="{FF2B5EF4-FFF2-40B4-BE49-F238E27FC236}">
                <a16:creationId xmlns:a16="http://schemas.microsoft.com/office/drawing/2014/main" id="{A6F4F5B6-BF62-4E96-B606-B3020F80D8A4}"/>
              </a:ext>
            </a:extLst>
          </p:cNvPr>
          <p:cNvSpPr>
            <a:spLocks noGrp="1"/>
          </p:cNvSpPr>
          <p:nvPr>
            <p:ph type="body" sz="quarter" idx="77"/>
          </p:nvPr>
        </p:nvSpPr>
        <p:spPr>
          <a:xfrm>
            <a:off x="9027902" y="3886568"/>
            <a:ext cx="908050" cy="303213"/>
          </a:xfrm>
        </p:spPr>
        <p:txBody>
          <a:bodyPr/>
          <a:lstStyle/>
          <a:p>
            <a:r>
              <a:rPr lang="en-US">
                <a:solidFill>
                  <a:schemeClr val="bg1">
                    <a:lumMod val="75000"/>
                  </a:schemeClr>
                </a:solidFill>
              </a:rPr>
              <a:t>People 3</a:t>
            </a:r>
          </a:p>
        </p:txBody>
      </p:sp>
      <p:sp>
        <p:nvSpPr>
          <p:cNvPr id="99" name="Text Placeholder 98">
            <a:extLst>
              <a:ext uri="{FF2B5EF4-FFF2-40B4-BE49-F238E27FC236}">
                <a16:creationId xmlns:a16="http://schemas.microsoft.com/office/drawing/2014/main" id="{7C7D2DCF-64B3-400D-B38D-3CB6639C795D}"/>
              </a:ext>
            </a:extLst>
          </p:cNvPr>
          <p:cNvSpPr>
            <a:spLocks noGrp="1"/>
          </p:cNvSpPr>
          <p:nvPr>
            <p:ph type="body" sz="quarter" idx="79"/>
          </p:nvPr>
        </p:nvSpPr>
        <p:spPr>
          <a:xfrm>
            <a:off x="9995548" y="3886568"/>
            <a:ext cx="908050" cy="303213"/>
          </a:xfrm>
        </p:spPr>
        <p:txBody>
          <a:bodyPr/>
          <a:lstStyle/>
          <a:p>
            <a:r>
              <a:rPr lang="en-US">
                <a:solidFill>
                  <a:schemeClr val="bg1">
                    <a:lumMod val="75000"/>
                  </a:schemeClr>
                </a:solidFill>
              </a:rPr>
              <a:t>Speaker 1</a:t>
            </a:r>
          </a:p>
        </p:txBody>
      </p:sp>
      <p:sp>
        <p:nvSpPr>
          <p:cNvPr id="101" name="Text Placeholder 100">
            <a:extLst>
              <a:ext uri="{FF2B5EF4-FFF2-40B4-BE49-F238E27FC236}">
                <a16:creationId xmlns:a16="http://schemas.microsoft.com/office/drawing/2014/main" id="{B560A792-7877-46CE-8A97-88FAA2622ABB}"/>
              </a:ext>
            </a:extLst>
          </p:cNvPr>
          <p:cNvSpPr>
            <a:spLocks noGrp="1"/>
          </p:cNvSpPr>
          <p:nvPr>
            <p:ph type="body" sz="quarter" idx="81"/>
          </p:nvPr>
        </p:nvSpPr>
        <p:spPr>
          <a:xfrm>
            <a:off x="10963194" y="3886568"/>
            <a:ext cx="908050" cy="303213"/>
          </a:xfrm>
        </p:spPr>
        <p:txBody>
          <a:bodyPr/>
          <a:lstStyle/>
          <a:p>
            <a:r>
              <a:rPr lang="en-US">
                <a:solidFill>
                  <a:schemeClr val="bg1">
                    <a:lumMod val="75000"/>
                  </a:schemeClr>
                </a:solidFill>
              </a:rPr>
              <a:t>Speaker 2</a:t>
            </a:r>
          </a:p>
        </p:txBody>
      </p:sp>
      <p:sp>
        <p:nvSpPr>
          <p:cNvPr id="103" name="Text Placeholder 102">
            <a:extLst>
              <a:ext uri="{FF2B5EF4-FFF2-40B4-BE49-F238E27FC236}">
                <a16:creationId xmlns:a16="http://schemas.microsoft.com/office/drawing/2014/main" id="{FD3F1D15-F7F4-4370-B852-B068A5209F56}"/>
              </a:ext>
            </a:extLst>
          </p:cNvPr>
          <p:cNvSpPr>
            <a:spLocks noGrp="1"/>
          </p:cNvSpPr>
          <p:nvPr>
            <p:ph type="body" sz="quarter" idx="83"/>
          </p:nvPr>
        </p:nvSpPr>
        <p:spPr>
          <a:xfrm>
            <a:off x="319088" y="4853321"/>
            <a:ext cx="908050" cy="303213"/>
          </a:xfrm>
        </p:spPr>
        <p:txBody>
          <a:bodyPr/>
          <a:lstStyle/>
          <a:p>
            <a:r>
              <a:rPr lang="en-US">
                <a:solidFill>
                  <a:schemeClr val="bg1">
                    <a:lumMod val="75000"/>
                  </a:schemeClr>
                </a:solidFill>
              </a:rPr>
              <a:t>Instructor</a:t>
            </a:r>
          </a:p>
        </p:txBody>
      </p:sp>
      <p:sp>
        <p:nvSpPr>
          <p:cNvPr id="105" name="Text Placeholder 104">
            <a:extLst>
              <a:ext uri="{FF2B5EF4-FFF2-40B4-BE49-F238E27FC236}">
                <a16:creationId xmlns:a16="http://schemas.microsoft.com/office/drawing/2014/main" id="{4B56D1EB-9ADB-4FC4-86A0-D0563BD57D8A}"/>
              </a:ext>
            </a:extLst>
          </p:cNvPr>
          <p:cNvSpPr>
            <a:spLocks noGrp="1"/>
          </p:cNvSpPr>
          <p:nvPr>
            <p:ph type="body" sz="quarter" idx="85"/>
          </p:nvPr>
        </p:nvSpPr>
        <p:spPr>
          <a:xfrm>
            <a:off x="1286734" y="4853321"/>
            <a:ext cx="908050" cy="303213"/>
          </a:xfrm>
        </p:spPr>
        <p:txBody>
          <a:bodyPr/>
          <a:lstStyle/>
          <a:p>
            <a:r>
              <a:rPr lang="en-US">
                <a:solidFill>
                  <a:schemeClr val="bg1">
                    <a:lumMod val="75000"/>
                  </a:schemeClr>
                </a:solidFill>
              </a:rPr>
              <a:t>E Learning 1</a:t>
            </a:r>
          </a:p>
        </p:txBody>
      </p:sp>
      <p:sp>
        <p:nvSpPr>
          <p:cNvPr id="107" name="Text Placeholder 106">
            <a:extLst>
              <a:ext uri="{FF2B5EF4-FFF2-40B4-BE49-F238E27FC236}">
                <a16:creationId xmlns:a16="http://schemas.microsoft.com/office/drawing/2014/main" id="{A9C1DBC9-E6CA-4C40-89D4-3BE162A7D7C0}"/>
              </a:ext>
            </a:extLst>
          </p:cNvPr>
          <p:cNvSpPr>
            <a:spLocks noGrp="1"/>
          </p:cNvSpPr>
          <p:nvPr>
            <p:ph type="body" sz="quarter" idx="87"/>
          </p:nvPr>
        </p:nvSpPr>
        <p:spPr>
          <a:xfrm>
            <a:off x="2254380" y="4853321"/>
            <a:ext cx="908050" cy="303213"/>
          </a:xfrm>
        </p:spPr>
        <p:txBody>
          <a:bodyPr/>
          <a:lstStyle/>
          <a:p>
            <a:r>
              <a:rPr lang="en-US">
                <a:solidFill>
                  <a:schemeClr val="bg1">
                    <a:lumMod val="75000"/>
                  </a:schemeClr>
                </a:solidFill>
              </a:rPr>
              <a:t>E Learning 2</a:t>
            </a:r>
          </a:p>
        </p:txBody>
      </p:sp>
      <p:sp>
        <p:nvSpPr>
          <p:cNvPr id="109" name="Text Placeholder 108">
            <a:extLst>
              <a:ext uri="{FF2B5EF4-FFF2-40B4-BE49-F238E27FC236}">
                <a16:creationId xmlns:a16="http://schemas.microsoft.com/office/drawing/2014/main" id="{E057A116-94DF-4CE1-BEE7-BFC03D407E40}"/>
              </a:ext>
            </a:extLst>
          </p:cNvPr>
          <p:cNvSpPr>
            <a:spLocks noGrp="1"/>
          </p:cNvSpPr>
          <p:nvPr>
            <p:ph type="body" sz="quarter" idx="89"/>
          </p:nvPr>
        </p:nvSpPr>
        <p:spPr>
          <a:xfrm>
            <a:off x="3222026" y="4853321"/>
            <a:ext cx="908050" cy="303213"/>
          </a:xfrm>
        </p:spPr>
        <p:txBody>
          <a:bodyPr/>
          <a:lstStyle/>
          <a:p>
            <a:r>
              <a:rPr lang="en-US">
                <a:solidFill>
                  <a:schemeClr val="bg1">
                    <a:lumMod val="75000"/>
                  </a:schemeClr>
                </a:solidFill>
              </a:rPr>
              <a:t>Certificate</a:t>
            </a:r>
          </a:p>
        </p:txBody>
      </p:sp>
      <p:sp>
        <p:nvSpPr>
          <p:cNvPr id="111" name="Text Placeholder 110">
            <a:extLst>
              <a:ext uri="{FF2B5EF4-FFF2-40B4-BE49-F238E27FC236}">
                <a16:creationId xmlns:a16="http://schemas.microsoft.com/office/drawing/2014/main" id="{24D616E5-CCED-4FA5-824B-5F0E4E781588}"/>
              </a:ext>
            </a:extLst>
          </p:cNvPr>
          <p:cNvSpPr>
            <a:spLocks noGrp="1"/>
          </p:cNvSpPr>
          <p:nvPr>
            <p:ph type="body" sz="quarter" idx="91"/>
          </p:nvPr>
        </p:nvSpPr>
        <p:spPr>
          <a:xfrm>
            <a:off x="4189672" y="4853321"/>
            <a:ext cx="908050" cy="303213"/>
          </a:xfrm>
        </p:spPr>
        <p:txBody>
          <a:bodyPr/>
          <a:lstStyle/>
          <a:p>
            <a:r>
              <a:rPr lang="en-US">
                <a:solidFill>
                  <a:schemeClr val="bg1">
                    <a:lumMod val="75000"/>
                  </a:schemeClr>
                </a:solidFill>
              </a:rPr>
              <a:t>Training 1</a:t>
            </a:r>
          </a:p>
        </p:txBody>
      </p:sp>
      <p:sp>
        <p:nvSpPr>
          <p:cNvPr id="113" name="Text Placeholder 112">
            <a:extLst>
              <a:ext uri="{FF2B5EF4-FFF2-40B4-BE49-F238E27FC236}">
                <a16:creationId xmlns:a16="http://schemas.microsoft.com/office/drawing/2014/main" id="{3A89D450-2CBD-4EBA-A020-19ECAADAB0C6}"/>
              </a:ext>
            </a:extLst>
          </p:cNvPr>
          <p:cNvSpPr>
            <a:spLocks noGrp="1"/>
          </p:cNvSpPr>
          <p:nvPr>
            <p:ph type="body" sz="quarter" idx="93"/>
          </p:nvPr>
        </p:nvSpPr>
        <p:spPr>
          <a:xfrm>
            <a:off x="5157318" y="4853321"/>
            <a:ext cx="908050" cy="303213"/>
          </a:xfrm>
        </p:spPr>
        <p:txBody>
          <a:bodyPr/>
          <a:lstStyle/>
          <a:p>
            <a:r>
              <a:rPr lang="en-US">
                <a:solidFill>
                  <a:schemeClr val="bg1">
                    <a:lumMod val="75000"/>
                  </a:schemeClr>
                </a:solidFill>
              </a:rPr>
              <a:t>Training 2</a:t>
            </a:r>
          </a:p>
        </p:txBody>
      </p:sp>
      <p:sp>
        <p:nvSpPr>
          <p:cNvPr id="115" name="Text Placeholder 114">
            <a:extLst>
              <a:ext uri="{FF2B5EF4-FFF2-40B4-BE49-F238E27FC236}">
                <a16:creationId xmlns:a16="http://schemas.microsoft.com/office/drawing/2014/main" id="{F2F70478-EB88-4439-9AD9-2F4177BB8ACE}"/>
              </a:ext>
            </a:extLst>
          </p:cNvPr>
          <p:cNvSpPr>
            <a:spLocks noGrp="1"/>
          </p:cNvSpPr>
          <p:nvPr>
            <p:ph type="body" sz="quarter" idx="95"/>
          </p:nvPr>
        </p:nvSpPr>
        <p:spPr>
          <a:xfrm>
            <a:off x="6124964" y="4853321"/>
            <a:ext cx="908050" cy="303213"/>
          </a:xfrm>
        </p:spPr>
        <p:txBody>
          <a:bodyPr/>
          <a:lstStyle/>
          <a:p>
            <a:r>
              <a:rPr lang="en-US">
                <a:solidFill>
                  <a:schemeClr val="bg1">
                    <a:lumMod val="75000"/>
                  </a:schemeClr>
                </a:solidFill>
              </a:rPr>
              <a:t>Training 3</a:t>
            </a:r>
          </a:p>
        </p:txBody>
      </p:sp>
      <p:sp>
        <p:nvSpPr>
          <p:cNvPr id="117" name="Text Placeholder 116">
            <a:extLst>
              <a:ext uri="{FF2B5EF4-FFF2-40B4-BE49-F238E27FC236}">
                <a16:creationId xmlns:a16="http://schemas.microsoft.com/office/drawing/2014/main" id="{10C93B15-09A4-4044-A63A-9F67690A5770}"/>
              </a:ext>
            </a:extLst>
          </p:cNvPr>
          <p:cNvSpPr>
            <a:spLocks noGrp="1"/>
          </p:cNvSpPr>
          <p:nvPr>
            <p:ph type="body" sz="quarter" idx="97"/>
          </p:nvPr>
        </p:nvSpPr>
        <p:spPr>
          <a:xfrm>
            <a:off x="7092610" y="4853321"/>
            <a:ext cx="908050" cy="303213"/>
          </a:xfrm>
        </p:spPr>
        <p:txBody>
          <a:bodyPr/>
          <a:lstStyle/>
          <a:p>
            <a:r>
              <a:rPr lang="en-US">
                <a:solidFill>
                  <a:schemeClr val="bg1">
                    <a:lumMod val="75000"/>
                  </a:schemeClr>
                </a:solidFill>
              </a:rPr>
              <a:t>Bullseye</a:t>
            </a:r>
          </a:p>
        </p:txBody>
      </p:sp>
      <p:sp>
        <p:nvSpPr>
          <p:cNvPr id="119" name="Text Placeholder 118">
            <a:extLst>
              <a:ext uri="{FF2B5EF4-FFF2-40B4-BE49-F238E27FC236}">
                <a16:creationId xmlns:a16="http://schemas.microsoft.com/office/drawing/2014/main" id="{6E0E8752-9BEB-488F-81A2-6413556AB43D}"/>
              </a:ext>
            </a:extLst>
          </p:cNvPr>
          <p:cNvSpPr>
            <a:spLocks noGrp="1"/>
          </p:cNvSpPr>
          <p:nvPr>
            <p:ph type="body" sz="quarter" idx="99"/>
          </p:nvPr>
        </p:nvSpPr>
        <p:spPr>
          <a:xfrm>
            <a:off x="8060256" y="4853321"/>
            <a:ext cx="908050" cy="303213"/>
          </a:xfrm>
        </p:spPr>
        <p:txBody>
          <a:bodyPr/>
          <a:lstStyle/>
          <a:p>
            <a:r>
              <a:rPr lang="en-US">
                <a:solidFill>
                  <a:schemeClr val="bg1">
                    <a:lumMod val="75000"/>
                  </a:schemeClr>
                </a:solidFill>
              </a:rPr>
              <a:t>Key Search</a:t>
            </a:r>
          </a:p>
        </p:txBody>
      </p:sp>
      <p:sp>
        <p:nvSpPr>
          <p:cNvPr id="121" name="Text Placeholder 120">
            <a:extLst>
              <a:ext uri="{FF2B5EF4-FFF2-40B4-BE49-F238E27FC236}">
                <a16:creationId xmlns:a16="http://schemas.microsoft.com/office/drawing/2014/main" id="{E0229821-42C8-46C4-8284-D7500687DA69}"/>
              </a:ext>
            </a:extLst>
          </p:cNvPr>
          <p:cNvSpPr>
            <a:spLocks noGrp="1"/>
          </p:cNvSpPr>
          <p:nvPr>
            <p:ph type="body" sz="quarter" idx="101"/>
          </p:nvPr>
        </p:nvSpPr>
        <p:spPr>
          <a:xfrm>
            <a:off x="9027902" y="4853321"/>
            <a:ext cx="908050" cy="303213"/>
          </a:xfrm>
        </p:spPr>
        <p:txBody>
          <a:bodyPr/>
          <a:lstStyle/>
          <a:p>
            <a:r>
              <a:rPr lang="en-US">
                <a:solidFill>
                  <a:schemeClr val="bg1">
                    <a:lumMod val="75000"/>
                  </a:schemeClr>
                </a:solidFill>
              </a:rPr>
              <a:t>Software 1</a:t>
            </a:r>
          </a:p>
        </p:txBody>
      </p:sp>
      <p:sp>
        <p:nvSpPr>
          <p:cNvPr id="123" name="Text Placeholder 122">
            <a:extLst>
              <a:ext uri="{FF2B5EF4-FFF2-40B4-BE49-F238E27FC236}">
                <a16:creationId xmlns:a16="http://schemas.microsoft.com/office/drawing/2014/main" id="{B54AAC8C-641F-4D06-84FA-ECBEBF983900}"/>
              </a:ext>
            </a:extLst>
          </p:cNvPr>
          <p:cNvSpPr>
            <a:spLocks noGrp="1"/>
          </p:cNvSpPr>
          <p:nvPr>
            <p:ph type="body" sz="quarter" idx="103"/>
          </p:nvPr>
        </p:nvSpPr>
        <p:spPr>
          <a:xfrm>
            <a:off x="9995548" y="4853321"/>
            <a:ext cx="908050" cy="303213"/>
          </a:xfrm>
        </p:spPr>
        <p:txBody>
          <a:bodyPr/>
          <a:lstStyle/>
          <a:p>
            <a:r>
              <a:rPr lang="en-US">
                <a:solidFill>
                  <a:schemeClr val="bg1">
                    <a:lumMod val="75000"/>
                  </a:schemeClr>
                </a:solidFill>
              </a:rPr>
              <a:t>Software 2</a:t>
            </a:r>
          </a:p>
        </p:txBody>
      </p:sp>
      <p:sp>
        <p:nvSpPr>
          <p:cNvPr id="125" name="Text Placeholder 124">
            <a:extLst>
              <a:ext uri="{FF2B5EF4-FFF2-40B4-BE49-F238E27FC236}">
                <a16:creationId xmlns:a16="http://schemas.microsoft.com/office/drawing/2014/main" id="{6C8191A1-F3B9-4D6E-A8E9-C01F2669754A}"/>
              </a:ext>
            </a:extLst>
          </p:cNvPr>
          <p:cNvSpPr>
            <a:spLocks noGrp="1"/>
          </p:cNvSpPr>
          <p:nvPr>
            <p:ph type="body" sz="quarter" idx="105"/>
          </p:nvPr>
        </p:nvSpPr>
        <p:spPr>
          <a:xfrm>
            <a:off x="10963194" y="4853321"/>
            <a:ext cx="908050" cy="303213"/>
          </a:xfrm>
        </p:spPr>
        <p:txBody>
          <a:bodyPr/>
          <a:lstStyle/>
          <a:p>
            <a:r>
              <a:rPr lang="en-US">
                <a:solidFill>
                  <a:schemeClr val="bg1">
                    <a:lumMod val="75000"/>
                  </a:schemeClr>
                </a:solidFill>
              </a:rPr>
              <a:t>Software 3</a:t>
            </a:r>
          </a:p>
        </p:txBody>
      </p:sp>
      <p:sp>
        <p:nvSpPr>
          <p:cNvPr id="127" name="Text Placeholder 126">
            <a:extLst>
              <a:ext uri="{FF2B5EF4-FFF2-40B4-BE49-F238E27FC236}">
                <a16:creationId xmlns:a16="http://schemas.microsoft.com/office/drawing/2014/main" id="{C6368B19-DC17-4F14-B129-06B00DF8BB1B}"/>
              </a:ext>
            </a:extLst>
          </p:cNvPr>
          <p:cNvSpPr>
            <a:spLocks noGrp="1"/>
          </p:cNvSpPr>
          <p:nvPr>
            <p:ph type="body" sz="quarter" idx="107"/>
          </p:nvPr>
        </p:nvSpPr>
        <p:spPr>
          <a:xfrm>
            <a:off x="319088" y="5789320"/>
            <a:ext cx="908050" cy="303213"/>
          </a:xfrm>
        </p:spPr>
        <p:txBody>
          <a:bodyPr/>
          <a:lstStyle/>
          <a:p>
            <a:r>
              <a:rPr lang="en-US">
                <a:solidFill>
                  <a:schemeClr val="bg1">
                    <a:lumMod val="75000"/>
                  </a:schemeClr>
                </a:solidFill>
              </a:rPr>
              <a:t>Software 4</a:t>
            </a:r>
          </a:p>
        </p:txBody>
      </p:sp>
      <p:sp>
        <p:nvSpPr>
          <p:cNvPr id="129" name="Text Placeholder 128">
            <a:extLst>
              <a:ext uri="{FF2B5EF4-FFF2-40B4-BE49-F238E27FC236}">
                <a16:creationId xmlns:a16="http://schemas.microsoft.com/office/drawing/2014/main" id="{7022B901-07D9-4FF5-B897-604A0BB7287C}"/>
              </a:ext>
            </a:extLst>
          </p:cNvPr>
          <p:cNvSpPr>
            <a:spLocks noGrp="1"/>
          </p:cNvSpPr>
          <p:nvPr>
            <p:ph type="body" sz="quarter" idx="109"/>
          </p:nvPr>
        </p:nvSpPr>
        <p:spPr>
          <a:xfrm>
            <a:off x="1286734" y="5789320"/>
            <a:ext cx="908050" cy="303213"/>
          </a:xfrm>
        </p:spPr>
        <p:txBody>
          <a:bodyPr/>
          <a:lstStyle/>
          <a:p>
            <a:r>
              <a:rPr lang="en-US">
                <a:solidFill>
                  <a:schemeClr val="bg1">
                    <a:lumMod val="75000"/>
                  </a:schemeClr>
                </a:solidFill>
              </a:rPr>
              <a:t>Software 5</a:t>
            </a:r>
          </a:p>
        </p:txBody>
      </p:sp>
      <p:sp>
        <p:nvSpPr>
          <p:cNvPr id="131" name="Text Placeholder 130">
            <a:extLst>
              <a:ext uri="{FF2B5EF4-FFF2-40B4-BE49-F238E27FC236}">
                <a16:creationId xmlns:a16="http://schemas.microsoft.com/office/drawing/2014/main" id="{E520FD45-9FF9-4F93-AF29-40E1E0E011AB}"/>
              </a:ext>
            </a:extLst>
          </p:cNvPr>
          <p:cNvSpPr>
            <a:spLocks noGrp="1"/>
          </p:cNvSpPr>
          <p:nvPr>
            <p:ph type="body" sz="quarter" idx="111"/>
          </p:nvPr>
        </p:nvSpPr>
        <p:spPr>
          <a:xfrm>
            <a:off x="2254380" y="5789320"/>
            <a:ext cx="908050" cy="303213"/>
          </a:xfrm>
        </p:spPr>
        <p:txBody>
          <a:bodyPr/>
          <a:lstStyle/>
          <a:p>
            <a:r>
              <a:rPr lang="en-US">
                <a:solidFill>
                  <a:schemeClr val="bg1">
                    <a:lumMod val="75000"/>
                  </a:schemeClr>
                </a:solidFill>
              </a:rPr>
              <a:t>Software 6</a:t>
            </a:r>
          </a:p>
        </p:txBody>
      </p:sp>
      <p:sp>
        <p:nvSpPr>
          <p:cNvPr id="133" name="Text Placeholder 132">
            <a:extLst>
              <a:ext uri="{FF2B5EF4-FFF2-40B4-BE49-F238E27FC236}">
                <a16:creationId xmlns:a16="http://schemas.microsoft.com/office/drawing/2014/main" id="{09C641FE-235E-44D7-8C3F-984542F4B8F0}"/>
              </a:ext>
            </a:extLst>
          </p:cNvPr>
          <p:cNvSpPr>
            <a:spLocks noGrp="1"/>
          </p:cNvSpPr>
          <p:nvPr>
            <p:ph type="body" sz="quarter" idx="113"/>
          </p:nvPr>
        </p:nvSpPr>
        <p:spPr>
          <a:xfrm>
            <a:off x="3222026" y="5789320"/>
            <a:ext cx="908050" cy="303213"/>
          </a:xfrm>
        </p:spPr>
        <p:txBody>
          <a:bodyPr/>
          <a:lstStyle/>
          <a:p>
            <a:r>
              <a:rPr lang="en-US">
                <a:solidFill>
                  <a:schemeClr val="bg1">
                    <a:lumMod val="75000"/>
                  </a:schemeClr>
                </a:solidFill>
              </a:rPr>
              <a:t>Software 7</a:t>
            </a:r>
          </a:p>
        </p:txBody>
      </p:sp>
      <p:sp>
        <p:nvSpPr>
          <p:cNvPr id="135" name="Text Placeholder 134">
            <a:extLst>
              <a:ext uri="{FF2B5EF4-FFF2-40B4-BE49-F238E27FC236}">
                <a16:creationId xmlns:a16="http://schemas.microsoft.com/office/drawing/2014/main" id="{C0D4DD58-5C8B-4C37-9B3B-EFA680CA975D}"/>
              </a:ext>
            </a:extLst>
          </p:cNvPr>
          <p:cNvSpPr>
            <a:spLocks noGrp="1"/>
          </p:cNvSpPr>
          <p:nvPr>
            <p:ph type="body" sz="quarter" idx="115"/>
          </p:nvPr>
        </p:nvSpPr>
        <p:spPr>
          <a:xfrm>
            <a:off x="4189672" y="5789320"/>
            <a:ext cx="908050" cy="303213"/>
          </a:xfrm>
        </p:spPr>
        <p:txBody>
          <a:bodyPr/>
          <a:lstStyle/>
          <a:p>
            <a:r>
              <a:rPr lang="en-US">
                <a:solidFill>
                  <a:schemeClr val="bg1">
                    <a:lumMod val="75000"/>
                  </a:schemeClr>
                </a:solidFill>
              </a:rPr>
              <a:t>Network Server</a:t>
            </a:r>
          </a:p>
        </p:txBody>
      </p:sp>
      <p:sp>
        <p:nvSpPr>
          <p:cNvPr id="137" name="Text Placeholder 136">
            <a:extLst>
              <a:ext uri="{FF2B5EF4-FFF2-40B4-BE49-F238E27FC236}">
                <a16:creationId xmlns:a16="http://schemas.microsoft.com/office/drawing/2014/main" id="{BBD9221D-B51D-4BE2-989C-4C43DDFB972D}"/>
              </a:ext>
            </a:extLst>
          </p:cNvPr>
          <p:cNvSpPr>
            <a:spLocks noGrp="1"/>
          </p:cNvSpPr>
          <p:nvPr>
            <p:ph type="body" sz="quarter" idx="117"/>
          </p:nvPr>
        </p:nvSpPr>
        <p:spPr>
          <a:xfrm>
            <a:off x="5157318" y="5789320"/>
            <a:ext cx="908050" cy="303213"/>
          </a:xfrm>
        </p:spPr>
        <p:txBody>
          <a:bodyPr/>
          <a:lstStyle/>
          <a:p>
            <a:r>
              <a:rPr lang="en-US">
                <a:solidFill>
                  <a:schemeClr val="bg1">
                    <a:lumMod val="75000"/>
                  </a:schemeClr>
                </a:solidFill>
              </a:rPr>
              <a:t>Network Folder</a:t>
            </a:r>
          </a:p>
        </p:txBody>
      </p:sp>
      <p:sp>
        <p:nvSpPr>
          <p:cNvPr id="139" name="Text Placeholder 138">
            <a:extLst>
              <a:ext uri="{FF2B5EF4-FFF2-40B4-BE49-F238E27FC236}">
                <a16:creationId xmlns:a16="http://schemas.microsoft.com/office/drawing/2014/main" id="{406E52BD-08E6-450D-B289-4ACF0D1A510D}"/>
              </a:ext>
            </a:extLst>
          </p:cNvPr>
          <p:cNvSpPr>
            <a:spLocks noGrp="1"/>
          </p:cNvSpPr>
          <p:nvPr>
            <p:ph type="body" sz="quarter" idx="119"/>
          </p:nvPr>
        </p:nvSpPr>
        <p:spPr>
          <a:xfrm>
            <a:off x="6124964" y="5789320"/>
            <a:ext cx="908050" cy="303213"/>
          </a:xfrm>
        </p:spPr>
        <p:txBody>
          <a:bodyPr/>
          <a:lstStyle/>
          <a:p>
            <a:r>
              <a:rPr lang="en-US">
                <a:solidFill>
                  <a:schemeClr val="bg1">
                    <a:lumMod val="75000"/>
                  </a:schemeClr>
                </a:solidFill>
              </a:rPr>
              <a:t>Network Database</a:t>
            </a:r>
          </a:p>
        </p:txBody>
      </p:sp>
      <p:sp>
        <p:nvSpPr>
          <p:cNvPr id="141" name="Text Placeholder 140">
            <a:extLst>
              <a:ext uri="{FF2B5EF4-FFF2-40B4-BE49-F238E27FC236}">
                <a16:creationId xmlns:a16="http://schemas.microsoft.com/office/drawing/2014/main" id="{CCF9788E-1FC8-4CA7-8AEC-E0CEE2F5EADF}"/>
              </a:ext>
            </a:extLst>
          </p:cNvPr>
          <p:cNvSpPr>
            <a:spLocks noGrp="1"/>
          </p:cNvSpPr>
          <p:nvPr>
            <p:ph type="body" sz="quarter" idx="121"/>
          </p:nvPr>
        </p:nvSpPr>
        <p:spPr>
          <a:xfrm>
            <a:off x="7092610" y="5789320"/>
            <a:ext cx="908050" cy="303213"/>
          </a:xfrm>
        </p:spPr>
        <p:txBody>
          <a:bodyPr/>
          <a:lstStyle/>
          <a:p>
            <a:r>
              <a:rPr lang="en-US">
                <a:solidFill>
                  <a:schemeClr val="bg1">
                    <a:lumMod val="75000"/>
                  </a:schemeClr>
                </a:solidFill>
              </a:rPr>
              <a:t>Database 1</a:t>
            </a:r>
          </a:p>
        </p:txBody>
      </p:sp>
      <p:sp>
        <p:nvSpPr>
          <p:cNvPr id="143" name="Text Placeholder 142">
            <a:extLst>
              <a:ext uri="{FF2B5EF4-FFF2-40B4-BE49-F238E27FC236}">
                <a16:creationId xmlns:a16="http://schemas.microsoft.com/office/drawing/2014/main" id="{40EE740E-6D6E-4DD7-96D1-F4707D64289B}"/>
              </a:ext>
            </a:extLst>
          </p:cNvPr>
          <p:cNvSpPr>
            <a:spLocks noGrp="1"/>
          </p:cNvSpPr>
          <p:nvPr>
            <p:ph type="body" sz="quarter" idx="123"/>
          </p:nvPr>
        </p:nvSpPr>
        <p:spPr>
          <a:xfrm>
            <a:off x="8060256" y="5789320"/>
            <a:ext cx="908050" cy="303213"/>
          </a:xfrm>
        </p:spPr>
        <p:txBody>
          <a:bodyPr/>
          <a:lstStyle/>
          <a:p>
            <a:r>
              <a:rPr lang="en-US">
                <a:solidFill>
                  <a:schemeClr val="bg1">
                    <a:lumMod val="75000"/>
                  </a:schemeClr>
                </a:solidFill>
              </a:rPr>
              <a:t>Database 2</a:t>
            </a:r>
          </a:p>
        </p:txBody>
      </p:sp>
      <p:sp>
        <p:nvSpPr>
          <p:cNvPr id="145" name="Text Placeholder 144">
            <a:extLst>
              <a:ext uri="{FF2B5EF4-FFF2-40B4-BE49-F238E27FC236}">
                <a16:creationId xmlns:a16="http://schemas.microsoft.com/office/drawing/2014/main" id="{BA82C1C7-4E10-4B33-9413-812069373E2E}"/>
              </a:ext>
            </a:extLst>
          </p:cNvPr>
          <p:cNvSpPr>
            <a:spLocks noGrp="1"/>
          </p:cNvSpPr>
          <p:nvPr>
            <p:ph type="body" sz="quarter" idx="125"/>
          </p:nvPr>
        </p:nvSpPr>
        <p:spPr>
          <a:xfrm>
            <a:off x="9027902" y="5789320"/>
            <a:ext cx="908050" cy="303213"/>
          </a:xfrm>
        </p:spPr>
        <p:txBody>
          <a:bodyPr/>
          <a:lstStyle/>
          <a:p>
            <a:r>
              <a:rPr lang="en-US">
                <a:solidFill>
                  <a:schemeClr val="bg1">
                    <a:lumMod val="75000"/>
                  </a:schemeClr>
                </a:solidFill>
              </a:rPr>
              <a:t>Database 3</a:t>
            </a:r>
          </a:p>
        </p:txBody>
      </p:sp>
      <p:sp>
        <p:nvSpPr>
          <p:cNvPr id="147" name="Text Placeholder 146">
            <a:extLst>
              <a:ext uri="{FF2B5EF4-FFF2-40B4-BE49-F238E27FC236}">
                <a16:creationId xmlns:a16="http://schemas.microsoft.com/office/drawing/2014/main" id="{934766D5-B5E6-4248-9026-605EC19D6171}"/>
              </a:ext>
            </a:extLst>
          </p:cNvPr>
          <p:cNvSpPr>
            <a:spLocks noGrp="1"/>
          </p:cNvSpPr>
          <p:nvPr>
            <p:ph type="body" sz="quarter" idx="127"/>
          </p:nvPr>
        </p:nvSpPr>
        <p:spPr>
          <a:xfrm>
            <a:off x="9995548" y="5789320"/>
            <a:ext cx="908050" cy="303213"/>
          </a:xfrm>
        </p:spPr>
        <p:txBody>
          <a:bodyPr/>
          <a:lstStyle/>
          <a:p>
            <a:r>
              <a:rPr lang="en-US">
                <a:solidFill>
                  <a:schemeClr val="bg1">
                    <a:lumMod val="75000"/>
                  </a:schemeClr>
                </a:solidFill>
              </a:rPr>
              <a:t>Database 4</a:t>
            </a:r>
          </a:p>
        </p:txBody>
      </p:sp>
      <p:sp>
        <p:nvSpPr>
          <p:cNvPr id="149" name="Text Placeholder 148">
            <a:extLst>
              <a:ext uri="{FF2B5EF4-FFF2-40B4-BE49-F238E27FC236}">
                <a16:creationId xmlns:a16="http://schemas.microsoft.com/office/drawing/2014/main" id="{46412A53-8C87-4EE6-8000-F837BD0409E8}"/>
              </a:ext>
            </a:extLst>
          </p:cNvPr>
          <p:cNvSpPr>
            <a:spLocks noGrp="1"/>
          </p:cNvSpPr>
          <p:nvPr>
            <p:ph type="body" sz="quarter" idx="129"/>
          </p:nvPr>
        </p:nvSpPr>
        <p:spPr>
          <a:xfrm>
            <a:off x="10963194" y="5789320"/>
            <a:ext cx="908050" cy="303213"/>
          </a:xfrm>
        </p:spPr>
        <p:txBody>
          <a:bodyPr/>
          <a:lstStyle/>
          <a:p>
            <a:r>
              <a:rPr lang="en-US">
                <a:solidFill>
                  <a:schemeClr val="bg1">
                    <a:lumMod val="75000"/>
                  </a:schemeClr>
                </a:solidFill>
              </a:rPr>
              <a:t>Database 5</a:t>
            </a:r>
          </a:p>
        </p:txBody>
      </p:sp>
      <p:sp>
        <p:nvSpPr>
          <p:cNvPr id="2" name="Footer Placeholder 1">
            <a:extLst>
              <a:ext uri="{FF2B5EF4-FFF2-40B4-BE49-F238E27FC236}">
                <a16:creationId xmlns:a16="http://schemas.microsoft.com/office/drawing/2014/main" id="{E790E171-A5E0-41EF-A3F2-316F6B148C28}"/>
              </a:ext>
            </a:extLst>
          </p:cNvPr>
          <p:cNvSpPr>
            <a:spLocks noGrp="1"/>
          </p:cNvSpPr>
          <p:nvPr>
            <p:ph type="ftr" sz="quarter" idx="13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sp>
        <p:nvSpPr>
          <p:cNvPr id="7" name="Freeform 27">
            <a:extLst>
              <a:ext uri="{FF2B5EF4-FFF2-40B4-BE49-F238E27FC236}">
                <a16:creationId xmlns:a16="http://schemas.microsoft.com/office/drawing/2014/main" id="{21243847-CC98-4A51-8BB2-B3B58E96CEDE}"/>
              </a:ext>
            </a:extLst>
          </p:cNvPr>
          <p:cNvSpPr>
            <a:spLocks noChangeAspect="1" noEditPoints="1"/>
          </p:cNvSpPr>
          <p:nvPr/>
        </p:nvSpPr>
        <p:spPr bwMode="auto">
          <a:xfrm>
            <a:off x="570707" y="1463237"/>
            <a:ext cx="404813" cy="400050"/>
          </a:xfrm>
          <a:custGeom>
            <a:avLst/>
            <a:gdLst>
              <a:gd name="T0" fmla="*/ 235 w 259"/>
              <a:gd name="T1" fmla="*/ 98 h 256"/>
              <a:gd name="T2" fmla="*/ 230 w 259"/>
              <a:gd name="T3" fmla="*/ 66 h 256"/>
              <a:gd name="T4" fmla="*/ 190 w 259"/>
              <a:gd name="T5" fmla="*/ 26 h 256"/>
              <a:gd name="T6" fmla="*/ 158 w 259"/>
              <a:gd name="T7" fmla="*/ 21 h 256"/>
              <a:gd name="T8" fmla="*/ 144 w 259"/>
              <a:gd name="T9" fmla="*/ 0 h 256"/>
              <a:gd name="T10" fmla="*/ 100 w 259"/>
              <a:gd name="T11" fmla="*/ 18 h 256"/>
              <a:gd name="T12" fmla="*/ 70 w 259"/>
              <a:gd name="T13" fmla="*/ 30 h 256"/>
              <a:gd name="T14" fmla="*/ 26 w 259"/>
              <a:gd name="T15" fmla="*/ 49 h 256"/>
              <a:gd name="T16" fmla="*/ 31 w 259"/>
              <a:gd name="T17" fmla="*/ 74 h 256"/>
              <a:gd name="T18" fmla="*/ 12 w 259"/>
              <a:gd name="T19" fmla="*/ 100 h 256"/>
              <a:gd name="T20" fmla="*/ 12 w 259"/>
              <a:gd name="T21" fmla="*/ 156 h 256"/>
              <a:gd name="T22" fmla="*/ 31 w 259"/>
              <a:gd name="T23" fmla="*/ 182 h 256"/>
              <a:gd name="T24" fmla="*/ 26 w 259"/>
              <a:gd name="T25" fmla="*/ 207 h 256"/>
              <a:gd name="T26" fmla="*/ 70 w 259"/>
              <a:gd name="T27" fmla="*/ 226 h 256"/>
              <a:gd name="T28" fmla="*/ 100 w 259"/>
              <a:gd name="T29" fmla="*/ 238 h 256"/>
              <a:gd name="T30" fmla="*/ 144 w 259"/>
              <a:gd name="T31" fmla="*/ 256 h 256"/>
              <a:gd name="T32" fmla="*/ 158 w 259"/>
              <a:gd name="T33" fmla="*/ 235 h 256"/>
              <a:gd name="T34" fmla="*/ 148 w 259"/>
              <a:gd name="T35" fmla="*/ 238 h 256"/>
              <a:gd name="T36" fmla="*/ 112 w 259"/>
              <a:gd name="T37" fmla="*/ 248 h 256"/>
              <a:gd name="T38" fmla="*/ 101 w 259"/>
              <a:gd name="T39" fmla="*/ 227 h 256"/>
              <a:gd name="T40" fmla="*/ 60 w 259"/>
              <a:gd name="T41" fmla="*/ 224 h 256"/>
              <a:gd name="T42" fmla="*/ 32 w 259"/>
              <a:gd name="T43" fmla="*/ 196 h 256"/>
              <a:gd name="T44" fmla="*/ 29 w 259"/>
              <a:gd name="T45" fmla="*/ 155 h 256"/>
              <a:gd name="T46" fmla="*/ 8 w 259"/>
              <a:gd name="T47" fmla="*/ 144 h 256"/>
              <a:gd name="T48" fmla="*/ 18 w 259"/>
              <a:gd name="T49" fmla="*/ 108 h 256"/>
              <a:gd name="T50" fmla="*/ 36 w 259"/>
              <a:gd name="T51" fmla="*/ 64 h 256"/>
              <a:gd name="T52" fmla="*/ 54 w 259"/>
              <a:gd name="T53" fmla="*/ 32 h 256"/>
              <a:gd name="T54" fmla="*/ 77 w 259"/>
              <a:gd name="T55" fmla="*/ 38 h 256"/>
              <a:gd name="T56" fmla="*/ 108 w 259"/>
              <a:gd name="T57" fmla="*/ 12 h 256"/>
              <a:gd name="T58" fmla="*/ 148 w 259"/>
              <a:gd name="T59" fmla="*/ 12 h 256"/>
              <a:gd name="T60" fmla="*/ 179 w 259"/>
              <a:gd name="T61" fmla="*/ 38 h 256"/>
              <a:gd name="T62" fmla="*/ 202 w 259"/>
              <a:gd name="T63" fmla="*/ 32 h 256"/>
              <a:gd name="T64" fmla="*/ 220 w 259"/>
              <a:gd name="T65" fmla="*/ 64 h 256"/>
              <a:gd name="T66" fmla="*/ 238 w 259"/>
              <a:gd name="T67" fmla="*/ 108 h 256"/>
              <a:gd name="T68" fmla="*/ 248 w 259"/>
              <a:gd name="T69" fmla="*/ 144 h 256"/>
              <a:gd name="T70" fmla="*/ 227 w 259"/>
              <a:gd name="T71" fmla="*/ 155 h 256"/>
              <a:gd name="T72" fmla="*/ 238 w 259"/>
              <a:gd name="T73" fmla="*/ 156 h 256"/>
              <a:gd name="T74" fmla="*/ 256 w 259"/>
              <a:gd name="T75" fmla="*/ 112 h 256"/>
              <a:gd name="T76" fmla="*/ 179 w 259"/>
              <a:gd name="T77" fmla="*/ 77 h 256"/>
              <a:gd name="T78" fmla="*/ 106 w 259"/>
              <a:gd name="T79" fmla="*/ 66 h 256"/>
              <a:gd name="T80" fmla="*/ 140 w 259"/>
              <a:gd name="T81" fmla="*/ 118 h 256"/>
              <a:gd name="T82" fmla="*/ 66 w 259"/>
              <a:gd name="T83" fmla="*/ 105 h 256"/>
              <a:gd name="T84" fmla="*/ 77 w 259"/>
              <a:gd name="T85" fmla="*/ 179 h 256"/>
              <a:gd name="T86" fmla="*/ 194 w 259"/>
              <a:gd name="T87" fmla="*/ 245 h 256"/>
              <a:gd name="T88" fmla="*/ 245 w 259"/>
              <a:gd name="T89" fmla="*/ 194 h 256"/>
              <a:gd name="T90" fmla="*/ 200 w 259"/>
              <a:gd name="T91" fmla="*/ 239 h 256"/>
              <a:gd name="T92" fmla="*/ 164 w 259"/>
              <a:gd name="T93" fmla="*/ 186 h 256"/>
              <a:gd name="T94" fmla="*/ 65 w 259"/>
              <a:gd name="T95" fmla="*/ 116 h 256"/>
              <a:gd name="T96" fmla="*/ 99 w 259"/>
              <a:gd name="T97" fmla="*/ 148 h 256"/>
              <a:gd name="T98" fmla="*/ 147 w 259"/>
              <a:gd name="T99" fmla="*/ 123 h 256"/>
              <a:gd name="T100" fmla="*/ 148 w 259"/>
              <a:gd name="T101" fmla="*/ 99 h 256"/>
              <a:gd name="T102" fmla="*/ 173 w 259"/>
              <a:gd name="T103" fmla="*/ 83 h 256"/>
              <a:gd name="T104" fmla="*/ 192 w 259"/>
              <a:gd name="T105" fmla="*/ 162 h 256"/>
              <a:gd name="T106" fmla="*/ 239 w 259"/>
              <a:gd name="T107" fmla="*/ 239 h 256"/>
              <a:gd name="T108" fmla="*/ 205 w 259"/>
              <a:gd name="T109" fmla="*/ 231 h 256"/>
              <a:gd name="T110" fmla="*/ 236 w 259"/>
              <a:gd name="T111" fmla="*/ 218 h 256"/>
              <a:gd name="T112" fmla="*/ 225 w 259"/>
              <a:gd name="T113" fmla="*/ 225 h 256"/>
              <a:gd name="T114" fmla="*/ 211 w 259"/>
              <a:gd name="T115" fmla="*/ 211 h 256"/>
              <a:gd name="T116" fmla="*/ 225 w 259"/>
              <a:gd name="T117" fmla="*/ 21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9" h="256">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4" y="61"/>
                  <a:pt x="234" y="53"/>
                  <a:pt x="230" y="49"/>
                </a:cubicBezTo>
                <a:cubicBezTo>
                  <a:pt x="207" y="26"/>
                  <a:pt x="207" y="26"/>
                  <a:pt x="207" y="26"/>
                </a:cubicBezTo>
                <a:cubicBezTo>
                  <a:pt x="203" y="21"/>
                  <a:pt x="195" y="21"/>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2" y="53"/>
                  <a:pt x="22"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2" y="195"/>
                  <a:pt x="22" y="203"/>
                  <a:pt x="26" y="207"/>
                </a:cubicBezTo>
                <a:cubicBezTo>
                  <a:pt x="49" y="230"/>
                  <a:pt x="49" y="230"/>
                  <a:pt x="49" y="230"/>
                </a:cubicBezTo>
                <a:cubicBezTo>
                  <a:pt x="53" y="234"/>
                  <a:pt x="61" y="234"/>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61" y="234"/>
                  <a:pt x="161" y="231"/>
                  <a:pt x="161" y="229"/>
                </a:cubicBezTo>
                <a:cubicBezTo>
                  <a:pt x="160" y="227"/>
                  <a:pt x="157" y="226"/>
                  <a:pt x="155" y="227"/>
                </a:cubicBezTo>
                <a:cubicBezTo>
                  <a:pt x="151" y="229"/>
                  <a:pt x="148" y="234"/>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3" y="216"/>
                  <a:pt x="68" y="217"/>
                  <a:pt x="64" y="220"/>
                </a:cubicBezTo>
                <a:cubicBezTo>
                  <a:pt x="60" y="224"/>
                  <a:pt x="60" y="224"/>
                  <a:pt x="60" y="224"/>
                </a:cubicBezTo>
                <a:cubicBezTo>
                  <a:pt x="59" y="226"/>
                  <a:pt x="56" y="226"/>
                  <a:pt x="54" y="224"/>
                </a:cubicBezTo>
                <a:cubicBezTo>
                  <a:pt x="32" y="202"/>
                  <a:pt x="32" y="202"/>
                  <a:pt x="32" y="202"/>
                </a:cubicBezTo>
                <a:cubicBezTo>
                  <a:pt x="30" y="200"/>
                  <a:pt x="30" y="197"/>
                  <a:pt x="32" y="196"/>
                </a:cubicBezTo>
                <a:cubicBezTo>
                  <a:pt x="36" y="192"/>
                  <a:pt x="36" y="192"/>
                  <a:pt x="36" y="192"/>
                </a:cubicBezTo>
                <a:cubicBezTo>
                  <a:pt x="39" y="188"/>
                  <a:pt x="40" y="183"/>
                  <a:pt x="38" y="179"/>
                </a:cubicBezTo>
                <a:cubicBezTo>
                  <a:pt x="29" y="155"/>
                  <a:pt x="29" y="155"/>
                  <a:pt x="29" y="155"/>
                </a:cubicBezTo>
                <a:cubicBezTo>
                  <a:pt x="27" y="151"/>
                  <a:pt x="23"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3" y="108"/>
                  <a:pt x="27" y="105"/>
                  <a:pt x="29" y="101"/>
                </a:cubicBezTo>
                <a:cubicBezTo>
                  <a:pt x="38" y="77"/>
                  <a:pt x="38" y="77"/>
                  <a:pt x="38" y="77"/>
                </a:cubicBezTo>
                <a:cubicBezTo>
                  <a:pt x="40" y="73"/>
                  <a:pt x="39" y="68"/>
                  <a:pt x="36" y="64"/>
                </a:cubicBezTo>
                <a:cubicBezTo>
                  <a:pt x="32" y="60"/>
                  <a:pt x="32" y="60"/>
                  <a:pt x="32" y="60"/>
                </a:cubicBezTo>
                <a:cubicBezTo>
                  <a:pt x="30" y="59"/>
                  <a:pt x="30" y="56"/>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2"/>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3" y="108"/>
                  <a:pt x="238" y="108"/>
                </a:cubicBezTo>
                <a:cubicBezTo>
                  <a:pt x="244" y="108"/>
                  <a:pt x="244" y="108"/>
                  <a:pt x="244" y="108"/>
                </a:cubicBezTo>
                <a:cubicBezTo>
                  <a:pt x="246" y="108"/>
                  <a:pt x="248" y="110"/>
                  <a:pt x="248" y="112"/>
                </a:cubicBezTo>
                <a:cubicBezTo>
                  <a:pt x="248" y="144"/>
                  <a:pt x="248" y="144"/>
                  <a:pt x="248" y="144"/>
                </a:cubicBezTo>
                <a:cubicBezTo>
                  <a:pt x="248" y="146"/>
                  <a:pt x="246" y="148"/>
                  <a:pt x="244" y="148"/>
                </a:cubicBezTo>
                <a:cubicBezTo>
                  <a:pt x="238" y="148"/>
                  <a:pt x="238" y="148"/>
                  <a:pt x="238" y="148"/>
                </a:cubicBezTo>
                <a:cubicBezTo>
                  <a:pt x="233" y="148"/>
                  <a:pt x="229" y="151"/>
                  <a:pt x="227" y="155"/>
                </a:cubicBezTo>
                <a:cubicBezTo>
                  <a:pt x="226" y="157"/>
                  <a:pt x="227" y="160"/>
                  <a:pt x="229" y="161"/>
                </a:cubicBezTo>
                <a:cubicBezTo>
                  <a:pt x="232" y="161"/>
                  <a:pt x="234" y="161"/>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198" y="147"/>
                </a:moveTo>
                <a:cubicBezTo>
                  <a:pt x="204" y="122"/>
                  <a:pt x="198" y="96"/>
                  <a:pt x="179" y="77"/>
                </a:cubicBezTo>
                <a:cubicBezTo>
                  <a:pt x="160" y="58"/>
                  <a:pt x="133" y="51"/>
                  <a:pt x="107" y="59"/>
                </a:cubicBezTo>
                <a:cubicBezTo>
                  <a:pt x="106" y="59"/>
                  <a:pt x="105" y="60"/>
                  <a:pt x="105" y="62"/>
                </a:cubicBezTo>
                <a:cubicBezTo>
                  <a:pt x="104" y="63"/>
                  <a:pt x="105" y="65"/>
                  <a:pt x="106" y="66"/>
                </a:cubicBezTo>
                <a:cubicBezTo>
                  <a:pt x="140" y="100"/>
                  <a:pt x="140" y="100"/>
                  <a:pt x="140" y="100"/>
                </a:cubicBezTo>
                <a:cubicBezTo>
                  <a:pt x="140" y="104"/>
                  <a:pt x="140" y="107"/>
                  <a:pt x="140" y="109"/>
                </a:cubicBezTo>
                <a:cubicBezTo>
                  <a:pt x="140" y="112"/>
                  <a:pt x="140" y="115"/>
                  <a:pt x="140" y="118"/>
                </a:cubicBezTo>
                <a:cubicBezTo>
                  <a:pt x="118" y="140"/>
                  <a:pt x="118" y="140"/>
                  <a:pt x="118" y="140"/>
                </a:cubicBezTo>
                <a:cubicBezTo>
                  <a:pt x="100" y="140"/>
                  <a:pt x="100" y="140"/>
                  <a:pt x="100" y="140"/>
                </a:cubicBezTo>
                <a:cubicBezTo>
                  <a:pt x="66" y="105"/>
                  <a:pt x="66" y="105"/>
                  <a:pt x="66" y="105"/>
                </a:cubicBezTo>
                <a:cubicBezTo>
                  <a:pt x="65" y="104"/>
                  <a:pt x="64" y="104"/>
                  <a:pt x="62" y="104"/>
                </a:cubicBezTo>
                <a:cubicBezTo>
                  <a:pt x="61" y="104"/>
                  <a:pt x="60" y="106"/>
                  <a:pt x="59" y="107"/>
                </a:cubicBezTo>
                <a:cubicBezTo>
                  <a:pt x="52" y="132"/>
                  <a:pt x="58" y="160"/>
                  <a:pt x="77" y="179"/>
                </a:cubicBezTo>
                <a:cubicBezTo>
                  <a:pt x="91" y="193"/>
                  <a:pt x="110" y="200"/>
                  <a:pt x="128" y="200"/>
                </a:cubicBezTo>
                <a:cubicBezTo>
                  <a:pt x="134" y="200"/>
                  <a:pt x="140" y="199"/>
                  <a:pt x="147" y="197"/>
                </a:cubicBezTo>
                <a:cubicBezTo>
                  <a:pt x="194" y="245"/>
                  <a:pt x="194" y="245"/>
                  <a:pt x="194" y="245"/>
                </a:cubicBezTo>
                <a:cubicBezTo>
                  <a:pt x="201" y="252"/>
                  <a:pt x="210" y="255"/>
                  <a:pt x="219" y="255"/>
                </a:cubicBezTo>
                <a:cubicBezTo>
                  <a:pt x="229" y="255"/>
                  <a:pt x="238" y="252"/>
                  <a:pt x="245" y="245"/>
                </a:cubicBezTo>
                <a:cubicBezTo>
                  <a:pt x="259" y="231"/>
                  <a:pt x="259" y="208"/>
                  <a:pt x="245" y="194"/>
                </a:cubicBezTo>
                <a:lnTo>
                  <a:pt x="198" y="147"/>
                </a:lnTo>
                <a:close/>
                <a:moveTo>
                  <a:pt x="239" y="239"/>
                </a:moveTo>
                <a:cubicBezTo>
                  <a:pt x="228" y="250"/>
                  <a:pt x="210" y="250"/>
                  <a:pt x="200" y="239"/>
                </a:cubicBezTo>
                <a:cubicBezTo>
                  <a:pt x="155" y="195"/>
                  <a:pt x="155" y="195"/>
                  <a:pt x="155" y="195"/>
                </a:cubicBezTo>
                <a:cubicBezTo>
                  <a:pt x="157" y="194"/>
                  <a:pt x="160" y="193"/>
                  <a:pt x="162" y="191"/>
                </a:cubicBezTo>
                <a:cubicBezTo>
                  <a:pt x="164" y="190"/>
                  <a:pt x="165" y="188"/>
                  <a:pt x="164" y="186"/>
                </a:cubicBezTo>
                <a:cubicBezTo>
                  <a:pt x="163" y="184"/>
                  <a:pt x="160" y="183"/>
                  <a:pt x="158" y="184"/>
                </a:cubicBezTo>
                <a:cubicBezTo>
                  <a:pt x="133" y="198"/>
                  <a:pt x="103" y="193"/>
                  <a:pt x="83" y="173"/>
                </a:cubicBezTo>
                <a:cubicBezTo>
                  <a:pt x="68" y="158"/>
                  <a:pt x="61" y="137"/>
                  <a:pt x="65" y="116"/>
                </a:cubicBezTo>
                <a:cubicBezTo>
                  <a:pt x="96" y="147"/>
                  <a:pt x="96" y="147"/>
                  <a:pt x="96" y="147"/>
                </a:cubicBezTo>
                <a:cubicBezTo>
                  <a:pt x="97" y="148"/>
                  <a:pt x="98" y="148"/>
                  <a:pt x="99" y="148"/>
                </a:cubicBezTo>
                <a:cubicBezTo>
                  <a:pt x="99" y="148"/>
                  <a:pt x="99" y="148"/>
                  <a:pt x="99" y="148"/>
                </a:cubicBezTo>
                <a:cubicBezTo>
                  <a:pt x="120" y="148"/>
                  <a:pt x="120" y="148"/>
                  <a:pt x="120" y="148"/>
                </a:cubicBezTo>
                <a:cubicBezTo>
                  <a:pt x="121" y="148"/>
                  <a:pt x="122" y="148"/>
                  <a:pt x="123" y="147"/>
                </a:cubicBezTo>
                <a:cubicBezTo>
                  <a:pt x="147" y="123"/>
                  <a:pt x="147" y="123"/>
                  <a:pt x="147" y="123"/>
                </a:cubicBezTo>
                <a:cubicBezTo>
                  <a:pt x="148" y="122"/>
                  <a:pt x="148" y="121"/>
                  <a:pt x="148" y="120"/>
                </a:cubicBezTo>
                <a:cubicBezTo>
                  <a:pt x="148" y="116"/>
                  <a:pt x="148" y="113"/>
                  <a:pt x="148" y="109"/>
                </a:cubicBezTo>
                <a:cubicBezTo>
                  <a:pt x="148" y="106"/>
                  <a:pt x="148" y="103"/>
                  <a:pt x="148" y="99"/>
                </a:cubicBezTo>
                <a:cubicBezTo>
                  <a:pt x="148" y="98"/>
                  <a:pt x="148" y="97"/>
                  <a:pt x="147" y="96"/>
                </a:cubicBezTo>
                <a:cubicBezTo>
                  <a:pt x="116" y="65"/>
                  <a:pt x="116" y="65"/>
                  <a:pt x="116" y="65"/>
                </a:cubicBezTo>
                <a:cubicBezTo>
                  <a:pt x="137" y="61"/>
                  <a:pt x="158" y="67"/>
                  <a:pt x="173" y="83"/>
                </a:cubicBezTo>
                <a:cubicBezTo>
                  <a:pt x="194" y="103"/>
                  <a:pt x="198" y="133"/>
                  <a:pt x="185" y="158"/>
                </a:cubicBezTo>
                <a:cubicBezTo>
                  <a:pt x="184" y="160"/>
                  <a:pt x="184" y="162"/>
                  <a:pt x="186" y="163"/>
                </a:cubicBezTo>
                <a:cubicBezTo>
                  <a:pt x="188" y="164"/>
                  <a:pt x="191" y="164"/>
                  <a:pt x="192" y="162"/>
                </a:cubicBezTo>
                <a:cubicBezTo>
                  <a:pt x="193" y="160"/>
                  <a:pt x="194" y="157"/>
                  <a:pt x="195" y="155"/>
                </a:cubicBezTo>
                <a:cubicBezTo>
                  <a:pt x="239" y="200"/>
                  <a:pt x="239" y="200"/>
                  <a:pt x="239" y="200"/>
                </a:cubicBezTo>
                <a:cubicBezTo>
                  <a:pt x="250" y="210"/>
                  <a:pt x="250" y="228"/>
                  <a:pt x="239" y="239"/>
                </a:cubicBezTo>
                <a:close/>
                <a:moveTo>
                  <a:pt x="205" y="205"/>
                </a:moveTo>
                <a:cubicBezTo>
                  <a:pt x="202" y="209"/>
                  <a:pt x="200" y="213"/>
                  <a:pt x="200" y="218"/>
                </a:cubicBezTo>
                <a:cubicBezTo>
                  <a:pt x="200" y="223"/>
                  <a:pt x="202" y="227"/>
                  <a:pt x="205" y="231"/>
                </a:cubicBezTo>
                <a:cubicBezTo>
                  <a:pt x="209" y="234"/>
                  <a:pt x="213" y="236"/>
                  <a:pt x="218" y="236"/>
                </a:cubicBezTo>
                <a:cubicBezTo>
                  <a:pt x="223" y="236"/>
                  <a:pt x="227" y="234"/>
                  <a:pt x="231" y="231"/>
                </a:cubicBezTo>
                <a:cubicBezTo>
                  <a:pt x="234" y="227"/>
                  <a:pt x="236" y="223"/>
                  <a:pt x="236" y="218"/>
                </a:cubicBezTo>
                <a:cubicBezTo>
                  <a:pt x="236" y="213"/>
                  <a:pt x="234" y="209"/>
                  <a:pt x="231" y="205"/>
                </a:cubicBezTo>
                <a:cubicBezTo>
                  <a:pt x="224" y="198"/>
                  <a:pt x="212" y="198"/>
                  <a:pt x="205" y="205"/>
                </a:cubicBezTo>
                <a:close/>
                <a:moveTo>
                  <a:pt x="225" y="225"/>
                </a:moveTo>
                <a:cubicBezTo>
                  <a:pt x="221" y="229"/>
                  <a:pt x="215" y="229"/>
                  <a:pt x="211" y="225"/>
                </a:cubicBezTo>
                <a:cubicBezTo>
                  <a:pt x="209" y="223"/>
                  <a:pt x="208" y="221"/>
                  <a:pt x="208" y="218"/>
                </a:cubicBezTo>
                <a:cubicBezTo>
                  <a:pt x="208" y="215"/>
                  <a:pt x="209" y="213"/>
                  <a:pt x="211" y="211"/>
                </a:cubicBezTo>
                <a:cubicBezTo>
                  <a:pt x="213" y="209"/>
                  <a:pt x="215" y="208"/>
                  <a:pt x="218" y="208"/>
                </a:cubicBezTo>
                <a:cubicBezTo>
                  <a:pt x="221" y="208"/>
                  <a:pt x="223" y="209"/>
                  <a:pt x="225" y="211"/>
                </a:cubicBezTo>
                <a:cubicBezTo>
                  <a:pt x="225" y="211"/>
                  <a:pt x="225" y="211"/>
                  <a:pt x="225" y="211"/>
                </a:cubicBezTo>
                <a:cubicBezTo>
                  <a:pt x="227" y="213"/>
                  <a:pt x="228" y="215"/>
                  <a:pt x="228" y="218"/>
                </a:cubicBezTo>
                <a:cubicBezTo>
                  <a:pt x="228" y="221"/>
                  <a:pt x="227" y="223"/>
                  <a:pt x="225" y="22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 name="Freeform 34">
            <a:extLst>
              <a:ext uri="{FF2B5EF4-FFF2-40B4-BE49-F238E27FC236}">
                <a16:creationId xmlns:a16="http://schemas.microsoft.com/office/drawing/2014/main" id="{65C52BA7-132B-4F78-9E30-2A7427119DE0}"/>
              </a:ext>
            </a:extLst>
          </p:cNvPr>
          <p:cNvSpPr>
            <a:spLocks noChangeAspect="1" noEditPoints="1"/>
          </p:cNvSpPr>
          <p:nvPr/>
        </p:nvSpPr>
        <p:spPr bwMode="auto">
          <a:xfrm>
            <a:off x="1541528" y="1463237"/>
            <a:ext cx="398462" cy="400050"/>
          </a:xfrm>
          <a:custGeom>
            <a:avLst/>
            <a:gdLst>
              <a:gd name="T0" fmla="*/ 157 w 256"/>
              <a:gd name="T1" fmla="*/ 62 h 256"/>
              <a:gd name="T2" fmla="*/ 173 w 256"/>
              <a:gd name="T3" fmla="*/ 72 h 256"/>
              <a:gd name="T4" fmla="*/ 179 w 256"/>
              <a:gd name="T5" fmla="*/ 83 h 256"/>
              <a:gd name="T6" fmla="*/ 181 w 256"/>
              <a:gd name="T7" fmla="*/ 175 h 256"/>
              <a:gd name="T8" fmla="*/ 124 w 256"/>
              <a:gd name="T9" fmla="*/ 64 h 256"/>
              <a:gd name="T10" fmla="*/ 120 w 256"/>
              <a:gd name="T11" fmla="*/ 60 h 256"/>
              <a:gd name="T12" fmla="*/ 196 w 256"/>
              <a:gd name="T13" fmla="*/ 128 h 256"/>
              <a:gd name="T14" fmla="*/ 128 w 256"/>
              <a:gd name="T15" fmla="*/ 36 h 256"/>
              <a:gd name="T16" fmla="*/ 128 w 256"/>
              <a:gd name="T17" fmla="*/ 212 h 256"/>
              <a:gd name="T18" fmla="*/ 64 w 256"/>
              <a:gd name="T19" fmla="*/ 104 h 256"/>
              <a:gd name="T20" fmla="*/ 66 w 256"/>
              <a:gd name="T21" fmla="*/ 91 h 256"/>
              <a:gd name="T22" fmla="*/ 187 w 256"/>
              <a:gd name="T23" fmla="*/ 102 h 256"/>
              <a:gd name="T24" fmla="*/ 185 w 256"/>
              <a:gd name="T25" fmla="*/ 90 h 256"/>
              <a:gd name="T26" fmla="*/ 193 w 256"/>
              <a:gd name="T27" fmla="*/ 153 h 256"/>
              <a:gd name="T28" fmla="*/ 130 w 256"/>
              <a:gd name="T29" fmla="*/ 120 h 256"/>
              <a:gd name="T30" fmla="*/ 136 w 256"/>
              <a:gd name="T31" fmla="*/ 126 h 256"/>
              <a:gd name="T32" fmla="*/ 64 w 256"/>
              <a:gd name="T33" fmla="*/ 125 h 256"/>
              <a:gd name="T34" fmla="*/ 60 w 256"/>
              <a:gd name="T35" fmla="*/ 128 h 256"/>
              <a:gd name="T36" fmla="*/ 100 w 256"/>
              <a:gd name="T37" fmla="*/ 70 h 256"/>
              <a:gd name="T38" fmla="*/ 244 w 256"/>
              <a:gd name="T39" fmla="*/ 100 h 256"/>
              <a:gd name="T40" fmla="*/ 230 w 256"/>
              <a:gd name="T41" fmla="*/ 66 h 256"/>
              <a:gd name="T42" fmla="*/ 182 w 256"/>
              <a:gd name="T43" fmla="*/ 31 h 256"/>
              <a:gd name="T44" fmla="*/ 112 w 256"/>
              <a:gd name="T45" fmla="*/ 0 h 256"/>
              <a:gd name="T46" fmla="*/ 70 w 256"/>
              <a:gd name="T47" fmla="*/ 30 h 256"/>
              <a:gd name="T48" fmla="*/ 30 w 256"/>
              <a:gd name="T49" fmla="*/ 70 h 256"/>
              <a:gd name="T50" fmla="*/ 0 w 256"/>
              <a:gd name="T51" fmla="*/ 112 h 256"/>
              <a:gd name="T52" fmla="*/ 31 w 256"/>
              <a:gd name="T53" fmla="*/ 182 h 256"/>
              <a:gd name="T54" fmla="*/ 66 w 256"/>
              <a:gd name="T55" fmla="*/ 230 h 256"/>
              <a:gd name="T56" fmla="*/ 100 w 256"/>
              <a:gd name="T57" fmla="*/ 244 h 256"/>
              <a:gd name="T58" fmla="*/ 158 w 256"/>
              <a:gd name="T59" fmla="*/ 235 h 256"/>
              <a:gd name="T60" fmla="*/ 230 w 256"/>
              <a:gd name="T61" fmla="*/ 207 h 256"/>
              <a:gd name="T62" fmla="*/ 238 w 256"/>
              <a:gd name="T63" fmla="*/ 156 h 256"/>
              <a:gd name="T64" fmla="*/ 248 w 256"/>
              <a:gd name="T65" fmla="*/ 144 h 256"/>
              <a:gd name="T66" fmla="*/ 220 w 256"/>
              <a:gd name="T67" fmla="*/ 192 h 256"/>
              <a:gd name="T68" fmla="*/ 192 w 256"/>
              <a:gd name="T69" fmla="*/ 220 h 256"/>
              <a:gd name="T70" fmla="*/ 144 w 256"/>
              <a:gd name="T71" fmla="*/ 248 h 256"/>
              <a:gd name="T72" fmla="*/ 77 w 256"/>
              <a:gd name="T73" fmla="*/ 218 h 256"/>
              <a:gd name="T74" fmla="*/ 32 w 256"/>
              <a:gd name="T75" fmla="*/ 202 h 256"/>
              <a:gd name="T76" fmla="*/ 29 w 256"/>
              <a:gd name="T77" fmla="*/ 155 h 256"/>
              <a:gd name="T78" fmla="*/ 12 w 256"/>
              <a:gd name="T79" fmla="*/ 108 h 256"/>
              <a:gd name="T80" fmla="*/ 32 w 256"/>
              <a:gd name="T81" fmla="*/ 60 h 256"/>
              <a:gd name="T82" fmla="*/ 64 w 256"/>
              <a:gd name="T83" fmla="*/ 36 h 256"/>
              <a:gd name="T84" fmla="*/ 112 w 256"/>
              <a:gd name="T85" fmla="*/ 8 h 256"/>
              <a:gd name="T86" fmla="*/ 179 w 256"/>
              <a:gd name="T87" fmla="*/ 38 h 256"/>
              <a:gd name="T88" fmla="*/ 224 w 256"/>
              <a:gd name="T89" fmla="*/ 60 h 256"/>
              <a:gd name="T90" fmla="*/ 244 w 256"/>
              <a:gd name="T91" fmla="*/ 108 h 256"/>
              <a:gd name="T92" fmla="*/ 77 w 256"/>
              <a:gd name="T93" fmla="*/ 83 h 256"/>
              <a:gd name="T94" fmla="*/ 83 w 256"/>
              <a:gd name="T95" fmla="*/ 72 h 256"/>
              <a:gd name="T96" fmla="*/ 59 w 256"/>
              <a:gd name="T97" fmla="*/ 150 h 256"/>
              <a:gd name="T98" fmla="*/ 68 w 256"/>
              <a:gd name="T99" fmla="*/ 161 h 256"/>
              <a:gd name="T100" fmla="*/ 78 w 256"/>
              <a:gd name="T101" fmla="*/ 16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6" h="256">
                <a:moveTo>
                  <a:pt x="147" y="67"/>
                </a:moveTo>
                <a:cubicBezTo>
                  <a:pt x="155" y="70"/>
                  <a:pt x="155" y="70"/>
                  <a:pt x="155" y="70"/>
                </a:cubicBezTo>
                <a:cubicBezTo>
                  <a:pt x="155" y="70"/>
                  <a:pt x="156" y="70"/>
                  <a:pt x="156" y="70"/>
                </a:cubicBezTo>
                <a:cubicBezTo>
                  <a:pt x="158" y="70"/>
                  <a:pt x="159" y="69"/>
                  <a:pt x="160" y="67"/>
                </a:cubicBezTo>
                <a:cubicBezTo>
                  <a:pt x="161" y="65"/>
                  <a:pt x="159" y="63"/>
                  <a:pt x="157" y="62"/>
                </a:cubicBezTo>
                <a:cubicBezTo>
                  <a:pt x="150" y="59"/>
                  <a:pt x="150" y="59"/>
                  <a:pt x="150" y="59"/>
                </a:cubicBezTo>
                <a:cubicBezTo>
                  <a:pt x="148" y="59"/>
                  <a:pt x="146" y="60"/>
                  <a:pt x="145" y="62"/>
                </a:cubicBezTo>
                <a:cubicBezTo>
                  <a:pt x="144" y="64"/>
                  <a:pt x="145" y="66"/>
                  <a:pt x="147" y="67"/>
                </a:cubicBezTo>
                <a:close/>
                <a:moveTo>
                  <a:pt x="179" y="77"/>
                </a:moveTo>
                <a:cubicBezTo>
                  <a:pt x="173" y="72"/>
                  <a:pt x="173" y="72"/>
                  <a:pt x="173" y="72"/>
                </a:cubicBezTo>
                <a:cubicBezTo>
                  <a:pt x="171" y="70"/>
                  <a:pt x="169" y="70"/>
                  <a:pt x="167" y="72"/>
                </a:cubicBezTo>
                <a:cubicBezTo>
                  <a:pt x="166" y="74"/>
                  <a:pt x="166" y="76"/>
                  <a:pt x="168" y="78"/>
                </a:cubicBezTo>
                <a:cubicBezTo>
                  <a:pt x="174" y="83"/>
                  <a:pt x="174" y="83"/>
                  <a:pt x="174" y="83"/>
                </a:cubicBezTo>
                <a:cubicBezTo>
                  <a:pt x="174" y="84"/>
                  <a:pt x="175" y="84"/>
                  <a:pt x="176" y="84"/>
                </a:cubicBezTo>
                <a:cubicBezTo>
                  <a:pt x="177" y="84"/>
                  <a:pt x="179" y="84"/>
                  <a:pt x="179" y="83"/>
                </a:cubicBezTo>
                <a:cubicBezTo>
                  <a:pt x="181" y="81"/>
                  <a:pt x="181" y="78"/>
                  <a:pt x="179" y="77"/>
                </a:cubicBezTo>
                <a:close/>
                <a:moveTo>
                  <a:pt x="182" y="162"/>
                </a:moveTo>
                <a:cubicBezTo>
                  <a:pt x="178" y="168"/>
                  <a:pt x="178" y="168"/>
                  <a:pt x="178" y="168"/>
                </a:cubicBezTo>
                <a:cubicBezTo>
                  <a:pt x="177" y="170"/>
                  <a:pt x="177" y="173"/>
                  <a:pt x="179" y="174"/>
                </a:cubicBezTo>
                <a:cubicBezTo>
                  <a:pt x="179" y="174"/>
                  <a:pt x="180" y="175"/>
                  <a:pt x="181" y="175"/>
                </a:cubicBezTo>
                <a:cubicBezTo>
                  <a:pt x="182" y="175"/>
                  <a:pt x="184" y="174"/>
                  <a:pt x="184" y="173"/>
                </a:cubicBezTo>
                <a:cubicBezTo>
                  <a:pt x="189" y="166"/>
                  <a:pt x="189" y="166"/>
                  <a:pt x="189" y="166"/>
                </a:cubicBezTo>
                <a:cubicBezTo>
                  <a:pt x="190" y="165"/>
                  <a:pt x="190" y="162"/>
                  <a:pt x="188" y="161"/>
                </a:cubicBezTo>
                <a:cubicBezTo>
                  <a:pt x="186" y="160"/>
                  <a:pt x="184" y="160"/>
                  <a:pt x="182" y="162"/>
                </a:cubicBezTo>
                <a:close/>
                <a:moveTo>
                  <a:pt x="124" y="64"/>
                </a:moveTo>
                <a:cubicBezTo>
                  <a:pt x="132" y="64"/>
                  <a:pt x="132" y="64"/>
                  <a:pt x="132" y="64"/>
                </a:cubicBezTo>
                <a:cubicBezTo>
                  <a:pt x="134" y="64"/>
                  <a:pt x="136" y="62"/>
                  <a:pt x="136" y="60"/>
                </a:cubicBezTo>
                <a:cubicBezTo>
                  <a:pt x="136" y="58"/>
                  <a:pt x="134" y="56"/>
                  <a:pt x="132" y="56"/>
                </a:cubicBezTo>
                <a:cubicBezTo>
                  <a:pt x="124" y="56"/>
                  <a:pt x="124" y="56"/>
                  <a:pt x="124" y="56"/>
                </a:cubicBezTo>
                <a:cubicBezTo>
                  <a:pt x="122" y="56"/>
                  <a:pt x="120" y="58"/>
                  <a:pt x="120" y="60"/>
                </a:cubicBezTo>
                <a:cubicBezTo>
                  <a:pt x="120" y="62"/>
                  <a:pt x="122" y="64"/>
                  <a:pt x="124" y="64"/>
                </a:cubicBezTo>
                <a:close/>
                <a:moveTo>
                  <a:pt x="191" y="117"/>
                </a:moveTo>
                <a:cubicBezTo>
                  <a:pt x="192" y="125"/>
                  <a:pt x="192" y="125"/>
                  <a:pt x="192" y="125"/>
                </a:cubicBezTo>
                <a:cubicBezTo>
                  <a:pt x="192" y="127"/>
                  <a:pt x="194" y="128"/>
                  <a:pt x="196" y="128"/>
                </a:cubicBezTo>
                <a:cubicBezTo>
                  <a:pt x="196" y="128"/>
                  <a:pt x="196" y="128"/>
                  <a:pt x="196" y="128"/>
                </a:cubicBezTo>
                <a:cubicBezTo>
                  <a:pt x="199" y="128"/>
                  <a:pt x="200" y="126"/>
                  <a:pt x="200" y="124"/>
                </a:cubicBezTo>
                <a:cubicBezTo>
                  <a:pt x="199" y="116"/>
                  <a:pt x="199" y="116"/>
                  <a:pt x="199" y="116"/>
                </a:cubicBezTo>
                <a:cubicBezTo>
                  <a:pt x="199" y="114"/>
                  <a:pt x="197" y="112"/>
                  <a:pt x="195" y="112"/>
                </a:cubicBezTo>
                <a:cubicBezTo>
                  <a:pt x="192" y="113"/>
                  <a:pt x="191" y="115"/>
                  <a:pt x="191" y="117"/>
                </a:cubicBezTo>
                <a:close/>
                <a:moveTo>
                  <a:pt x="128" y="36"/>
                </a:moveTo>
                <a:cubicBezTo>
                  <a:pt x="77" y="36"/>
                  <a:pt x="36" y="77"/>
                  <a:pt x="36" y="128"/>
                </a:cubicBezTo>
                <a:cubicBezTo>
                  <a:pt x="36" y="179"/>
                  <a:pt x="77" y="220"/>
                  <a:pt x="128" y="220"/>
                </a:cubicBezTo>
                <a:cubicBezTo>
                  <a:pt x="179" y="220"/>
                  <a:pt x="220" y="179"/>
                  <a:pt x="220" y="128"/>
                </a:cubicBezTo>
                <a:cubicBezTo>
                  <a:pt x="220" y="77"/>
                  <a:pt x="179" y="36"/>
                  <a:pt x="128" y="36"/>
                </a:cubicBezTo>
                <a:close/>
                <a:moveTo>
                  <a:pt x="128" y="212"/>
                </a:moveTo>
                <a:cubicBezTo>
                  <a:pt x="82" y="212"/>
                  <a:pt x="44" y="174"/>
                  <a:pt x="44" y="128"/>
                </a:cubicBezTo>
                <a:cubicBezTo>
                  <a:pt x="44" y="82"/>
                  <a:pt x="82" y="44"/>
                  <a:pt x="128" y="44"/>
                </a:cubicBezTo>
                <a:cubicBezTo>
                  <a:pt x="174" y="44"/>
                  <a:pt x="212" y="82"/>
                  <a:pt x="212" y="128"/>
                </a:cubicBezTo>
                <a:cubicBezTo>
                  <a:pt x="212" y="174"/>
                  <a:pt x="174" y="212"/>
                  <a:pt x="128" y="212"/>
                </a:cubicBezTo>
                <a:close/>
                <a:moveTo>
                  <a:pt x="64" y="104"/>
                </a:moveTo>
                <a:cubicBezTo>
                  <a:pt x="64" y="104"/>
                  <a:pt x="65" y="104"/>
                  <a:pt x="66" y="104"/>
                </a:cubicBezTo>
                <a:cubicBezTo>
                  <a:pt x="67" y="104"/>
                  <a:pt x="69" y="104"/>
                  <a:pt x="69" y="102"/>
                </a:cubicBezTo>
                <a:cubicBezTo>
                  <a:pt x="73" y="95"/>
                  <a:pt x="73" y="95"/>
                  <a:pt x="73" y="95"/>
                </a:cubicBezTo>
                <a:cubicBezTo>
                  <a:pt x="74" y="93"/>
                  <a:pt x="73" y="91"/>
                  <a:pt x="71" y="90"/>
                </a:cubicBezTo>
                <a:cubicBezTo>
                  <a:pt x="69" y="89"/>
                  <a:pt x="67" y="89"/>
                  <a:pt x="66" y="91"/>
                </a:cubicBezTo>
                <a:cubicBezTo>
                  <a:pt x="62" y="99"/>
                  <a:pt x="62" y="99"/>
                  <a:pt x="62" y="99"/>
                </a:cubicBezTo>
                <a:cubicBezTo>
                  <a:pt x="61" y="101"/>
                  <a:pt x="62" y="103"/>
                  <a:pt x="64" y="104"/>
                </a:cubicBezTo>
                <a:close/>
                <a:moveTo>
                  <a:pt x="185" y="90"/>
                </a:moveTo>
                <a:cubicBezTo>
                  <a:pt x="183" y="91"/>
                  <a:pt x="182" y="93"/>
                  <a:pt x="183" y="95"/>
                </a:cubicBezTo>
                <a:cubicBezTo>
                  <a:pt x="187" y="102"/>
                  <a:pt x="187" y="102"/>
                  <a:pt x="187" y="102"/>
                </a:cubicBezTo>
                <a:cubicBezTo>
                  <a:pt x="187" y="104"/>
                  <a:pt x="189" y="104"/>
                  <a:pt x="190" y="104"/>
                </a:cubicBezTo>
                <a:cubicBezTo>
                  <a:pt x="191" y="104"/>
                  <a:pt x="192" y="104"/>
                  <a:pt x="192" y="104"/>
                </a:cubicBezTo>
                <a:cubicBezTo>
                  <a:pt x="194" y="103"/>
                  <a:pt x="195" y="101"/>
                  <a:pt x="194" y="99"/>
                </a:cubicBezTo>
                <a:cubicBezTo>
                  <a:pt x="190" y="91"/>
                  <a:pt x="190" y="91"/>
                  <a:pt x="190" y="91"/>
                </a:cubicBezTo>
                <a:cubicBezTo>
                  <a:pt x="189" y="89"/>
                  <a:pt x="187" y="89"/>
                  <a:pt x="185" y="90"/>
                </a:cubicBezTo>
                <a:close/>
                <a:moveTo>
                  <a:pt x="196" y="137"/>
                </a:moveTo>
                <a:cubicBezTo>
                  <a:pt x="194" y="137"/>
                  <a:pt x="192" y="138"/>
                  <a:pt x="191" y="140"/>
                </a:cubicBezTo>
                <a:cubicBezTo>
                  <a:pt x="189" y="148"/>
                  <a:pt x="189" y="148"/>
                  <a:pt x="189" y="148"/>
                </a:cubicBezTo>
                <a:cubicBezTo>
                  <a:pt x="188" y="150"/>
                  <a:pt x="190" y="152"/>
                  <a:pt x="192" y="153"/>
                </a:cubicBezTo>
                <a:cubicBezTo>
                  <a:pt x="192" y="153"/>
                  <a:pt x="192" y="153"/>
                  <a:pt x="193" y="153"/>
                </a:cubicBezTo>
                <a:cubicBezTo>
                  <a:pt x="195" y="153"/>
                  <a:pt x="196" y="152"/>
                  <a:pt x="197" y="150"/>
                </a:cubicBezTo>
                <a:cubicBezTo>
                  <a:pt x="199" y="142"/>
                  <a:pt x="199" y="142"/>
                  <a:pt x="199" y="142"/>
                </a:cubicBezTo>
                <a:cubicBezTo>
                  <a:pt x="199" y="140"/>
                  <a:pt x="198" y="138"/>
                  <a:pt x="196" y="137"/>
                </a:cubicBezTo>
                <a:close/>
                <a:moveTo>
                  <a:pt x="159" y="93"/>
                </a:moveTo>
                <a:cubicBezTo>
                  <a:pt x="130" y="120"/>
                  <a:pt x="130" y="120"/>
                  <a:pt x="130" y="120"/>
                </a:cubicBezTo>
                <a:cubicBezTo>
                  <a:pt x="129" y="120"/>
                  <a:pt x="129" y="120"/>
                  <a:pt x="128" y="120"/>
                </a:cubicBezTo>
                <a:cubicBezTo>
                  <a:pt x="124" y="120"/>
                  <a:pt x="120" y="124"/>
                  <a:pt x="120" y="128"/>
                </a:cubicBezTo>
                <a:cubicBezTo>
                  <a:pt x="120" y="132"/>
                  <a:pt x="124" y="136"/>
                  <a:pt x="128" y="136"/>
                </a:cubicBezTo>
                <a:cubicBezTo>
                  <a:pt x="132" y="136"/>
                  <a:pt x="136" y="132"/>
                  <a:pt x="136" y="128"/>
                </a:cubicBezTo>
                <a:cubicBezTo>
                  <a:pt x="136" y="127"/>
                  <a:pt x="136" y="127"/>
                  <a:pt x="136" y="126"/>
                </a:cubicBezTo>
                <a:cubicBezTo>
                  <a:pt x="164" y="99"/>
                  <a:pt x="164" y="99"/>
                  <a:pt x="164" y="99"/>
                </a:cubicBezTo>
                <a:cubicBezTo>
                  <a:pt x="166" y="97"/>
                  <a:pt x="166" y="95"/>
                  <a:pt x="164" y="93"/>
                </a:cubicBezTo>
                <a:cubicBezTo>
                  <a:pt x="163" y="92"/>
                  <a:pt x="160" y="92"/>
                  <a:pt x="159" y="93"/>
                </a:cubicBezTo>
                <a:close/>
                <a:moveTo>
                  <a:pt x="60" y="128"/>
                </a:moveTo>
                <a:cubicBezTo>
                  <a:pt x="62" y="128"/>
                  <a:pt x="64" y="127"/>
                  <a:pt x="64" y="125"/>
                </a:cubicBezTo>
                <a:cubicBezTo>
                  <a:pt x="65" y="117"/>
                  <a:pt x="65" y="117"/>
                  <a:pt x="65" y="117"/>
                </a:cubicBezTo>
                <a:cubicBezTo>
                  <a:pt x="65" y="115"/>
                  <a:pt x="64" y="113"/>
                  <a:pt x="61" y="112"/>
                </a:cubicBezTo>
                <a:cubicBezTo>
                  <a:pt x="59" y="112"/>
                  <a:pt x="57" y="114"/>
                  <a:pt x="57" y="116"/>
                </a:cubicBezTo>
                <a:cubicBezTo>
                  <a:pt x="56" y="124"/>
                  <a:pt x="56" y="124"/>
                  <a:pt x="56" y="124"/>
                </a:cubicBezTo>
                <a:cubicBezTo>
                  <a:pt x="56" y="126"/>
                  <a:pt x="57" y="128"/>
                  <a:pt x="60" y="128"/>
                </a:cubicBezTo>
                <a:cubicBezTo>
                  <a:pt x="60" y="128"/>
                  <a:pt x="60" y="128"/>
                  <a:pt x="60" y="128"/>
                </a:cubicBezTo>
                <a:close/>
                <a:moveTo>
                  <a:pt x="106" y="59"/>
                </a:moveTo>
                <a:cubicBezTo>
                  <a:pt x="99" y="62"/>
                  <a:pt x="99" y="62"/>
                  <a:pt x="99" y="62"/>
                </a:cubicBezTo>
                <a:cubicBezTo>
                  <a:pt x="97" y="63"/>
                  <a:pt x="95" y="65"/>
                  <a:pt x="96" y="67"/>
                </a:cubicBezTo>
                <a:cubicBezTo>
                  <a:pt x="97" y="69"/>
                  <a:pt x="98" y="70"/>
                  <a:pt x="100" y="70"/>
                </a:cubicBezTo>
                <a:cubicBezTo>
                  <a:pt x="100" y="70"/>
                  <a:pt x="101" y="70"/>
                  <a:pt x="101" y="70"/>
                </a:cubicBezTo>
                <a:cubicBezTo>
                  <a:pt x="109" y="67"/>
                  <a:pt x="109" y="67"/>
                  <a:pt x="109" y="67"/>
                </a:cubicBezTo>
                <a:cubicBezTo>
                  <a:pt x="111" y="66"/>
                  <a:pt x="112" y="64"/>
                  <a:pt x="111" y="62"/>
                </a:cubicBezTo>
                <a:cubicBezTo>
                  <a:pt x="110" y="60"/>
                  <a:pt x="108" y="59"/>
                  <a:pt x="106" y="59"/>
                </a:cubicBezTo>
                <a:close/>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4" y="61"/>
                  <a:pt x="234" y="53"/>
                  <a:pt x="230" y="49"/>
                </a:cubicBezTo>
                <a:cubicBezTo>
                  <a:pt x="207" y="26"/>
                  <a:pt x="207" y="26"/>
                  <a:pt x="207" y="26"/>
                </a:cubicBezTo>
                <a:cubicBezTo>
                  <a:pt x="203" y="21"/>
                  <a:pt x="195" y="21"/>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1" y="195"/>
                  <a:pt x="21" y="203"/>
                  <a:pt x="26" y="207"/>
                </a:cubicBezTo>
                <a:cubicBezTo>
                  <a:pt x="49" y="230"/>
                  <a:pt x="49" y="230"/>
                  <a:pt x="49" y="230"/>
                </a:cubicBezTo>
                <a:cubicBezTo>
                  <a:pt x="53" y="234"/>
                  <a:pt x="61" y="235"/>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82" y="225"/>
                  <a:pt x="182" y="225"/>
                  <a:pt x="182" y="225"/>
                </a:cubicBezTo>
                <a:cubicBezTo>
                  <a:pt x="183" y="224"/>
                  <a:pt x="185" y="225"/>
                  <a:pt x="186" y="226"/>
                </a:cubicBezTo>
                <a:cubicBezTo>
                  <a:pt x="190" y="230"/>
                  <a:pt x="190" y="230"/>
                  <a:pt x="190" y="230"/>
                </a:cubicBezTo>
                <a:cubicBezTo>
                  <a:pt x="195" y="234"/>
                  <a:pt x="203" y="235"/>
                  <a:pt x="207" y="230"/>
                </a:cubicBezTo>
                <a:cubicBezTo>
                  <a:pt x="230" y="207"/>
                  <a:pt x="230" y="207"/>
                  <a:pt x="230" y="207"/>
                </a:cubicBezTo>
                <a:cubicBezTo>
                  <a:pt x="234" y="203"/>
                  <a:pt x="234" y="195"/>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248" y="144"/>
                </a:moveTo>
                <a:cubicBezTo>
                  <a:pt x="248" y="146"/>
                  <a:pt x="246" y="148"/>
                  <a:pt x="244" y="148"/>
                </a:cubicBezTo>
                <a:cubicBezTo>
                  <a:pt x="238" y="148"/>
                  <a:pt x="238" y="148"/>
                  <a:pt x="238" y="148"/>
                </a:cubicBezTo>
                <a:cubicBezTo>
                  <a:pt x="233" y="148"/>
                  <a:pt x="229" y="151"/>
                  <a:pt x="227" y="155"/>
                </a:cubicBezTo>
                <a:cubicBezTo>
                  <a:pt x="218" y="179"/>
                  <a:pt x="218" y="179"/>
                  <a:pt x="218" y="179"/>
                </a:cubicBezTo>
                <a:cubicBezTo>
                  <a:pt x="216" y="183"/>
                  <a:pt x="217" y="188"/>
                  <a:pt x="220" y="192"/>
                </a:cubicBezTo>
                <a:cubicBezTo>
                  <a:pt x="224" y="196"/>
                  <a:pt x="224" y="196"/>
                  <a:pt x="224" y="196"/>
                </a:cubicBezTo>
                <a:cubicBezTo>
                  <a:pt x="226" y="197"/>
                  <a:pt x="226" y="200"/>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55" y="227"/>
                  <a:pt x="155" y="227"/>
                  <a:pt x="155" y="227"/>
                </a:cubicBezTo>
                <a:cubicBezTo>
                  <a:pt x="151" y="229"/>
                  <a:pt x="148" y="234"/>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6" y="217"/>
                  <a:pt x="74" y="217"/>
                  <a:pt x="73" y="217"/>
                </a:cubicBezTo>
                <a:cubicBezTo>
                  <a:pt x="69" y="217"/>
                  <a:pt x="66" y="218"/>
                  <a:pt x="64" y="220"/>
                </a:cubicBezTo>
                <a:cubicBezTo>
                  <a:pt x="60" y="224"/>
                  <a:pt x="60" y="224"/>
                  <a:pt x="60" y="224"/>
                </a:cubicBezTo>
                <a:cubicBezTo>
                  <a:pt x="59" y="226"/>
                  <a:pt x="56" y="226"/>
                  <a:pt x="54" y="224"/>
                </a:cubicBezTo>
                <a:cubicBezTo>
                  <a:pt x="32" y="202"/>
                  <a:pt x="32" y="202"/>
                  <a:pt x="32" y="202"/>
                </a:cubicBezTo>
                <a:cubicBezTo>
                  <a:pt x="31" y="201"/>
                  <a:pt x="31" y="200"/>
                  <a:pt x="31" y="199"/>
                </a:cubicBezTo>
                <a:cubicBezTo>
                  <a:pt x="31" y="198"/>
                  <a:pt x="31"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1" y="59"/>
                  <a:pt x="31" y="58"/>
                  <a:pt x="31" y="57"/>
                </a:cubicBezTo>
                <a:cubicBezTo>
                  <a:pt x="31" y="56"/>
                  <a:pt x="31" y="55"/>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2"/>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lnTo>
                  <a:pt x="248" y="144"/>
                </a:lnTo>
                <a:close/>
                <a:moveTo>
                  <a:pt x="83" y="72"/>
                </a:moveTo>
                <a:cubicBezTo>
                  <a:pt x="77" y="77"/>
                  <a:pt x="77" y="77"/>
                  <a:pt x="77" y="77"/>
                </a:cubicBezTo>
                <a:cubicBezTo>
                  <a:pt x="75" y="78"/>
                  <a:pt x="75" y="81"/>
                  <a:pt x="77" y="83"/>
                </a:cubicBezTo>
                <a:cubicBezTo>
                  <a:pt x="77" y="84"/>
                  <a:pt x="79" y="84"/>
                  <a:pt x="80" y="84"/>
                </a:cubicBezTo>
                <a:cubicBezTo>
                  <a:pt x="81" y="84"/>
                  <a:pt x="82" y="84"/>
                  <a:pt x="82" y="83"/>
                </a:cubicBezTo>
                <a:cubicBezTo>
                  <a:pt x="88" y="78"/>
                  <a:pt x="88" y="78"/>
                  <a:pt x="88" y="78"/>
                </a:cubicBezTo>
                <a:cubicBezTo>
                  <a:pt x="90" y="76"/>
                  <a:pt x="90" y="74"/>
                  <a:pt x="89" y="72"/>
                </a:cubicBezTo>
                <a:cubicBezTo>
                  <a:pt x="87" y="70"/>
                  <a:pt x="85" y="70"/>
                  <a:pt x="83" y="72"/>
                </a:cubicBezTo>
                <a:close/>
                <a:moveTo>
                  <a:pt x="67" y="148"/>
                </a:moveTo>
                <a:cubicBezTo>
                  <a:pt x="65" y="140"/>
                  <a:pt x="65" y="140"/>
                  <a:pt x="65" y="140"/>
                </a:cubicBezTo>
                <a:cubicBezTo>
                  <a:pt x="64" y="138"/>
                  <a:pt x="62" y="137"/>
                  <a:pt x="60" y="137"/>
                </a:cubicBezTo>
                <a:cubicBezTo>
                  <a:pt x="58" y="138"/>
                  <a:pt x="57" y="140"/>
                  <a:pt x="57" y="142"/>
                </a:cubicBezTo>
                <a:cubicBezTo>
                  <a:pt x="59" y="150"/>
                  <a:pt x="59" y="150"/>
                  <a:pt x="59" y="150"/>
                </a:cubicBezTo>
                <a:cubicBezTo>
                  <a:pt x="60" y="152"/>
                  <a:pt x="61" y="153"/>
                  <a:pt x="63" y="153"/>
                </a:cubicBezTo>
                <a:cubicBezTo>
                  <a:pt x="64" y="153"/>
                  <a:pt x="64" y="153"/>
                  <a:pt x="64" y="153"/>
                </a:cubicBezTo>
                <a:cubicBezTo>
                  <a:pt x="66" y="152"/>
                  <a:pt x="68" y="150"/>
                  <a:pt x="67" y="148"/>
                </a:cubicBezTo>
                <a:close/>
                <a:moveTo>
                  <a:pt x="74" y="162"/>
                </a:moveTo>
                <a:cubicBezTo>
                  <a:pt x="72" y="160"/>
                  <a:pt x="70" y="160"/>
                  <a:pt x="68" y="161"/>
                </a:cubicBezTo>
                <a:cubicBezTo>
                  <a:pt x="66" y="162"/>
                  <a:pt x="66" y="165"/>
                  <a:pt x="67" y="166"/>
                </a:cubicBezTo>
                <a:cubicBezTo>
                  <a:pt x="72" y="173"/>
                  <a:pt x="72" y="173"/>
                  <a:pt x="72" y="173"/>
                </a:cubicBezTo>
                <a:cubicBezTo>
                  <a:pt x="72" y="174"/>
                  <a:pt x="74" y="175"/>
                  <a:pt x="75" y="175"/>
                </a:cubicBezTo>
                <a:cubicBezTo>
                  <a:pt x="76" y="175"/>
                  <a:pt x="77" y="174"/>
                  <a:pt x="77" y="174"/>
                </a:cubicBezTo>
                <a:cubicBezTo>
                  <a:pt x="79" y="173"/>
                  <a:pt x="79" y="170"/>
                  <a:pt x="78" y="168"/>
                </a:cubicBezTo>
                <a:lnTo>
                  <a:pt x="74" y="16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34" name="Freeform 41">
            <a:extLst>
              <a:ext uri="{FF2B5EF4-FFF2-40B4-BE49-F238E27FC236}">
                <a16:creationId xmlns:a16="http://schemas.microsoft.com/office/drawing/2014/main" id="{D82FDBE5-E558-4CE2-8510-95CE7B26CEB7}"/>
              </a:ext>
            </a:extLst>
          </p:cNvPr>
          <p:cNvSpPr>
            <a:spLocks noChangeAspect="1" noEditPoints="1"/>
          </p:cNvSpPr>
          <p:nvPr/>
        </p:nvSpPr>
        <p:spPr bwMode="auto">
          <a:xfrm>
            <a:off x="2508380" y="1463237"/>
            <a:ext cx="400050" cy="400050"/>
          </a:xfrm>
          <a:custGeom>
            <a:avLst/>
            <a:gdLst>
              <a:gd name="T0" fmla="*/ 140 w 256"/>
              <a:gd name="T1" fmla="*/ 192 h 256"/>
              <a:gd name="T2" fmla="*/ 172 w 256"/>
              <a:gd name="T3" fmla="*/ 168 h 256"/>
              <a:gd name="T4" fmla="*/ 152 w 256"/>
              <a:gd name="T5" fmla="*/ 196 h 256"/>
              <a:gd name="T6" fmla="*/ 160 w 256"/>
              <a:gd name="T7" fmla="*/ 164 h 256"/>
              <a:gd name="T8" fmla="*/ 108 w 256"/>
              <a:gd name="T9" fmla="*/ 176 h 256"/>
              <a:gd name="T10" fmla="*/ 97 w 256"/>
              <a:gd name="T11" fmla="*/ 156 h 256"/>
              <a:gd name="T12" fmla="*/ 88 w 256"/>
              <a:gd name="T13" fmla="*/ 192 h 256"/>
              <a:gd name="T14" fmla="*/ 116 w 256"/>
              <a:gd name="T15" fmla="*/ 200 h 256"/>
              <a:gd name="T16" fmla="*/ 132 w 256"/>
              <a:gd name="T17" fmla="*/ 200 h 256"/>
              <a:gd name="T18" fmla="*/ 244 w 256"/>
              <a:gd name="T19" fmla="*/ 100 h 256"/>
              <a:gd name="T20" fmla="*/ 226 w 256"/>
              <a:gd name="T21" fmla="*/ 70 h 256"/>
              <a:gd name="T22" fmla="*/ 190 w 256"/>
              <a:gd name="T23" fmla="*/ 26 h 256"/>
              <a:gd name="T24" fmla="*/ 156 w 256"/>
              <a:gd name="T25" fmla="*/ 18 h 256"/>
              <a:gd name="T26" fmla="*/ 100 w 256"/>
              <a:gd name="T27" fmla="*/ 12 h 256"/>
              <a:gd name="T28" fmla="*/ 70 w 256"/>
              <a:gd name="T29" fmla="*/ 30 h 256"/>
              <a:gd name="T30" fmla="*/ 26 w 256"/>
              <a:gd name="T31" fmla="*/ 66 h 256"/>
              <a:gd name="T32" fmla="*/ 18 w 256"/>
              <a:gd name="T33" fmla="*/ 100 h 256"/>
              <a:gd name="T34" fmla="*/ 12 w 256"/>
              <a:gd name="T35" fmla="*/ 156 h 256"/>
              <a:gd name="T36" fmla="*/ 30 w 256"/>
              <a:gd name="T37" fmla="*/ 186 h 256"/>
              <a:gd name="T38" fmla="*/ 66 w 256"/>
              <a:gd name="T39" fmla="*/ 230 h 256"/>
              <a:gd name="T40" fmla="*/ 100 w 256"/>
              <a:gd name="T41" fmla="*/ 238 h 256"/>
              <a:gd name="T42" fmla="*/ 156 w 256"/>
              <a:gd name="T43" fmla="*/ 244 h 256"/>
              <a:gd name="T44" fmla="*/ 186 w 256"/>
              <a:gd name="T45" fmla="*/ 226 h 256"/>
              <a:gd name="T46" fmla="*/ 230 w 256"/>
              <a:gd name="T47" fmla="*/ 190 h 256"/>
              <a:gd name="T48" fmla="*/ 238 w 256"/>
              <a:gd name="T49" fmla="*/ 156 h 256"/>
              <a:gd name="T50" fmla="*/ 244 w 256"/>
              <a:gd name="T51" fmla="*/ 100 h 256"/>
              <a:gd name="T52" fmla="*/ 227 w 256"/>
              <a:gd name="T53" fmla="*/ 155 h 256"/>
              <a:gd name="T54" fmla="*/ 224 w 256"/>
              <a:gd name="T55" fmla="*/ 202 h 256"/>
              <a:gd name="T56" fmla="*/ 179 w 256"/>
              <a:gd name="T57" fmla="*/ 218 h 256"/>
              <a:gd name="T58" fmla="*/ 144 w 256"/>
              <a:gd name="T59" fmla="*/ 248 h 256"/>
              <a:gd name="T60" fmla="*/ 101 w 256"/>
              <a:gd name="T61" fmla="*/ 227 h 256"/>
              <a:gd name="T62" fmla="*/ 60 w 256"/>
              <a:gd name="T63" fmla="*/ 224 h 256"/>
              <a:gd name="T64" fmla="*/ 32 w 256"/>
              <a:gd name="T65" fmla="*/ 196 h 256"/>
              <a:gd name="T66" fmla="*/ 18 w 256"/>
              <a:gd name="T67" fmla="*/ 148 h 256"/>
              <a:gd name="T68" fmla="*/ 12 w 256"/>
              <a:gd name="T69" fmla="*/ 108 h 256"/>
              <a:gd name="T70" fmla="*/ 36 w 256"/>
              <a:gd name="T71" fmla="*/ 64 h 256"/>
              <a:gd name="T72" fmla="*/ 54 w 256"/>
              <a:gd name="T73" fmla="*/ 32 h 256"/>
              <a:gd name="T74" fmla="*/ 101 w 256"/>
              <a:gd name="T75" fmla="*/ 29 h 256"/>
              <a:gd name="T76" fmla="*/ 144 w 256"/>
              <a:gd name="T77" fmla="*/ 8 h 256"/>
              <a:gd name="T78" fmla="*/ 179 w 256"/>
              <a:gd name="T79" fmla="*/ 38 h 256"/>
              <a:gd name="T80" fmla="*/ 224 w 256"/>
              <a:gd name="T81" fmla="*/ 54 h 256"/>
              <a:gd name="T82" fmla="*/ 227 w 256"/>
              <a:gd name="T83" fmla="*/ 101 h 256"/>
              <a:gd name="T84" fmla="*/ 248 w 256"/>
              <a:gd name="T85" fmla="*/ 144 h 256"/>
              <a:gd name="T86" fmla="*/ 128 w 256"/>
              <a:gd name="T87" fmla="*/ 48 h 256"/>
              <a:gd name="T88" fmla="*/ 128 w 256"/>
              <a:gd name="T89" fmla="*/ 56 h 256"/>
              <a:gd name="T90" fmla="*/ 59 w 256"/>
              <a:gd name="T91" fmla="*/ 109 h 256"/>
              <a:gd name="T92" fmla="*/ 66 w 256"/>
              <a:gd name="T93" fmla="*/ 179 h 256"/>
              <a:gd name="T94" fmla="*/ 56 w 256"/>
              <a:gd name="T95" fmla="*/ 128 h 256"/>
              <a:gd name="T96" fmla="*/ 184 w 256"/>
              <a:gd name="T97" fmla="*/ 173 h 256"/>
              <a:gd name="T98" fmla="*/ 208 w 256"/>
              <a:gd name="T99" fmla="*/ 128 h 256"/>
              <a:gd name="T100" fmla="*/ 112 w 256"/>
              <a:gd name="T101" fmla="*/ 124 h 256"/>
              <a:gd name="T102" fmla="*/ 128 w 256"/>
              <a:gd name="T103" fmla="*/ 132 h 256"/>
              <a:gd name="T104" fmla="*/ 128 w 256"/>
              <a:gd name="T105" fmla="*/ 132 h 256"/>
              <a:gd name="T106" fmla="*/ 88 w 256"/>
              <a:gd name="T107" fmla="*/ 98 h 256"/>
              <a:gd name="T108" fmla="*/ 174 w 256"/>
              <a:gd name="T109" fmla="*/ 100 h 256"/>
              <a:gd name="T110" fmla="*/ 102 w 256"/>
              <a:gd name="T111" fmla="*/ 112 h 256"/>
              <a:gd name="T112" fmla="*/ 159 w 256"/>
              <a:gd name="T113" fmla="*/ 114 h 256"/>
              <a:gd name="T114" fmla="*/ 97 w 256"/>
              <a:gd name="T115" fmla="*/ 11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256">
                <a:moveTo>
                  <a:pt x="160" y="156"/>
                </a:moveTo>
                <a:cubicBezTo>
                  <a:pt x="152" y="156"/>
                  <a:pt x="152" y="156"/>
                  <a:pt x="152" y="156"/>
                </a:cubicBezTo>
                <a:cubicBezTo>
                  <a:pt x="145" y="156"/>
                  <a:pt x="140" y="161"/>
                  <a:pt x="140" y="168"/>
                </a:cubicBezTo>
                <a:cubicBezTo>
                  <a:pt x="140" y="192"/>
                  <a:pt x="140" y="192"/>
                  <a:pt x="140" y="192"/>
                </a:cubicBezTo>
                <a:cubicBezTo>
                  <a:pt x="140" y="199"/>
                  <a:pt x="145" y="204"/>
                  <a:pt x="152" y="204"/>
                </a:cubicBezTo>
                <a:cubicBezTo>
                  <a:pt x="160" y="204"/>
                  <a:pt x="160" y="204"/>
                  <a:pt x="160" y="204"/>
                </a:cubicBezTo>
                <a:cubicBezTo>
                  <a:pt x="167" y="204"/>
                  <a:pt x="172" y="199"/>
                  <a:pt x="172" y="192"/>
                </a:cubicBezTo>
                <a:cubicBezTo>
                  <a:pt x="172" y="168"/>
                  <a:pt x="172" y="168"/>
                  <a:pt x="172" y="168"/>
                </a:cubicBezTo>
                <a:cubicBezTo>
                  <a:pt x="172" y="161"/>
                  <a:pt x="167" y="156"/>
                  <a:pt x="160" y="156"/>
                </a:cubicBezTo>
                <a:close/>
                <a:moveTo>
                  <a:pt x="164" y="192"/>
                </a:moveTo>
                <a:cubicBezTo>
                  <a:pt x="164" y="194"/>
                  <a:pt x="162" y="196"/>
                  <a:pt x="160" y="196"/>
                </a:cubicBezTo>
                <a:cubicBezTo>
                  <a:pt x="152" y="196"/>
                  <a:pt x="152" y="196"/>
                  <a:pt x="152" y="196"/>
                </a:cubicBezTo>
                <a:cubicBezTo>
                  <a:pt x="150" y="196"/>
                  <a:pt x="148" y="194"/>
                  <a:pt x="148" y="192"/>
                </a:cubicBezTo>
                <a:cubicBezTo>
                  <a:pt x="148" y="168"/>
                  <a:pt x="148" y="168"/>
                  <a:pt x="148" y="168"/>
                </a:cubicBezTo>
                <a:cubicBezTo>
                  <a:pt x="148" y="166"/>
                  <a:pt x="150" y="164"/>
                  <a:pt x="152" y="164"/>
                </a:cubicBezTo>
                <a:cubicBezTo>
                  <a:pt x="160" y="164"/>
                  <a:pt x="160" y="164"/>
                  <a:pt x="160" y="164"/>
                </a:cubicBezTo>
                <a:cubicBezTo>
                  <a:pt x="162" y="164"/>
                  <a:pt x="164" y="166"/>
                  <a:pt x="164" y="168"/>
                </a:cubicBezTo>
                <a:lnTo>
                  <a:pt x="164" y="192"/>
                </a:lnTo>
                <a:close/>
                <a:moveTo>
                  <a:pt x="112" y="172"/>
                </a:moveTo>
                <a:cubicBezTo>
                  <a:pt x="110" y="172"/>
                  <a:pt x="108" y="174"/>
                  <a:pt x="108" y="176"/>
                </a:cubicBezTo>
                <a:cubicBezTo>
                  <a:pt x="108" y="184"/>
                  <a:pt x="108" y="184"/>
                  <a:pt x="108" y="184"/>
                </a:cubicBezTo>
                <a:cubicBezTo>
                  <a:pt x="93" y="184"/>
                  <a:pt x="93" y="184"/>
                  <a:pt x="93" y="184"/>
                </a:cubicBezTo>
                <a:cubicBezTo>
                  <a:pt x="100" y="161"/>
                  <a:pt x="100" y="161"/>
                  <a:pt x="100" y="161"/>
                </a:cubicBezTo>
                <a:cubicBezTo>
                  <a:pt x="100" y="159"/>
                  <a:pt x="99" y="157"/>
                  <a:pt x="97" y="156"/>
                </a:cubicBezTo>
                <a:cubicBezTo>
                  <a:pt x="95" y="156"/>
                  <a:pt x="93" y="157"/>
                  <a:pt x="92" y="159"/>
                </a:cubicBezTo>
                <a:cubicBezTo>
                  <a:pt x="84" y="187"/>
                  <a:pt x="84" y="187"/>
                  <a:pt x="84" y="187"/>
                </a:cubicBezTo>
                <a:cubicBezTo>
                  <a:pt x="84" y="188"/>
                  <a:pt x="84" y="189"/>
                  <a:pt x="85" y="190"/>
                </a:cubicBezTo>
                <a:cubicBezTo>
                  <a:pt x="86" y="191"/>
                  <a:pt x="87" y="192"/>
                  <a:pt x="88" y="192"/>
                </a:cubicBezTo>
                <a:cubicBezTo>
                  <a:pt x="108" y="192"/>
                  <a:pt x="108" y="192"/>
                  <a:pt x="108" y="192"/>
                </a:cubicBezTo>
                <a:cubicBezTo>
                  <a:pt x="108" y="200"/>
                  <a:pt x="108" y="200"/>
                  <a:pt x="108" y="200"/>
                </a:cubicBezTo>
                <a:cubicBezTo>
                  <a:pt x="108" y="202"/>
                  <a:pt x="110" y="204"/>
                  <a:pt x="112" y="204"/>
                </a:cubicBezTo>
                <a:cubicBezTo>
                  <a:pt x="114" y="204"/>
                  <a:pt x="116" y="202"/>
                  <a:pt x="116" y="200"/>
                </a:cubicBezTo>
                <a:cubicBezTo>
                  <a:pt x="116" y="176"/>
                  <a:pt x="116" y="176"/>
                  <a:pt x="116" y="176"/>
                </a:cubicBezTo>
                <a:cubicBezTo>
                  <a:pt x="116" y="174"/>
                  <a:pt x="114" y="172"/>
                  <a:pt x="112" y="172"/>
                </a:cubicBezTo>
                <a:close/>
                <a:moveTo>
                  <a:pt x="124" y="200"/>
                </a:moveTo>
                <a:cubicBezTo>
                  <a:pt x="132" y="200"/>
                  <a:pt x="132" y="200"/>
                  <a:pt x="132" y="200"/>
                </a:cubicBezTo>
                <a:cubicBezTo>
                  <a:pt x="132" y="192"/>
                  <a:pt x="132" y="192"/>
                  <a:pt x="132" y="192"/>
                </a:cubicBezTo>
                <a:cubicBezTo>
                  <a:pt x="124" y="192"/>
                  <a:pt x="124" y="192"/>
                  <a:pt x="124" y="192"/>
                </a:cubicBezTo>
                <a:lnTo>
                  <a:pt x="124" y="200"/>
                </a:lnTo>
                <a:close/>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4" y="61"/>
                  <a:pt x="234" y="53"/>
                  <a:pt x="230" y="49"/>
                </a:cubicBezTo>
                <a:cubicBezTo>
                  <a:pt x="207" y="26"/>
                  <a:pt x="207" y="26"/>
                  <a:pt x="207" y="26"/>
                </a:cubicBezTo>
                <a:cubicBezTo>
                  <a:pt x="203" y="21"/>
                  <a:pt x="195" y="21"/>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1" y="195"/>
                  <a:pt x="21" y="203"/>
                  <a:pt x="26" y="207"/>
                </a:cubicBezTo>
                <a:cubicBezTo>
                  <a:pt x="49" y="230"/>
                  <a:pt x="49" y="230"/>
                  <a:pt x="49" y="230"/>
                </a:cubicBezTo>
                <a:cubicBezTo>
                  <a:pt x="53" y="234"/>
                  <a:pt x="61" y="235"/>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82" y="225"/>
                  <a:pt x="182" y="225"/>
                  <a:pt x="182" y="225"/>
                </a:cubicBezTo>
                <a:cubicBezTo>
                  <a:pt x="183" y="224"/>
                  <a:pt x="185" y="225"/>
                  <a:pt x="186" y="226"/>
                </a:cubicBezTo>
                <a:cubicBezTo>
                  <a:pt x="190" y="230"/>
                  <a:pt x="190" y="230"/>
                  <a:pt x="190" y="230"/>
                </a:cubicBezTo>
                <a:cubicBezTo>
                  <a:pt x="195" y="234"/>
                  <a:pt x="203" y="235"/>
                  <a:pt x="207" y="230"/>
                </a:cubicBezTo>
                <a:cubicBezTo>
                  <a:pt x="230" y="207"/>
                  <a:pt x="230" y="207"/>
                  <a:pt x="230" y="207"/>
                </a:cubicBezTo>
                <a:cubicBezTo>
                  <a:pt x="234" y="203"/>
                  <a:pt x="234" y="195"/>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248" y="144"/>
                </a:moveTo>
                <a:cubicBezTo>
                  <a:pt x="248" y="146"/>
                  <a:pt x="246" y="148"/>
                  <a:pt x="244" y="148"/>
                </a:cubicBezTo>
                <a:cubicBezTo>
                  <a:pt x="238" y="148"/>
                  <a:pt x="238" y="148"/>
                  <a:pt x="238" y="148"/>
                </a:cubicBezTo>
                <a:cubicBezTo>
                  <a:pt x="233" y="148"/>
                  <a:pt x="229" y="151"/>
                  <a:pt x="227" y="155"/>
                </a:cubicBezTo>
                <a:cubicBezTo>
                  <a:pt x="218" y="179"/>
                  <a:pt x="218" y="179"/>
                  <a:pt x="218" y="179"/>
                </a:cubicBezTo>
                <a:cubicBezTo>
                  <a:pt x="216" y="183"/>
                  <a:pt x="217" y="188"/>
                  <a:pt x="220" y="192"/>
                </a:cubicBezTo>
                <a:cubicBezTo>
                  <a:pt x="224" y="196"/>
                  <a:pt x="224" y="196"/>
                  <a:pt x="224" y="196"/>
                </a:cubicBezTo>
                <a:cubicBezTo>
                  <a:pt x="226" y="197"/>
                  <a:pt x="226" y="200"/>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55" y="227"/>
                  <a:pt x="155" y="227"/>
                  <a:pt x="155" y="227"/>
                </a:cubicBezTo>
                <a:cubicBezTo>
                  <a:pt x="151" y="229"/>
                  <a:pt x="148" y="234"/>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6" y="217"/>
                  <a:pt x="74" y="217"/>
                  <a:pt x="73" y="217"/>
                </a:cubicBezTo>
                <a:cubicBezTo>
                  <a:pt x="69" y="217"/>
                  <a:pt x="66" y="218"/>
                  <a:pt x="64" y="220"/>
                </a:cubicBezTo>
                <a:cubicBezTo>
                  <a:pt x="60" y="224"/>
                  <a:pt x="60" y="224"/>
                  <a:pt x="60" y="224"/>
                </a:cubicBezTo>
                <a:cubicBezTo>
                  <a:pt x="59" y="226"/>
                  <a:pt x="56" y="226"/>
                  <a:pt x="54" y="224"/>
                </a:cubicBezTo>
                <a:cubicBezTo>
                  <a:pt x="32" y="202"/>
                  <a:pt x="32" y="202"/>
                  <a:pt x="32" y="202"/>
                </a:cubicBezTo>
                <a:cubicBezTo>
                  <a:pt x="31" y="201"/>
                  <a:pt x="31" y="200"/>
                  <a:pt x="31" y="199"/>
                </a:cubicBezTo>
                <a:cubicBezTo>
                  <a:pt x="31" y="198"/>
                  <a:pt x="31"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1" y="59"/>
                  <a:pt x="31" y="58"/>
                  <a:pt x="31" y="57"/>
                </a:cubicBezTo>
                <a:cubicBezTo>
                  <a:pt x="31" y="56"/>
                  <a:pt x="31" y="55"/>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2"/>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lnTo>
                  <a:pt x="248" y="144"/>
                </a:lnTo>
                <a:close/>
                <a:moveTo>
                  <a:pt x="187" y="85"/>
                </a:moveTo>
                <a:cubicBezTo>
                  <a:pt x="188" y="85"/>
                  <a:pt x="189" y="84"/>
                  <a:pt x="190" y="84"/>
                </a:cubicBezTo>
                <a:cubicBezTo>
                  <a:pt x="192" y="82"/>
                  <a:pt x="192" y="80"/>
                  <a:pt x="190" y="78"/>
                </a:cubicBezTo>
                <a:cubicBezTo>
                  <a:pt x="175" y="59"/>
                  <a:pt x="152" y="48"/>
                  <a:pt x="128" y="48"/>
                </a:cubicBezTo>
                <a:cubicBezTo>
                  <a:pt x="104" y="48"/>
                  <a:pt x="81" y="59"/>
                  <a:pt x="66" y="78"/>
                </a:cubicBezTo>
                <a:cubicBezTo>
                  <a:pt x="64" y="80"/>
                  <a:pt x="64" y="82"/>
                  <a:pt x="66" y="84"/>
                </a:cubicBezTo>
                <a:cubicBezTo>
                  <a:pt x="68" y="85"/>
                  <a:pt x="70" y="85"/>
                  <a:pt x="72" y="83"/>
                </a:cubicBezTo>
                <a:cubicBezTo>
                  <a:pt x="86" y="66"/>
                  <a:pt x="106" y="56"/>
                  <a:pt x="128" y="56"/>
                </a:cubicBezTo>
                <a:cubicBezTo>
                  <a:pt x="150" y="56"/>
                  <a:pt x="170" y="66"/>
                  <a:pt x="184" y="83"/>
                </a:cubicBezTo>
                <a:cubicBezTo>
                  <a:pt x="185" y="84"/>
                  <a:pt x="186" y="85"/>
                  <a:pt x="187" y="85"/>
                </a:cubicBezTo>
                <a:close/>
                <a:moveTo>
                  <a:pt x="56" y="128"/>
                </a:moveTo>
                <a:cubicBezTo>
                  <a:pt x="56" y="122"/>
                  <a:pt x="57" y="115"/>
                  <a:pt x="59" y="109"/>
                </a:cubicBezTo>
                <a:cubicBezTo>
                  <a:pt x="59" y="107"/>
                  <a:pt x="58" y="105"/>
                  <a:pt x="56" y="104"/>
                </a:cubicBezTo>
                <a:cubicBezTo>
                  <a:pt x="54" y="104"/>
                  <a:pt x="51" y="105"/>
                  <a:pt x="51" y="107"/>
                </a:cubicBezTo>
                <a:cubicBezTo>
                  <a:pt x="49" y="114"/>
                  <a:pt x="48" y="121"/>
                  <a:pt x="48" y="128"/>
                </a:cubicBezTo>
                <a:cubicBezTo>
                  <a:pt x="48" y="146"/>
                  <a:pt x="54" y="164"/>
                  <a:pt x="66" y="179"/>
                </a:cubicBezTo>
                <a:cubicBezTo>
                  <a:pt x="67" y="180"/>
                  <a:pt x="68" y="180"/>
                  <a:pt x="69" y="180"/>
                </a:cubicBezTo>
                <a:cubicBezTo>
                  <a:pt x="70" y="180"/>
                  <a:pt x="71" y="180"/>
                  <a:pt x="72" y="179"/>
                </a:cubicBezTo>
                <a:cubicBezTo>
                  <a:pt x="73" y="178"/>
                  <a:pt x="74" y="175"/>
                  <a:pt x="72" y="173"/>
                </a:cubicBezTo>
                <a:cubicBezTo>
                  <a:pt x="62" y="161"/>
                  <a:pt x="56" y="145"/>
                  <a:pt x="56" y="128"/>
                </a:cubicBezTo>
                <a:close/>
                <a:moveTo>
                  <a:pt x="200" y="104"/>
                </a:moveTo>
                <a:cubicBezTo>
                  <a:pt x="198" y="105"/>
                  <a:pt x="197" y="107"/>
                  <a:pt x="197" y="109"/>
                </a:cubicBezTo>
                <a:cubicBezTo>
                  <a:pt x="199" y="115"/>
                  <a:pt x="200" y="122"/>
                  <a:pt x="200" y="128"/>
                </a:cubicBezTo>
                <a:cubicBezTo>
                  <a:pt x="200" y="145"/>
                  <a:pt x="194" y="161"/>
                  <a:pt x="184" y="173"/>
                </a:cubicBezTo>
                <a:cubicBezTo>
                  <a:pt x="182" y="175"/>
                  <a:pt x="183" y="178"/>
                  <a:pt x="184" y="179"/>
                </a:cubicBezTo>
                <a:cubicBezTo>
                  <a:pt x="185" y="180"/>
                  <a:pt x="186" y="180"/>
                  <a:pt x="187" y="180"/>
                </a:cubicBezTo>
                <a:cubicBezTo>
                  <a:pt x="188" y="180"/>
                  <a:pt x="189" y="179"/>
                  <a:pt x="190" y="179"/>
                </a:cubicBezTo>
                <a:cubicBezTo>
                  <a:pt x="202" y="164"/>
                  <a:pt x="208" y="146"/>
                  <a:pt x="208" y="128"/>
                </a:cubicBezTo>
                <a:cubicBezTo>
                  <a:pt x="208" y="121"/>
                  <a:pt x="207" y="114"/>
                  <a:pt x="205" y="107"/>
                </a:cubicBezTo>
                <a:cubicBezTo>
                  <a:pt x="205" y="105"/>
                  <a:pt x="202" y="104"/>
                  <a:pt x="200" y="104"/>
                </a:cubicBezTo>
                <a:close/>
                <a:moveTo>
                  <a:pt x="128" y="108"/>
                </a:moveTo>
                <a:cubicBezTo>
                  <a:pt x="119" y="108"/>
                  <a:pt x="112" y="115"/>
                  <a:pt x="112" y="124"/>
                </a:cubicBezTo>
                <a:cubicBezTo>
                  <a:pt x="112" y="133"/>
                  <a:pt x="119" y="140"/>
                  <a:pt x="128" y="140"/>
                </a:cubicBezTo>
                <a:cubicBezTo>
                  <a:pt x="137" y="140"/>
                  <a:pt x="144" y="133"/>
                  <a:pt x="144" y="124"/>
                </a:cubicBezTo>
                <a:cubicBezTo>
                  <a:pt x="144" y="115"/>
                  <a:pt x="137" y="108"/>
                  <a:pt x="128" y="108"/>
                </a:cubicBezTo>
                <a:close/>
                <a:moveTo>
                  <a:pt x="128" y="132"/>
                </a:moveTo>
                <a:cubicBezTo>
                  <a:pt x="124" y="132"/>
                  <a:pt x="120" y="128"/>
                  <a:pt x="120" y="124"/>
                </a:cubicBezTo>
                <a:cubicBezTo>
                  <a:pt x="120" y="120"/>
                  <a:pt x="124" y="116"/>
                  <a:pt x="128" y="116"/>
                </a:cubicBezTo>
                <a:cubicBezTo>
                  <a:pt x="132" y="116"/>
                  <a:pt x="136" y="120"/>
                  <a:pt x="136" y="124"/>
                </a:cubicBezTo>
                <a:cubicBezTo>
                  <a:pt x="136" y="128"/>
                  <a:pt x="132" y="132"/>
                  <a:pt x="128" y="132"/>
                </a:cubicBezTo>
                <a:close/>
                <a:moveTo>
                  <a:pt x="128" y="68"/>
                </a:moveTo>
                <a:cubicBezTo>
                  <a:pt x="109" y="68"/>
                  <a:pt x="91" y="78"/>
                  <a:pt x="81" y="94"/>
                </a:cubicBezTo>
                <a:cubicBezTo>
                  <a:pt x="80" y="96"/>
                  <a:pt x="80" y="98"/>
                  <a:pt x="82" y="100"/>
                </a:cubicBezTo>
                <a:cubicBezTo>
                  <a:pt x="84" y="101"/>
                  <a:pt x="86" y="100"/>
                  <a:pt x="88" y="98"/>
                </a:cubicBezTo>
                <a:cubicBezTo>
                  <a:pt x="96" y="84"/>
                  <a:pt x="112" y="76"/>
                  <a:pt x="128" y="76"/>
                </a:cubicBezTo>
                <a:cubicBezTo>
                  <a:pt x="144" y="76"/>
                  <a:pt x="160" y="84"/>
                  <a:pt x="168" y="98"/>
                </a:cubicBezTo>
                <a:cubicBezTo>
                  <a:pt x="169" y="99"/>
                  <a:pt x="171" y="100"/>
                  <a:pt x="172" y="100"/>
                </a:cubicBezTo>
                <a:cubicBezTo>
                  <a:pt x="173" y="100"/>
                  <a:pt x="173" y="100"/>
                  <a:pt x="174" y="100"/>
                </a:cubicBezTo>
                <a:cubicBezTo>
                  <a:pt x="176" y="98"/>
                  <a:pt x="176" y="96"/>
                  <a:pt x="175" y="94"/>
                </a:cubicBezTo>
                <a:cubicBezTo>
                  <a:pt x="165" y="78"/>
                  <a:pt x="147" y="68"/>
                  <a:pt x="128" y="68"/>
                </a:cubicBezTo>
                <a:close/>
                <a:moveTo>
                  <a:pt x="97" y="114"/>
                </a:moveTo>
                <a:cubicBezTo>
                  <a:pt x="99" y="115"/>
                  <a:pt x="102" y="115"/>
                  <a:pt x="102" y="112"/>
                </a:cubicBezTo>
                <a:cubicBezTo>
                  <a:pt x="107" y="102"/>
                  <a:pt x="117" y="96"/>
                  <a:pt x="128" y="96"/>
                </a:cubicBezTo>
                <a:cubicBezTo>
                  <a:pt x="139" y="96"/>
                  <a:pt x="149" y="102"/>
                  <a:pt x="154" y="112"/>
                </a:cubicBezTo>
                <a:cubicBezTo>
                  <a:pt x="154" y="114"/>
                  <a:pt x="156" y="115"/>
                  <a:pt x="157" y="115"/>
                </a:cubicBezTo>
                <a:cubicBezTo>
                  <a:pt x="158" y="115"/>
                  <a:pt x="158" y="115"/>
                  <a:pt x="159" y="114"/>
                </a:cubicBezTo>
                <a:cubicBezTo>
                  <a:pt x="161" y="114"/>
                  <a:pt x="162" y="111"/>
                  <a:pt x="161" y="109"/>
                </a:cubicBezTo>
                <a:cubicBezTo>
                  <a:pt x="155" y="96"/>
                  <a:pt x="142" y="88"/>
                  <a:pt x="128" y="88"/>
                </a:cubicBezTo>
                <a:cubicBezTo>
                  <a:pt x="114" y="88"/>
                  <a:pt x="101" y="96"/>
                  <a:pt x="95" y="109"/>
                </a:cubicBezTo>
                <a:cubicBezTo>
                  <a:pt x="94" y="111"/>
                  <a:pt x="95" y="114"/>
                  <a:pt x="97" y="11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 name="Freeform 48">
            <a:extLst>
              <a:ext uri="{FF2B5EF4-FFF2-40B4-BE49-F238E27FC236}">
                <a16:creationId xmlns:a16="http://schemas.microsoft.com/office/drawing/2014/main" id="{B7FF5A9A-5F9E-470F-B537-1796B6A2FE59}"/>
              </a:ext>
            </a:extLst>
          </p:cNvPr>
          <p:cNvSpPr>
            <a:spLocks noChangeAspect="1" noEditPoints="1"/>
          </p:cNvSpPr>
          <p:nvPr/>
        </p:nvSpPr>
        <p:spPr bwMode="auto">
          <a:xfrm>
            <a:off x="3476026" y="1463237"/>
            <a:ext cx="400050" cy="400050"/>
          </a:xfrm>
          <a:custGeom>
            <a:avLst/>
            <a:gdLst>
              <a:gd name="T0" fmla="*/ 225 w 256"/>
              <a:gd name="T1" fmla="*/ 74 h 256"/>
              <a:gd name="T2" fmla="*/ 207 w 256"/>
              <a:gd name="T3" fmla="*/ 26 h 256"/>
              <a:gd name="T4" fmla="*/ 158 w 256"/>
              <a:gd name="T5" fmla="*/ 21 h 256"/>
              <a:gd name="T6" fmla="*/ 112 w 256"/>
              <a:gd name="T7" fmla="*/ 0 h 256"/>
              <a:gd name="T8" fmla="*/ 74 w 256"/>
              <a:gd name="T9" fmla="*/ 31 h 256"/>
              <a:gd name="T10" fmla="*/ 26 w 256"/>
              <a:gd name="T11" fmla="*/ 49 h 256"/>
              <a:gd name="T12" fmla="*/ 21 w 256"/>
              <a:gd name="T13" fmla="*/ 98 h 256"/>
              <a:gd name="T14" fmla="*/ 0 w 256"/>
              <a:gd name="T15" fmla="*/ 144 h 256"/>
              <a:gd name="T16" fmla="*/ 31 w 256"/>
              <a:gd name="T17" fmla="*/ 182 h 256"/>
              <a:gd name="T18" fmla="*/ 49 w 256"/>
              <a:gd name="T19" fmla="*/ 230 h 256"/>
              <a:gd name="T20" fmla="*/ 98 w 256"/>
              <a:gd name="T21" fmla="*/ 235 h 256"/>
              <a:gd name="T22" fmla="*/ 144 w 256"/>
              <a:gd name="T23" fmla="*/ 256 h 256"/>
              <a:gd name="T24" fmla="*/ 182 w 256"/>
              <a:gd name="T25" fmla="*/ 225 h 256"/>
              <a:gd name="T26" fmla="*/ 230 w 256"/>
              <a:gd name="T27" fmla="*/ 207 h 256"/>
              <a:gd name="T28" fmla="*/ 235 w 256"/>
              <a:gd name="T29" fmla="*/ 158 h 256"/>
              <a:gd name="T30" fmla="*/ 256 w 256"/>
              <a:gd name="T31" fmla="*/ 112 h 256"/>
              <a:gd name="T32" fmla="*/ 238 w 256"/>
              <a:gd name="T33" fmla="*/ 148 h 256"/>
              <a:gd name="T34" fmla="*/ 224 w 256"/>
              <a:gd name="T35" fmla="*/ 196 h 256"/>
              <a:gd name="T36" fmla="*/ 192 w 256"/>
              <a:gd name="T37" fmla="*/ 220 h 256"/>
              <a:gd name="T38" fmla="*/ 148 w 256"/>
              <a:gd name="T39" fmla="*/ 244 h 256"/>
              <a:gd name="T40" fmla="*/ 108 w 256"/>
              <a:gd name="T41" fmla="*/ 238 h 256"/>
              <a:gd name="T42" fmla="*/ 64 w 256"/>
              <a:gd name="T43" fmla="*/ 220 h 256"/>
              <a:gd name="T44" fmla="*/ 31 w 256"/>
              <a:gd name="T45" fmla="*/ 199 h 256"/>
              <a:gd name="T46" fmla="*/ 29 w 256"/>
              <a:gd name="T47" fmla="*/ 155 h 256"/>
              <a:gd name="T48" fmla="*/ 8 w 256"/>
              <a:gd name="T49" fmla="*/ 112 h 256"/>
              <a:gd name="T50" fmla="*/ 38 w 256"/>
              <a:gd name="T51" fmla="*/ 77 h 256"/>
              <a:gd name="T52" fmla="*/ 32 w 256"/>
              <a:gd name="T53" fmla="*/ 54 h 256"/>
              <a:gd name="T54" fmla="*/ 77 w 256"/>
              <a:gd name="T55" fmla="*/ 38 h 256"/>
              <a:gd name="T56" fmla="*/ 112 w 256"/>
              <a:gd name="T57" fmla="*/ 8 h 256"/>
              <a:gd name="T58" fmla="*/ 155 w 256"/>
              <a:gd name="T59" fmla="*/ 29 h 256"/>
              <a:gd name="T60" fmla="*/ 202 w 256"/>
              <a:gd name="T61" fmla="*/ 32 h 256"/>
              <a:gd name="T62" fmla="*/ 218 w 256"/>
              <a:gd name="T63" fmla="*/ 77 h 256"/>
              <a:gd name="T64" fmla="*/ 248 w 256"/>
              <a:gd name="T65" fmla="*/ 112 h 256"/>
              <a:gd name="T66" fmla="*/ 81 w 256"/>
              <a:gd name="T67" fmla="*/ 177 h 256"/>
              <a:gd name="T68" fmla="*/ 181 w 256"/>
              <a:gd name="T69" fmla="*/ 183 h 256"/>
              <a:gd name="T70" fmla="*/ 64 w 256"/>
              <a:gd name="T71" fmla="*/ 128 h 256"/>
              <a:gd name="T72" fmla="*/ 100 w 256"/>
              <a:gd name="T73" fmla="*/ 76 h 256"/>
              <a:gd name="T74" fmla="*/ 109 w 256"/>
              <a:gd name="T75" fmla="*/ 63 h 256"/>
              <a:gd name="T76" fmla="*/ 116 w 256"/>
              <a:gd name="T77" fmla="*/ 52 h 256"/>
              <a:gd name="T78" fmla="*/ 136 w 256"/>
              <a:gd name="T79" fmla="*/ 83 h 256"/>
              <a:gd name="T80" fmla="*/ 147 w 256"/>
              <a:gd name="T81" fmla="*/ 63 h 256"/>
              <a:gd name="T82" fmla="*/ 156 w 256"/>
              <a:gd name="T83" fmla="*/ 76 h 256"/>
              <a:gd name="T84" fmla="*/ 192 w 256"/>
              <a:gd name="T85" fmla="*/ 128 h 256"/>
              <a:gd name="T86" fmla="*/ 157 w 256"/>
              <a:gd name="T87" fmla="*/ 55 h 256"/>
              <a:gd name="T88" fmla="*/ 148 w 256"/>
              <a:gd name="T89" fmla="*/ 52 h 256"/>
              <a:gd name="T90" fmla="*/ 108 w 256"/>
              <a:gd name="T91" fmla="*/ 53 h 256"/>
              <a:gd name="T92" fmla="*/ 89 w 256"/>
              <a:gd name="T93" fmla="*/ 63 h 256"/>
              <a:gd name="T94" fmla="*/ 208 w 256"/>
              <a:gd name="T95" fmla="*/ 136 h 256"/>
              <a:gd name="T96" fmla="*/ 70 w 256"/>
              <a:gd name="T97" fmla="*/ 152 h 256"/>
              <a:gd name="T98" fmla="*/ 40 w 256"/>
              <a:gd name="T99" fmla="*/ 132 h 256"/>
              <a:gd name="T100" fmla="*/ 67 w 256"/>
              <a:gd name="T101" fmla="*/ 159 h 256"/>
              <a:gd name="T102" fmla="*/ 214 w 256"/>
              <a:gd name="T103" fmla="*/ 144 h 256"/>
              <a:gd name="T104" fmla="*/ 128 w 256"/>
              <a:gd name="T105" fmla="*/ 132 h 256"/>
              <a:gd name="T106" fmla="*/ 128 w 256"/>
              <a:gd name="T107" fmla="*/ 140 h 256"/>
              <a:gd name="T108" fmla="*/ 128 w 256"/>
              <a:gd name="T109" fmla="*/ 1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6" h="256">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4" y="61"/>
                  <a:pt x="234" y="53"/>
                  <a:pt x="230" y="49"/>
                </a:cubicBezTo>
                <a:cubicBezTo>
                  <a:pt x="207" y="26"/>
                  <a:pt x="207" y="26"/>
                  <a:pt x="207" y="26"/>
                </a:cubicBezTo>
                <a:cubicBezTo>
                  <a:pt x="203" y="22"/>
                  <a:pt x="195" y="22"/>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2"/>
                  <a:pt x="53" y="22"/>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1" y="195"/>
                  <a:pt x="21" y="203"/>
                  <a:pt x="26" y="207"/>
                </a:cubicBezTo>
                <a:cubicBezTo>
                  <a:pt x="49" y="230"/>
                  <a:pt x="49" y="230"/>
                  <a:pt x="49" y="230"/>
                </a:cubicBezTo>
                <a:cubicBezTo>
                  <a:pt x="53" y="234"/>
                  <a:pt x="61" y="235"/>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82" y="225"/>
                  <a:pt x="182" y="225"/>
                  <a:pt x="182" y="225"/>
                </a:cubicBezTo>
                <a:cubicBezTo>
                  <a:pt x="183" y="224"/>
                  <a:pt x="185" y="225"/>
                  <a:pt x="186" y="226"/>
                </a:cubicBezTo>
                <a:cubicBezTo>
                  <a:pt x="190" y="230"/>
                  <a:pt x="190" y="230"/>
                  <a:pt x="190" y="230"/>
                </a:cubicBezTo>
                <a:cubicBezTo>
                  <a:pt x="195" y="234"/>
                  <a:pt x="203" y="235"/>
                  <a:pt x="207" y="230"/>
                </a:cubicBezTo>
                <a:cubicBezTo>
                  <a:pt x="230" y="207"/>
                  <a:pt x="230" y="207"/>
                  <a:pt x="230" y="207"/>
                </a:cubicBezTo>
                <a:cubicBezTo>
                  <a:pt x="234" y="203"/>
                  <a:pt x="234" y="195"/>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248" y="144"/>
                </a:moveTo>
                <a:cubicBezTo>
                  <a:pt x="248" y="146"/>
                  <a:pt x="246" y="148"/>
                  <a:pt x="244" y="148"/>
                </a:cubicBezTo>
                <a:cubicBezTo>
                  <a:pt x="238" y="148"/>
                  <a:pt x="238" y="148"/>
                  <a:pt x="238" y="148"/>
                </a:cubicBezTo>
                <a:cubicBezTo>
                  <a:pt x="233" y="148"/>
                  <a:pt x="229" y="151"/>
                  <a:pt x="227" y="155"/>
                </a:cubicBezTo>
                <a:cubicBezTo>
                  <a:pt x="218" y="179"/>
                  <a:pt x="218" y="179"/>
                  <a:pt x="218" y="179"/>
                </a:cubicBezTo>
                <a:cubicBezTo>
                  <a:pt x="216" y="183"/>
                  <a:pt x="217" y="188"/>
                  <a:pt x="220" y="192"/>
                </a:cubicBezTo>
                <a:cubicBezTo>
                  <a:pt x="224" y="196"/>
                  <a:pt x="224" y="196"/>
                  <a:pt x="224" y="196"/>
                </a:cubicBezTo>
                <a:cubicBezTo>
                  <a:pt x="226" y="197"/>
                  <a:pt x="226" y="200"/>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55" y="227"/>
                  <a:pt x="155" y="227"/>
                  <a:pt x="155" y="227"/>
                </a:cubicBezTo>
                <a:cubicBezTo>
                  <a:pt x="151" y="229"/>
                  <a:pt x="148" y="233"/>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3"/>
                  <a:pt x="105" y="229"/>
                  <a:pt x="101" y="227"/>
                </a:cubicBezTo>
                <a:cubicBezTo>
                  <a:pt x="77" y="218"/>
                  <a:pt x="77" y="218"/>
                  <a:pt x="77" y="218"/>
                </a:cubicBezTo>
                <a:cubicBezTo>
                  <a:pt x="76" y="217"/>
                  <a:pt x="74" y="217"/>
                  <a:pt x="73" y="217"/>
                </a:cubicBezTo>
                <a:cubicBezTo>
                  <a:pt x="69" y="217"/>
                  <a:pt x="66" y="218"/>
                  <a:pt x="64" y="220"/>
                </a:cubicBezTo>
                <a:cubicBezTo>
                  <a:pt x="60" y="224"/>
                  <a:pt x="60" y="224"/>
                  <a:pt x="60" y="224"/>
                </a:cubicBezTo>
                <a:cubicBezTo>
                  <a:pt x="59" y="226"/>
                  <a:pt x="56" y="226"/>
                  <a:pt x="54" y="224"/>
                </a:cubicBezTo>
                <a:cubicBezTo>
                  <a:pt x="32" y="202"/>
                  <a:pt x="32" y="202"/>
                  <a:pt x="32" y="202"/>
                </a:cubicBezTo>
                <a:cubicBezTo>
                  <a:pt x="31" y="201"/>
                  <a:pt x="31" y="200"/>
                  <a:pt x="31" y="199"/>
                </a:cubicBezTo>
                <a:cubicBezTo>
                  <a:pt x="31" y="198"/>
                  <a:pt x="31"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1" y="59"/>
                  <a:pt x="31" y="58"/>
                  <a:pt x="31" y="57"/>
                </a:cubicBezTo>
                <a:cubicBezTo>
                  <a:pt x="31" y="56"/>
                  <a:pt x="31" y="55"/>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3"/>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3"/>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lnTo>
                  <a:pt x="248" y="144"/>
                </a:lnTo>
                <a:close/>
                <a:moveTo>
                  <a:pt x="175" y="177"/>
                </a:moveTo>
                <a:cubicBezTo>
                  <a:pt x="162" y="189"/>
                  <a:pt x="146" y="196"/>
                  <a:pt x="128" y="196"/>
                </a:cubicBezTo>
                <a:cubicBezTo>
                  <a:pt x="110" y="196"/>
                  <a:pt x="94" y="189"/>
                  <a:pt x="81" y="177"/>
                </a:cubicBezTo>
                <a:cubicBezTo>
                  <a:pt x="79" y="176"/>
                  <a:pt x="77" y="176"/>
                  <a:pt x="75" y="177"/>
                </a:cubicBezTo>
                <a:cubicBezTo>
                  <a:pt x="74" y="179"/>
                  <a:pt x="74" y="181"/>
                  <a:pt x="75" y="183"/>
                </a:cubicBezTo>
                <a:cubicBezTo>
                  <a:pt x="90" y="197"/>
                  <a:pt x="108" y="204"/>
                  <a:pt x="128" y="204"/>
                </a:cubicBezTo>
                <a:cubicBezTo>
                  <a:pt x="148" y="204"/>
                  <a:pt x="166" y="197"/>
                  <a:pt x="181" y="183"/>
                </a:cubicBezTo>
                <a:cubicBezTo>
                  <a:pt x="182" y="181"/>
                  <a:pt x="182" y="179"/>
                  <a:pt x="181" y="177"/>
                </a:cubicBezTo>
                <a:cubicBezTo>
                  <a:pt x="179" y="176"/>
                  <a:pt x="177" y="176"/>
                  <a:pt x="175" y="177"/>
                </a:cubicBezTo>
                <a:close/>
                <a:moveTo>
                  <a:pt x="60" y="132"/>
                </a:moveTo>
                <a:cubicBezTo>
                  <a:pt x="62" y="132"/>
                  <a:pt x="64" y="130"/>
                  <a:pt x="64" y="128"/>
                </a:cubicBezTo>
                <a:cubicBezTo>
                  <a:pt x="64" y="102"/>
                  <a:pt x="74" y="82"/>
                  <a:pt x="92" y="70"/>
                </a:cubicBezTo>
                <a:cubicBezTo>
                  <a:pt x="92" y="76"/>
                  <a:pt x="92" y="76"/>
                  <a:pt x="92" y="76"/>
                </a:cubicBezTo>
                <a:cubicBezTo>
                  <a:pt x="92" y="78"/>
                  <a:pt x="94" y="80"/>
                  <a:pt x="96" y="80"/>
                </a:cubicBezTo>
                <a:cubicBezTo>
                  <a:pt x="98" y="80"/>
                  <a:pt x="100" y="78"/>
                  <a:pt x="100" y="76"/>
                </a:cubicBezTo>
                <a:cubicBezTo>
                  <a:pt x="100" y="64"/>
                  <a:pt x="100" y="64"/>
                  <a:pt x="100" y="64"/>
                </a:cubicBezTo>
                <a:cubicBezTo>
                  <a:pt x="100" y="64"/>
                  <a:pt x="100" y="64"/>
                  <a:pt x="100" y="63"/>
                </a:cubicBezTo>
                <a:cubicBezTo>
                  <a:pt x="108" y="63"/>
                  <a:pt x="108" y="63"/>
                  <a:pt x="108" y="63"/>
                </a:cubicBezTo>
                <a:cubicBezTo>
                  <a:pt x="109" y="63"/>
                  <a:pt x="109" y="63"/>
                  <a:pt x="109" y="63"/>
                </a:cubicBezTo>
                <a:cubicBezTo>
                  <a:pt x="112" y="85"/>
                  <a:pt x="112" y="85"/>
                  <a:pt x="112" y="85"/>
                </a:cubicBezTo>
                <a:cubicBezTo>
                  <a:pt x="112" y="87"/>
                  <a:pt x="114" y="88"/>
                  <a:pt x="117" y="88"/>
                </a:cubicBezTo>
                <a:cubicBezTo>
                  <a:pt x="119" y="88"/>
                  <a:pt x="120" y="86"/>
                  <a:pt x="120" y="83"/>
                </a:cubicBezTo>
                <a:cubicBezTo>
                  <a:pt x="116" y="52"/>
                  <a:pt x="116" y="52"/>
                  <a:pt x="116" y="52"/>
                </a:cubicBezTo>
                <a:cubicBezTo>
                  <a:pt x="116" y="52"/>
                  <a:pt x="117" y="51"/>
                  <a:pt x="117" y="51"/>
                </a:cubicBezTo>
                <a:cubicBezTo>
                  <a:pt x="124" y="50"/>
                  <a:pt x="132" y="50"/>
                  <a:pt x="139" y="51"/>
                </a:cubicBezTo>
                <a:cubicBezTo>
                  <a:pt x="139" y="51"/>
                  <a:pt x="140" y="52"/>
                  <a:pt x="140" y="52"/>
                </a:cubicBezTo>
                <a:cubicBezTo>
                  <a:pt x="136" y="83"/>
                  <a:pt x="136" y="83"/>
                  <a:pt x="136" y="83"/>
                </a:cubicBezTo>
                <a:cubicBezTo>
                  <a:pt x="136" y="86"/>
                  <a:pt x="137" y="88"/>
                  <a:pt x="139" y="88"/>
                </a:cubicBezTo>
                <a:cubicBezTo>
                  <a:pt x="140" y="88"/>
                  <a:pt x="140" y="88"/>
                  <a:pt x="140" y="88"/>
                </a:cubicBezTo>
                <a:cubicBezTo>
                  <a:pt x="142" y="88"/>
                  <a:pt x="144" y="87"/>
                  <a:pt x="144" y="85"/>
                </a:cubicBezTo>
                <a:cubicBezTo>
                  <a:pt x="147" y="63"/>
                  <a:pt x="147" y="63"/>
                  <a:pt x="147" y="63"/>
                </a:cubicBezTo>
                <a:cubicBezTo>
                  <a:pt x="147" y="63"/>
                  <a:pt x="147" y="63"/>
                  <a:pt x="148" y="63"/>
                </a:cubicBezTo>
                <a:cubicBezTo>
                  <a:pt x="156" y="63"/>
                  <a:pt x="156" y="63"/>
                  <a:pt x="156" y="63"/>
                </a:cubicBezTo>
                <a:cubicBezTo>
                  <a:pt x="156" y="64"/>
                  <a:pt x="156" y="64"/>
                  <a:pt x="156" y="64"/>
                </a:cubicBezTo>
                <a:cubicBezTo>
                  <a:pt x="156" y="76"/>
                  <a:pt x="156" y="76"/>
                  <a:pt x="156" y="76"/>
                </a:cubicBezTo>
                <a:cubicBezTo>
                  <a:pt x="156" y="78"/>
                  <a:pt x="158" y="80"/>
                  <a:pt x="160" y="80"/>
                </a:cubicBezTo>
                <a:cubicBezTo>
                  <a:pt x="162" y="80"/>
                  <a:pt x="164" y="78"/>
                  <a:pt x="164" y="76"/>
                </a:cubicBezTo>
                <a:cubicBezTo>
                  <a:pt x="164" y="70"/>
                  <a:pt x="164" y="70"/>
                  <a:pt x="164" y="70"/>
                </a:cubicBezTo>
                <a:cubicBezTo>
                  <a:pt x="182" y="82"/>
                  <a:pt x="192" y="102"/>
                  <a:pt x="192" y="128"/>
                </a:cubicBezTo>
                <a:cubicBezTo>
                  <a:pt x="192" y="130"/>
                  <a:pt x="194" y="132"/>
                  <a:pt x="196" y="132"/>
                </a:cubicBezTo>
                <a:cubicBezTo>
                  <a:pt x="198" y="132"/>
                  <a:pt x="200" y="130"/>
                  <a:pt x="200" y="128"/>
                </a:cubicBezTo>
                <a:cubicBezTo>
                  <a:pt x="200" y="99"/>
                  <a:pt x="188" y="76"/>
                  <a:pt x="167" y="63"/>
                </a:cubicBezTo>
                <a:cubicBezTo>
                  <a:pt x="166" y="59"/>
                  <a:pt x="162" y="56"/>
                  <a:pt x="157" y="55"/>
                </a:cubicBezTo>
                <a:cubicBezTo>
                  <a:pt x="148" y="55"/>
                  <a:pt x="148" y="55"/>
                  <a:pt x="148" y="55"/>
                </a:cubicBezTo>
                <a:cubicBezTo>
                  <a:pt x="148" y="55"/>
                  <a:pt x="148" y="55"/>
                  <a:pt x="148" y="55"/>
                </a:cubicBezTo>
                <a:cubicBezTo>
                  <a:pt x="148" y="53"/>
                  <a:pt x="148" y="53"/>
                  <a:pt x="148" y="53"/>
                </a:cubicBezTo>
                <a:cubicBezTo>
                  <a:pt x="148" y="53"/>
                  <a:pt x="148" y="53"/>
                  <a:pt x="148" y="52"/>
                </a:cubicBezTo>
                <a:cubicBezTo>
                  <a:pt x="148" y="48"/>
                  <a:pt x="144" y="44"/>
                  <a:pt x="140" y="43"/>
                </a:cubicBezTo>
                <a:cubicBezTo>
                  <a:pt x="132" y="42"/>
                  <a:pt x="124" y="42"/>
                  <a:pt x="116" y="43"/>
                </a:cubicBezTo>
                <a:cubicBezTo>
                  <a:pt x="112" y="44"/>
                  <a:pt x="108" y="48"/>
                  <a:pt x="108" y="52"/>
                </a:cubicBezTo>
                <a:cubicBezTo>
                  <a:pt x="108" y="53"/>
                  <a:pt x="108" y="53"/>
                  <a:pt x="108" y="53"/>
                </a:cubicBezTo>
                <a:cubicBezTo>
                  <a:pt x="108" y="55"/>
                  <a:pt x="108" y="55"/>
                  <a:pt x="108" y="55"/>
                </a:cubicBezTo>
                <a:cubicBezTo>
                  <a:pt x="108" y="55"/>
                  <a:pt x="108" y="55"/>
                  <a:pt x="108" y="55"/>
                </a:cubicBezTo>
                <a:cubicBezTo>
                  <a:pt x="99" y="55"/>
                  <a:pt x="99" y="55"/>
                  <a:pt x="99" y="55"/>
                </a:cubicBezTo>
                <a:cubicBezTo>
                  <a:pt x="94" y="56"/>
                  <a:pt x="90" y="59"/>
                  <a:pt x="89" y="63"/>
                </a:cubicBezTo>
                <a:cubicBezTo>
                  <a:pt x="68" y="75"/>
                  <a:pt x="56" y="99"/>
                  <a:pt x="56" y="128"/>
                </a:cubicBezTo>
                <a:cubicBezTo>
                  <a:pt x="56" y="130"/>
                  <a:pt x="58" y="132"/>
                  <a:pt x="60" y="132"/>
                </a:cubicBezTo>
                <a:close/>
                <a:moveTo>
                  <a:pt x="212" y="132"/>
                </a:moveTo>
                <a:cubicBezTo>
                  <a:pt x="210" y="132"/>
                  <a:pt x="208" y="134"/>
                  <a:pt x="208" y="136"/>
                </a:cubicBezTo>
                <a:cubicBezTo>
                  <a:pt x="208" y="138"/>
                  <a:pt x="208" y="138"/>
                  <a:pt x="208" y="138"/>
                </a:cubicBezTo>
                <a:cubicBezTo>
                  <a:pt x="186" y="152"/>
                  <a:pt x="186" y="152"/>
                  <a:pt x="186" y="152"/>
                </a:cubicBezTo>
                <a:cubicBezTo>
                  <a:pt x="183" y="152"/>
                  <a:pt x="167" y="156"/>
                  <a:pt x="128" y="156"/>
                </a:cubicBezTo>
                <a:cubicBezTo>
                  <a:pt x="89" y="156"/>
                  <a:pt x="72" y="152"/>
                  <a:pt x="70" y="152"/>
                </a:cubicBezTo>
                <a:cubicBezTo>
                  <a:pt x="48" y="138"/>
                  <a:pt x="48" y="138"/>
                  <a:pt x="48" y="138"/>
                </a:cubicBezTo>
                <a:cubicBezTo>
                  <a:pt x="48" y="132"/>
                  <a:pt x="48" y="132"/>
                  <a:pt x="48" y="132"/>
                </a:cubicBezTo>
                <a:cubicBezTo>
                  <a:pt x="48" y="130"/>
                  <a:pt x="46" y="128"/>
                  <a:pt x="44" y="128"/>
                </a:cubicBezTo>
                <a:cubicBezTo>
                  <a:pt x="42" y="128"/>
                  <a:pt x="40" y="130"/>
                  <a:pt x="40" y="132"/>
                </a:cubicBezTo>
                <a:cubicBezTo>
                  <a:pt x="40" y="140"/>
                  <a:pt x="40" y="140"/>
                  <a:pt x="40" y="140"/>
                </a:cubicBezTo>
                <a:cubicBezTo>
                  <a:pt x="40" y="142"/>
                  <a:pt x="41" y="143"/>
                  <a:pt x="42" y="144"/>
                </a:cubicBezTo>
                <a:cubicBezTo>
                  <a:pt x="66" y="159"/>
                  <a:pt x="66" y="159"/>
                  <a:pt x="66" y="159"/>
                </a:cubicBezTo>
                <a:cubicBezTo>
                  <a:pt x="66" y="159"/>
                  <a:pt x="67" y="159"/>
                  <a:pt x="67" y="159"/>
                </a:cubicBezTo>
                <a:cubicBezTo>
                  <a:pt x="68" y="159"/>
                  <a:pt x="84" y="164"/>
                  <a:pt x="128" y="164"/>
                </a:cubicBezTo>
                <a:cubicBezTo>
                  <a:pt x="172" y="164"/>
                  <a:pt x="188" y="159"/>
                  <a:pt x="189" y="159"/>
                </a:cubicBezTo>
                <a:cubicBezTo>
                  <a:pt x="189" y="159"/>
                  <a:pt x="190" y="159"/>
                  <a:pt x="190" y="159"/>
                </a:cubicBezTo>
                <a:cubicBezTo>
                  <a:pt x="214" y="144"/>
                  <a:pt x="214" y="144"/>
                  <a:pt x="214" y="144"/>
                </a:cubicBezTo>
                <a:cubicBezTo>
                  <a:pt x="215" y="143"/>
                  <a:pt x="216" y="142"/>
                  <a:pt x="216" y="140"/>
                </a:cubicBezTo>
                <a:cubicBezTo>
                  <a:pt x="216" y="136"/>
                  <a:pt x="216" y="136"/>
                  <a:pt x="216" y="136"/>
                </a:cubicBezTo>
                <a:cubicBezTo>
                  <a:pt x="216" y="134"/>
                  <a:pt x="214" y="132"/>
                  <a:pt x="212" y="132"/>
                </a:cubicBezTo>
                <a:close/>
                <a:moveTo>
                  <a:pt x="128" y="132"/>
                </a:moveTo>
                <a:cubicBezTo>
                  <a:pt x="110" y="132"/>
                  <a:pt x="90" y="130"/>
                  <a:pt x="77" y="128"/>
                </a:cubicBezTo>
                <a:cubicBezTo>
                  <a:pt x="75" y="128"/>
                  <a:pt x="72" y="129"/>
                  <a:pt x="72" y="131"/>
                </a:cubicBezTo>
                <a:cubicBezTo>
                  <a:pt x="72" y="133"/>
                  <a:pt x="73" y="136"/>
                  <a:pt x="75" y="136"/>
                </a:cubicBezTo>
                <a:cubicBezTo>
                  <a:pt x="89" y="138"/>
                  <a:pt x="109" y="140"/>
                  <a:pt x="128" y="140"/>
                </a:cubicBezTo>
                <a:cubicBezTo>
                  <a:pt x="147" y="140"/>
                  <a:pt x="167" y="138"/>
                  <a:pt x="181" y="136"/>
                </a:cubicBezTo>
                <a:cubicBezTo>
                  <a:pt x="183" y="136"/>
                  <a:pt x="184" y="133"/>
                  <a:pt x="184" y="131"/>
                </a:cubicBezTo>
                <a:cubicBezTo>
                  <a:pt x="184" y="129"/>
                  <a:pt x="181" y="128"/>
                  <a:pt x="179" y="128"/>
                </a:cubicBezTo>
                <a:cubicBezTo>
                  <a:pt x="166" y="130"/>
                  <a:pt x="146" y="132"/>
                  <a:pt x="128" y="13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1" name="Freeform 52">
            <a:extLst>
              <a:ext uri="{FF2B5EF4-FFF2-40B4-BE49-F238E27FC236}">
                <a16:creationId xmlns:a16="http://schemas.microsoft.com/office/drawing/2014/main" id="{6A824922-3482-446D-91BD-95F4780A3888}"/>
              </a:ext>
            </a:extLst>
          </p:cNvPr>
          <p:cNvSpPr>
            <a:spLocks noChangeAspect="1" noEditPoints="1"/>
          </p:cNvSpPr>
          <p:nvPr/>
        </p:nvSpPr>
        <p:spPr bwMode="auto">
          <a:xfrm>
            <a:off x="4443672" y="1463237"/>
            <a:ext cx="400050" cy="400050"/>
          </a:xfrm>
          <a:custGeom>
            <a:avLst/>
            <a:gdLst>
              <a:gd name="T0" fmla="*/ 179 w 256"/>
              <a:gd name="T1" fmla="*/ 185 h 256"/>
              <a:gd name="T2" fmla="*/ 52 w 256"/>
              <a:gd name="T3" fmla="*/ 128 h 256"/>
              <a:gd name="T4" fmla="*/ 83 w 256"/>
              <a:gd name="T5" fmla="*/ 184 h 256"/>
              <a:gd name="T6" fmla="*/ 128 w 256"/>
              <a:gd name="T7" fmla="*/ 60 h 256"/>
              <a:gd name="T8" fmla="*/ 244 w 256"/>
              <a:gd name="T9" fmla="*/ 100 h 256"/>
              <a:gd name="T10" fmla="*/ 225 w 256"/>
              <a:gd name="T11" fmla="*/ 74 h 256"/>
              <a:gd name="T12" fmla="*/ 233 w 256"/>
              <a:gd name="T13" fmla="*/ 57 h 256"/>
              <a:gd name="T14" fmla="*/ 190 w 256"/>
              <a:gd name="T15" fmla="*/ 26 h 256"/>
              <a:gd name="T16" fmla="*/ 158 w 256"/>
              <a:gd name="T17" fmla="*/ 21 h 256"/>
              <a:gd name="T18" fmla="*/ 144 w 256"/>
              <a:gd name="T19" fmla="*/ 0 h 256"/>
              <a:gd name="T20" fmla="*/ 100 w 256"/>
              <a:gd name="T21" fmla="*/ 18 h 256"/>
              <a:gd name="T22" fmla="*/ 70 w 256"/>
              <a:gd name="T23" fmla="*/ 30 h 256"/>
              <a:gd name="T24" fmla="*/ 26 w 256"/>
              <a:gd name="T25" fmla="*/ 49 h 256"/>
              <a:gd name="T26" fmla="*/ 31 w 256"/>
              <a:gd name="T27" fmla="*/ 74 h 256"/>
              <a:gd name="T28" fmla="*/ 12 w 256"/>
              <a:gd name="T29" fmla="*/ 100 h 256"/>
              <a:gd name="T30" fmla="*/ 12 w 256"/>
              <a:gd name="T31" fmla="*/ 156 h 256"/>
              <a:gd name="T32" fmla="*/ 31 w 256"/>
              <a:gd name="T33" fmla="*/ 182 h 256"/>
              <a:gd name="T34" fmla="*/ 26 w 256"/>
              <a:gd name="T35" fmla="*/ 207 h 256"/>
              <a:gd name="T36" fmla="*/ 70 w 256"/>
              <a:gd name="T37" fmla="*/ 226 h 256"/>
              <a:gd name="T38" fmla="*/ 77 w 256"/>
              <a:gd name="T39" fmla="*/ 218 h 256"/>
              <a:gd name="T40" fmla="*/ 54 w 256"/>
              <a:gd name="T41" fmla="*/ 224 h 256"/>
              <a:gd name="T42" fmla="*/ 36 w 256"/>
              <a:gd name="T43" fmla="*/ 192 h 256"/>
              <a:gd name="T44" fmla="*/ 18 w 256"/>
              <a:gd name="T45" fmla="*/ 148 h 256"/>
              <a:gd name="T46" fmla="*/ 8 w 256"/>
              <a:gd name="T47" fmla="*/ 112 h 256"/>
              <a:gd name="T48" fmla="*/ 29 w 256"/>
              <a:gd name="T49" fmla="*/ 101 h 256"/>
              <a:gd name="T50" fmla="*/ 32 w 256"/>
              <a:gd name="T51" fmla="*/ 60 h 256"/>
              <a:gd name="T52" fmla="*/ 60 w 256"/>
              <a:gd name="T53" fmla="*/ 32 h 256"/>
              <a:gd name="T54" fmla="*/ 101 w 256"/>
              <a:gd name="T55" fmla="*/ 29 h 256"/>
              <a:gd name="T56" fmla="*/ 112 w 256"/>
              <a:gd name="T57" fmla="*/ 8 h 256"/>
              <a:gd name="T58" fmla="*/ 148 w 256"/>
              <a:gd name="T59" fmla="*/ 18 h 256"/>
              <a:gd name="T60" fmla="*/ 192 w 256"/>
              <a:gd name="T61" fmla="*/ 36 h 256"/>
              <a:gd name="T62" fmla="*/ 224 w 256"/>
              <a:gd name="T63" fmla="*/ 54 h 256"/>
              <a:gd name="T64" fmla="*/ 218 w 256"/>
              <a:gd name="T65" fmla="*/ 77 h 256"/>
              <a:gd name="T66" fmla="*/ 244 w 256"/>
              <a:gd name="T67" fmla="*/ 108 h 256"/>
              <a:gd name="T68" fmla="*/ 244 w 256"/>
              <a:gd name="T69" fmla="*/ 148 h 256"/>
              <a:gd name="T70" fmla="*/ 218 w 256"/>
              <a:gd name="T71" fmla="*/ 179 h 256"/>
              <a:gd name="T72" fmla="*/ 224 w 256"/>
              <a:gd name="T73" fmla="*/ 202 h 256"/>
              <a:gd name="T74" fmla="*/ 192 w 256"/>
              <a:gd name="T75" fmla="*/ 220 h 256"/>
              <a:gd name="T76" fmla="*/ 182 w 256"/>
              <a:gd name="T77" fmla="*/ 225 h 256"/>
              <a:gd name="T78" fmla="*/ 199 w 256"/>
              <a:gd name="T79" fmla="*/ 233 h 256"/>
              <a:gd name="T80" fmla="*/ 230 w 256"/>
              <a:gd name="T81" fmla="*/ 190 h 256"/>
              <a:gd name="T82" fmla="*/ 235 w 256"/>
              <a:gd name="T83" fmla="*/ 158 h 256"/>
              <a:gd name="T84" fmla="*/ 256 w 256"/>
              <a:gd name="T85" fmla="*/ 144 h 256"/>
              <a:gd name="T86" fmla="*/ 136 w 256"/>
              <a:gd name="T87" fmla="*/ 123 h 256"/>
              <a:gd name="T88" fmla="*/ 131 w 256"/>
              <a:gd name="T89" fmla="*/ 85 h 256"/>
              <a:gd name="T90" fmla="*/ 110 w 256"/>
              <a:gd name="T91" fmla="*/ 111 h 256"/>
              <a:gd name="T92" fmla="*/ 120 w 256"/>
              <a:gd name="T93" fmla="*/ 123 h 256"/>
              <a:gd name="T94" fmla="*/ 128 w 256"/>
              <a:gd name="T95" fmla="*/ 94 h 256"/>
              <a:gd name="T96" fmla="*/ 136 w 256"/>
              <a:gd name="T97" fmla="*/ 123 h 256"/>
              <a:gd name="T98" fmla="*/ 156 w 256"/>
              <a:gd name="T99" fmla="*/ 132 h 256"/>
              <a:gd name="T100" fmla="*/ 108 w 256"/>
              <a:gd name="T101" fmla="*/ 140 h 256"/>
              <a:gd name="T102" fmla="*/ 68 w 256"/>
              <a:gd name="T103" fmla="*/ 256 h 256"/>
              <a:gd name="T104" fmla="*/ 108 w 256"/>
              <a:gd name="T105" fmla="*/ 206 h 256"/>
              <a:gd name="T106" fmla="*/ 156 w 256"/>
              <a:gd name="T107" fmla="*/ 256 h 256"/>
              <a:gd name="T108" fmla="*/ 188 w 256"/>
              <a:gd name="T109" fmla="*/ 248 h 256"/>
              <a:gd name="T110" fmla="*/ 116 w 256"/>
              <a:gd name="T111" fmla="*/ 140 h 256"/>
              <a:gd name="T112" fmla="*/ 141 w 256"/>
              <a:gd name="T113" fmla="*/ 161 h 256"/>
              <a:gd name="T114" fmla="*/ 114 w 256"/>
              <a:gd name="T115" fmla="*/ 200 h 256"/>
              <a:gd name="T116" fmla="*/ 114 w 256"/>
              <a:gd name="T117" fmla="*/ 20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173" y="179"/>
                </a:moveTo>
                <a:cubicBezTo>
                  <a:pt x="172" y="180"/>
                  <a:pt x="172" y="183"/>
                  <a:pt x="173" y="184"/>
                </a:cubicBezTo>
                <a:cubicBezTo>
                  <a:pt x="174" y="186"/>
                  <a:pt x="177" y="186"/>
                  <a:pt x="179" y="185"/>
                </a:cubicBezTo>
                <a:cubicBezTo>
                  <a:pt x="195" y="170"/>
                  <a:pt x="204" y="150"/>
                  <a:pt x="204" y="128"/>
                </a:cubicBezTo>
                <a:cubicBezTo>
                  <a:pt x="204" y="86"/>
                  <a:pt x="170" y="52"/>
                  <a:pt x="128" y="52"/>
                </a:cubicBezTo>
                <a:cubicBezTo>
                  <a:pt x="86" y="52"/>
                  <a:pt x="52" y="86"/>
                  <a:pt x="52" y="128"/>
                </a:cubicBezTo>
                <a:cubicBezTo>
                  <a:pt x="52" y="150"/>
                  <a:pt x="61" y="170"/>
                  <a:pt x="77" y="185"/>
                </a:cubicBezTo>
                <a:cubicBezTo>
                  <a:pt x="78" y="185"/>
                  <a:pt x="79" y="186"/>
                  <a:pt x="80" y="186"/>
                </a:cubicBezTo>
                <a:cubicBezTo>
                  <a:pt x="81" y="186"/>
                  <a:pt x="82" y="185"/>
                  <a:pt x="83" y="184"/>
                </a:cubicBezTo>
                <a:cubicBezTo>
                  <a:pt x="84" y="183"/>
                  <a:pt x="84" y="180"/>
                  <a:pt x="83" y="179"/>
                </a:cubicBezTo>
                <a:cubicBezTo>
                  <a:pt x="68" y="166"/>
                  <a:pt x="60" y="147"/>
                  <a:pt x="60" y="128"/>
                </a:cubicBezTo>
                <a:cubicBezTo>
                  <a:pt x="60" y="91"/>
                  <a:pt x="91" y="60"/>
                  <a:pt x="128" y="60"/>
                </a:cubicBezTo>
                <a:cubicBezTo>
                  <a:pt x="165" y="60"/>
                  <a:pt x="196" y="91"/>
                  <a:pt x="196" y="128"/>
                </a:cubicBezTo>
                <a:cubicBezTo>
                  <a:pt x="196" y="147"/>
                  <a:pt x="188" y="166"/>
                  <a:pt x="173" y="179"/>
                </a:cubicBezTo>
                <a:close/>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2" y="64"/>
                  <a:pt x="233" y="60"/>
                  <a:pt x="233" y="57"/>
                </a:cubicBezTo>
                <a:cubicBezTo>
                  <a:pt x="233" y="54"/>
                  <a:pt x="232" y="51"/>
                  <a:pt x="230" y="49"/>
                </a:cubicBezTo>
                <a:cubicBezTo>
                  <a:pt x="207" y="26"/>
                  <a:pt x="207" y="26"/>
                  <a:pt x="207" y="26"/>
                </a:cubicBezTo>
                <a:cubicBezTo>
                  <a:pt x="203" y="21"/>
                  <a:pt x="195" y="21"/>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2" y="53"/>
                  <a:pt x="22"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2" y="195"/>
                  <a:pt x="22" y="203"/>
                  <a:pt x="26" y="207"/>
                </a:cubicBezTo>
                <a:cubicBezTo>
                  <a:pt x="49" y="230"/>
                  <a:pt x="49" y="230"/>
                  <a:pt x="49" y="230"/>
                </a:cubicBezTo>
                <a:cubicBezTo>
                  <a:pt x="53" y="234"/>
                  <a:pt x="61" y="234"/>
                  <a:pt x="66" y="230"/>
                </a:cubicBezTo>
                <a:cubicBezTo>
                  <a:pt x="70" y="226"/>
                  <a:pt x="70" y="226"/>
                  <a:pt x="70" y="226"/>
                </a:cubicBezTo>
                <a:cubicBezTo>
                  <a:pt x="71" y="225"/>
                  <a:pt x="73" y="224"/>
                  <a:pt x="74" y="225"/>
                </a:cubicBezTo>
                <a:cubicBezTo>
                  <a:pt x="76" y="226"/>
                  <a:pt x="78" y="225"/>
                  <a:pt x="79" y="223"/>
                </a:cubicBezTo>
                <a:cubicBezTo>
                  <a:pt x="80" y="221"/>
                  <a:pt x="79" y="218"/>
                  <a:pt x="77" y="218"/>
                </a:cubicBezTo>
                <a:cubicBezTo>
                  <a:pt x="73" y="216"/>
                  <a:pt x="68" y="217"/>
                  <a:pt x="64" y="220"/>
                </a:cubicBezTo>
                <a:cubicBezTo>
                  <a:pt x="60" y="224"/>
                  <a:pt x="60" y="224"/>
                  <a:pt x="60" y="224"/>
                </a:cubicBezTo>
                <a:cubicBezTo>
                  <a:pt x="59" y="226"/>
                  <a:pt x="56" y="226"/>
                  <a:pt x="54" y="224"/>
                </a:cubicBezTo>
                <a:cubicBezTo>
                  <a:pt x="32" y="202"/>
                  <a:pt x="32" y="202"/>
                  <a:pt x="32" y="202"/>
                </a:cubicBezTo>
                <a:cubicBezTo>
                  <a:pt x="30" y="200"/>
                  <a:pt x="30" y="197"/>
                  <a:pt x="32" y="196"/>
                </a:cubicBezTo>
                <a:cubicBezTo>
                  <a:pt x="36" y="192"/>
                  <a:pt x="36" y="192"/>
                  <a:pt x="36" y="192"/>
                </a:cubicBezTo>
                <a:cubicBezTo>
                  <a:pt x="39" y="188"/>
                  <a:pt x="40" y="183"/>
                  <a:pt x="38" y="179"/>
                </a:cubicBezTo>
                <a:cubicBezTo>
                  <a:pt x="29" y="155"/>
                  <a:pt x="29" y="155"/>
                  <a:pt x="29" y="155"/>
                </a:cubicBezTo>
                <a:cubicBezTo>
                  <a:pt x="27" y="151"/>
                  <a:pt x="23"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3" y="108"/>
                  <a:pt x="27" y="105"/>
                  <a:pt x="29" y="101"/>
                </a:cubicBezTo>
                <a:cubicBezTo>
                  <a:pt x="38" y="77"/>
                  <a:pt x="38" y="77"/>
                  <a:pt x="38" y="77"/>
                </a:cubicBezTo>
                <a:cubicBezTo>
                  <a:pt x="40" y="73"/>
                  <a:pt x="39" y="68"/>
                  <a:pt x="36" y="64"/>
                </a:cubicBezTo>
                <a:cubicBezTo>
                  <a:pt x="32" y="60"/>
                  <a:pt x="32" y="60"/>
                  <a:pt x="32" y="60"/>
                </a:cubicBezTo>
                <a:cubicBezTo>
                  <a:pt x="30" y="59"/>
                  <a:pt x="30" y="56"/>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2"/>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6" y="56"/>
                  <a:pt x="226"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cubicBezTo>
                  <a:pt x="248" y="144"/>
                  <a:pt x="248" y="144"/>
                  <a:pt x="248" y="144"/>
                </a:cubicBezTo>
                <a:cubicBezTo>
                  <a:pt x="248" y="146"/>
                  <a:pt x="246" y="148"/>
                  <a:pt x="244" y="148"/>
                </a:cubicBezTo>
                <a:cubicBezTo>
                  <a:pt x="238" y="148"/>
                  <a:pt x="238" y="148"/>
                  <a:pt x="238" y="148"/>
                </a:cubicBezTo>
                <a:cubicBezTo>
                  <a:pt x="234" y="148"/>
                  <a:pt x="229" y="151"/>
                  <a:pt x="227" y="155"/>
                </a:cubicBezTo>
                <a:cubicBezTo>
                  <a:pt x="218" y="179"/>
                  <a:pt x="218" y="179"/>
                  <a:pt x="218" y="179"/>
                </a:cubicBezTo>
                <a:cubicBezTo>
                  <a:pt x="216" y="183"/>
                  <a:pt x="217" y="188"/>
                  <a:pt x="220" y="192"/>
                </a:cubicBezTo>
                <a:cubicBezTo>
                  <a:pt x="224" y="196"/>
                  <a:pt x="224" y="196"/>
                  <a:pt x="224" y="196"/>
                </a:cubicBezTo>
                <a:cubicBezTo>
                  <a:pt x="226" y="197"/>
                  <a:pt x="226" y="200"/>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77" y="218"/>
                  <a:pt x="176" y="221"/>
                  <a:pt x="177" y="223"/>
                </a:cubicBezTo>
                <a:cubicBezTo>
                  <a:pt x="178" y="225"/>
                  <a:pt x="180" y="226"/>
                  <a:pt x="182" y="225"/>
                </a:cubicBezTo>
                <a:cubicBezTo>
                  <a:pt x="183" y="224"/>
                  <a:pt x="185" y="225"/>
                  <a:pt x="186" y="226"/>
                </a:cubicBezTo>
                <a:cubicBezTo>
                  <a:pt x="190" y="230"/>
                  <a:pt x="190" y="230"/>
                  <a:pt x="190" y="230"/>
                </a:cubicBezTo>
                <a:cubicBezTo>
                  <a:pt x="193" y="232"/>
                  <a:pt x="196" y="233"/>
                  <a:pt x="199" y="233"/>
                </a:cubicBezTo>
                <a:cubicBezTo>
                  <a:pt x="202" y="233"/>
                  <a:pt x="205" y="232"/>
                  <a:pt x="207" y="230"/>
                </a:cubicBezTo>
                <a:cubicBezTo>
                  <a:pt x="230" y="207"/>
                  <a:pt x="230" y="207"/>
                  <a:pt x="230" y="207"/>
                </a:cubicBezTo>
                <a:cubicBezTo>
                  <a:pt x="235" y="203"/>
                  <a:pt x="235" y="195"/>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136" y="123"/>
                </a:moveTo>
                <a:cubicBezTo>
                  <a:pt x="137" y="124"/>
                  <a:pt x="140" y="124"/>
                  <a:pt x="141" y="123"/>
                </a:cubicBezTo>
                <a:cubicBezTo>
                  <a:pt x="144" y="119"/>
                  <a:pt x="146" y="115"/>
                  <a:pt x="146" y="111"/>
                </a:cubicBezTo>
                <a:cubicBezTo>
                  <a:pt x="146" y="102"/>
                  <a:pt x="133" y="88"/>
                  <a:pt x="131" y="85"/>
                </a:cubicBezTo>
                <a:cubicBezTo>
                  <a:pt x="128" y="82"/>
                  <a:pt x="128" y="82"/>
                  <a:pt x="128" y="82"/>
                </a:cubicBezTo>
                <a:cubicBezTo>
                  <a:pt x="125" y="85"/>
                  <a:pt x="125" y="85"/>
                  <a:pt x="125" y="85"/>
                </a:cubicBezTo>
                <a:cubicBezTo>
                  <a:pt x="123" y="88"/>
                  <a:pt x="110" y="102"/>
                  <a:pt x="110" y="111"/>
                </a:cubicBezTo>
                <a:cubicBezTo>
                  <a:pt x="110" y="115"/>
                  <a:pt x="112" y="119"/>
                  <a:pt x="115" y="123"/>
                </a:cubicBezTo>
                <a:cubicBezTo>
                  <a:pt x="116" y="124"/>
                  <a:pt x="117" y="124"/>
                  <a:pt x="118" y="124"/>
                </a:cubicBezTo>
                <a:cubicBezTo>
                  <a:pt x="119" y="124"/>
                  <a:pt x="120" y="124"/>
                  <a:pt x="120" y="123"/>
                </a:cubicBezTo>
                <a:cubicBezTo>
                  <a:pt x="122" y="122"/>
                  <a:pt x="122" y="119"/>
                  <a:pt x="121" y="117"/>
                </a:cubicBezTo>
                <a:cubicBezTo>
                  <a:pt x="119" y="116"/>
                  <a:pt x="118" y="113"/>
                  <a:pt x="118" y="111"/>
                </a:cubicBezTo>
                <a:cubicBezTo>
                  <a:pt x="118" y="107"/>
                  <a:pt x="123" y="100"/>
                  <a:pt x="128" y="94"/>
                </a:cubicBezTo>
                <a:cubicBezTo>
                  <a:pt x="133" y="100"/>
                  <a:pt x="138" y="107"/>
                  <a:pt x="138" y="111"/>
                </a:cubicBezTo>
                <a:cubicBezTo>
                  <a:pt x="138" y="113"/>
                  <a:pt x="137" y="116"/>
                  <a:pt x="135" y="117"/>
                </a:cubicBezTo>
                <a:cubicBezTo>
                  <a:pt x="134" y="119"/>
                  <a:pt x="134" y="122"/>
                  <a:pt x="136" y="123"/>
                </a:cubicBezTo>
                <a:close/>
                <a:moveTo>
                  <a:pt x="148" y="140"/>
                </a:moveTo>
                <a:cubicBezTo>
                  <a:pt x="156" y="140"/>
                  <a:pt x="156" y="140"/>
                  <a:pt x="156" y="140"/>
                </a:cubicBezTo>
                <a:cubicBezTo>
                  <a:pt x="156" y="132"/>
                  <a:pt x="156" y="132"/>
                  <a:pt x="156" y="132"/>
                </a:cubicBezTo>
                <a:cubicBezTo>
                  <a:pt x="100" y="132"/>
                  <a:pt x="100" y="132"/>
                  <a:pt x="100" y="132"/>
                </a:cubicBezTo>
                <a:cubicBezTo>
                  <a:pt x="100" y="140"/>
                  <a:pt x="100" y="140"/>
                  <a:pt x="100" y="140"/>
                </a:cubicBezTo>
                <a:cubicBezTo>
                  <a:pt x="108" y="140"/>
                  <a:pt x="108" y="140"/>
                  <a:pt x="108" y="140"/>
                </a:cubicBezTo>
                <a:cubicBezTo>
                  <a:pt x="96" y="248"/>
                  <a:pt x="96" y="248"/>
                  <a:pt x="96" y="248"/>
                </a:cubicBezTo>
                <a:cubicBezTo>
                  <a:pt x="68" y="248"/>
                  <a:pt x="68" y="248"/>
                  <a:pt x="68" y="248"/>
                </a:cubicBezTo>
                <a:cubicBezTo>
                  <a:pt x="68" y="256"/>
                  <a:pt x="68" y="256"/>
                  <a:pt x="68" y="256"/>
                </a:cubicBezTo>
                <a:cubicBezTo>
                  <a:pt x="99" y="256"/>
                  <a:pt x="99" y="256"/>
                  <a:pt x="99" y="256"/>
                </a:cubicBezTo>
                <a:cubicBezTo>
                  <a:pt x="101" y="256"/>
                  <a:pt x="103" y="254"/>
                  <a:pt x="103" y="252"/>
                </a:cubicBezTo>
                <a:cubicBezTo>
                  <a:pt x="108" y="206"/>
                  <a:pt x="108" y="206"/>
                  <a:pt x="108" y="206"/>
                </a:cubicBezTo>
                <a:cubicBezTo>
                  <a:pt x="153" y="255"/>
                  <a:pt x="153" y="255"/>
                  <a:pt x="153" y="255"/>
                </a:cubicBezTo>
                <a:cubicBezTo>
                  <a:pt x="154" y="256"/>
                  <a:pt x="155" y="256"/>
                  <a:pt x="156" y="256"/>
                </a:cubicBezTo>
                <a:cubicBezTo>
                  <a:pt x="156" y="256"/>
                  <a:pt x="156" y="256"/>
                  <a:pt x="156" y="256"/>
                </a:cubicBezTo>
                <a:cubicBezTo>
                  <a:pt x="156" y="256"/>
                  <a:pt x="157" y="256"/>
                  <a:pt x="157" y="256"/>
                </a:cubicBezTo>
                <a:cubicBezTo>
                  <a:pt x="188" y="256"/>
                  <a:pt x="188" y="256"/>
                  <a:pt x="188" y="256"/>
                </a:cubicBezTo>
                <a:cubicBezTo>
                  <a:pt x="188" y="248"/>
                  <a:pt x="188" y="248"/>
                  <a:pt x="188" y="248"/>
                </a:cubicBezTo>
                <a:cubicBezTo>
                  <a:pt x="160" y="248"/>
                  <a:pt x="160" y="248"/>
                  <a:pt x="160" y="248"/>
                </a:cubicBezTo>
                <a:lnTo>
                  <a:pt x="148" y="140"/>
                </a:lnTo>
                <a:close/>
                <a:moveTo>
                  <a:pt x="116" y="140"/>
                </a:moveTo>
                <a:cubicBezTo>
                  <a:pt x="140" y="140"/>
                  <a:pt x="140" y="140"/>
                  <a:pt x="140" y="140"/>
                </a:cubicBezTo>
                <a:cubicBezTo>
                  <a:pt x="143" y="160"/>
                  <a:pt x="143" y="160"/>
                  <a:pt x="143" y="160"/>
                </a:cubicBezTo>
                <a:cubicBezTo>
                  <a:pt x="142" y="160"/>
                  <a:pt x="142" y="161"/>
                  <a:pt x="141" y="161"/>
                </a:cubicBezTo>
                <a:cubicBezTo>
                  <a:pt x="110" y="192"/>
                  <a:pt x="110" y="192"/>
                  <a:pt x="110" y="192"/>
                </a:cubicBezTo>
                <a:lnTo>
                  <a:pt x="116" y="140"/>
                </a:lnTo>
                <a:close/>
                <a:moveTo>
                  <a:pt x="114" y="200"/>
                </a:moveTo>
                <a:cubicBezTo>
                  <a:pt x="144" y="170"/>
                  <a:pt x="144" y="170"/>
                  <a:pt x="144" y="170"/>
                </a:cubicBezTo>
                <a:cubicBezTo>
                  <a:pt x="151" y="241"/>
                  <a:pt x="151" y="241"/>
                  <a:pt x="151" y="241"/>
                </a:cubicBezTo>
                <a:lnTo>
                  <a:pt x="114" y="20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4" name="Freeform 59">
            <a:extLst>
              <a:ext uri="{FF2B5EF4-FFF2-40B4-BE49-F238E27FC236}">
                <a16:creationId xmlns:a16="http://schemas.microsoft.com/office/drawing/2014/main" id="{E3BF5A6A-A1AC-4933-AD36-7B5D5C85AD33}"/>
              </a:ext>
            </a:extLst>
          </p:cNvPr>
          <p:cNvSpPr>
            <a:spLocks noChangeAspect="1" noEditPoints="1"/>
          </p:cNvSpPr>
          <p:nvPr/>
        </p:nvSpPr>
        <p:spPr bwMode="auto">
          <a:xfrm>
            <a:off x="5411318" y="1463237"/>
            <a:ext cx="400050" cy="400050"/>
          </a:xfrm>
          <a:custGeom>
            <a:avLst/>
            <a:gdLst>
              <a:gd name="T0" fmla="*/ 225 w 256"/>
              <a:gd name="T1" fmla="*/ 74 h 256"/>
              <a:gd name="T2" fmla="*/ 207 w 256"/>
              <a:gd name="T3" fmla="*/ 26 h 256"/>
              <a:gd name="T4" fmla="*/ 158 w 256"/>
              <a:gd name="T5" fmla="*/ 21 h 256"/>
              <a:gd name="T6" fmla="*/ 112 w 256"/>
              <a:gd name="T7" fmla="*/ 0 h 256"/>
              <a:gd name="T8" fmla="*/ 74 w 256"/>
              <a:gd name="T9" fmla="*/ 31 h 256"/>
              <a:gd name="T10" fmla="*/ 26 w 256"/>
              <a:gd name="T11" fmla="*/ 49 h 256"/>
              <a:gd name="T12" fmla="*/ 21 w 256"/>
              <a:gd name="T13" fmla="*/ 98 h 256"/>
              <a:gd name="T14" fmla="*/ 0 w 256"/>
              <a:gd name="T15" fmla="*/ 144 h 256"/>
              <a:gd name="T16" fmla="*/ 31 w 256"/>
              <a:gd name="T17" fmla="*/ 182 h 256"/>
              <a:gd name="T18" fmla="*/ 26 w 256"/>
              <a:gd name="T19" fmla="*/ 207 h 256"/>
              <a:gd name="T20" fmla="*/ 74 w 256"/>
              <a:gd name="T21" fmla="*/ 225 h 256"/>
              <a:gd name="T22" fmla="*/ 112 w 256"/>
              <a:gd name="T23" fmla="*/ 256 h 256"/>
              <a:gd name="T24" fmla="*/ 158 w 256"/>
              <a:gd name="T25" fmla="*/ 235 h 256"/>
              <a:gd name="T26" fmla="*/ 207 w 256"/>
              <a:gd name="T27" fmla="*/ 230 h 256"/>
              <a:gd name="T28" fmla="*/ 226 w 256"/>
              <a:gd name="T29" fmla="*/ 186 h 256"/>
              <a:gd name="T30" fmla="*/ 244 w 256"/>
              <a:gd name="T31" fmla="*/ 156 h 256"/>
              <a:gd name="T32" fmla="*/ 248 w 256"/>
              <a:gd name="T33" fmla="*/ 144 h 256"/>
              <a:gd name="T34" fmla="*/ 218 w 256"/>
              <a:gd name="T35" fmla="*/ 179 h 256"/>
              <a:gd name="T36" fmla="*/ 224 w 256"/>
              <a:gd name="T37" fmla="*/ 202 h 256"/>
              <a:gd name="T38" fmla="*/ 179 w 256"/>
              <a:gd name="T39" fmla="*/ 218 h 256"/>
              <a:gd name="T40" fmla="*/ 144 w 256"/>
              <a:gd name="T41" fmla="*/ 248 h 256"/>
              <a:gd name="T42" fmla="*/ 101 w 256"/>
              <a:gd name="T43" fmla="*/ 227 h 256"/>
              <a:gd name="T44" fmla="*/ 60 w 256"/>
              <a:gd name="T45" fmla="*/ 224 h 256"/>
              <a:gd name="T46" fmla="*/ 32 w 256"/>
              <a:gd name="T47" fmla="*/ 196 h 256"/>
              <a:gd name="T48" fmla="*/ 18 w 256"/>
              <a:gd name="T49" fmla="*/ 148 h 256"/>
              <a:gd name="T50" fmla="*/ 12 w 256"/>
              <a:gd name="T51" fmla="*/ 108 h 256"/>
              <a:gd name="T52" fmla="*/ 36 w 256"/>
              <a:gd name="T53" fmla="*/ 64 h 256"/>
              <a:gd name="T54" fmla="*/ 54 w 256"/>
              <a:gd name="T55" fmla="*/ 32 h 256"/>
              <a:gd name="T56" fmla="*/ 101 w 256"/>
              <a:gd name="T57" fmla="*/ 29 h 256"/>
              <a:gd name="T58" fmla="*/ 144 w 256"/>
              <a:gd name="T59" fmla="*/ 8 h 256"/>
              <a:gd name="T60" fmla="*/ 179 w 256"/>
              <a:gd name="T61" fmla="*/ 38 h 256"/>
              <a:gd name="T62" fmla="*/ 224 w 256"/>
              <a:gd name="T63" fmla="*/ 54 h 256"/>
              <a:gd name="T64" fmla="*/ 218 w 256"/>
              <a:gd name="T65" fmla="*/ 77 h 256"/>
              <a:gd name="T66" fmla="*/ 248 w 256"/>
              <a:gd name="T67" fmla="*/ 112 h 256"/>
              <a:gd name="T68" fmla="*/ 128 w 256"/>
              <a:gd name="T69" fmla="*/ 212 h 256"/>
              <a:gd name="T70" fmla="*/ 70 w 256"/>
              <a:gd name="T71" fmla="*/ 177 h 256"/>
              <a:gd name="T72" fmla="*/ 108 w 256"/>
              <a:gd name="T73" fmla="*/ 152 h 256"/>
              <a:gd name="T74" fmla="*/ 128 w 256"/>
              <a:gd name="T75" fmla="*/ 204 h 256"/>
              <a:gd name="T76" fmla="*/ 122 w 256"/>
              <a:gd name="T77" fmla="*/ 156 h 256"/>
              <a:gd name="T78" fmla="*/ 132 w 256"/>
              <a:gd name="T79" fmla="*/ 173 h 256"/>
              <a:gd name="T80" fmla="*/ 140 w 256"/>
              <a:gd name="T81" fmla="*/ 172 h 256"/>
              <a:gd name="T82" fmla="*/ 184 w 256"/>
              <a:gd name="T83" fmla="*/ 175 h 256"/>
              <a:gd name="T84" fmla="*/ 191 w 256"/>
              <a:gd name="T85" fmla="*/ 170 h 256"/>
              <a:gd name="T86" fmla="*/ 128 w 256"/>
              <a:gd name="T87" fmla="*/ 148 h 256"/>
              <a:gd name="T88" fmla="*/ 65 w 256"/>
              <a:gd name="T89" fmla="*/ 170 h 256"/>
              <a:gd name="T90" fmla="*/ 191 w 256"/>
              <a:gd name="T91" fmla="*/ 170 h 256"/>
              <a:gd name="T92" fmla="*/ 99 w 256"/>
              <a:gd name="T93" fmla="*/ 108 h 256"/>
              <a:gd name="T94" fmla="*/ 118 w 256"/>
              <a:gd name="T95" fmla="*/ 129 h 256"/>
              <a:gd name="T96" fmla="*/ 120 w 256"/>
              <a:gd name="T97" fmla="*/ 81 h 256"/>
              <a:gd name="T98" fmla="*/ 149 w 256"/>
              <a:gd name="T99" fmla="*/ 109 h 256"/>
              <a:gd name="T100" fmla="*/ 142 w 256"/>
              <a:gd name="T101" fmla="*/ 135 h 256"/>
              <a:gd name="T102" fmla="*/ 139 w 256"/>
              <a:gd name="T103" fmla="*/ 7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6">
                <a:moveTo>
                  <a:pt x="244" y="100"/>
                </a:moveTo>
                <a:cubicBezTo>
                  <a:pt x="238" y="100"/>
                  <a:pt x="238" y="100"/>
                  <a:pt x="238" y="100"/>
                </a:cubicBezTo>
                <a:cubicBezTo>
                  <a:pt x="237" y="100"/>
                  <a:pt x="235" y="99"/>
                  <a:pt x="235" y="98"/>
                </a:cubicBezTo>
                <a:cubicBezTo>
                  <a:pt x="225" y="74"/>
                  <a:pt x="225" y="74"/>
                  <a:pt x="225" y="74"/>
                </a:cubicBezTo>
                <a:cubicBezTo>
                  <a:pt x="224" y="73"/>
                  <a:pt x="225" y="71"/>
                  <a:pt x="226" y="70"/>
                </a:cubicBezTo>
                <a:cubicBezTo>
                  <a:pt x="230" y="66"/>
                  <a:pt x="230" y="66"/>
                  <a:pt x="230" y="66"/>
                </a:cubicBezTo>
                <a:cubicBezTo>
                  <a:pt x="235" y="61"/>
                  <a:pt x="235" y="53"/>
                  <a:pt x="230" y="49"/>
                </a:cubicBezTo>
                <a:cubicBezTo>
                  <a:pt x="207" y="26"/>
                  <a:pt x="207" y="26"/>
                  <a:pt x="207" y="26"/>
                </a:cubicBezTo>
                <a:cubicBezTo>
                  <a:pt x="203" y="22"/>
                  <a:pt x="195" y="22"/>
                  <a:pt x="190" y="26"/>
                </a:cubicBezTo>
                <a:cubicBezTo>
                  <a:pt x="186" y="30"/>
                  <a:pt x="186" y="30"/>
                  <a:pt x="186" y="30"/>
                </a:cubicBezTo>
                <a:cubicBezTo>
                  <a:pt x="185" y="31"/>
                  <a:pt x="183" y="32"/>
                  <a:pt x="182" y="31"/>
                </a:cubicBezTo>
                <a:cubicBezTo>
                  <a:pt x="158" y="21"/>
                  <a:pt x="158" y="21"/>
                  <a:pt x="158" y="21"/>
                </a:cubicBezTo>
                <a:cubicBezTo>
                  <a:pt x="157" y="21"/>
                  <a:pt x="156" y="19"/>
                  <a:pt x="156" y="18"/>
                </a:cubicBezTo>
                <a:cubicBezTo>
                  <a:pt x="156" y="12"/>
                  <a:pt x="156" y="12"/>
                  <a:pt x="156" y="12"/>
                </a:cubicBezTo>
                <a:cubicBezTo>
                  <a:pt x="156" y="5"/>
                  <a:pt x="151" y="0"/>
                  <a:pt x="144"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2"/>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4" y="192"/>
                  <a:pt x="23" y="196"/>
                  <a:pt x="23" y="199"/>
                </a:cubicBezTo>
                <a:cubicBezTo>
                  <a:pt x="23" y="202"/>
                  <a:pt x="24" y="205"/>
                  <a:pt x="26" y="207"/>
                </a:cubicBezTo>
                <a:cubicBezTo>
                  <a:pt x="49" y="230"/>
                  <a:pt x="49" y="230"/>
                  <a:pt x="49" y="230"/>
                </a:cubicBezTo>
                <a:cubicBezTo>
                  <a:pt x="53" y="235"/>
                  <a:pt x="61" y="234"/>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44" y="256"/>
                  <a:pt x="144" y="256"/>
                  <a:pt x="144" y="256"/>
                </a:cubicBezTo>
                <a:cubicBezTo>
                  <a:pt x="151" y="256"/>
                  <a:pt x="156" y="251"/>
                  <a:pt x="156" y="244"/>
                </a:cubicBezTo>
                <a:cubicBezTo>
                  <a:pt x="156" y="238"/>
                  <a:pt x="156" y="238"/>
                  <a:pt x="156" y="238"/>
                </a:cubicBezTo>
                <a:cubicBezTo>
                  <a:pt x="156" y="237"/>
                  <a:pt x="157" y="235"/>
                  <a:pt x="158" y="235"/>
                </a:cubicBezTo>
                <a:cubicBezTo>
                  <a:pt x="182" y="225"/>
                  <a:pt x="182" y="225"/>
                  <a:pt x="182" y="225"/>
                </a:cubicBezTo>
                <a:cubicBezTo>
                  <a:pt x="183" y="224"/>
                  <a:pt x="185" y="225"/>
                  <a:pt x="186" y="226"/>
                </a:cubicBezTo>
                <a:cubicBezTo>
                  <a:pt x="190" y="230"/>
                  <a:pt x="190" y="230"/>
                  <a:pt x="190" y="230"/>
                </a:cubicBezTo>
                <a:cubicBezTo>
                  <a:pt x="195" y="234"/>
                  <a:pt x="203" y="234"/>
                  <a:pt x="207" y="230"/>
                </a:cubicBezTo>
                <a:cubicBezTo>
                  <a:pt x="230" y="207"/>
                  <a:pt x="230" y="207"/>
                  <a:pt x="230" y="207"/>
                </a:cubicBezTo>
                <a:cubicBezTo>
                  <a:pt x="232" y="205"/>
                  <a:pt x="233" y="202"/>
                  <a:pt x="233" y="199"/>
                </a:cubicBezTo>
                <a:cubicBezTo>
                  <a:pt x="233" y="196"/>
                  <a:pt x="232" y="192"/>
                  <a:pt x="230" y="190"/>
                </a:cubicBezTo>
                <a:cubicBezTo>
                  <a:pt x="226" y="186"/>
                  <a:pt x="226" y="186"/>
                  <a:pt x="226" y="186"/>
                </a:cubicBezTo>
                <a:cubicBezTo>
                  <a:pt x="225" y="185"/>
                  <a:pt x="224" y="183"/>
                  <a:pt x="225" y="182"/>
                </a:cubicBezTo>
                <a:cubicBezTo>
                  <a:pt x="235" y="158"/>
                  <a:pt x="235" y="158"/>
                  <a:pt x="235" y="158"/>
                </a:cubicBezTo>
                <a:cubicBezTo>
                  <a:pt x="235" y="157"/>
                  <a:pt x="237" y="156"/>
                  <a:pt x="238" y="156"/>
                </a:cubicBezTo>
                <a:cubicBezTo>
                  <a:pt x="244" y="156"/>
                  <a:pt x="244" y="156"/>
                  <a:pt x="244" y="156"/>
                </a:cubicBezTo>
                <a:cubicBezTo>
                  <a:pt x="251" y="156"/>
                  <a:pt x="256" y="151"/>
                  <a:pt x="256" y="144"/>
                </a:cubicBezTo>
                <a:cubicBezTo>
                  <a:pt x="256" y="112"/>
                  <a:pt x="256" y="112"/>
                  <a:pt x="256" y="112"/>
                </a:cubicBezTo>
                <a:cubicBezTo>
                  <a:pt x="256" y="105"/>
                  <a:pt x="251" y="100"/>
                  <a:pt x="244" y="100"/>
                </a:cubicBezTo>
                <a:close/>
                <a:moveTo>
                  <a:pt x="248" y="144"/>
                </a:moveTo>
                <a:cubicBezTo>
                  <a:pt x="248" y="146"/>
                  <a:pt x="246" y="148"/>
                  <a:pt x="244" y="148"/>
                </a:cubicBezTo>
                <a:cubicBezTo>
                  <a:pt x="238" y="148"/>
                  <a:pt x="238" y="148"/>
                  <a:pt x="238" y="148"/>
                </a:cubicBezTo>
                <a:cubicBezTo>
                  <a:pt x="234" y="148"/>
                  <a:pt x="229" y="151"/>
                  <a:pt x="227" y="155"/>
                </a:cubicBezTo>
                <a:cubicBezTo>
                  <a:pt x="218" y="179"/>
                  <a:pt x="218" y="179"/>
                  <a:pt x="218" y="179"/>
                </a:cubicBezTo>
                <a:cubicBezTo>
                  <a:pt x="216" y="183"/>
                  <a:pt x="217" y="188"/>
                  <a:pt x="220" y="192"/>
                </a:cubicBezTo>
                <a:cubicBezTo>
                  <a:pt x="224" y="196"/>
                  <a:pt x="224" y="196"/>
                  <a:pt x="224" y="196"/>
                </a:cubicBezTo>
                <a:cubicBezTo>
                  <a:pt x="225" y="197"/>
                  <a:pt x="225" y="198"/>
                  <a:pt x="225" y="199"/>
                </a:cubicBezTo>
                <a:cubicBezTo>
                  <a:pt x="225" y="200"/>
                  <a:pt x="225" y="201"/>
                  <a:pt x="224" y="202"/>
                </a:cubicBezTo>
                <a:cubicBezTo>
                  <a:pt x="202" y="224"/>
                  <a:pt x="202" y="224"/>
                  <a:pt x="202" y="224"/>
                </a:cubicBezTo>
                <a:cubicBezTo>
                  <a:pt x="200" y="226"/>
                  <a:pt x="197" y="226"/>
                  <a:pt x="196" y="224"/>
                </a:cubicBezTo>
                <a:cubicBezTo>
                  <a:pt x="192" y="220"/>
                  <a:pt x="192" y="220"/>
                  <a:pt x="192" y="220"/>
                </a:cubicBezTo>
                <a:cubicBezTo>
                  <a:pt x="188" y="217"/>
                  <a:pt x="183" y="216"/>
                  <a:pt x="179" y="218"/>
                </a:cubicBezTo>
                <a:cubicBezTo>
                  <a:pt x="155" y="227"/>
                  <a:pt x="155" y="227"/>
                  <a:pt x="155" y="227"/>
                </a:cubicBezTo>
                <a:cubicBezTo>
                  <a:pt x="151" y="229"/>
                  <a:pt x="148" y="234"/>
                  <a:pt x="148" y="238"/>
                </a:cubicBezTo>
                <a:cubicBezTo>
                  <a:pt x="148" y="244"/>
                  <a:pt x="148" y="244"/>
                  <a:pt x="148" y="244"/>
                </a:cubicBezTo>
                <a:cubicBezTo>
                  <a:pt x="148" y="246"/>
                  <a:pt x="146" y="248"/>
                  <a:pt x="14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6" y="217"/>
                  <a:pt x="74" y="217"/>
                  <a:pt x="73" y="217"/>
                </a:cubicBezTo>
                <a:cubicBezTo>
                  <a:pt x="69" y="217"/>
                  <a:pt x="66" y="218"/>
                  <a:pt x="64" y="220"/>
                </a:cubicBezTo>
                <a:cubicBezTo>
                  <a:pt x="60" y="224"/>
                  <a:pt x="60" y="224"/>
                  <a:pt x="60" y="224"/>
                </a:cubicBezTo>
                <a:cubicBezTo>
                  <a:pt x="59" y="226"/>
                  <a:pt x="56" y="226"/>
                  <a:pt x="54" y="224"/>
                </a:cubicBezTo>
                <a:cubicBezTo>
                  <a:pt x="32" y="202"/>
                  <a:pt x="32" y="202"/>
                  <a:pt x="32" y="202"/>
                </a:cubicBezTo>
                <a:cubicBezTo>
                  <a:pt x="31" y="201"/>
                  <a:pt x="31" y="200"/>
                  <a:pt x="31" y="199"/>
                </a:cubicBezTo>
                <a:cubicBezTo>
                  <a:pt x="31" y="198"/>
                  <a:pt x="31"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1" y="59"/>
                  <a:pt x="31" y="58"/>
                  <a:pt x="31" y="57"/>
                </a:cubicBezTo>
                <a:cubicBezTo>
                  <a:pt x="31" y="56"/>
                  <a:pt x="31" y="55"/>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44" y="8"/>
                  <a:pt x="144" y="8"/>
                  <a:pt x="144" y="8"/>
                </a:cubicBezTo>
                <a:cubicBezTo>
                  <a:pt x="146" y="8"/>
                  <a:pt x="148" y="10"/>
                  <a:pt x="148" y="12"/>
                </a:cubicBezTo>
                <a:cubicBezTo>
                  <a:pt x="148" y="18"/>
                  <a:pt x="148" y="18"/>
                  <a:pt x="148" y="18"/>
                </a:cubicBezTo>
                <a:cubicBezTo>
                  <a:pt x="148" y="23"/>
                  <a:pt x="151" y="27"/>
                  <a:pt x="155" y="29"/>
                </a:cubicBezTo>
                <a:cubicBezTo>
                  <a:pt x="179" y="38"/>
                  <a:pt x="179" y="38"/>
                  <a:pt x="179" y="38"/>
                </a:cubicBezTo>
                <a:cubicBezTo>
                  <a:pt x="183" y="40"/>
                  <a:pt x="188" y="39"/>
                  <a:pt x="192" y="36"/>
                </a:cubicBezTo>
                <a:cubicBezTo>
                  <a:pt x="196" y="32"/>
                  <a:pt x="196" y="32"/>
                  <a:pt x="196" y="32"/>
                </a:cubicBezTo>
                <a:cubicBezTo>
                  <a:pt x="197" y="30"/>
                  <a:pt x="200" y="30"/>
                  <a:pt x="202" y="32"/>
                </a:cubicBezTo>
                <a:cubicBezTo>
                  <a:pt x="224" y="54"/>
                  <a:pt x="224" y="54"/>
                  <a:pt x="224" y="54"/>
                </a:cubicBezTo>
                <a:cubicBezTo>
                  <a:pt x="225" y="55"/>
                  <a:pt x="225" y="56"/>
                  <a:pt x="225" y="57"/>
                </a:cubicBezTo>
                <a:cubicBezTo>
                  <a:pt x="225" y="58"/>
                  <a:pt x="225" y="59"/>
                  <a:pt x="224" y="60"/>
                </a:cubicBezTo>
                <a:cubicBezTo>
                  <a:pt x="220" y="64"/>
                  <a:pt x="220" y="64"/>
                  <a:pt x="220" y="64"/>
                </a:cubicBezTo>
                <a:cubicBezTo>
                  <a:pt x="217" y="68"/>
                  <a:pt x="216" y="73"/>
                  <a:pt x="218" y="77"/>
                </a:cubicBezTo>
                <a:cubicBezTo>
                  <a:pt x="227" y="101"/>
                  <a:pt x="227" y="101"/>
                  <a:pt x="227" y="101"/>
                </a:cubicBezTo>
                <a:cubicBezTo>
                  <a:pt x="229" y="105"/>
                  <a:pt x="234" y="108"/>
                  <a:pt x="238" y="108"/>
                </a:cubicBezTo>
                <a:cubicBezTo>
                  <a:pt x="244" y="108"/>
                  <a:pt x="244" y="108"/>
                  <a:pt x="244" y="108"/>
                </a:cubicBezTo>
                <a:cubicBezTo>
                  <a:pt x="246" y="108"/>
                  <a:pt x="248" y="110"/>
                  <a:pt x="248" y="112"/>
                </a:cubicBezTo>
                <a:lnTo>
                  <a:pt x="248" y="144"/>
                </a:lnTo>
                <a:close/>
                <a:moveTo>
                  <a:pt x="128" y="44"/>
                </a:moveTo>
                <a:cubicBezTo>
                  <a:pt x="82" y="44"/>
                  <a:pt x="44" y="82"/>
                  <a:pt x="44" y="128"/>
                </a:cubicBezTo>
                <a:cubicBezTo>
                  <a:pt x="44" y="174"/>
                  <a:pt x="82" y="212"/>
                  <a:pt x="128" y="212"/>
                </a:cubicBezTo>
                <a:cubicBezTo>
                  <a:pt x="174" y="212"/>
                  <a:pt x="212" y="174"/>
                  <a:pt x="212" y="128"/>
                </a:cubicBezTo>
                <a:cubicBezTo>
                  <a:pt x="212" y="82"/>
                  <a:pt x="174" y="44"/>
                  <a:pt x="128" y="44"/>
                </a:cubicBezTo>
                <a:close/>
                <a:moveTo>
                  <a:pt x="112" y="202"/>
                </a:moveTo>
                <a:cubicBezTo>
                  <a:pt x="96" y="199"/>
                  <a:pt x="81" y="190"/>
                  <a:pt x="70" y="177"/>
                </a:cubicBezTo>
                <a:cubicBezTo>
                  <a:pt x="70" y="177"/>
                  <a:pt x="70" y="177"/>
                  <a:pt x="70" y="177"/>
                </a:cubicBezTo>
                <a:cubicBezTo>
                  <a:pt x="71" y="176"/>
                  <a:pt x="71" y="176"/>
                  <a:pt x="72" y="175"/>
                </a:cubicBezTo>
                <a:cubicBezTo>
                  <a:pt x="74" y="169"/>
                  <a:pt x="78" y="166"/>
                  <a:pt x="82" y="164"/>
                </a:cubicBezTo>
                <a:cubicBezTo>
                  <a:pt x="108" y="152"/>
                  <a:pt x="108" y="152"/>
                  <a:pt x="108" y="152"/>
                </a:cubicBezTo>
                <a:cubicBezTo>
                  <a:pt x="109" y="153"/>
                  <a:pt x="112" y="154"/>
                  <a:pt x="114" y="154"/>
                </a:cubicBezTo>
                <a:cubicBezTo>
                  <a:pt x="113" y="160"/>
                  <a:pt x="114" y="168"/>
                  <a:pt x="116" y="172"/>
                </a:cubicBezTo>
                <a:cubicBezTo>
                  <a:pt x="115" y="176"/>
                  <a:pt x="112" y="189"/>
                  <a:pt x="112" y="202"/>
                </a:cubicBezTo>
                <a:close/>
                <a:moveTo>
                  <a:pt x="128" y="204"/>
                </a:moveTo>
                <a:cubicBezTo>
                  <a:pt x="125" y="204"/>
                  <a:pt x="123" y="204"/>
                  <a:pt x="120" y="204"/>
                </a:cubicBezTo>
                <a:cubicBezTo>
                  <a:pt x="120" y="188"/>
                  <a:pt x="124" y="173"/>
                  <a:pt x="124" y="173"/>
                </a:cubicBezTo>
                <a:cubicBezTo>
                  <a:pt x="124" y="172"/>
                  <a:pt x="124" y="171"/>
                  <a:pt x="124" y="170"/>
                </a:cubicBezTo>
                <a:cubicBezTo>
                  <a:pt x="122" y="167"/>
                  <a:pt x="121" y="159"/>
                  <a:pt x="122" y="156"/>
                </a:cubicBezTo>
                <a:cubicBezTo>
                  <a:pt x="124" y="156"/>
                  <a:pt x="126" y="156"/>
                  <a:pt x="128" y="156"/>
                </a:cubicBezTo>
                <a:cubicBezTo>
                  <a:pt x="130" y="156"/>
                  <a:pt x="132" y="156"/>
                  <a:pt x="134" y="156"/>
                </a:cubicBezTo>
                <a:cubicBezTo>
                  <a:pt x="135" y="159"/>
                  <a:pt x="134" y="167"/>
                  <a:pt x="132" y="170"/>
                </a:cubicBezTo>
                <a:cubicBezTo>
                  <a:pt x="132" y="171"/>
                  <a:pt x="132" y="172"/>
                  <a:pt x="132" y="173"/>
                </a:cubicBezTo>
                <a:cubicBezTo>
                  <a:pt x="132" y="173"/>
                  <a:pt x="136" y="188"/>
                  <a:pt x="136" y="204"/>
                </a:cubicBezTo>
                <a:cubicBezTo>
                  <a:pt x="133" y="204"/>
                  <a:pt x="131" y="204"/>
                  <a:pt x="128" y="204"/>
                </a:cubicBezTo>
                <a:close/>
                <a:moveTo>
                  <a:pt x="144" y="202"/>
                </a:moveTo>
                <a:cubicBezTo>
                  <a:pt x="144" y="189"/>
                  <a:pt x="141" y="176"/>
                  <a:pt x="140" y="172"/>
                </a:cubicBezTo>
                <a:cubicBezTo>
                  <a:pt x="142" y="168"/>
                  <a:pt x="143" y="160"/>
                  <a:pt x="142" y="154"/>
                </a:cubicBezTo>
                <a:cubicBezTo>
                  <a:pt x="144" y="154"/>
                  <a:pt x="147" y="153"/>
                  <a:pt x="148" y="152"/>
                </a:cubicBezTo>
                <a:cubicBezTo>
                  <a:pt x="174" y="164"/>
                  <a:pt x="174" y="164"/>
                  <a:pt x="174" y="164"/>
                </a:cubicBezTo>
                <a:cubicBezTo>
                  <a:pt x="179" y="166"/>
                  <a:pt x="182" y="169"/>
                  <a:pt x="184" y="175"/>
                </a:cubicBezTo>
                <a:cubicBezTo>
                  <a:pt x="185" y="176"/>
                  <a:pt x="185" y="176"/>
                  <a:pt x="186" y="177"/>
                </a:cubicBezTo>
                <a:cubicBezTo>
                  <a:pt x="186" y="177"/>
                  <a:pt x="186" y="177"/>
                  <a:pt x="186" y="177"/>
                </a:cubicBezTo>
                <a:cubicBezTo>
                  <a:pt x="175" y="190"/>
                  <a:pt x="160" y="199"/>
                  <a:pt x="144" y="202"/>
                </a:cubicBezTo>
                <a:close/>
                <a:moveTo>
                  <a:pt x="191" y="170"/>
                </a:moveTo>
                <a:cubicBezTo>
                  <a:pt x="188" y="164"/>
                  <a:pt x="183" y="159"/>
                  <a:pt x="178" y="156"/>
                </a:cubicBezTo>
                <a:cubicBezTo>
                  <a:pt x="150" y="144"/>
                  <a:pt x="150" y="144"/>
                  <a:pt x="150" y="144"/>
                </a:cubicBezTo>
                <a:cubicBezTo>
                  <a:pt x="148" y="144"/>
                  <a:pt x="147" y="144"/>
                  <a:pt x="146" y="144"/>
                </a:cubicBezTo>
                <a:cubicBezTo>
                  <a:pt x="146" y="144"/>
                  <a:pt x="139" y="148"/>
                  <a:pt x="128" y="148"/>
                </a:cubicBezTo>
                <a:cubicBezTo>
                  <a:pt x="117" y="148"/>
                  <a:pt x="110" y="144"/>
                  <a:pt x="110" y="144"/>
                </a:cubicBezTo>
                <a:cubicBezTo>
                  <a:pt x="109" y="144"/>
                  <a:pt x="108" y="144"/>
                  <a:pt x="106" y="144"/>
                </a:cubicBezTo>
                <a:cubicBezTo>
                  <a:pt x="78" y="156"/>
                  <a:pt x="78" y="156"/>
                  <a:pt x="78" y="156"/>
                </a:cubicBezTo>
                <a:cubicBezTo>
                  <a:pt x="73" y="159"/>
                  <a:pt x="68" y="164"/>
                  <a:pt x="65" y="170"/>
                </a:cubicBezTo>
                <a:cubicBezTo>
                  <a:pt x="57" y="158"/>
                  <a:pt x="52" y="144"/>
                  <a:pt x="52" y="128"/>
                </a:cubicBezTo>
                <a:cubicBezTo>
                  <a:pt x="52" y="86"/>
                  <a:pt x="86" y="52"/>
                  <a:pt x="128" y="52"/>
                </a:cubicBezTo>
                <a:cubicBezTo>
                  <a:pt x="170" y="52"/>
                  <a:pt x="204" y="86"/>
                  <a:pt x="204" y="128"/>
                </a:cubicBezTo>
                <a:cubicBezTo>
                  <a:pt x="204" y="144"/>
                  <a:pt x="199" y="158"/>
                  <a:pt x="191" y="170"/>
                </a:cubicBezTo>
                <a:close/>
                <a:moveTo>
                  <a:pt x="139" y="74"/>
                </a:moveTo>
                <a:cubicBezTo>
                  <a:pt x="132" y="71"/>
                  <a:pt x="124" y="71"/>
                  <a:pt x="117" y="74"/>
                </a:cubicBezTo>
                <a:cubicBezTo>
                  <a:pt x="110" y="76"/>
                  <a:pt x="104" y="81"/>
                  <a:pt x="101" y="87"/>
                </a:cubicBezTo>
                <a:cubicBezTo>
                  <a:pt x="98" y="93"/>
                  <a:pt x="98" y="101"/>
                  <a:pt x="99" y="108"/>
                </a:cubicBezTo>
                <a:cubicBezTo>
                  <a:pt x="99" y="110"/>
                  <a:pt x="99" y="110"/>
                  <a:pt x="99" y="110"/>
                </a:cubicBezTo>
                <a:cubicBezTo>
                  <a:pt x="100" y="120"/>
                  <a:pt x="101" y="127"/>
                  <a:pt x="114" y="135"/>
                </a:cubicBezTo>
                <a:cubicBezTo>
                  <a:pt x="116" y="137"/>
                  <a:pt x="118" y="136"/>
                  <a:pt x="119" y="134"/>
                </a:cubicBezTo>
                <a:cubicBezTo>
                  <a:pt x="121" y="132"/>
                  <a:pt x="120" y="130"/>
                  <a:pt x="118" y="129"/>
                </a:cubicBezTo>
                <a:cubicBezTo>
                  <a:pt x="109" y="122"/>
                  <a:pt x="108" y="119"/>
                  <a:pt x="107" y="109"/>
                </a:cubicBezTo>
                <a:cubicBezTo>
                  <a:pt x="107" y="107"/>
                  <a:pt x="107" y="107"/>
                  <a:pt x="107" y="107"/>
                </a:cubicBezTo>
                <a:cubicBezTo>
                  <a:pt x="106" y="101"/>
                  <a:pt x="106" y="95"/>
                  <a:pt x="108" y="90"/>
                </a:cubicBezTo>
                <a:cubicBezTo>
                  <a:pt x="110" y="86"/>
                  <a:pt x="114" y="83"/>
                  <a:pt x="120" y="81"/>
                </a:cubicBezTo>
                <a:cubicBezTo>
                  <a:pt x="125" y="80"/>
                  <a:pt x="131" y="80"/>
                  <a:pt x="136" y="81"/>
                </a:cubicBezTo>
                <a:cubicBezTo>
                  <a:pt x="142" y="83"/>
                  <a:pt x="146" y="86"/>
                  <a:pt x="148" y="90"/>
                </a:cubicBezTo>
                <a:cubicBezTo>
                  <a:pt x="150" y="95"/>
                  <a:pt x="150" y="101"/>
                  <a:pt x="149" y="107"/>
                </a:cubicBezTo>
                <a:cubicBezTo>
                  <a:pt x="149" y="109"/>
                  <a:pt x="149" y="109"/>
                  <a:pt x="149" y="109"/>
                </a:cubicBezTo>
                <a:cubicBezTo>
                  <a:pt x="148" y="119"/>
                  <a:pt x="147" y="122"/>
                  <a:pt x="138" y="129"/>
                </a:cubicBezTo>
                <a:cubicBezTo>
                  <a:pt x="136" y="130"/>
                  <a:pt x="135" y="132"/>
                  <a:pt x="137" y="134"/>
                </a:cubicBezTo>
                <a:cubicBezTo>
                  <a:pt x="137" y="135"/>
                  <a:pt x="139" y="136"/>
                  <a:pt x="140" y="136"/>
                </a:cubicBezTo>
                <a:cubicBezTo>
                  <a:pt x="141" y="136"/>
                  <a:pt x="142" y="136"/>
                  <a:pt x="142" y="135"/>
                </a:cubicBezTo>
                <a:cubicBezTo>
                  <a:pt x="155" y="127"/>
                  <a:pt x="156" y="120"/>
                  <a:pt x="157" y="110"/>
                </a:cubicBezTo>
                <a:cubicBezTo>
                  <a:pt x="157" y="108"/>
                  <a:pt x="157" y="108"/>
                  <a:pt x="157" y="108"/>
                </a:cubicBezTo>
                <a:cubicBezTo>
                  <a:pt x="158" y="101"/>
                  <a:pt x="158" y="93"/>
                  <a:pt x="155" y="87"/>
                </a:cubicBezTo>
                <a:cubicBezTo>
                  <a:pt x="152" y="81"/>
                  <a:pt x="146" y="76"/>
                  <a:pt x="139" y="7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8" name="Freeform 66">
            <a:extLst>
              <a:ext uri="{FF2B5EF4-FFF2-40B4-BE49-F238E27FC236}">
                <a16:creationId xmlns:a16="http://schemas.microsoft.com/office/drawing/2014/main" id="{02FA0EDC-BFCE-4D5E-BCBF-BFEB4DCD1E67}"/>
              </a:ext>
            </a:extLst>
          </p:cNvPr>
          <p:cNvSpPr>
            <a:spLocks noChangeAspect="1" noEditPoints="1"/>
          </p:cNvSpPr>
          <p:nvPr/>
        </p:nvSpPr>
        <p:spPr bwMode="auto">
          <a:xfrm>
            <a:off x="6378964" y="1463237"/>
            <a:ext cx="400050" cy="400050"/>
          </a:xfrm>
          <a:custGeom>
            <a:avLst/>
            <a:gdLst>
              <a:gd name="T0" fmla="*/ 133 w 256"/>
              <a:gd name="T1" fmla="*/ 23 h 256"/>
              <a:gd name="T2" fmla="*/ 127 w 256"/>
              <a:gd name="T3" fmla="*/ 8 h 256"/>
              <a:gd name="T4" fmla="*/ 168 w 256"/>
              <a:gd name="T5" fmla="*/ 16 h 256"/>
              <a:gd name="T6" fmla="*/ 168 w 256"/>
              <a:gd name="T7" fmla="*/ 0 h 256"/>
              <a:gd name="T8" fmla="*/ 168 w 256"/>
              <a:gd name="T9" fmla="*/ 16 h 256"/>
              <a:gd name="T10" fmla="*/ 208 w 256"/>
              <a:gd name="T11" fmla="*/ 21 h 256"/>
              <a:gd name="T12" fmla="*/ 204 w 256"/>
              <a:gd name="T13" fmla="*/ 10 h 256"/>
              <a:gd name="T14" fmla="*/ 236 w 256"/>
              <a:gd name="T15" fmla="*/ 43 h 256"/>
              <a:gd name="T16" fmla="*/ 244 w 256"/>
              <a:gd name="T17" fmla="*/ 31 h 256"/>
              <a:gd name="T18" fmla="*/ 233 w 256"/>
              <a:gd name="T19" fmla="*/ 42 h 256"/>
              <a:gd name="T20" fmla="*/ 192 w 256"/>
              <a:gd name="T21" fmla="*/ 232 h 256"/>
              <a:gd name="T22" fmla="*/ 140 w 256"/>
              <a:gd name="T23" fmla="*/ 232 h 256"/>
              <a:gd name="T24" fmla="*/ 156 w 256"/>
              <a:gd name="T25" fmla="*/ 256 h 256"/>
              <a:gd name="T26" fmla="*/ 196 w 256"/>
              <a:gd name="T27" fmla="*/ 228 h 256"/>
              <a:gd name="T28" fmla="*/ 199 w 256"/>
              <a:gd name="T29" fmla="*/ 115 h 256"/>
              <a:gd name="T30" fmla="*/ 140 w 256"/>
              <a:gd name="T31" fmla="*/ 108 h 256"/>
              <a:gd name="T32" fmla="*/ 152 w 256"/>
              <a:gd name="T33" fmla="*/ 176 h 256"/>
              <a:gd name="T34" fmla="*/ 149 w 256"/>
              <a:gd name="T35" fmla="*/ 116 h 256"/>
              <a:gd name="T36" fmla="*/ 180 w 256"/>
              <a:gd name="T37" fmla="*/ 180 h 256"/>
              <a:gd name="T38" fmla="*/ 168 w 256"/>
              <a:gd name="T39" fmla="*/ 32 h 256"/>
              <a:gd name="T40" fmla="*/ 131 w 256"/>
              <a:gd name="T41" fmla="*/ 196 h 256"/>
              <a:gd name="T42" fmla="*/ 73 w 256"/>
              <a:gd name="T43" fmla="*/ 114 h 256"/>
              <a:gd name="T44" fmla="*/ 56 w 256"/>
              <a:gd name="T45" fmla="*/ 144 h 256"/>
              <a:gd name="T46" fmla="*/ 136 w 256"/>
              <a:gd name="T47" fmla="*/ 204 h 256"/>
              <a:gd name="T48" fmla="*/ 138 w 256"/>
              <a:gd name="T49" fmla="*/ 203 h 256"/>
              <a:gd name="T50" fmla="*/ 139 w 256"/>
              <a:gd name="T51" fmla="*/ 202 h 256"/>
              <a:gd name="T52" fmla="*/ 140 w 256"/>
              <a:gd name="T53" fmla="*/ 200 h 256"/>
              <a:gd name="T54" fmla="*/ 130 w 256"/>
              <a:gd name="T55" fmla="*/ 173 h 256"/>
              <a:gd name="T56" fmla="*/ 236 w 256"/>
              <a:gd name="T57" fmla="*/ 108 h 256"/>
              <a:gd name="T58" fmla="*/ 232 w 256"/>
              <a:gd name="T59" fmla="*/ 140 h 256"/>
              <a:gd name="T60" fmla="*/ 216 w 256"/>
              <a:gd name="T61" fmla="*/ 180 h 256"/>
              <a:gd name="T62" fmla="*/ 192 w 256"/>
              <a:gd name="T63" fmla="*/ 207 h 256"/>
              <a:gd name="T64" fmla="*/ 132 w 256"/>
              <a:gd name="T65" fmla="*/ 216 h 256"/>
              <a:gd name="T66" fmla="*/ 200 w 256"/>
              <a:gd name="T67" fmla="*/ 216 h 256"/>
              <a:gd name="T68" fmla="*/ 209 w 256"/>
              <a:gd name="T69" fmla="*/ 188 h 256"/>
              <a:gd name="T70" fmla="*/ 236 w 256"/>
              <a:gd name="T71" fmla="*/ 148 h 256"/>
              <a:gd name="T72" fmla="*/ 256 w 256"/>
              <a:gd name="T73" fmla="*/ 143 h 256"/>
              <a:gd name="T74" fmla="*/ 96 w 256"/>
              <a:gd name="T75" fmla="*/ 244 h 256"/>
              <a:gd name="T76" fmla="*/ 68 w 256"/>
              <a:gd name="T77" fmla="*/ 221 h 256"/>
              <a:gd name="T78" fmla="*/ 47 w 256"/>
              <a:gd name="T79" fmla="*/ 226 h 256"/>
              <a:gd name="T80" fmla="*/ 30 w 256"/>
              <a:gd name="T81" fmla="*/ 203 h 256"/>
              <a:gd name="T82" fmla="*/ 26 w 256"/>
              <a:gd name="T83" fmla="*/ 167 h 256"/>
              <a:gd name="T84" fmla="*/ 8 w 256"/>
              <a:gd name="T85" fmla="*/ 156 h 256"/>
              <a:gd name="T86" fmla="*/ 15 w 256"/>
              <a:gd name="T87" fmla="*/ 128 h 256"/>
              <a:gd name="T88" fmla="*/ 34 w 256"/>
              <a:gd name="T89" fmla="*/ 89 h 256"/>
              <a:gd name="T90" fmla="*/ 30 w 256"/>
              <a:gd name="T91" fmla="*/ 79 h 256"/>
              <a:gd name="T92" fmla="*/ 55 w 256"/>
              <a:gd name="T93" fmla="*/ 64 h 256"/>
              <a:gd name="T94" fmla="*/ 96 w 256"/>
              <a:gd name="T95" fmla="*/ 47 h 256"/>
              <a:gd name="T96" fmla="*/ 112 w 256"/>
              <a:gd name="T97" fmla="*/ 40 h 256"/>
              <a:gd name="T98" fmla="*/ 100 w 256"/>
              <a:gd name="T99" fmla="*/ 32 h 256"/>
              <a:gd name="T100" fmla="*/ 86 w 256"/>
              <a:gd name="T101" fmla="*/ 51 h 256"/>
              <a:gd name="T102" fmla="*/ 58 w 256"/>
              <a:gd name="T103" fmla="*/ 56 h 256"/>
              <a:gd name="T104" fmla="*/ 21 w 256"/>
              <a:gd name="T105" fmla="*/ 82 h 256"/>
              <a:gd name="T106" fmla="*/ 19 w 256"/>
              <a:gd name="T107" fmla="*/ 118 h 256"/>
              <a:gd name="T108" fmla="*/ 0 w 256"/>
              <a:gd name="T109" fmla="*/ 132 h 256"/>
              <a:gd name="T110" fmla="*/ 15 w 256"/>
              <a:gd name="T111" fmla="*/ 168 h 256"/>
              <a:gd name="T112" fmla="*/ 27 w 256"/>
              <a:gd name="T113" fmla="*/ 195 h 256"/>
              <a:gd name="T114" fmla="*/ 24 w 256"/>
              <a:gd name="T115" fmla="*/ 215 h 256"/>
              <a:gd name="T116" fmla="*/ 61 w 256"/>
              <a:gd name="T117" fmla="*/ 229 h 256"/>
              <a:gd name="T118" fmla="*/ 88 w 256"/>
              <a:gd name="T119" fmla="*/ 241 h 256"/>
              <a:gd name="T120" fmla="*/ 116 w 256"/>
              <a:gd name="T121" fmla="*/ 2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6" h="256">
                <a:moveTo>
                  <a:pt x="128" y="21"/>
                </a:moveTo>
                <a:cubicBezTo>
                  <a:pt x="128" y="22"/>
                  <a:pt x="130" y="23"/>
                  <a:pt x="131" y="23"/>
                </a:cubicBezTo>
                <a:cubicBezTo>
                  <a:pt x="132" y="23"/>
                  <a:pt x="132" y="23"/>
                  <a:pt x="133" y="23"/>
                </a:cubicBezTo>
                <a:cubicBezTo>
                  <a:pt x="135" y="22"/>
                  <a:pt x="136" y="19"/>
                  <a:pt x="135" y="17"/>
                </a:cubicBezTo>
                <a:cubicBezTo>
                  <a:pt x="132" y="10"/>
                  <a:pt x="132" y="10"/>
                  <a:pt x="132" y="10"/>
                </a:cubicBezTo>
                <a:cubicBezTo>
                  <a:pt x="131" y="8"/>
                  <a:pt x="129" y="7"/>
                  <a:pt x="127" y="8"/>
                </a:cubicBezTo>
                <a:cubicBezTo>
                  <a:pt x="125" y="9"/>
                  <a:pt x="124" y="11"/>
                  <a:pt x="125" y="13"/>
                </a:cubicBezTo>
                <a:lnTo>
                  <a:pt x="128" y="21"/>
                </a:lnTo>
                <a:close/>
                <a:moveTo>
                  <a:pt x="168" y="16"/>
                </a:moveTo>
                <a:cubicBezTo>
                  <a:pt x="170" y="16"/>
                  <a:pt x="172" y="14"/>
                  <a:pt x="172" y="12"/>
                </a:cubicBezTo>
                <a:cubicBezTo>
                  <a:pt x="172" y="4"/>
                  <a:pt x="172" y="4"/>
                  <a:pt x="172" y="4"/>
                </a:cubicBezTo>
                <a:cubicBezTo>
                  <a:pt x="172" y="2"/>
                  <a:pt x="170" y="0"/>
                  <a:pt x="168" y="0"/>
                </a:cubicBezTo>
                <a:cubicBezTo>
                  <a:pt x="166" y="0"/>
                  <a:pt x="164" y="2"/>
                  <a:pt x="164" y="4"/>
                </a:cubicBezTo>
                <a:cubicBezTo>
                  <a:pt x="164" y="12"/>
                  <a:pt x="164" y="12"/>
                  <a:pt x="164" y="12"/>
                </a:cubicBezTo>
                <a:cubicBezTo>
                  <a:pt x="164" y="14"/>
                  <a:pt x="166" y="16"/>
                  <a:pt x="168" y="16"/>
                </a:cubicBezTo>
                <a:close/>
                <a:moveTo>
                  <a:pt x="203" y="23"/>
                </a:moveTo>
                <a:cubicBezTo>
                  <a:pt x="204" y="23"/>
                  <a:pt x="204" y="23"/>
                  <a:pt x="205" y="23"/>
                </a:cubicBezTo>
                <a:cubicBezTo>
                  <a:pt x="206" y="23"/>
                  <a:pt x="208" y="22"/>
                  <a:pt x="208" y="21"/>
                </a:cubicBezTo>
                <a:cubicBezTo>
                  <a:pt x="211" y="13"/>
                  <a:pt x="211" y="13"/>
                  <a:pt x="211" y="13"/>
                </a:cubicBezTo>
                <a:cubicBezTo>
                  <a:pt x="212" y="11"/>
                  <a:pt x="211" y="9"/>
                  <a:pt x="209" y="8"/>
                </a:cubicBezTo>
                <a:cubicBezTo>
                  <a:pt x="207" y="7"/>
                  <a:pt x="205" y="8"/>
                  <a:pt x="204" y="10"/>
                </a:cubicBezTo>
                <a:cubicBezTo>
                  <a:pt x="201" y="17"/>
                  <a:pt x="201" y="17"/>
                  <a:pt x="201" y="17"/>
                </a:cubicBezTo>
                <a:cubicBezTo>
                  <a:pt x="200" y="19"/>
                  <a:pt x="201" y="22"/>
                  <a:pt x="203" y="23"/>
                </a:cubicBezTo>
                <a:close/>
                <a:moveTo>
                  <a:pt x="236" y="43"/>
                </a:moveTo>
                <a:cubicBezTo>
                  <a:pt x="237" y="43"/>
                  <a:pt x="238" y="43"/>
                  <a:pt x="238" y="42"/>
                </a:cubicBezTo>
                <a:cubicBezTo>
                  <a:pt x="244" y="36"/>
                  <a:pt x="244" y="36"/>
                  <a:pt x="244" y="36"/>
                </a:cubicBezTo>
                <a:cubicBezTo>
                  <a:pt x="246" y="35"/>
                  <a:pt x="246" y="32"/>
                  <a:pt x="244" y="31"/>
                </a:cubicBezTo>
                <a:cubicBezTo>
                  <a:pt x="243" y="29"/>
                  <a:pt x="240" y="29"/>
                  <a:pt x="239" y="30"/>
                </a:cubicBezTo>
                <a:cubicBezTo>
                  <a:pt x="233" y="36"/>
                  <a:pt x="233" y="36"/>
                  <a:pt x="233" y="36"/>
                </a:cubicBezTo>
                <a:cubicBezTo>
                  <a:pt x="231" y="38"/>
                  <a:pt x="231" y="40"/>
                  <a:pt x="233" y="42"/>
                </a:cubicBezTo>
                <a:cubicBezTo>
                  <a:pt x="234" y="43"/>
                  <a:pt x="235" y="43"/>
                  <a:pt x="236" y="43"/>
                </a:cubicBezTo>
                <a:close/>
                <a:moveTo>
                  <a:pt x="196" y="228"/>
                </a:moveTo>
                <a:cubicBezTo>
                  <a:pt x="194" y="228"/>
                  <a:pt x="192" y="230"/>
                  <a:pt x="192" y="232"/>
                </a:cubicBezTo>
                <a:cubicBezTo>
                  <a:pt x="192" y="241"/>
                  <a:pt x="185" y="248"/>
                  <a:pt x="176" y="248"/>
                </a:cubicBezTo>
                <a:cubicBezTo>
                  <a:pt x="156" y="248"/>
                  <a:pt x="156" y="248"/>
                  <a:pt x="156" y="248"/>
                </a:cubicBezTo>
                <a:cubicBezTo>
                  <a:pt x="147" y="248"/>
                  <a:pt x="140" y="241"/>
                  <a:pt x="140" y="232"/>
                </a:cubicBezTo>
                <a:cubicBezTo>
                  <a:pt x="140" y="230"/>
                  <a:pt x="138" y="228"/>
                  <a:pt x="136" y="228"/>
                </a:cubicBezTo>
                <a:cubicBezTo>
                  <a:pt x="134" y="228"/>
                  <a:pt x="132" y="230"/>
                  <a:pt x="132" y="232"/>
                </a:cubicBezTo>
                <a:cubicBezTo>
                  <a:pt x="132" y="245"/>
                  <a:pt x="143" y="256"/>
                  <a:pt x="156" y="256"/>
                </a:cubicBezTo>
                <a:cubicBezTo>
                  <a:pt x="176" y="256"/>
                  <a:pt x="176" y="256"/>
                  <a:pt x="176" y="256"/>
                </a:cubicBezTo>
                <a:cubicBezTo>
                  <a:pt x="189" y="256"/>
                  <a:pt x="200" y="245"/>
                  <a:pt x="200" y="232"/>
                </a:cubicBezTo>
                <a:cubicBezTo>
                  <a:pt x="200" y="230"/>
                  <a:pt x="198" y="228"/>
                  <a:pt x="196" y="228"/>
                </a:cubicBezTo>
                <a:close/>
                <a:moveTo>
                  <a:pt x="180" y="180"/>
                </a:moveTo>
                <a:cubicBezTo>
                  <a:pt x="182" y="180"/>
                  <a:pt x="184" y="178"/>
                  <a:pt x="184" y="176"/>
                </a:cubicBezTo>
                <a:cubicBezTo>
                  <a:pt x="184" y="152"/>
                  <a:pt x="184" y="130"/>
                  <a:pt x="199" y="115"/>
                </a:cubicBezTo>
                <a:cubicBezTo>
                  <a:pt x="200" y="114"/>
                  <a:pt x="200" y="112"/>
                  <a:pt x="200" y="110"/>
                </a:cubicBezTo>
                <a:cubicBezTo>
                  <a:pt x="199" y="109"/>
                  <a:pt x="198" y="108"/>
                  <a:pt x="196" y="108"/>
                </a:cubicBezTo>
                <a:cubicBezTo>
                  <a:pt x="140" y="108"/>
                  <a:pt x="140" y="108"/>
                  <a:pt x="140" y="108"/>
                </a:cubicBezTo>
                <a:cubicBezTo>
                  <a:pt x="138" y="108"/>
                  <a:pt x="137" y="109"/>
                  <a:pt x="136" y="110"/>
                </a:cubicBezTo>
                <a:cubicBezTo>
                  <a:pt x="136" y="112"/>
                  <a:pt x="136" y="114"/>
                  <a:pt x="137" y="115"/>
                </a:cubicBezTo>
                <a:cubicBezTo>
                  <a:pt x="152" y="130"/>
                  <a:pt x="152" y="152"/>
                  <a:pt x="152" y="176"/>
                </a:cubicBezTo>
                <a:cubicBezTo>
                  <a:pt x="152" y="178"/>
                  <a:pt x="154" y="180"/>
                  <a:pt x="156" y="180"/>
                </a:cubicBezTo>
                <a:cubicBezTo>
                  <a:pt x="158" y="180"/>
                  <a:pt x="160" y="178"/>
                  <a:pt x="160" y="176"/>
                </a:cubicBezTo>
                <a:cubicBezTo>
                  <a:pt x="160" y="155"/>
                  <a:pt x="160" y="133"/>
                  <a:pt x="149" y="116"/>
                </a:cubicBezTo>
                <a:cubicBezTo>
                  <a:pt x="187" y="116"/>
                  <a:pt x="187" y="116"/>
                  <a:pt x="187" y="116"/>
                </a:cubicBezTo>
                <a:cubicBezTo>
                  <a:pt x="176" y="133"/>
                  <a:pt x="176" y="155"/>
                  <a:pt x="176" y="176"/>
                </a:cubicBezTo>
                <a:cubicBezTo>
                  <a:pt x="176" y="178"/>
                  <a:pt x="178" y="180"/>
                  <a:pt x="180" y="180"/>
                </a:cubicBezTo>
                <a:close/>
                <a:moveTo>
                  <a:pt x="256" y="143"/>
                </a:moveTo>
                <a:cubicBezTo>
                  <a:pt x="244" y="107"/>
                  <a:pt x="244" y="107"/>
                  <a:pt x="244" y="107"/>
                </a:cubicBezTo>
                <a:cubicBezTo>
                  <a:pt x="244" y="66"/>
                  <a:pt x="210" y="32"/>
                  <a:pt x="168" y="32"/>
                </a:cubicBezTo>
                <a:cubicBezTo>
                  <a:pt x="126" y="32"/>
                  <a:pt x="92" y="66"/>
                  <a:pt x="92" y="108"/>
                </a:cubicBezTo>
                <a:cubicBezTo>
                  <a:pt x="92" y="133"/>
                  <a:pt x="107" y="156"/>
                  <a:pt x="123" y="178"/>
                </a:cubicBezTo>
                <a:cubicBezTo>
                  <a:pt x="127" y="182"/>
                  <a:pt x="130" y="191"/>
                  <a:pt x="131" y="196"/>
                </a:cubicBezTo>
                <a:cubicBezTo>
                  <a:pt x="116" y="196"/>
                  <a:pt x="116" y="196"/>
                  <a:pt x="116" y="196"/>
                </a:cubicBezTo>
                <a:cubicBezTo>
                  <a:pt x="87" y="196"/>
                  <a:pt x="64" y="173"/>
                  <a:pt x="64" y="144"/>
                </a:cubicBezTo>
                <a:cubicBezTo>
                  <a:pt x="64" y="133"/>
                  <a:pt x="67" y="123"/>
                  <a:pt x="73" y="114"/>
                </a:cubicBezTo>
                <a:cubicBezTo>
                  <a:pt x="75" y="112"/>
                  <a:pt x="74" y="110"/>
                  <a:pt x="72" y="109"/>
                </a:cubicBezTo>
                <a:cubicBezTo>
                  <a:pt x="71" y="107"/>
                  <a:pt x="68" y="108"/>
                  <a:pt x="67" y="110"/>
                </a:cubicBezTo>
                <a:cubicBezTo>
                  <a:pt x="60" y="120"/>
                  <a:pt x="56" y="132"/>
                  <a:pt x="56" y="144"/>
                </a:cubicBezTo>
                <a:cubicBezTo>
                  <a:pt x="56" y="177"/>
                  <a:pt x="83" y="204"/>
                  <a:pt x="116" y="204"/>
                </a:cubicBezTo>
                <a:cubicBezTo>
                  <a:pt x="136" y="204"/>
                  <a:pt x="136" y="204"/>
                  <a:pt x="136" y="204"/>
                </a:cubicBezTo>
                <a:cubicBezTo>
                  <a:pt x="136" y="204"/>
                  <a:pt x="136" y="204"/>
                  <a:pt x="136" y="204"/>
                </a:cubicBezTo>
                <a:cubicBezTo>
                  <a:pt x="136" y="204"/>
                  <a:pt x="137" y="204"/>
                  <a:pt x="137" y="204"/>
                </a:cubicBezTo>
                <a:cubicBezTo>
                  <a:pt x="137" y="204"/>
                  <a:pt x="137" y="204"/>
                  <a:pt x="137" y="204"/>
                </a:cubicBezTo>
                <a:cubicBezTo>
                  <a:pt x="137" y="204"/>
                  <a:pt x="138" y="204"/>
                  <a:pt x="138" y="203"/>
                </a:cubicBezTo>
                <a:cubicBezTo>
                  <a:pt x="138" y="203"/>
                  <a:pt x="138" y="203"/>
                  <a:pt x="139" y="203"/>
                </a:cubicBezTo>
                <a:cubicBezTo>
                  <a:pt x="139" y="203"/>
                  <a:pt x="139" y="203"/>
                  <a:pt x="139" y="203"/>
                </a:cubicBezTo>
                <a:cubicBezTo>
                  <a:pt x="139" y="202"/>
                  <a:pt x="139" y="202"/>
                  <a:pt x="139" y="202"/>
                </a:cubicBezTo>
                <a:cubicBezTo>
                  <a:pt x="140" y="202"/>
                  <a:pt x="140" y="201"/>
                  <a:pt x="140" y="201"/>
                </a:cubicBezTo>
                <a:cubicBezTo>
                  <a:pt x="140" y="201"/>
                  <a:pt x="140" y="201"/>
                  <a:pt x="140" y="200"/>
                </a:cubicBezTo>
                <a:cubicBezTo>
                  <a:pt x="140" y="200"/>
                  <a:pt x="140" y="200"/>
                  <a:pt x="140" y="200"/>
                </a:cubicBezTo>
                <a:cubicBezTo>
                  <a:pt x="140" y="200"/>
                  <a:pt x="140" y="200"/>
                  <a:pt x="140" y="200"/>
                </a:cubicBezTo>
                <a:cubicBezTo>
                  <a:pt x="140" y="200"/>
                  <a:pt x="140" y="199"/>
                  <a:pt x="140" y="199"/>
                </a:cubicBezTo>
                <a:cubicBezTo>
                  <a:pt x="140" y="199"/>
                  <a:pt x="137" y="182"/>
                  <a:pt x="130" y="173"/>
                </a:cubicBezTo>
                <a:cubicBezTo>
                  <a:pt x="114" y="152"/>
                  <a:pt x="100" y="131"/>
                  <a:pt x="100" y="108"/>
                </a:cubicBezTo>
                <a:cubicBezTo>
                  <a:pt x="100" y="71"/>
                  <a:pt x="131" y="40"/>
                  <a:pt x="168" y="40"/>
                </a:cubicBezTo>
                <a:cubicBezTo>
                  <a:pt x="205" y="40"/>
                  <a:pt x="236" y="71"/>
                  <a:pt x="236" y="108"/>
                </a:cubicBezTo>
                <a:cubicBezTo>
                  <a:pt x="236" y="108"/>
                  <a:pt x="236" y="109"/>
                  <a:pt x="236" y="109"/>
                </a:cubicBezTo>
                <a:cubicBezTo>
                  <a:pt x="246" y="140"/>
                  <a:pt x="246" y="140"/>
                  <a:pt x="246" y="140"/>
                </a:cubicBezTo>
                <a:cubicBezTo>
                  <a:pt x="232" y="140"/>
                  <a:pt x="232" y="140"/>
                  <a:pt x="232" y="140"/>
                </a:cubicBezTo>
                <a:cubicBezTo>
                  <a:pt x="230" y="140"/>
                  <a:pt x="228" y="142"/>
                  <a:pt x="228" y="144"/>
                </a:cubicBezTo>
                <a:cubicBezTo>
                  <a:pt x="228" y="168"/>
                  <a:pt x="228" y="168"/>
                  <a:pt x="228" y="168"/>
                </a:cubicBezTo>
                <a:cubicBezTo>
                  <a:pt x="228" y="175"/>
                  <a:pt x="223" y="180"/>
                  <a:pt x="216" y="180"/>
                </a:cubicBezTo>
                <a:cubicBezTo>
                  <a:pt x="209" y="180"/>
                  <a:pt x="209" y="180"/>
                  <a:pt x="209" y="180"/>
                </a:cubicBezTo>
                <a:cubicBezTo>
                  <a:pt x="202" y="180"/>
                  <a:pt x="196" y="185"/>
                  <a:pt x="194" y="192"/>
                </a:cubicBezTo>
                <a:cubicBezTo>
                  <a:pt x="193" y="197"/>
                  <a:pt x="192" y="202"/>
                  <a:pt x="192" y="207"/>
                </a:cubicBezTo>
                <a:cubicBezTo>
                  <a:pt x="192" y="212"/>
                  <a:pt x="192" y="212"/>
                  <a:pt x="192" y="212"/>
                </a:cubicBezTo>
                <a:cubicBezTo>
                  <a:pt x="136" y="212"/>
                  <a:pt x="136" y="212"/>
                  <a:pt x="136" y="212"/>
                </a:cubicBezTo>
                <a:cubicBezTo>
                  <a:pt x="134" y="212"/>
                  <a:pt x="132" y="214"/>
                  <a:pt x="132" y="216"/>
                </a:cubicBezTo>
                <a:cubicBezTo>
                  <a:pt x="132" y="218"/>
                  <a:pt x="134" y="220"/>
                  <a:pt x="136" y="220"/>
                </a:cubicBezTo>
                <a:cubicBezTo>
                  <a:pt x="196" y="220"/>
                  <a:pt x="196" y="220"/>
                  <a:pt x="196" y="220"/>
                </a:cubicBezTo>
                <a:cubicBezTo>
                  <a:pt x="198" y="220"/>
                  <a:pt x="200" y="218"/>
                  <a:pt x="200" y="216"/>
                </a:cubicBezTo>
                <a:cubicBezTo>
                  <a:pt x="200" y="207"/>
                  <a:pt x="200" y="207"/>
                  <a:pt x="200" y="207"/>
                </a:cubicBezTo>
                <a:cubicBezTo>
                  <a:pt x="200" y="203"/>
                  <a:pt x="201" y="198"/>
                  <a:pt x="202" y="194"/>
                </a:cubicBezTo>
                <a:cubicBezTo>
                  <a:pt x="203" y="190"/>
                  <a:pt x="206" y="188"/>
                  <a:pt x="209" y="188"/>
                </a:cubicBezTo>
                <a:cubicBezTo>
                  <a:pt x="216" y="188"/>
                  <a:pt x="216" y="188"/>
                  <a:pt x="216" y="188"/>
                </a:cubicBezTo>
                <a:cubicBezTo>
                  <a:pt x="227" y="188"/>
                  <a:pt x="236" y="179"/>
                  <a:pt x="236" y="168"/>
                </a:cubicBezTo>
                <a:cubicBezTo>
                  <a:pt x="236" y="148"/>
                  <a:pt x="236" y="148"/>
                  <a:pt x="236" y="148"/>
                </a:cubicBezTo>
                <a:cubicBezTo>
                  <a:pt x="252" y="148"/>
                  <a:pt x="252" y="148"/>
                  <a:pt x="252" y="148"/>
                </a:cubicBezTo>
                <a:cubicBezTo>
                  <a:pt x="253" y="148"/>
                  <a:pt x="254" y="147"/>
                  <a:pt x="255" y="146"/>
                </a:cubicBezTo>
                <a:cubicBezTo>
                  <a:pt x="256" y="145"/>
                  <a:pt x="256" y="144"/>
                  <a:pt x="256" y="143"/>
                </a:cubicBezTo>
                <a:close/>
                <a:moveTo>
                  <a:pt x="116" y="248"/>
                </a:moveTo>
                <a:cubicBezTo>
                  <a:pt x="100" y="248"/>
                  <a:pt x="100" y="248"/>
                  <a:pt x="100" y="248"/>
                </a:cubicBezTo>
                <a:cubicBezTo>
                  <a:pt x="98" y="248"/>
                  <a:pt x="96" y="246"/>
                  <a:pt x="96" y="244"/>
                </a:cubicBezTo>
                <a:cubicBezTo>
                  <a:pt x="96" y="241"/>
                  <a:pt x="96" y="241"/>
                  <a:pt x="96" y="241"/>
                </a:cubicBezTo>
                <a:cubicBezTo>
                  <a:pt x="96" y="236"/>
                  <a:pt x="93" y="231"/>
                  <a:pt x="89" y="230"/>
                </a:cubicBezTo>
                <a:cubicBezTo>
                  <a:pt x="68" y="221"/>
                  <a:pt x="68" y="221"/>
                  <a:pt x="68" y="221"/>
                </a:cubicBezTo>
                <a:cubicBezTo>
                  <a:pt x="64" y="219"/>
                  <a:pt x="58" y="220"/>
                  <a:pt x="55" y="224"/>
                </a:cubicBezTo>
                <a:cubicBezTo>
                  <a:pt x="53" y="226"/>
                  <a:pt x="53" y="226"/>
                  <a:pt x="53" y="226"/>
                </a:cubicBezTo>
                <a:cubicBezTo>
                  <a:pt x="51" y="228"/>
                  <a:pt x="48" y="228"/>
                  <a:pt x="47" y="226"/>
                </a:cubicBezTo>
                <a:cubicBezTo>
                  <a:pt x="30" y="209"/>
                  <a:pt x="30" y="209"/>
                  <a:pt x="30" y="209"/>
                </a:cubicBezTo>
                <a:cubicBezTo>
                  <a:pt x="29" y="208"/>
                  <a:pt x="29" y="207"/>
                  <a:pt x="29" y="206"/>
                </a:cubicBezTo>
                <a:cubicBezTo>
                  <a:pt x="29" y="205"/>
                  <a:pt x="29" y="204"/>
                  <a:pt x="30" y="203"/>
                </a:cubicBezTo>
                <a:cubicBezTo>
                  <a:pt x="32" y="201"/>
                  <a:pt x="32" y="201"/>
                  <a:pt x="32" y="201"/>
                </a:cubicBezTo>
                <a:cubicBezTo>
                  <a:pt x="36" y="198"/>
                  <a:pt x="37" y="192"/>
                  <a:pt x="35" y="188"/>
                </a:cubicBezTo>
                <a:cubicBezTo>
                  <a:pt x="26" y="167"/>
                  <a:pt x="26" y="167"/>
                  <a:pt x="26" y="167"/>
                </a:cubicBezTo>
                <a:cubicBezTo>
                  <a:pt x="25" y="163"/>
                  <a:pt x="20" y="160"/>
                  <a:pt x="15" y="160"/>
                </a:cubicBezTo>
                <a:cubicBezTo>
                  <a:pt x="12" y="160"/>
                  <a:pt x="12" y="160"/>
                  <a:pt x="12" y="160"/>
                </a:cubicBezTo>
                <a:cubicBezTo>
                  <a:pt x="10" y="160"/>
                  <a:pt x="8" y="158"/>
                  <a:pt x="8" y="156"/>
                </a:cubicBezTo>
                <a:cubicBezTo>
                  <a:pt x="8" y="132"/>
                  <a:pt x="8" y="132"/>
                  <a:pt x="8" y="132"/>
                </a:cubicBezTo>
                <a:cubicBezTo>
                  <a:pt x="8" y="130"/>
                  <a:pt x="10" y="128"/>
                  <a:pt x="12" y="128"/>
                </a:cubicBezTo>
                <a:cubicBezTo>
                  <a:pt x="15" y="128"/>
                  <a:pt x="15" y="128"/>
                  <a:pt x="15" y="128"/>
                </a:cubicBezTo>
                <a:cubicBezTo>
                  <a:pt x="20" y="128"/>
                  <a:pt x="25" y="125"/>
                  <a:pt x="26" y="121"/>
                </a:cubicBezTo>
                <a:cubicBezTo>
                  <a:pt x="36" y="98"/>
                  <a:pt x="36" y="98"/>
                  <a:pt x="36" y="98"/>
                </a:cubicBezTo>
                <a:cubicBezTo>
                  <a:pt x="37" y="95"/>
                  <a:pt x="37" y="91"/>
                  <a:pt x="34" y="89"/>
                </a:cubicBezTo>
                <a:cubicBezTo>
                  <a:pt x="30" y="85"/>
                  <a:pt x="30" y="85"/>
                  <a:pt x="30" y="85"/>
                </a:cubicBezTo>
                <a:cubicBezTo>
                  <a:pt x="29" y="84"/>
                  <a:pt x="29" y="83"/>
                  <a:pt x="29" y="82"/>
                </a:cubicBezTo>
                <a:cubicBezTo>
                  <a:pt x="29" y="81"/>
                  <a:pt x="29" y="80"/>
                  <a:pt x="30" y="79"/>
                </a:cubicBezTo>
                <a:cubicBezTo>
                  <a:pt x="47" y="62"/>
                  <a:pt x="47" y="62"/>
                  <a:pt x="47" y="62"/>
                </a:cubicBezTo>
                <a:cubicBezTo>
                  <a:pt x="48" y="60"/>
                  <a:pt x="51" y="60"/>
                  <a:pt x="53" y="62"/>
                </a:cubicBezTo>
                <a:cubicBezTo>
                  <a:pt x="55" y="64"/>
                  <a:pt x="55" y="64"/>
                  <a:pt x="55" y="64"/>
                </a:cubicBezTo>
                <a:cubicBezTo>
                  <a:pt x="58" y="68"/>
                  <a:pt x="64" y="69"/>
                  <a:pt x="68" y="67"/>
                </a:cubicBezTo>
                <a:cubicBezTo>
                  <a:pt x="89" y="58"/>
                  <a:pt x="89" y="58"/>
                  <a:pt x="89" y="58"/>
                </a:cubicBezTo>
                <a:cubicBezTo>
                  <a:pt x="93" y="57"/>
                  <a:pt x="96" y="52"/>
                  <a:pt x="96" y="47"/>
                </a:cubicBezTo>
                <a:cubicBezTo>
                  <a:pt x="96" y="44"/>
                  <a:pt x="96" y="44"/>
                  <a:pt x="96" y="44"/>
                </a:cubicBezTo>
                <a:cubicBezTo>
                  <a:pt x="96" y="42"/>
                  <a:pt x="98" y="40"/>
                  <a:pt x="100" y="40"/>
                </a:cubicBezTo>
                <a:cubicBezTo>
                  <a:pt x="112" y="40"/>
                  <a:pt x="112" y="40"/>
                  <a:pt x="112" y="40"/>
                </a:cubicBezTo>
                <a:cubicBezTo>
                  <a:pt x="114" y="40"/>
                  <a:pt x="116" y="38"/>
                  <a:pt x="116" y="36"/>
                </a:cubicBezTo>
                <a:cubicBezTo>
                  <a:pt x="116" y="34"/>
                  <a:pt x="114" y="32"/>
                  <a:pt x="112" y="32"/>
                </a:cubicBezTo>
                <a:cubicBezTo>
                  <a:pt x="100" y="32"/>
                  <a:pt x="100" y="32"/>
                  <a:pt x="100" y="32"/>
                </a:cubicBezTo>
                <a:cubicBezTo>
                  <a:pt x="93" y="32"/>
                  <a:pt x="88" y="37"/>
                  <a:pt x="88" y="44"/>
                </a:cubicBezTo>
                <a:cubicBezTo>
                  <a:pt x="88" y="47"/>
                  <a:pt x="88" y="47"/>
                  <a:pt x="88" y="47"/>
                </a:cubicBezTo>
                <a:cubicBezTo>
                  <a:pt x="88" y="49"/>
                  <a:pt x="87" y="50"/>
                  <a:pt x="86" y="51"/>
                </a:cubicBezTo>
                <a:cubicBezTo>
                  <a:pt x="65" y="60"/>
                  <a:pt x="65" y="60"/>
                  <a:pt x="65" y="60"/>
                </a:cubicBezTo>
                <a:cubicBezTo>
                  <a:pt x="63" y="60"/>
                  <a:pt x="62" y="60"/>
                  <a:pt x="61" y="59"/>
                </a:cubicBezTo>
                <a:cubicBezTo>
                  <a:pt x="58" y="56"/>
                  <a:pt x="58" y="56"/>
                  <a:pt x="58" y="56"/>
                </a:cubicBezTo>
                <a:cubicBezTo>
                  <a:pt x="54" y="52"/>
                  <a:pt x="46" y="52"/>
                  <a:pt x="41" y="56"/>
                </a:cubicBezTo>
                <a:cubicBezTo>
                  <a:pt x="24" y="73"/>
                  <a:pt x="24" y="73"/>
                  <a:pt x="24" y="73"/>
                </a:cubicBezTo>
                <a:cubicBezTo>
                  <a:pt x="22" y="76"/>
                  <a:pt x="21" y="79"/>
                  <a:pt x="21" y="82"/>
                </a:cubicBezTo>
                <a:cubicBezTo>
                  <a:pt x="21" y="85"/>
                  <a:pt x="22" y="88"/>
                  <a:pt x="24" y="90"/>
                </a:cubicBezTo>
                <a:cubicBezTo>
                  <a:pt x="29" y="95"/>
                  <a:pt x="29" y="95"/>
                  <a:pt x="29" y="95"/>
                </a:cubicBezTo>
                <a:cubicBezTo>
                  <a:pt x="19" y="118"/>
                  <a:pt x="19" y="118"/>
                  <a:pt x="19" y="118"/>
                </a:cubicBezTo>
                <a:cubicBezTo>
                  <a:pt x="18" y="119"/>
                  <a:pt x="17" y="120"/>
                  <a:pt x="15" y="120"/>
                </a:cubicBezTo>
                <a:cubicBezTo>
                  <a:pt x="12" y="120"/>
                  <a:pt x="12" y="120"/>
                  <a:pt x="12" y="120"/>
                </a:cubicBezTo>
                <a:cubicBezTo>
                  <a:pt x="5" y="120"/>
                  <a:pt x="0" y="125"/>
                  <a:pt x="0" y="132"/>
                </a:cubicBezTo>
                <a:cubicBezTo>
                  <a:pt x="0" y="156"/>
                  <a:pt x="0" y="156"/>
                  <a:pt x="0" y="156"/>
                </a:cubicBezTo>
                <a:cubicBezTo>
                  <a:pt x="0" y="163"/>
                  <a:pt x="5" y="168"/>
                  <a:pt x="12" y="168"/>
                </a:cubicBezTo>
                <a:cubicBezTo>
                  <a:pt x="15" y="168"/>
                  <a:pt x="15" y="168"/>
                  <a:pt x="15" y="168"/>
                </a:cubicBezTo>
                <a:cubicBezTo>
                  <a:pt x="17" y="168"/>
                  <a:pt x="18" y="169"/>
                  <a:pt x="19" y="170"/>
                </a:cubicBezTo>
                <a:cubicBezTo>
                  <a:pt x="28" y="191"/>
                  <a:pt x="28" y="191"/>
                  <a:pt x="28" y="191"/>
                </a:cubicBezTo>
                <a:cubicBezTo>
                  <a:pt x="28" y="193"/>
                  <a:pt x="28" y="194"/>
                  <a:pt x="27" y="195"/>
                </a:cubicBezTo>
                <a:cubicBezTo>
                  <a:pt x="24" y="198"/>
                  <a:pt x="24" y="198"/>
                  <a:pt x="24" y="198"/>
                </a:cubicBezTo>
                <a:cubicBezTo>
                  <a:pt x="22" y="200"/>
                  <a:pt x="21" y="203"/>
                  <a:pt x="21" y="206"/>
                </a:cubicBezTo>
                <a:cubicBezTo>
                  <a:pt x="21" y="209"/>
                  <a:pt x="22" y="212"/>
                  <a:pt x="24" y="215"/>
                </a:cubicBezTo>
                <a:cubicBezTo>
                  <a:pt x="41" y="232"/>
                  <a:pt x="41" y="232"/>
                  <a:pt x="41" y="232"/>
                </a:cubicBezTo>
                <a:cubicBezTo>
                  <a:pt x="46" y="236"/>
                  <a:pt x="54" y="236"/>
                  <a:pt x="58" y="232"/>
                </a:cubicBezTo>
                <a:cubicBezTo>
                  <a:pt x="61" y="229"/>
                  <a:pt x="61" y="229"/>
                  <a:pt x="61" y="229"/>
                </a:cubicBezTo>
                <a:cubicBezTo>
                  <a:pt x="62" y="228"/>
                  <a:pt x="64" y="228"/>
                  <a:pt x="65" y="228"/>
                </a:cubicBezTo>
                <a:cubicBezTo>
                  <a:pt x="86" y="237"/>
                  <a:pt x="86" y="237"/>
                  <a:pt x="86" y="237"/>
                </a:cubicBezTo>
                <a:cubicBezTo>
                  <a:pt x="87" y="238"/>
                  <a:pt x="88" y="239"/>
                  <a:pt x="88" y="241"/>
                </a:cubicBezTo>
                <a:cubicBezTo>
                  <a:pt x="88" y="244"/>
                  <a:pt x="88" y="244"/>
                  <a:pt x="88" y="244"/>
                </a:cubicBezTo>
                <a:cubicBezTo>
                  <a:pt x="88" y="251"/>
                  <a:pt x="93" y="256"/>
                  <a:pt x="100" y="256"/>
                </a:cubicBezTo>
                <a:cubicBezTo>
                  <a:pt x="116" y="256"/>
                  <a:pt x="116" y="256"/>
                  <a:pt x="116" y="256"/>
                </a:cubicBezTo>
                <a:cubicBezTo>
                  <a:pt x="118" y="256"/>
                  <a:pt x="120" y="254"/>
                  <a:pt x="120" y="252"/>
                </a:cubicBezTo>
                <a:cubicBezTo>
                  <a:pt x="120" y="250"/>
                  <a:pt x="118" y="248"/>
                  <a:pt x="116" y="24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52" name="Freeform 73">
            <a:extLst>
              <a:ext uri="{FF2B5EF4-FFF2-40B4-BE49-F238E27FC236}">
                <a16:creationId xmlns:a16="http://schemas.microsoft.com/office/drawing/2014/main" id="{E37770FB-9042-42D3-AE85-6B00EF590D48}"/>
              </a:ext>
            </a:extLst>
          </p:cNvPr>
          <p:cNvSpPr>
            <a:spLocks noChangeAspect="1" noEditPoints="1"/>
          </p:cNvSpPr>
          <p:nvPr/>
        </p:nvSpPr>
        <p:spPr bwMode="auto">
          <a:xfrm>
            <a:off x="7391060" y="1463237"/>
            <a:ext cx="311150" cy="400050"/>
          </a:xfrm>
          <a:custGeom>
            <a:avLst/>
            <a:gdLst>
              <a:gd name="T0" fmla="*/ 133 w 200"/>
              <a:gd name="T1" fmla="*/ 152 h 256"/>
              <a:gd name="T2" fmla="*/ 133 w 200"/>
              <a:gd name="T3" fmla="*/ 144 h 256"/>
              <a:gd name="T4" fmla="*/ 103 w 200"/>
              <a:gd name="T5" fmla="*/ 148 h 256"/>
              <a:gd name="T6" fmla="*/ 141 w 200"/>
              <a:gd name="T7" fmla="*/ 156 h 256"/>
              <a:gd name="T8" fmla="*/ 137 w 200"/>
              <a:gd name="T9" fmla="*/ 163 h 256"/>
              <a:gd name="T10" fmla="*/ 103 w 200"/>
              <a:gd name="T11" fmla="*/ 160 h 256"/>
              <a:gd name="T12" fmla="*/ 95 w 200"/>
              <a:gd name="T13" fmla="*/ 160 h 256"/>
              <a:gd name="T14" fmla="*/ 96 w 200"/>
              <a:gd name="T15" fmla="*/ 169 h 256"/>
              <a:gd name="T16" fmla="*/ 96 w 200"/>
              <a:gd name="T17" fmla="*/ 169 h 256"/>
              <a:gd name="T18" fmla="*/ 98 w 200"/>
              <a:gd name="T19" fmla="*/ 170 h 256"/>
              <a:gd name="T20" fmla="*/ 142 w 200"/>
              <a:gd name="T21" fmla="*/ 170 h 256"/>
              <a:gd name="T22" fmla="*/ 144 w 200"/>
              <a:gd name="T23" fmla="*/ 169 h 256"/>
              <a:gd name="T24" fmla="*/ 144 w 200"/>
              <a:gd name="T25" fmla="*/ 169 h 256"/>
              <a:gd name="T26" fmla="*/ 145 w 200"/>
              <a:gd name="T27" fmla="*/ 160 h 256"/>
              <a:gd name="T28" fmla="*/ 120 w 200"/>
              <a:gd name="T29" fmla="*/ 28 h 256"/>
              <a:gd name="T30" fmla="*/ 82 w 200"/>
              <a:gd name="T31" fmla="*/ 114 h 256"/>
              <a:gd name="T32" fmla="*/ 97 w 200"/>
              <a:gd name="T33" fmla="*/ 141 h 256"/>
              <a:gd name="T34" fmla="*/ 147 w 200"/>
              <a:gd name="T35" fmla="*/ 138 h 256"/>
              <a:gd name="T36" fmla="*/ 156 w 200"/>
              <a:gd name="T37" fmla="*/ 42 h 256"/>
              <a:gd name="T38" fmla="*/ 152 w 200"/>
              <a:gd name="T39" fmla="*/ 108 h 256"/>
              <a:gd name="T40" fmla="*/ 101 w 200"/>
              <a:gd name="T41" fmla="*/ 133 h 256"/>
              <a:gd name="T42" fmla="*/ 89 w 200"/>
              <a:gd name="T43" fmla="*/ 48 h 256"/>
              <a:gd name="T44" fmla="*/ 120 w 200"/>
              <a:gd name="T45" fmla="*/ 36 h 256"/>
              <a:gd name="T46" fmla="*/ 152 w 200"/>
              <a:gd name="T47" fmla="*/ 108 h 256"/>
              <a:gd name="T48" fmla="*/ 103 w 200"/>
              <a:gd name="T49" fmla="*/ 77 h 256"/>
              <a:gd name="T50" fmla="*/ 102 w 200"/>
              <a:gd name="T51" fmla="*/ 85 h 256"/>
              <a:gd name="T52" fmla="*/ 115 w 200"/>
              <a:gd name="T53" fmla="*/ 126 h 256"/>
              <a:gd name="T54" fmla="*/ 111 w 200"/>
              <a:gd name="T55" fmla="*/ 85 h 256"/>
              <a:gd name="T56" fmla="*/ 122 w 200"/>
              <a:gd name="T57" fmla="*/ 122 h 256"/>
              <a:gd name="T58" fmla="*/ 126 w 200"/>
              <a:gd name="T59" fmla="*/ 126 h 256"/>
              <a:gd name="T60" fmla="*/ 138 w 200"/>
              <a:gd name="T61" fmla="*/ 85 h 256"/>
              <a:gd name="T62" fmla="*/ 137 w 200"/>
              <a:gd name="T63" fmla="*/ 77 h 256"/>
              <a:gd name="T64" fmla="*/ 200 w 200"/>
              <a:gd name="T65" fmla="*/ 94 h 256"/>
              <a:gd name="T66" fmla="*/ 16 w 200"/>
              <a:gd name="T67" fmla="*/ 88 h 256"/>
              <a:gd name="T68" fmla="*/ 0 w 200"/>
              <a:gd name="T69" fmla="*/ 147 h 256"/>
              <a:gd name="T70" fmla="*/ 4 w 200"/>
              <a:gd name="T71" fmla="*/ 152 h 256"/>
              <a:gd name="T72" fmla="*/ 20 w 200"/>
              <a:gd name="T73" fmla="*/ 180 h 256"/>
              <a:gd name="T74" fmla="*/ 72 w 200"/>
              <a:gd name="T75" fmla="*/ 204 h 256"/>
              <a:gd name="T76" fmla="*/ 69 w 200"/>
              <a:gd name="T77" fmla="*/ 255 h 256"/>
              <a:gd name="T78" fmla="*/ 184 w 200"/>
              <a:gd name="T79" fmla="*/ 256 h 256"/>
              <a:gd name="T80" fmla="*/ 188 w 200"/>
              <a:gd name="T81" fmla="*/ 252 h 256"/>
              <a:gd name="T82" fmla="*/ 187 w 200"/>
              <a:gd name="T83" fmla="*/ 150 h 256"/>
              <a:gd name="T84" fmla="*/ 80 w 200"/>
              <a:gd name="T85" fmla="*/ 200 h 256"/>
              <a:gd name="T86" fmla="*/ 76 w 200"/>
              <a:gd name="T87" fmla="*/ 196 h 256"/>
              <a:gd name="T88" fmla="*/ 28 w 200"/>
              <a:gd name="T89" fmla="*/ 180 h 256"/>
              <a:gd name="T90" fmla="*/ 24 w 200"/>
              <a:gd name="T91" fmla="*/ 144 h 256"/>
              <a:gd name="T92" fmla="*/ 24 w 200"/>
              <a:gd name="T93" fmla="*/ 93 h 256"/>
              <a:gd name="T94" fmla="*/ 24 w 200"/>
              <a:gd name="T95" fmla="*/ 88 h 256"/>
              <a:gd name="T96" fmla="*/ 192 w 200"/>
              <a:gd name="T97" fmla="*/ 94 h 256"/>
              <a:gd name="T98" fmla="*/ 172 w 200"/>
              <a:gd name="T99" fmla="*/ 172 h 256"/>
              <a:gd name="T100" fmla="*/ 76 w 200"/>
              <a:gd name="T101"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0" h="256">
                <a:moveTo>
                  <a:pt x="107" y="152"/>
                </a:moveTo>
                <a:cubicBezTo>
                  <a:pt x="133" y="152"/>
                  <a:pt x="133" y="152"/>
                  <a:pt x="133" y="152"/>
                </a:cubicBezTo>
                <a:cubicBezTo>
                  <a:pt x="135" y="152"/>
                  <a:pt x="137" y="150"/>
                  <a:pt x="137" y="148"/>
                </a:cubicBezTo>
                <a:cubicBezTo>
                  <a:pt x="137" y="146"/>
                  <a:pt x="135" y="144"/>
                  <a:pt x="133" y="144"/>
                </a:cubicBezTo>
                <a:cubicBezTo>
                  <a:pt x="107" y="144"/>
                  <a:pt x="107" y="144"/>
                  <a:pt x="107" y="144"/>
                </a:cubicBezTo>
                <a:cubicBezTo>
                  <a:pt x="105" y="144"/>
                  <a:pt x="103" y="146"/>
                  <a:pt x="103" y="148"/>
                </a:cubicBezTo>
                <a:cubicBezTo>
                  <a:pt x="103" y="150"/>
                  <a:pt x="105" y="152"/>
                  <a:pt x="107" y="152"/>
                </a:cubicBezTo>
                <a:close/>
                <a:moveTo>
                  <a:pt x="141" y="156"/>
                </a:moveTo>
                <a:cubicBezTo>
                  <a:pt x="138" y="156"/>
                  <a:pt x="137" y="157"/>
                  <a:pt x="137" y="160"/>
                </a:cubicBezTo>
                <a:cubicBezTo>
                  <a:pt x="137" y="163"/>
                  <a:pt x="137" y="163"/>
                  <a:pt x="137" y="163"/>
                </a:cubicBezTo>
                <a:cubicBezTo>
                  <a:pt x="126" y="168"/>
                  <a:pt x="114" y="168"/>
                  <a:pt x="103" y="163"/>
                </a:cubicBezTo>
                <a:cubicBezTo>
                  <a:pt x="103" y="160"/>
                  <a:pt x="103" y="160"/>
                  <a:pt x="103" y="160"/>
                </a:cubicBezTo>
                <a:cubicBezTo>
                  <a:pt x="103" y="157"/>
                  <a:pt x="102" y="156"/>
                  <a:pt x="99" y="156"/>
                </a:cubicBezTo>
                <a:cubicBezTo>
                  <a:pt x="97" y="156"/>
                  <a:pt x="95" y="157"/>
                  <a:pt x="95" y="160"/>
                </a:cubicBezTo>
                <a:cubicBezTo>
                  <a:pt x="95" y="166"/>
                  <a:pt x="95" y="166"/>
                  <a:pt x="95" y="166"/>
                </a:cubicBezTo>
                <a:cubicBezTo>
                  <a:pt x="95" y="167"/>
                  <a:pt x="96" y="168"/>
                  <a:pt x="96" y="169"/>
                </a:cubicBezTo>
                <a:cubicBezTo>
                  <a:pt x="96" y="169"/>
                  <a:pt x="96" y="169"/>
                  <a:pt x="96" y="169"/>
                </a:cubicBezTo>
                <a:cubicBezTo>
                  <a:pt x="96" y="169"/>
                  <a:pt x="96" y="169"/>
                  <a:pt x="96" y="169"/>
                </a:cubicBezTo>
                <a:cubicBezTo>
                  <a:pt x="97" y="169"/>
                  <a:pt x="97" y="169"/>
                  <a:pt x="97" y="169"/>
                </a:cubicBezTo>
                <a:cubicBezTo>
                  <a:pt x="97" y="169"/>
                  <a:pt x="97" y="169"/>
                  <a:pt x="98" y="170"/>
                </a:cubicBezTo>
                <a:cubicBezTo>
                  <a:pt x="105" y="173"/>
                  <a:pt x="112" y="175"/>
                  <a:pt x="120" y="175"/>
                </a:cubicBezTo>
                <a:cubicBezTo>
                  <a:pt x="128" y="175"/>
                  <a:pt x="135" y="173"/>
                  <a:pt x="142" y="170"/>
                </a:cubicBezTo>
                <a:cubicBezTo>
                  <a:pt x="143" y="169"/>
                  <a:pt x="143" y="169"/>
                  <a:pt x="143" y="169"/>
                </a:cubicBezTo>
                <a:cubicBezTo>
                  <a:pt x="143" y="169"/>
                  <a:pt x="144" y="169"/>
                  <a:pt x="144" y="169"/>
                </a:cubicBezTo>
                <a:cubicBezTo>
                  <a:pt x="144" y="169"/>
                  <a:pt x="144" y="169"/>
                  <a:pt x="144" y="169"/>
                </a:cubicBezTo>
                <a:cubicBezTo>
                  <a:pt x="144" y="169"/>
                  <a:pt x="144" y="169"/>
                  <a:pt x="144" y="169"/>
                </a:cubicBezTo>
                <a:cubicBezTo>
                  <a:pt x="144" y="168"/>
                  <a:pt x="145" y="167"/>
                  <a:pt x="145" y="166"/>
                </a:cubicBezTo>
                <a:cubicBezTo>
                  <a:pt x="145" y="160"/>
                  <a:pt x="145" y="160"/>
                  <a:pt x="145" y="160"/>
                </a:cubicBezTo>
                <a:cubicBezTo>
                  <a:pt x="145" y="157"/>
                  <a:pt x="143" y="156"/>
                  <a:pt x="141" y="156"/>
                </a:cubicBezTo>
                <a:close/>
                <a:moveTo>
                  <a:pt x="120" y="28"/>
                </a:moveTo>
                <a:cubicBezTo>
                  <a:pt x="107" y="28"/>
                  <a:pt x="94" y="33"/>
                  <a:pt x="84" y="42"/>
                </a:cubicBezTo>
                <a:cubicBezTo>
                  <a:pt x="63" y="61"/>
                  <a:pt x="63" y="94"/>
                  <a:pt x="82" y="114"/>
                </a:cubicBezTo>
                <a:cubicBezTo>
                  <a:pt x="88" y="121"/>
                  <a:pt x="92" y="129"/>
                  <a:pt x="93" y="138"/>
                </a:cubicBezTo>
                <a:cubicBezTo>
                  <a:pt x="94" y="140"/>
                  <a:pt x="95" y="141"/>
                  <a:pt x="97" y="141"/>
                </a:cubicBezTo>
                <a:cubicBezTo>
                  <a:pt x="143" y="141"/>
                  <a:pt x="143" y="141"/>
                  <a:pt x="143" y="141"/>
                </a:cubicBezTo>
                <a:cubicBezTo>
                  <a:pt x="145" y="141"/>
                  <a:pt x="146" y="140"/>
                  <a:pt x="147" y="138"/>
                </a:cubicBezTo>
                <a:cubicBezTo>
                  <a:pt x="148" y="129"/>
                  <a:pt x="152" y="121"/>
                  <a:pt x="158" y="114"/>
                </a:cubicBezTo>
                <a:cubicBezTo>
                  <a:pt x="177" y="94"/>
                  <a:pt x="177" y="61"/>
                  <a:pt x="156" y="42"/>
                </a:cubicBezTo>
                <a:cubicBezTo>
                  <a:pt x="146" y="33"/>
                  <a:pt x="133" y="28"/>
                  <a:pt x="120" y="28"/>
                </a:cubicBezTo>
                <a:close/>
                <a:moveTo>
                  <a:pt x="152" y="108"/>
                </a:moveTo>
                <a:cubicBezTo>
                  <a:pt x="146" y="115"/>
                  <a:pt x="141" y="124"/>
                  <a:pt x="139" y="133"/>
                </a:cubicBezTo>
                <a:cubicBezTo>
                  <a:pt x="101" y="133"/>
                  <a:pt x="101" y="133"/>
                  <a:pt x="101" y="133"/>
                </a:cubicBezTo>
                <a:cubicBezTo>
                  <a:pt x="99" y="124"/>
                  <a:pt x="94" y="115"/>
                  <a:pt x="88" y="108"/>
                </a:cubicBezTo>
                <a:cubicBezTo>
                  <a:pt x="72" y="91"/>
                  <a:pt x="72" y="64"/>
                  <a:pt x="89" y="48"/>
                </a:cubicBezTo>
                <a:cubicBezTo>
                  <a:pt x="97" y="40"/>
                  <a:pt x="108" y="36"/>
                  <a:pt x="119" y="36"/>
                </a:cubicBezTo>
                <a:cubicBezTo>
                  <a:pt x="119" y="36"/>
                  <a:pt x="120" y="36"/>
                  <a:pt x="120" y="36"/>
                </a:cubicBezTo>
                <a:cubicBezTo>
                  <a:pt x="132" y="36"/>
                  <a:pt x="142" y="40"/>
                  <a:pt x="151" y="48"/>
                </a:cubicBezTo>
                <a:cubicBezTo>
                  <a:pt x="168" y="64"/>
                  <a:pt x="168" y="91"/>
                  <a:pt x="152" y="108"/>
                </a:cubicBezTo>
                <a:close/>
                <a:moveTo>
                  <a:pt x="137" y="77"/>
                </a:moveTo>
                <a:cubicBezTo>
                  <a:pt x="103" y="77"/>
                  <a:pt x="103" y="77"/>
                  <a:pt x="103" y="77"/>
                </a:cubicBezTo>
                <a:cubicBezTo>
                  <a:pt x="101" y="77"/>
                  <a:pt x="99" y="79"/>
                  <a:pt x="99" y="81"/>
                </a:cubicBezTo>
                <a:cubicBezTo>
                  <a:pt x="99" y="83"/>
                  <a:pt x="101" y="84"/>
                  <a:pt x="102" y="85"/>
                </a:cubicBezTo>
                <a:cubicBezTo>
                  <a:pt x="105" y="88"/>
                  <a:pt x="109" y="105"/>
                  <a:pt x="110" y="122"/>
                </a:cubicBezTo>
                <a:cubicBezTo>
                  <a:pt x="111" y="125"/>
                  <a:pt x="113" y="126"/>
                  <a:pt x="115" y="126"/>
                </a:cubicBezTo>
                <a:cubicBezTo>
                  <a:pt x="117" y="126"/>
                  <a:pt x="119" y="124"/>
                  <a:pt x="118" y="122"/>
                </a:cubicBezTo>
                <a:cubicBezTo>
                  <a:pt x="117" y="102"/>
                  <a:pt x="114" y="91"/>
                  <a:pt x="111" y="85"/>
                </a:cubicBezTo>
                <a:cubicBezTo>
                  <a:pt x="129" y="85"/>
                  <a:pt x="129" y="85"/>
                  <a:pt x="129" y="85"/>
                </a:cubicBezTo>
                <a:cubicBezTo>
                  <a:pt x="126" y="91"/>
                  <a:pt x="123" y="102"/>
                  <a:pt x="122" y="122"/>
                </a:cubicBezTo>
                <a:cubicBezTo>
                  <a:pt x="121" y="124"/>
                  <a:pt x="123" y="126"/>
                  <a:pt x="125" y="126"/>
                </a:cubicBezTo>
                <a:cubicBezTo>
                  <a:pt x="125" y="126"/>
                  <a:pt x="126" y="126"/>
                  <a:pt x="126" y="126"/>
                </a:cubicBezTo>
                <a:cubicBezTo>
                  <a:pt x="128" y="126"/>
                  <a:pt x="129" y="124"/>
                  <a:pt x="130" y="122"/>
                </a:cubicBezTo>
                <a:cubicBezTo>
                  <a:pt x="131" y="105"/>
                  <a:pt x="135" y="88"/>
                  <a:pt x="138" y="85"/>
                </a:cubicBezTo>
                <a:cubicBezTo>
                  <a:pt x="139" y="84"/>
                  <a:pt x="141" y="83"/>
                  <a:pt x="141" y="81"/>
                </a:cubicBezTo>
                <a:cubicBezTo>
                  <a:pt x="141" y="79"/>
                  <a:pt x="139" y="77"/>
                  <a:pt x="137" y="77"/>
                </a:cubicBezTo>
                <a:close/>
                <a:moveTo>
                  <a:pt x="187" y="150"/>
                </a:moveTo>
                <a:cubicBezTo>
                  <a:pt x="195" y="134"/>
                  <a:pt x="200" y="113"/>
                  <a:pt x="200" y="94"/>
                </a:cubicBezTo>
                <a:cubicBezTo>
                  <a:pt x="200" y="39"/>
                  <a:pt x="162" y="0"/>
                  <a:pt x="108" y="0"/>
                </a:cubicBezTo>
                <a:cubicBezTo>
                  <a:pt x="56" y="0"/>
                  <a:pt x="16" y="38"/>
                  <a:pt x="16" y="88"/>
                </a:cubicBezTo>
                <a:cubicBezTo>
                  <a:pt x="16" y="91"/>
                  <a:pt x="16" y="91"/>
                  <a:pt x="16" y="91"/>
                </a:cubicBezTo>
                <a:cubicBezTo>
                  <a:pt x="0" y="147"/>
                  <a:pt x="0" y="147"/>
                  <a:pt x="0" y="147"/>
                </a:cubicBezTo>
                <a:cubicBezTo>
                  <a:pt x="0" y="148"/>
                  <a:pt x="0" y="149"/>
                  <a:pt x="1" y="150"/>
                </a:cubicBezTo>
                <a:cubicBezTo>
                  <a:pt x="2" y="151"/>
                  <a:pt x="3" y="152"/>
                  <a:pt x="4" y="152"/>
                </a:cubicBezTo>
                <a:cubicBezTo>
                  <a:pt x="20" y="152"/>
                  <a:pt x="20" y="152"/>
                  <a:pt x="20" y="152"/>
                </a:cubicBezTo>
                <a:cubicBezTo>
                  <a:pt x="20" y="180"/>
                  <a:pt x="20" y="180"/>
                  <a:pt x="20" y="180"/>
                </a:cubicBezTo>
                <a:cubicBezTo>
                  <a:pt x="20" y="193"/>
                  <a:pt x="31" y="204"/>
                  <a:pt x="44" y="204"/>
                </a:cubicBezTo>
                <a:cubicBezTo>
                  <a:pt x="72" y="204"/>
                  <a:pt x="72" y="204"/>
                  <a:pt x="72" y="204"/>
                </a:cubicBezTo>
                <a:cubicBezTo>
                  <a:pt x="68" y="252"/>
                  <a:pt x="68" y="252"/>
                  <a:pt x="68" y="252"/>
                </a:cubicBezTo>
                <a:cubicBezTo>
                  <a:pt x="68" y="253"/>
                  <a:pt x="68" y="254"/>
                  <a:pt x="69" y="255"/>
                </a:cubicBezTo>
                <a:cubicBezTo>
                  <a:pt x="70" y="256"/>
                  <a:pt x="71" y="256"/>
                  <a:pt x="72" y="256"/>
                </a:cubicBezTo>
                <a:cubicBezTo>
                  <a:pt x="184" y="256"/>
                  <a:pt x="184" y="256"/>
                  <a:pt x="184" y="256"/>
                </a:cubicBezTo>
                <a:cubicBezTo>
                  <a:pt x="185" y="256"/>
                  <a:pt x="186" y="256"/>
                  <a:pt x="187" y="255"/>
                </a:cubicBezTo>
                <a:cubicBezTo>
                  <a:pt x="188" y="254"/>
                  <a:pt x="188" y="253"/>
                  <a:pt x="188" y="252"/>
                </a:cubicBezTo>
                <a:cubicBezTo>
                  <a:pt x="180" y="172"/>
                  <a:pt x="180" y="172"/>
                  <a:pt x="180" y="172"/>
                </a:cubicBezTo>
                <a:cubicBezTo>
                  <a:pt x="180" y="167"/>
                  <a:pt x="184" y="156"/>
                  <a:pt x="187" y="150"/>
                </a:cubicBezTo>
                <a:close/>
                <a:moveTo>
                  <a:pt x="76" y="248"/>
                </a:moveTo>
                <a:cubicBezTo>
                  <a:pt x="80" y="200"/>
                  <a:pt x="80" y="200"/>
                  <a:pt x="80" y="200"/>
                </a:cubicBezTo>
                <a:cubicBezTo>
                  <a:pt x="80" y="199"/>
                  <a:pt x="80" y="198"/>
                  <a:pt x="79" y="197"/>
                </a:cubicBezTo>
                <a:cubicBezTo>
                  <a:pt x="78" y="196"/>
                  <a:pt x="77" y="196"/>
                  <a:pt x="76" y="196"/>
                </a:cubicBezTo>
                <a:cubicBezTo>
                  <a:pt x="44" y="196"/>
                  <a:pt x="44" y="196"/>
                  <a:pt x="44" y="196"/>
                </a:cubicBezTo>
                <a:cubicBezTo>
                  <a:pt x="35" y="196"/>
                  <a:pt x="28" y="189"/>
                  <a:pt x="28" y="180"/>
                </a:cubicBezTo>
                <a:cubicBezTo>
                  <a:pt x="28" y="148"/>
                  <a:pt x="28" y="148"/>
                  <a:pt x="28" y="148"/>
                </a:cubicBezTo>
                <a:cubicBezTo>
                  <a:pt x="28" y="146"/>
                  <a:pt x="26" y="144"/>
                  <a:pt x="24" y="144"/>
                </a:cubicBezTo>
                <a:cubicBezTo>
                  <a:pt x="9" y="144"/>
                  <a:pt x="9" y="144"/>
                  <a:pt x="9" y="144"/>
                </a:cubicBezTo>
                <a:cubicBezTo>
                  <a:pt x="24" y="93"/>
                  <a:pt x="24" y="93"/>
                  <a:pt x="24" y="93"/>
                </a:cubicBezTo>
                <a:cubicBezTo>
                  <a:pt x="24" y="93"/>
                  <a:pt x="24" y="92"/>
                  <a:pt x="24" y="92"/>
                </a:cubicBezTo>
                <a:cubicBezTo>
                  <a:pt x="24" y="88"/>
                  <a:pt x="24" y="88"/>
                  <a:pt x="24" y="88"/>
                </a:cubicBezTo>
                <a:cubicBezTo>
                  <a:pt x="24" y="42"/>
                  <a:pt x="60" y="8"/>
                  <a:pt x="108" y="8"/>
                </a:cubicBezTo>
                <a:cubicBezTo>
                  <a:pt x="158" y="8"/>
                  <a:pt x="192" y="43"/>
                  <a:pt x="192" y="94"/>
                </a:cubicBezTo>
                <a:cubicBezTo>
                  <a:pt x="192" y="112"/>
                  <a:pt x="187" y="131"/>
                  <a:pt x="179" y="147"/>
                </a:cubicBezTo>
                <a:cubicBezTo>
                  <a:pt x="179" y="148"/>
                  <a:pt x="172" y="164"/>
                  <a:pt x="172" y="172"/>
                </a:cubicBezTo>
                <a:cubicBezTo>
                  <a:pt x="180" y="248"/>
                  <a:pt x="180" y="248"/>
                  <a:pt x="180" y="248"/>
                </a:cubicBezTo>
                <a:lnTo>
                  <a:pt x="76" y="24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5" name="Freeform 80">
            <a:extLst>
              <a:ext uri="{FF2B5EF4-FFF2-40B4-BE49-F238E27FC236}">
                <a16:creationId xmlns:a16="http://schemas.microsoft.com/office/drawing/2014/main" id="{506D9492-F5D6-4DF0-A41B-7E0C8B4F5B39}"/>
              </a:ext>
            </a:extLst>
          </p:cNvPr>
          <p:cNvSpPr>
            <a:spLocks noChangeAspect="1" noEditPoints="1"/>
          </p:cNvSpPr>
          <p:nvPr/>
        </p:nvSpPr>
        <p:spPr bwMode="auto">
          <a:xfrm>
            <a:off x="8312669" y="1462443"/>
            <a:ext cx="403225" cy="401638"/>
          </a:xfrm>
          <a:custGeom>
            <a:avLst/>
            <a:gdLst>
              <a:gd name="T0" fmla="*/ 213 w 258"/>
              <a:gd name="T1" fmla="*/ 224 h 257"/>
              <a:gd name="T2" fmla="*/ 226 w 258"/>
              <a:gd name="T3" fmla="*/ 178 h 257"/>
              <a:gd name="T4" fmla="*/ 174 w 258"/>
              <a:gd name="T5" fmla="*/ 197 h 257"/>
              <a:gd name="T6" fmla="*/ 191 w 258"/>
              <a:gd name="T7" fmla="*/ 217 h 257"/>
              <a:gd name="T8" fmla="*/ 193 w 258"/>
              <a:gd name="T9" fmla="*/ 173 h 257"/>
              <a:gd name="T10" fmla="*/ 220 w 258"/>
              <a:gd name="T11" fmla="*/ 200 h 257"/>
              <a:gd name="T12" fmla="*/ 141 w 258"/>
              <a:gd name="T13" fmla="*/ 224 h 257"/>
              <a:gd name="T14" fmla="*/ 154 w 258"/>
              <a:gd name="T15" fmla="*/ 178 h 257"/>
              <a:gd name="T16" fmla="*/ 102 w 258"/>
              <a:gd name="T17" fmla="*/ 197 h 257"/>
              <a:gd name="T18" fmla="*/ 119 w 258"/>
              <a:gd name="T19" fmla="*/ 217 h 257"/>
              <a:gd name="T20" fmla="*/ 121 w 258"/>
              <a:gd name="T21" fmla="*/ 173 h 257"/>
              <a:gd name="T22" fmla="*/ 148 w 258"/>
              <a:gd name="T23" fmla="*/ 200 h 257"/>
              <a:gd name="T24" fmla="*/ 129 w 258"/>
              <a:gd name="T25" fmla="*/ 232 h 257"/>
              <a:gd name="T26" fmla="*/ 74 w 258"/>
              <a:gd name="T27" fmla="*/ 250 h 257"/>
              <a:gd name="T28" fmla="*/ 109 w 258"/>
              <a:gd name="T29" fmla="*/ 236 h 257"/>
              <a:gd name="T30" fmla="*/ 178 w 258"/>
              <a:gd name="T31" fmla="*/ 254 h 257"/>
              <a:gd name="T32" fmla="*/ 170 w 258"/>
              <a:gd name="T33" fmla="*/ 236 h 257"/>
              <a:gd name="T34" fmla="*/ 219 w 258"/>
              <a:gd name="T35" fmla="*/ 228 h 257"/>
              <a:gd name="T36" fmla="*/ 179 w 258"/>
              <a:gd name="T37" fmla="*/ 236 h 257"/>
              <a:gd name="T38" fmla="*/ 250 w 258"/>
              <a:gd name="T39" fmla="*/ 254 h 257"/>
              <a:gd name="T40" fmla="*/ 81 w 258"/>
              <a:gd name="T41" fmla="*/ 230 h 257"/>
              <a:gd name="T42" fmla="*/ 36 w 258"/>
              <a:gd name="T43" fmla="*/ 228 h 257"/>
              <a:gd name="T44" fmla="*/ 5 w 258"/>
              <a:gd name="T45" fmla="*/ 256 h 257"/>
              <a:gd name="T46" fmla="*/ 57 w 258"/>
              <a:gd name="T47" fmla="*/ 240 h 257"/>
              <a:gd name="T48" fmla="*/ 67 w 258"/>
              <a:gd name="T49" fmla="*/ 217 h 257"/>
              <a:gd name="T50" fmla="*/ 84 w 258"/>
              <a:gd name="T51" fmla="*/ 201 h 257"/>
              <a:gd name="T52" fmla="*/ 47 w 258"/>
              <a:gd name="T53" fmla="*/ 166 h 257"/>
              <a:gd name="T54" fmla="*/ 43 w 258"/>
              <a:gd name="T55" fmla="*/ 223 h 257"/>
              <a:gd name="T56" fmla="*/ 38 w 258"/>
              <a:gd name="T57" fmla="*/ 197 h 257"/>
              <a:gd name="T58" fmla="*/ 75 w 258"/>
              <a:gd name="T59" fmla="*/ 181 h 257"/>
              <a:gd name="T60" fmla="*/ 43 w 258"/>
              <a:gd name="T61" fmla="*/ 132 h 257"/>
              <a:gd name="T62" fmla="*/ 83 w 258"/>
              <a:gd name="T63" fmla="*/ 132 h 257"/>
              <a:gd name="T64" fmla="*/ 151 w 258"/>
              <a:gd name="T65" fmla="*/ 132 h 257"/>
              <a:gd name="T66" fmla="*/ 202 w 258"/>
              <a:gd name="T67" fmla="*/ 156 h 257"/>
              <a:gd name="T68" fmla="*/ 249 w 258"/>
              <a:gd name="T69" fmla="*/ 120 h 257"/>
              <a:gd name="T70" fmla="*/ 9 w 258"/>
              <a:gd name="T71" fmla="*/ 12 h 257"/>
              <a:gd name="T72" fmla="*/ 21 w 258"/>
              <a:gd name="T73" fmla="*/ 8 h 257"/>
              <a:gd name="T74" fmla="*/ 237 w 258"/>
              <a:gd name="T75" fmla="*/ 124 h 257"/>
              <a:gd name="T76" fmla="*/ 180 w 258"/>
              <a:gd name="T77" fmla="*/ 125 h 257"/>
              <a:gd name="T78" fmla="*/ 129 w 258"/>
              <a:gd name="T79" fmla="*/ 146 h 257"/>
              <a:gd name="T80" fmla="*/ 78 w 258"/>
              <a:gd name="T81" fmla="*/ 125 h 257"/>
              <a:gd name="T82" fmla="*/ 21 w 258"/>
              <a:gd name="T83" fmla="*/ 124 h 257"/>
              <a:gd name="T84" fmla="*/ 85 w 258"/>
              <a:gd name="T85" fmla="*/ 104 h 257"/>
              <a:gd name="T86" fmla="*/ 129 w 258"/>
              <a:gd name="T87" fmla="*/ 68 h 257"/>
              <a:gd name="T88" fmla="*/ 173 w 258"/>
              <a:gd name="T89" fmla="*/ 104 h 257"/>
              <a:gd name="T90" fmla="*/ 67 w 258"/>
              <a:gd name="T91" fmla="*/ 87 h 257"/>
              <a:gd name="T92" fmla="*/ 87 w 258"/>
              <a:gd name="T93" fmla="*/ 45 h 257"/>
              <a:gd name="T94" fmla="*/ 117 w 258"/>
              <a:gd name="T95" fmla="*/ 34 h 257"/>
              <a:gd name="T96" fmla="*/ 146 w 258"/>
              <a:gd name="T97" fmla="*/ 42 h 257"/>
              <a:gd name="T98" fmla="*/ 188 w 258"/>
              <a:gd name="T99" fmla="*/ 62 h 257"/>
              <a:gd name="T100" fmla="*/ 199 w 258"/>
              <a:gd name="T101" fmla="*/ 92 h 257"/>
              <a:gd name="T102" fmla="*/ 209 w 258"/>
              <a:gd name="T103" fmla="*/ 92 h 257"/>
              <a:gd name="T104" fmla="*/ 194 w 258"/>
              <a:gd name="T105" fmla="*/ 67 h 257"/>
              <a:gd name="T106" fmla="*/ 166 w 258"/>
              <a:gd name="T107" fmla="*/ 39 h 257"/>
              <a:gd name="T108" fmla="*/ 141 w 258"/>
              <a:gd name="T109" fmla="*/ 24 h 257"/>
              <a:gd name="T110" fmla="*/ 94 w 258"/>
              <a:gd name="T111" fmla="*/ 41 h 257"/>
              <a:gd name="T112" fmla="*/ 81 w 258"/>
              <a:gd name="T113" fmla="*/ 39 h 257"/>
              <a:gd name="T114" fmla="*/ 59 w 258"/>
              <a:gd name="T115" fmla="*/ 84 h 257"/>
              <a:gd name="T116" fmla="*/ 57 w 258"/>
              <a:gd name="T117" fmla="*/ 108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8" h="257">
                <a:moveTo>
                  <a:pt x="220" y="200"/>
                </a:moveTo>
                <a:cubicBezTo>
                  <a:pt x="219" y="208"/>
                  <a:pt x="219" y="211"/>
                  <a:pt x="211" y="217"/>
                </a:cubicBezTo>
                <a:cubicBezTo>
                  <a:pt x="209" y="218"/>
                  <a:pt x="208" y="220"/>
                  <a:pt x="210" y="222"/>
                </a:cubicBezTo>
                <a:cubicBezTo>
                  <a:pt x="210" y="223"/>
                  <a:pt x="212" y="224"/>
                  <a:pt x="213" y="224"/>
                </a:cubicBezTo>
                <a:cubicBezTo>
                  <a:pt x="214" y="224"/>
                  <a:pt x="215" y="224"/>
                  <a:pt x="215" y="223"/>
                </a:cubicBezTo>
                <a:cubicBezTo>
                  <a:pt x="227" y="216"/>
                  <a:pt x="227" y="210"/>
                  <a:pt x="228" y="201"/>
                </a:cubicBezTo>
                <a:cubicBezTo>
                  <a:pt x="228" y="200"/>
                  <a:pt x="228" y="199"/>
                  <a:pt x="228" y="197"/>
                </a:cubicBezTo>
                <a:cubicBezTo>
                  <a:pt x="229" y="191"/>
                  <a:pt x="229" y="184"/>
                  <a:pt x="226" y="178"/>
                </a:cubicBezTo>
                <a:cubicBezTo>
                  <a:pt x="223" y="172"/>
                  <a:pt x="218" y="168"/>
                  <a:pt x="211" y="166"/>
                </a:cubicBezTo>
                <a:cubicBezTo>
                  <a:pt x="205" y="163"/>
                  <a:pt x="197" y="163"/>
                  <a:pt x="191" y="166"/>
                </a:cubicBezTo>
                <a:cubicBezTo>
                  <a:pt x="184" y="168"/>
                  <a:pt x="179" y="172"/>
                  <a:pt x="176" y="178"/>
                </a:cubicBezTo>
                <a:cubicBezTo>
                  <a:pt x="173" y="184"/>
                  <a:pt x="173" y="191"/>
                  <a:pt x="174" y="197"/>
                </a:cubicBezTo>
                <a:cubicBezTo>
                  <a:pt x="174" y="199"/>
                  <a:pt x="174" y="200"/>
                  <a:pt x="174" y="201"/>
                </a:cubicBezTo>
                <a:cubicBezTo>
                  <a:pt x="175" y="210"/>
                  <a:pt x="175" y="216"/>
                  <a:pt x="187" y="223"/>
                </a:cubicBezTo>
                <a:cubicBezTo>
                  <a:pt x="189" y="225"/>
                  <a:pt x="191" y="224"/>
                  <a:pt x="192" y="222"/>
                </a:cubicBezTo>
                <a:cubicBezTo>
                  <a:pt x="194" y="220"/>
                  <a:pt x="193" y="218"/>
                  <a:pt x="191" y="217"/>
                </a:cubicBezTo>
                <a:cubicBezTo>
                  <a:pt x="183" y="211"/>
                  <a:pt x="183" y="208"/>
                  <a:pt x="182" y="200"/>
                </a:cubicBezTo>
                <a:cubicBezTo>
                  <a:pt x="182" y="199"/>
                  <a:pt x="182" y="198"/>
                  <a:pt x="182" y="197"/>
                </a:cubicBezTo>
                <a:cubicBezTo>
                  <a:pt x="181" y="192"/>
                  <a:pt x="181" y="186"/>
                  <a:pt x="183" y="181"/>
                </a:cubicBezTo>
                <a:cubicBezTo>
                  <a:pt x="185" y="178"/>
                  <a:pt x="189" y="175"/>
                  <a:pt x="193" y="173"/>
                </a:cubicBezTo>
                <a:cubicBezTo>
                  <a:pt x="198" y="172"/>
                  <a:pt x="204" y="172"/>
                  <a:pt x="209" y="173"/>
                </a:cubicBezTo>
                <a:cubicBezTo>
                  <a:pt x="213" y="175"/>
                  <a:pt x="217" y="178"/>
                  <a:pt x="219" y="181"/>
                </a:cubicBezTo>
                <a:cubicBezTo>
                  <a:pt x="221" y="186"/>
                  <a:pt x="221" y="192"/>
                  <a:pt x="220" y="197"/>
                </a:cubicBezTo>
                <a:cubicBezTo>
                  <a:pt x="220" y="198"/>
                  <a:pt x="220" y="199"/>
                  <a:pt x="220" y="200"/>
                </a:cubicBezTo>
                <a:close/>
                <a:moveTo>
                  <a:pt x="148" y="200"/>
                </a:moveTo>
                <a:cubicBezTo>
                  <a:pt x="147" y="208"/>
                  <a:pt x="147" y="211"/>
                  <a:pt x="139" y="217"/>
                </a:cubicBezTo>
                <a:cubicBezTo>
                  <a:pt x="137" y="218"/>
                  <a:pt x="136" y="220"/>
                  <a:pt x="138" y="222"/>
                </a:cubicBezTo>
                <a:cubicBezTo>
                  <a:pt x="138" y="223"/>
                  <a:pt x="140" y="224"/>
                  <a:pt x="141" y="224"/>
                </a:cubicBezTo>
                <a:cubicBezTo>
                  <a:pt x="142" y="224"/>
                  <a:pt x="143" y="224"/>
                  <a:pt x="143" y="223"/>
                </a:cubicBezTo>
                <a:cubicBezTo>
                  <a:pt x="155" y="216"/>
                  <a:pt x="155" y="210"/>
                  <a:pt x="156" y="201"/>
                </a:cubicBezTo>
                <a:cubicBezTo>
                  <a:pt x="156" y="200"/>
                  <a:pt x="156" y="199"/>
                  <a:pt x="156" y="197"/>
                </a:cubicBezTo>
                <a:cubicBezTo>
                  <a:pt x="157" y="191"/>
                  <a:pt x="157" y="184"/>
                  <a:pt x="154" y="178"/>
                </a:cubicBezTo>
                <a:cubicBezTo>
                  <a:pt x="151" y="172"/>
                  <a:pt x="146" y="168"/>
                  <a:pt x="139" y="166"/>
                </a:cubicBezTo>
                <a:cubicBezTo>
                  <a:pt x="133" y="163"/>
                  <a:pt x="125" y="163"/>
                  <a:pt x="119" y="166"/>
                </a:cubicBezTo>
                <a:cubicBezTo>
                  <a:pt x="112" y="168"/>
                  <a:pt x="107" y="172"/>
                  <a:pt x="104" y="178"/>
                </a:cubicBezTo>
                <a:cubicBezTo>
                  <a:pt x="101" y="184"/>
                  <a:pt x="101" y="191"/>
                  <a:pt x="102" y="197"/>
                </a:cubicBezTo>
                <a:cubicBezTo>
                  <a:pt x="102" y="199"/>
                  <a:pt x="102" y="200"/>
                  <a:pt x="102" y="201"/>
                </a:cubicBezTo>
                <a:cubicBezTo>
                  <a:pt x="103" y="210"/>
                  <a:pt x="103" y="216"/>
                  <a:pt x="115" y="223"/>
                </a:cubicBezTo>
                <a:cubicBezTo>
                  <a:pt x="117" y="225"/>
                  <a:pt x="119" y="224"/>
                  <a:pt x="120" y="222"/>
                </a:cubicBezTo>
                <a:cubicBezTo>
                  <a:pt x="122" y="220"/>
                  <a:pt x="121" y="218"/>
                  <a:pt x="119" y="217"/>
                </a:cubicBezTo>
                <a:cubicBezTo>
                  <a:pt x="111" y="211"/>
                  <a:pt x="111" y="208"/>
                  <a:pt x="110" y="200"/>
                </a:cubicBezTo>
                <a:cubicBezTo>
                  <a:pt x="110" y="199"/>
                  <a:pt x="110" y="198"/>
                  <a:pt x="110" y="197"/>
                </a:cubicBezTo>
                <a:cubicBezTo>
                  <a:pt x="109" y="192"/>
                  <a:pt x="109" y="186"/>
                  <a:pt x="111" y="181"/>
                </a:cubicBezTo>
                <a:cubicBezTo>
                  <a:pt x="113" y="178"/>
                  <a:pt x="117" y="175"/>
                  <a:pt x="121" y="173"/>
                </a:cubicBezTo>
                <a:cubicBezTo>
                  <a:pt x="126" y="172"/>
                  <a:pt x="132" y="172"/>
                  <a:pt x="137" y="173"/>
                </a:cubicBezTo>
                <a:cubicBezTo>
                  <a:pt x="141" y="175"/>
                  <a:pt x="145" y="178"/>
                  <a:pt x="147" y="181"/>
                </a:cubicBezTo>
                <a:cubicBezTo>
                  <a:pt x="149" y="186"/>
                  <a:pt x="149" y="192"/>
                  <a:pt x="148" y="197"/>
                </a:cubicBezTo>
                <a:cubicBezTo>
                  <a:pt x="148" y="198"/>
                  <a:pt x="148" y="199"/>
                  <a:pt x="148" y="200"/>
                </a:cubicBezTo>
                <a:close/>
                <a:moveTo>
                  <a:pt x="170" y="236"/>
                </a:moveTo>
                <a:cubicBezTo>
                  <a:pt x="150" y="228"/>
                  <a:pt x="150" y="228"/>
                  <a:pt x="150" y="228"/>
                </a:cubicBezTo>
                <a:cubicBezTo>
                  <a:pt x="149" y="228"/>
                  <a:pt x="148" y="228"/>
                  <a:pt x="147" y="228"/>
                </a:cubicBezTo>
                <a:cubicBezTo>
                  <a:pt x="147" y="228"/>
                  <a:pt x="140" y="232"/>
                  <a:pt x="129" y="232"/>
                </a:cubicBezTo>
                <a:cubicBezTo>
                  <a:pt x="118" y="232"/>
                  <a:pt x="111" y="228"/>
                  <a:pt x="111" y="228"/>
                </a:cubicBezTo>
                <a:cubicBezTo>
                  <a:pt x="110" y="228"/>
                  <a:pt x="109" y="228"/>
                  <a:pt x="108" y="228"/>
                </a:cubicBezTo>
                <a:cubicBezTo>
                  <a:pt x="87" y="236"/>
                  <a:pt x="87" y="236"/>
                  <a:pt x="87" y="236"/>
                </a:cubicBezTo>
                <a:cubicBezTo>
                  <a:pt x="80" y="240"/>
                  <a:pt x="74" y="249"/>
                  <a:pt x="74" y="250"/>
                </a:cubicBezTo>
                <a:cubicBezTo>
                  <a:pt x="72" y="252"/>
                  <a:pt x="73" y="254"/>
                  <a:pt x="75" y="255"/>
                </a:cubicBezTo>
                <a:cubicBezTo>
                  <a:pt x="77" y="257"/>
                  <a:pt x="79" y="256"/>
                  <a:pt x="80" y="254"/>
                </a:cubicBezTo>
                <a:cubicBezTo>
                  <a:pt x="83" y="250"/>
                  <a:pt x="87" y="245"/>
                  <a:pt x="90" y="244"/>
                </a:cubicBezTo>
                <a:cubicBezTo>
                  <a:pt x="109" y="236"/>
                  <a:pt x="109" y="236"/>
                  <a:pt x="109" y="236"/>
                </a:cubicBezTo>
                <a:cubicBezTo>
                  <a:pt x="112" y="238"/>
                  <a:pt x="119" y="240"/>
                  <a:pt x="129" y="240"/>
                </a:cubicBezTo>
                <a:cubicBezTo>
                  <a:pt x="139" y="240"/>
                  <a:pt x="146" y="238"/>
                  <a:pt x="149" y="236"/>
                </a:cubicBezTo>
                <a:cubicBezTo>
                  <a:pt x="167" y="244"/>
                  <a:pt x="167" y="244"/>
                  <a:pt x="167" y="244"/>
                </a:cubicBezTo>
                <a:cubicBezTo>
                  <a:pt x="171" y="245"/>
                  <a:pt x="175" y="250"/>
                  <a:pt x="178" y="254"/>
                </a:cubicBezTo>
                <a:cubicBezTo>
                  <a:pt x="178" y="255"/>
                  <a:pt x="180" y="256"/>
                  <a:pt x="181" y="256"/>
                </a:cubicBezTo>
                <a:cubicBezTo>
                  <a:pt x="182" y="256"/>
                  <a:pt x="182" y="256"/>
                  <a:pt x="183" y="255"/>
                </a:cubicBezTo>
                <a:cubicBezTo>
                  <a:pt x="185" y="254"/>
                  <a:pt x="186" y="252"/>
                  <a:pt x="184" y="250"/>
                </a:cubicBezTo>
                <a:cubicBezTo>
                  <a:pt x="184" y="249"/>
                  <a:pt x="178" y="240"/>
                  <a:pt x="170" y="236"/>
                </a:cubicBezTo>
                <a:close/>
                <a:moveTo>
                  <a:pt x="256" y="250"/>
                </a:moveTo>
                <a:cubicBezTo>
                  <a:pt x="256" y="249"/>
                  <a:pt x="250" y="240"/>
                  <a:pt x="242" y="236"/>
                </a:cubicBezTo>
                <a:cubicBezTo>
                  <a:pt x="222" y="228"/>
                  <a:pt x="222" y="228"/>
                  <a:pt x="222" y="228"/>
                </a:cubicBezTo>
                <a:cubicBezTo>
                  <a:pt x="221" y="228"/>
                  <a:pt x="220" y="228"/>
                  <a:pt x="219" y="228"/>
                </a:cubicBezTo>
                <a:cubicBezTo>
                  <a:pt x="219" y="228"/>
                  <a:pt x="212" y="232"/>
                  <a:pt x="201" y="232"/>
                </a:cubicBezTo>
                <a:cubicBezTo>
                  <a:pt x="190" y="232"/>
                  <a:pt x="183" y="228"/>
                  <a:pt x="183" y="228"/>
                </a:cubicBezTo>
                <a:cubicBezTo>
                  <a:pt x="181" y="227"/>
                  <a:pt x="178" y="228"/>
                  <a:pt x="177" y="230"/>
                </a:cubicBezTo>
                <a:cubicBezTo>
                  <a:pt x="176" y="232"/>
                  <a:pt x="177" y="235"/>
                  <a:pt x="179" y="236"/>
                </a:cubicBezTo>
                <a:cubicBezTo>
                  <a:pt x="180" y="236"/>
                  <a:pt x="188" y="240"/>
                  <a:pt x="201" y="240"/>
                </a:cubicBezTo>
                <a:cubicBezTo>
                  <a:pt x="211" y="240"/>
                  <a:pt x="218" y="238"/>
                  <a:pt x="221" y="236"/>
                </a:cubicBezTo>
                <a:cubicBezTo>
                  <a:pt x="239" y="244"/>
                  <a:pt x="239" y="244"/>
                  <a:pt x="239" y="244"/>
                </a:cubicBezTo>
                <a:cubicBezTo>
                  <a:pt x="243" y="245"/>
                  <a:pt x="247" y="250"/>
                  <a:pt x="250" y="254"/>
                </a:cubicBezTo>
                <a:cubicBezTo>
                  <a:pt x="250" y="255"/>
                  <a:pt x="252" y="256"/>
                  <a:pt x="253" y="256"/>
                </a:cubicBezTo>
                <a:cubicBezTo>
                  <a:pt x="254" y="256"/>
                  <a:pt x="254" y="256"/>
                  <a:pt x="255" y="255"/>
                </a:cubicBezTo>
                <a:cubicBezTo>
                  <a:pt x="257" y="254"/>
                  <a:pt x="258" y="252"/>
                  <a:pt x="256" y="250"/>
                </a:cubicBezTo>
                <a:close/>
                <a:moveTo>
                  <a:pt x="81" y="230"/>
                </a:moveTo>
                <a:cubicBezTo>
                  <a:pt x="80" y="228"/>
                  <a:pt x="77" y="227"/>
                  <a:pt x="75" y="228"/>
                </a:cubicBezTo>
                <a:cubicBezTo>
                  <a:pt x="75" y="228"/>
                  <a:pt x="68" y="232"/>
                  <a:pt x="57" y="232"/>
                </a:cubicBezTo>
                <a:cubicBezTo>
                  <a:pt x="46" y="232"/>
                  <a:pt x="39" y="228"/>
                  <a:pt x="39" y="228"/>
                </a:cubicBezTo>
                <a:cubicBezTo>
                  <a:pt x="38" y="228"/>
                  <a:pt x="37" y="228"/>
                  <a:pt x="36" y="228"/>
                </a:cubicBezTo>
                <a:cubicBezTo>
                  <a:pt x="15" y="236"/>
                  <a:pt x="15" y="236"/>
                  <a:pt x="15" y="236"/>
                </a:cubicBezTo>
                <a:cubicBezTo>
                  <a:pt x="8" y="240"/>
                  <a:pt x="2" y="249"/>
                  <a:pt x="2" y="250"/>
                </a:cubicBezTo>
                <a:cubicBezTo>
                  <a:pt x="0" y="252"/>
                  <a:pt x="1" y="254"/>
                  <a:pt x="3" y="255"/>
                </a:cubicBezTo>
                <a:cubicBezTo>
                  <a:pt x="4" y="256"/>
                  <a:pt x="4" y="256"/>
                  <a:pt x="5" y="256"/>
                </a:cubicBezTo>
                <a:cubicBezTo>
                  <a:pt x="6" y="256"/>
                  <a:pt x="8" y="255"/>
                  <a:pt x="8" y="254"/>
                </a:cubicBezTo>
                <a:cubicBezTo>
                  <a:pt x="11" y="250"/>
                  <a:pt x="15" y="245"/>
                  <a:pt x="18" y="244"/>
                </a:cubicBezTo>
                <a:cubicBezTo>
                  <a:pt x="37" y="236"/>
                  <a:pt x="37" y="236"/>
                  <a:pt x="37" y="236"/>
                </a:cubicBezTo>
                <a:cubicBezTo>
                  <a:pt x="40" y="238"/>
                  <a:pt x="47" y="240"/>
                  <a:pt x="57" y="240"/>
                </a:cubicBezTo>
                <a:cubicBezTo>
                  <a:pt x="70" y="240"/>
                  <a:pt x="78" y="236"/>
                  <a:pt x="79" y="236"/>
                </a:cubicBezTo>
                <a:cubicBezTo>
                  <a:pt x="81" y="235"/>
                  <a:pt x="82" y="232"/>
                  <a:pt x="81" y="230"/>
                </a:cubicBezTo>
                <a:close/>
                <a:moveTo>
                  <a:pt x="76" y="200"/>
                </a:moveTo>
                <a:cubicBezTo>
                  <a:pt x="75" y="208"/>
                  <a:pt x="75" y="211"/>
                  <a:pt x="67" y="217"/>
                </a:cubicBezTo>
                <a:cubicBezTo>
                  <a:pt x="65" y="218"/>
                  <a:pt x="64" y="220"/>
                  <a:pt x="66" y="222"/>
                </a:cubicBezTo>
                <a:cubicBezTo>
                  <a:pt x="66" y="223"/>
                  <a:pt x="68" y="224"/>
                  <a:pt x="69" y="224"/>
                </a:cubicBezTo>
                <a:cubicBezTo>
                  <a:pt x="70" y="224"/>
                  <a:pt x="71" y="224"/>
                  <a:pt x="71" y="223"/>
                </a:cubicBezTo>
                <a:cubicBezTo>
                  <a:pt x="83" y="216"/>
                  <a:pt x="83" y="210"/>
                  <a:pt x="84" y="201"/>
                </a:cubicBezTo>
                <a:cubicBezTo>
                  <a:pt x="84" y="200"/>
                  <a:pt x="84" y="199"/>
                  <a:pt x="84" y="197"/>
                </a:cubicBezTo>
                <a:cubicBezTo>
                  <a:pt x="85" y="191"/>
                  <a:pt x="85" y="184"/>
                  <a:pt x="82" y="178"/>
                </a:cubicBezTo>
                <a:cubicBezTo>
                  <a:pt x="79" y="172"/>
                  <a:pt x="74" y="168"/>
                  <a:pt x="67" y="166"/>
                </a:cubicBezTo>
                <a:cubicBezTo>
                  <a:pt x="61" y="163"/>
                  <a:pt x="53" y="163"/>
                  <a:pt x="47" y="166"/>
                </a:cubicBezTo>
                <a:cubicBezTo>
                  <a:pt x="40" y="168"/>
                  <a:pt x="35" y="172"/>
                  <a:pt x="32" y="178"/>
                </a:cubicBezTo>
                <a:cubicBezTo>
                  <a:pt x="29" y="184"/>
                  <a:pt x="29" y="191"/>
                  <a:pt x="30" y="197"/>
                </a:cubicBezTo>
                <a:cubicBezTo>
                  <a:pt x="30" y="199"/>
                  <a:pt x="30" y="200"/>
                  <a:pt x="30" y="201"/>
                </a:cubicBezTo>
                <a:cubicBezTo>
                  <a:pt x="31" y="210"/>
                  <a:pt x="31" y="216"/>
                  <a:pt x="43" y="223"/>
                </a:cubicBezTo>
                <a:cubicBezTo>
                  <a:pt x="45" y="225"/>
                  <a:pt x="47" y="224"/>
                  <a:pt x="48" y="222"/>
                </a:cubicBezTo>
                <a:cubicBezTo>
                  <a:pt x="50" y="220"/>
                  <a:pt x="49" y="218"/>
                  <a:pt x="47" y="217"/>
                </a:cubicBezTo>
                <a:cubicBezTo>
                  <a:pt x="39" y="211"/>
                  <a:pt x="39" y="208"/>
                  <a:pt x="38" y="200"/>
                </a:cubicBezTo>
                <a:cubicBezTo>
                  <a:pt x="38" y="199"/>
                  <a:pt x="38" y="198"/>
                  <a:pt x="38" y="197"/>
                </a:cubicBezTo>
                <a:cubicBezTo>
                  <a:pt x="37" y="192"/>
                  <a:pt x="37" y="186"/>
                  <a:pt x="39" y="181"/>
                </a:cubicBezTo>
                <a:cubicBezTo>
                  <a:pt x="41" y="178"/>
                  <a:pt x="45" y="175"/>
                  <a:pt x="49" y="173"/>
                </a:cubicBezTo>
                <a:cubicBezTo>
                  <a:pt x="54" y="172"/>
                  <a:pt x="60" y="172"/>
                  <a:pt x="65" y="173"/>
                </a:cubicBezTo>
                <a:cubicBezTo>
                  <a:pt x="69" y="175"/>
                  <a:pt x="73" y="178"/>
                  <a:pt x="75" y="181"/>
                </a:cubicBezTo>
                <a:cubicBezTo>
                  <a:pt x="77" y="186"/>
                  <a:pt x="77" y="192"/>
                  <a:pt x="76" y="197"/>
                </a:cubicBezTo>
                <a:cubicBezTo>
                  <a:pt x="76" y="198"/>
                  <a:pt x="76" y="199"/>
                  <a:pt x="76" y="200"/>
                </a:cubicBezTo>
                <a:close/>
                <a:moveTo>
                  <a:pt x="21" y="132"/>
                </a:moveTo>
                <a:cubicBezTo>
                  <a:pt x="43" y="132"/>
                  <a:pt x="43" y="132"/>
                  <a:pt x="43" y="132"/>
                </a:cubicBezTo>
                <a:cubicBezTo>
                  <a:pt x="53" y="154"/>
                  <a:pt x="53" y="154"/>
                  <a:pt x="53" y="154"/>
                </a:cubicBezTo>
                <a:cubicBezTo>
                  <a:pt x="54" y="155"/>
                  <a:pt x="55" y="156"/>
                  <a:pt x="56" y="156"/>
                </a:cubicBezTo>
                <a:cubicBezTo>
                  <a:pt x="58" y="156"/>
                  <a:pt x="59" y="156"/>
                  <a:pt x="60" y="155"/>
                </a:cubicBezTo>
                <a:cubicBezTo>
                  <a:pt x="83" y="132"/>
                  <a:pt x="83" y="132"/>
                  <a:pt x="83" y="132"/>
                </a:cubicBezTo>
                <a:cubicBezTo>
                  <a:pt x="107" y="132"/>
                  <a:pt x="107" y="132"/>
                  <a:pt x="107" y="132"/>
                </a:cubicBezTo>
                <a:cubicBezTo>
                  <a:pt x="126" y="155"/>
                  <a:pt x="126" y="155"/>
                  <a:pt x="126" y="155"/>
                </a:cubicBezTo>
                <a:cubicBezTo>
                  <a:pt x="127" y="156"/>
                  <a:pt x="131" y="156"/>
                  <a:pt x="132" y="155"/>
                </a:cubicBezTo>
                <a:cubicBezTo>
                  <a:pt x="151" y="132"/>
                  <a:pt x="151" y="132"/>
                  <a:pt x="151" y="132"/>
                </a:cubicBezTo>
                <a:cubicBezTo>
                  <a:pt x="175" y="132"/>
                  <a:pt x="175" y="132"/>
                  <a:pt x="175" y="132"/>
                </a:cubicBezTo>
                <a:cubicBezTo>
                  <a:pt x="198" y="155"/>
                  <a:pt x="198" y="155"/>
                  <a:pt x="198" y="155"/>
                </a:cubicBezTo>
                <a:cubicBezTo>
                  <a:pt x="199" y="156"/>
                  <a:pt x="200" y="156"/>
                  <a:pt x="201" y="156"/>
                </a:cubicBezTo>
                <a:cubicBezTo>
                  <a:pt x="201" y="156"/>
                  <a:pt x="201" y="156"/>
                  <a:pt x="202" y="156"/>
                </a:cubicBezTo>
                <a:cubicBezTo>
                  <a:pt x="203" y="156"/>
                  <a:pt x="204" y="155"/>
                  <a:pt x="205" y="154"/>
                </a:cubicBezTo>
                <a:cubicBezTo>
                  <a:pt x="215" y="132"/>
                  <a:pt x="215" y="132"/>
                  <a:pt x="215" y="132"/>
                </a:cubicBezTo>
                <a:cubicBezTo>
                  <a:pt x="237" y="132"/>
                  <a:pt x="237" y="132"/>
                  <a:pt x="237" y="132"/>
                </a:cubicBezTo>
                <a:cubicBezTo>
                  <a:pt x="244" y="132"/>
                  <a:pt x="249" y="127"/>
                  <a:pt x="249" y="120"/>
                </a:cubicBezTo>
                <a:cubicBezTo>
                  <a:pt x="249" y="12"/>
                  <a:pt x="249" y="12"/>
                  <a:pt x="249" y="12"/>
                </a:cubicBezTo>
                <a:cubicBezTo>
                  <a:pt x="249" y="5"/>
                  <a:pt x="244" y="0"/>
                  <a:pt x="237" y="0"/>
                </a:cubicBezTo>
                <a:cubicBezTo>
                  <a:pt x="21" y="0"/>
                  <a:pt x="21" y="0"/>
                  <a:pt x="21" y="0"/>
                </a:cubicBezTo>
                <a:cubicBezTo>
                  <a:pt x="14" y="0"/>
                  <a:pt x="9" y="5"/>
                  <a:pt x="9" y="12"/>
                </a:cubicBezTo>
                <a:cubicBezTo>
                  <a:pt x="9" y="120"/>
                  <a:pt x="9" y="120"/>
                  <a:pt x="9" y="120"/>
                </a:cubicBezTo>
                <a:cubicBezTo>
                  <a:pt x="9" y="127"/>
                  <a:pt x="14" y="132"/>
                  <a:pt x="21" y="132"/>
                </a:cubicBezTo>
                <a:close/>
                <a:moveTo>
                  <a:pt x="17" y="12"/>
                </a:moveTo>
                <a:cubicBezTo>
                  <a:pt x="17" y="10"/>
                  <a:pt x="19" y="8"/>
                  <a:pt x="21" y="8"/>
                </a:cubicBezTo>
                <a:cubicBezTo>
                  <a:pt x="237" y="8"/>
                  <a:pt x="237" y="8"/>
                  <a:pt x="237" y="8"/>
                </a:cubicBezTo>
                <a:cubicBezTo>
                  <a:pt x="239" y="8"/>
                  <a:pt x="241" y="10"/>
                  <a:pt x="241" y="12"/>
                </a:cubicBezTo>
                <a:cubicBezTo>
                  <a:pt x="241" y="120"/>
                  <a:pt x="241" y="120"/>
                  <a:pt x="241" y="120"/>
                </a:cubicBezTo>
                <a:cubicBezTo>
                  <a:pt x="241" y="122"/>
                  <a:pt x="239" y="124"/>
                  <a:pt x="237" y="124"/>
                </a:cubicBezTo>
                <a:cubicBezTo>
                  <a:pt x="213" y="124"/>
                  <a:pt x="213" y="124"/>
                  <a:pt x="213" y="124"/>
                </a:cubicBezTo>
                <a:cubicBezTo>
                  <a:pt x="211" y="124"/>
                  <a:pt x="210" y="125"/>
                  <a:pt x="209" y="126"/>
                </a:cubicBezTo>
                <a:cubicBezTo>
                  <a:pt x="200" y="145"/>
                  <a:pt x="200" y="145"/>
                  <a:pt x="200" y="145"/>
                </a:cubicBezTo>
                <a:cubicBezTo>
                  <a:pt x="180" y="125"/>
                  <a:pt x="180" y="125"/>
                  <a:pt x="180" y="125"/>
                </a:cubicBezTo>
                <a:cubicBezTo>
                  <a:pt x="179" y="124"/>
                  <a:pt x="178" y="124"/>
                  <a:pt x="177" y="124"/>
                </a:cubicBezTo>
                <a:cubicBezTo>
                  <a:pt x="149" y="124"/>
                  <a:pt x="149" y="124"/>
                  <a:pt x="149" y="124"/>
                </a:cubicBezTo>
                <a:cubicBezTo>
                  <a:pt x="148" y="124"/>
                  <a:pt x="147" y="125"/>
                  <a:pt x="146" y="125"/>
                </a:cubicBezTo>
                <a:cubicBezTo>
                  <a:pt x="129" y="146"/>
                  <a:pt x="129" y="146"/>
                  <a:pt x="129" y="146"/>
                </a:cubicBezTo>
                <a:cubicBezTo>
                  <a:pt x="112" y="125"/>
                  <a:pt x="112" y="125"/>
                  <a:pt x="112" y="125"/>
                </a:cubicBezTo>
                <a:cubicBezTo>
                  <a:pt x="111" y="125"/>
                  <a:pt x="110" y="124"/>
                  <a:pt x="109" y="124"/>
                </a:cubicBezTo>
                <a:cubicBezTo>
                  <a:pt x="81" y="124"/>
                  <a:pt x="81" y="124"/>
                  <a:pt x="81" y="124"/>
                </a:cubicBezTo>
                <a:cubicBezTo>
                  <a:pt x="80" y="124"/>
                  <a:pt x="79" y="124"/>
                  <a:pt x="78" y="125"/>
                </a:cubicBezTo>
                <a:cubicBezTo>
                  <a:pt x="58" y="145"/>
                  <a:pt x="58" y="145"/>
                  <a:pt x="58" y="145"/>
                </a:cubicBezTo>
                <a:cubicBezTo>
                  <a:pt x="49" y="126"/>
                  <a:pt x="49" y="126"/>
                  <a:pt x="49" y="126"/>
                </a:cubicBezTo>
                <a:cubicBezTo>
                  <a:pt x="48" y="125"/>
                  <a:pt x="47" y="124"/>
                  <a:pt x="45" y="124"/>
                </a:cubicBezTo>
                <a:cubicBezTo>
                  <a:pt x="21" y="124"/>
                  <a:pt x="21" y="124"/>
                  <a:pt x="21" y="124"/>
                </a:cubicBezTo>
                <a:cubicBezTo>
                  <a:pt x="19" y="124"/>
                  <a:pt x="17" y="122"/>
                  <a:pt x="17" y="120"/>
                </a:cubicBezTo>
                <a:lnTo>
                  <a:pt x="17" y="12"/>
                </a:lnTo>
                <a:close/>
                <a:moveTo>
                  <a:pt x="129" y="60"/>
                </a:moveTo>
                <a:cubicBezTo>
                  <a:pt x="105" y="60"/>
                  <a:pt x="85" y="80"/>
                  <a:pt x="85" y="104"/>
                </a:cubicBezTo>
                <a:cubicBezTo>
                  <a:pt x="85" y="108"/>
                  <a:pt x="85" y="108"/>
                  <a:pt x="85" y="108"/>
                </a:cubicBezTo>
                <a:cubicBezTo>
                  <a:pt x="93" y="108"/>
                  <a:pt x="93" y="108"/>
                  <a:pt x="93" y="108"/>
                </a:cubicBezTo>
                <a:cubicBezTo>
                  <a:pt x="93" y="104"/>
                  <a:pt x="93" y="104"/>
                  <a:pt x="93" y="104"/>
                </a:cubicBezTo>
                <a:cubicBezTo>
                  <a:pt x="93" y="84"/>
                  <a:pt x="109" y="68"/>
                  <a:pt x="129" y="68"/>
                </a:cubicBezTo>
                <a:cubicBezTo>
                  <a:pt x="149" y="68"/>
                  <a:pt x="165" y="84"/>
                  <a:pt x="165" y="104"/>
                </a:cubicBezTo>
                <a:cubicBezTo>
                  <a:pt x="165" y="108"/>
                  <a:pt x="165" y="108"/>
                  <a:pt x="165" y="108"/>
                </a:cubicBezTo>
                <a:cubicBezTo>
                  <a:pt x="173" y="108"/>
                  <a:pt x="173" y="108"/>
                  <a:pt x="173" y="108"/>
                </a:cubicBezTo>
                <a:cubicBezTo>
                  <a:pt x="173" y="104"/>
                  <a:pt x="173" y="104"/>
                  <a:pt x="173" y="104"/>
                </a:cubicBezTo>
                <a:cubicBezTo>
                  <a:pt x="173" y="80"/>
                  <a:pt x="153" y="60"/>
                  <a:pt x="129" y="60"/>
                </a:cubicBezTo>
                <a:close/>
                <a:moveTo>
                  <a:pt x="57" y="92"/>
                </a:moveTo>
                <a:cubicBezTo>
                  <a:pt x="59" y="92"/>
                  <a:pt x="59" y="92"/>
                  <a:pt x="59" y="92"/>
                </a:cubicBezTo>
                <a:cubicBezTo>
                  <a:pt x="63" y="92"/>
                  <a:pt x="66" y="90"/>
                  <a:pt x="67" y="87"/>
                </a:cubicBezTo>
                <a:cubicBezTo>
                  <a:pt x="73" y="72"/>
                  <a:pt x="73" y="72"/>
                  <a:pt x="73" y="72"/>
                </a:cubicBezTo>
                <a:cubicBezTo>
                  <a:pt x="74" y="69"/>
                  <a:pt x="74" y="66"/>
                  <a:pt x="71" y="63"/>
                </a:cubicBezTo>
                <a:cubicBezTo>
                  <a:pt x="70" y="62"/>
                  <a:pt x="70" y="62"/>
                  <a:pt x="70" y="62"/>
                </a:cubicBezTo>
                <a:cubicBezTo>
                  <a:pt x="87" y="45"/>
                  <a:pt x="87" y="45"/>
                  <a:pt x="87" y="45"/>
                </a:cubicBezTo>
                <a:cubicBezTo>
                  <a:pt x="88" y="46"/>
                  <a:pt x="88" y="46"/>
                  <a:pt x="88" y="46"/>
                </a:cubicBezTo>
                <a:cubicBezTo>
                  <a:pt x="91" y="49"/>
                  <a:pt x="94" y="49"/>
                  <a:pt x="97" y="48"/>
                </a:cubicBezTo>
                <a:cubicBezTo>
                  <a:pt x="112" y="42"/>
                  <a:pt x="112" y="42"/>
                  <a:pt x="112" y="42"/>
                </a:cubicBezTo>
                <a:cubicBezTo>
                  <a:pt x="115" y="41"/>
                  <a:pt x="117" y="38"/>
                  <a:pt x="117" y="34"/>
                </a:cubicBezTo>
                <a:cubicBezTo>
                  <a:pt x="117" y="32"/>
                  <a:pt x="117" y="32"/>
                  <a:pt x="117" y="32"/>
                </a:cubicBezTo>
                <a:cubicBezTo>
                  <a:pt x="141" y="32"/>
                  <a:pt x="141" y="32"/>
                  <a:pt x="141" y="32"/>
                </a:cubicBezTo>
                <a:cubicBezTo>
                  <a:pt x="141" y="34"/>
                  <a:pt x="141" y="34"/>
                  <a:pt x="141" y="34"/>
                </a:cubicBezTo>
                <a:cubicBezTo>
                  <a:pt x="141" y="38"/>
                  <a:pt x="143" y="41"/>
                  <a:pt x="146" y="42"/>
                </a:cubicBezTo>
                <a:cubicBezTo>
                  <a:pt x="161" y="48"/>
                  <a:pt x="161" y="48"/>
                  <a:pt x="161" y="48"/>
                </a:cubicBezTo>
                <a:cubicBezTo>
                  <a:pt x="164" y="49"/>
                  <a:pt x="167" y="49"/>
                  <a:pt x="170" y="46"/>
                </a:cubicBezTo>
                <a:cubicBezTo>
                  <a:pt x="171" y="45"/>
                  <a:pt x="171" y="45"/>
                  <a:pt x="171" y="45"/>
                </a:cubicBezTo>
                <a:cubicBezTo>
                  <a:pt x="188" y="62"/>
                  <a:pt x="188" y="62"/>
                  <a:pt x="188" y="62"/>
                </a:cubicBezTo>
                <a:cubicBezTo>
                  <a:pt x="187" y="63"/>
                  <a:pt x="187" y="63"/>
                  <a:pt x="187" y="63"/>
                </a:cubicBezTo>
                <a:cubicBezTo>
                  <a:pt x="184" y="66"/>
                  <a:pt x="184" y="69"/>
                  <a:pt x="185" y="72"/>
                </a:cubicBezTo>
                <a:cubicBezTo>
                  <a:pt x="191" y="87"/>
                  <a:pt x="191" y="87"/>
                  <a:pt x="191" y="87"/>
                </a:cubicBezTo>
                <a:cubicBezTo>
                  <a:pt x="192" y="90"/>
                  <a:pt x="195" y="92"/>
                  <a:pt x="199" y="92"/>
                </a:cubicBezTo>
                <a:cubicBezTo>
                  <a:pt x="201" y="92"/>
                  <a:pt x="201" y="92"/>
                  <a:pt x="201" y="92"/>
                </a:cubicBezTo>
                <a:cubicBezTo>
                  <a:pt x="201" y="108"/>
                  <a:pt x="201" y="108"/>
                  <a:pt x="201" y="108"/>
                </a:cubicBezTo>
                <a:cubicBezTo>
                  <a:pt x="209" y="108"/>
                  <a:pt x="209" y="108"/>
                  <a:pt x="209" y="108"/>
                </a:cubicBezTo>
                <a:cubicBezTo>
                  <a:pt x="209" y="92"/>
                  <a:pt x="209" y="92"/>
                  <a:pt x="209" y="92"/>
                </a:cubicBezTo>
                <a:cubicBezTo>
                  <a:pt x="209" y="88"/>
                  <a:pt x="205" y="84"/>
                  <a:pt x="201" y="84"/>
                </a:cubicBezTo>
                <a:cubicBezTo>
                  <a:pt x="199" y="84"/>
                  <a:pt x="199" y="84"/>
                  <a:pt x="199" y="84"/>
                </a:cubicBezTo>
                <a:cubicBezTo>
                  <a:pt x="192" y="69"/>
                  <a:pt x="192" y="69"/>
                  <a:pt x="192" y="69"/>
                </a:cubicBezTo>
                <a:cubicBezTo>
                  <a:pt x="194" y="67"/>
                  <a:pt x="194" y="67"/>
                  <a:pt x="194" y="67"/>
                </a:cubicBezTo>
                <a:cubicBezTo>
                  <a:pt x="197" y="64"/>
                  <a:pt x="197" y="59"/>
                  <a:pt x="194" y="56"/>
                </a:cubicBezTo>
                <a:cubicBezTo>
                  <a:pt x="177" y="39"/>
                  <a:pt x="177" y="39"/>
                  <a:pt x="177" y="39"/>
                </a:cubicBezTo>
                <a:cubicBezTo>
                  <a:pt x="176" y="37"/>
                  <a:pt x="174" y="36"/>
                  <a:pt x="171" y="37"/>
                </a:cubicBezTo>
                <a:cubicBezTo>
                  <a:pt x="169" y="37"/>
                  <a:pt x="167" y="37"/>
                  <a:pt x="166" y="39"/>
                </a:cubicBezTo>
                <a:cubicBezTo>
                  <a:pt x="164" y="41"/>
                  <a:pt x="164" y="41"/>
                  <a:pt x="164" y="41"/>
                </a:cubicBezTo>
                <a:cubicBezTo>
                  <a:pt x="149" y="34"/>
                  <a:pt x="149" y="34"/>
                  <a:pt x="149" y="34"/>
                </a:cubicBezTo>
                <a:cubicBezTo>
                  <a:pt x="149" y="32"/>
                  <a:pt x="149" y="32"/>
                  <a:pt x="149" y="32"/>
                </a:cubicBezTo>
                <a:cubicBezTo>
                  <a:pt x="149" y="28"/>
                  <a:pt x="145" y="24"/>
                  <a:pt x="141" y="24"/>
                </a:cubicBezTo>
                <a:cubicBezTo>
                  <a:pt x="117" y="24"/>
                  <a:pt x="117" y="24"/>
                  <a:pt x="117" y="24"/>
                </a:cubicBezTo>
                <a:cubicBezTo>
                  <a:pt x="113" y="24"/>
                  <a:pt x="109" y="28"/>
                  <a:pt x="109" y="32"/>
                </a:cubicBezTo>
                <a:cubicBezTo>
                  <a:pt x="109" y="34"/>
                  <a:pt x="109" y="34"/>
                  <a:pt x="109" y="34"/>
                </a:cubicBezTo>
                <a:cubicBezTo>
                  <a:pt x="94" y="41"/>
                  <a:pt x="94" y="41"/>
                  <a:pt x="94" y="41"/>
                </a:cubicBezTo>
                <a:cubicBezTo>
                  <a:pt x="92" y="39"/>
                  <a:pt x="92" y="39"/>
                  <a:pt x="92" y="39"/>
                </a:cubicBezTo>
                <a:cubicBezTo>
                  <a:pt x="91" y="37"/>
                  <a:pt x="89" y="37"/>
                  <a:pt x="87" y="37"/>
                </a:cubicBezTo>
                <a:cubicBezTo>
                  <a:pt x="87" y="37"/>
                  <a:pt x="87" y="37"/>
                  <a:pt x="87" y="37"/>
                </a:cubicBezTo>
                <a:cubicBezTo>
                  <a:pt x="84" y="37"/>
                  <a:pt x="82" y="37"/>
                  <a:pt x="81" y="39"/>
                </a:cubicBezTo>
                <a:cubicBezTo>
                  <a:pt x="64" y="56"/>
                  <a:pt x="64" y="56"/>
                  <a:pt x="64" y="56"/>
                </a:cubicBezTo>
                <a:cubicBezTo>
                  <a:pt x="61" y="59"/>
                  <a:pt x="61" y="64"/>
                  <a:pt x="64" y="67"/>
                </a:cubicBezTo>
                <a:cubicBezTo>
                  <a:pt x="66" y="69"/>
                  <a:pt x="66" y="69"/>
                  <a:pt x="66" y="69"/>
                </a:cubicBezTo>
                <a:cubicBezTo>
                  <a:pt x="59" y="84"/>
                  <a:pt x="59" y="84"/>
                  <a:pt x="59" y="84"/>
                </a:cubicBezTo>
                <a:cubicBezTo>
                  <a:pt x="57" y="84"/>
                  <a:pt x="57" y="84"/>
                  <a:pt x="57" y="84"/>
                </a:cubicBezTo>
                <a:cubicBezTo>
                  <a:pt x="53" y="84"/>
                  <a:pt x="49" y="88"/>
                  <a:pt x="49" y="92"/>
                </a:cubicBezTo>
                <a:cubicBezTo>
                  <a:pt x="49" y="108"/>
                  <a:pt x="49" y="108"/>
                  <a:pt x="49" y="108"/>
                </a:cubicBezTo>
                <a:cubicBezTo>
                  <a:pt x="57" y="108"/>
                  <a:pt x="57" y="108"/>
                  <a:pt x="57" y="108"/>
                </a:cubicBezTo>
                <a:lnTo>
                  <a:pt x="57"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8" name="Freeform 87">
            <a:extLst>
              <a:ext uri="{FF2B5EF4-FFF2-40B4-BE49-F238E27FC236}">
                <a16:creationId xmlns:a16="http://schemas.microsoft.com/office/drawing/2014/main" id="{BAA2119D-0682-4225-8F7A-6E7D55BF8BFD}"/>
              </a:ext>
            </a:extLst>
          </p:cNvPr>
          <p:cNvSpPr>
            <a:spLocks noChangeAspect="1" noEditPoints="1"/>
          </p:cNvSpPr>
          <p:nvPr/>
        </p:nvSpPr>
        <p:spPr bwMode="auto">
          <a:xfrm>
            <a:off x="9280315" y="1462443"/>
            <a:ext cx="403225" cy="401638"/>
          </a:xfrm>
          <a:custGeom>
            <a:avLst/>
            <a:gdLst>
              <a:gd name="T0" fmla="*/ 213 w 258"/>
              <a:gd name="T1" fmla="*/ 224 h 257"/>
              <a:gd name="T2" fmla="*/ 226 w 258"/>
              <a:gd name="T3" fmla="*/ 178 h 257"/>
              <a:gd name="T4" fmla="*/ 174 w 258"/>
              <a:gd name="T5" fmla="*/ 197 h 257"/>
              <a:gd name="T6" fmla="*/ 191 w 258"/>
              <a:gd name="T7" fmla="*/ 217 h 257"/>
              <a:gd name="T8" fmla="*/ 193 w 258"/>
              <a:gd name="T9" fmla="*/ 173 h 257"/>
              <a:gd name="T10" fmla="*/ 220 w 258"/>
              <a:gd name="T11" fmla="*/ 200 h 257"/>
              <a:gd name="T12" fmla="*/ 141 w 258"/>
              <a:gd name="T13" fmla="*/ 224 h 257"/>
              <a:gd name="T14" fmla="*/ 154 w 258"/>
              <a:gd name="T15" fmla="*/ 178 h 257"/>
              <a:gd name="T16" fmla="*/ 102 w 258"/>
              <a:gd name="T17" fmla="*/ 197 h 257"/>
              <a:gd name="T18" fmla="*/ 119 w 258"/>
              <a:gd name="T19" fmla="*/ 217 h 257"/>
              <a:gd name="T20" fmla="*/ 121 w 258"/>
              <a:gd name="T21" fmla="*/ 173 h 257"/>
              <a:gd name="T22" fmla="*/ 148 w 258"/>
              <a:gd name="T23" fmla="*/ 200 h 257"/>
              <a:gd name="T24" fmla="*/ 201 w 258"/>
              <a:gd name="T25" fmla="*/ 232 h 257"/>
              <a:gd name="T26" fmla="*/ 201 w 258"/>
              <a:gd name="T27" fmla="*/ 240 h 257"/>
              <a:gd name="T28" fmla="*/ 253 w 258"/>
              <a:gd name="T29" fmla="*/ 256 h 257"/>
              <a:gd name="T30" fmla="*/ 170 w 258"/>
              <a:gd name="T31" fmla="*/ 236 h 257"/>
              <a:gd name="T32" fmla="*/ 111 w 258"/>
              <a:gd name="T33" fmla="*/ 228 h 257"/>
              <a:gd name="T34" fmla="*/ 75 w 258"/>
              <a:gd name="T35" fmla="*/ 255 h 257"/>
              <a:gd name="T36" fmla="*/ 129 w 258"/>
              <a:gd name="T37" fmla="*/ 240 h 257"/>
              <a:gd name="T38" fmla="*/ 181 w 258"/>
              <a:gd name="T39" fmla="*/ 256 h 257"/>
              <a:gd name="T40" fmla="*/ 76 w 258"/>
              <a:gd name="T41" fmla="*/ 200 h 257"/>
              <a:gd name="T42" fmla="*/ 71 w 258"/>
              <a:gd name="T43" fmla="*/ 223 h 257"/>
              <a:gd name="T44" fmla="*/ 67 w 258"/>
              <a:gd name="T45" fmla="*/ 166 h 257"/>
              <a:gd name="T46" fmla="*/ 30 w 258"/>
              <a:gd name="T47" fmla="*/ 201 h 257"/>
              <a:gd name="T48" fmla="*/ 38 w 258"/>
              <a:gd name="T49" fmla="*/ 200 h 257"/>
              <a:gd name="T50" fmla="*/ 65 w 258"/>
              <a:gd name="T51" fmla="*/ 173 h 257"/>
              <a:gd name="T52" fmla="*/ 81 w 258"/>
              <a:gd name="T53" fmla="*/ 230 h 257"/>
              <a:gd name="T54" fmla="*/ 36 w 258"/>
              <a:gd name="T55" fmla="*/ 228 h 257"/>
              <a:gd name="T56" fmla="*/ 5 w 258"/>
              <a:gd name="T57" fmla="*/ 256 h 257"/>
              <a:gd name="T58" fmla="*/ 57 w 258"/>
              <a:gd name="T59" fmla="*/ 240 h 257"/>
              <a:gd name="T60" fmla="*/ 136 w 258"/>
              <a:gd name="T61" fmla="*/ 84 h 257"/>
              <a:gd name="T62" fmla="*/ 124 w 258"/>
              <a:gd name="T63" fmla="*/ 111 h 257"/>
              <a:gd name="T64" fmla="*/ 122 w 258"/>
              <a:gd name="T65" fmla="*/ 76 h 257"/>
              <a:gd name="T66" fmla="*/ 110 w 258"/>
              <a:gd name="T67" fmla="*/ 77 h 257"/>
              <a:gd name="T68" fmla="*/ 43 w 258"/>
              <a:gd name="T69" fmla="*/ 132 h 257"/>
              <a:gd name="T70" fmla="*/ 83 w 258"/>
              <a:gd name="T71" fmla="*/ 132 h 257"/>
              <a:gd name="T72" fmla="*/ 151 w 258"/>
              <a:gd name="T73" fmla="*/ 132 h 257"/>
              <a:gd name="T74" fmla="*/ 202 w 258"/>
              <a:gd name="T75" fmla="*/ 156 h 257"/>
              <a:gd name="T76" fmla="*/ 257 w 258"/>
              <a:gd name="T77" fmla="*/ 104 h 257"/>
              <a:gd name="T78" fmla="*/ 225 w 258"/>
              <a:gd name="T79" fmla="*/ 48 h 257"/>
              <a:gd name="T80" fmla="*/ 129 w 258"/>
              <a:gd name="T81" fmla="*/ 14 h 257"/>
              <a:gd name="T82" fmla="*/ 33 w 258"/>
              <a:gd name="T83" fmla="*/ 48 h 257"/>
              <a:gd name="T84" fmla="*/ 1 w 258"/>
              <a:gd name="T85" fmla="*/ 104 h 257"/>
              <a:gd name="T86" fmla="*/ 61 w 258"/>
              <a:gd name="T87" fmla="*/ 75 h 257"/>
              <a:gd name="T88" fmla="*/ 21 w 258"/>
              <a:gd name="T89" fmla="*/ 72 h 257"/>
              <a:gd name="T90" fmla="*/ 41 w 258"/>
              <a:gd name="T91" fmla="*/ 51 h 257"/>
              <a:gd name="T92" fmla="*/ 93 w 258"/>
              <a:gd name="T93" fmla="*/ 52 h 257"/>
              <a:gd name="T94" fmla="*/ 125 w 258"/>
              <a:gd name="T95" fmla="*/ 28 h 257"/>
              <a:gd name="T96" fmla="*/ 172 w 258"/>
              <a:gd name="T97" fmla="*/ 24 h 257"/>
              <a:gd name="T98" fmla="*/ 193 w 258"/>
              <a:gd name="T99" fmla="*/ 24 h 257"/>
              <a:gd name="T100" fmla="*/ 221 w 258"/>
              <a:gd name="T101" fmla="*/ 56 h 257"/>
              <a:gd name="T102" fmla="*/ 205 w 258"/>
              <a:gd name="T103" fmla="*/ 74 h 257"/>
              <a:gd name="T104" fmla="*/ 240 w 258"/>
              <a:gd name="T105" fmla="*/ 87 h 257"/>
              <a:gd name="T106" fmla="*/ 209 w 258"/>
              <a:gd name="T107" fmla="*/ 126 h 257"/>
              <a:gd name="T108" fmla="*/ 149 w 258"/>
              <a:gd name="T109" fmla="*/ 124 h 257"/>
              <a:gd name="T110" fmla="*/ 109 w 258"/>
              <a:gd name="T111" fmla="*/ 124 h 257"/>
              <a:gd name="T112" fmla="*/ 49 w 258"/>
              <a:gd name="T113" fmla="*/ 126 h 257"/>
              <a:gd name="T114" fmla="*/ 18 w 258"/>
              <a:gd name="T115" fmla="*/ 8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8" h="257">
                <a:moveTo>
                  <a:pt x="220" y="200"/>
                </a:moveTo>
                <a:cubicBezTo>
                  <a:pt x="219" y="208"/>
                  <a:pt x="219" y="211"/>
                  <a:pt x="211" y="217"/>
                </a:cubicBezTo>
                <a:cubicBezTo>
                  <a:pt x="209" y="218"/>
                  <a:pt x="208" y="220"/>
                  <a:pt x="210" y="222"/>
                </a:cubicBezTo>
                <a:cubicBezTo>
                  <a:pt x="210" y="223"/>
                  <a:pt x="212" y="224"/>
                  <a:pt x="213" y="224"/>
                </a:cubicBezTo>
                <a:cubicBezTo>
                  <a:pt x="214" y="224"/>
                  <a:pt x="215" y="224"/>
                  <a:pt x="215" y="223"/>
                </a:cubicBezTo>
                <a:cubicBezTo>
                  <a:pt x="227" y="216"/>
                  <a:pt x="227" y="210"/>
                  <a:pt x="228" y="201"/>
                </a:cubicBezTo>
                <a:cubicBezTo>
                  <a:pt x="228" y="200"/>
                  <a:pt x="228" y="199"/>
                  <a:pt x="228" y="197"/>
                </a:cubicBezTo>
                <a:cubicBezTo>
                  <a:pt x="229" y="191"/>
                  <a:pt x="229" y="184"/>
                  <a:pt x="226" y="178"/>
                </a:cubicBezTo>
                <a:cubicBezTo>
                  <a:pt x="223" y="172"/>
                  <a:pt x="218" y="168"/>
                  <a:pt x="211" y="166"/>
                </a:cubicBezTo>
                <a:cubicBezTo>
                  <a:pt x="205" y="163"/>
                  <a:pt x="197" y="163"/>
                  <a:pt x="191" y="166"/>
                </a:cubicBezTo>
                <a:cubicBezTo>
                  <a:pt x="184" y="168"/>
                  <a:pt x="179" y="172"/>
                  <a:pt x="176" y="178"/>
                </a:cubicBezTo>
                <a:cubicBezTo>
                  <a:pt x="173" y="184"/>
                  <a:pt x="173" y="191"/>
                  <a:pt x="174" y="197"/>
                </a:cubicBezTo>
                <a:cubicBezTo>
                  <a:pt x="174" y="199"/>
                  <a:pt x="174" y="200"/>
                  <a:pt x="174" y="201"/>
                </a:cubicBezTo>
                <a:cubicBezTo>
                  <a:pt x="175" y="210"/>
                  <a:pt x="175" y="216"/>
                  <a:pt x="187" y="223"/>
                </a:cubicBezTo>
                <a:cubicBezTo>
                  <a:pt x="189" y="225"/>
                  <a:pt x="191" y="224"/>
                  <a:pt x="192" y="222"/>
                </a:cubicBezTo>
                <a:cubicBezTo>
                  <a:pt x="194" y="220"/>
                  <a:pt x="193" y="218"/>
                  <a:pt x="191" y="217"/>
                </a:cubicBezTo>
                <a:cubicBezTo>
                  <a:pt x="183" y="211"/>
                  <a:pt x="183" y="208"/>
                  <a:pt x="182" y="200"/>
                </a:cubicBezTo>
                <a:cubicBezTo>
                  <a:pt x="182" y="199"/>
                  <a:pt x="182" y="198"/>
                  <a:pt x="182" y="197"/>
                </a:cubicBezTo>
                <a:cubicBezTo>
                  <a:pt x="181" y="192"/>
                  <a:pt x="181" y="186"/>
                  <a:pt x="183" y="181"/>
                </a:cubicBezTo>
                <a:cubicBezTo>
                  <a:pt x="185" y="178"/>
                  <a:pt x="189" y="175"/>
                  <a:pt x="193" y="173"/>
                </a:cubicBezTo>
                <a:cubicBezTo>
                  <a:pt x="198" y="172"/>
                  <a:pt x="204" y="172"/>
                  <a:pt x="209" y="173"/>
                </a:cubicBezTo>
                <a:cubicBezTo>
                  <a:pt x="213" y="175"/>
                  <a:pt x="217" y="178"/>
                  <a:pt x="219" y="181"/>
                </a:cubicBezTo>
                <a:cubicBezTo>
                  <a:pt x="221" y="186"/>
                  <a:pt x="221" y="192"/>
                  <a:pt x="220" y="197"/>
                </a:cubicBezTo>
                <a:cubicBezTo>
                  <a:pt x="220" y="198"/>
                  <a:pt x="220" y="199"/>
                  <a:pt x="220" y="200"/>
                </a:cubicBezTo>
                <a:close/>
                <a:moveTo>
                  <a:pt x="148" y="200"/>
                </a:moveTo>
                <a:cubicBezTo>
                  <a:pt x="147" y="208"/>
                  <a:pt x="147" y="211"/>
                  <a:pt x="139" y="217"/>
                </a:cubicBezTo>
                <a:cubicBezTo>
                  <a:pt x="137" y="218"/>
                  <a:pt x="136" y="220"/>
                  <a:pt x="138" y="222"/>
                </a:cubicBezTo>
                <a:cubicBezTo>
                  <a:pt x="138" y="223"/>
                  <a:pt x="140" y="224"/>
                  <a:pt x="141" y="224"/>
                </a:cubicBezTo>
                <a:cubicBezTo>
                  <a:pt x="142" y="224"/>
                  <a:pt x="143" y="224"/>
                  <a:pt x="143" y="223"/>
                </a:cubicBezTo>
                <a:cubicBezTo>
                  <a:pt x="155" y="216"/>
                  <a:pt x="155" y="210"/>
                  <a:pt x="156" y="201"/>
                </a:cubicBezTo>
                <a:cubicBezTo>
                  <a:pt x="156" y="200"/>
                  <a:pt x="156" y="199"/>
                  <a:pt x="156" y="197"/>
                </a:cubicBezTo>
                <a:cubicBezTo>
                  <a:pt x="157" y="191"/>
                  <a:pt x="157" y="184"/>
                  <a:pt x="154" y="178"/>
                </a:cubicBezTo>
                <a:cubicBezTo>
                  <a:pt x="151" y="172"/>
                  <a:pt x="146" y="168"/>
                  <a:pt x="139" y="166"/>
                </a:cubicBezTo>
                <a:cubicBezTo>
                  <a:pt x="133" y="163"/>
                  <a:pt x="125" y="163"/>
                  <a:pt x="119" y="166"/>
                </a:cubicBezTo>
                <a:cubicBezTo>
                  <a:pt x="112" y="168"/>
                  <a:pt x="107" y="172"/>
                  <a:pt x="104" y="178"/>
                </a:cubicBezTo>
                <a:cubicBezTo>
                  <a:pt x="101" y="184"/>
                  <a:pt x="101" y="191"/>
                  <a:pt x="102" y="197"/>
                </a:cubicBezTo>
                <a:cubicBezTo>
                  <a:pt x="102" y="199"/>
                  <a:pt x="102" y="200"/>
                  <a:pt x="102" y="201"/>
                </a:cubicBezTo>
                <a:cubicBezTo>
                  <a:pt x="103" y="210"/>
                  <a:pt x="103" y="216"/>
                  <a:pt x="115" y="223"/>
                </a:cubicBezTo>
                <a:cubicBezTo>
                  <a:pt x="117" y="225"/>
                  <a:pt x="119" y="224"/>
                  <a:pt x="120" y="222"/>
                </a:cubicBezTo>
                <a:cubicBezTo>
                  <a:pt x="122" y="220"/>
                  <a:pt x="121" y="218"/>
                  <a:pt x="119" y="217"/>
                </a:cubicBezTo>
                <a:cubicBezTo>
                  <a:pt x="111" y="211"/>
                  <a:pt x="111" y="208"/>
                  <a:pt x="110" y="200"/>
                </a:cubicBezTo>
                <a:cubicBezTo>
                  <a:pt x="110" y="199"/>
                  <a:pt x="110" y="198"/>
                  <a:pt x="110" y="197"/>
                </a:cubicBezTo>
                <a:cubicBezTo>
                  <a:pt x="109" y="192"/>
                  <a:pt x="109" y="186"/>
                  <a:pt x="111" y="181"/>
                </a:cubicBezTo>
                <a:cubicBezTo>
                  <a:pt x="113" y="178"/>
                  <a:pt x="117" y="175"/>
                  <a:pt x="121" y="173"/>
                </a:cubicBezTo>
                <a:cubicBezTo>
                  <a:pt x="126" y="172"/>
                  <a:pt x="132" y="172"/>
                  <a:pt x="137" y="173"/>
                </a:cubicBezTo>
                <a:cubicBezTo>
                  <a:pt x="141" y="175"/>
                  <a:pt x="145" y="178"/>
                  <a:pt x="147" y="181"/>
                </a:cubicBezTo>
                <a:cubicBezTo>
                  <a:pt x="149" y="186"/>
                  <a:pt x="149" y="192"/>
                  <a:pt x="148" y="197"/>
                </a:cubicBezTo>
                <a:cubicBezTo>
                  <a:pt x="148" y="198"/>
                  <a:pt x="148" y="199"/>
                  <a:pt x="148" y="200"/>
                </a:cubicBezTo>
                <a:close/>
                <a:moveTo>
                  <a:pt x="242" y="236"/>
                </a:moveTo>
                <a:cubicBezTo>
                  <a:pt x="222" y="228"/>
                  <a:pt x="222" y="228"/>
                  <a:pt x="222" y="228"/>
                </a:cubicBezTo>
                <a:cubicBezTo>
                  <a:pt x="221" y="228"/>
                  <a:pt x="220" y="228"/>
                  <a:pt x="219" y="228"/>
                </a:cubicBezTo>
                <a:cubicBezTo>
                  <a:pt x="219" y="228"/>
                  <a:pt x="212" y="232"/>
                  <a:pt x="201" y="232"/>
                </a:cubicBezTo>
                <a:cubicBezTo>
                  <a:pt x="190" y="232"/>
                  <a:pt x="183" y="228"/>
                  <a:pt x="183" y="228"/>
                </a:cubicBezTo>
                <a:cubicBezTo>
                  <a:pt x="181" y="227"/>
                  <a:pt x="178" y="228"/>
                  <a:pt x="177" y="230"/>
                </a:cubicBezTo>
                <a:cubicBezTo>
                  <a:pt x="176" y="232"/>
                  <a:pt x="177" y="235"/>
                  <a:pt x="179" y="236"/>
                </a:cubicBezTo>
                <a:cubicBezTo>
                  <a:pt x="180" y="236"/>
                  <a:pt x="188" y="240"/>
                  <a:pt x="201" y="240"/>
                </a:cubicBezTo>
                <a:cubicBezTo>
                  <a:pt x="211" y="240"/>
                  <a:pt x="218" y="238"/>
                  <a:pt x="221" y="236"/>
                </a:cubicBezTo>
                <a:cubicBezTo>
                  <a:pt x="239" y="244"/>
                  <a:pt x="239" y="244"/>
                  <a:pt x="239" y="244"/>
                </a:cubicBezTo>
                <a:cubicBezTo>
                  <a:pt x="243" y="245"/>
                  <a:pt x="247" y="250"/>
                  <a:pt x="250" y="254"/>
                </a:cubicBezTo>
                <a:cubicBezTo>
                  <a:pt x="250" y="255"/>
                  <a:pt x="252" y="256"/>
                  <a:pt x="253" y="256"/>
                </a:cubicBezTo>
                <a:cubicBezTo>
                  <a:pt x="254" y="256"/>
                  <a:pt x="254" y="256"/>
                  <a:pt x="255" y="255"/>
                </a:cubicBezTo>
                <a:cubicBezTo>
                  <a:pt x="257" y="254"/>
                  <a:pt x="258" y="252"/>
                  <a:pt x="256" y="250"/>
                </a:cubicBezTo>
                <a:cubicBezTo>
                  <a:pt x="256" y="249"/>
                  <a:pt x="250" y="240"/>
                  <a:pt x="242" y="236"/>
                </a:cubicBezTo>
                <a:close/>
                <a:moveTo>
                  <a:pt x="170" y="236"/>
                </a:moveTo>
                <a:cubicBezTo>
                  <a:pt x="150" y="228"/>
                  <a:pt x="150" y="228"/>
                  <a:pt x="150" y="228"/>
                </a:cubicBezTo>
                <a:cubicBezTo>
                  <a:pt x="149" y="228"/>
                  <a:pt x="148" y="228"/>
                  <a:pt x="147" y="228"/>
                </a:cubicBezTo>
                <a:cubicBezTo>
                  <a:pt x="147" y="228"/>
                  <a:pt x="140" y="232"/>
                  <a:pt x="129" y="232"/>
                </a:cubicBezTo>
                <a:cubicBezTo>
                  <a:pt x="118" y="232"/>
                  <a:pt x="111" y="228"/>
                  <a:pt x="111" y="228"/>
                </a:cubicBezTo>
                <a:cubicBezTo>
                  <a:pt x="110" y="228"/>
                  <a:pt x="109" y="228"/>
                  <a:pt x="108" y="228"/>
                </a:cubicBezTo>
                <a:cubicBezTo>
                  <a:pt x="87" y="236"/>
                  <a:pt x="87" y="236"/>
                  <a:pt x="87" y="236"/>
                </a:cubicBezTo>
                <a:cubicBezTo>
                  <a:pt x="80" y="240"/>
                  <a:pt x="74" y="249"/>
                  <a:pt x="74" y="250"/>
                </a:cubicBezTo>
                <a:cubicBezTo>
                  <a:pt x="72" y="252"/>
                  <a:pt x="73" y="254"/>
                  <a:pt x="75" y="255"/>
                </a:cubicBezTo>
                <a:cubicBezTo>
                  <a:pt x="77" y="257"/>
                  <a:pt x="79" y="256"/>
                  <a:pt x="80" y="254"/>
                </a:cubicBezTo>
                <a:cubicBezTo>
                  <a:pt x="83" y="250"/>
                  <a:pt x="87" y="245"/>
                  <a:pt x="90" y="244"/>
                </a:cubicBezTo>
                <a:cubicBezTo>
                  <a:pt x="109" y="236"/>
                  <a:pt x="109" y="236"/>
                  <a:pt x="109" y="236"/>
                </a:cubicBezTo>
                <a:cubicBezTo>
                  <a:pt x="112" y="238"/>
                  <a:pt x="119" y="240"/>
                  <a:pt x="129" y="240"/>
                </a:cubicBezTo>
                <a:cubicBezTo>
                  <a:pt x="139" y="240"/>
                  <a:pt x="146" y="238"/>
                  <a:pt x="149" y="236"/>
                </a:cubicBezTo>
                <a:cubicBezTo>
                  <a:pt x="167" y="244"/>
                  <a:pt x="167" y="244"/>
                  <a:pt x="167" y="244"/>
                </a:cubicBezTo>
                <a:cubicBezTo>
                  <a:pt x="171" y="245"/>
                  <a:pt x="175" y="250"/>
                  <a:pt x="178" y="254"/>
                </a:cubicBezTo>
                <a:cubicBezTo>
                  <a:pt x="178" y="255"/>
                  <a:pt x="180" y="256"/>
                  <a:pt x="181" y="256"/>
                </a:cubicBezTo>
                <a:cubicBezTo>
                  <a:pt x="182" y="256"/>
                  <a:pt x="182" y="256"/>
                  <a:pt x="183" y="255"/>
                </a:cubicBezTo>
                <a:cubicBezTo>
                  <a:pt x="185" y="254"/>
                  <a:pt x="186" y="252"/>
                  <a:pt x="184" y="250"/>
                </a:cubicBezTo>
                <a:cubicBezTo>
                  <a:pt x="184" y="249"/>
                  <a:pt x="178" y="240"/>
                  <a:pt x="170" y="236"/>
                </a:cubicBezTo>
                <a:close/>
                <a:moveTo>
                  <a:pt x="76" y="200"/>
                </a:moveTo>
                <a:cubicBezTo>
                  <a:pt x="75" y="208"/>
                  <a:pt x="75" y="211"/>
                  <a:pt x="67" y="217"/>
                </a:cubicBezTo>
                <a:cubicBezTo>
                  <a:pt x="65" y="218"/>
                  <a:pt x="64" y="220"/>
                  <a:pt x="66" y="222"/>
                </a:cubicBezTo>
                <a:cubicBezTo>
                  <a:pt x="66" y="223"/>
                  <a:pt x="68" y="224"/>
                  <a:pt x="69" y="224"/>
                </a:cubicBezTo>
                <a:cubicBezTo>
                  <a:pt x="70" y="224"/>
                  <a:pt x="71" y="224"/>
                  <a:pt x="71" y="223"/>
                </a:cubicBezTo>
                <a:cubicBezTo>
                  <a:pt x="83" y="216"/>
                  <a:pt x="83" y="210"/>
                  <a:pt x="84" y="201"/>
                </a:cubicBezTo>
                <a:cubicBezTo>
                  <a:pt x="84" y="200"/>
                  <a:pt x="84" y="199"/>
                  <a:pt x="84" y="197"/>
                </a:cubicBezTo>
                <a:cubicBezTo>
                  <a:pt x="85" y="191"/>
                  <a:pt x="85" y="184"/>
                  <a:pt x="82" y="178"/>
                </a:cubicBezTo>
                <a:cubicBezTo>
                  <a:pt x="79" y="172"/>
                  <a:pt x="74" y="168"/>
                  <a:pt x="67" y="166"/>
                </a:cubicBezTo>
                <a:cubicBezTo>
                  <a:pt x="61" y="163"/>
                  <a:pt x="53" y="163"/>
                  <a:pt x="47" y="166"/>
                </a:cubicBezTo>
                <a:cubicBezTo>
                  <a:pt x="40" y="168"/>
                  <a:pt x="35" y="172"/>
                  <a:pt x="32" y="178"/>
                </a:cubicBezTo>
                <a:cubicBezTo>
                  <a:pt x="29" y="184"/>
                  <a:pt x="29" y="191"/>
                  <a:pt x="30" y="197"/>
                </a:cubicBezTo>
                <a:cubicBezTo>
                  <a:pt x="30" y="199"/>
                  <a:pt x="30" y="200"/>
                  <a:pt x="30" y="201"/>
                </a:cubicBezTo>
                <a:cubicBezTo>
                  <a:pt x="31" y="210"/>
                  <a:pt x="31" y="216"/>
                  <a:pt x="43" y="223"/>
                </a:cubicBezTo>
                <a:cubicBezTo>
                  <a:pt x="45" y="225"/>
                  <a:pt x="47" y="224"/>
                  <a:pt x="48" y="222"/>
                </a:cubicBezTo>
                <a:cubicBezTo>
                  <a:pt x="50" y="220"/>
                  <a:pt x="49" y="218"/>
                  <a:pt x="47" y="217"/>
                </a:cubicBezTo>
                <a:cubicBezTo>
                  <a:pt x="39" y="211"/>
                  <a:pt x="39" y="208"/>
                  <a:pt x="38" y="200"/>
                </a:cubicBezTo>
                <a:cubicBezTo>
                  <a:pt x="38" y="199"/>
                  <a:pt x="38" y="198"/>
                  <a:pt x="38" y="197"/>
                </a:cubicBezTo>
                <a:cubicBezTo>
                  <a:pt x="37" y="192"/>
                  <a:pt x="37" y="186"/>
                  <a:pt x="39" y="181"/>
                </a:cubicBezTo>
                <a:cubicBezTo>
                  <a:pt x="41" y="178"/>
                  <a:pt x="45" y="175"/>
                  <a:pt x="49" y="173"/>
                </a:cubicBezTo>
                <a:cubicBezTo>
                  <a:pt x="54" y="172"/>
                  <a:pt x="60" y="172"/>
                  <a:pt x="65" y="173"/>
                </a:cubicBezTo>
                <a:cubicBezTo>
                  <a:pt x="69" y="175"/>
                  <a:pt x="73" y="178"/>
                  <a:pt x="75" y="181"/>
                </a:cubicBezTo>
                <a:cubicBezTo>
                  <a:pt x="77" y="186"/>
                  <a:pt x="77" y="192"/>
                  <a:pt x="76" y="197"/>
                </a:cubicBezTo>
                <a:cubicBezTo>
                  <a:pt x="76" y="198"/>
                  <a:pt x="76" y="199"/>
                  <a:pt x="76" y="200"/>
                </a:cubicBezTo>
                <a:close/>
                <a:moveTo>
                  <a:pt x="81" y="230"/>
                </a:moveTo>
                <a:cubicBezTo>
                  <a:pt x="80" y="228"/>
                  <a:pt x="77" y="227"/>
                  <a:pt x="75" y="228"/>
                </a:cubicBezTo>
                <a:cubicBezTo>
                  <a:pt x="75" y="228"/>
                  <a:pt x="68" y="232"/>
                  <a:pt x="57" y="232"/>
                </a:cubicBezTo>
                <a:cubicBezTo>
                  <a:pt x="46" y="232"/>
                  <a:pt x="39" y="228"/>
                  <a:pt x="39" y="228"/>
                </a:cubicBezTo>
                <a:cubicBezTo>
                  <a:pt x="38" y="228"/>
                  <a:pt x="37" y="228"/>
                  <a:pt x="36" y="228"/>
                </a:cubicBezTo>
                <a:cubicBezTo>
                  <a:pt x="15" y="236"/>
                  <a:pt x="15" y="236"/>
                  <a:pt x="15" y="236"/>
                </a:cubicBezTo>
                <a:cubicBezTo>
                  <a:pt x="8" y="240"/>
                  <a:pt x="2" y="249"/>
                  <a:pt x="2" y="250"/>
                </a:cubicBezTo>
                <a:cubicBezTo>
                  <a:pt x="0" y="252"/>
                  <a:pt x="1" y="254"/>
                  <a:pt x="3" y="255"/>
                </a:cubicBezTo>
                <a:cubicBezTo>
                  <a:pt x="4" y="256"/>
                  <a:pt x="4" y="256"/>
                  <a:pt x="5" y="256"/>
                </a:cubicBezTo>
                <a:cubicBezTo>
                  <a:pt x="6" y="256"/>
                  <a:pt x="8" y="255"/>
                  <a:pt x="8" y="254"/>
                </a:cubicBezTo>
                <a:cubicBezTo>
                  <a:pt x="11" y="250"/>
                  <a:pt x="15" y="245"/>
                  <a:pt x="18" y="244"/>
                </a:cubicBezTo>
                <a:cubicBezTo>
                  <a:pt x="37" y="236"/>
                  <a:pt x="37" y="236"/>
                  <a:pt x="37" y="236"/>
                </a:cubicBezTo>
                <a:cubicBezTo>
                  <a:pt x="40" y="238"/>
                  <a:pt x="47" y="240"/>
                  <a:pt x="57" y="240"/>
                </a:cubicBezTo>
                <a:cubicBezTo>
                  <a:pt x="70" y="240"/>
                  <a:pt x="78" y="236"/>
                  <a:pt x="79" y="236"/>
                </a:cubicBezTo>
                <a:cubicBezTo>
                  <a:pt x="81" y="235"/>
                  <a:pt x="82" y="232"/>
                  <a:pt x="81" y="230"/>
                </a:cubicBezTo>
                <a:close/>
                <a:moveTo>
                  <a:pt x="113" y="84"/>
                </a:moveTo>
                <a:cubicBezTo>
                  <a:pt x="136" y="84"/>
                  <a:pt x="136" y="84"/>
                  <a:pt x="136" y="84"/>
                </a:cubicBezTo>
                <a:cubicBezTo>
                  <a:pt x="118" y="105"/>
                  <a:pt x="118" y="105"/>
                  <a:pt x="118" y="105"/>
                </a:cubicBezTo>
                <a:cubicBezTo>
                  <a:pt x="117" y="107"/>
                  <a:pt x="117" y="110"/>
                  <a:pt x="118" y="111"/>
                </a:cubicBezTo>
                <a:cubicBezTo>
                  <a:pt x="119" y="112"/>
                  <a:pt x="120" y="112"/>
                  <a:pt x="121" y="112"/>
                </a:cubicBezTo>
                <a:cubicBezTo>
                  <a:pt x="122" y="112"/>
                  <a:pt x="123" y="112"/>
                  <a:pt x="124" y="111"/>
                </a:cubicBezTo>
                <a:cubicBezTo>
                  <a:pt x="148" y="83"/>
                  <a:pt x="148" y="83"/>
                  <a:pt x="148" y="83"/>
                </a:cubicBezTo>
                <a:cubicBezTo>
                  <a:pt x="149" y="81"/>
                  <a:pt x="149" y="80"/>
                  <a:pt x="149" y="78"/>
                </a:cubicBezTo>
                <a:cubicBezTo>
                  <a:pt x="148" y="77"/>
                  <a:pt x="147" y="76"/>
                  <a:pt x="145" y="76"/>
                </a:cubicBezTo>
                <a:cubicBezTo>
                  <a:pt x="122" y="76"/>
                  <a:pt x="122" y="76"/>
                  <a:pt x="122" y="76"/>
                </a:cubicBezTo>
                <a:cubicBezTo>
                  <a:pt x="140" y="55"/>
                  <a:pt x="140" y="55"/>
                  <a:pt x="140" y="55"/>
                </a:cubicBezTo>
                <a:cubicBezTo>
                  <a:pt x="141" y="53"/>
                  <a:pt x="141" y="50"/>
                  <a:pt x="140" y="49"/>
                </a:cubicBezTo>
                <a:cubicBezTo>
                  <a:pt x="138" y="48"/>
                  <a:pt x="135" y="48"/>
                  <a:pt x="134" y="49"/>
                </a:cubicBezTo>
                <a:cubicBezTo>
                  <a:pt x="110" y="77"/>
                  <a:pt x="110" y="77"/>
                  <a:pt x="110" y="77"/>
                </a:cubicBezTo>
                <a:cubicBezTo>
                  <a:pt x="109" y="79"/>
                  <a:pt x="109" y="80"/>
                  <a:pt x="109" y="82"/>
                </a:cubicBezTo>
                <a:cubicBezTo>
                  <a:pt x="110" y="83"/>
                  <a:pt x="111" y="84"/>
                  <a:pt x="113" y="84"/>
                </a:cubicBezTo>
                <a:close/>
                <a:moveTo>
                  <a:pt x="29" y="132"/>
                </a:moveTo>
                <a:cubicBezTo>
                  <a:pt x="43" y="132"/>
                  <a:pt x="43" y="132"/>
                  <a:pt x="43" y="132"/>
                </a:cubicBezTo>
                <a:cubicBezTo>
                  <a:pt x="53" y="154"/>
                  <a:pt x="53" y="154"/>
                  <a:pt x="53" y="154"/>
                </a:cubicBezTo>
                <a:cubicBezTo>
                  <a:pt x="54" y="155"/>
                  <a:pt x="55" y="156"/>
                  <a:pt x="56" y="156"/>
                </a:cubicBezTo>
                <a:cubicBezTo>
                  <a:pt x="58" y="156"/>
                  <a:pt x="59" y="156"/>
                  <a:pt x="60" y="155"/>
                </a:cubicBezTo>
                <a:cubicBezTo>
                  <a:pt x="83" y="132"/>
                  <a:pt x="83" y="132"/>
                  <a:pt x="83" y="132"/>
                </a:cubicBezTo>
                <a:cubicBezTo>
                  <a:pt x="107" y="132"/>
                  <a:pt x="107" y="132"/>
                  <a:pt x="107" y="132"/>
                </a:cubicBezTo>
                <a:cubicBezTo>
                  <a:pt x="126" y="155"/>
                  <a:pt x="126" y="155"/>
                  <a:pt x="126" y="155"/>
                </a:cubicBezTo>
                <a:cubicBezTo>
                  <a:pt x="127" y="156"/>
                  <a:pt x="131" y="156"/>
                  <a:pt x="132" y="155"/>
                </a:cubicBezTo>
                <a:cubicBezTo>
                  <a:pt x="151" y="132"/>
                  <a:pt x="151" y="132"/>
                  <a:pt x="151" y="132"/>
                </a:cubicBezTo>
                <a:cubicBezTo>
                  <a:pt x="175" y="132"/>
                  <a:pt x="175" y="132"/>
                  <a:pt x="175" y="132"/>
                </a:cubicBezTo>
                <a:cubicBezTo>
                  <a:pt x="198" y="155"/>
                  <a:pt x="198" y="155"/>
                  <a:pt x="198" y="155"/>
                </a:cubicBezTo>
                <a:cubicBezTo>
                  <a:pt x="199" y="156"/>
                  <a:pt x="200" y="156"/>
                  <a:pt x="201" y="156"/>
                </a:cubicBezTo>
                <a:cubicBezTo>
                  <a:pt x="201" y="156"/>
                  <a:pt x="201" y="156"/>
                  <a:pt x="202" y="156"/>
                </a:cubicBezTo>
                <a:cubicBezTo>
                  <a:pt x="203" y="156"/>
                  <a:pt x="204" y="155"/>
                  <a:pt x="205" y="154"/>
                </a:cubicBezTo>
                <a:cubicBezTo>
                  <a:pt x="215" y="132"/>
                  <a:pt x="215" y="132"/>
                  <a:pt x="215" y="132"/>
                </a:cubicBezTo>
                <a:cubicBezTo>
                  <a:pt x="229" y="132"/>
                  <a:pt x="229" y="132"/>
                  <a:pt x="229" y="132"/>
                </a:cubicBezTo>
                <a:cubicBezTo>
                  <a:pt x="244" y="132"/>
                  <a:pt x="257" y="119"/>
                  <a:pt x="257" y="104"/>
                </a:cubicBezTo>
                <a:cubicBezTo>
                  <a:pt x="257" y="94"/>
                  <a:pt x="252" y="85"/>
                  <a:pt x="244" y="80"/>
                </a:cubicBezTo>
                <a:cubicBezTo>
                  <a:pt x="244" y="78"/>
                  <a:pt x="245" y="75"/>
                  <a:pt x="245" y="72"/>
                </a:cubicBezTo>
                <a:cubicBezTo>
                  <a:pt x="245" y="60"/>
                  <a:pt x="236" y="50"/>
                  <a:pt x="225" y="48"/>
                </a:cubicBezTo>
                <a:cubicBezTo>
                  <a:pt x="225" y="48"/>
                  <a:pt x="225" y="48"/>
                  <a:pt x="225" y="48"/>
                </a:cubicBezTo>
                <a:cubicBezTo>
                  <a:pt x="225" y="30"/>
                  <a:pt x="211" y="16"/>
                  <a:pt x="193" y="16"/>
                </a:cubicBezTo>
                <a:cubicBezTo>
                  <a:pt x="188" y="16"/>
                  <a:pt x="184" y="17"/>
                  <a:pt x="180" y="19"/>
                </a:cubicBezTo>
                <a:cubicBezTo>
                  <a:pt x="176" y="8"/>
                  <a:pt x="165" y="0"/>
                  <a:pt x="153" y="0"/>
                </a:cubicBezTo>
                <a:cubicBezTo>
                  <a:pt x="143" y="0"/>
                  <a:pt x="134" y="5"/>
                  <a:pt x="129" y="14"/>
                </a:cubicBezTo>
                <a:cubicBezTo>
                  <a:pt x="124" y="5"/>
                  <a:pt x="115" y="0"/>
                  <a:pt x="105" y="0"/>
                </a:cubicBezTo>
                <a:cubicBezTo>
                  <a:pt x="93" y="0"/>
                  <a:pt x="82" y="8"/>
                  <a:pt x="78" y="19"/>
                </a:cubicBezTo>
                <a:cubicBezTo>
                  <a:pt x="74" y="17"/>
                  <a:pt x="70" y="16"/>
                  <a:pt x="65" y="16"/>
                </a:cubicBezTo>
                <a:cubicBezTo>
                  <a:pt x="47" y="16"/>
                  <a:pt x="33" y="30"/>
                  <a:pt x="33" y="48"/>
                </a:cubicBezTo>
                <a:cubicBezTo>
                  <a:pt x="33" y="48"/>
                  <a:pt x="33" y="48"/>
                  <a:pt x="33" y="48"/>
                </a:cubicBezTo>
                <a:cubicBezTo>
                  <a:pt x="22" y="50"/>
                  <a:pt x="13" y="60"/>
                  <a:pt x="13" y="72"/>
                </a:cubicBezTo>
                <a:cubicBezTo>
                  <a:pt x="13" y="75"/>
                  <a:pt x="14" y="78"/>
                  <a:pt x="14" y="80"/>
                </a:cubicBezTo>
                <a:cubicBezTo>
                  <a:pt x="6" y="85"/>
                  <a:pt x="1" y="94"/>
                  <a:pt x="1" y="104"/>
                </a:cubicBezTo>
                <a:cubicBezTo>
                  <a:pt x="1" y="119"/>
                  <a:pt x="14" y="132"/>
                  <a:pt x="29" y="132"/>
                </a:cubicBezTo>
                <a:close/>
                <a:moveTo>
                  <a:pt x="18" y="87"/>
                </a:moveTo>
                <a:cubicBezTo>
                  <a:pt x="23" y="93"/>
                  <a:pt x="29" y="96"/>
                  <a:pt x="37" y="96"/>
                </a:cubicBezTo>
                <a:cubicBezTo>
                  <a:pt x="49" y="96"/>
                  <a:pt x="59" y="87"/>
                  <a:pt x="61" y="75"/>
                </a:cubicBezTo>
                <a:cubicBezTo>
                  <a:pt x="61" y="73"/>
                  <a:pt x="59" y="71"/>
                  <a:pt x="57" y="71"/>
                </a:cubicBezTo>
                <a:cubicBezTo>
                  <a:pt x="55" y="70"/>
                  <a:pt x="53" y="72"/>
                  <a:pt x="53" y="74"/>
                </a:cubicBezTo>
                <a:cubicBezTo>
                  <a:pt x="52" y="82"/>
                  <a:pt x="45" y="88"/>
                  <a:pt x="37" y="88"/>
                </a:cubicBezTo>
                <a:cubicBezTo>
                  <a:pt x="28" y="88"/>
                  <a:pt x="21" y="81"/>
                  <a:pt x="21" y="72"/>
                </a:cubicBezTo>
                <a:cubicBezTo>
                  <a:pt x="21" y="63"/>
                  <a:pt x="28" y="56"/>
                  <a:pt x="37" y="56"/>
                </a:cubicBezTo>
                <a:cubicBezTo>
                  <a:pt x="37" y="56"/>
                  <a:pt x="37" y="56"/>
                  <a:pt x="37" y="56"/>
                </a:cubicBezTo>
                <a:cubicBezTo>
                  <a:pt x="38" y="56"/>
                  <a:pt x="40" y="56"/>
                  <a:pt x="40" y="55"/>
                </a:cubicBezTo>
                <a:cubicBezTo>
                  <a:pt x="41" y="54"/>
                  <a:pt x="41" y="53"/>
                  <a:pt x="41" y="51"/>
                </a:cubicBezTo>
                <a:cubicBezTo>
                  <a:pt x="41" y="50"/>
                  <a:pt x="41" y="49"/>
                  <a:pt x="41" y="48"/>
                </a:cubicBezTo>
                <a:cubicBezTo>
                  <a:pt x="41" y="35"/>
                  <a:pt x="52" y="24"/>
                  <a:pt x="65" y="24"/>
                </a:cubicBezTo>
                <a:cubicBezTo>
                  <a:pt x="78" y="24"/>
                  <a:pt x="89" y="35"/>
                  <a:pt x="89" y="48"/>
                </a:cubicBezTo>
                <a:cubicBezTo>
                  <a:pt x="89" y="50"/>
                  <a:pt x="91" y="52"/>
                  <a:pt x="93" y="52"/>
                </a:cubicBezTo>
                <a:cubicBezTo>
                  <a:pt x="95" y="52"/>
                  <a:pt x="97" y="50"/>
                  <a:pt x="97" y="48"/>
                </a:cubicBezTo>
                <a:cubicBezTo>
                  <a:pt x="97" y="38"/>
                  <a:pt x="93" y="29"/>
                  <a:pt x="86" y="24"/>
                </a:cubicBezTo>
                <a:cubicBezTo>
                  <a:pt x="88" y="14"/>
                  <a:pt x="96" y="8"/>
                  <a:pt x="105" y="8"/>
                </a:cubicBezTo>
                <a:cubicBezTo>
                  <a:pt x="116" y="8"/>
                  <a:pt x="125" y="17"/>
                  <a:pt x="125" y="28"/>
                </a:cubicBezTo>
                <a:cubicBezTo>
                  <a:pt x="125" y="30"/>
                  <a:pt x="127" y="32"/>
                  <a:pt x="129" y="32"/>
                </a:cubicBezTo>
                <a:cubicBezTo>
                  <a:pt x="131" y="32"/>
                  <a:pt x="133" y="30"/>
                  <a:pt x="133" y="28"/>
                </a:cubicBezTo>
                <a:cubicBezTo>
                  <a:pt x="133" y="17"/>
                  <a:pt x="142" y="8"/>
                  <a:pt x="153" y="8"/>
                </a:cubicBezTo>
                <a:cubicBezTo>
                  <a:pt x="162" y="8"/>
                  <a:pt x="170" y="14"/>
                  <a:pt x="172" y="24"/>
                </a:cubicBezTo>
                <a:cubicBezTo>
                  <a:pt x="165" y="29"/>
                  <a:pt x="161" y="38"/>
                  <a:pt x="161" y="48"/>
                </a:cubicBezTo>
                <a:cubicBezTo>
                  <a:pt x="161" y="50"/>
                  <a:pt x="163" y="52"/>
                  <a:pt x="165" y="52"/>
                </a:cubicBezTo>
                <a:cubicBezTo>
                  <a:pt x="167" y="52"/>
                  <a:pt x="169" y="50"/>
                  <a:pt x="169" y="48"/>
                </a:cubicBezTo>
                <a:cubicBezTo>
                  <a:pt x="169" y="35"/>
                  <a:pt x="180" y="24"/>
                  <a:pt x="193" y="24"/>
                </a:cubicBezTo>
                <a:cubicBezTo>
                  <a:pt x="206" y="24"/>
                  <a:pt x="217" y="35"/>
                  <a:pt x="217" y="48"/>
                </a:cubicBezTo>
                <a:cubicBezTo>
                  <a:pt x="217" y="49"/>
                  <a:pt x="217" y="50"/>
                  <a:pt x="217" y="51"/>
                </a:cubicBezTo>
                <a:cubicBezTo>
                  <a:pt x="217" y="53"/>
                  <a:pt x="217" y="54"/>
                  <a:pt x="218" y="55"/>
                </a:cubicBezTo>
                <a:cubicBezTo>
                  <a:pt x="218" y="56"/>
                  <a:pt x="220" y="56"/>
                  <a:pt x="221" y="56"/>
                </a:cubicBezTo>
                <a:cubicBezTo>
                  <a:pt x="221" y="56"/>
                  <a:pt x="221" y="56"/>
                  <a:pt x="221" y="56"/>
                </a:cubicBezTo>
                <a:cubicBezTo>
                  <a:pt x="230" y="56"/>
                  <a:pt x="237" y="63"/>
                  <a:pt x="237" y="72"/>
                </a:cubicBezTo>
                <a:cubicBezTo>
                  <a:pt x="237" y="81"/>
                  <a:pt x="230" y="88"/>
                  <a:pt x="221" y="88"/>
                </a:cubicBezTo>
                <a:cubicBezTo>
                  <a:pt x="213" y="88"/>
                  <a:pt x="206" y="82"/>
                  <a:pt x="205" y="74"/>
                </a:cubicBezTo>
                <a:cubicBezTo>
                  <a:pt x="205" y="72"/>
                  <a:pt x="203" y="70"/>
                  <a:pt x="201" y="71"/>
                </a:cubicBezTo>
                <a:cubicBezTo>
                  <a:pt x="199" y="71"/>
                  <a:pt x="197" y="73"/>
                  <a:pt x="197" y="75"/>
                </a:cubicBezTo>
                <a:cubicBezTo>
                  <a:pt x="199" y="87"/>
                  <a:pt x="209" y="96"/>
                  <a:pt x="221" y="96"/>
                </a:cubicBezTo>
                <a:cubicBezTo>
                  <a:pt x="229" y="96"/>
                  <a:pt x="235" y="93"/>
                  <a:pt x="240" y="87"/>
                </a:cubicBezTo>
                <a:cubicBezTo>
                  <a:pt x="245" y="91"/>
                  <a:pt x="249" y="97"/>
                  <a:pt x="249" y="104"/>
                </a:cubicBezTo>
                <a:cubicBezTo>
                  <a:pt x="249" y="115"/>
                  <a:pt x="240" y="124"/>
                  <a:pt x="229" y="124"/>
                </a:cubicBezTo>
                <a:cubicBezTo>
                  <a:pt x="213" y="124"/>
                  <a:pt x="213" y="124"/>
                  <a:pt x="213" y="124"/>
                </a:cubicBezTo>
                <a:cubicBezTo>
                  <a:pt x="211" y="124"/>
                  <a:pt x="210" y="125"/>
                  <a:pt x="209" y="126"/>
                </a:cubicBezTo>
                <a:cubicBezTo>
                  <a:pt x="200" y="145"/>
                  <a:pt x="200" y="145"/>
                  <a:pt x="200" y="145"/>
                </a:cubicBezTo>
                <a:cubicBezTo>
                  <a:pt x="180" y="125"/>
                  <a:pt x="180" y="125"/>
                  <a:pt x="180" y="125"/>
                </a:cubicBezTo>
                <a:cubicBezTo>
                  <a:pt x="179" y="124"/>
                  <a:pt x="178" y="124"/>
                  <a:pt x="177" y="124"/>
                </a:cubicBezTo>
                <a:cubicBezTo>
                  <a:pt x="149" y="124"/>
                  <a:pt x="149" y="124"/>
                  <a:pt x="149" y="124"/>
                </a:cubicBezTo>
                <a:cubicBezTo>
                  <a:pt x="148" y="124"/>
                  <a:pt x="147" y="125"/>
                  <a:pt x="146" y="125"/>
                </a:cubicBezTo>
                <a:cubicBezTo>
                  <a:pt x="129" y="146"/>
                  <a:pt x="129" y="146"/>
                  <a:pt x="129" y="146"/>
                </a:cubicBezTo>
                <a:cubicBezTo>
                  <a:pt x="112" y="125"/>
                  <a:pt x="112" y="125"/>
                  <a:pt x="112" y="125"/>
                </a:cubicBezTo>
                <a:cubicBezTo>
                  <a:pt x="111" y="125"/>
                  <a:pt x="110" y="124"/>
                  <a:pt x="109" y="124"/>
                </a:cubicBezTo>
                <a:cubicBezTo>
                  <a:pt x="81" y="124"/>
                  <a:pt x="81" y="124"/>
                  <a:pt x="81" y="124"/>
                </a:cubicBezTo>
                <a:cubicBezTo>
                  <a:pt x="80" y="124"/>
                  <a:pt x="79" y="124"/>
                  <a:pt x="78" y="125"/>
                </a:cubicBezTo>
                <a:cubicBezTo>
                  <a:pt x="58" y="145"/>
                  <a:pt x="58" y="145"/>
                  <a:pt x="58" y="145"/>
                </a:cubicBezTo>
                <a:cubicBezTo>
                  <a:pt x="49" y="126"/>
                  <a:pt x="49" y="126"/>
                  <a:pt x="49" y="126"/>
                </a:cubicBezTo>
                <a:cubicBezTo>
                  <a:pt x="48" y="125"/>
                  <a:pt x="47" y="124"/>
                  <a:pt x="45" y="124"/>
                </a:cubicBezTo>
                <a:cubicBezTo>
                  <a:pt x="29" y="124"/>
                  <a:pt x="29" y="124"/>
                  <a:pt x="29" y="124"/>
                </a:cubicBezTo>
                <a:cubicBezTo>
                  <a:pt x="18" y="124"/>
                  <a:pt x="9" y="115"/>
                  <a:pt x="9" y="104"/>
                </a:cubicBezTo>
                <a:cubicBezTo>
                  <a:pt x="9" y="97"/>
                  <a:pt x="13" y="91"/>
                  <a:pt x="18" y="8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1" name="Freeform 94">
            <a:extLst>
              <a:ext uri="{FF2B5EF4-FFF2-40B4-BE49-F238E27FC236}">
                <a16:creationId xmlns:a16="http://schemas.microsoft.com/office/drawing/2014/main" id="{FAC3A9E9-6525-4B18-93A7-465995E8DC38}"/>
              </a:ext>
            </a:extLst>
          </p:cNvPr>
          <p:cNvSpPr>
            <a:spLocks noChangeAspect="1" noEditPoints="1"/>
          </p:cNvSpPr>
          <p:nvPr/>
        </p:nvSpPr>
        <p:spPr bwMode="auto">
          <a:xfrm>
            <a:off x="10249548" y="1463237"/>
            <a:ext cx="400050" cy="400050"/>
          </a:xfrm>
          <a:custGeom>
            <a:avLst/>
            <a:gdLst>
              <a:gd name="T0" fmla="*/ 156 w 256"/>
              <a:gd name="T1" fmla="*/ 180 h 256"/>
              <a:gd name="T2" fmla="*/ 167 w 256"/>
              <a:gd name="T3" fmla="*/ 205 h 256"/>
              <a:gd name="T4" fmla="*/ 180 w 256"/>
              <a:gd name="T5" fmla="*/ 200 h 256"/>
              <a:gd name="T6" fmla="*/ 192 w 256"/>
              <a:gd name="T7" fmla="*/ 220 h 256"/>
              <a:gd name="T8" fmla="*/ 190 w 256"/>
              <a:gd name="T9" fmla="*/ 180 h 256"/>
              <a:gd name="T10" fmla="*/ 124 w 256"/>
              <a:gd name="T11" fmla="*/ 160 h 256"/>
              <a:gd name="T12" fmla="*/ 200 w 256"/>
              <a:gd name="T13" fmla="*/ 188 h 256"/>
              <a:gd name="T14" fmla="*/ 220 w 256"/>
              <a:gd name="T15" fmla="*/ 196 h 256"/>
              <a:gd name="T16" fmla="*/ 220 w 256"/>
              <a:gd name="T17" fmla="*/ 196 h 256"/>
              <a:gd name="T18" fmla="*/ 164 w 256"/>
              <a:gd name="T19" fmla="*/ 132 h 256"/>
              <a:gd name="T20" fmla="*/ 236 w 256"/>
              <a:gd name="T21" fmla="*/ 108 h 256"/>
              <a:gd name="T22" fmla="*/ 248 w 256"/>
              <a:gd name="T23" fmla="*/ 128 h 256"/>
              <a:gd name="T24" fmla="*/ 144 w 256"/>
              <a:gd name="T25" fmla="*/ 124 h 256"/>
              <a:gd name="T26" fmla="*/ 136 w 256"/>
              <a:gd name="T27" fmla="*/ 132 h 256"/>
              <a:gd name="T28" fmla="*/ 132 w 256"/>
              <a:gd name="T29" fmla="*/ 36 h 256"/>
              <a:gd name="T30" fmla="*/ 132 w 256"/>
              <a:gd name="T31" fmla="*/ 36 h 256"/>
              <a:gd name="T32" fmla="*/ 124 w 256"/>
              <a:gd name="T33" fmla="*/ 204 h 256"/>
              <a:gd name="T34" fmla="*/ 132 w 256"/>
              <a:gd name="T35" fmla="*/ 176 h 256"/>
              <a:gd name="T36" fmla="*/ 132 w 256"/>
              <a:gd name="T37" fmla="*/ 80 h 256"/>
              <a:gd name="T38" fmla="*/ 56 w 256"/>
              <a:gd name="T39" fmla="*/ 104 h 256"/>
              <a:gd name="T40" fmla="*/ 69 w 256"/>
              <a:gd name="T41" fmla="*/ 180 h 256"/>
              <a:gd name="T42" fmla="*/ 59 w 256"/>
              <a:gd name="T43" fmla="*/ 109 h 256"/>
              <a:gd name="T44" fmla="*/ 124 w 256"/>
              <a:gd name="T45" fmla="*/ 248 h 256"/>
              <a:gd name="T46" fmla="*/ 101 w 256"/>
              <a:gd name="T47" fmla="*/ 227 h 256"/>
              <a:gd name="T48" fmla="*/ 54 w 256"/>
              <a:gd name="T49" fmla="*/ 224 h 256"/>
              <a:gd name="T50" fmla="*/ 38 w 256"/>
              <a:gd name="T51" fmla="*/ 179 h 256"/>
              <a:gd name="T52" fmla="*/ 8 w 256"/>
              <a:gd name="T53" fmla="*/ 144 h 256"/>
              <a:gd name="T54" fmla="*/ 29 w 256"/>
              <a:gd name="T55" fmla="*/ 101 h 256"/>
              <a:gd name="T56" fmla="*/ 32 w 256"/>
              <a:gd name="T57" fmla="*/ 54 h 256"/>
              <a:gd name="T58" fmla="*/ 77 w 256"/>
              <a:gd name="T59" fmla="*/ 38 h 256"/>
              <a:gd name="T60" fmla="*/ 112 w 256"/>
              <a:gd name="T61" fmla="*/ 8 h 256"/>
              <a:gd name="T62" fmla="*/ 132 w 256"/>
              <a:gd name="T63" fmla="*/ 20 h 256"/>
              <a:gd name="T64" fmla="*/ 100 w 256"/>
              <a:gd name="T65" fmla="*/ 12 h 256"/>
              <a:gd name="T66" fmla="*/ 70 w 256"/>
              <a:gd name="T67" fmla="*/ 30 h 256"/>
              <a:gd name="T68" fmla="*/ 26 w 256"/>
              <a:gd name="T69" fmla="*/ 66 h 256"/>
              <a:gd name="T70" fmla="*/ 18 w 256"/>
              <a:gd name="T71" fmla="*/ 100 h 256"/>
              <a:gd name="T72" fmla="*/ 12 w 256"/>
              <a:gd name="T73" fmla="*/ 156 h 256"/>
              <a:gd name="T74" fmla="*/ 30 w 256"/>
              <a:gd name="T75" fmla="*/ 186 h 256"/>
              <a:gd name="T76" fmla="*/ 66 w 256"/>
              <a:gd name="T77" fmla="*/ 230 h 256"/>
              <a:gd name="T78" fmla="*/ 100 w 256"/>
              <a:gd name="T79" fmla="*/ 238 h 256"/>
              <a:gd name="T80" fmla="*/ 132 w 256"/>
              <a:gd name="T81" fmla="*/ 252 h 256"/>
              <a:gd name="T82" fmla="*/ 120 w 256"/>
              <a:gd name="T83" fmla="*/ 104 h 256"/>
              <a:gd name="T84" fmla="*/ 116 w 256"/>
              <a:gd name="T85" fmla="*/ 160 h 256"/>
              <a:gd name="T86" fmla="*/ 92 w 256"/>
              <a:gd name="T87" fmla="*/ 128 h 256"/>
              <a:gd name="T88" fmla="*/ 170 w 256"/>
              <a:gd name="T89" fmla="*/ 96 h 256"/>
              <a:gd name="T90" fmla="*/ 175 w 256"/>
              <a:gd name="T91" fmla="*/ 102 h 256"/>
              <a:gd name="T92" fmla="*/ 240 w 256"/>
              <a:gd name="T93" fmla="*/ 72 h 256"/>
              <a:gd name="T94" fmla="*/ 220 w 256"/>
              <a:gd name="T95" fmla="*/ 60 h 256"/>
              <a:gd name="T96" fmla="*/ 220 w 256"/>
              <a:gd name="T97" fmla="*/ 60 h 256"/>
              <a:gd name="T98" fmla="*/ 200 w 256"/>
              <a:gd name="T99" fmla="*/ 36 h 256"/>
              <a:gd name="T100" fmla="*/ 149 w 256"/>
              <a:gd name="T101" fmla="*/ 67 h 256"/>
              <a:gd name="T102" fmla="*/ 154 w 256"/>
              <a:gd name="T103" fmla="*/ 74 h 256"/>
              <a:gd name="T104" fmla="*/ 174 w 256"/>
              <a:gd name="T105" fmla="*/ 46 h 256"/>
              <a:gd name="T106" fmla="*/ 180 w 256"/>
              <a:gd name="T107" fmla="*/ 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180" y="200"/>
                </a:moveTo>
                <a:cubicBezTo>
                  <a:pt x="178" y="200"/>
                  <a:pt x="176" y="200"/>
                  <a:pt x="175" y="201"/>
                </a:cubicBezTo>
                <a:cubicBezTo>
                  <a:pt x="159" y="182"/>
                  <a:pt x="159" y="182"/>
                  <a:pt x="159" y="182"/>
                </a:cubicBezTo>
                <a:cubicBezTo>
                  <a:pt x="158" y="181"/>
                  <a:pt x="157" y="180"/>
                  <a:pt x="156" y="180"/>
                </a:cubicBezTo>
                <a:cubicBezTo>
                  <a:pt x="140" y="180"/>
                  <a:pt x="140" y="180"/>
                  <a:pt x="140" y="180"/>
                </a:cubicBezTo>
                <a:cubicBezTo>
                  <a:pt x="140" y="188"/>
                  <a:pt x="140" y="188"/>
                  <a:pt x="140" y="188"/>
                </a:cubicBezTo>
                <a:cubicBezTo>
                  <a:pt x="154" y="188"/>
                  <a:pt x="154" y="188"/>
                  <a:pt x="154" y="188"/>
                </a:cubicBezTo>
                <a:cubicBezTo>
                  <a:pt x="167" y="205"/>
                  <a:pt x="167" y="205"/>
                  <a:pt x="167" y="205"/>
                </a:cubicBezTo>
                <a:cubicBezTo>
                  <a:pt x="163" y="208"/>
                  <a:pt x="160" y="214"/>
                  <a:pt x="160" y="220"/>
                </a:cubicBezTo>
                <a:cubicBezTo>
                  <a:pt x="160" y="231"/>
                  <a:pt x="169" y="240"/>
                  <a:pt x="180" y="240"/>
                </a:cubicBezTo>
                <a:cubicBezTo>
                  <a:pt x="191" y="240"/>
                  <a:pt x="200" y="231"/>
                  <a:pt x="200" y="220"/>
                </a:cubicBezTo>
                <a:cubicBezTo>
                  <a:pt x="200" y="209"/>
                  <a:pt x="191" y="200"/>
                  <a:pt x="180" y="200"/>
                </a:cubicBezTo>
                <a:close/>
                <a:moveTo>
                  <a:pt x="180" y="232"/>
                </a:moveTo>
                <a:cubicBezTo>
                  <a:pt x="173" y="232"/>
                  <a:pt x="168" y="227"/>
                  <a:pt x="168" y="220"/>
                </a:cubicBezTo>
                <a:cubicBezTo>
                  <a:pt x="168" y="213"/>
                  <a:pt x="173" y="208"/>
                  <a:pt x="180" y="208"/>
                </a:cubicBezTo>
                <a:cubicBezTo>
                  <a:pt x="187" y="208"/>
                  <a:pt x="192" y="213"/>
                  <a:pt x="192" y="220"/>
                </a:cubicBezTo>
                <a:cubicBezTo>
                  <a:pt x="192" y="227"/>
                  <a:pt x="187" y="232"/>
                  <a:pt x="180" y="232"/>
                </a:cubicBezTo>
                <a:close/>
                <a:moveTo>
                  <a:pt x="220" y="164"/>
                </a:moveTo>
                <a:cubicBezTo>
                  <a:pt x="210" y="164"/>
                  <a:pt x="202" y="171"/>
                  <a:pt x="200" y="180"/>
                </a:cubicBezTo>
                <a:cubicBezTo>
                  <a:pt x="190" y="180"/>
                  <a:pt x="190" y="180"/>
                  <a:pt x="190" y="180"/>
                </a:cubicBezTo>
                <a:cubicBezTo>
                  <a:pt x="167" y="153"/>
                  <a:pt x="167" y="153"/>
                  <a:pt x="167" y="153"/>
                </a:cubicBezTo>
                <a:cubicBezTo>
                  <a:pt x="166" y="153"/>
                  <a:pt x="165" y="152"/>
                  <a:pt x="164" y="152"/>
                </a:cubicBezTo>
                <a:cubicBezTo>
                  <a:pt x="124" y="152"/>
                  <a:pt x="124" y="152"/>
                  <a:pt x="124" y="152"/>
                </a:cubicBezTo>
                <a:cubicBezTo>
                  <a:pt x="124" y="160"/>
                  <a:pt x="124" y="160"/>
                  <a:pt x="124" y="160"/>
                </a:cubicBezTo>
                <a:cubicBezTo>
                  <a:pt x="162" y="160"/>
                  <a:pt x="162" y="160"/>
                  <a:pt x="162" y="160"/>
                </a:cubicBezTo>
                <a:cubicBezTo>
                  <a:pt x="185" y="187"/>
                  <a:pt x="185" y="187"/>
                  <a:pt x="185" y="187"/>
                </a:cubicBezTo>
                <a:cubicBezTo>
                  <a:pt x="186" y="187"/>
                  <a:pt x="187" y="188"/>
                  <a:pt x="188" y="188"/>
                </a:cubicBezTo>
                <a:cubicBezTo>
                  <a:pt x="200" y="188"/>
                  <a:pt x="200" y="188"/>
                  <a:pt x="200" y="188"/>
                </a:cubicBezTo>
                <a:cubicBezTo>
                  <a:pt x="202" y="197"/>
                  <a:pt x="210" y="204"/>
                  <a:pt x="220" y="204"/>
                </a:cubicBezTo>
                <a:cubicBezTo>
                  <a:pt x="231" y="204"/>
                  <a:pt x="240" y="195"/>
                  <a:pt x="240" y="184"/>
                </a:cubicBezTo>
                <a:cubicBezTo>
                  <a:pt x="240" y="173"/>
                  <a:pt x="231" y="164"/>
                  <a:pt x="220" y="164"/>
                </a:cubicBezTo>
                <a:close/>
                <a:moveTo>
                  <a:pt x="220" y="196"/>
                </a:moveTo>
                <a:cubicBezTo>
                  <a:pt x="213" y="196"/>
                  <a:pt x="208" y="191"/>
                  <a:pt x="208" y="184"/>
                </a:cubicBezTo>
                <a:cubicBezTo>
                  <a:pt x="208" y="177"/>
                  <a:pt x="213" y="172"/>
                  <a:pt x="220" y="172"/>
                </a:cubicBezTo>
                <a:cubicBezTo>
                  <a:pt x="227" y="172"/>
                  <a:pt x="232" y="177"/>
                  <a:pt x="232" y="184"/>
                </a:cubicBezTo>
                <a:cubicBezTo>
                  <a:pt x="232" y="191"/>
                  <a:pt x="227" y="196"/>
                  <a:pt x="220" y="196"/>
                </a:cubicBezTo>
                <a:close/>
                <a:moveTo>
                  <a:pt x="236" y="108"/>
                </a:moveTo>
                <a:cubicBezTo>
                  <a:pt x="226" y="108"/>
                  <a:pt x="218" y="115"/>
                  <a:pt x="216" y="124"/>
                </a:cubicBezTo>
                <a:cubicBezTo>
                  <a:pt x="164" y="124"/>
                  <a:pt x="164" y="124"/>
                  <a:pt x="164" y="124"/>
                </a:cubicBezTo>
                <a:cubicBezTo>
                  <a:pt x="164" y="132"/>
                  <a:pt x="164" y="132"/>
                  <a:pt x="164" y="132"/>
                </a:cubicBezTo>
                <a:cubicBezTo>
                  <a:pt x="216" y="132"/>
                  <a:pt x="216" y="132"/>
                  <a:pt x="216" y="132"/>
                </a:cubicBezTo>
                <a:cubicBezTo>
                  <a:pt x="218" y="141"/>
                  <a:pt x="226" y="148"/>
                  <a:pt x="236" y="148"/>
                </a:cubicBezTo>
                <a:cubicBezTo>
                  <a:pt x="247" y="148"/>
                  <a:pt x="256" y="139"/>
                  <a:pt x="256" y="128"/>
                </a:cubicBezTo>
                <a:cubicBezTo>
                  <a:pt x="256" y="117"/>
                  <a:pt x="247" y="108"/>
                  <a:pt x="236" y="108"/>
                </a:cubicBezTo>
                <a:close/>
                <a:moveTo>
                  <a:pt x="236" y="140"/>
                </a:moveTo>
                <a:cubicBezTo>
                  <a:pt x="229" y="140"/>
                  <a:pt x="224" y="135"/>
                  <a:pt x="224" y="128"/>
                </a:cubicBezTo>
                <a:cubicBezTo>
                  <a:pt x="224" y="121"/>
                  <a:pt x="229" y="116"/>
                  <a:pt x="236" y="116"/>
                </a:cubicBezTo>
                <a:cubicBezTo>
                  <a:pt x="243" y="116"/>
                  <a:pt x="248" y="121"/>
                  <a:pt x="248" y="128"/>
                </a:cubicBezTo>
                <a:cubicBezTo>
                  <a:pt x="248" y="135"/>
                  <a:pt x="243" y="140"/>
                  <a:pt x="236" y="140"/>
                </a:cubicBezTo>
                <a:close/>
                <a:moveTo>
                  <a:pt x="156" y="132"/>
                </a:moveTo>
                <a:cubicBezTo>
                  <a:pt x="156" y="124"/>
                  <a:pt x="156" y="124"/>
                  <a:pt x="156" y="124"/>
                </a:cubicBezTo>
                <a:cubicBezTo>
                  <a:pt x="144" y="124"/>
                  <a:pt x="144" y="124"/>
                  <a:pt x="144" y="124"/>
                </a:cubicBezTo>
                <a:cubicBezTo>
                  <a:pt x="144" y="132"/>
                  <a:pt x="144" y="132"/>
                  <a:pt x="144" y="132"/>
                </a:cubicBezTo>
                <a:lnTo>
                  <a:pt x="156" y="132"/>
                </a:lnTo>
                <a:close/>
                <a:moveTo>
                  <a:pt x="124" y="132"/>
                </a:moveTo>
                <a:cubicBezTo>
                  <a:pt x="136" y="132"/>
                  <a:pt x="136" y="132"/>
                  <a:pt x="136" y="132"/>
                </a:cubicBezTo>
                <a:cubicBezTo>
                  <a:pt x="136" y="124"/>
                  <a:pt x="136" y="124"/>
                  <a:pt x="136" y="124"/>
                </a:cubicBezTo>
                <a:cubicBezTo>
                  <a:pt x="124" y="124"/>
                  <a:pt x="124" y="124"/>
                  <a:pt x="124" y="124"/>
                </a:cubicBezTo>
                <a:lnTo>
                  <a:pt x="124" y="132"/>
                </a:lnTo>
                <a:close/>
                <a:moveTo>
                  <a:pt x="132" y="36"/>
                </a:moveTo>
                <a:cubicBezTo>
                  <a:pt x="124" y="36"/>
                  <a:pt x="124" y="36"/>
                  <a:pt x="124" y="36"/>
                </a:cubicBezTo>
                <a:cubicBezTo>
                  <a:pt x="124" y="52"/>
                  <a:pt x="124" y="52"/>
                  <a:pt x="124" y="52"/>
                </a:cubicBezTo>
                <a:cubicBezTo>
                  <a:pt x="132" y="52"/>
                  <a:pt x="132" y="52"/>
                  <a:pt x="132" y="52"/>
                </a:cubicBezTo>
                <a:lnTo>
                  <a:pt x="132" y="36"/>
                </a:lnTo>
                <a:close/>
                <a:moveTo>
                  <a:pt x="124" y="220"/>
                </a:moveTo>
                <a:cubicBezTo>
                  <a:pt x="132" y="220"/>
                  <a:pt x="132" y="220"/>
                  <a:pt x="132" y="220"/>
                </a:cubicBezTo>
                <a:cubicBezTo>
                  <a:pt x="132" y="204"/>
                  <a:pt x="132" y="204"/>
                  <a:pt x="132" y="204"/>
                </a:cubicBezTo>
                <a:cubicBezTo>
                  <a:pt x="124" y="204"/>
                  <a:pt x="124" y="204"/>
                  <a:pt x="124" y="204"/>
                </a:cubicBezTo>
                <a:lnTo>
                  <a:pt x="124" y="220"/>
                </a:lnTo>
                <a:close/>
                <a:moveTo>
                  <a:pt x="124" y="192"/>
                </a:moveTo>
                <a:cubicBezTo>
                  <a:pt x="132" y="192"/>
                  <a:pt x="132" y="192"/>
                  <a:pt x="132" y="192"/>
                </a:cubicBezTo>
                <a:cubicBezTo>
                  <a:pt x="132" y="176"/>
                  <a:pt x="132" y="176"/>
                  <a:pt x="132" y="176"/>
                </a:cubicBezTo>
                <a:cubicBezTo>
                  <a:pt x="124" y="176"/>
                  <a:pt x="124" y="176"/>
                  <a:pt x="124" y="176"/>
                </a:cubicBezTo>
                <a:lnTo>
                  <a:pt x="124" y="192"/>
                </a:lnTo>
                <a:close/>
                <a:moveTo>
                  <a:pt x="124" y="80"/>
                </a:moveTo>
                <a:cubicBezTo>
                  <a:pt x="132" y="80"/>
                  <a:pt x="132" y="80"/>
                  <a:pt x="132" y="80"/>
                </a:cubicBezTo>
                <a:cubicBezTo>
                  <a:pt x="132" y="64"/>
                  <a:pt x="132" y="64"/>
                  <a:pt x="132" y="64"/>
                </a:cubicBezTo>
                <a:cubicBezTo>
                  <a:pt x="124" y="64"/>
                  <a:pt x="124" y="64"/>
                  <a:pt x="124" y="64"/>
                </a:cubicBezTo>
                <a:lnTo>
                  <a:pt x="124" y="80"/>
                </a:lnTo>
                <a:close/>
                <a:moveTo>
                  <a:pt x="56" y="104"/>
                </a:moveTo>
                <a:cubicBezTo>
                  <a:pt x="54" y="104"/>
                  <a:pt x="51" y="105"/>
                  <a:pt x="51" y="107"/>
                </a:cubicBezTo>
                <a:cubicBezTo>
                  <a:pt x="49" y="114"/>
                  <a:pt x="48" y="121"/>
                  <a:pt x="48" y="128"/>
                </a:cubicBezTo>
                <a:cubicBezTo>
                  <a:pt x="48" y="146"/>
                  <a:pt x="54" y="164"/>
                  <a:pt x="66" y="179"/>
                </a:cubicBezTo>
                <a:cubicBezTo>
                  <a:pt x="67" y="180"/>
                  <a:pt x="68" y="180"/>
                  <a:pt x="69" y="180"/>
                </a:cubicBezTo>
                <a:cubicBezTo>
                  <a:pt x="70" y="180"/>
                  <a:pt x="71" y="180"/>
                  <a:pt x="72" y="179"/>
                </a:cubicBezTo>
                <a:cubicBezTo>
                  <a:pt x="73" y="178"/>
                  <a:pt x="74" y="175"/>
                  <a:pt x="72" y="173"/>
                </a:cubicBezTo>
                <a:cubicBezTo>
                  <a:pt x="62" y="161"/>
                  <a:pt x="56" y="145"/>
                  <a:pt x="56" y="128"/>
                </a:cubicBezTo>
                <a:cubicBezTo>
                  <a:pt x="56" y="122"/>
                  <a:pt x="57" y="115"/>
                  <a:pt x="59" y="109"/>
                </a:cubicBezTo>
                <a:cubicBezTo>
                  <a:pt x="59" y="107"/>
                  <a:pt x="58" y="105"/>
                  <a:pt x="56" y="104"/>
                </a:cubicBezTo>
                <a:close/>
                <a:moveTo>
                  <a:pt x="128" y="232"/>
                </a:moveTo>
                <a:cubicBezTo>
                  <a:pt x="126" y="232"/>
                  <a:pt x="124" y="234"/>
                  <a:pt x="124" y="236"/>
                </a:cubicBezTo>
                <a:cubicBezTo>
                  <a:pt x="124" y="248"/>
                  <a:pt x="124" y="248"/>
                  <a:pt x="124" y="248"/>
                </a:cubicBezTo>
                <a:cubicBezTo>
                  <a:pt x="112" y="248"/>
                  <a:pt x="112" y="248"/>
                  <a:pt x="112" y="248"/>
                </a:cubicBezTo>
                <a:cubicBezTo>
                  <a:pt x="110" y="248"/>
                  <a:pt x="108" y="246"/>
                  <a:pt x="108" y="244"/>
                </a:cubicBezTo>
                <a:cubicBezTo>
                  <a:pt x="108" y="238"/>
                  <a:pt x="108" y="238"/>
                  <a:pt x="108" y="238"/>
                </a:cubicBezTo>
                <a:cubicBezTo>
                  <a:pt x="108" y="234"/>
                  <a:pt x="105" y="229"/>
                  <a:pt x="101" y="227"/>
                </a:cubicBezTo>
                <a:cubicBezTo>
                  <a:pt x="77" y="218"/>
                  <a:pt x="77" y="218"/>
                  <a:pt x="77" y="218"/>
                </a:cubicBezTo>
                <a:cubicBezTo>
                  <a:pt x="73" y="216"/>
                  <a:pt x="68" y="217"/>
                  <a:pt x="64" y="220"/>
                </a:cubicBezTo>
                <a:cubicBezTo>
                  <a:pt x="60" y="224"/>
                  <a:pt x="60" y="224"/>
                  <a:pt x="60" y="224"/>
                </a:cubicBezTo>
                <a:cubicBezTo>
                  <a:pt x="59" y="226"/>
                  <a:pt x="56" y="226"/>
                  <a:pt x="54" y="224"/>
                </a:cubicBezTo>
                <a:cubicBezTo>
                  <a:pt x="32" y="202"/>
                  <a:pt x="32" y="202"/>
                  <a:pt x="32" y="202"/>
                </a:cubicBezTo>
                <a:cubicBezTo>
                  <a:pt x="30" y="200"/>
                  <a:pt x="30" y="197"/>
                  <a:pt x="32" y="196"/>
                </a:cubicBezTo>
                <a:cubicBezTo>
                  <a:pt x="36" y="192"/>
                  <a:pt x="36" y="192"/>
                  <a:pt x="36" y="192"/>
                </a:cubicBezTo>
                <a:cubicBezTo>
                  <a:pt x="39" y="188"/>
                  <a:pt x="40" y="183"/>
                  <a:pt x="38" y="179"/>
                </a:cubicBezTo>
                <a:cubicBezTo>
                  <a:pt x="29" y="155"/>
                  <a:pt x="29" y="155"/>
                  <a:pt x="29" y="155"/>
                </a:cubicBezTo>
                <a:cubicBezTo>
                  <a:pt x="27" y="151"/>
                  <a:pt x="22" y="148"/>
                  <a:pt x="18" y="148"/>
                </a:cubicBezTo>
                <a:cubicBezTo>
                  <a:pt x="12" y="148"/>
                  <a:pt x="12" y="148"/>
                  <a:pt x="12" y="148"/>
                </a:cubicBezTo>
                <a:cubicBezTo>
                  <a:pt x="10" y="148"/>
                  <a:pt x="8" y="146"/>
                  <a:pt x="8" y="144"/>
                </a:cubicBezTo>
                <a:cubicBezTo>
                  <a:pt x="8" y="112"/>
                  <a:pt x="8" y="112"/>
                  <a:pt x="8" y="112"/>
                </a:cubicBezTo>
                <a:cubicBezTo>
                  <a:pt x="8" y="110"/>
                  <a:pt x="10" y="108"/>
                  <a:pt x="12" y="108"/>
                </a:cubicBezTo>
                <a:cubicBezTo>
                  <a:pt x="18" y="108"/>
                  <a:pt x="18" y="108"/>
                  <a:pt x="18" y="108"/>
                </a:cubicBezTo>
                <a:cubicBezTo>
                  <a:pt x="22" y="108"/>
                  <a:pt x="27" y="105"/>
                  <a:pt x="29" y="101"/>
                </a:cubicBezTo>
                <a:cubicBezTo>
                  <a:pt x="38" y="77"/>
                  <a:pt x="38" y="77"/>
                  <a:pt x="38" y="77"/>
                </a:cubicBezTo>
                <a:cubicBezTo>
                  <a:pt x="40" y="73"/>
                  <a:pt x="39" y="68"/>
                  <a:pt x="36" y="64"/>
                </a:cubicBezTo>
                <a:cubicBezTo>
                  <a:pt x="32" y="60"/>
                  <a:pt x="32" y="60"/>
                  <a:pt x="32" y="60"/>
                </a:cubicBezTo>
                <a:cubicBezTo>
                  <a:pt x="30" y="59"/>
                  <a:pt x="30" y="56"/>
                  <a:pt x="32" y="54"/>
                </a:cubicBezTo>
                <a:cubicBezTo>
                  <a:pt x="54" y="32"/>
                  <a:pt x="54" y="32"/>
                  <a:pt x="54" y="32"/>
                </a:cubicBezTo>
                <a:cubicBezTo>
                  <a:pt x="56" y="30"/>
                  <a:pt x="59" y="30"/>
                  <a:pt x="60" y="32"/>
                </a:cubicBezTo>
                <a:cubicBezTo>
                  <a:pt x="64" y="36"/>
                  <a:pt x="64" y="36"/>
                  <a:pt x="64" y="36"/>
                </a:cubicBezTo>
                <a:cubicBezTo>
                  <a:pt x="68" y="39"/>
                  <a:pt x="73" y="40"/>
                  <a:pt x="77" y="38"/>
                </a:cubicBezTo>
                <a:cubicBezTo>
                  <a:pt x="101" y="29"/>
                  <a:pt x="101" y="29"/>
                  <a:pt x="101" y="29"/>
                </a:cubicBezTo>
                <a:cubicBezTo>
                  <a:pt x="105" y="27"/>
                  <a:pt x="108" y="22"/>
                  <a:pt x="108" y="18"/>
                </a:cubicBezTo>
                <a:cubicBezTo>
                  <a:pt x="108" y="12"/>
                  <a:pt x="108" y="12"/>
                  <a:pt x="108" y="12"/>
                </a:cubicBezTo>
                <a:cubicBezTo>
                  <a:pt x="108" y="10"/>
                  <a:pt x="110" y="8"/>
                  <a:pt x="112" y="8"/>
                </a:cubicBezTo>
                <a:cubicBezTo>
                  <a:pt x="124" y="8"/>
                  <a:pt x="124" y="8"/>
                  <a:pt x="124" y="8"/>
                </a:cubicBezTo>
                <a:cubicBezTo>
                  <a:pt x="124" y="20"/>
                  <a:pt x="124" y="20"/>
                  <a:pt x="124" y="20"/>
                </a:cubicBezTo>
                <a:cubicBezTo>
                  <a:pt x="124" y="22"/>
                  <a:pt x="126" y="24"/>
                  <a:pt x="128" y="24"/>
                </a:cubicBezTo>
                <a:cubicBezTo>
                  <a:pt x="130" y="24"/>
                  <a:pt x="132" y="22"/>
                  <a:pt x="132" y="20"/>
                </a:cubicBezTo>
                <a:cubicBezTo>
                  <a:pt x="132" y="4"/>
                  <a:pt x="132" y="4"/>
                  <a:pt x="132" y="4"/>
                </a:cubicBezTo>
                <a:cubicBezTo>
                  <a:pt x="132" y="2"/>
                  <a:pt x="130" y="0"/>
                  <a:pt x="128" y="0"/>
                </a:cubicBezTo>
                <a:cubicBezTo>
                  <a:pt x="112" y="0"/>
                  <a:pt x="112" y="0"/>
                  <a:pt x="112" y="0"/>
                </a:cubicBezTo>
                <a:cubicBezTo>
                  <a:pt x="105" y="0"/>
                  <a:pt x="100" y="5"/>
                  <a:pt x="100" y="12"/>
                </a:cubicBezTo>
                <a:cubicBezTo>
                  <a:pt x="100" y="18"/>
                  <a:pt x="100" y="18"/>
                  <a:pt x="100" y="18"/>
                </a:cubicBezTo>
                <a:cubicBezTo>
                  <a:pt x="100" y="19"/>
                  <a:pt x="99" y="21"/>
                  <a:pt x="98" y="21"/>
                </a:cubicBezTo>
                <a:cubicBezTo>
                  <a:pt x="74" y="31"/>
                  <a:pt x="74" y="31"/>
                  <a:pt x="74" y="31"/>
                </a:cubicBezTo>
                <a:cubicBezTo>
                  <a:pt x="73" y="32"/>
                  <a:pt x="71" y="31"/>
                  <a:pt x="70" y="30"/>
                </a:cubicBezTo>
                <a:cubicBezTo>
                  <a:pt x="66" y="26"/>
                  <a:pt x="66" y="26"/>
                  <a:pt x="66" y="26"/>
                </a:cubicBezTo>
                <a:cubicBezTo>
                  <a:pt x="61" y="21"/>
                  <a:pt x="53" y="21"/>
                  <a:pt x="49" y="26"/>
                </a:cubicBezTo>
                <a:cubicBezTo>
                  <a:pt x="26" y="49"/>
                  <a:pt x="26" y="49"/>
                  <a:pt x="26" y="49"/>
                </a:cubicBezTo>
                <a:cubicBezTo>
                  <a:pt x="21" y="53"/>
                  <a:pt x="21" y="61"/>
                  <a:pt x="26" y="66"/>
                </a:cubicBezTo>
                <a:cubicBezTo>
                  <a:pt x="30" y="70"/>
                  <a:pt x="30" y="70"/>
                  <a:pt x="30" y="70"/>
                </a:cubicBezTo>
                <a:cubicBezTo>
                  <a:pt x="31" y="71"/>
                  <a:pt x="32" y="73"/>
                  <a:pt x="31" y="74"/>
                </a:cubicBezTo>
                <a:cubicBezTo>
                  <a:pt x="21" y="98"/>
                  <a:pt x="21" y="98"/>
                  <a:pt x="21" y="98"/>
                </a:cubicBezTo>
                <a:cubicBezTo>
                  <a:pt x="21" y="99"/>
                  <a:pt x="19" y="100"/>
                  <a:pt x="18" y="100"/>
                </a:cubicBezTo>
                <a:cubicBezTo>
                  <a:pt x="12" y="100"/>
                  <a:pt x="12" y="100"/>
                  <a:pt x="12" y="100"/>
                </a:cubicBezTo>
                <a:cubicBezTo>
                  <a:pt x="5" y="100"/>
                  <a:pt x="0" y="105"/>
                  <a:pt x="0" y="112"/>
                </a:cubicBezTo>
                <a:cubicBezTo>
                  <a:pt x="0" y="144"/>
                  <a:pt x="0" y="144"/>
                  <a:pt x="0" y="144"/>
                </a:cubicBezTo>
                <a:cubicBezTo>
                  <a:pt x="0" y="151"/>
                  <a:pt x="5" y="156"/>
                  <a:pt x="12" y="156"/>
                </a:cubicBezTo>
                <a:cubicBezTo>
                  <a:pt x="18" y="156"/>
                  <a:pt x="18" y="156"/>
                  <a:pt x="18" y="156"/>
                </a:cubicBezTo>
                <a:cubicBezTo>
                  <a:pt x="19" y="156"/>
                  <a:pt x="21" y="157"/>
                  <a:pt x="21" y="158"/>
                </a:cubicBezTo>
                <a:cubicBezTo>
                  <a:pt x="31" y="182"/>
                  <a:pt x="31" y="182"/>
                  <a:pt x="31" y="182"/>
                </a:cubicBezTo>
                <a:cubicBezTo>
                  <a:pt x="32" y="183"/>
                  <a:pt x="31" y="185"/>
                  <a:pt x="30" y="186"/>
                </a:cubicBezTo>
                <a:cubicBezTo>
                  <a:pt x="26" y="190"/>
                  <a:pt x="26" y="190"/>
                  <a:pt x="26" y="190"/>
                </a:cubicBezTo>
                <a:cubicBezTo>
                  <a:pt x="21" y="195"/>
                  <a:pt x="21" y="203"/>
                  <a:pt x="26" y="207"/>
                </a:cubicBezTo>
                <a:cubicBezTo>
                  <a:pt x="49" y="230"/>
                  <a:pt x="49" y="230"/>
                  <a:pt x="49" y="230"/>
                </a:cubicBezTo>
                <a:cubicBezTo>
                  <a:pt x="53" y="234"/>
                  <a:pt x="61" y="235"/>
                  <a:pt x="66" y="230"/>
                </a:cubicBezTo>
                <a:cubicBezTo>
                  <a:pt x="70" y="226"/>
                  <a:pt x="70" y="226"/>
                  <a:pt x="70" y="226"/>
                </a:cubicBezTo>
                <a:cubicBezTo>
                  <a:pt x="71" y="225"/>
                  <a:pt x="73" y="224"/>
                  <a:pt x="74" y="225"/>
                </a:cubicBezTo>
                <a:cubicBezTo>
                  <a:pt x="98" y="235"/>
                  <a:pt x="98" y="235"/>
                  <a:pt x="98" y="235"/>
                </a:cubicBezTo>
                <a:cubicBezTo>
                  <a:pt x="99" y="235"/>
                  <a:pt x="100" y="237"/>
                  <a:pt x="100" y="238"/>
                </a:cubicBezTo>
                <a:cubicBezTo>
                  <a:pt x="100" y="244"/>
                  <a:pt x="100" y="244"/>
                  <a:pt x="100" y="244"/>
                </a:cubicBezTo>
                <a:cubicBezTo>
                  <a:pt x="100" y="251"/>
                  <a:pt x="105" y="256"/>
                  <a:pt x="112" y="256"/>
                </a:cubicBezTo>
                <a:cubicBezTo>
                  <a:pt x="128" y="256"/>
                  <a:pt x="128" y="256"/>
                  <a:pt x="128" y="256"/>
                </a:cubicBezTo>
                <a:cubicBezTo>
                  <a:pt x="130" y="256"/>
                  <a:pt x="132" y="254"/>
                  <a:pt x="132" y="252"/>
                </a:cubicBezTo>
                <a:cubicBezTo>
                  <a:pt x="132" y="236"/>
                  <a:pt x="132" y="236"/>
                  <a:pt x="132" y="236"/>
                </a:cubicBezTo>
                <a:cubicBezTo>
                  <a:pt x="132" y="234"/>
                  <a:pt x="130" y="232"/>
                  <a:pt x="128" y="232"/>
                </a:cubicBezTo>
                <a:close/>
                <a:moveTo>
                  <a:pt x="116" y="104"/>
                </a:moveTo>
                <a:cubicBezTo>
                  <a:pt x="120" y="104"/>
                  <a:pt x="120" y="104"/>
                  <a:pt x="120" y="104"/>
                </a:cubicBezTo>
                <a:cubicBezTo>
                  <a:pt x="120" y="96"/>
                  <a:pt x="120" y="96"/>
                  <a:pt x="120" y="96"/>
                </a:cubicBezTo>
                <a:cubicBezTo>
                  <a:pt x="116" y="96"/>
                  <a:pt x="116" y="96"/>
                  <a:pt x="116" y="96"/>
                </a:cubicBezTo>
                <a:cubicBezTo>
                  <a:pt x="98" y="96"/>
                  <a:pt x="84" y="110"/>
                  <a:pt x="84" y="128"/>
                </a:cubicBezTo>
                <a:cubicBezTo>
                  <a:pt x="84" y="146"/>
                  <a:pt x="98" y="160"/>
                  <a:pt x="116" y="160"/>
                </a:cubicBezTo>
                <a:cubicBezTo>
                  <a:pt x="120" y="160"/>
                  <a:pt x="120" y="160"/>
                  <a:pt x="120" y="160"/>
                </a:cubicBezTo>
                <a:cubicBezTo>
                  <a:pt x="120" y="152"/>
                  <a:pt x="120" y="152"/>
                  <a:pt x="120" y="152"/>
                </a:cubicBezTo>
                <a:cubicBezTo>
                  <a:pt x="116" y="152"/>
                  <a:pt x="116" y="152"/>
                  <a:pt x="116" y="152"/>
                </a:cubicBezTo>
                <a:cubicBezTo>
                  <a:pt x="103" y="152"/>
                  <a:pt x="92" y="141"/>
                  <a:pt x="92" y="128"/>
                </a:cubicBezTo>
                <a:cubicBezTo>
                  <a:pt x="92" y="115"/>
                  <a:pt x="103" y="104"/>
                  <a:pt x="116" y="104"/>
                </a:cubicBezTo>
                <a:close/>
                <a:moveTo>
                  <a:pt x="188" y="72"/>
                </a:moveTo>
                <a:cubicBezTo>
                  <a:pt x="187" y="72"/>
                  <a:pt x="185" y="73"/>
                  <a:pt x="185" y="74"/>
                </a:cubicBezTo>
                <a:cubicBezTo>
                  <a:pt x="170" y="96"/>
                  <a:pt x="170" y="96"/>
                  <a:pt x="170" y="96"/>
                </a:cubicBezTo>
                <a:cubicBezTo>
                  <a:pt x="124" y="96"/>
                  <a:pt x="124" y="96"/>
                  <a:pt x="124" y="96"/>
                </a:cubicBezTo>
                <a:cubicBezTo>
                  <a:pt x="124" y="104"/>
                  <a:pt x="124" y="104"/>
                  <a:pt x="124" y="104"/>
                </a:cubicBezTo>
                <a:cubicBezTo>
                  <a:pt x="172" y="104"/>
                  <a:pt x="172" y="104"/>
                  <a:pt x="172" y="104"/>
                </a:cubicBezTo>
                <a:cubicBezTo>
                  <a:pt x="173" y="104"/>
                  <a:pt x="175" y="103"/>
                  <a:pt x="175" y="102"/>
                </a:cubicBezTo>
                <a:cubicBezTo>
                  <a:pt x="190" y="80"/>
                  <a:pt x="190" y="80"/>
                  <a:pt x="190" y="80"/>
                </a:cubicBezTo>
                <a:cubicBezTo>
                  <a:pt x="202" y="80"/>
                  <a:pt x="202" y="80"/>
                  <a:pt x="202" y="80"/>
                </a:cubicBezTo>
                <a:cubicBezTo>
                  <a:pt x="205" y="87"/>
                  <a:pt x="212" y="92"/>
                  <a:pt x="220" y="92"/>
                </a:cubicBezTo>
                <a:cubicBezTo>
                  <a:pt x="231" y="92"/>
                  <a:pt x="240" y="83"/>
                  <a:pt x="240" y="72"/>
                </a:cubicBezTo>
                <a:cubicBezTo>
                  <a:pt x="240" y="61"/>
                  <a:pt x="231" y="52"/>
                  <a:pt x="220" y="52"/>
                </a:cubicBezTo>
                <a:cubicBezTo>
                  <a:pt x="209" y="52"/>
                  <a:pt x="200" y="61"/>
                  <a:pt x="200" y="72"/>
                </a:cubicBezTo>
                <a:lnTo>
                  <a:pt x="188" y="72"/>
                </a:lnTo>
                <a:close/>
                <a:moveTo>
                  <a:pt x="220" y="60"/>
                </a:moveTo>
                <a:cubicBezTo>
                  <a:pt x="227" y="60"/>
                  <a:pt x="232" y="65"/>
                  <a:pt x="232" y="72"/>
                </a:cubicBezTo>
                <a:cubicBezTo>
                  <a:pt x="232" y="79"/>
                  <a:pt x="227" y="84"/>
                  <a:pt x="220" y="84"/>
                </a:cubicBezTo>
                <a:cubicBezTo>
                  <a:pt x="213" y="84"/>
                  <a:pt x="208" y="79"/>
                  <a:pt x="208" y="72"/>
                </a:cubicBezTo>
                <a:cubicBezTo>
                  <a:pt x="208" y="65"/>
                  <a:pt x="213" y="60"/>
                  <a:pt x="220" y="60"/>
                </a:cubicBezTo>
                <a:close/>
                <a:moveTo>
                  <a:pt x="154" y="74"/>
                </a:moveTo>
                <a:cubicBezTo>
                  <a:pt x="173" y="55"/>
                  <a:pt x="173" y="55"/>
                  <a:pt x="173" y="55"/>
                </a:cubicBezTo>
                <a:cubicBezTo>
                  <a:pt x="175" y="55"/>
                  <a:pt x="177" y="56"/>
                  <a:pt x="180" y="56"/>
                </a:cubicBezTo>
                <a:cubicBezTo>
                  <a:pt x="191" y="56"/>
                  <a:pt x="200" y="47"/>
                  <a:pt x="200" y="36"/>
                </a:cubicBezTo>
                <a:cubicBezTo>
                  <a:pt x="200" y="25"/>
                  <a:pt x="191" y="16"/>
                  <a:pt x="180" y="16"/>
                </a:cubicBezTo>
                <a:cubicBezTo>
                  <a:pt x="169" y="16"/>
                  <a:pt x="160" y="25"/>
                  <a:pt x="160" y="36"/>
                </a:cubicBezTo>
                <a:cubicBezTo>
                  <a:pt x="160" y="42"/>
                  <a:pt x="162" y="47"/>
                  <a:pt x="166" y="50"/>
                </a:cubicBezTo>
                <a:cubicBezTo>
                  <a:pt x="149" y="67"/>
                  <a:pt x="149" y="67"/>
                  <a:pt x="149" y="67"/>
                </a:cubicBezTo>
                <a:cubicBezTo>
                  <a:pt x="140" y="67"/>
                  <a:pt x="140" y="67"/>
                  <a:pt x="140" y="67"/>
                </a:cubicBezTo>
                <a:cubicBezTo>
                  <a:pt x="140" y="75"/>
                  <a:pt x="140" y="75"/>
                  <a:pt x="140" y="75"/>
                </a:cubicBezTo>
                <a:cubicBezTo>
                  <a:pt x="151" y="75"/>
                  <a:pt x="151" y="75"/>
                  <a:pt x="151" y="75"/>
                </a:cubicBezTo>
                <a:cubicBezTo>
                  <a:pt x="152" y="75"/>
                  <a:pt x="153" y="74"/>
                  <a:pt x="154" y="74"/>
                </a:cubicBezTo>
                <a:close/>
                <a:moveTo>
                  <a:pt x="180" y="24"/>
                </a:moveTo>
                <a:cubicBezTo>
                  <a:pt x="187" y="24"/>
                  <a:pt x="192" y="29"/>
                  <a:pt x="192" y="36"/>
                </a:cubicBezTo>
                <a:cubicBezTo>
                  <a:pt x="192" y="43"/>
                  <a:pt x="187" y="48"/>
                  <a:pt x="180" y="48"/>
                </a:cubicBezTo>
                <a:cubicBezTo>
                  <a:pt x="178" y="48"/>
                  <a:pt x="176" y="47"/>
                  <a:pt x="174" y="46"/>
                </a:cubicBezTo>
                <a:cubicBezTo>
                  <a:pt x="172" y="44"/>
                  <a:pt x="172" y="44"/>
                  <a:pt x="172" y="44"/>
                </a:cubicBezTo>
                <a:cubicBezTo>
                  <a:pt x="172" y="44"/>
                  <a:pt x="172" y="44"/>
                  <a:pt x="172" y="44"/>
                </a:cubicBezTo>
                <a:cubicBezTo>
                  <a:pt x="169" y="42"/>
                  <a:pt x="168" y="39"/>
                  <a:pt x="168" y="36"/>
                </a:cubicBezTo>
                <a:cubicBezTo>
                  <a:pt x="168" y="29"/>
                  <a:pt x="173" y="24"/>
                  <a:pt x="180" y="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4" name="Freeform 101">
            <a:extLst>
              <a:ext uri="{FF2B5EF4-FFF2-40B4-BE49-F238E27FC236}">
                <a16:creationId xmlns:a16="http://schemas.microsoft.com/office/drawing/2014/main" id="{619E0CAF-32D2-4A7B-879B-76728291A230}"/>
              </a:ext>
            </a:extLst>
          </p:cNvPr>
          <p:cNvSpPr>
            <a:spLocks noChangeAspect="1" noEditPoints="1"/>
          </p:cNvSpPr>
          <p:nvPr/>
        </p:nvSpPr>
        <p:spPr bwMode="auto">
          <a:xfrm>
            <a:off x="11217194" y="1463237"/>
            <a:ext cx="400050" cy="400050"/>
          </a:xfrm>
          <a:custGeom>
            <a:avLst/>
            <a:gdLst>
              <a:gd name="T0" fmla="*/ 154 w 256"/>
              <a:gd name="T1" fmla="*/ 45 h 256"/>
              <a:gd name="T2" fmla="*/ 160 w 256"/>
              <a:gd name="T3" fmla="*/ 50 h 256"/>
              <a:gd name="T4" fmla="*/ 124 w 256"/>
              <a:gd name="T5" fmla="*/ 208 h 256"/>
              <a:gd name="T6" fmla="*/ 236 w 256"/>
              <a:gd name="T7" fmla="*/ 56 h 256"/>
              <a:gd name="T8" fmla="*/ 248 w 256"/>
              <a:gd name="T9" fmla="*/ 76 h 256"/>
              <a:gd name="T10" fmla="*/ 168 w 256"/>
              <a:gd name="T11" fmla="*/ 172 h 256"/>
              <a:gd name="T12" fmla="*/ 88 w 256"/>
              <a:gd name="T13" fmla="*/ 84 h 256"/>
              <a:gd name="T14" fmla="*/ 168 w 256"/>
              <a:gd name="T15" fmla="*/ 172 h 256"/>
              <a:gd name="T16" fmla="*/ 160 w 256"/>
              <a:gd name="T17" fmla="*/ 88 h 256"/>
              <a:gd name="T18" fmla="*/ 132 w 256"/>
              <a:gd name="T19" fmla="*/ 72 h 256"/>
              <a:gd name="T20" fmla="*/ 164 w 256"/>
              <a:gd name="T21" fmla="*/ 206 h 256"/>
              <a:gd name="T22" fmla="*/ 157 w 256"/>
              <a:gd name="T23" fmla="*/ 211 h 256"/>
              <a:gd name="T24" fmla="*/ 176 w 256"/>
              <a:gd name="T25" fmla="*/ 124 h 256"/>
              <a:gd name="T26" fmla="*/ 188 w 256"/>
              <a:gd name="T27" fmla="*/ 40 h 256"/>
              <a:gd name="T28" fmla="*/ 188 w 256"/>
              <a:gd name="T29" fmla="*/ 40 h 256"/>
              <a:gd name="T30" fmla="*/ 176 w 256"/>
              <a:gd name="T31" fmla="*/ 20 h 256"/>
              <a:gd name="T32" fmla="*/ 128 w 256"/>
              <a:gd name="T33" fmla="*/ 256 h 256"/>
              <a:gd name="T34" fmla="*/ 116 w 256"/>
              <a:gd name="T35" fmla="*/ 236 h 256"/>
              <a:gd name="T36" fmla="*/ 218 w 256"/>
              <a:gd name="T37" fmla="*/ 91 h 256"/>
              <a:gd name="T38" fmla="*/ 208 w 256"/>
              <a:gd name="T39" fmla="*/ 104 h 256"/>
              <a:gd name="T40" fmla="*/ 176 w 256"/>
              <a:gd name="T41" fmla="*/ 160 h 256"/>
              <a:gd name="T42" fmla="*/ 210 w 256"/>
              <a:gd name="T43" fmla="*/ 152 h 256"/>
              <a:gd name="T44" fmla="*/ 128 w 256"/>
              <a:gd name="T45" fmla="*/ 40 h 256"/>
              <a:gd name="T46" fmla="*/ 128 w 256"/>
              <a:gd name="T47" fmla="*/ 40 h 256"/>
              <a:gd name="T48" fmla="*/ 116 w 256"/>
              <a:gd name="T49" fmla="*/ 20 h 256"/>
              <a:gd name="T50" fmla="*/ 20 w 256"/>
              <a:gd name="T51" fmla="*/ 56 h 256"/>
              <a:gd name="T52" fmla="*/ 32 w 256"/>
              <a:gd name="T53" fmla="*/ 76 h 256"/>
              <a:gd name="T54" fmla="*/ 236 w 256"/>
              <a:gd name="T55" fmla="*/ 160 h 256"/>
              <a:gd name="T56" fmla="*/ 236 w 256"/>
              <a:gd name="T57" fmla="*/ 160 h 256"/>
              <a:gd name="T58" fmla="*/ 248 w 256"/>
              <a:gd name="T59" fmla="*/ 180 h 256"/>
              <a:gd name="T60" fmla="*/ 20 w 256"/>
              <a:gd name="T61" fmla="*/ 108 h 256"/>
              <a:gd name="T62" fmla="*/ 32 w 256"/>
              <a:gd name="T63" fmla="*/ 128 h 256"/>
              <a:gd name="T64" fmla="*/ 92 w 256"/>
              <a:gd name="T65" fmla="*/ 206 h 256"/>
              <a:gd name="T66" fmla="*/ 100 w 256"/>
              <a:gd name="T67" fmla="*/ 208 h 256"/>
              <a:gd name="T68" fmla="*/ 188 w 256"/>
              <a:gd name="T69" fmla="*/ 216 h 256"/>
              <a:gd name="T70" fmla="*/ 188 w 256"/>
              <a:gd name="T71" fmla="*/ 216 h 256"/>
              <a:gd name="T72" fmla="*/ 200 w 256"/>
              <a:gd name="T73" fmla="*/ 236 h 256"/>
              <a:gd name="T74" fmla="*/ 68 w 256"/>
              <a:gd name="T75" fmla="*/ 256 h 256"/>
              <a:gd name="T76" fmla="*/ 56 w 256"/>
              <a:gd name="T77" fmla="*/ 236 h 256"/>
              <a:gd name="T78" fmla="*/ 20 w 256"/>
              <a:gd name="T79" fmla="*/ 160 h 256"/>
              <a:gd name="T80" fmla="*/ 20 w 256"/>
              <a:gd name="T81" fmla="*/ 160 h 256"/>
              <a:gd name="T82" fmla="*/ 32 w 256"/>
              <a:gd name="T83" fmla="*/ 180 h 256"/>
              <a:gd name="T84" fmla="*/ 38 w 256"/>
              <a:gd name="T85" fmla="*/ 91 h 256"/>
              <a:gd name="T86" fmla="*/ 80 w 256"/>
              <a:gd name="T87" fmla="*/ 104 h 256"/>
              <a:gd name="T88" fmla="*/ 236 w 256"/>
              <a:gd name="T89" fmla="*/ 148 h 256"/>
              <a:gd name="T90" fmla="*/ 224 w 256"/>
              <a:gd name="T91" fmla="*/ 128 h 256"/>
              <a:gd name="T92" fmla="*/ 68 w 256"/>
              <a:gd name="T93" fmla="*/ 40 h 256"/>
              <a:gd name="T94" fmla="*/ 68 w 256"/>
              <a:gd name="T95" fmla="*/ 40 h 256"/>
              <a:gd name="T96" fmla="*/ 56 w 256"/>
              <a:gd name="T97" fmla="*/ 20 h 256"/>
              <a:gd name="T98" fmla="*/ 38 w 256"/>
              <a:gd name="T99" fmla="*/ 165 h 256"/>
              <a:gd name="T100" fmla="*/ 48 w 256"/>
              <a:gd name="T101" fmla="*/ 152 h 256"/>
              <a:gd name="T102" fmla="*/ 92 w 256"/>
              <a:gd name="T103" fmla="*/ 72 h 256"/>
              <a:gd name="T104" fmla="*/ 88 w 256"/>
              <a:gd name="T105" fmla="*/ 34 h 256"/>
              <a:gd name="T106" fmla="*/ 48 w 256"/>
              <a:gd name="T107" fmla="*/ 1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160" y="50"/>
                </a:moveTo>
                <a:cubicBezTo>
                  <a:pt x="174" y="41"/>
                  <a:pt x="174" y="41"/>
                  <a:pt x="174" y="41"/>
                </a:cubicBezTo>
                <a:cubicBezTo>
                  <a:pt x="169" y="34"/>
                  <a:pt x="169" y="34"/>
                  <a:pt x="169" y="34"/>
                </a:cubicBezTo>
                <a:cubicBezTo>
                  <a:pt x="154" y="45"/>
                  <a:pt x="154" y="45"/>
                  <a:pt x="154" y="45"/>
                </a:cubicBezTo>
                <a:cubicBezTo>
                  <a:pt x="153" y="45"/>
                  <a:pt x="152" y="47"/>
                  <a:pt x="152" y="48"/>
                </a:cubicBezTo>
                <a:cubicBezTo>
                  <a:pt x="152" y="72"/>
                  <a:pt x="152" y="72"/>
                  <a:pt x="152" y="72"/>
                </a:cubicBezTo>
                <a:cubicBezTo>
                  <a:pt x="160" y="72"/>
                  <a:pt x="160" y="72"/>
                  <a:pt x="160" y="72"/>
                </a:cubicBezTo>
                <a:lnTo>
                  <a:pt x="160" y="50"/>
                </a:lnTo>
                <a:close/>
                <a:moveTo>
                  <a:pt x="132" y="208"/>
                </a:moveTo>
                <a:cubicBezTo>
                  <a:pt x="132" y="184"/>
                  <a:pt x="132" y="184"/>
                  <a:pt x="132" y="184"/>
                </a:cubicBezTo>
                <a:cubicBezTo>
                  <a:pt x="124" y="184"/>
                  <a:pt x="124" y="184"/>
                  <a:pt x="124" y="184"/>
                </a:cubicBezTo>
                <a:cubicBezTo>
                  <a:pt x="124" y="208"/>
                  <a:pt x="124" y="208"/>
                  <a:pt x="124" y="208"/>
                </a:cubicBezTo>
                <a:lnTo>
                  <a:pt x="132" y="208"/>
                </a:lnTo>
                <a:close/>
                <a:moveTo>
                  <a:pt x="236" y="96"/>
                </a:moveTo>
                <a:cubicBezTo>
                  <a:pt x="247" y="96"/>
                  <a:pt x="256" y="87"/>
                  <a:pt x="256" y="76"/>
                </a:cubicBezTo>
                <a:cubicBezTo>
                  <a:pt x="256" y="65"/>
                  <a:pt x="247" y="56"/>
                  <a:pt x="236" y="56"/>
                </a:cubicBezTo>
                <a:cubicBezTo>
                  <a:pt x="225" y="56"/>
                  <a:pt x="216" y="65"/>
                  <a:pt x="216" y="76"/>
                </a:cubicBezTo>
                <a:cubicBezTo>
                  <a:pt x="216" y="87"/>
                  <a:pt x="225" y="96"/>
                  <a:pt x="236" y="96"/>
                </a:cubicBezTo>
                <a:close/>
                <a:moveTo>
                  <a:pt x="236" y="64"/>
                </a:moveTo>
                <a:cubicBezTo>
                  <a:pt x="243" y="64"/>
                  <a:pt x="248" y="69"/>
                  <a:pt x="248" y="76"/>
                </a:cubicBezTo>
                <a:cubicBezTo>
                  <a:pt x="248" y="83"/>
                  <a:pt x="243" y="88"/>
                  <a:pt x="236" y="88"/>
                </a:cubicBezTo>
                <a:cubicBezTo>
                  <a:pt x="229" y="88"/>
                  <a:pt x="224" y="83"/>
                  <a:pt x="224" y="76"/>
                </a:cubicBezTo>
                <a:cubicBezTo>
                  <a:pt x="224" y="69"/>
                  <a:pt x="229" y="64"/>
                  <a:pt x="236" y="64"/>
                </a:cubicBezTo>
                <a:close/>
                <a:moveTo>
                  <a:pt x="168" y="172"/>
                </a:moveTo>
                <a:cubicBezTo>
                  <a:pt x="168" y="84"/>
                  <a:pt x="168" y="84"/>
                  <a:pt x="168" y="84"/>
                </a:cubicBezTo>
                <a:cubicBezTo>
                  <a:pt x="168" y="82"/>
                  <a:pt x="166" y="80"/>
                  <a:pt x="164" y="80"/>
                </a:cubicBezTo>
                <a:cubicBezTo>
                  <a:pt x="92" y="80"/>
                  <a:pt x="92" y="80"/>
                  <a:pt x="92" y="80"/>
                </a:cubicBezTo>
                <a:cubicBezTo>
                  <a:pt x="90" y="80"/>
                  <a:pt x="88" y="82"/>
                  <a:pt x="88" y="84"/>
                </a:cubicBezTo>
                <a:cubicBezTo>
                  <a:pt x="88" y="172"/>
                  <a:pt x="88" y="172"/>
                  <a:pt x="88" y="172"/>
                </a:cubicBezTo>
                <a:cubicBezTo>
                  <a:pt x="88" y="174"/>
                  <a:pt x="90" y="176"/>
                  <a:pt x="92" y="176"/>
                </a:cubicBezTo>
                <a:cubicBezTo>
                  <a:pt x="164" y="176"/>
                  <a:pt x="164" y="176"/>
                  <a:pt x="164" y="176"/>
                </a:cubicBezTo>
                <a:cubicBezTo>
                  <a:pt x="166" y="176"/>
                  <a:pt x="168" y="174"/>
                  <a:pt x="168" y="172"/>
                </a:cubicBezTo>
                <a:close/>
                <a:moveTo>
                  <a:pt x="160" y="168"/>
                </a:moveTo>
                <a:cubicBezTo>
                  <a:pt x="96" y="168"/>
                  <a:pt x="96" y="168"/>
                  <a:pt x="96" y="168"/>
                </a:cubicBezTo>
                <a:cubicBezTo>
                  <a:pt x="96" y="88"/>
                  <a:pt x="96" y="88"/>
                  <a:pt x="96" y="88"/>
                </a:cubicBezTo>
                <a:cubicBezTo>
                  <a:pt x="160" y="88"/>
                  <a:pt x="160" y="88"/>
                  <a:pt x="160" y="88"/>
                </a:cubicBezTo>
                <a:lnTo>
                  <a:pt x="160" y="168"/>
                </a:lnTo>
                <a:close/>
                <a:moveTo>
                  <a:pt x="124" y="48"/>
                </a:moveTo>
                <a:cubicBezTo>
                  <a:pt x="124" y="72"/>
                  <a:pt x="124" y="72"/>
                  <a:pt x="124" y="72"/>
                </a:cubicBezTo>
                <a:cubicBezTo>
                  <a:pt x="132" y="72"/>
                  <a:pt x="132" y="72"/>
                  <a:pt x="132" y="72"/>
                </a:cubicBezTo>
                <a:cubicBezTo>
                  <a:pt x="132" y="48"/>
                  <a:pt x="132" y="48"/>
                  <a:pt x="132" y="48"/>
                </a:cubicBezTo>
                <a:lnTo>
                  <a:pt x="124" y="48"/>
                </a:lnTo>
                <a:close/>
                <a:moveTo>
                  <a:pt x="174" y="216"/>
                </a:moveTo>
                <a:cubicBezTo>
                  <a:pt x="164" y="206"/>
                  <a:pt x="164" y="206"/>
                  <a:pt x="164" y="206"/>
                </a:cubicBezTo>
                <a:cubicBezTo>
                  <a:pt x="164" y="184"/>
                  <a:pt x="164" y="184"/>
                  <a:pt x="164" y="184"/>
                </a:cubicBezTo>
                <a:cubicBezTo>
                  <a:pt x="156" y="184"/>
                  <a:pt x="156" y="184"/>
                  <a:pt x="156" y="184"/>
                </a:cubicBezTo>
                <a:cubicBezTo>
                  <a:pt x="156" y="208"/>
                  <a:pt x="156" y="208"/>
                  <a:pt x="156" y="208"/>
                </a:cubicBezTo>
                <a:cubicBezTo>
                  <a:pt x="156" y="209"/>
                  <a:pt x="156" y="210"/>
                  <a:pt x="157" y="211"/>
                </a:cubicBezTo>
                <a:cubicBezTo>
                  <a:pt x="168" y="222"/>
                  <a:pt x="168" y="222"/>
                  <a:pt x="168" y="222"/>
                </a:cubicBezTo>
                <a:lnTo>
                  <a:pt x="174" y="216"/>
                </a:lnTo>
                <a:close/>
                <a:moveTo>
                  <a:pt x="208" y="124"/>
                </a:moveTo>
                <a:cubicBezTo>
                  <a:pt x="176" y="124"/>
                  <a:pt x="176" y="124"/>
                  <a:pt x="176" y="124"/>
                </a:cubicBezTo>
                <a:cubicBezTo>
                  <a:pt x="176" y="132"/>
                  <a:pt x="176" y="132"/>
                  <a:pt x="176" y="132"/>
                </a:cubicBezTo>
                <a:cubicBezTo>
                  <a:pt x="208" y="132"/>
                  <a:pt x="208" y="132"/>
                  <a:pt x="208" y="132"/>
                </a:cubicBezTo>
                <a:lnTo>
                  <a:pt x="208" y="124"/>
                </a:lnTo>
                <a:close/>
                <a:moveTo>
                  <a:pt x="188" y="40"/>
                </a:moveTo>
                <a:cubicBezTo>
                  <a:pt x="199" y="40"/>
                  <a:pt x="208" y="31"/>
                  <a:pt x="208" y="20"/>
                </a:cubicBezTo>
                <a:cubicBezTo>
                  <a:pt x="208" y="9"/>
                  <a:pt x="199" y="0"/>
                  <a:pt x="188" y="0"/>
                </a:cubicBezTo>
                <a:cubicBezTo>
                  <a:pt x="177" y="0"/>
                  <a:pt x="168" y="9"/>
                  <a:pt x="168" y="20"/>
                </a:cubicBezTo>
                <a:cubicBezTo>
                  <a:pt x="168" y="31"/>
                  <a:pt x="177" y="40"/>
                  <a:pt x="188" y="40"/>
                </a:cubicBezTo>
                <a:close/>
                <a:moveTo>
                  <a:pt x="188" y="8"/>
                </a:moveTo>
                <a:cubicBezTo>
                  <a:pt x="195" y="8"/>
                  <a:pt x="200" y="13"/>
                  <a:pt x="200" y="20"/>
                </a:cubicBezTo>
                <a:cubicBezTo>
                  <a:pt x="200" y="27"/>
                  <a:pt x="195" y="32"/>
                  <a:pt x="188" y="32"/>
                </a:cubicBezTo>
                <a:cubicBezTo>
                  <a:pt x="181" y="32"/>
                  <a:pt x="176" y="27"/>
                  <a:pt x="176" y="20"/>
                </a:cubicBezTo>
                <a:cubicBezTo>
                  <a:pt x="176" y="13"/>
                  <a:pt x="181" y="8"/>
                  <a:pt x="188" y="8"/>
                </a:cubicBezTo>
                <a:close/>
                <a:moveTo>
                  <a:pt x="128" y="216"/>
                </a:moveTo>
                <a:cubicBezTo>
                  <a:pt x="117" y="216"/>
                  <a:pt x="108" y="225"/>
                  <a:pt x="108" y="236"/>
                </a:cubicBezTo>
                <a:cubicBezTo>
                  <a:pt x="108" y="247"/>
                  <a:pt x="117" y="256"/>
                  <a:pt x="128" y="256"/>
                </a:cubicBezTo>
                <a:cubicBezTo>
                  <a:pt x="139" y="256"/>
                  <a:pt x="148" y="247"/>
                  <a:pt x="148" y="236"/>
                </a:cubicBezTo>
                <a:cubicBezTo>
                  <a:pt x="148" y="225"/>
                  <a:pt x="139" y="216"/>
                  <a:pt x="128" y="216"/>
                </a:cubicBezTo>
                <a:close/>
                <a:moveTo>
                  <a:pt x="128" y="248"/>
                </a:moveTo>
                <a:cubicBezTo>
                  <a:pt x="121" y="248"/>
                  <a:pt x="116" y="243"/>
                  <a:pt x="116" y="236"/>
                </a:cubicBezTo>
                <a:cubicBezTo>
                  <a:pt x="116" y="229"/>
                  <a:pt x="121" y="224"/>
                  <a:pt x="128" y="224"/>
                </a:cubicBezTo>
                <a:cubicBezTo>
                  <a:pt x="135" y="224"/>
                  <a:pt x="140" y="229"/>
                  <a:pt x="140" y="236"/>
                </a:cubicBezTo>
                <a:cubicBezTo>
                  <a:pt x="140" y="243"/>
                  <a:pt x="135" y="248"/>
                  <a:pt x="128" y="248"/>
                </a:cubicBezTo>
                <a:close/>
                <a:moveTo>
                  <a:pt x="218" y="91"/>
                </a:moveTo>
                <a:cubicBezTo>
                  <a:pt x="207" y="96"/>
                  <a:pt x="207" y="96"/>
                  <a:pt x="207" y="96"/>
                </a:cubicBezTo>
                <a:cubicBezTo>
                  <a:pt x="176" y="96"/>
                  <a:pt x="176" y="96"/>
                  <a:pt x="176" y="96"/>
                </a:cubicBezTo>
                <a:cubicBezTo>
                  <a:pt x="176" y="104"/>
                  <a:pt x="176" y="104"/>
                  <a:pt x="176" y="104"/>
                </a:cubicBezTo>
                <a:cubicBezTo>
                  <a:pt x="208" y="104"/>
                  <a:pt x="208" y="104"/>
                  <a:pt x="208" y="104"/>
                </a:cubicBezTo>
                <a:cubicBezTo>
                  <a:pt x="209" y="104"/>
                  <a:pt x="209" y="104"/>
                  <a:pt x="210" y="104"/>
                </a:cubicBezTo>
                <a:cubicBezTo>
                  <a:pt x="221" y="98"/>
                  <a:pt x="221" y="98"/>
                  <a:pt x="221" y="98"/>
                </a:cubicBezTo>
                <a:lnTo>
                  <a:pt x="218" y="91"/>
                </a:lnTo>
                <a:close/>
                <a:moveTo>
                  <a:pt x="176" y="160"/>
                </a:moveTo>
                <a:cubicBezTo>
                  <a:pt x="207" y="160"/>
                  <a:pt x="207" y="160"/>
                  <a:pt x="207" y="160"/>
                </a:cubicBezTo>
                <a:cubicBezTo>
                  <a:pt x="218" y="165"/>
                  <a:pt x="218" y="165"/>
                  <a:pt x="218" y="165"/>
                </a:cubicBezTo>
                <a:cubicBezTo>
                  <a:pt x="221" y="158"/>
                  <a:pt x="221" y="158"/>
                  <a:pt x="221" y="158"/>
                </a:cubicBezTo>
                <a:cubicBezTo>
                  <a:pt x="210" y="152"/>
                  <a:pt x="210" y="152"/>
                  <a:pt x="210" y="152"/>
                </a:cubicBezTo>
                <a:cubicBezTo>
                  <a:pt x="209" y="152"/>
                  <a:pt x="209" y="152"/>
                  <a:pt x="208" y="152"/>
                </a:cubicBezTo>
                <a:cubicBezTo>
                  <a:pt x="176" y="152"/>
                  <a:pt x="176" y="152"/>
                  <a:pt x="176" y="152"/>
                </a:cubicBezTo>
                <a:lnTo>
                  <a:pt x="176" y="160"/>
                </a:lnTo>
                <a:close/>
                <a:moveTo>
                  <a:pt x="128" y="40"/>
                </a:moveTo>
                <a:cubicBezTo>
                  <a:pt x="139" y="40"/>
                  <a:pt x="148" y="31"/>
                  <a:pt x="148" y="20"/>
                </a:cubicBezTo>
                <a:cubicBezTo>
                  <a:pt x="148" y="9"/>
                  <a:pt x="139" y="0"/>
                  <a:pt x="128" y="0"/>
                </a:cubicBezTo>
                <a:cubicBezTo>
                  <a:pt x="117" y="0"/>
                  <a:pt x="108" y="9"/>
                  <a:pt x="108" y="20"/>
                </a:cubicBezTo>
                <a:cubicBezTo>
                  <a:pt x="108" y="31"/>
                  <a:pt x="117" y="40"/>
                  <a:pt x="128" y="40"/>
                </a:cubicBezTo>
                <a:close/>
                <a:moveTo>
                  <a:pt x="128" y="8"/>
                </a:moveTo>
                <a:cubicBezTo>
                  <a:pt x="135" y="8"/>
                  <a:pt x="140" y="13"/>
                  <a:pt x="140" y="20"/>
                </a:cubicBezTo>
                <a:cubicBezTo>
                  <a:pt x="140" y="27"/>
                  <a:pt x="135" y="32"/>
                  <a:pt x="128" y="32"/>
                </a:cubicBezTo>
                <a:cubicBezTo>
                  <a:pt x="121" y="32"/>
                  <a:pt x="116" y="27"/>
                  <a:pt x="116" y="20"/>
                </a:cubicBezTo>
                <a:cubicBezTo>
                  <a:pt x="116" y="13"/>
                  <a:pt x="121" y="8"/>
                  <a:pt x="128" y="8"/>
                </a:cubicBezTo>
                <a:close/>
                <a:moveTo>
                  <a:pt x="20" y="96"/>
                </a:moveTo>
                <a:cubicBezTo>
                  <a:pt x="31" y="96"/>
                  <a:pt x="40" y="87"/>
                  <a:pt x="40" y="76"/>
                </a:cubicBezTo>
                <a:cubicBezTo>
                  <a:pt x="40" y="65"/>
                  <a:pt x="31" y="56"/>
                  <a:pt x="20" y="56"/>
                </a:cubicBezTo>
                <a:cubicBezTo>
                  <a:pt x="9" y="56"/>
                  <a:pt x="0" y="65"/>
                  <a:pt x="0" y="76"/>
                </a:cubicBezTo>
                <a:cubicBezTo>
                  <a:pt x="0" y="87"/>
                  <a:pt x="9" y="96"/>
                  <a:pt x="20" y="96"/>
                </a:cubicBezTo>
                <a:close/>
                <a:moveTo>
                  <a:pt x="20" y="64"/>
                </a:moveTo>
                <a:cubicBezTo>
                  <a:pt x="27" y="64"/>
                  <a:pt x="32" y="69"/>
                  <a:pt x="32" y="76"/>
                </a:cubicBezTo>
                <a:cubicBezTo>
                  <a:pt x="32" y="83"/>
                  <a:pt x="27" y="88"/>
                  <a:pt x="20" y="88"/>
                </a:cubicBezTo>
                <a:cubicBezTo>
                  <a:pt x="13" y="88"/>
                  <a:pt x="8" y="83"/>
                  <a:pt x="8" y="76"/>
                </a:cubicBezTo>
                <a:cubicBezTo>
                  <a:pt x="8" y="69"/>
                  <a:pt x="13" y="64"/>
                  <a:pt x="20" y="64"/>
                </a:cubicBezTo>
                <a:close/>
                <a:moveTo>
                  <a:pt x="236" y="160"/>
                </a:moveTo>
                <a:cubicBezTo>
                  <a:pt x="225" y="160"/>
                  <a:pt x="216" y="169"/>
                  <a:pt x="216" y="180"/>
                </a:cubicBezTo>
                <a:cubicBezTo>
                  <a:pt x="216" y="191"/>
                  <a:pt x="225" y="200"/>
                  <a:pt x="236" y="200"/>
                </a:cubicBezTo>
                <a:cubicBezTo>
                  <a:pt x="247" y="200"/>
                  <a:pt x="256" y="191"/>
                  <a:pt x="256" y="180"/>
                </a:cubicBezTo>
                <a:cubicBezTo>
                  <a:pt x="256" y="169"/>
                  <a:pt x="247" y="160"/>
                  <a:pt x="236" y="160"/>
                </a:cubicBezTo>
                <a:close/>
                <a:moveTo>
                  <a:pt x="236" y="192"/>
                </a:moveTo>
                <a:cubicBezTo>
                  <a:pt x="229" y="192"/>
                  <a:pt x="224" y="187"/>
                  <a:pt x="224" y="180"/>
                </a:cubicBezTo>
                <a:cubicBezTo>
                  <a:pt x="224" y="173"/>
                  <a:pt x="229" y="168"/>
                  <a:pt x="236" y="168"/>
                </a:cubicBezTo>
                <a:cubicBezTo>
                  <a:pt x="243" y="168"/>
                  <a:pt x="248" y="173"/>
                  <a:pt x="248" y="180"/>
                </a:cubicBezTo>
                <a:cubicBezTo>
                  <a:pt x="248" y="187"/>
                  <a:pt x="243" y="192"/>
                  <a:pt x="236" y="192"/>
                </a:cubicBezTo>
                <a:close/>
                <a:moveTo>
                  <a:pt x="20" y="148"/>
                </a:moveTo>
                <a:cubicBezTo>
                  <a:pt x="31" y="148"/>
                  <a:pt x="40" y="139"/>
                  <a:pt x="40" y="128"/>
                </a:cubicBezTo>
                <a:cubicBezTo>
                  <a:pt x="40" y="117"/>
                  <a:pt x="31" y="108"/>
                  <a:pt x="20" y="108"/>
                </a:cubicBezTo>
                <a:cubicBezTo>
                  <a:pt x="9" y="108"/>
                  <a:pt x="0" y="117"/>
                  <a:pt x="0" y="128"/>
                </a:cubicBezTo>
                <a:cubicBezTo>
                  <a:pt x="0" y="139"/>
                  <a:pt x="9" y="148"/>
                  <a:pt x="20" y="148"/>
                </a:cubicBezTo>
                <a:close/>
                <a:moveTo>
                  <a:pt x="20" y="116"/>
                </a:moveTo>
                <a:cubicBezTo>
                  <a:pt x="27" y="116"/>
                  <a:pt x="32" y="121"/>
                  <a:pt x="32" y="128"/>
                </a:cubicBezTo>
                <a:cubicBezTo>
                  <a:pt x="32" y="135"/>
                  <a:pt x="27" y="140"/>
                  <a:pt x="20" y="140"/>
                </a:cubicBezTo>
                <a:cubicBezTo>
                  <a:pt x="13" y="140"/>
                  <a:pt x="8" y="135"/>
                  <a:pt x="8" y="128"/>
                </a:cubicBezTo>
                <a:cubicBezTo>
                  <a:pt x="8" y="121"/>
                  <a:pt x="13" y="116"/>
                  <a:pt x="20" y="116"/>
                </a:cubicBezTo>
                <a:close/>
                <a:moveTo>
                  <a:pt x="92" y="206"/>
                </a:moveTo>
                <a:cubicBezTo>
                  <a:pt x="82" y="216"/>
                  <a:pt x="82" y="216"/>
                  <a:pt x="82" y="216"/>
                </a:cubicBezTo>
                <a:cubicBezTo>
                  <a:pt x="88" y="222"/>
                  <a:pt x="88" y="222"/>
                  <a:pt x="88" y="222"/>
                </a:cubicBezTo>
                <a:cubicBezTo>
                  <a:pt x="99" y="211"/>
                  <a:pt x="99" y="211"/>
                  <a:pt x="99" y="211"/>
                </a:cubicBezTo>
                <a:cubicBezTo>
                  <a:pt x="100" y="210"/>
                  <a:pt x="100" y="209"/>
                  <a:pt x="100" y="208"/>
                </a:cubicBezTo>
                <a:cubicBezTo>
                  <a:pt x="100" y="184"/>
                  <a:pt x="100" y="184"/>
                  <a:pt x="100" y="184"/>
                </a:cubicBezTo>
                <a:cubicBezTo>
                  <a:pt x="92" y="184"/>
                  <a:pt x="92" y="184"/>
                  <a:pt x="92" y="184"/>
                </a:cubicBezTo>
                <a:lnTo>
                  <a:pt x="92" y="206"/>
                </a:lnTo>
                <a:close/>
                <a:moveTo>
                  <a:pt x="188" y="216"/>
                </a:moveTo>
                <a:cubicBezTo>
                  <a:pt x="177" y="216"/>
                  <a:pt x="168" y="225"/>
                  <a:pt x="168" y="236"/>
                </a:cubicBezTo>
                <a:cubicBezTo>
                  <a:pt x="168" y="247"/>
                  <a:pt x="177" y="256"/>
                  <a:pt x="188" y="256"/>
                </a:cubicBezTo>
                <a:cubicBezTo>
                  <a:pt x="199" y="256"/>
                  <a:pt x="208" y="247"/>
                  <a:pt x="208" y="236"/>
                </a:cubicBezTo>
                <a:cubicBezTo>
                  <a:pt x="208" y="225"/>
                  <a:pt x="199" y="216"/>
                  <a:pt x="188" y="216"/>
                </a:cubicBezTo>
                <a:close/>
                <a:moveTo>
                  <a:pt x="188" y="248"/>
                </a:moveTo>
                <a:cubicBezTo>
                  <a:pt x="181" y="248"/>
                  <a:pt x="176" y="243"/>
                  <a:pt x="176" y="236"/>
                </a:cubicBezTo>
                <a:cubicBezTo>
                  <a:pt x="176" y="229"/>
                  <a:pt x="181" y="224"/>
                  <a:pt x="188" y="224"/>
                </a:cubicBezTo>
                <a:cubicBezTo>
                  <a:pt x="195" y="224"/>
                  <a:pt x="200" y="229"/>
                  <a:pt x="200" y="236"/>
                </a:cubicBezTo>
                <a:cubicBezTo>
                  <a:pt x="200" y="243"/>
                  <a:pt x="195" y="248"/>
                  <a:pt x="188" y="248"/>
                </a:cubicBezTo>
                <a:close/>
                <a:moveTo>
                  <a:pt x="68" y="216"/>
                </a:moveTo>
                <a:cubicBezTo>
                  <a:pt x="57" y="216"/>
                  <a:pt x="48" y="225"/>
                  <a:pt x="48" y="236"/>
                </a:cubicBezTo>
                <a:cubicBezTo>
                  <a:pt x="48" y="247"/>
                  <a:pt x="57" y="256"/>
                  <a:pt x="68" y="256"/>
                </a:cubicBezTo>
                <a:cubicBezTo>
                  <a:pt x="79" y="256"/>
                  <a:pt x="88" y="247"/>
                  <a:pt x="88" y="236"/>
                </a:cubicBezTo>
                <a:cubicBezTo>
                  <a:pt x="88" y="225"/>
                  <a:pt x="79" y="216"/>
                  <a:pt x="68" y="216"/>
                </a:cubicBezTo>
                <a:close/>
                <a:moveTo>
                  <a:pt x="68" y="248"/>
                </a:moveTo>
                <a:cubicBezTo>
                  <a:pt x="61" y="248"/>
                  <a:pt x="56" y="243"/>
                  <a:pt x="56" y="236"/>
                </a:cubicBezTo>
                <a:cubicBezTo>
                  <a:pt x="56" y="229"/>
                  <a:pt x="61" y="224"/>
                  <a:pt x="68" y="224"/>
                </a:cubicBezTo>
                <a:cubicBezTo>
                  <a:pt x="75" y="224"/>
                  <a:pt x="80" y="229"/>
                  <a:pt x="80" y="236"/>
                </a:cubicBezTo>
                <a:cubicBezTo>
                  <a:pt x="80" y="243"/>
                  <a:pt x="75" y="248"/>
                  <a:pt x="68" y="248"/>
                </a:cubicBezTo>
                <a:close/>
                <a:moveTo>
                  <a:pt x="20" y="160"/>
                </a:moveTo>
                <a:cubicBezTo>
                  <a:pt x="9" y="160"/>
                  <a:pt x="0" y="169"/>
                  <a:pt x="0" y="180"/>
                </a:cubicBezTo>
                <a:cubicBezTo>
                  <a:pt x="0" y="191"/>
                  <a:pt x="9" y="200"/>
                  <a:pt x="20" y="200"/>
                </a:cubicBezTo>
                <a:cubicBezTo>
                  <a:pt x="31" y="200"/>
                  <a:pt x="40" y="191"/>
                  <a:pt x="40" y="180"/>
                </a:cubicBezTo>
                <a:cubicBezTo>
                  <a:pt x="40" y="169"/>
                  <a:pt x="31" y="160"/>
                  <a:pt x="20" y="160"/>
                </a:cubicBezTo>
                <a:close/>
                <a:moveTo>
                  <a:pt x="20" y="192"/>
                </a:moveTo>
                <a:cubicBezTo>
                  <a:pt x="13" y="192"/>
                  <a:pt x="8" y="187"/>
                  <a:pt x="8" y="180"/>
                </a:cubicBezTo>
                <a:cubicBezTo>
                  <a:pt x="8" y="173"/>
                  <a:pt x="13" y="168"/>
                  <a:pt x="20" y="168"/>
                </a:cubicBezTo>
                <a:cubicBezTo>
                  <a:pt x="27" y="168"/>
                  <a:pt x="32" y="173"/>
                  <a:pt x="32" y="180"/>
                </a:cubicBezTo>
                <a:cubicBezTo>
                  <a:pt x="32" y="187"/>
                  <a:pt x="27" y="192"/>
                  <a:pt x="20" y="192"/>
                </a:cubicBezTo>
                <a:close/>
                <a:moveTo>
                  <a:pt x="80" y="96"/>
                </a:moveTo>
                <a:cubicBezTo>
                  <a:pt x="49" y="96"/>
                  <a:pt x="49" y="96"/>
                  <a:pt x="49" y="96"/>
                </a:cubicBezTo>
                <a:cubicBezTo>
                  <a:pt x="38" y="91"/>
                  <a:pt x="38" y="91"/>
                  <a:pt x="38" y="91"/>
                </a:cubicBezTo>
                <a:cubicBezTo>
                  <a:pt x="35" y="98"/>
                  <a:pt x="35" y="98"/>
                  <a:pt x="35" y="98"/>
                </a:cubicBezTo>
                <a:cubicBezTo>
                  <a:pt x="46" y="104"/>
                  <a:pt x="46" y="104"/>
                  <a:pt x="46" y="104"/>
                </a:cubicBezTo>
                <a:cubicBezTo>
                  <a:pt x="47" y="104"/>
                  <a:pt x="47" y="104"/>
                  <a:pt x="48" y="104"/>
                </a:cubicBezTo>
                <a:cubicBezTo>
                  <a:pt x="80" y="104"/>
                  <a:pt x="80" y="104"/>
                  <a:pt x="80" y="104"/>
                </a:cubicBezTo>
                <a:lnTo>
                  <a:pt x="80" y="96"/>
                </a:lnTo>
                <a:close/>
                <a:moveTo>
                  <a:pt x="236" y="108"/>
                </a:moveTo>
                <a:cubicBezTo>
                  <a:pt x="225" y="108"/>
                  <a:pt x="216" y="117"/>
                  <a:pt x="216" y="128"/>
                </a:cubicBezTo>
                <a:cubicBezTo>
                  <a:pt x="216" y="139"/>
                  <a:pt x="225" y="148"/>
                  <a:pt x="236" y="148"/>
                </a:cubicBezTo>
                <a:cubicBezTo>
                  <a:pt x="247" y="148"/>
                  <a:pt x="256" y="139"/>
                  <a:pt x="256" y="128"/>
                </a:cubicBezTo>
                <a:cubicBezTo>
                  <a:pt x="256" y="117"/>
                  <a:pt x="247" y="108"/>
                  <a:pt x="236" y="108"/>
                </a:cubicBezTo>
                <a:close/>
                <a:moveTo>
                  <a:pt x="236" y="140"/>
                </a:moveTo>
                <a:cubicBezTo>
                  <a:pt x="229" y="140"/>
                  <a:pt x="224" y="135"/>
                  <a:pt x="224" y="128"/>
                </a:cubicBezTo>
                <a:cubicBezTo>
                  <a:pt x="224" y="121"/>
                  <a:pt x="229" y="116"/>
                  <a:pt x="236" y="116"/>
                </a:cubicBezTo>
                <a:cubicBezTo>
                  <a:pt x="243" y="116"/>
                  <a:pt x="248" y="121"/>
                  <a:pt x="248" y="128"/>
                </a:cubicBezTo>
                <a:cubicBezTo>
                  <a:pt x="248" y="135"/>
                  <a:pt x="243" y="140"/>
                  <a:pt x="236" y="140"/>
                </a:cubicBezTo>
                <a:close/>
                <a:moveTo>
                  <a:pt x="68" y="40"/>
                </a:moveTo>
                <a:cubicBezTo>
                  <a:pt x="79" y="40"/>
                  <a:pt x="88" y="31"/>
                  <a:pt x="88" y="20"/>
                </a:cubicBezTo>
                <a:cubicBezTo>
                  <a:pt x="88" y="9"/>
                  <a:pt x="79" y="0"/>
                  <a:pt x="68" y="0"/>
                </a:cubicBezTo>
                <a:cubicBezTo>
                  <a:pt x="57" y="0"/>
                  <a:pt x="48" y="9"/>
                  <a:pt x="48" y="20"/>
                </a:cubicBezTo>
                <a:cubicBezTo>
                  <a:pt x="48" y="31"/>
                  <a:pt x="57" y="40"/>
                  <a:pt x="68" y="40"/>
                </a:cubicBezTo>
                <a:close/>
                <a:moveTo>
                  <a:pt x="68" y="8"/>
                </a:moveTo>
                <a:cubicBezTo>
                  <a:pt x="75" y="8"/>
                  <a:pt x="80" y="13"/>
                  <a:pt x="80" y="20"/>
                </a:cubicBezTo>
                <a:cubicBezTo>
                  <a:pt x="80" y="27"/>
                  <a:pt x="75" y="32"/>
                  <a:pt x="68" y="32"/>
                </a:cubicBezTo>
                <a:cubicBezTo>
                  <a:pt x="61" y="32"/>
                  <a:pt x="56" y="27"/>
                  <a:pt x="56" y="20"/>
                </a:cubicBezTo>
                <a:cubicBezTo>
                  <a:pt x="56" y="13"/>
                  <a:pt x="61" y="8"/>
                  <a:pt x="68" y="8"/>
                </a:cubicBezTo>
                <a:close/>
                <a:moveTo>
                  <a:pt x="46" y="152"/>
                </a:moveTo>
                <a:cubicBezTo>
                  <a:pt x="35" y="158"/>
                  <a:pt x="35" y="158"/>
                  <a:pt x="35" y="158"/>
                </a:cubicBezTo>
                <a:cubicBezTo>
                  <a:pt x="38" y="165"/>
                  <a:pt x="38" y="165"/>
                  <a:pt x="38" y="165"/>
                </a:cubicBezTo>
                <a:cubicBezTo>
                  <a:pt x="49" y="160"/>
                  <a:pt x="49" y="160"/>
                  <a:pt x="49" y="160"/>
                </a:cubicBezTo>
                <a:cubicBezTo>
                  <a:pt x="80" y="160"/>
                  <a:pt x="80" y="160"/>
                  <a:pt x="80" y="160"/>
                </a:cubicBezTo>
                <a:cubicBezTo>
                  <a:pt x="80" y="152"/>
                  <a:pt x="80" y="152"/>
                  <a:pt x="80" y="152"/>
                </a:cubicBezTo>
                <a:cubicBezTo>
                  <a:pt x="48" y="152"/>
                  <a:pt x="48" y="152"/>
                  <a:pt x="48" y="152"/>
                </a:cubicBezTo>
                <a:cubicBezTo>
                  <a:pt x="47" y="152"/>
                  <a:pt x="47" y="152"/>
                  <a:pt x="46" y="152"/>
                </a:cubicBezTo>
                <a:close/>
                <a:moveTo>
                  <a:pt x="82" y="40"/>
                </a:moveTo>
                <a:cubicBezTo>
                  <a:pt x="92" y="50"/>
                  <a:pt x="92" y="50"/>
                  <a:pt x="92" y="50"/>
                </a:cubicBezTo>
                <a:cubicBezTo>
                  <a:pt x="92" y="72"/>
                  <a:pt x="92" y="72"/>
                  <a:pt x="92" y="72"/>
                </a:cubicBezTo>
                <a:cubicBezTo>
                  <a:pt x="100" y="72"/>
                  <a:pt x="100" y="72"/>
                  <a:pt x="100" y="72"/>
                </a:cubicBezTo>
                <a:cubicBezTo>
                  <a:pt x="100" y="48"/>
                  <a:pt x="100" y="48"/>
                  <a:pt x="100" y="48"/>
                </a:cubicBezTo>
                <a:cubicBezTo>
                  <a:pt x="100" y="47"/>
                  <a:pt x="100" y="46"/>
                  <a:pt x="99" y="45"/>
                </a:cubicBezTo>
                <a:cubicBezTo>
                  <a:pt x="88" y="34"/>
                  <a:pt x="88" y="34"/>
                  <a:pt x="88" y="34"/>
                </a:cubicBezTo>
                <a:lnTo>
                  <a:pt x="82" y="40"/>
                </a:lnTo>
                <a:close/>
                <a:moveTo>
                  <a:pt x="80" y="124"/>
                </a:moveTo>
                <a:cubicBezTo>
                  <a:pt x="48" y="124"/>
                  <a:pt x="48" y="124"/>
                  <a:pt x="48" y="124"/>
                </a:cubicBezTo>
                <a:cubicBezTo>
                  <a:pt x="48" y="132"/>
                  <a:pt x="48" y="132"/>
                  <a:pt x="48" y="132"/>
                </a:cubicBezTo>
                <a:cubicBezTo>
                  <a:pt x="80" y="132"/>
                  <a:pt x="80" y="132"/>
                  <a:pt x="80" y="132"/>
                </a:cubicBezTo>
                <a:lnTo>
                  <a:pt x="80" y="12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5" name="Freeform 108">
            <a:extLst>
              <a:ext uri="{FF2B5EF4-FFF2-40B4-BE49-F238E27FC236}">
                <a16:creationId xmlns:a16="http://schemas.microsoft.com/office/drawing/2014/main" id="{9650A7E5-1D94-459B-B533-4DAFC944732B}"/>
              </a:ext>
            </a:extLst>
          </p:cNvPr>
          <p:cNvSpPr>
            <a:spLocks noChangeAspect="1" noEditPoints="1"/>
          </p:cNvSpPr>
          <p:nvPr/>
        </p:nvSpPr>
        <p:spPr bwMode="auto">
          <a:xfrm>
            <a:off x="573088" y="2403829"/>
            <a:ext cx="400050" cy="400050"/>
          </a:xfrm>
          <a:custGeom>
            <a:avLst/>
            <a:gdLst>
              <a:gd name="T0" fmla="*/ 35 w 256"/>
              <a:gd name="T1" fmla="*/ 103 h 256"/>
              <a:gd name="T2" fmla="*/ 124 w 256"/>
              <a:gd name="T3" fmla="*/ 98 h 256"/>
              <a:gd name="T4" fmla="*/ 108 w 256"/>
              <a:gd name="T5" fmla="*/ 236 h 256"/>
              <a:gd name="T6" fmla="*/ 128 w 256"/>
              <a:gd name="T7" fmla="*/ 248 h 256"/>
              <a:gd name="T8" fmla="*/ 128 w 256"/>
              <a:gd name="T9" fmla="*/ 248 h 256"/>
              <a:gd name="T10" fmla="*/ 66 w 256"/>
              <a:gd name="T11" fmla="*/ 218 h 256"/>
              <a:gd name="T12" fmla="*/ 44 w 256"/>
              <a:gd name="T13" fmla="*/ 212 h 256"/>
              <a:gd name="T14" fmla="*/ 104 w 256"/>
              <a:gd name="T15" fmla="*/ 146 h 256"/>
              <a:gd name="T16" fmla="*/ 104 w 256"/>
              <a:gd name="T17" fmla="*/ 146 h 256"/>
              <a:gd name="T18" fmla="*/ 148 w 256"/>
              <a:gd name="T19" fmla="*/ 128 h 256"/>
              <a:gd name="T20" fmla="*/ 128 w 256"/>
              <a:gd name="T21" fmla="*/ 116 h 256"/>
              <a:gd name="T22" fmla="*/ 35 w 256"/>
              <a:gd name="T23" fmla="*/ 153 h 256"/>
              <a:gd name="T24" fmla="*/ 53 w 256"/>
              <a:gd name="T25" fmla="*/ 137 h 256"/>
              <a:gd name="T26" fmla="*/ 82 w 256"/>
              <a:gd name="T27" fmla="*/ 158 h 256"/>
              <a:gd name="T28" fmla="*/ 91 w 256"/>
              <a:gd name="T29" fmla="*/ 150 h 256"/>
              <a:gd name="T30" fmla="*/ 78 w 256"/>
              <a:gd name="T31" fmla="*/ 115 h 256"/>
              <a:gd name="T32" fmla="*/ 118 w 256"/>
              <a:gd name="T33" fmla="*/ 88 h 256"/>
              <a:gd name="T34" fmla="*/ 50 w 256"/>
              <a:gd name="T35" fmla="*/ 120 h 256"/>
              <a:gd name="T36" fmla="*/ 103 w 256"/>
              <a:gd name="T37" fmla="*/ 35 h 256"/>
              <a:gd name="T38" fmla="*/ 103 w 256"/>
              <a:gd name="T39" fmla="*/ 35 h 256"/>
              <a:gd name="T40" fmla="*/ 116 w 256"/>
              <a:gd name="T41" fmla="*/ 74 h 256"/>
              <a:gd name="T42" fmla="*/ 113 w 256"/>
              <a:gd name="T43" fmla="*/ 82 h 256"/>
              <a:gd name="T44" fmla="*/ 69 w 256"/>
              <a:gd name="T45" fmla="*/ 97 h 256"/>
              <a:gd name="T46" fmla="*/ 63 w 256"/>
              <a:gd name="T47" fmla="*/ 79 h 256"/>
              <a:gd name="T48" fmla="*/ 38 w 256"/>
              <a:gd name="T49" fmla="*/ 38 h 256"/>
              <a:gd name="T50" fmla="*/ 52 w 256"/>
              <a:gd name="T51" fmla="*/ 40 h 256"/>
              <a:gd name="T52" fmla="*/ 44 w 256"/>
              <a:gd name="T53" fmla="*/ 44 h 256"/>
              <a:gd name="T54" fmla="*/ 219 w 256"/>
              <a:gd name="T55" fmla="*/ 77 h 256"/>
              <a:gd name="T56" fmla="*/ 111 w 256"/>
              <a:gd name="T57" fmla="*/ 207 h 256"/>
              <a:gd name="T58" fmla="*/ 106 w 256"/>
              <a:gd name="T59" fmla="*/ 172 h 256"/>
              <a:gd name="T60" fmla="*/ 128 w 256"/>
              <a:gd name="T61" fmla="*/ 0 h 256"/>
              <a:gd name="T62" fmla="*/ 140 w 256"/>
              <a:gd name="T63" fmla="*/ 20 h 256"/>
              <a:gd name="T64" fmla="*/ 153 w 256"/>
              <a:gd name="T65" fmla="*/ 221 h 256"/>
              <a:gd name="T66" fmla="*/ 153 w 256"/>
              <a:gd name="T67" fmla="*/ 221 h 256"/>
              <a:gd name="T68" fmla="*/ 221 w 256"/>
              <a:gd name="T69" fmla="*/ 153 h 256"/>
              <a:gd name="T70" fmla="*/ 0 w 256"/>
              <a:gd name="T71" fmla="*/ 128 h 256"/>
              <a:gd name="T72" fmla="*/ 8 w 256"/>
              <a:gd name="T73" fmla="*/ 128 h 256"/>
              <a:gd name="T74" fmla="*/ 236 w 256"/>
              <a:gd name="T75" fmla="*/ 108 h 256"/>
              <a:gd name="T76" fmla="*/ 236 w 256"/>
              <a:gd name="T77" fmla="*/ 108 h 256"/>
              <a:gd name="T78" fmla="*/ 248 w 256"/>
              <a:gd name="T79" fmla="*/ 128 h 256"/>
              <a:gd name="T80" fmla="*/ 204 w 256"/>
              <a:gd name="T81" fmla="*/ 224 h 256"/>
              <a:gd name="T82" fmla="*/ 212 w 256"/>
              <a:gd name="T83" fmla="*/ 212 h 256"/>
              <a:gd name="T84" fmla="*/ 212 w 256"/>
              <a:gd name="T85" fmla="*/ 212 h 256"/>
              <a:gd name="T86" fmla="*/ 112 w 256"/>
              <a:gd name="T87" fmla="*/ 162 h 256"/>
              <a:gd name="T88" fmla="*/ 173 w 256"/>
              <a:gd name="T89" fmla="*/ 195 h 256"/>
              <a:gd name="T90" fmla="*/ 80 w 256"/>
              <a:gd name="T91" fmla="*/ 212 h 256"/>
              <a:gd name="T92" fmla="*/ 204 w 256"/>
              <a:gd name="T93" fmla="*/ 174 h 256"/>
              <a:gd name="T94" fmla="*/ 200 w 256"/>
              <a:gd name="T95" fmla="*/ 86 h 256"/>
              <a:gd name="T96" fmla="*/ 190 w 256"/>
              <a:gd name="T97" fmla="*/ 38 h 256"/>
              <a:gd name="T98" fmla="*/ 204 w 256"/>
              <a:gd name="T99" fmla="*/ 40 h 256"/>
              <a:gd name="T100" fmla="*/ 196 w 256"/>
              <a:gd name="T101" fmla="*/ 44 h 256"/>
              <a:gd name="T102" fmla="*/ 138 w 256"/>
              <a:gd name="T103" fmla="*/ 88 h 256"/>
              <a:gd name="T104" fmla="*/ 193 w 256"/>
              <a:gd name="T105" fmla="*/ 111 h 256"/>
              <a:gd name="T106" fmla="*/ 186 w 256"/>
              <a:gd name="T107" fmla="*/ 180 h 256"/>
              <a:gd name="T108" fmla="*/ 153 w 256"/>
              <a:gd name="T109" fmla="*/ 35 h 256"/>
              <a:gd name="T110" fmla="*/ 162 w 256"/>
              <a:gd name="T111" fmla="*/ 124 h 256"/>
              <a:gd name="T112" fmla="*/ 190 w 256"/>
              <a:gd name="T113" fmla="*/ 128 h 256"/>
              <a:gd name="T114" fmla="*/ 175 w 256"/>
              <a:gd name="T115" fmla="*/ 68 h 256"/>
              <a:gd name="T116" fmla="*/ 138 w 256"/>
              <a:gd name="T117" fmla="*/ 7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44" y="80"/>
                </a:moveTo>
                <a:cubicBezTo>
                  <a:pt x="37" y="77"/>
                  <a:pt x="37" y="77"/>
                  <a:pt x="37" y="77"/>
                </a:cubicBezTo>
                <a:cubicBezTo>
                  <a:pt x="28" y="100"/>
                  <a:pt x="28" y="100"/>
                  <a:pt x="28" y="100"/>
                </a:cubicBezTo>
                <a:cubicBezTo>
                  <a:pt x="35" y="103"/>
                  <a:pt x="35" y="103"/>
                  <a:pt x="35" y="103"/>
                </a:cubicBezTo>
                <a:lnTo>
                  <a:pt x="44" y="80"/>
                </a:lnTo>
                <a:close/>
                <a:moveTo>
                  <a:pt x="132" y="50"/>
                </a:moveTo>
                <a:cubicBezTo>
                  <a:pt x="124" y="50"/>
                  <a:pt x="124" y="50"/>
                  <a:pt x="124" y="50"/>
                </a:cubicBezTo>
                <a:cubicBezTo>
                  <a:pt x="124" y="98"/>
                  <a:pt x="124" y="98"/>
                  <a:pt x="124" y="98"/>
                </a:cubicBezTo>
                <a:cubicBezTo>
                  <a:pt x="132" y="98"/>
                  <a:pt x="132" y="98"/>
                  <a:pt x="132" y="98"/>
                </a:cubicBezTo>
                <a:lnTo>
                  <a:pt x="132" y="50"/>
                </a:lnTo>
                <a:close/>
                <a:moveTo>
                  <a:pt x="128" y="216"/>
                </a:moveTo>
                <a:cubicBezTo>
                  <a:pt x="117" y="216"/>
                  <a:pt x="108" y="225"/>
                  <a:pt x="108" y="236"/>
                </a:cubicBezTo>
                <a:cubicBezTo>
                  <a:pt x="108" y="247"/>
                  <a:pt x="117" y="256"/>
                  <a:pt x="128" y="256"/>
                </a:cubicBezTo>
                <a:cubicBezTo>
                  <a:pt x="139" y="256"/>
                  <a:pt x="148" y="247"/>
                  <a:pt x="148" y="236"/>
                </a:cubicBezTo>
                <a:cubicBezTo>
                  <a:pt x="148" y="225"/>
                  <a:pt x="139" y="216"/>
                  <a:pt x="128" y="216"/>
                </a:cubicBezTo>
                <a:close/>
                <a:moveTo>
                  <a:pt x="128" y="248"/>
                </a:moveTo>
                <a:cubicBezTo>
                  <a:pt x="121" y="248"/>
                  <a:pt x="116" y="243"/>
                  <a:pt x="116" y="236"/>
                </a:cubicBezTo>
                <a:cubicBezTo>
                  <a:pt x="116" y="229"/>
                  <a:pt x="121" y="224"/>
                  <a:pt x="128" y="224"/>
                </a:cubicBezTo>
                <a:cubicBezTo>
                  <a:pt x="135" y="224"/>
                  <a:pt x="140" y="229"/>
                  <a:pt x="140" y="236"/>
                </a:cubicBezTo>
                <a:cubicBezTo>
                  <a:pt x="140" y="243"/>
                  <a:pt x="135" y="248"/>
                  <a:pt x="128" y="248"/>
                </a:cubicBezTo>
                <a:close/>
                <a:moveTo>
                  <a:pt x="38" y="190"/>
                </a:moveTo>
                <a:cubicBezTo>
                  <a:pt x="30" y="198"/>
                  <a:pt x="30" y="210"/>
                  <a:pt x="38" y="218"/>
                </a:cubicBezTo>
                <a:cubicBezTo>
                  <a:pt x="42" y="222"/>
                  <a:pt x="47" y="224"/>
                  <a:pt x="52" y="224"/>
                </a:cubicBezTo>
                <a:cubicBezTo>
                  <a:pt x="57" y="224"/>
                  <a:pt x="62" y="222"/>
                  <a:pt x="66" y="218"/>
                </a:cubicBezTo>
                <a:cubicBezTo>
                  <a:pt x="74" y="210"/>
                  <a:pt x="74" y="198"/>
                  <a:pt x="66" y="190"/>
                </a:cubicBezTo>
                <a:cubicBezTo>
                  <a:pt x="58" y="182"/>
                  <a:pt x="46" y="182"/>
                  <a:pt x="38" y="190"/>
                </a:cubicBezTo>
                <a:close/>
                <a:moveTo>
                  <a:pt x="60" y="212"/>
                </a:moveTo>
                <a:cubicBezTo>
                  <a:pt x="56" y="217"/>
                  <a:pt x="48" y="217"/>
                  <a:pt x="44" y="212"/>
                </a:cubicBezTo>
                <a:cubicBezTo>
                  <a:pt x="39" y="208"/>
                  <a:pt x="39" y="200"/>
                  <a:pt x="44" y="196"/>
                </a:cubicBezTo>
                <a:cubicBezTo>
                  <a:pt x="48" y="191"/>
                  <a:pt x="56" y="191"/>
                  <a:pt x="60" y="196"/>
                </a:cubicBezTo>
                <a:cubicBezTo>
                  <a:pt x="65" y="200"/>
                  <a:pt x="65" y="208"/>
                  <a:pt x="60" y="212"/>
                </a:cubicBezTo>
                <a:close/>
                <a:moveTo>
                  <a:pt x="104" y="146"/>
                </a:moveTo>
                <a:cubicBezTo>
                  <a:pt x="70" y="180"/>
                  <a:pt x="70" y="180"/>
                  <a:pt x="70" y="180"/>
                </a:cubicBezTo>
                <a:cubicBezTo>
                  <a:pt x="76" y="186"/>
                  <a:pt x="76" y="186"/>
                  <a:pt x="76" y="186"/>
                </a:cubicBezTo>
                <a:cubicBezTo>
                  <a:pt x="110" y="152"/>
                  <a:pt x="110" y="152"/>
                  <a:pt x="110" y="152"/>
                </a:cubicBezTo>
                <a:lnTo>
                  <a:pt x="104" y="146"/>
                </a:lnTo>
                <a:close/>
                <a:moveTo>
                  <a:pt x="128" y="108"/>
                </a:moveTo>
                <a:cubicBezTo>
                  <a:pt x="117" y="108"/>
                  <a:pt x="108" y="117"/>
                  <a:pt x="108" y="128"/>
                </a:cubicBezTo>
                <a:cubicBezTo>
                  <a:pt x="108" y="139"/>
                  <a:pt x="117" y="148"/>
                  <a:pt x="128" y="148"/>
                </a:cubicBezTo>
                <a:cubicBezTo>
                  <a:pt x="139" y="148"/>
                  <a:pt x="148" y="139"/>
                  <a:pt x="148" y="128"/>
                </a:cubicBezTo>
                <a:cubicBezTo>
                  <a:pt x="148" y="117"/>
                  <a:pt x="139" y="108"/>
                  <a:pt x="128" y="108"/>
                </a:cubicBezTo>
                <a:close/>
                <a:moveTo>
                  <a:pt x="128" y="140"/>
                </a:moveTo>
                <a:cubicBezTo>
                  <a:pt x="121" y="140"/>
                  <a:pt x="116" y="135"/>
                  <a:pt x="116" y="128"/>
                </a:cubicBezTo>
                <a:cubicBezTo>
                  <a:pt x="116" y="121"/>
                  <a:pt x="121" y="116"/>
                  <a:pt x="128" y="116"/>
                </a:cubicBezTo>
                <a:cubicBezTo>
                  <a:pt x="135" y="116"/>
                  <a:pt x="140" y="121"/>
                  <a:pt x="140" y="128"/>
                </a:cubicBezTo>
                <a:cubicBezTo>
                  <a:pt x="140" y="135"/>
                  <a:pt x="135" y="140"/>
                  <a:pt x="128" y="140"/>
                </a:cubicBezTo>
                <a:close/>
                <a:moveTo>
                  <a:pt x="44" y="176"/>
                </a:moveTo>
                <a:cubicBezTo>
                  <a:pt x="35" y="153"/>
                  <a:pt x="35" y="153"/>
                  <a:pt x="35" y="153"/>
                </a:cubicBezTo>
                <a:cubicBezTo>
                  <a:pt x="28" y="156"/>
                  <a:pt x="28" y="156"/>
                  <a:pt x="28" y="156"/>
                </a:cubicBezTo>
                <a:cubicBezTo>
                  <a:pt x="37" y="179"/>
                  <a:pt x="37" y="179"/>
                  <a:pt x="37" y="179"/>
                </a:cubicBezTo>
                <a:lnTo>
                  <a:pt x="44" y="176"/>
                </a:lnTo>
                <a:close/>
                <a:moveTo>
                  <a:pt x="53" y="137"/>
                </a:moveTo>
                <a:cubicBezTo>
                  <a:pt x="50" y="136"/>
                  <a:pt x="48" y="137"/>
                  <a:pt x="47" y="139"/>
                </a:cubicBezTo>
                <a:cubicBezTo>
                  <a:pt x="46" y="141"/>
                  <a:pt x="47" y="144"/>
                  <a:pt x="49" y="145"/>
                </a:cubicBezTo>
                <a:cubicBezTo>
                  <a:pt x="81" y="157"/>
                  <a:pt x="81" y="157"/>
                  <a:pt x="81" y="157"/>
                </a:cubicBezTo>
                <a:cubicBezTo>
                  <a:pt x="81" y="158"/>
                  <a:pt x="82" y="158"/>
                  <a:pt x="82" y="158"/>
                </a:cubicBezTo>
                <a:cubicBezTo>
                  <a:pt x="84" y="158"/>
                  <a:pt x="85" y="157"/>
                  <a:pt x="86" y="155"/>
                </a:cubicBezTo>
                <a:cubicBezTo>
                  <a:pt x="87" y="153"/>
                  <a:pt x="86" y="151"/>
                  <a:pt x="84" y="150"/>
                </a:cubicBezTo>
                <a:lnTo>
                  <a:pt x="53" y="137"/>
                </a:lnTo>
                <a:close/>
                <a:moveTo>
                  <a:pt x="91" y="150"/>
                </a:moveTo>
                <a:cubicBezTo>
                  <a:pt x="91" y="150"/>
                  <a:pt x="92" y="150"/>
                  <a:pt x="92" y="150"/>
                </a:cubicBezTo>
                <a:cubicBezTo>
                  <a:pt x="94" y="149"/>
                  <a:pt x="95" y="147"/>
                  <a:pt x="95" y="144"/>
                </a:cubicBezTo>
                <a:cubicBezTo>
                  <a:pt x="83" y="117"/>
                  <a:pt x="83" y="117"/>
                  <a:pt x="83" y="117"/>
                </a:cubicBezTo>
                <a:cubicBezTo>
                  <a:pt x="82" y="115"/>
                  <a:pt x="80" y="114"/>
                  <a:pt x="78" y="115"/>
                </a:cubicBezTo>
                <a:cubicBezTo>
                  <a:pt x="76" y="116"/>
                  <a:pt x="75" y="118"/>
                  <a:pt x="76" y="120"/>
                </a:cubicBezTo>
                <a:cubicBezTo>
                  <a:pt x="87" y="148"/>
                  <a:pt x="87" y="148"/>
                  <a:pt x="87" y="148"/>
                </a:cubicBezTo>
                <a:cubicBezTo>
                  <a:pt x="88" y="149"/>
                  <a:pt x="89" y="150"/>
                  <a:pt x="91" y="150"/>
                </a:cubicBezTo>
                <a:close/>
                <a:moveTo>
                  <a:pt x="118" y="88"/>
                </a:moveTo>
                <a:cubicBezTo>
                  <a:pt x="117" y="86"/>
                  <a:pt x="115" y="85"/>
                  <a:pt x="113" y="85"/>
                </a:cubicBezTo>
                <a:cubicBezTo>
                  <a:pt x="49" y="112"/>
                  <a:pt x="49" y="112"/>
                  <a:pt x="49" y="112"/>
                </a:cubicBezTo>
                <a:cubicBezTo>
                  <a:pt x="47" y="113"/>
                  <a:pt x="46" y="115"/>
                  <a:pt x="46" y="117"/>
                </a:cubicBezTo>
                <a:cubicBezTo>
                  <a:pt x="47" y="119"/>
                  <a:pt x="49" y="120"/>
                  <a:pt x="50" y="120"/>
                </a:cubicBezTo>
                <a:cubicBezTo>
                  <a:pt x="51" y="120"/>
                  <a:pt x="51" y="119"/>
                  <a:pt x="52" y="119"/>
                </a:cubicBezTo>
                <a:cubicBezTo>
                  <a:pt x="116" y="93"/>
                  <a:pt x="116" y="93"/>
                  <a:pt x="116" y="93"/>
                </a:cubicBezTo>
                <a:cubicBezTo>
                  <a:pt x="118" y="92"/>
                  <a:pt x="119" y="90"/>
                  <a:pt x="118" y="88"/>
                </a:cubicBezTo>
                <a:close/>
                <a:moveTo>
                  <a:pt x="103" y="35"/>
                </a:moveTo>
                <a:cubicBezTo>
                  <a:pt x="100" y="28"/>
                  <a:pt x="100" y="28"/>
                  <a:pt x="100" y="28"/>
                </a:cubicBezTo>
                <a:cubicBezTo>
                  <a:pt x="77" y="37"/>
                  <a:pt x="77" y="37"/>
                  <a:pt x="77" y="37"/>
                </a:cubicBezTo>
                <a:cubicBezTo>
                  <a:pt x="80" y="44"/>
                  <a:pt x="80" y="44"/>
                  <a:pt x="80" y="44"/>
                </a:cubicBezTo>
                <a:lnTo>
                  <a:pt x="103" y="35"/>
                </a:lnTo>
                <a:close/>
                <a:moveTo>
                  <a:pt x="113" y="82"/>
                </a:moveTo>
                <a:cubicBezTo>
                  <a:pt x="113" y="82"/>
                  <a:pt x="114" y="82"/>
                  <a:pt x="114" y="82"/>
                </a:cubicBezTo>
                <a:cubicBezTo>
                  <a:pt x="116" y="82"/>
                  <a:pt x="118" y="81"/>
                  <a:pt x="118" y="80"/>
                </a:cubicBezTo>
                <a:cubicBezTo>
                  <a:pt x="119" y="77"/>
                  <a:pt x="118" y="75"/>
                  <a:pt x="116" y="74"/>
                </a:cubicBezTo>
                <a:cubicBezTo>
                  <a:pt x="84" y="61"/>
                  <a:pt x="84" y="61"/>
                  <a:pt x="84" y="61"/>
                </a:cubicBezTo>
                <a:cubicBezTo>
                  <a:pt x="82" y="60"/>
                  <a:pt x="80" y="61"/>
                  <a:pt x="79" y="63"/>
                </a:cubicBezTo>
                <a:cubicBezTo>
                  <a:pt x="78" y="65"/>
                  <a:pt x="79" y="68"/>
                  <a:pt x="81" y="68"/>
                </a:cubicBezTo>
                <a:lnTo>
                  <a:pt x="113" y="82"/>
                </a:lnTo>
                <a:close/>
                <a:moveTo>
                  <a:pt x="63" y="79"/>
                </a:moveTo>
                <a:cubicBezTo>
                  <a:pt x="61" y="80"/>
                  <a:pt x="60" y="82"/>
                  <a:pt x="61" y="85"/>
                </a:cubicBezTo>
                <a:cubicBezTo>
                  <a:pt x="65" y="94"/>
                  <a:pt x="65" y="94"/>
                  <a:pt x="65" y="94"/>
                </a:cubicBezTo>
                <a:cubicBezTo>
                  <a:pt x="66" y="96"/>
                  <a:pt x="67" y="97"/>
                  <a:pt x="69" y="97"/>
                </a:cubicBezTo>
                <a:cubicBezTo>
                  <a:pt x="69" y="97"/>
                  <a:pt x="70" y="97"/>
                  <a:pt x="70" y="96"/>
                </a:cubicBezTo>
                <a:cubicBezTo>
                  <a:pt x="72" y="96"/>
                  <a:pt x="73" y="93"/>
                  <a:pt x="73" y="91"/>
                </a:cubicBezTo>
                <a:cubicBezTo>
                  <a:pt x="69" y="81"/>
                  <a:pt x="69" y="81"/>
                  <a:pt x="69" y="81"/>
                </a:cubicBezTo>
                <a:cubicBezTo>
                  <a:pt x="68" y="79"/>
                  <a:pt x="65" y="78"/>
                  <a:pt x="63" y="79"/>
                </a:cubicBezTo>
                <a:close/>
                <a:moveTo>
                  <a:pt x="52" y="72"/>
                </a:moveTo>
                <a:cubicBezTo>
                  <a:pt x="57" y="72"/>
                  <a:pt x="62" y="70"/>
                  <a:pt x="66" y="66"/>
                </a:cubicBezTo>
                <a:cubicBezTo>
                  <a:pt x="74" y="58"/>
                  <a:pt x="74" y="46"/>
                  <a:pt x="66" y="38"/>
                </a:cubicBezTo>
                <a:cubicBezTo>
                  <a:pt x="58" y="30"/>
                  <a:pt x="46" y="30"/>
                  <a:pt x="38" y="38"/>
                </a:cubicBezTo>
                <a:cubicBezTo>
                  <a:pt x="30" y="46"/>
                  <a:pt x="30" y="58"/>
                  <a:pt x="38" y="66"/>
                </a:cubicBezTo>
                <a:cubicBezTo>
                  <a:pt x="42" y="70"/>
                  <a:pt x="47" y="72"/>
                  <a:pt x="52" y="72"/>
                </a:cubicBezTo>
                <a:close/>
                <a:moveTo>
                  <a:pt x="44" y="44"/>
                </a:moveTo>
                <a:cubicBezTo>
                  <a:pt x="46" y="41"/>
                  <a:pt x="49" y="40"/>
                  <a:pt x="52" y="40"/>
                </a:cubicBezTo>
                <a:cubicBezTo>
                  <a:pt x="55" y="40"/>
                  <a:pt x="58" y="41"/>
                  <a:pt x="60" y="44"/>
                </a:cubicBezTo>
                <a:cubicBezTo>
                  <a:pt x="65" y="48"/>
                  <a:pt x="65" y="56"/>
                  <a:pt x="60" y="60"/>
                </a:cubicBezTo>
                <a:cubicBezTo>
                  <a:pt x="56" y="65"/>
                  <a:pt x="48" y="65"/>
                  <a:pt x="44" y="60"/>
                </a:cubicBezTo>
                <a:cubicBezTo>
                  <a:pt x="39" y="56"/>
                  <a:pt x="39" y="48"/>
                  <a:pt x="44" y="44"/>
                </a:cubicBezTo>
                <a:close/>
                <a:moveTo>
                  <a:pt x="212" y="80"/>
                </a:moveTo>
                <a:cubicBezTo>
                  <a:pt x="221" y="103"/>
                  <a:pt x="221" y="103"/>
                  <a:pt x="221" y="103"/>
                </a:cubicBezTo>
                <a:cubicBezTo>
                  <a:pt x="228" y="100"/>
                  <a:pt x="228" y="100"/>
                  <a:pt x="228" y="100"/>
                </a:cubicBezTo>
                <a:cubicBezTo>
                  <a:pt x="219" y="77"/>
                  <a:pt x="219" y="77"/>
                  <a:pt x="219" y="77"/>
                </a:cubicBezTo>
                <a:lnTo>
                  <a:pt x="212" y="80"/>
                </a:lnTo>
                <a:close/>
                <a:moveTo>
                  <a:pt x="101" y="170"/>
                </a:moveTo>
                <a:cubicBezTo>
                  <a:pt x="99" y="171"/>
                  <a:pt x="98" y="173"/>
                  <a:pt x="99" y="175"/>
                </a:cubicBezTo>
                <a:cubicBezTo>
                  <a:pt x="111" y="207"/>
                  <a:pt x="111" y="207"/>
                  <a:pt x="111" y="207"/>
                </a:cubicBezTo>
                <a:cubicBezTo>
                  <a:pt x="112" y="208"/>
                  <a:pt x="114" y="209"/>
                  <a:pt x="115" y="209"/>
                </a:cubicBezTo>
                <a:cubicBezTo>
                  <a:pt x="116" y="209"/>
                  <a:pt x="116" y="209"/>
                  <a:pt x="117" y="209"/>
                </a:cubicBezTo>
                <a:cubicBezTo>
                  <a:pt x="119" y="208"/>
                  <a:pt x="120" y="206"/>
                  <a:pt x="119" y="203"/>
                </a:cubicBezTo>
                <a:cubicBezTo>
                  <a:pt x="106" y="172"/>
                  <a:pt x="106" y="172"/>
                  <a:pt x="106" y="172"/>
                </a:cubicBezTo>
                <a:cubicBezTo>
                  <a:pt x="105" y="170"/>
                  <a:pt x="103" y="169"/>
                  <a:pt x="101" y="170"/>
                </a:cubicBezTo>
                <a:close/>
                <a:moveTo>
                  <a:pt x="128" y="40"/>
                </a:moveTo>
                <a:cubicBezTo>
                  <a:pt x="139" y="40"/>
                  <a:pt x="148" y="31"/>
                  <a:pt x="148" y="20"/>
                </a:cubicBezTo>
                <a:cubicBezTo>
                  <a:pt x="148" y="9"/>
                  <a:pt x="139" y="0"/>
                  <a:pt x="128" y="0"/>
                </a:cubicBezTo>
                <a:cubicBezTo>
                  <a:pt x="117" y="0"/>
                  <a:pt x="108" y="9"/>
                  <a:pt x="108" y="20"/>
                </a:cubicBezTo>
                <a:cubicBezTo>
                  <a:pt x="108" y="31"/>
                  <a:pt x="117" y="40"/>
                  <a:pt x="128" y="40"/>
                </a:cubicBezTo>
                <a:close/>
                <a:moveTo>
                  <a:pt x="128" y="8"/>
                </a:moveTo>
                <a:cubicBezTo>
                  <a:pt x="135" y="8"/>
                  <a:pt x="140" y="13"/>
                  <a:pt x="140" y="20"/>
                </a:cubicBezTo>
                <a:cubicBezTo>
                  <a:pt x="140" y="27"/>
                  <a:pt x="135" y="32"/>
                  <a:pt x="128" y="32"/>
                </a:cubicBezTo>
                <a:cubicBezTo>
                  <a:pt x="121" y="32"/>
                  <a:pt x="116" y="27"/>
                  <a:pt x="116" y="20"/>
                </a:cubicBezTo>
                <a:cubicBezTo>
                  <a:pt x="116" y="13"/>
                  <a:pt x="121" y="8"/>
                  <a:pt x="128" y="8"/>
                </a:cubicBezTo>
                <a:close/>
                <a:moveTo>
                  <a:pt x="153" y="221"/>
                </a:moveTo>
                <a:cubicBezTo>
                  <a:pt x="156" y="228"/>
                  <a:pt x="156" y="228"/>
                  <a:pt x="156" y="228"/>
                </a:cubicBezTo>
                <a:cubicBezTo>
                  <a:pt x="179" y="219"/>
                  <a:pt x="179" y="219"/>
                  <a:pt x="179" y="219"/>
                </a:cubicBezTo>
                <a:cubicBezTo>
                  <a:pt x="176" y="212"/>
                  <a:pt x="176" y="212"/>
                  <a:pt x="176" y="212"/>
                </a:cubicBezTo>
                <a:lnTo>
                  <a:pt x="153" y="221"/>
                </a:lnTo>
                <a:close/>
                <a:moveTo>
                  <a:pt x="212" y="176"/>
                </a:moveTo>
                <a:cubicBezTo>
                  <a:pt x="219" y="179"/>
                  <a:pt x="219" y="179"/>
                  <a:pt x="219" y="179"/>
                </a:cubicBezTo>
                <a:cubicBezTo>
                  <a:pt x="228" y="156"/>
                  <a:pt x="228" y="156"/>
                  <a:pt x="228" y="156"/>
                </a:cubicBezTo>
                <a:cubicBezTo>
                  <a:pt x="221" y="153"/>
                  <a:pt x="221" y="153"/>
                  <a:pt x="221" y="153"/>
                </a:cubicBezTo>
                <a:lnTo>
                  <a:pt x="212" y="176"/>
                </a:lnTo>
                <a:close/>
                <a:moveTo>
                  <a:pt x="40" y="128"/>
                </a:moveTo>
                <a:cubicBezTo>
                  <a:pt x="40" y="117"/>
                  <a:pt x="31" y="108"/>
                  <a:pt x="20" y="108"/>
                </a:cubicBezTo>
                <a:cubicBezTo>
                  <a:pt x="9" y="108"/>
                  <a:pt x="0" y="117"/>
                  <a:pt x="0" y="128"/>
                </a:cubicBezTo>
                <a:cubicBezTo>
                  <a:pt x="0" y="139"/>
                  <a:pt x="9" y="148"/>
                  <a:pt x="20" y="148"/>
                </a:cubicBezTo>
                <a:cubicBezTo>
                  <a:pt x="31" y="148"/>
                  <a:pt x="40" y="139"/>
                  <a:pt x="40" y="128"/>
                </a:cubicBezTo>
                <a:close/>
                <a:moveTo>
                  <a:pt x="20" y="140"/>
                </a:moveTo>
                <a:cubicBezTo>
                  <a:pt x="13" y="140"/>
                  <a:pt x="8" y="135"/>
                  <a:pt x="8" y="128"/>
                </a:cubicBezTo>
                <a:cubicBezTo>
                  <a:pt x="8" y="121"/>
                  <a:pt x="13" y="116"/>
                  <a:pt x="20" y="116"/>
                </a:cubicBezTo>
                <a:cubicBezTo>
                  <a:pt x="27" y="116"/>
                  <a:pt x="32" y="121"/>
                  <a:pt x="32" y="128"/>
                </a:cubicBezTo>
                <a:cubicBezTo>
                  <a:pt x="32" y="135"/>
                  <a:pt x="27" y="140"/>
                  <a:pt x="20" y="140"/>
                </a:cubicBezTo>
                <a:close/>
                <a:moveTo>
                  <a:pt x="236" y="108"/>
                </a:moveTo>
                <a:cubicBezTo>
                  <a:pt x="225" y="108"/>
                  <a:pt x="216" y="117"/>
                  <a:pt x="216" y="128"/>
                </a:cubicBezTo>
                <a:cubicBezTo>
                  <a:pt x="216" y="139"/>
                  <a:pt x="225" y="148"/>
                  <a:pt x="236" y="148"/>
                </a:cubicBezTo>
                <a:cubicBezTo>
                  <a:pt x="247" y="148"/>
                  <a:pt x="256" y="139"/>
                  <a:pt x="256" y="128"/>
                </a:cubicBezTo>
                <a:cubicBezTo>
                  <a:pt x="256" y="117"/>
                  <a:pt x="247" y="108"/>
                  <a:pt x="236" y="108"/>
                </a:cubicBezTo>
                <a:close/>
                <a:moveTo>
                  <a:pt x="236" y="140"/>
                </a:moveTo>
                <a:cubicBezTo>
                  <a:pt x="229" y="140"/>
                  <a:pt x="224" y="135"/>
                  <a:pt x="224" y="128"/>
                </a:cubicBezTo>
                <a:cubicBezTo>
                  <a:pt x="224" y="121"/>
                  <a:pt x="229" y="116"/>
                  <a:pt x="236" y="116"/>
                </a:cubicBezTo>
                <a:cubicBezTo>
                  <a:pt x="243" y="116"/>
                  <a:pt x="248" y="121"/>
                  <a:pt x="248" y="128"/>
                </a:cubicBezTo>
                <a:cubicBezTo>
                  <a:pt x="248" y="135"/>
                  <a:pt x="243" y="140"/>
                  <a:pt x="236" y="140"/>
                </a:cubicBezTo>
                <a:close/>
                <a:moveTo>
                  <a:pt x="190" y="190"/>
                </a:moveTo>
                <a:cubicBezTo>
                  <a:pt x="182" y="198"/>
                  <a:pt x="182" y="210"/>
                  <a:pt x="190" y="218"/>
                </a:cubicBezTo>
                <a:cubicBezTo>
                  <a:pt x="194" y="222"/>
                  <a:pt x="199" y="224"/>
                  <a:pt x="204" y="224"/>
                </a:cubicBezTo>
                <a:cubicBezTo>
                  <a:pt x="209" y="224"/>
                  <a:pt x="214" y="222"/>
                  <a:pt x="218" y="218"/>
                </a:cubicBezTo>
                <a:cubicBezTo>
                  <a:pt x="226" y="210"/>
                  <a:pt x="226" y="198"/>
                  <a:pt x="218" y="190"/>
                </a:cubicBezTo>
                <a:cubicBezTo>
                  <a:pt x="210" y="182"/>
                  <a:pt x="198" y="182"/>
                  <a:pt x="190" y="190"/>
                </a:cubicBezTo>
                <a:close/>
                <a:moveTo>
                  <a:pt x="212" y="212"/>
                </a:moveTo>
                <a:cubicBezTo>
                  <a:pt x="208" y="217"/>
                  <a:pt x="200" y="217"/>
                  <a:pt x="196" y="212"/>
                </a:cubicBezTo>
                <a:cubicBezTo>
                  <a:pt x="191" y="208"/>
                  <a:pt x="191" y="200"/>
                  <a:pt x="196" y="196"/>
                </a:cubicBezTo>
                <a:cubicBezTo>
                  <a:pt x="200" y="191"/>
                  <a:pt x="208" y="191"/>
                  <a:pt x="212" y="196"/>
                </a:cubicBezTo>
                <a:cubicBezTo>
                  <a:pt x="217" y="200"/>
                  <a:pt x="217" y="208"/>
                  <a:pt x="212" y="212"/>
                </a:cubicBezTo>
                <a:close/>
                <a:moveTo>
                  <a:pt x="173" y="195"/>
                </a:moveTo>
                <a:cubicBezTo>
                  <a:pt x="175" y="195"/>
                  <a:pt x="176" y="194"/>
                  <a:pt x="177" y="193"/>
                </a:cubicBezTo>
                <a:cubicBezTo>
                  <a:pt x="178" y="191"/>
                  <a:pt x="177" y="188"/>
                  <a:pt x="175" y="187"/>
                </a:cubicBezTo>
                <a:cubicBezTo>
                  <a:pt x="112" y="162"/>
                  <a:pt x="112" y="162"/>
                  <a:pt x="112" y="162"/>
                </a:cubicBezTo>
                <a:cubicBezTo>
                  <a:pt x="110" y="161"/>
                  <a:pt x="107" y="162"/>
                  <a:pt x="106" y="164"/>
                </a:cubicBezTo>
                <a:cubicBezTo>
                  <a:pt x="106" y="166"/>
                  <a:pt x="107" y="168"/>
                  <a:pt x="109" y="169"/>
                </a:cubicBezTo>
                <a:cubicBezTo>
                  <a:pt x="171" y="195"/>
                  <a:pt x="171" y="195"/>
                  <a:pt x="171" y="195"/>
                </a:cubicBezTo>
                <a:cubicBezTo>
                  <a:pt x="172" y="195"/>
                  <a:pt x="172" y="195"/>
                  <a:pt x="173" y="195"/>
                </a:cubicBezTo>
                <a:close/>
                <a:moveTo>
                  <a:pt x="77" y="219"/>
                </a:moveTo>
                <a:cubicBezTo>
                  <a:pt x="100" y="228"/>
                  <a:pt x="100" y="228"/>
                  <a:pt x="100" y="228"/>
                </a:cubicBezTo>
                <a:cubicBezTo>
                  <a:pt x="103" y="221"/>
                  <a:pt x="103" y="221"/>
                  <a:pt x="103" y="221"/>
                </a:cubicBezTo>
                <a:cubicBezTo>
                  <a:pt x="80" y="212"/>
                  <a:pt x="80" y="212"/>
                  <a:pt x="80" y="212"/>
                </a:cubicBezTo>
                <a:lnTo>
                  <a:pt x="77" y="219"/>
                </a:lnTo>
                <a:close/>
                <a:moveTo>
                  <a:pt x="200" y="86"/>
                </a:moveTo>
                <a:cubicBezTo>
                  <a:pt x="200" y="170"/>
                  <a:pt x="200" y="170"/>
                  <a:pt x="200" y="170"/>
                </a:cubicBezTo>
                <a:cubicBezTo>
                  <a:pt x="200" y="172"/>
                  <a:pt x="202" y="174"/>
                  <a:pt x="204" y="174"/>
                </a:cubicBezTo>
                <a:cubicBezTo>
                  <a:pt x="206" y="174"/>
                  <a:pt x="208" y="172"/>
                  <a:pt x="208" y="170"/>
                </a:cubicBezTo>
                <a:cubicBezTo>
                  <a:pt x="208" y="86"/>
                  <a:pt x="208" y="86"/>
                  <a:pt x="208" y="86"/>
                </a:cubicBezTo>
                <a:cubicBezTo>
                  <a:pt x="208" y="84"/>
                  <a:pt x="206" y="82"/>
                  <a:pt x="204" y="82"/>
                </a:cubicBezTo>
                <a:cubicBezTo>
                  <a:pt x="202" y="82"/>
                  <a:pt x="200" y="84"/>
                  <a:pt x="200" y="86"/>
                </a:cubicBezTo>
                <a:close/>
                <a:moveTo>
                  <a:pt x="204" y="72"/>
                </a:moveTo>
                <a:cubicBezTo>
                  <a:pt x="209" y="72"/>
                  <a:pt x="214" y="70"/>
                  <a:pt x="218" y="66"/>
                </a:cubicBezTo>
                <a:cubicBezTo>
                  <a:pt x="226" y="58"/>
                  <a:pt x="226" y="46"/>
                  <a:pt x="218" y="38"/>
                </a:cubicBezTo>
                <a:cubicBezTo>
                  <a:pt x="210" y="30"/>
                  <a:pt x="198" y="30"/>
                  <a:pt x="190" y="38"/>
                </a:cubicBezTo>
                <a:cubicBezTo>
                  <a:pt x="182" y="46"/>
                  <a:pt x="182" y="58"/>
                  <a:pt x="190" y="66"/>
                </a:cubicBezTo>
                <a:cubicBezTo>
                  <a:pt x="194" y="70"/>
                  <a:pt x="199" y="72"/>
                  <a:pt x="204" y="72"/>
                </a:cubicBezTo>
                <a:close/>
                <a:moveTo>
                  <a:pt x="196" y="44"/>
                </a:moveTo>
                <a:cubicBezTo>
                  <a:pt x="198" y="41"/>
                  <a:pt x="201" y="40"/>
                  <a:pt x="204" y="40"/>
                </a:cubicBezTo>
                <a:cubicBezTo>
                  <a:pt x="207" y="40"/>
                  <a:pt x="210" y="41"/>
                  <a:pt x="212" y="44"/>
                </a:cubicBezTo>
                <a:cubicBezTo>
                  <a:pt x="217" y="48"/>
                  <a:pt x="217" y="56"/>
                  <a:pt x="212" y="60"/>
                </a:cubicBezTo>
                <a:cubicBezTo>
                  <a:pt x="208" y="65"/>
                  <a:pt x="200" y="65"/>
                  <a:pt x="196" y="60"/>
                </a:cubicBezTo>
                <a:cubicBezTo>
                  <a:pt x="191" y="56"/>
                  <a:pt x="191" y="48"/>
                  <a:pt x="196" y="44"/>
                </a:cubicBezTo>
                <a:close/>
                <a:moveTo>
                  <a:pt x="193" y="111"/>
                </a:moveTo>
                <a:cubicBezTo>
                  <a:pt x="194" y="109"/>
                  <a:pt x="193" y="106"/>
                  <a:pt x="191" y="105"/>
                </a:cubicBezTo>
                <a:cubicBezTo>
                  <a:pt x="144" y="86"/>
                  <a:pt x="144" y="86"/>
                  <a:pt x="144" y="86"/>
                </a:cubicBezTo>
                <a:cubicBezTo>
                  <a:pt x="142" y="85"/>
                  <a:pt x="139" y="86"/>
                  <a:pt x="138" y="88"/>
                </a:cubicBezTo>
                <a:cubicBezTo>
                  <a:pt x="138" y="90"/>
                  <a:pt x="139" y="92"/>
                  <a:pt x="141" y="93"/>
                </a:cubicBezTo>
                <a:cubicBezTo>
                  <a:pt x="188" y="113"/>
                  <a:pt x="188" y="113"/>
                  <a:pt x="188" y="113"/>
                </a:cubicBezTo>
                <a:cubicBezTo>
                  <a:pt x="189" y="113"/>
                  <a:pt x="189" y="113"/>
                  <a:pt x="190" y="113"/>
                </a:cubicBezTo>
                <a:cubicBezTo>
                  <a:pt x="191" y="113"/>
                  <a:pt x="193" y="112"/>
                  <a:pt x="193" y="111"/>
                </a:cubicBezTo>
                <a:close/>
                <a:moveTo>
                  <a:pt x="152" y="146"/>
                </a:moveTo>
                <a:cubicBezTo>
                  <a:pt x="146" y="152"/>
                  <a:pt x="146" y="152"/>
                  <a:pt x="146" y="152"/>
                </a:cubicBezTo>
                <a:cubicBezTo>
                  <a:pt x="180" y="186"/>
                  <a:pt x="180" y="186"/>
                  <a:pt x="180" y="186"/>
                </a:cubicBezTo>
                <a:cubicBezTo>
                  <a:pt x="186" y="180"/>
                  <a:pt x="186" y="180"/>
                  <a:pt x="186" y="180"/>
                </a:cubicBezTo>
                <a:lnTo>
                  <a:pt x="152" y="146"/>
                </a:lnTo>
                <a:close/>
                <a:moveTo>
                  <a:pt x="179" y="37"/>
                </a:moveTo>
                <a:cubicBezTo>
                  <a:pt x="156" y="28"/>
                  <a:pt x="156" y="28"/>
                  <a:pt x="156" y="28"/>
                </a:cubicBezTo>
                <a:cubicBezTo>
                  <a:pt x="153" y="35"/>
                  <a:pt x="153" y="35"/>
                  <a:pt x="153" y="35"/>
                </a:cubicBezTo>
                <a:cubicBezTo>
                  <a:pt x="176" y="44"/>
                  <a:pt x="176" y="44"/>
                  <a:pt x="176" y="44"/>
                </a:cubicBezTo>
                <a:lnTo>
                  <a:pt x="179" y="37"/>
                </a:lnTo>
                <a:close/>
                <a:moveTo>
                  <a:pt x="186" y="124"/>
                </a:moveTo>
                <a:cubicBezTo>
                  <a:pt x="162" y="124"/>
                  <a:pt x="162" y="124"/>
                  <a:pt x="162" y="124"/>
                </a:cubicBezTo>
                <a:cubicBezTo>
                  <a:pt x="160" y="124"/>
                  <a:pt x="158" y="126"/>
                  <a:pt x="158" y="128"/>
                </a:cubicBezTo>
                <a:cubicBezTo>
                  <a:pt x="158" y="130"/>
                  <a:pt x="160" y="132"/>
                  <a:pt x="162" y="132"/>
                </a:cubicBezTo>
                <a:cubicBezTo>
                  <a:pt x="186" y="132"/>
                  <a:pt x="186" y="132"/>
                  <a:pt x="186" y="132"/>
                </a:cubicBezTo>
                <a:cubicBezTo>
                  <a:pt x="188" y="132"/>
                  <a:pt x="190" y="130"/>
                  <a:pt x="190" y="128"/>
                </a:cubicBezTo>
                <a:cubicBezTo>
                  <a:pt x="190" y="126"/>
                  <a:pt x="188" y="124"/>
                  <a:pt x="186" y="124"/>
                </a:cubicBezTo>
                <a:close/>
                <a:moveTo>
                  <a:pt x="142" y="82"/>
                </a:moveTo>
                <a:cubicBezTo>
                  <a:pt x="142" y="82"/>
                  <a:pt x="143" y="82"/>
                  <a:pt x="143" y="81"/>
                </a:cubicBezTo>
                <a:cubicBezTo>
                  <a:pt x="175" y="68"/>
                  <a:pt x="175" y="68"/>
                  <a:pt x="175" y="68"/>
                </a:cubicBezTo>
                <a:cubicBezTo>
                  <a:pt x="177" y="67"/>
                  <a:pt x="178" y="65"/>
                  <a:pt x="178" y="63"/>
                </a:cubicBezTo>
                <a:cubicBezTo>
                  <a:pt x="177" y="61"/>
                  <a:pt x="174" y="60"/>
                  <a:pt x="172" y="61"/>
                </a:cubicBezTo>
                <a:cubicBezTo>
                  <a:pt x="140" y="74"/>
                  <a:pt x="140" y="74"/>
                  <a:pt x="140" y="74"/>
                </a:cubicBezTo>
                <a:cubicBezTo>
                  <a:pt x="138" y="75"/>
                  <a:pt x="137" y="77"/>
                  <a:pt x="138" y="79"/>
                </a:cubicBezTo>
                <a:cubicBezTo>
                  <a:pt x="139" y="81"/>
                  <a:pt x="140" y="82"/>
                  <a:pt x="142" y="8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41" name="Freeform 112">
            <a:extLst>
              <a:ext uri="{FF2B5EF4-FFF2-40B4-BE49-F238E27FC236}">
                <a16:creationId xmlns:a16="http://schemas.microsoft.com/office/drawing/2014/main" id="{DDE41024-7C29-4127-BFF6-E48C33361503}"/>
              </a:ext>
            </a:extLst>
          </p:cNvPr>
          <p:cNvSpPr>
            <a:spLocks noChangeAspect="1" noEditPoints="1"/>
          </p:cNvSpPr>
          <p:nvPr/>
        </p:nvSpPr>
        <p:spPr bwMode="auto">
          <a:xfrm>
            <a:off x="1576453" y="2403829"/>
            <a:ext cx="328612" cy="400050"/>
          </a:xfrm>
          <a:custGeom>
            <a:avLst/>
            <a:gdLst>
              <a:gd name="T0" fmla="*/ 68 w 212"/>
              <a:gd name="T1" fmla="*/ 44 h 256"/>
              <a:gd name="T2" fmla="*/ 28 w 212"/>
              <a:gd name="T3" fmla="*/ 44 h 256"/>
              <a:gd name="T4" fmla="*/ 48 w 212"/>
              <a:gd name="T5" fmla="*/ 32 h 256"/>
              <a:gd name="T6" fmla="*/ 48 w 212"/>
              <a:gd name="T7" fmla="*/ 56 h 256"/>
              <a:gd name="T8" fmla="*/ 48 w 212"/>
              <a:gd name="T9" fmla="*/ 32 h 256"/>
              <a:gd name="T10" fmla="*/ 0 w 212"/>
              <a:gd name="T11" fmla="*/ 132 h 256"/>
              <a:gd name="T12" fmla="*/ 40 w 212"/>
              <a:gd name="T13" fmla="*/ 132 h 256"/>
              <a:gd name="T14" fmla="*/ 20 w 212"/>
              <a:gd name="T15" fmla="*/ 144 h 256"/>
              <a:gd name="T16" fmla="*/ 20 w 212"/>
              <a:gd name="T17" fmla="*/ 120 h 256"/>
              <a:gd name="T18" fmla="*/ 20 w 212"/>
              <a:gd name="T19" fmla="*/ 144 h 256"/>
              <a:gd name="T20" fmla="*/ 172 w 212"/>
              <a:gd name="T21" fmla="*/ 128 h 256"/>
              <a:gd name="T22" fmla="*/ 212 w 212"/>
              <a:gd name="T23" fmla="*/ 128 h 256"/>
              <a:gd name="T24" fmla="*/ 192 w 212"/>
              <a:gd name="T25" fmla="*/ 140 h 256"/>
              <a:gd name="T26" fmla="*/ 192 w 212"/>
              <a:gd name="T27" fmla="*/ 116 h 256"/>
              <a:gd name="T28" fmla="*/ 192 w 212"/>
              <a:gd name="T29" fmla="*/ 140 h 256"/>
              <a:gd name="T30" fmla="*/ 196 w 212"/>
              <a:gd name="T31" fmla="*/ 52 h 256"/>
              <a:gd name="T32" fmla="*/ 156 w 212"/>
              <a:gd name="T33" fmla="*/ 52 h 256"/>
              <a:gd name="T34" fmla="*/ 176 w 212"/>
              <a:gd name="T35" fmla="*/ 40 h 256"/>
              <a:gd name="T36" fmla="*/ 176 w 212"/>
              <a:gd name="T37" fmla="*/ 64 h 256"/>
              <a:gd name="T38" fmla="*/ 176 w 212"/>
              <a:gd name="T39" fmla="*/ 40 h 256"/>
              <a:gd name="T40" fmla="*/ 148 w 212"/>
              <a:gd name="T41" fmla="*/ 20 h 256"/>
              <a:gd name="T42" fmla="*/ 108 w 212"/>
              <a:gd name="T43" fmla="*/ 20 h 256"/>
              <a:gd name="T44" fmla="*/ 128 w 212"/>
              <a:gd name="T45" fmla="*/ 8 h 256"/>
              <a:gd name="T46" fmla="*/ 128 w 212"/>
              <a:gd name="T47" fmla="*/ 32 h 256"/>
              <a:gd name="T48" fmla="*/ 128 w 212"/>
              <a:gd name="T49" fmla="*/ 8 h 256"/>
              <a:gd name="T50" fmla="*/ 68 w 212"/>
              <a:gd name="T51" fmla="*/ 92 h 256"/>
              <a:gd name="T52" fmla="*/ 108 w 212"/>
              <a:gd name="T53" fmla="*/ 92 h 256"/>
              <a:gd name="T54" fmla="*/ 88 w 212"/>
              <a:gd name="T55" fmla="*/ 104 h 256"/>
              <a:gd name="T56" fmla="*/ 88 w 212"/>
              <a:gd name="T57" fmla="*/ 80 h 256"/>
              <a:gd name="T58" fmla="*/ 88 w 212"/>
              <a:gd name="T59" fmla="*/ 104 h 256"/>
              <a:gd name="T60" fmla="*/ 44 w 212"/>
              <a:gd name="T61" fmla="*/ 192 h 256"/>
              <a:gd name="T62" fmla="*/ 36 w 212"/>
              <a:gd name="T63" fmla="*/ 152 h 256"/>
              <a:gd name="T64" fmla="*/ 52 w 212"/>
              <a:gd name="T65" fmla="*/ 106 h 256"/>
              <a:gd name="T66" fmla="*/ 44 w 212"/>
              <a:gd name="T67" fmla="*/ 72 h 256"/>
              <a:gd name="T68" fmla="*/ 45 w 212"/>
              <a:gd name="T69" fmla="*/ 111 h 256"/>
              <a:gd name="T70" fmla="*/ 60 w 212"/>
              <a:gd name="T71" fmla="*/ 216 h 256"/>
              <a:gd name="T72" fmla="*/ 68 w 212"/>
              <a:gd name="T73" fmla="*/ 124 h 256"/>
              <a:gd name="T74" fmla="*/ 52 w 212"/>
              <a:gd name="T75" fmla="*/ 106 h 256"/>
              <a:gd name="T76" fmla="*/ 92 w 212"/>
              <a:gd name="T77" fmla="*/ 256 h 256"/>
              <a:gd name="T78" fmla="*/ 84 w 212"/>
              <a:gd name="T79" fmla="*/ 120 h 256"/>
              <a:gd name="T80" fmla="*/ 132 w 212"/>
              <a:gd name="T81" fmla="*/ 48 h 256"/>
              <a:gd name="T82" fmla="*/ 124 w 212"/>
              <a:gd name="T83" fmla="*/ 106 h 256"/>
              <a:gd name="T84" fmla="*/ 108 w 212"/>
              <a:gd name="T85" fmla="*/ 124 h 256"/>
              <a:gd name="T86" fmla="*/ 116 w 212"/>
              <a:gd name="T87" fmla="*/ 232 h 256"/>
              <a:gd name="T88" fmla="*/ 131 w 212"/>
              <a:gd name="T89" fmla="*/ 111 h 256"/>
              <a:gd name="T90" fmla="*/ 132 w 212"/>
              <a:gd name="T91" fmla="*/ 48 h 256"/>
              <a:gd name="T92" fmla="*/ 180 w 212"/>
              <a:gd name="T93" fmla="*/ 80 h 256"/>
              <a:gd name="T94" fmla="*/ 172 w 212"/>
              <a:gd name="T95" fmla="*/ 91 h 256"/>
              <a:gd name="T96" fmla="*/ 132 w 212"/>
              <a:gd name="T97" fmla="*/ 140 h 256"/>
              <a:gd name="T98" fmla="*/ 140 w 212"/>
              <a:gd name="T99" fmla="*/ 216 h 256"/>
              <a:gd name="T100" fmla="*/ 179 w 212"/>
              <a:gd name="T101" fmla="*/ 95 h 256"/>
              <a:gd name="T102" fmla="*/ 157 w 212"/>
              <a:gd name="T103" fmla="*/ 153 h 256"/>
              <a:gd name="T104" fmla="*/ 156 w 212"/>
              <a:gd name="T105" fmla="*/ 192 h 256"/>
              <a:gd name="T106" fmla="*/ 164 w 212"/>
              <a:gd name="T107" fmla="*/ 158 h 256"/>
              <a:gd name="T108" fmla="*/ 168 w 212"/>
              <a:gd name="T109" fmla="*/ 14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2" h="256">
                <a:moveTo>
                  <a:pt x="48" y="64"/>
                </a:moveTo>
                <a:cubicBezTo>
                  <a:pt x="59" y="64"/>
                  <a:pt x="68" y="55"/>
                  <a:pt x="68" y="44"/>
                </a:cubicBezTo>
                <a:cubicBezTo>
                  <a:pt x="68" y="33"/>
                  <a:pt x="59" y="24"/>
                  <a:pt x="48" y="24"/>
                </a:cubicBezTo>
                <a:cubicBezTo>
                  <a:pt x="37" y="24"/>
                  <a:pt x="28" y="33"/>
                  <a:pt x="28" y="44"/>
                </a:cubicBezTo>
                <a:cubicBezTo>
                  <a:pt x="28" y="55"/>
                  <a:pt x="37" y="64"/>
                  <a:pt x="48" y="64"/>
                </a:cubicBezTo>
                <a:close/>
                <a:moveTo>
                  <a:pt x="48" y="32"/>
                </a:moveTo>
                <a:cubicBezTo>
                  <a:pt x="55" y="32"/>
                  <a:pt x="60" y="37"/>
                  <a:pt x="60" y="44"/>
                </a:cubicBezTo>
                <a:cubicBezTo>
                  <a:pt x="60" y="51"/>
                  <a:pt x="55" y="56"/>
                  <a:pt x="48" y="56"/>
                </a:cubicBezTo>
                <a:cubicBezTo>
                  <a:pt x="41" y="56"/>
                  <a:pt x="36" y="51"/>
                  <a:pt x="36" y="44"/>
                </a:cubicBezTo>
                <a:cubicBezTo>
                  <a:pt x="36" y="37"/>
                  <a:pt x="41" y="32"/>
                  <a:pt x="48" y="32"/>
                </a:cubicBezTo>
                <a:close/>
                <a:moveTo>
                  <a:pt x="20" y="112"/>
                </a:moveTo>
                <a:cubicBezTo>
                  <a:pt x="9" y="112"/>
                  <a:pt x="0" y="121"/>
                  <a:pt x="0" y="132"/>
                </a:cubicBezTo>
                <a:cubicBezTo>
                  <a:pt x="0" y="143"/>
                  <a:pt x="9" y="152"/>
                  <a:pt x="20" y="152"/>
                </a:cubicBezTo>
                <a:cubicBezTo>
                  <a:pt x="31" y="152"/>
                  <a:pt x="40" y="143"/>
                  <a:pt x="40" y="132"/>
                </a:cubicBezTo>
                <a:cubicBezTo>
                  <a:pt x="40" y="121"/>
                  <a:pt x="31" y="112"/>
                  <a:pt x="20" y="112"/>
                </a:cubicBezTo>
                <a:close/>
                <a:moveTo>
                  <a:pt x="20" y="144"/>
                </a:moveTo>
                <a:cubicBezTo>
                  <a:pt x="13" y="144"/>
                  <a:pt x="8" y="139"/>
                  <a:pt x="8" y="132"/>
                </a:cubicBezTo>
                <a:cubicBezTo>
                  <a:pt x="8" y="125"/>
                  <a:pt x="13" y="120"/>
                  <a:pt x="20" y="120"/>
                </a:cubicBezTo>
                <a:cubicBezTo>
                  <a:pt x="27" y="120"/>
                  <a:pt x="32" y="125"/>
                  <a:pt x="32" y="132"/>
                </a:cubicBezTo>
                <a:cubicBezTo>
                  <a:pt x="32" y="139"/>
                  <a:pt x="27" y="144"/>
                  <a:pt x="20" y="144"/>
                </a:cubicBezTo>
                <a:close/>
                <a:moveTo>
                  <a:pt x="192" y="108"/>
                </a:moveTo>
                <a:cubicBezTo>
                  <a:pt x="181" y="108"/>
                  <a:pt x="172" y="117"/>
                  <a:pt x="172" y="128"/>
                </a:cubicBezTo>
                <a:cubicBezTo>
                  <a:pt x="172" y="139"/>
                  <a:pt x="181" y="148"/>
                  <a:pt x="192" y="148"/>
                </a:cubicBezTo>
                <a:cubicBezTo>
                  <a:pt x="203" y="148"/>
                  <a:pt x="212" y="139"/>
                  <a:pt x="212" y="128"/>
                </a:cubicBezTo>
                <a:cubicBezTo>
                  <a:pt x="212" y="117"/>
                  <a:pt x="203" y="108"/>
                  <a:pt x="192" y="108"/>
                </a:cubicBezTo>
                <a:close/>
                <a:moveTo>
                  <a:pt x="192" y="140"/>
                </a:moveTo>
                <a:cubicBezTo>
                  <a:pt x="185" y="140"/>
                  <a:pt x="180" y="135"/>
                  <a:pt x="180" y="128"/>
                </a:cubicBezTo>
                <a:cubicBezTo>
                  <a:pt x="180" y="121"/>
                  <a:pt x="185" y="116"/>
                  <a:pt x="192" y="116"/>
                </a:cubicBezTo>
                <a:cubicBezTo>
                  <a:pt x="199" y="116"/>
                  <a:pt x="204" y="121"/>
                  <a:pt x="204" y="128"/>
                </a:cubicBezTo>
                <a:cubicBezTo>
                  <a:pt x="204" y="135"/>
                  <a:pt x="199" y="140"/>
                  <a:pt x="192" y="140"/>
                </a:cubicBezTo>
                <a:close/>
                <a:moveTo>
                  <a:pt x="176" y="72"/>
                </a:moveTo>
                <a:cubicBezTo>
                  <a:pt x="187" y="72"/>
                  <a:pt x="196" y="63"/>
                  <a:pt x="196" y="52"/>
                </a:cubicBezTo>
                <a:cubicBezTo>
                  <a:pt x="196" y="41"/>
                  <a:pt x="187" y="32"/>
                  <a:pt x="176" y="32"/>
                </a:cubicBezTo>
                <a:cubicBezTo>
                  <a:pt x="165" y="32"/>
                  <a:pt x="156" y="41"/>
                  <a:pt x="156" y="52"/>
                </a:cubicBezTo>
                <a:cubicBezTo>
                  <a:pt x="156" y="63"/>
                  <a:pt x="165" y="72"/>
                  <a:pt x="176" y="72"/>
                </a:cubicBezTo>
                <a:close/>
                <a:moveTo>
                  <a:pt x="176" y="40"/>
                </a:moveTo>
                <a:cubicBezTo>
                  <a:pt x="183" y="40"/>
                  <a:pt x="188" y="45"/>
                  <a:pt x="188" y="52"/>
                </a:cubicBezTo>
                <a:cubicBezTo>
                  <a:pt x="188" y="59"/>
                  <a:pt x="183" y="64"/>
                  <a:pt x="176" y="64"/>
                </a:cubicBezTo>
                <a:cubicBezTo>
                  <a:pt x="169" y="64"/>
                  <a:pt x="164" y="59"/>
                  <a:pt x="164" y="52"/>
                </a:cubicBezTo>
                <a:cubicBezTo>
                  <a:pt x="164" y="45"/>
                  <a:pt x="169" y="40"/>
                  <a:pt x="176" y="40"/>
                </a:cubicBezTo>
                <a:close/>
                <a:moveTo>
                  <a:pt x="128" y="40"/>
                </a:moveTo>
                <a:cubicBezTo>
                  <a:pt x="139" y="40"/>
                  <a:pt x="148" y="31"/>
                  <a:pt x="148" y="20"/>
                </a:cubicBezTo>
                <a:cubicBezTo>
                  <a:pt x="148" y="9"/>
                  <a:pt x="139" y="0"/>
                  <a:pt x="128" y="0"/>
                </a:cubicBezTo>
                <a:cubicBezTo>
                  <a:pt x="117" y="0"/>
                  <a:pt x="108" y="9"/>
                  <a:pt x="108" y="20"/>
                </a:cubicBezTo>
                <a:cubicBezTo>
                  <a:pt x="108" y="31"/>
                  <a:pt x="117" y="40"/>
                  <a:pt x="128" y="40"/>
                </a:cubicBezTo>
                <a:close/>
                <a:moveTo>
                  <a:pt x="128" y="8"/>
                </a:moveTo>
                <a:cubicBezTo>
                  <a:pt x="135" y="8"/>
                  <a:pt x="140" y="13"/>
                  <a:pt x="140" y="20"/>
                </a:cubicBezTo>
                <a:cubicBezTo>
                  <a:pt x="140" y="27"/>
                  <a:pt x="135" y="32"/>
                  <a:pt x="128" y="32"/>
                </a:cubicBezTo>
                <a:cubicBezTo>
                  <a:pt x="121" y="32"/>
                  <a:pt x="116" y="27"/>
                  <a:pt x="116" y="20"/>
                </a:cubicBezTo>
                <a:cubicBezTo>
                  <a:pt x="116" y="13"/>
                  <a:pt x="121" y="8"/>
                  <a:pt x="128" y="8"/>
                </a:cubicBezTo>
                <a:close/>
                <a:moveTo>
                  <a:pt x="88" y="72"/>
                </a:moveTo>
                <a:cubicBezTo>
                  <a:pt x="77" y="72"/>
                  <a:pt x="68" y="81"/>
                  <a:pt x="68" y="92"/>
                </a:cubicBezTo>
                <a:cubicBezTo>
                  <a:pt x="68" y="103"/>
                  <a:pt x="77" y="112"/>
                  <a:pt x="88" y="112"/>
                </a:cubicBezTo>
                <a:cubicBezTo>
                  <a:pt x="99" y="112"/>
                  <a:pt x="108" y="103"/>
                  <a:pt x="108" y="92"/>
                </a:cubicBezTo>
                <a:cubicBezTo>
                  <a:pt x="108" y="81"/>
                  <a:pt x="99" y="72"/>
                  <a:pt x="88" y="72"/>
                </a:cubicBezTo>
                <a:close/>
                <a:moveTo>
                  <a:pt x="88" y="104"/>
                </a:moveTo>
                <a:cubicBezTo>
                  <a:pt x="81" y="104"/>
                  <a:pt x="76" y="99"/>
                  <a:pt x="76" y="92"/>
                </a:cubicBezTo>
                <a:cubicBezTo>
                  <a:pt x="76" y="85"/>
                  <a:pt x="81" y="80"/>
                  <a:pt x="88" y="80"/>
                </a:cubicBezTo>
                <a:cubicBezTo>
                  <a:pt x="95" y="80"/>
                  <a:pt x="100" y="85"/>
                  <a:pt x="100" y="92"/>
                </a:cubicBezTo>
                <a:cubicBezTo>
                  <a:pt x="100" y="99"/>
                  <a:pt x="95" y="104"/>
                  <a:pt x="88" y="104"/>
                </a:cubicBezTo>
                <a:close/>
                <a:moveTo>
                  <a:pt x="36" y="192"/>
                </a:moveTo>
                <a:cubicBezTo>
                  <a:pt x="44" y="192"/>
                  <a:pt x="44" y="192"/>
                  <a:pt x="44" y="192"/>
                </a:cubicBezTo>
                <a:cubicBezTo>
                  <a:pt x="44" y="152"/>
                  <a:pt x="44" y="152"/>
                  <a:pt x="44" y="152"/>
                </a:cubicBezTo>
                <a:cubicBezTo>
                  <a:pt x="36" y="152"/>
                  <a:pt x="36" y="152"/>
                  <a:pt x="36" y="152"/>
                </a:cubicBezTo>
                <a:lnTo>
                  <a:pt x="36" y="192"/>
                </a:lnTo>
                <a:close/>
                <a:moveTo>
                  <a:pt x="52" y="106"/>
                </a:moveTo>
                <a:cubicBezTo>
                  <a:pt x="52" y="72"/>
                  <a:pt x="52" y="72"/>
                  <a:pt x="52" y="72"/>
                </a:cubicBezTo>
                <a:cubicBezTo>
                  <a:pt x="44" y="72"/>
                  <a:pt x="44" y="72"/>
                  <a:pt x="44" y="72"/>
                </a:cubicBezTo>
                <a:cubicBezTo>
                  <a:pt x="44" y="108"/>
                  <a:pt x="44" y="108"/>
                  <a:pt x="44" y="108"/>
                </a:cubicBezTo>
                <a:cubicBezTo>
                  <a:pt x="44" y="109"/>
                  <a:pt x="44" y="110"/>
                  <a:pt x="45" y="111"/>
                </a:cubicBezTo>
                <a:cubicBezTo>
                  <a:pt x="60" y="126"/>
                  <a:pt x="60" y="126"/>
                  <a:pt x="60" y="126"/>
                </a:cubicBezTo>
                <a:cubicBezTo>
                  <a:pt x="60" y="216"/>
                  <a:pt x="60" y="216"/>
                  <a:pt x="60" y="216"/>
                </a:cubicBezTo>
                <a:cubicBezTo>
                  <a:pt x="68" y="216"/>
                  <a:pt x="68" y="216"/>
                  <a:pt x="68" y="216"/>
                </a:cubicBezTo>
                <a:cubicBezTo>
                  <a:pt x="68" y="124"/>
                  <a:pt x="68" y="124"/>
                  <a:pt x="68" y="124"/>
                </a:cubicBezTo>
                <a:cubicBezTo>
                  <a:pt x="68" y="123"/>
                  <a:pt x="68" y="122"/>
                  <a:pt x="67" y="121"/>
                </a:cubicBezTo>
                <a:lnTo>
                  <a:pt x="52" y="106"/>
                </a:lnTo>
                <a:close/>
                <a:moveTo>
                  <a:pt x="84" y="256"/>
                </a:moveTo>
                <a:cubicBezTo>
                  <a:pt x="92" y="256"/>
                  <a:pt x="92" y="256"/>
                  <a:pt x="92" y="256"/>
                </a:cubicBezTo>
                <a:cubicBezTo>
                  <a:pt x="92" y="120"/>
                  <a:pt x="92" y="120"/>
                  <a:pt x="92" y="120"/>
                </a:cubicBezTo>
                <a:cubicBezTo>
                  <a:pt x="84" y="120"/>
                  <a:pt x="84" y="120"/>
                  <a:pt x="84" y="120"/>
                </a:cubicBezTo>
                <a:lnTo>
                  <a:pt x="84" y="256"/>
                </a:lnTo>
                <a:close/>
                <a:moveTo>
                  <a:pt x="132" y="48"/>
                </a:moveTo>
                <a:cubicBezTo>
                  <a:pt x="124" y="48"/>
                  <a:pt x="124" y="48"/>
                  <a:pt x="124" y="48"/>
                </a:cubicBezTo>
                <a:cubicBezTo>
                  <a:pt x="124" y="106"/>
                  <a:pt x="124" y="106"/>
                  <a:pt x="124" y="106"/>
                </a:cubicBezTo>
                <a:cubicBezTo>
                  <a:pt x="109" y="121"/>
                  <a:pt x="109" y="121"/>
                  <a:pt x="109" y="121"/>
                </a:cubicBezTo>
                <a:cubicBezTo>
                  <a:pt x="108" y="122"/>
                  <a:pt x="108" y="123"/>
                  <a:pt x="108" y="124"/>
                </a:cubicBezTo>
                <a:cubicBezTo>
                  <a:pt x="108" y="232"/>
                  <a:pt x="108" y="232"/>
                  <a:pt x="108" y="232"/>
                </a:cubicBezTo>
                <a:cubicBezTo>
                  <a:pt x="116" y="232"/>
                  <a:pt x="116" y="232"/>
                  <a:pt x="116" y="232"/>
                </a:cubicBezTo>
                <a:cubicBezTo>
                  <a:pt x="116" y="126"/>
                  <a:pt x="116" y="126"/>
                  <a:pt x="116" y="126"/>
                </a:cubicBezTo>
                <a:cubicBezTo>
                  <a:pt x="131" y="111"/>
                  <a:pt x="131" y="111"/>
                  <a:pt x="131" y="111"/>
                </a:cubicBezTo>
                <a:cubicBezTo>
                  <a:pt x="132" y="110"/>
                  <a:pt x="132" y="109"/>
                  <a:pt x="132" y="108"/>
                </a:cubicBezTo>
                <a:lnTo>
                  <a:pt x="132" y="48"/>
                </a:lnTo>
                <a:close/>
                <a:moveTo>
                  <a:pt x="180" y="92"/>
                </a:moveTo>
                <a:cubicBezTo>
                  <a:pt x="180" y="80"/>
                  <a:pt x="180" y="80"/>
                  <a:pt x="180" y="80"/>
                </a:cubicBezTo>
                <a:cubicBezTo>
                  <a:pt x="172" y="80"/>
                  <a:pt x="172" y="80"/>
                  <a:pt x="172" y="80"/>
                </a:cubicBezTo>
                <a:cubicBezTo>
                  <a:pt x="172" y="91"/>
                  <a:pt x="172" y="91"/>
                  <a:pt x="172" y="91"/>
                </a:cubicBezTo>
                <a:cubicBezTo>
                  <a:pt x="133" y="137"/>
                  <a:pt x="133" y="137"/>
                  <a:pt x="133" y="137"/>
                </a:cubicBezTo>
                <a:cubicBezTo>
                  <a:pt x="132" y="138"/>
                  <a:pt x="132" y="139"/>
                  <a:pt x="132" y="140"/>
                </a:cubicBezTo>
                <a:cubicBezTo>
                  <a:pt x="132" y="216"/>
                  <a:pt x="132" y="216"/>
                  <a:pt x="132" y="216"/>
                </a:cubicBezTo>
                <a:cubicBezTo>
                  <a:pt x="140" y="216"/>
                  <a:pt x="140" y="216"/>
                  <a:pt x="140" y="216"/>
                </a:cubicBezTo>
                <a:cubicBezTo>
                  <a:pt x="140" y="141"/>
                  <a:pt x="140" y="141"/>
                  <a:pt x="140" y="141"/>
                </a:cubicBezTo>
                <a:cubicBezTo>
                  <a:pt x="179" y="95"/>
                  <a:pt x="179" y="95"/>
                  <a:pt x="179" y="95"/>
                </a:cubicBezTo>
                <a:cubicBezTo>
                  <a:pt x="180" y="94"/>
                  <a:pt x="180" y="93"/>
                  <a:pt x="180" y="92"/>
                </a:cubicBezTo>
                <a:close/>
                <a:moveTo>
                  <a:pt x="157" y="153"/>
                </a:moveTo>
                <a:cubicBezTo>
                  <a:pt x="156" y="154"/>
                  <a:pt x="156" y="155"/>
                  <a:pt x="156" y="156"/>
                </a:cubicBezTo>
                <a:cubicBezTo>
                  <a:pt x="156" y="192"/>
                  <a:pt x="156" y="192"/>
                  <a:pt x="156" y="192"/>
                </a:cubicBezTo>
                <a:cubicBezTo>
                  <a:pt x="164" y="192"/>
                  <a:pt x="164" y="192"/>
                  <a:pt x="164" y="192"/>
                </a:cubicBezTo>
                <a:cubicBezTo>
                  <a:pt x="164" y="158"/>
                  <a:pt x="164" y="158"/>
                  <a:pt x="164" y="158"/>
                </a:cubicBezTo>
                <a:cubicBezTo>
                  <a:pt x="174" y="148"/>
                  <a:pt x="174" y="148"/>
                  <a:pt x="174" y="148"/>
                </a:cubicBezTo>
                <a:cubicBezTo>
                  <a:pt x="168" y="142"/>
                  <a:pt x="168" y="142"/>
                  <a:pt x="168" y="142"/>
                </a:cubicBezTo>
                <a:lnTo>
                  <a:pt x="157" y="1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6" name="Freeform 116">
            <a:extLst>
              <a:ext uri="{FF2B5EF4-FFF2-40B4-BE49-F238E27FC236}">
                <a16:creationId xmlns:a16="http://schemas.microsoft.com/office/drawing/2014/main" id="{6290857E-02CD-48CD-A16B-C63BFED77CE4}"/>
              </a:ext>
            </a:extLst>
          </p:cNvPr>
          <p:cNvSpPr>
            <a:spLocks noChangeAspect="1" noEditPoints="1"/>
          </p:cNvSpPr>
          <p:nvPr/>
        </p:nvSpPr>
        <p:spPr bwMode="auto">
          <a:xfrm>
            <a:off x="2530605" y="2413354"/>
            <a:ext cx="355600" cy="381000"/>
          </a:xfrm>
          <a:custGeom>
            <a:avLst/>
            <a:gdLst>
              <a:gd name="T0" fmla="*/ 148 w 228"/>
              <a:gd name="T1" fmla="*/ 40 h 244"/>
              <a:gd name="T2" fmla="*/ 128 w 228"/>
              <a:gd name="T3" fmla="*/ 20 h 244"/>
              <a:gd name="T4" fmla="*/ 76 w 228"/>
              <a:gd name="T5" fmla="*/ 60 h 244"/>
              <a:gd name="T6" fmla="*/ 119 w 228"/>
              <a:gd name="T7" fmla="*/ 66 h 244"/>
              <a:gd name="T8" fmla="*/ 148 w 228"/>
              <a:gd name="T9" fmla="*/ 32 h 244"/>
              <a:gd name="T10" fmla="*/ 136 w 228"/>
              <a:gd name="T11" fmla="*/ 20 h 244"/>
              <a:gd name="T12" fmla="*/ 56 w 228"/>
              <a:gd name="T13" fmla="*/ 60 h 244"/>
              <a:gd name="T14" fmla="*/ 68 w 228"/>
              <a:gd name="T15" fmla="*/ 60 h 244"/>
              <a:gd name="T16" fmla="*/ 128 w 228"/>
              <a:gd name="T17" fmla="*/ 92 h 244"/>
              <a:gd name="T18" fmla="*/ 147 w 228"/>
              <a:gd name="T19" fmla="*/ 98 h 244"/>
              <a:gd name="T20" fmla="*/ 204 w 228"/>
              <a:gd name="T21" fmla="*/ 76 h 244"/>
              <a:gd name="T22" fmla="*/ 184 w 228"/>
              <a:gd name="T23" fmla="*/ 52 h 244"/>
              <a:gd name="T24" fmla="*/ 204 w 228"/>
              <a:gd name="T25" fmla="*/ 44 h 244"/>
              <a:gd name="T26" fmla="*/ 192 w 228"/>
              <a:gd name="T27" fmla="*/ 56 h 244"/>
              <a:gd name="T28" fmla="*/ 104 w 228"/>
              <a:gd name="T29" fmla="*/ 100 h 244"/>
              <a:gd name="T30" fmla="*/ 104 w 228"/>
              <a:gd name="T31" fmla="*/ 92 h 244"/>
              <a:gd name="T32" fmla="*/ 204 w 228"/>
              <a:gd name="T33" fmla="*/ 144 h 244"/>
              <a:gd name="T34" fmla="*/ 184 w 228"/>
              <a:gd name="T35" fmla="*/ 120 h 244"/>
              <a:gd name="T36" fmla="*/ 204 w 228"/>
              <a:gd name="T37" fmla="*/ 112 h 244"/>
              <a:gd name="T38" fmla="*/ 192 w 228"/>
              <a:gd name="T39" fmla="*/ 124 h 244"/>
              <a:gd name="T40" fmla="*/ 60 w 228"/>
              <a:gd name="T41" fmla="*/ 120 h 244"/>
              <a:gd name="T42" fmla="*/ 60 w 228"/>
              <a:gd name="T43" fmla="*/ 128 h 244"/>
              <a:gd name="T44" fmla="*/ 119 w 228"/>
              <a:gd name="T45" fmla="*/ 173 h 244"/>
              <a:gd name="T46" fmla="*/ 84 w 228"/>
              <a:gd name="T47" fmla="*/ 180 h 244"/>
              <a:gd name="T48" fmla="*/ 136 w 228"/>
              <a:gd name="T49" fmla="*/ 224 h 244"/>
              <a:gd name="T50" fmla="*/ 156 w 228"/>
              <a:gd name="T51" fmla="*/ 204 h 244"/>
              <a:gd name="T52" fmla="*/ 156 w 228"/>
              <a:gd name="T53" fmla="*/ 212 h 244"/>
              <a:gd name="T54" fmla="*/ 0 w 228"/>
              <a:gd name="T55" fmla="*/ 180 h 244"/>
              <a:gd name="T56" fmla="*/ 0 w 228"/>
              <a:gd name="T57" fmla="*/ 172 h 244"/>
              <a:gd name="T58" fmla="*/ 76 w 228"/>
              <a:gd name="T59" fmla="*/ 180 h 244"/>
              <a:gd name="T60" fmla="*/ 64 w 228"/>
              <a:gd name="T61" fmla="*/ 180 h 244"/>
              <a:gd name="T62" fmla="*/ 170 w 228"/>
              <a:gd name="T63" fmla="*/ 180 h 244"/>
              <a:gd name="T64" fmla="*/ 0 w 228"/>
              <a:gd name="T65" fmla="*/ 148 h 244"/>
              <a:gd name="T66" fmla="*/ 165 w 228"/>
              <a:gd name="T67" fmla="*/ 186 h 244"/>
              <a:gd name="T68" fmla="*/ 208 w 228"/>
              <a:gd name="T69" fmla="*/ 204 h 244"/>
              <a:gd name="T70" fmla="*/ 208 w 228"/>
              <a:gd name="T71" fmla="*/ 196 h 244"/>
              <a:gd name="T72" fmla="*/ 220 w 228"/>
              <a:gd name="T73" fmla="*/ 184 h 244"/>
              <a:gd name="T74" fmla="*/ 0 w 228"/>
              <a:gd name="T75" fmla="*/ 120 h 244"/>
              <a:gd name="T76" fmla="*/ 12 w 228"/>
              <a:gd name="T77" fmla="*/ 120 h 244"/>
              <a:gd name="T78" fmla="*/ 0 w 228"/>
              <a:gd name="T79" fmla="*/ 100 h 244"/>
              <a:gd name="T80" fmla="*/ 44 w 228"/>
              <a:gd name="T81" fmla="*/ 60 h 244"/>
              <a:gd name="T82" fmla="*/ 44 w 228"/>
              <a:gd name="T83" fmla="*/ 68 h 244"/>
              <a:gd name="T84" fmla="*/ 36 w 228"/>
              <a:gd name="T85" fmla="*/ 120 h 244"/>
              <a:gd name="T86" fmla="*/ 36 w 228"/>
              <a:gd name="T87" fmla="*/ 128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8" h="244">
                <a:moveTo>
                  <a:pt x="119" y="66"/>
                </a:moveTo>
                <a:cubicBezTo>
                  <a:pt x="140" y="38"/>
                  <a:pt x="140" y="38"/>
                  <a:pt x="140" y="38"/>
                </a:cubicBezTo>
                <a:cubicBezTo>
                  <a:pt x="143" y="39"/>
                  <a:pt x="145" y="40"/>
                  <a:pt x="148" y="40"/>
                </a:cubicBezTo>
                <a:cubicBezTo>
                  <a:pt x="159" y="40"/>
                  <a:pt x="168" y="31"/>
                  <a:pt x="168" y="20"/>
                </a:cubicBezTo>
                <a:cubicBezTo>
                  <a:pt x="168" y="9"/>
                  <a:pt x="159" y="0"/>
                  <a:pt x="148" y="0"/>
                </a:cubicBezTo>
                <a:cubicBezTo>
                  <a:pt x="137" y="0"/>
                  <a:pt x="128" y="9"/>
                  <a:pt x="128" y="20"/>
                </a:cubicBezTo>
                <a:cubicBezTo>
                  <a:pt x="128" y="25"/>
                  <a:pt x="130" y="30"/>
                  <a:pt x="134" y="34"/>
                </a:cubicBezTo>
                <a:cubicBezTo>
                  <a:pt x="114" y="60"/>
                  <a:pt x="114" y="60"/>
                  <a:pt x="114" y="60"/>
                </a:cubicBezTo>
                <a:cubicBezTo>
                  <a:pt x="76" y="60"/>
                  <a:pt x="76" y="60"/>
                  <a:pt x="76" y="60"/>
                </a:cubicBezTo>
                <a:cubicBezTo>
                  <a:pt x="76" y="68"/>
                  <a:pt x="76" y="68"/>
                  <a:pt x="76" y="68"/>
                </a:cubicBezTo>
                <a:cubicBezTo>
                  <a:pt x="116" y="68"/>
                  <a:pt x="116" y="68"/>
                  <a:pt x="116" y="68"/>
                </a:cubicBezTo>
                <a:cubicBezTo>
                  <a:pt x="117" y="68"/>
                  <a:pt x="118" y="67"/>
                  <a:pt x="119" y="66"/>
                </a:cubicBezTo>
                <a:close/>
                <a:moveTo>
                  <a:pt x="148" y="8"/>
                </a:moveTo>
                <a:cubicBezTo>
                  <a:pt x="155" y="8"/>
                  <a:pt x="160" y="13"/>
                  <a:pt x="160" y="20"/>
                </a:cubicBezTo>
                <a:cubicBezTo>
                  <a:pt x="160" y="27"/>
                  <a:pt x="155" y="32"/>
                  <a:pt x="148" y="32"/>
                </a:cubicBezTo>
                <a:cubicBezTo>
                  <a:pt x="146" y="32"/>
                  <a:pt x="143" y="31"/>
                  <a:pt x="141" y="30"/>
                </a:cubicBezTo>
                <a:cubicBezTo>
                  <a:pt x="141" y="30"/>
                  <a:pt x="141" y="30"/>
                  <a:pt x="141" y="30"/>
                </a:cubicBezTo>
                <a:cubicBezTo>
                  <a:pt x="138" y="28"/>
                  <a:pt x="136" y="24"/>
                  <a:pt x="136" y="20"/>
                </a:cubicBezTo>
                <a:cubicBezTo>
                  <a:pt x="136" y="13"/>
                  <a:pt x="141" y="8"/>
                  <a:pt x="148" y="8"/>
                </a:cubicBezTo>
                <a:close/>
                <a:moveTo>
                  <a:pt x="68" y="60"/>
                </a:moveTo>
                <a:cubicBezTo>
                  <a:pt x="56" y="60"/>
                  <a:pt x="56" y="60"/>
                  <a:pt x="56" y="60"/>
                </a:cubicBezTo>
                <a:cubicBezTo>
                  <a:pt x="56" y="68"/>
                  <a:pt x="56" y="68"/>
                  <a:pt x="56" y="68"/>
                </a:cubicBezTo>
                <a:cubicBezTo>
                  <a:pt x="68" y="68"/>
                  <a:pt x="68" y="68"/>
                  <a:pt x="68" y="68"/>
                </a:cubicBezTo>
                <a:lnTo>
                  <a:pt x="68" y="60"/>
                </a:lnTo>
                <a:close/>
                <a:moveTo>
                  <a:pt x="165" y="54"/>
                </a:moveTo>
                <a:cubicBezTo>
                  <a:pt x="142" y="92"/>
                  <a:pt x="142" y="92"/>
                  <a:pt x="142" y="92"/>
                </a:cubicBezTo>
                <a:cubicBezTo>
                  <a:pt x="128" y="92"/>
                  <a:pt x="128" y="92"/>
                  <a:pt x="128" y="92"/>
                </a:cubicBezTo>
                <a:cubicBezTo>
                  <a:pt x="128" y="100"/>
                  <a:pt x="128" y="100"/>
                  <a:pt x="128" y="100"/>
                </a:cubicBezTo>
                <a:cubicBezTo>
                  <a:pt x="144" y="100"/>
                  <a:pt x="144" y="100"/>
                  <a:pt x="144" y="100"/>
                </a:cubicBezTo>
                <a:cubicBezTo>
                  <a:pt x="145" y="100"/>
                  <a:pt x="147" y="99"/>
                  <a:pt x="147" y="98"/>
                </a:cubicBezTo>
                <a:cubicBezTo>
                  <a:pt x="170" y="60"/>
                  <a:pt x="170" y="60"/>
                  <a:pt x="170" y="60"/>
                </a:cubicBezTo>
                <a:cubicBezTo>
                  <a:pt x="184" y="60"/>
                  <a:pt x="184" y="60"/>
                  <a:pt x="184" y="60"/>
                </a:cubicBezTo>
                <a:cubicBezTo>
                  <a:pt x="186" y="69"/>
                  <a:pt x="194" y="76"/>
                  <a:pt x="204" y="76"/>
                </a:cubicBezTo>
                <a:cubicBezTo>
                  <a:pt x="215" y="76"/>
                  <a:pt x="224" y="67"/>
                  <a:pt x="224" y="56"/>
                </a:cubicBezTo>
                <a:cubicBezTo>
                  <a:pt x="224" y="45"/>
                  <a:pt x="215" y="36"/>
                  <a:pt x="204" y="36"/>
                </a:cubicBezTo>
                <a:cubicBezTo>
                  <a:pt x="194" y="36"/>
                  <a:pt x="186" y="43"/>
                  <a:pt x="184" y="52"/>
                </a:cubicBezTo>
                <a:cubicBezTo>
                  <a:pt x="168" y="52"/>
                  <a:pt x="168" y="52"/>
                  <a:pt x="168" y="52"/>
                </a:cubicBezTo>
                <a:cubicBezTo>
                  <a:pt x="167" y="52"/>
                  <a:pt x="165" y="53"/>
                  <a:pt x="165" y="54"/>
                </a:cubicBezTo>
                <a:close/>
                <a:moveTo>
                  <a:pt x="204" y="44"/>
                </a:moveTo>
                <a:cubicBezTo>
                  <a:pt x="211" y="44"/>
                  <a:pt x="216" y="49"/>
                  <a:pt x="216" y="56"/>
                </a:cubicBezTo>
                <a:cubicBezTo>
                  <a:pt x="216" y="63"/>
                  <a:pt x="211" y="68"/>
                  <a:pt x="204" y="68"/>
                </a:cubicBezTo>
                <a:cubicBezTo>
                  <a:pt x="197" y="68"/>
                  <a:pt x="192" y="63"/>
                  <a:pt x="192" y="56"/>
                </a:cubicBezTo>
                <a:cubicBezTo>
                  <a:pt x="192" y="49"/>
                  <a:pt x="197" y="44"/>
                  <a:pt x="204" y="44"/>
                </a:cubicBezTo>
                <a:close/>
                <a:moveTo>
                  <a:pt x="104" y="92"/>
                </a:moveTo>
                <a:cubicBezTo>
                  <a:pt x="104" y="100"/>
                  <a:pt x="104" y="100"/>
                  <a:pt x="104" y="100"/>
                </a:cubicBezTo>
                <a:cubicBezTo>
                  <a:pt x="116" y="100"/>
                  <a:pt x="116" y="100"/>
                  <a:pt x="116" y="100"/>
                </a:cubicBezTo>
                <a:cubicBezTo>
                  <a:pt x="116" y="92"/>
                  <a:pt x="116" y="92"/>
                  <a:pt x="116" y="92"/>
                </a:cubicBezTo>
                <a:lnTo>
                  <a:pt x="104" y="92"/>
                </a:lnTo>
                <a:close/>
                <a:moveTo>
                  <a:pt x="72" y="128"/>
                </a:moveTo>
                <a:cubicBezTo>
                  <a:pt x="184" y="128"/>
                  <a:pt x="184" y="128"/>
                  <a:pt x="184" y="128"/>
                </a:cubicBezTo>
                <a:cubicBezTo>
                  <a:pt x="186" y="137"/>
                  <a:pt x="194" y="144"/>
                  <a:pt x="204" y="144"/>
                </a:cubicBezTo>
                <a:cubicBezTo>
                  <a:pt x="215" y="144"/>
                  <a:pt x="224" y="135"/>
                  <a:pt x="224" y="124"/>
                </a:cubicBezTo>
                <a:cubicBezTo>
                  <a:pt x="224" y="113"/>
                  <a:pt x="215" y="104"/>
                  <a:pt x="204" y="104"/>
                </a:cubicBezTo>
                <a:cubicBezTo>
                  <a:pt x="194" y="104"/>
                  <a:pt x="186" y="111"/>
                  <a:pt x="184" y="120"/>
                </a:cubicBezTo>
                <a:cubicBezTo>
                  <a:pt x="72" y="120"/>
                  <a:pt x="72" y="120"/>
                  <a:pt x="72" y="120"/>
                </a:cubicBezTo>
                <a:lnTo>
                  <a:pt x="72" y="128"/>
                </a:lnTo>
                <a:close/>
                <a:moveTo>
                  <a:pt x="204" y="112"/>
                </a:moveTo>
                <a:cubicBezTo>
                  <a:pt x="211" y="112"/>
                  <a:pt x="216" y="117"/>
                  <a:pt x="216" y="124"/>
                </a:cubicBezTo>
                <a:cubicBezTo>
                  <a:pt x="216" y="131"/>
                  <a:pt x="211" y="136"/>
                  <a:pt x="204" y="136"/>
                </a:cubicBezTo>
                <a:cubicBezTo>
                  <a:pt x="197" y="136"/>
                  <a:pt x="192" y="131"/>
                  <a:pt x="192" y="124"/>
                </a:cubicBezTo>
                <a:cubicBezTo>
                  <a:pt x="192" y="117"/>
                  <a:pt x="197" y="112"/>
                  <a:pt x="204" y="112"/>
                </a:cubicBezTo>
                <a:close/>
                <a:moveTo>
                  <a:pt x="60" y="128"/>
                </a:moveTo>
                <a:cubicBezTo>
                  <a:pt x="60" y="120"/>
                  <a:pt x="60" y="120"/>
                  <a:pt x="60" y="120"/>
                </a:cubicBezTo>
                <a:cubicBezTo>
                  <a:pt x="48" y="120"/>
                  <a:pt x="48" y="120"/>
                  <a:pt x="48" y="120"/>
                </a:cubicBezTo>
                <a:cubicBezTo>
                  <a:pt x="48" y="128"/>
                  <a:pt x="48" y="128"/>
                  <a:pt x="48" y="128"/>
                </a:cubicBezTo>
                <a:lnTo>
                  <a:pt x="60" y="128"/>
                </a:lnTo>
                <a:close/>
                <a:moveTo>
                  <a:pt x="156" y="204"/>
                </a:moveTo>
                <a:cubicBezTo>
                  <a:pt x="153" y="204"/>
                  <a:pt x="149" y="205"/>
                  <a:pt x="147" y="206"/>
                </a:cubicBezTo>
                <a:cubicBezTo>
                  <a:pt x="119" y="173"/>
                  <a:pt x="119" y="173"/>
                  <a:pt x="119" y="173"/>
                </a:cubicBezTo>
                <a:cubicBezTo>
                  <a:pt x="118" y="173"/>
                  <a:pt x="117" y="172"/>
                  <a:pt x="116" y="172"/>
                </a:cubicBezTo>
                <a:cubicBezTo>
                  <a:pt x="84" y="172"/>
                  <a:pt x="84" y="172"/>
                  <a:pt x="84" y="172"/>
                </a:cubicBezTo>
                <a:cubicBezTo>
                  <a:pt x="84" y="180"/>
                  <a:pt x="84" y="180"/>
                  <a:pt x="84" y="180"/>
                </a:cubicBezTo>
                <a:cubicBezTo>
                  <a:pt x="114" y="180"/>
                  <a:pt x="114" y="180"/>
                  <a:pt x="114" y="180"/>
                </a:cubicBezTo>
                <a:cubicBezTo>
                  <a:pt x="141" y="212"/>
                  <a:pt x="141" y="212"/>
                  <a:pt x="141" y="212"/>
                </a:cubicBezTo>
                <a:cubicBezTo>
                  <a:pt x="138" y="215"/>
                  <a:pt x="136" y="219"/>
                  <a:pt x="136" y="224"/>
                </a:cubicBezTo>
                <a:cubicBezTo>
                  <a:pt x="136" y="235"/>
                  <a:pt x="145" y="244"/>
                  <a:pt x="156" y="244"/>
                </a:cubicBezTo>
                <a:cubicBezTo>
                  <a:pt x="167" y="244"/>
                  <a:pt x="176" y="235"/>
                  <a:pt x="176" y="224"/>
                </a:cubicBezTo>
                <a:cubicBezTo>
                  <a:pt x="176" y="213"/>
                  <a:pt x="167" y="204"/>
                  <a:pt x="156" y="204"/>
                </a:cubicBezTo>
                <a:close/>
                <a:moveTo>
                  <a:pt x="156" y="236"/>
                </a:moveTo>
                <a:cubicBezTo>
                  <a:pt x="149" y="236"/>
                  <a:pt x="144" y="231"/>
                  <a:pt x="144" y="224"/>
                </a:cubicBezTo>
                <a:cubicBezTo>
                  <a:pt x="144" y="217"/>
                  <a:pt x="149" y="212"/>
                  <a:pt x="156" y="212"/>
                </a:cubicBezTo>
                <a:cubicBezTo>
                  <a:pt x="163" y="212"/>
                  <a:pt x="168" y="217"/>
                  <a:pt x="168" y="224"/>
                </a:cubicBezTo>
                <a:cubicBezTo>
                  <a:pt x="168" y="231"/>
                  <a:pt x="163" y="236"/>
                  <a:pt x="156" y="236"/>
                </a:cubicBezTo>
                <a:close/>
                <a:moveTo>
                  <a:pt x="0" y="180"/>
                </a:moveTo>
                <a:cubicBezTo>
                  <a:pt x="52" y="180"/>
                  <a:pt x="52" y="180"/>
                  <a:pt x="52" y="180"/>
                </a:cubicBezTo>
                <a:cubicBezTo>
                  <a:pt x="52" y="172"/>
                  <a:pt x="52" y="172"/>
                  <a:pt x="52" y="172"/>
                </a:cubicBezTo>
                <a:cubicBezTo>
                  <a:pt x="0" y="172"/>
                  <a:pt x="0" y="172"/>
                  <a:pt x="0" y="172"/>
                </a:cubicBezTo>
                <a:lnTo>
                  <a:pt x="0" y="180"/>
                </a:lnTo>
                <a:close/>
                <a:moveTo>
                  <a:pt x="64" y="180"/>
                </a:moveTo>
                <a:cubicBezTo>
                  <a:pt x="76" y="180"/>
                  <a:pt x="76" y="180"/>
                  <a:pt x="76" y="180"/>
                </a:cubicBezTo>
                <a:cubicBezTo>
                  <a:pt x="76" y="172"/>
                  <a:pt x="76" y="172"/>
                  <a:pt x="76" y="172"/>
                </a:cubicBezTo>
                <a:cubicBezTo>
                  <a:pt x="64" y="172"/>
                  <a:pt x="64" y="172"/>
                  <a:pt x="64" y="172"/>
                </a:cubicBezTo>
                <a:lnTo>
                  <a:pt x="64" y="180"/>
                </a:lnTo>
                <a:close/>
                <a:moveTo>
                  <a:pt x="208" y="164"/>
                </a:moveTo>
                <a:cubicBezTo>
                  <a:pt x="198" y="164"/>
                  <a:pt x="190" y="171"/>
                  <a:pt x="188" y="180"/>
                </a:cubicBezTo>
                <a:cubicBezTo>
                  <a:pt x="170" y="180"/>
                  <a:pt x="170" y="180"/>
                  <a:pt x="170" y="180"/>
                </a:cubicBezTo>
                <a:cubicBezTo>
                  <a:pt x="147" y="150"/>
                  <a:pt x="147" y="150"/>
                  <a:pt x="147" y="150"/>
                </a:cubicBezTo>
                <a:cubicBezTo>
                  <a:pt x="146" y="149"/>
                  <a:pt x="145" y="148"/>
                  <a:pt x="144" y="148"/>
                </a:cubicBezTo>
                <a:cubicBezTo>
                  <a:pt x="0" y="148"/>
                  <a:pt x="0" y="148"/>
                  <a:pt x="0" y="148"/>
                </a:cubicBezTo>
                <a:cubicBezTo>
                  <a:pt x="0" y="156"/>
                  <a:pt x="0" y="156"/>
                  <a:pt x="0" y="156"/>
                </a:cubicBezTo>
                <a:cubicBezTo>
                  <a:pt x="142" y="156"/>
                  <a:pt x="142" y="156"/>
                  <a:pt x="142" y="156"/>
                </a:cubicBezTo>
                <a:cubicBezTo>
                  <a:pt x="165" y="186"/>
                  <a:pt x="165" y="186"/>
                  <a:pt x="165" y="186"/>
                </a:cubicBezTo>
                <a:cubicBezTo>
                  <a:pt x="166" y="187"/>
                  <a:pt x="167" y="188"/>
                  <a:pt x="168" y="188"/>
                </a:cubicBezTo>
                <a:cubicBezTo>
                  <a:pt x="188" y="188"/>
                  <a:pt x="188" y="188"/>
                  <a:pt x="188" y="188"/>
                </a:cubicBezTo>
                <a:cubicBezTo>
                  <a:pt x="190" y="197"/>
                  <a:pt x="198" y="204"/>
                  <a:pt x="208" y="204"/>
                </a:cubicBezTo>
                <a:cubicBezTo>
                  <a:pt x="219" y="204"/>
                  <a:pt x="228" y="195"/>
                  <a:pt x="228" y="184"/>
                </a:cubicBezTo>
                <a:cubicBezTo>
                  <a:pt x="228" y="173"/>
                  <a:pt x="219" y="164"/>
                  <a:pt x="208" y="164"/>
                </a:cubicBezTo>
                <a:close/>
                <a:moveTo>
                  <a:pt x="208" y="196"/>
                </a:moveTo>
                <a:cubicBezTo>
                  <a:pt x="201" y="196"/>
                  <a:pt x="196" y="191"/>
                  <a:pt x="196" y="184"/>
                </a:cubicBezTo>
                <a:cubicBezTo>
                  <a:pt x="196" y="177"/>
                  <a:pt x="201" y="172"/>
                  <a:pt x="208" y="172"/>
                </a:cubicBezTo>
                <a:cubicBezTo>
                  <a:pt x="215" y="172"/>
                  <a:pt x="220" y="177"/>
                  <a:pt x="220" y="184"/>
                </a:cubicBezTo>
                <a:cubicBezTo>
                  <a:pt x="220" y="191"/>
                  <a:pt x="215" y="196"/>
                  <a:pt x="208" y="196"/>
                </a:cubicBezTo>
                <a:close/>
                <a:moveTo>
                  <a:pt x="12" y="120"/>
                </a:moveTo>
                <a:cubicBezTo>
                  <a:pt x="0" y="120"/>
                  <a:pt x="0" y="120"/>
                  <a:pt x="0" y="120"/>
                </a:cubicBezTo>
                <a:cubicBezTo>
                  <a:pt x="0" y="128"/>
                  <a:pt x="0" y="128"/>
                  <a:pt x="0" y="128"/>
                </a:cubicBezTo>
                <a:cubicBezTo>
                  <a:pt x="12" y="128"/>
                  <a:pt x="12" y="128"/>
                  <a:pt x="12" y="128"/>
                </a:cubicBezTo>
                <a:lnTo>
                  <a:pt x="12" y="120"/>
                </a:lnTo>
                <a:close/>
                <a:moveTo>
                  <a:pt x="96" y="92"/>
                </a:moveTo>
                <a:cubicBezTo>
                  <a:pt x="0" y="92"/>
                  <a:pt x="0" y="92"/>
                  <a:pt x="0" y="92"/>
                </a:cubicBezTo>
                <a:cubicBezTo>
                  <a:pt x="0" y="100"/>
                  <a:pt x="0" y="100"/>
                  <a:pt x="0" y="100"/>
                </a:cubicBezTo>
                <a:cubicBezTo>
                  <a:pt x="96" y="100"/>
                  <a:pt x="96" y="100"/>
                  <a:pt x="96" y="100"/>
                </a:cubicBezTo>
                <a:lnTo>
                  <a:pt x="96" y="92"/>
                </a:lnTo>
                <a:close/>
                <a:moveTo>
                  <a:pt x="44" y="60"/>
                </a:moveTo>
                <a:cubicBezTo>
                  <a:pt x="0" y="60"/>
                  <a:pt x="0" y="60"/>
                  <a:pt x="0" y="60"/>
                </a:cubicBezTo>
                <a:cubicBezTo>
                  <a:pt x="0" y="68"/>
                  <a:pt x="0" y="68"/>
                  <a:pt x="0" y="68"/>
                </a:cubicBezTo>
                <a:cubicBezTo>
                  <a:pt x="44" y="68"/>
                  <a:pt x="44" y="68"/>
                  <a:pt x="44" y="68"/>
                </a:cubicBezTo>
                <a:lnTo>
                  <a:pt x="44" y="60"/>
                </a:lnTo>
                <a:close/>
                <a:moveTo>
                  <a:pt x="36" y="128"/>
                </a:moveTo>
                <a:cubicBezTo>
                  <a:pt x="36" y="120"/>
                  <a:pt x="36" y="120"/>
                  <a:pt x="36" y="120"/>
                </a:cubicBezTo>
                <a:cubicBezTo>
                  <a:pt x="24" y="120"/>
                  <a:pt x="24" y="120"/>
                  <a:pt x="24" y="120"/>
                </a:cubicBezTo>
                <a:cubicBezTo>
                  <a:pt x="24" y="128"/>
                  <a:pt x="24" y="128"/>
                  <a:pt x="24" y="128"/>
                </a:cubicBezTo>
                <a:lnTo>
                  <a:pt x="36" y="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80" name="Freeform 120">
            <a:extLst>
              <a:ext uri="{FF2B5EF4-FFF2-40B4-BE49-F238E27FC236}">
                <a16:creationId xmlns:a16="http://schemas.microsoft.com/office/drawing/2014/main" id="{1579BD34-5E3B-4D65-9B07-64FF28869C21}"/>
              </a:ext>
            </a:extLst>
          </p:cNvPr>
          <p:cNvSpPr>
            <a:spLocks noChangeAspect="1" noEditPoints="1"/>
          </p:cNvSpPr>
          <p:nvPr/>
        </p:nvSpPr>
        <p:spPr bwMode="auto">
          <a:xfrm>
            <a:off x="3526032" y="2403829"/>
            <a:ext cx="300038" cy="400050"/>
          </a:xfrm>
          <a:custGeom>
            <a:avLst/>
            <a:gdLst>
              <a:gd name="T0" fmla="*/ 16 w 192"/>
              <a:gd name="T1" fmla="*/ 32 h 256"/>
              <a:gd name="T2" fmla="*/ 40 w 192"/>
              <a:gd name="T3" fmla="*/ 160 h 256"/>
              <a:gd name="T4" fmla="*/ 79 w 192"/>
              <a:gd name="T5" fmla="*/ 102 h 256"/>
              <a:gd name="T6" fmla="*/ 72 w 192"/>
              <a:gd name="T7" fmla="*/ 48 h 256"/>
              <a:gd name="T8" fmla="*/ 40 w 192"/>
              <a:gd name="T9" fmla="*/ 140 h 256"/>
              <a:gd name="T10" fmla="*/ 96 w 192"/>
              <a:gd name="T11" fmla="*/ 20 h 256"/>
              <a:gd name="T12" fmla="*/ 76 w 192"/>
              <a:gd name="T13" fmla="*/ 40 h 256"/>
              <a:gd name="T14" fmla="*/ 76 w 192"/>
              <a:gd name="T15" fmla="*/ 32 h 256"/>
              <a:gd name="T16" fmla="*/ 176 w 192"/>
              <a:gd name="T17" fmla="*/ 8 h 256"/>
              <a:gd name="T18" fmla="*/ 176 w 192"/>
              <a:gd name="T19" fmla="*/ 24 h 256"/>
              <a:gd name="T20" fmla="*/ 16 w 192"/>
              <a:gd name="T21" fmla="*/ 48 h 256"/>
              <a:gd name="T22" fmla="*/ 24 w 192"/>
              <a:gd name="T23" fmla="*/ 48 h 256"/>
              <a:gd name="T24" fmla="*/ 168 w 192"/>
              <a:gd name="T25" fmla="*/ 56 h 256"/>
              <a:gd name="T26" fmla="*/ 176 w 192"/>
              <a:gd name="T27" fmla="*/ 72 h 256"/>
              <a:gd name="T28" fmla="*/ 176 w 192"/>
              <a:gd name="T29" fmla="*/ 96 h 256"/>
              <a:gd name="T30" fmla="*/ 136 w 192"/>
              <a:gd name="T31" fmla="*/ 68 h 256"/>
              <a:gd name="T32" fmla="*/ 116 w 192"/>
              <a:gd name="T33" fmla="*/ 88 h 256"/>
              <a:gd name="T34" fmla="*/ 116 w 192"/>
              <a:gd name="T35" fmla="*/ 80 h 256"/>
              <a:gd name="T36" fmla="*/ 40 w 192"/>
              <a:gd name="T37" fmla="*/ 240 h 256"/>
              <a:gd name="T38" fmla="*/ 40 w 192"/>
              <a:gd name="T39" fmla="*/ 224 h 256"/>
              <a:gd name="T40" fmla="*/ 176 w 192"/>
              <a:gd name="T41" fmla="*/ 176 h 256"/>
              <a:gd name="T42" fmla="*/ 168 w 192"/>
              <a:gd name="T43" fmla="*/ 176 h 256"/>
              <a:gd name="T44" fmla="*/ 176 w 192"/>
              <a:gd name="T45" fmla="*/ 192 h 256"/>
              <a:gd name="T46" fmla="*/ 140 w 192"/>
              <a:gd name="T47" fmla="*/ 208 h 256"/>
              <a:gd name="T48" fmla="*/ 160 w 192"/>
              <a:gd name="T49" fmla="*/ 228 h 256"/>
              <a:gd name="T50" fmla="*/ 128 w 192"/>
              <a:gd name="T51" fmla="*/ 228 h 256"/>
              <a:gd name="T52" fmla="*/ 140 w 192"/>
              <a:gd name="T53" fmla="*/ 240 h 256"/>
              <a:gd name="T54" fmla="*/ 0 w 192"/>
              <a:gd name="T55" fmla="*/ 100 h 256"/>
              <a:gd name="T56" fmla="*/ 20 w 192"/>
              <a:gd name="T57" fmla="*/ 112 h 256"/>
              <a:gd name="T58" fmla="*/ 32 w 192"/>
              <a:gd name="T59" fmla="*/ 100 h 256"/>
              <a:gd name="T60" fmla="*/ 152 w 192"/>
              <a:gd name="T61" fmla="*/ 124 h 256"/>
              <a:gd name="T62" fmla="*/ 172 w 192"/>
              <a:gd name="T63" fmla="*/ 104 h 256"/>
              <a:gd name="T64" fmla="*/ 172 w 192"/>
              <a:gd name="T65" fmla="*/ 112 h 256"/>
              <a:gd name="T66" fmla="*/ 136 w 192"/>
              <a:gd name="T67" fmla="*/ 200 h 256"/>
              <a:gd name="T68" fmla="*/ 143 w 192"/>
              <a:gd name="T69" fmla="*/ 154 h 256"/>
              <a:gd name="T70" fmla="*/ 112 w 192"/>
              <a:gd name="T71" fmla="*/ 96 h 256"/>
              <a:gd name="T72" fmla="*/ 136 w 192"/>
              <a:gd name="T73" fmla="*/ 157 h 256"/>
              <a:gd name="T74" fmla="*/ 24 w 192"/>
              <a:gd name="T75" fmla="*/ 188 h 256"/>
              <a:gd name="T76" fmla="*/ 44 w 192"/>
              <a:gd name="T77" fmla="*/ 168 h 256"/>
              <a:gd name="T78" fmla="*/ 44 w 192"/>
              <a:gd name="T79" fmla="*/ 176 h 256"/>
              <a:gd name="T80" fmla="*/ 88 w 192"/>
              <a:gd name="T81" fmla="*/ 256 h 256"/>
              <a:gd name="T82" fmla="*/ 88 w 192"/>
              <a:gd name="T83" fmla="*/ 184 h 256"/>
              <a:gd name="T84" fmla="*/ 72 w 192"/>
              <a:gd name="T85" fmla="*/ 156 h 256"/>
              <a:gd name="T86" fmla="*/ 92 w 192"/>
              <a:gd name="T87" fmla="*/ 136 h 256"/>
              <a:gd name="T88" fmla="*/ 92 w 192"/>
              <a:gd name="T89" fmla="*/ 14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2" h="256">
                <a:moveTo>
                  <a:pt x="24" y="16"/>
                </a:moveTo>
                <a:cubicBezTo>
                  <a:pt x="16" y="16"/>
                  <a:pt x="16" y="16"/>
                  <a:pt x="16" y="16"/>
                </a:cubicBezTo>
                <a:cubicBezTo>
                  <a:pt x="16" y="32"/>
                  <a:pt x="16" y="32"/>
                  <a:pt x="16" y="32"/>
                </a:cubicBezTo>
                <a:cubicBezTo>
                  <a:pt x="24" y="32"/>
                  <a:pt x="24" y="32"/>
                  <a:pt x="24" y="32"/>
                </a:cubicBezTo>
                <a:lnTo>
                  <a:pt x="24" y="16"/>
                </a:lnTo>
                <a:close/>
                <a:moveTo>
                  <a:pt x="40" y="160"/>
                </a:moveTo>
                <a:cubicBezTo>
                  <a:pt x="48" y="160"/>
                  <a:pt x="48" y="160"/>
                  <a:pt x="48" y="160"/>
                </a:cubicBezTo>
                <a:cubicBezTo>
                  <a:pt x="48" y="141"/>
                  <a:pt x="48" y="141"/>
                  <a:pt x="48" y="141"/>
                </a:cubicBezTo>
                <a:cubicBezTo>
                  <a:pt x="79" y="102"/>
                  <a:pt x="79" y="102"/>
                  <a:pt x="79" y="102"/>
                </a:cubicBezTo>
                <a:cubicBezTo>
                  <a:pt x="80" y="102"/>
                  <a:pt x="80" y="101"/>
                  <a:pt x="80" y="100"/>
                </a:cubicBezTo>
                <a:cubicBezTo>
                  <a:pt x="80" y="48"/>
                  <a:pt x="80" y="48"/>
                  <a:pt x="80" y="48"/>
                </a:cubicBezTo>
                <a:cubicBezTo>
                  <a:pt x="72" y="48"/>
                  <a:pt x="72" y="48"/>
                  <a:pt x="72" y="48"/>
                </a:cubicBezTo>
                <a:cubicBezTo>
                  <a:pt x="72" y="99"/>
                  <a:pt x="72" y="99"/>
                  <a:pt x="72" y="99"/>
                </a:cubicBezTo>
                <a:cubicBezTo>
                  <a:pt x="41" y="138"/>
                  <a:pt x="41" y="138"/>
                  <a:pt x="41" y="138"/>
                </a:cubicBezTo>
                <a:cubicBezTo>
                  <a:pt x="40" y="138"/>
                  <a:pt x="40" y="139"/>
                  <a:pt x="40" y="140"/>
                </a:cubicBezTo>
                <a:lnTo>
                  <a:pt x="40" y="160"/>
                </a:lnTo>
                <a:close/>
                <a:moveTo>
                  <a:pt x="76" y="40"/>
                </a:moveTo>
                <a:cubicBezTo>
                  <a:pt x="87" y="40"/>
                  <a:pt x="96" y="31"/>
                  <a:pt x="96" y="20"/>
                </a:cubicBezTo>
                <a:cubicBezTo>
                  <a:pt x="96" y="9"/>
                  <a:pt x="87" y="0"/>
                  <a:pt x="76" y="0"/>
                </a:cubicBezTo>
                <a:cubicBezTo>
                  <a:pt x="65" y="0"/>
                  <a:pt x="56" y="9"/>
                  <a:pt x="56" y="20"/>
                </a:cubicBezTo>
                <a:cubicBezTo>
                  <a:pt x="56" y="31"/>
                  <a:pt x="65" y="40"/>
                  <a:pt x="76" y="40"/>
                </a:cubicBezTo>
                <a:close/>
                <a:moveTo>
                  <a:pt x="76" y="8"/>
                </a:moveTo>
                <a:cubicBezTo>
                  <a:pt x="83" y="8"/>
                  <a:pt x="88" y="13"/>
                  <a:pt x="88" y="20"/>
                </a:cubicBezTo>
                <a:cubicBezTo>
                  <a:pt x="88" y="27"/>
                  <a:pt x="83" y="32"/>
                  <a:pt x="76" y="32"/>
                </a:cubicBezTo>
                <a:cubicBezTo>
                  <a:pt x="69" y="32"/>
                  <a:pt x="64" y="27"/>
                  <a:pt x="64" y="20"/>
                </a:cubicBezTo>
                <a:cubicBezTo>
                  <a:pt x="64" y="13"/>
                  <a:pt x="69" y="8"/>
                  <a:pt x="76" y="8"/>
                </a:cubicBezTo>
                <a:close/>
                <a:moveTo>
                  <a:pt x="176" y="8"/>
                </a:moveTo>
                <a:cubicBezTo>
                  <a:pt x="168" y="8"/>
                  <a:pt x="168" y="8"/>
                  <a:pt x="168" y="8"/>
                </a:cubicBezTo>
                <a:cubicBezTo>
                  <a:pt x="168" y="24"/>
                  <a:pt x="168" y="24"/>
                  <a:pt x="168" y="24"/>
                </a:cubicBezTo>
                <a:cubicBezTo>
                  <a:pt x="176" y="24"/>
                  <a:pt x="176" y="24"/>
                  <a:pt x="176" y="24"/>
                </a:cubicBezTo>
                <a:lnTo>
                  <a:pt x="176" y="8"/>
                </a:lnTo>
                <a:close/>
                <a:moveTo>
                  <a:pt x="24" y="48"/>
                </a:moveTo>
                <a:cubicBezTo>
                  <a:pt x="16" y="48"/>
                  <a:pt x="16" y="48"/>
                  <a:pt x="16" y="48"/>
                </a:cubicBezTo>
                <a:cubicBezTo>
                  <a:pt x="16" y="72"/>
                  <a:pt x="16" y="72"/>
                  <a:pt x="16" y="72"/>
                </a:cubicBezTo>
                <a:cubicBezTo>
                  <a:pt x="24" y="72"/>
                  <a:pt x="24" y="72"/>
                  <a:pt x="24" y="72"/>
                </a:cubicBezTo>
                <a:lnTo>
                  <a:pt x="24" y="48"/>
                </a:lnTo>
                <a:close/>
                <a:moveTo>
                  <a:pt x="176" y="40"/>
                </a:moveTo>
                <a:cubicBezTo>
                  <a:pt x="168" y="40"/>
                  <a:pt x="168" y="40"/>
                  <a:pt x="168" y="40"/>
                </a:cubicBezTo>
                <a:cubicBezTo>
                  <a:pt x="168" y="56"/>
                  <a:pt x="168" y="56"/>
                  <a:pt x="168" y="56"/>
                </a:cubicBezTo>
                <a:cubicBezTo>
                  <a:pt x="176" y="56"/>
                  <a:pt x="176" y="56"/>
                  <a:pt x="176" y="56"/>
                </a:cubicBezTo>
                <a:lnTo>
                  <a:pt x="176" y="40"/>
                </a:lnTo>
                <a:close/>
                <a:moveTo>
                  <a:pt x="176" y="72"/>
                </a:moveTo>
                <a:cubicBezTo>
                  <a:pt x="168" y="72"/>
                  <a:pt x="168" y="72"/>
                  <a:pt x="168" y="72"/>
                </a:cubicBezTo>
                <a:cubicBezTo>
                  <a:pt x="168" y="96"/>
                  <a:pt x="168" y="96"/>
                  <a:pt x="168" y="96"/>
                </a:cubicBezTo>
                <a:cubicBezTo>
                  <a:pt x="176" y="96"/>
                  <a:pt x="176" y="96"/>
                  <a:pt x="176" y="96"/>
                </a:cubicBezTo>
                <a:lnTo>
                  <a:pt x="176" y="72"/>
                </a:lnTo>
                <a:close/>
                <a:moveTo>
                  <a:pt x="116" y="88"/>
                </a:moveTo>
                <a:cubicBezTo>
                  <a:pt x="127" y="88"/>
                  <a:pt x="136" y="79"/>
                  <a:pt x="136" y="68"/>
                </a:cubicBezTo>
                <a:cubicBezTo>
                  <a:pt x="136" y="57"/>
                  <a:pt x="127" y="48"/>
                  <a:pt x="116" y="48"/>
                </a:cubicBezTo>
                <a:cubicBezTo>
                  <a:pt x="105" y="48"/>
                  <a:pt x="96" y="57"/>
                  <a:pt x="96" y="68"/>
                </a:cubicBezTo>
                <a:cubicBezTo>
                  <a:pt x="96" y="79"/>
                  <a:pt x="105" y="88"/>
                  <a:pt x="116" y="88"/>
                </a:cubicBezTo>
                <a:close/>
                <a:moveTo>
                  <a:pt x="116" y="56"/>
                </a:moveTo>
                <a:cubicBezTo>
                  <a:pt x="123" y="56"/>
                  <a:pt x="128" y="61"/>
                  <a:pt x="128" y="68"/>
                </a:cubicBezTo>
                <a:cubicBezTo>
                  <a:pt x="128" y="75"/>
                  <a:pt x="123" y="80"/>
                  <a:pt x="116" y="80"/>
                </a:cubicBezTo>
                <a:cubicBezTo>
                  <a:pt x="109" y="80"/>
                  <a:pt x="104" y="75"/>
                  <a:pt x="104" y="68"/>
                </a:cubicBezTo>
                <a:cubicBezTo>
                  <a:pt x="104" y="61"/>
                  <a:pt x="109" y="56"/>
                  <a:pt x="116" y="56"/>
                </a:cubicBezTo>
                <a:close/>
                <a:moveTo>
                  <a:pt x="40" y="240"/>
                </a:moveTo>
                <a:cubicBezTo>
                  <a:pt x="48" y="240"/>
                  <a:pt x="48" y="240"/>
                  <a:pt x="48" y="240"/>
                </a:cubicBezTo>
                <a:cubicBezTo>
                  <a:pt x="48" y="224"/>
                  <a:pt x="48" y="224"/>
                  <a:pt x="48" y="224"/>
                </a:cubicBezTo>
                <a:cubicBezTo>
                  <a:pt x="40" y="224"/>
                  <a:pt x="40" y="224"/>
                  <a:pt x="40" y="224"/>
                </a:cubicBezTo>
                <a:lnTo>
                  <a:pt x="40" y="240"/>
                </a:lnTo>
                <a:close/>
                <a:moveTo>
                  <a:pt x="168" y="176"/>
                </a:moveTo>
                <a:cubicBezTo>
                  <a:pt x="176" y="176"/>
                  <a:pt x="176" y="176"/>
                  <a:pt x="176" y="176"/>
                </a:cubicBezTo>
                <a:cubicBezTo>
                  <a:pt x="176" y="160"/>
                  <a:pt x="176" y="160"/>
                  <a:pt x="176" y="160"/>
                </a:cubicBezTo>
                <a:cubicBezTo>
                  <a:pt x="168" y="160"/>
                  <a:pt x="168" y="160"/>
                  <a:pt x="168" y="160"/>
                </a:cubicBezTo>
                <a:lnTo>
                  <a:pt x="168" y="176"/>
                </a:lnTo>
                <a:close/>
                <a:moveTo>
                  <a:pt x="168" y="208"/>
                </a:moveTo>
                <a:cubicBezTo>
                  <a:pt x="176" y="208"/>
                  <a:pt x="176" y="208"/>
                  <a:pt x="176" y="208"/>
                </a:cubicBezTo>
                <a:cubicBezTo>
                  <a:pt x="176" y="192"/>
                  <a:pt x="176" y="192"/>
                  <a:pt x="176" y="192"/>
                </a:cubicBezTo>
                <a:cubicBezTo>
                  <a:pt x="168" y="192"/>
                  <a:pt x="168" y="192"/>
                  <a:pt x="168" y="192"/>
                </a:cubicBezTo>
                <a:lnTo>
                  <a:pt x="168" y="208"/>
                </a:lnTo>
                <a:close/>
                <a:moveTo>
                  <a:pt x="140" y="208"/>
                </a:moveTo>
                <a:cubicBezTo>
                  <a:pt x="129" y="208"/>
                  <a:pt x="120" y="217"/>
                  <a:pt x="120" y="228"/>
                </a:cubicBezTo>
                <a:cubicBezTo>
                  <a:pt x="120" y="239"/>
                  <a:pt x="129" y="248"/>
                  <a:pt x="140" y="248"/>
                </a:cubicBezTo>
                <a:cubicBezTo>
                  <a:pt x="151" y="248"/>
                  <a:pt x="160" y="239"/>
                  <a:pt x="160" y="228"/>
                </a:cubicBezTo>
                <a:cubicBezTo>
                  <a:pt x="160" y="217"/>
                  <a:pt x="151" y="208"/>
                  <a:pt x="140" y="208"/>
                </a:cubicBezTo>
                <a:close/>
                <a:moveTo>
                  <a:pt x="140" y="240"/>
                </a:moveTo>
                <a:cubicBezTo>
                  <a:pt x="133" y="240"/>
                  <a:pt x="128" y="235"/>
                  <a:pt x="128" y="228"/>
                </a:cubicBezTo>
                <a:cubicBezTo>
                  <a:pt x="128" y="221"/>
                  <a:pt x="133" y="216"/>
                  <a:pt x="140" y="216"/>
                </a:cubicBezTo>
                <a:cubicBezTo>
                  <a:pt x="147" y="216"/>
                  <a:pt x="152" y="221"/>
                  <a:pt x="152" y="228"/>
                </a:cubicBezTo>
                <a:cubicBezTo>
                  <a:pt x="152" y="235"/>
                  <a:pt x="147" y="240"/>
                  <a:pt x="140" y="240"/>
                </a:cubicBezTo>
                <a:close/>
                <a:moveTo>
                  <a:pt x="40" y="100"/>
                </a:moveTo>
                <a:cubicBezTo>
                  <a:pt x="40" y="89"/>
                  <a:pt x="31" y="80"/>
                  <a:pt x="20" y="80"/>
                </a:cubicBezTo>
                <a:cubicBezTo>
                  <a:pt x="9" y="80"/>
                  <a:pt x="0" y="89"/>
                  <a:pt x="0" y="100"/>
                </a:cubicBezTo>
                <a:cubicBezTo>
                  <a:pt x="0" y="111"/>
                  <a:pt x="9" y="120"/>
                  <a:pt x="20" y="120"/>
                </a:cubicBezTo>
                <a:cubicBezTo>
                  <a:pt x="31" y="120"/>
                  <a:pt x="40" y="111"/>
                  <a:pt x="40" y="100"/>
                </a:cubicBezTo>
                <a:close/>
                <a:moveTo>
                  <a:pt x="20" y="112"/>
                </a:moveTo>
                <a:cubicBezTo>
                  <a:pt x="13" y="112"/>
                  <a:pt x="8" y="107"/>
                  <a:pt x="8" y="100"/>
                </a:cubicBezTo>
                <a:cubicBezTo>
                  <a:pt x="8" y="93"/>
                  <a:pt x="13" y="88"/>
                  <a:pt x="20" y="88"/>
                </a:cubicBezTo>
                <a:cubicBezTo>
                  <a:pt x="27" y="88"/>
                  <a:pt x="32" y="93"/>
                  <a:pt x="32" y="100"/>
                </a:cubicBezTo>
                <a:cubicBezTo>
                  <a:pt x="32" y="107"/>
                  <a:pt x="27" y="112"/>
                  <a:pt x="20" y="112"/>
                </a:cubicBezTo>
                <a:close/>
                <a:moveTo>
                  <a:pt x="172" y="104"/>
                </a:moveTo>
                <a:cubicBezTo>
                  <a:pt x="161" y="104"/>
                  <a:pt x="152" y="113"/>
                  <a:pt x="152" y="124"/>
                </a:cubicBezTo>
                <a:cubicBezTo>
                  <a:pt x="152" y="135"/>
                  <a:pt x="161" y="144"/>
                  <a:pt x="172" y="144"/>
                </a:cubicBezTo>
                <a:cubicBezTo>
                  <a:pt x="183" y="144"/>
                  <a:pt x="192" y="135"/>
                  <a:pt x="192" y="124"/>
                </a:cubicBezTo>
                <a:cubicBezTo>
                  <a:pt x="192" y="113"/>
                  <a:pt x="183" y="104"/>
                  <a:pt x="172" y="104"/>
                </a:cubicBezTo>
                <a:close/>
                <a:moveTo>
                  <a:pt x="172" y="136"/>
                </a:moveTo>
                <a:cubicBezTo>
                  <a:pt x="165" y="136"/>
                  <a:pt x="160" y="131"/>
                  <a:pt x="160" y="124"/>
                </a:cubicBezTo>
                <a:cubicBezTo>
                  <a:pt x="160" y="117"/>
                  <a:pt x="165" y="112"/>
                  <a:pt x="172" y="112"/>
                </a:cubicBezTo>
                <a:cubicBezTo>
                  <a:pt x="179" y="112"/>
                  <a:pt x="184" y="117"/>
                  <a:pt x="184" y="124"/>
                </a:cubicBezTo>
                <a:cubicBezTo>
                  <a:pt x="184" y="131"/>
                  <a:pt x="179" y="136"/>
                  <a:pt x="172" y="136"/>
                </a:cubicBezTo>
                <a:close/>
                <a:moveTo>
                  <a:pt x="136" y="200"/>
                </a:moveTo>
                <a:cubicBezTo>
                  <a:pt x="144" y="200"/>
                  <a:pt x="144" y="200"/>
                  <a:pt x="144" y="200"/>
                </a:cubicBezTo>
                <a:cubicBezTo>
                  <a:pt x="144" y="156"/>
                  <a:pt x="144" y="156"/>
                  <a:pt x="144" y="156"/>
                </a:cubicBezTo>
                <a:cubicBezTo>
                  <a:pt x="144" y="155"/>
                  <a:pt x="144" y="155"/>
                  <a:pt x="143" y="154"/>
                </a:cubicBezTo>
                <a:cubicBezTo>
                  <a:pt x="120" y="115"/>
                  <a:pt x="120" y="115"/>
                  <a:pt x="120" y="115"/>
                </a:cubicBezTo>
                <a:cubicBezTo>
                  <a:pt x="120" y="96"/>
                  <a:pt x="120" y="96"/>
                  <a:pt x="120" y="96"/>
                </a:cubicBezTo>
                <a:cubicBezTo>
                  <a:pt x="112" y="96"/>
                  <a:pt x="112" y="96"/>
                  <a:pt x="112" y="96"/>
                </a:cubicBezTo>
                <a:cubicBezTo>
                  <a:pt x="112" y="116"/>
                  <a:pt x="112" y="116"/>
                  <a:pt x="112" y="116"/>
                </a:cubicBezTo>
                <a:cubicBezTo>
                  <a:pt x="112" y="117"/>
                  <a:pt x="112" y="117"/>
                  <a:pt x="113" y="118"/>
                </a:cubicBezTo>
                <a:cubicBezTo>
                  <a:pt x="136" y="157"/>
                  <a:pt x="136" y="157"/>
                  <a:pt x="136" y="157"/>
                </a:cubicBezTo>
                <a:lnTo>
                  <a:pt x="136" y="200"/>
                </a:lnTo>
                <a:close/>
                <a:moveTo>
                  <a:pt x="44" y="168"/>
                </a:moveTo>
                <a:cubicBezTo>
                  <a:pt x="33" y="168"/>
                  <a:pt x="24" y="177"/>
                  <a:pt x="24" y="188"/>
                </a:cubicBezTo>
                <a:cubicBezTo>
                  <a:pt x="24" y="199"/>
                  <a:pt x="33" y="208"/>
                  <a:pt x="44" y="208"/>
                </a:cubicBezTo>
                <a:cubicBezTo>
                  <a:pt x="55" y="208"/>
                  <a:pt x="64" y="199"/>
                  <a:pt x="64" y="188"/>
                </a:cubicBezTo>
                <a:cubicBezTo>
                  <a:pt x="64" y="177"/>
                  <a:pt x="55" y="168"/>
                  <a:pt x="44" y="168"/>
                </a:cubicBezTo>
                <a:close/>
                <a:moveTo>
                  <a:pt x="44" y="200"/>
                </a:moveTo>
                <a:cubicBezTo>
                  <a:pt x="37" y="200"/>
                  <a:pt x="32" y="195"/>
                  <a:pt x="32" y="188"/>
                </a:cubicBezTo>
                <a:cubicBezTo>
                  <a:pt x="32" y="181"/>
                  <a:pt x="37" y="176"/>
                  <a:pt x="44" y="176"/>
                </a:cubicBezTo>
                <a:cubicBezTo>
                  <a:pt x="51" y="176"/>
                  <a:pt x="56" y="181"/>
                  <a:pt x="56" y="188"/>
                </a:cubicBezTo>
                <a:cubicBezTo>
                  <a:pt x="56" y="195"/>
                  <a:pt x="51" y="200"/>
                  <a:pt x="44" y="200"/>
                </a:cubicBezTo>
                <a:close/>
                <a:moveTo>
                  <a:pt x="88" y="256"/>
                </a:moveTo>
                <a:cubicBezTo>
                  <a:pt x="96" y="256"/>
                  <a:pt x="96" y="256"/>
                  <a:pt x="96" y="256"/>
                </a:cubicBezTo>
                <a:cubicBezTo>
                  <a:pt x="96" y="184"/>
                  <a:pt x="96" y="184"/>
                  <a:pt x="96" y="184"/>
                </a:cubicBezTo>
                <a:cubicBezTo>
                  <a:pt x="88" y="184"/>
                  <a:pt x="88" y="184"/>
                  <a:pt x="88" y="184"/>
                </a:cubicBezTo>
                <a:lnTo>
                  <a:pt x="88" y="256"/>
                </a:lnTo>
                <a:close/>
                <a:moveTo>
                  <a:pt x="92" y="136"/>
                </a:moveTo>
                <a:cubicBezTo>
                  <a:pt x="81" y="136"/>
                  <a:pt x="72" y="145"/>
                  <a:pt x="72" y="156"/>
                </a:cubicBezTo>
                <a:cubicBezTo>
                  <a:pt x="72" y="167"/>
                  <a:pt x="81" y="176"/>
                  <a:pt x="92" y="176"/>
                </a:cubicBezTo>
                <a:cubicBezTo>
                  <a:pt x="103" y="176"/>
                  <a:pt x="112" y="167"/>
                  <a:pt x="112" y="156"/>
                </a:cubicBezTo>
                <a:cubicBezTo>
                  <a:pt x="112" y="145"/>
                  <a:pt x="103" y="136"/>
                  <a:pt x="92" y="136"/>
                </a:cubicBezTo>
                <a:close/>
                <a:moveTo>
                  <a:pt x="92" y="168"/>
                </a:moveTo>
                <a:cubicBezTo>
                  <a:pt x="85" y="168"/>
                  <a:pt x="80" y="163"/>
                  <a:pt x="80" y="156"/>
                </a:cubicBezTo>
                <a:cubicBezTo>
                  <a:pt x="80" y="149"/>
                  <a:pt x="85" y="144"/>
                  <a:pt x="92" y="144"/>
                </a:cubicBezTo>
                <a:cubicBezTo>
                  <a:pt x="99" y="144"/>
                  <a:pt x="104" y="149"/>
                  <a:pt x="104" y="156"/>
                </a:cubicBezTo>
                <a:cubicBezTo>
                  <a:pt x="104" y="163"/>
                  <a:pt x="99" y="168"/>
                  <a:pt x="92" y="16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60" name="Freeform 127">
            <a:extLst>
              <a:ext uri="{FF2B5EF4-FFF2-40B4-BE49-F238E27FC236}">
                <a16:creationId xmlns:a16="http://schemas.microsoft.com/office/drawing/2014/main" id="{87BFBEAA-5A00-40D5-A6CD-723E9E04D4D4}"/>
              </a:ext>
            </a:extLst>
          </p:cNvPr>
          <p:cNvSpPr>
            <a:spLocks noChangeAspect="1" noEditPoints="1"/>
          </p:cNvSpPr>
          <p:nvPr/>
        </p:nvSpPr>
        <p:spPr bwMode="auto">
          <a:xfrm>
            <a:off x="4443672" y="2422879"/>
            <a:ext cx="400050" cy="361950"/>
          </a:xfrm>
          <a:custGeom>
            <a:avLst/>
            <a:gdLst>
              <a:gd name="T0" fmla="*/ 128 w 256"/>
              <a:gd name="T1" fmla="*/ 0 h 232"/>
              <a:gd name="T2" fmla="*/ 0 w 256"/>
              <a:gd name="T3" fmla="*/ 128 h 232"/>
              <a:gd name="T4" fmla="*/ 4 w 256"/>
              <a:gd name="T5" fmla="*/ 132 h 232"/>
              <a:gd name="T6" fmla="*/ 20 w 256"/>
              <a:gd name="T7" fmla="*/ 132 h 232"/>
              <a:gd name="T8" fmla="*/ 24 w 256"/>
              <a:gd name="T9" fmla="*/ 128 h 232"/>
              <a:gd name="T10" fmla="*/ 100 w 256"/>
              <a:gd name="T11" fmla="*/ 52 h 232"/>
              <a:gd name="T12" fmla="*/ 150 w 256"/>
              <a:gd name="T13" fmla="*/ 71 h 232"/>
              <a:gd name="T14" fmla="*/ 156 w 256"/>
              <a:gd name="T15" fmla="*/ 71 h 232"/>
              <a:gd name="T16" fmla="*/ 156 w 256"/>
              <a:gd name="T17" fmla="*/ 65 h 232"/>
              <a:gd name="T18" fmla="*/ 100 w 256"/>
              <a:gd name="T19" fmla="*/ 44 h 232"/>
              <a:gd name="T20" fmla="*/ 16 w 256"/>
              <a:gd name="T21" fmla="*/ 124 h 232"/>
              <a:gd name="T22" fmla="*/ 8 w 256"/>
              <a:gd name="T23" fmla="*/ 124 h 232"/>
              <a:gd name="T24" fmla="*/ 128 w 256"/>
              <a:gd name="T25" fmla="*/ 8 h 232"/>
              <a:gd name="T26" fmla="*/ 248 w 256"/>
              <a:gd name="T27" fmla="*/ 124 h 232"/>
              <a:gd name="T28" fmla="*/ 204 w 256"/>
              <a:gd name="T29" fmla="*/ 124 h 232"/>
              <a:gd name="T30" fmla="*/ 200 w 256"/>
              <a:gd name="T31" fmla="*/ 128 h 232"/>
              <a:gd name="T32" fmla="*/ 204 w 256"/>
              <a:gd name="T33" fmla="*/ 132 h 232"/>
              <a:gd name="T34" fmla="*/ 252 w 256"/>
              <a:gd name="T35" fmla="*/ 132 h 232"/>
              <a:gd name="T36" fmla="*/ 256 w 256"/>
              <a:gd name="T37" fmla="*/ 128 h 232"/>
              <a:gd name="T38" fmla="*/ 128 w 256"/>
              <a:gd name="T39" fmla="*/ 0 h 232"/>
              <a:gd name="T40" fmla="*/ 207 w 256"/>
              <a:gd name="T41" fmla="*/ 65 h 232"/>
              <a:gd name="T42" fmla="*/ 202 w 256"/>
              <a:gd name="T43" fmla="*/ 65 h 232"/>
              <a:gd name="T44" fmla="*/ 66 w 256"/>
              <a:gd name="T45" fmla="*/ 150 h 232"/>
              <a:gd name="T46" fmla="*/ 66 w 256"/>
              <a:gd name="T47" fmla="*/ 218 h 232"/>
              <a:gd name="T48" fmla="*/ 100 w 256"/>
              <a:gd name="T49" fmla="*/ 232 h 232"/>
              <a:gd name="T50" fmla="*/ 134 w 256"/>
              <a:gd name="T51" fmla="*/ 218 h 232"/>
              <a:gd name="T52" fmla="*/ 208 w 256"/>
              <a:gd name="T53" fmla="*/ 70 h 232"/>
              <a:gd name="T54" fmla="*/ 207 w 256"/>
              <a:gd name="T55" fmla="*/ 65 h 232"/>
              <a:gd name="T56" fmla="*/ 128 w 256"/>
              <a:gd name="T57" fmla="*/ 212 h 232"/>
              <a:gd name="T58" fmla="*/ 100 w 256"/>
              <a:gd name="T59" fmla="*/ 224 h 232"/>
              <a:gd name="T60" fmla="*/ 72 w 256"/>
              <a:gd name="T61" fmla="*/ 212 h 232"/>
              <a:gd name="T62" fmla="*/ 72 w 256"/>
              <a:gd name="T63" fmla="*/ 156 h 232"/>
              <a:gd name="T64" fmla="*/ 196 w 256"/>
              <a:gd name="T65" fmla="*/ 78 h 232"/>
              <a:gd name="T66" fmla="*/ 128 w 256"/>
              <a:gd name="T67" fmla="*/ 212 h 232"/>
              <a:gd name="T68" fmla="*/ 100 w 256"/>
              <a:gd name="T69" fmla="*/ 208 h 232"/>
              <a:gd name="T70" fmla="*/ 124 w 256"/>
              <a:gd name="T71" fmla="*/ 184 h 232"/>
              <a:gd name="T72" fmla="*/ 100 w 256"/>
              <a:gd name="T73" fmla="*/ 160 h 232"/>
              <a:gd name="T74" fmla="*/ 76 w 256"/>
              <a:gd name="T75" fmla="*/ 184 h 232"/>
              <a:gd name="T76" fmla="*/ 100 w 256"/>
              <a:gd name="T77" fmla="*/ 208 h 232"/>
              <a:gd name="T78" fmla="*/ 100 w 256"/>
              <a:gd name="T79" fmla="*/ 168 h 232"/>
              <a:gd name="T80" fmla="*/ 116 w 256"/>
              <a:gd name="T81" fmla="*/ 184 h 232"/>
              <a:gd name="T82" fmla="*/ 100 w 256"/>
              <a:gd name="T83" fmla="*/ 200 h 232"/>
              <a:gd name="T84" fmla="*/ 84 w 256"/>
              <a:gd name="T85" fmla="*/ 184 h 232"/>
              <a:gd name="T86" fmla="*/ 100 w 256"/>
              <a:gd name="T87" fmla="*/ 16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32">
                <a:moveTo>
                  <a:pt x="128" y="0"/>
                </a:moveTo>
                <a:cubicBezTo>
                  <a:pt x="57" y="0"/>
                  <a:pt x="0" y="57"/>
                  <a:pt x="0" y="128"/>
                </a:cubicBezTo>
                <a:cubicBezTo>
                  <a:pt x="0" y="130"/>
                  <a:pt x="2" y="132"/>
                  <a:pt x="4" y="132"/>
                </a:cubicBezTo>
                <a:cubicBezTo>
                  <a:pt x="20" y="132"/>
                  <a:pt x="20" y="132"/>
                  <a:pt x="20" y="132"/>
                </a:cubicBezTo>
                <a:cubicBezTo>
                  <a:pt x="22" y="132"/>
                  <a:pt x="24" y="130"/>
                  <a:pt x="24" y="128"/>
                </a:cubicBezTo>
                <a:cubicBezTo>
                  <a:pt x="24" y="86"/>
                  <a:pt x="58" y="52"/>
                  <a:pt x="100" y="52"/>
                </a:cubicBezTo>
                <a:cubicBezTo>
                  <a:pt x="119" y="52"/>
                  <a:pt x="136" y="59"/>
                  <a:pt x="150" y="71"/>
                </a:cubicBezTo>
                <a:cubicBezTo>
                  <a:pt x="152" y="72"/>
                  <a:pt x="154" y="72"/>
                  <a:pt x="156" y="71"/>
                </a:cubicBezTo>
                <a:cubicBezTo>
                  <a:pt x="157" y="69"/>
                  <a:pt x="157" y="66"/>
                  <a:pt x="156" y="65"/>
                </a:cubicBezTo>
                <a:cubicBezTo>
                  <a:pt x="140" y="51"/>
                  <a:pt x="120" y="44"/>
                  <a:pt x="100" y="44"/>
                </a:cubicBezTo>
                <a:cubicBezTo>
                  <a:pt x="55" y="44"/>
                  <a:pt x="18" y="80"/>
                  <a:pt x="16" y="124"/>
                </a:cubicBezTo>
                <a:cubicBezTo>
                  <a:pt x="8" y="124"/>
                  <a:pt x="8" y="124"/>
                  <a:pt x="8" y="124"/>
                </a:cubicBezTo>
                <a:cubicBezTo>
                  <a:pt x="10" y="60"/>
                  <a:pt x="63" y="8"/>
                  <a:pt x="128" y="8"/>
                </a:cubicBezTo>
                <a:cubicBezTo>
                  <a:pt x="193" y="8"/>
                  <a:pt x="246" y="60"/>
                  <a:pt x="248" y="124"/>
                </a:cubicBezTo>
                <a:cubicBezTo>
                  <a:pt x="204" y="124"/>
                  <a:pt x="204" y="124"/>
                  <a:pt x="204" y="124"/>
                </a:cubicBezTo>
                <a:cubicBezTo>
                  <a:pt x="202" y="124"/>
                  <a:pt x="200" y="126"/>
                  <a:pt x="200" y="128"/>
                </a:cubicBezTo>
                <a:cubicBezTo>
                  <a:pt x="200" y="130"/>
                  <a:pt x="202" y="132"/>
                  <a:pt x="204" y="132"/>
                </a:cubicBezTo>
                <a:cubicBezTo>
                  <a:pt x="252" y="132"/>
                  <a:pt x="252" y="132"/>
                  <a:pt x="252" y="132"/>
                </a:cubicBezTo>
                <a:cubicBezTo>
                  <a:pt x="254" y="132"/>
                  <a:pt x="256" y="130"/>
                  <a:pt x="256" y="128"/>
                </a:cubicBezTo>
                <a:cubicBezTo>
                  <a:pt x="256" y="57"/>
                  <a:pt x="199" y="0"/>
                  <a:pt x="128" y="0"/>
                </a:cubicBezTo>
                <a:close/>
                <a:moveTo>
                  <a:pt x="207" y="65"/>
                </a:moveTo>
                <a:cubicBezTo>
                  <a:pt x="205" y="64"/>
                  <a:pt x="204" y="64"/>
                  <a:pt x="202" y="65"/>
                </a:cubicBezTo>
                <a:cubicBezTo>
                  <a:pt x="197" y="67"/>
                  <a:pt x="83" y="133"/>
                  <a:pt x="66" y="150"/>
                </a:cubicBezTo>
                <a:cubicBezTo>
                  <a:pt x="47" y="169"/>
                  <a:pt x="47" y="199"/>
                  <a:pt x="66" y="218"/>
                </a:cubicBezTo>
                <a:cubicBezTo>
                  <a:pt x="75" y="227"/>
                  <a:pt x="87" y="232"/>
                  <a:pt x="100" y="232"/>
                </a:cubicBezTo>
                <a:cubicBezTo>
                  <a:pt x="113" y="232"/>
                  <a:pt x="125" y="227"/>
                  <a:pt x="134" y="218"/>
                </a:cubicBezTo>
                <a:cubicBezTo>
                  <a:pt x="151" y="200"/>
                  <a:pt x="205" y="75"/>
                  <a:pt x="208" y="70"/>
                </a:cubicBezTo>
                <a:cubicBezTo>
                  <a:pt x="208" y="68"/>
                  <a:pt x="208" y="66"/>
                  <a:pt x="207" y="65"/>
                </a:cubicBezTo>
                <a:close/>
                <a:moveTo>
                  <a:pt x="128" y="212"/>
                </a:moveTo>
                <a:cubicBezTo>
                  <a:pt x="121" y="220"/>
                  <a:pt x="111" y="224"/>
                  <a:pt x="100" y="224"/>
                </a:cubicBezTo>
                <a:cubicBezTo>
                  <a:pt x="89" y="224"/>
                  <a:pt x="79" y="220"/>
                  <a:pt x="72" y="212"/>
                </a:cubicBezTo>
                <a:cubicBezTo>
                  <a:pt x="56" y="197"/>
                  <a:pt x="56" y="171"/>
                  <a:pt x="72" y="156"/>
                </a:cubicBezTo>
                <a:cubicBezTo>
                  <a:pt x="85" y="142"/>
                  <a:pt x="166" y="94"/>
                  <a:pt x="196" y="78"/>
                </a:cubicBezTo>
                <a:cubicBezTo>
                  <a:pt x="175" y="124"/>
                  <a:pt x="140" y="200"/>
                  <a:pt x="128" y="212"/>
                </a:cubicBezTo>
                <a:close/>
                <a:moveTo>
                  <a:pt x="100" y="208"/>
                </a:moveTo>
                <a:cubicBezTo>
                  <a:pt x="113" y="208"/>
                  <a:pt x="124" y="197"/>
                  <a:pt x="124" y="184"/>
                </a:cubicBezTo>
                <a:cubicBezTo>
                  <a:pt x="124" y="171"/>
                  <a:pt x="113" y="160"/>
                  <a:pt x="100" y="160"/>
                </a:cubicBezTo>
                <a:cubicBezTo>
                  <a:pt x="87" y="160"/>
                  <a:pt x="76" y="171"/>
                  <a:pt x="76" y="184"/>
                </a:cubicBezTo>
                <a:cubicBezTo>
                  <a:pt x="76" y="197"/>
                  <a:pt x="87" y="208"/>
                  <a:pt x="100" y="208"/>
                </a:cubicBezTo>
                <a:close/>
                <a:moveTo>
                  <a:pt x="100" y="168"/>
                </a:moveTo>
                <a:cubicBezTo>
                  <a:pt x="109" y="168"/>
                  <a:pt x="116" y="175"/>
                  <a:pt x="116" y="184"/>
                </a:cubicBezTo>
                <a:cubicBezTo>
                  <a:pt x="116" y="193"/>
                  <a:pt x="109" y="200"/>
                  <a:pt x="100" y="200"/>
                </a:cubicBezTo>
                <a:cubicBezTo>
                  <a:pt x="91" y="200"/>
                  <a:pt x="84" y="193"/>
                  <a:pt x="84" y="184"/>
                </a:cubicBezTo>
                <a:cubicBezTo>
                  <a:pt x="84" y="175"/>
                  <a:pt x="91" y="168"/>
                  <a:pt x="100" y="16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66" name="Freeform 134">
            <a:extLst>
              <a:ext uri="{FF2B5EF4-FFF2-40B4-BE49-F238E27FC236}">
                <a16:creationId xmlns:a16="http://schemas.microsoft.com/office/drawing/2014/main" id="{1699FF1F-DF47-446E-8FBE-3EA8015475CC}"/>
              </a:ext>
            </a:extLst>
          </p:cNvPr>
          <p:cNvSpPr>
            <a:spLocks noChangeAspect="1" noEditPoints="1"/>
          </p:cNvSpPr>
          <p:nvPr/>
        </p:nvSpPr>
        <p:spPr bwMode="auto">
          <a:xfrm>
            <a:off x="5411318" y="2403829"/>
            <a:ext cx="400050" cy="400050"/>
          </a:xfrm>
          <a:custGeom>
            <a:avLst/>
            <a:gdLst>
              <a:gd name="T0" fmla="*/ 211 w 256"/>
              <a:gd name="T1" fmla="*/ 71 h 256"/>
              <a:gd name="T2" fmla="*/ 169 w 256"/>
              <a:gd name="T3" fmla="*/ 42 h 256"/>
              <a:gd name="T4" fmla="*/ 176 w 256"/>
              <a:gd name="T5" fmla="*/ 44 h 256"/>
              <a:gd name="T6" fmla="*/ 213 w 256"/>
              <a:gd name="T7" fmla="*/ 37 h 256"/>
              <a:gd name="T8" fmla="*/ 176 w 256"/>
              <a:gd name="T9" fmla="*/ 44 h 256"/>
              <a:gd name="T10" fmla="*/ 196 w 256"/>
              <a:gd name="T11" fmla="*/ 132 h 256"/>
              <a:gd name="T12" fmla="*/ 243 w 256"/>
              <a:gd name="T13" fmla="*/ 38 h 256"/>
              <a:gd name="T14" fmla="*/ 196 w 256"/>
              <a:gd name="T15" fmla="*/ 0 h 256"/>
              <a:gd name="T16" fmla="*/ 170 w 256"/>
              <a:gd name="T17" fmla="*/ 8 h 256"/>
              <a:gd name="T18" fmla="*/ 157 w 256"/>
              <a:gd name="T19" fmla="*/ 40 h 256"/>
              <a:gd name="T20" fmla="*/ 217 w 256"/>
              <a:gd name="T21" fmla="*/ 14 h 256"/>
              <a:gd name="T22" fmla="*/ 196 w 256"/>
              <a:gd name="T23" fmla="*/ 121 h 256"/>
              <a:gd name="T24" fmla="*/ 248 w 256"/>
              <a:gd name="T25" fmla="*/ 82 h 256"/>
              <a:gd name="T26" fmla="*/ 248 w 256"/>
              <a:gd name="T27" fmla="*/ 124 h 256"/>
              <a:gd name="T28" fmla="*/ 215 w 256"/>
              <a:gd name="T29" fmla="*/ 132 h 256"/>
              <a:gd name="T30" fmla="*/ 186 w 256"/>
              <a:gd name="T31" fmla="*/ 192 h 256"/>
              <a:gd name="T32" fmla="*/ 191 w 256"/>
              <a:gd name="T33" fmla="*/ 144 h 256"/>
              <a:gd name="T34" fmla="*/ 132 w 256"/>
              <a:gd name="T35" fmla="*/ 132 h 256"/>
              <a:gd name="T36" fmla="*/ 175 w 256"/>
              <a:gd name="T37" fmla="*/ 124 h 256"/>
              <a:gd name="T38" fmla="*/ 138 w 256"/>
              <a:gd name="T39" fmla="*/ 68 h 256"/>
              <a:gd name="T40" fmla="*/ 138 w 256"/>
              <a:gd name="T41" fmla="*/ 60 h 256"/>
              <a:gd name="T42" fmla="*/ 142 w 256"/>
              <a:gd name="T43" fmla="*/ 20 h 256"/>
              <a:gd name="T44" fmla="*/ 148 w 256"/>
              <a:gd name="T45" fmla="*/ 13 h 256"/>
              <a:gd name="T46" fmla="*/ 157 w 256"/>
              <a:gd name="T47" fmla="*/ 7 h 256"/>
              <a:gd name="T48" fmla="*/ 26 w 256"/>
              <a:gd name="T49" fmla="*/ 50 h 256"/>
              <a:gd name="T50" fmla="*/ 26 w 256"/>
              <a:gd name="T51" fmla="*/ 205 h 256"/>
              <a:gd name="T52" fmla="*/ 128 w 256"/>
              <a:gd name="T53" fmla="*/ 256 h 256"/>
              <a:gd name="T54" fmla="*/ 230 w 256"/>
              <a:gd name="T55" fmla="*/ 206 h 256"/>
              <a:gd name="T56" fmla="*/ 248 w 256"/>
              <a:gd name="T57" fmla="*/ 82 h 256"/>
              <a:gd name="T58" fmla="*/ 37 w 256"/>
              <a:gd name="T59" fmla="*/ 50 h 256"/>
              <a:gd name="T60" fmla="*/ 70 w 256"/>
              <a:gd name="T61" fmla="*/ 64 h 256"/>
              <a:gd name="T62" fmla="*/ 31 w 256"/>
              <a:gd name="T63" fmla="*/ 57 h 256"/>
              <a:gd name="T64" fmla="*/ 56 w 256"/>
              <a:gd name="T65" fmla="*/ 132 h 256"/>
              <a:gd name="T66" fmla="*/ 37 w 256"/>
              <a:gd name="T67" fmla="*/ 206 h 256"/>
              <a:gd name="T68" fmla="*/ 37 w 256"/>
              <a:gd name="T69" fmla="*/ 206 h 256"/>
              <a:gd name="T70" fmla="*/ 124 w 256"/>
              <a:gd name="T71" fmla="*/ 196 h 256"/>
              <a:gd name="T72" fmla="*/ 79 w 256"/>
              <a:gd name="T73" fmla="*/ 191 h 256"/>
              <a:gd name="T74" fmla="*/ 124 w 256"/>
              <a:gd name="T75" fmla="*/ 188 h 256"/>
              <a:gd name="T76" fmla="*/ 79 w 256"/>
              <a:gd name="T77" fmla="*/ 65 h 256"/>
              <a:gd name="T78" fmla="*/ 124 w 256"/>
              <a:gd name="T79" fmla="*/ 60 h 256"/>
              <a:gd name="T80" fmla="*/ 124 w 256"/>
              <a:gd name="T81" fmla="*/ 60 h 256"/>
              <a:gd name="T82" fmla="*/ 132 w 256"/>
              <a:gd name="T83" fmla="*/ 245 h 256"/>
              <a:gd name="T84" fmla="*/ 182 w 256"/>
              <a:gd name="T85" fmla="*/ 19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190" y="75"/>
                </a:moveTo>
                <a:cubicBezTo>
                  <a:pt x="192" y="76"/>
                  <a:pt x="194" y="76"/>
                  <a:pt x="196" y="76"/>
                </a:cubicBezTo>
                <a:cubicBezTo>
                  <a:pt x="201" y="76"/>
                  <a:pt x="207" y="74"/>
                  <a:pt x="211" y="71"/>
                </a:cubicBezTo>
                <a:cubicBezTo>
                  <a:pt x="224" y="63"/>
                  <a:pt x="228" y="46"/>
                  <a:pt x="219" y="33"/>
                </a:cubicBezTo>
                <a:cubicBezTo>
                  <a:pt x="211" y="20"/>
                  <a:pt x="194" y="16"/>
                  <a:pt x="181" y="25"/>
                </a:cubicBezTo>
                <a:cubicBezTo>
                  <a:pt x="174" y="29"/>
                  <a:pt x="170" y="35"/>
                  <a:pt x="169" y="42"/>
                </a:cubicBezTo>
                <a:cubicBezTo>
                  <a:pt x="167" y="50"/>
                  <a:pt x="168" y="57"/>
                  <a:pt x="173" y="63"/>
                </a:cubicBezTo>
                <a:cubicBezTo>
                  <a:pt x="177" y="70"/>
                  <a:pt x="183" y="74"/>
                  <a:pt x="190" y="75"/>
                </a:cubicBezTo>
                <a:close/>
                <a:moveTo>
                  <a:pt x="176" y="44"/>
                </a:moveTo>
                <a:cubicBezTo>
                  <a:pt x="178" y="39"/>
                  <a:pt x="181" y="34"/>
                  <a:pt x="185" y="31"/>
                </a:cubicBezTo>
                <a:cubicBezTo>
                  <a:pt x="188" y="29"/>
                  <a:pt x="192" y="28"/>
                  <a:pt x="196" y="28"/>
                </a:cubicBezTo>
                <a:cubicBezTo>
                  <a:pt x="203" y="28"/>
                  <a:pt x="209" y="31"/>
                  <a:pt x="213" y="37"/>
                </a:cubicBezTo>
                <a:cubicBezTo>
                  <a:pt x="219" y="46"/>
                  <a:pt x="216" y="59"/>
                  <a:pt x="207" y="65"/>
                </a:cubicBezTo>
                <a:cubicBezTo>
                  <a:pt x="198" y="71"/>
                  <a:pt x="185" y="68"/>
                  <a:pt x="179" y="59"/>
                </a:cubicBezTo>
                <a:cubicBezTo>
                  <a:pt x="176" y="54"/>
                  <a:pt x="175" y="49"/>
                  <a:pt x="176" y="44"/>
                </a:cubicBezTo>
                <a:close/>
                <a:moveTo>
                  <a:pt x="156" y="74"/>
                </a:moveTo>
                <a:cubicBezTo>
                  <a:pt x="192" y="130"/>
                  <a:pt x="192" y="130"/>
                  <a:pt x="192" y="130"/>
                </a:cubicBezTo>
                <a:cubicBezTo>
                  <a:pt x="193" y="132"/>
                  <a:pt x="195" y="132"/>
                  <a:pt x="196" y="132"/>
                </a:cubicBezTo>
                <a:cubicBezTo>
                  <a:pt x="197" y="132"/>
                  <a:pt x="199" y="132"/>
                  <a:pt x="199" y="130"/>
                </a:cubicBezTo>
                <a:cubicBezTo>
                  <a:pt x="236" y="74"/>
                  <a:pt x="236" y="74"/>
                  <a:pt x="236" y="74"/>
                </a:cubicBezTo>
                <a:cubicBezTo>
                  <a:pt x="243" y="63"/>
                  <a:pt x="245" y="51"/>
                  <a:pt x="243" y="38"/>
                </a:cubicBezTo>
                <a:cubicBezTo>
                  <a:pt x="240" y="25"/>
                  <a:pt x="232" y="15"/>
                  <a:pt x="222" y="8"/>
                </a:cubicBezTo>
                <a:cubicBezTo>
                  <a:pt x="214" y="3"/>
                  <a:pt x="205" y="0"/>
                  <a:pt x="196" y="0"/>
                </a:cubicBezTo>
                <a:cubicBezTo>
                  <a:pt x="196" y="0"/>
                  <a:pt x="196" y="0"/>
                  <a:pt x="196" y="0"/>
                </a:cubicBezTo>
                <a:cubicBezTo>
                  <a:pt x="196" y="0"/>
                  <a:pt x="196" y="0"/>
                  <a:pt x="196" y="0"/>
                </a:cubicBezTo>
                <a:cubicBezTo>
                  <a:pt x="196" y="0"/>
                  <a:pt x="196" y="0"/>
                  <a:pt x="195" y="0"/>
                </a:cubicBezTo>
                <a:cubicBezTo>
                  <a:pt x="186" y="0"/>
                  <a:pt x="178" y="3"/>
                  <a:pt x="170" y="8"/>
                </a:cubicBezTo>
                <a:cubicBezTo>
                  <a:pt x="159" y="15"/>
                  <a:pt x="152" y="25"/>
                  <a:pt x="149" y="38"/>
                </a:cubicBezTo>
                <a:cubicBezTo>
                  <a:pt x="146" y="51"/>
                  <a:pt x="149" y="63"/>
                  <a:pt x="156" y="74"/>
                </a:cubicBezTo>
                <a:close/>
                <a:moveTo>
                  <a:pt x="157" y="40"/>
                </a:moveTo>
                <a:cubicBezTo>
                  <a:pt x="159" y="29"/>
                  <a:pt x="165" y="20"/>
                  <a:pt x="174" y="14"/>
                </a:cubicBezTo>
                <a:cubicBezTo>
                  <a:pt x="181" y="10"/>
                  <a:pt x="188" y="8"/>
                  <a:pt x="196" y="8"/>
                </a:cubicBezTo>
                <a:cubicBezTo>
                  <a:pt x="203" y="8"/>
                  <a:pt x="211" y="10"/>
                  <a:pt x="217" y="14"/>
                </a:cubicBezTo>
                <a:cubicBezTo>
                  <a:pt x="226" y="20"/>
                  <a:pt x="232" y="29"/>
                  <a:pt x="235" y="40"/>
                </a:cubicBezTo>
                <a:cubicBezTo>
                  <a:pt x="237" y="50"/>
                  <a:pt x="235" y="61"/>
                  <a:pt x="229" y="70"/>
                </a:cubicBezTo>
                <a:cubicBezTo>
                  <a:pt x="196" y="121"/>
                  <a:pt x="196" y="121"/>
                  <a:pt x="196" y="121"/>
                </a:cubicBezTo>
                <a:cubicBezTo>
                  <a:pt x="162" y="70"/>
                  <a:pt x="162" y="70"/>
                  <a:pt x="162" y="70"/>
                </a:cubicBezTo>
                <a:cubicBezTo>
                  <a:pt x="157" y="61"/>
                  <a:pt x="155" y="50"/>
                  <a:pt x="157" y="40"/>
                </a:cubicBezTo>
                <a:close/>
                <a:moveTo>
                  <a:pt x="248" y="82"/>
                </a:moveTo>
                <a:cubicBezTo>
                  <a:pt x="247" y="80"/>
                  <a:pt x="245" y="79"/>
                  <a:pt x="242" y="80"/>
                </a:cubicBezTo>
                <a:cubicBezTo>
                  <a:pt x="240" y="81"/>
                  <a:pt x="239" y="83"/>
                  <a:pt x="240" y="85"/>
                </a:cubicBezTo>
                <a:cubicBezTo>
                  <a:pt x="245" y="98"/>
                  <a:pt x="247" y="111"/>
                  <a:pt x="248" y="124"/>
                </a:cubicBezTo>
                <a:cubicBezTo>
                  <a:pt x="215" y="124"/>
                  <a:pt x="215" y="124"/>
                  <a:pt x="215" y="124"/>
                </a:cubicBezTo>
                <a:cubicBezTo>
                  <a:pt x="213" y="124"/>
                  <a:pt x="211" y="126"/>
                  <a:pt x="211" y="128"/>
                </a:cubicBezTo>
                <a:cubicBezTo>
                  <a:pt x="211" y="130"/>
                  <a:pt x="213" y="132"/>
                  <a:pt x="215" y="132"/>
                </a:cubicBezTo>
                <a:cubicBezTo>
                  <a:pt x="248" y="132"/>
                  <a:pt x="248" y="132"/>
                  <a:pt x="248" y="132"/>
                </a:cubicBezTo>
                <a:cubicBezTo>
                  <a:pt x="247" y="157"/>
                  <a:pt x="239" y="180"/>
                  <a:pt x="225" y="199"/>
                </a:cubicBezTo>
                <a:cubicBezTo>
                  <a:pt x="212" y="196"/>
                  <a:pt x="199" y="194"/>
                  <a:pt x="186" y="192"/>
                </a:cubicBezTo>
                <a:cubicBezTo>
                  <a:pt x="193" y="177"/>
                  <a:pt x="197" y="161"/>
                  <a:pt x="199" y="145"/>
                </a:cubicBezTo>
                <a:cubicBezTo>
                  <a:pt x="199" y="142"/>
                  <a:pt x="198" y="140"/>
                  <a:pt x="195" y="140"/>
                </a:cubicBezTo>
                <a:cubicBezTo>
                  <a:pt x="193" y="140"/>
                  <a:pt x="191" y="142"/>
                  <a:pt x="191" y="144"/>
                </a:cubicBezTo>
                <a:cubicBezTo>
                  <a:pt x="189" y="160"/>
                  <a:pt x="184" y="176"/>
                  <a:pt x="177" y="191"/>
                </a:cubicBezTo>
                <a:cubicBezTo>
                  <a:pt x="162" y="189"/>
                  <a:pt x="147" y="188"/>
                  <a:pt x="132" y="188"/>
                </a:cubicBezTo>
                <a:cubicBezTo>
                  <a:pt x="132" y="132"/>
                  <a:pt x="132" y="132"/>
                  <a:pt x="132" y="132"/>
                </a:cubicBezTo>
                <a:cubicBezTo>
                  <a:pt x="175" y="132"/>
                  <a:pt x="175" y="132"/>
                  <a:pt x="175" y="132"/>
                </a:cubicBezTo>
                <a:cubicBezTo>
                  <a:pt x="177" y="132"/>
                  <a:pt x="179" y="130"/>
                  <a:pt x="179" y="128"/>
                </a:cubicBezTo>
                <a:cubicBezTo>
                  <a:pt x="179" y="126"/>
                  <a:pt x="177" y="124"/>
                  <a:pt x="175" y="124"/>
                </a:cubicBezTo>
                <a:cubicBezTo>
                  <a:pt x="132" y="124"/>
                  <a:pt x="132" y="124"/>
                  <a:pt x="132" y="124"/>
                </a:cubicBezTo>
                <a:cubicBezTo>
                  <a:pt x="132" y="68"/>
                  <a:pt x="132" y="68"/>
                  <a:pt x="132" y="68"/>
                </a:cubicBezTo>
                <a:cubicBezTo>
                  <a:pt x="134" y="68"/>
                  <a:pt x="136" y="68"/>
                  <a:pt x="138" y="68"/>
                </a:cubicBezTo>
                <a:cubicBezTo>
                  <a:pt x="141" y="68"/>
                  <a:pt x="142" y="66"/>
                  <a:pt x="142" y="64"/>
                </a:cubicBezTo>
                <a:cubicBezTo>
                  <a:pt x="142" y="62"/>
                  <a:pt x="140" y="60"/>
                  <a:pt x="138" y="60"/>
                </a:cubicBezTo>
                <a:cubicBezTo>
                  <a:pt x="138" y="60"/>
                  <a:pt x="138" y="60"/>
                  <a:pt x="138" y="60"/>
                </a:cubicBezTo>
                <a:cubicBezTo>
                  <a:pt x="136" y="60"/>
                  <a:pt x="134" y="60"/>
                  <a:pt x="132" y="60"/>
                </a:cubicBezTo>
                <a:cubicBezTo>
                  <a:pt x="132" y="12"/>
                  <a:pt x="132" y="12"/>
                  <a:pt x="132" y="12"/>
                </a:cubicBezTo>
                <a:cubicBezTo>
                  <a:pt x="136" y="14"/>
                  <a:pt x="139" y="17"/>
                  <a:pt x="142" y="20"/>
                </a:cubicBezTo>
                <a:cubicBezTo>
                  <a:pt x="143" y="20"/>
                  <a:pt x="144" y="21"/>
                  <a:pt x="145" y="21"/>
                </a:cubicBezTo>
                <a:cubicBezTo>
                  <a:pt x="146" y="21"/>
                  <a:pt x="147" y="20"/>
                  <a:pt x="148" y="19"/>
                </a:cubicBezTo>
                <a:cubicBezTo>
                  <a:pt x="149" y="17"/>
                  <a:pt x="149" y="15"/>
                  <a:pt x="148" y="13"/>
                </a:cubicBezTo>
                <a:cubicBezTo>
                  <a:pt x="146" y="12"/>
                  <a:pt x="144" y="10"/>
                  <a:pt x="142" y="9"/>
                </a:cubicBezTo>
                <a:cubicBezTo>
                  <a:pt x="145" y="9"/>
                  <a:pt x="149" y="10"/>
                  <a:pt x="152" y="10"/>
                </a:cubicBezTo>
                <a:cubicBezTo>
                  <a:pt x="154" y="11"/>
                  <a:pt x="156" y="9"/>
                  <a:pt x="157" y="7"/>
                </a:cubicBezTo>
                <a:cubicBezTo>
                  <a:pt x="157" y="5"/>
                  <a:pt x="156" y="3"/>
                  <a:pt x="153" y="3"/>
                </a:cubicBezTo>
                <a:cubicBezTo>
                  <a:pt x="145" y="1"/>
                  <a:pt x="137" y="0"/>
                  <a:pt x="128" y="0"/>
                </a:cubicBezTo>
                <a:cubicBezTo>
                  <a:pt x="87" y="0"/>
                  <a:pt x="50" y="20"/>
                  <a:pt x="26" y="50"/>
                </a:cubicBezTo>
                <a:cubicBezTo>
                  <a:pt x="26" y="50"/>
                  <a:pt x="26" y="51"/>
                  <a:pt x="26" y="51"/>
                </a:cubicBezTo>
                <a:cubicBezTo>
                  <a:pt x="10" y="72"/>
                  <a:pt x="0" y="99"/>
                  <a:pt x="0" y="128"/>
                </a:cubicBezTo>
                <a:cubicBezTo>
                  <a:pt x="0" y="157"/>
                  <a:pt x="10" y="184"/>
                  <a:pt x="26" y="205"/>
                </a:cubicBezTo>
                <a:cubicBezTo>
                  <a:pt x="26" y="205"/>
                  <a:pt x="26" y="206"/>
                  <a:pt x="26" y="206"/>
                </a:cubicBezTo>
                <a:cubicBezTo>
                  <a:pt x="50" y="236"/>
                  <a:pt x="86" y="256"/>
                  <a:pt x="128" y="256"/>
                </a:cubicBezTo>
                <a:cubicBezTo>
                  <a:pt x="128" y="256"/>
                  <a:pt x="128" y="256"/>
                  <a:pt x="128" y="256"/>
                </a:cubicBezTo>
                <a:cubicBezTo>
                  <a:pt x="128" y="256"/>
                  <a:pt x="128" y="256"/>
                  <a:pt x="128" y="256"/>
                </a:cubicBezTo>
                <a:cubicBezTo>
                  <a:pt x="128" y="256"/>
                  <a:pt x="128" y="256"/>
                  <a:pt x="128" y="256"/>
                </a:cubicBezTo>
                <a:cubicBezTo>
                  <a:pt x="170" y="256"/>
                  <a:pt x="206" y="236"/>
                  <a:pt x="230" y="206"/>
                </a:cubicBezTo>
                <a:cubicBezTo>
                  <a:pt x="230" y="206"/>
                  <a:pt x="230" y="205"/>
                  <a:pt x="230" y="205"/>
                </a:cubicBezTo>
                <a:cubicBezTo>
                  <a:pt x="246" y="184"/>
                  <a:pt x="256" y="157"/>
                  <a:pt x="256" y="128"/>
                </a:cubicBezTo>
                <a:cubicBezTo>
                  <a:pt x="256" y="112"/>
                  <a:pt x="253" y="97"/>
                  <a:pt x="248" y="82"/>
                </a:cubicBezTo>
                <a:close/>
                <a:moveTo>
                  <a:pt x="114" y="9"/>
                </a:moveTo>
                <a:cubicBezTo>
                  <a:pt x="97" y="22"/>
                  <a:pt x="84" y="38"/>
                  <a:pt x="74" y="57"/>
                </a:cubicBezTo>
                <a:cubicBezTo>
                  <a:pt x="61" y="55"/>
                  <a:pt x="49" y="53"/>
                  <a:pt x="37" y="50"/>
                </a:cubicBezTo>
                <a:cubicBezTo>
                  <a:pt x="56" y="28"/>
                  <a:pt x="83" y="12"/>
                  <a:pt x="114" y="9"/>
                </a:cubicBezTo>
                <a:close/>
                <a:moveTo>
                  <a:pt x="31" y="57"/>
                </a:moveTo>
                <a:cubicBezTo>
                  <a:pt x="44" y="60"/>
                  <a:pt x="57" y="63"/>
                  <a:pt x="70" y="64"/>
                </a:cubicBezTo>
                <a:cubicBezTo>
                  <a:pt x="62" y="83"/>
                  <a:pt x="57" y="103"/>
                  <a:pt x="56" y="124"/>
                </a:cubicBezTo>
                <a:cubicBezTo>
                  <a:pt x="8" y="124"/>
                  <a:pt x="8" y="124"/>
                  <a:pt x="8" y="124"/>
                </a:cubicBezTo>
                <a:cubicBezTo>
                  <a:pt x="9" y="99"/>
                  <a:pt x="17" y="76"/>
                  <a:pt x="31" y="57"/>
                </a:cubicBezTo>
                <a:close/>
                <a:moveTo>
                  <a:pt x="31" y="199"/>
                </a:moveTo>
                <a:cubicBezTo>
                  <a:pt x="17" y="180"/>
                  <a:pt x="9" y="157"/>
                  <a:pt x="8" y="132"/>
                </a:cubicBezTo>
                <a:cubicBezTo>
                  <a:pt x="56" y="132"/>
                  <a:pt x="56" y="132"/>
                  <a:pt x="56" y="132"/>
                </a:cubicBezTo>
                <a:cubicBezTo>
                  <a:pt x="57" y="153"/>
                  <a:pt x="62" y="173"/>
                  <a:pt x="70" y="192"/>
                </a:cubicBezTo>
                <a:cubicBezTo>
                  <a:pt x="57" y="194"/>
                  <a:pt x="44" y="196"/>
                  <a:pt x="31" y="199"/>
                </a:cubicBezTo>
                <a:close/>
                <a:moveTo>
                  <a:pt x="37" y="206"/>
                </a:moveTo>
                <a:cubicBezTo>
                  <a:pt x="49" y="203"/>
                  <a:pt x="61" y="201"/>
                  <a:pt x="74" y="199"/>
                </a:cubicBezTo>
                <a:cubicBezTo>
                  <a:pt x="84" y="218"/>
                  <a:pt x="97" y="234"/>
                  <a:pt x="114" y="247"/>
                </a:cubicBezTo>
                <a:cubicBezTo>
                  <a:pt x="83" y="244"/>
                  <a:pt x="56" y="228"/>
                  <a:pt x="37" y="206"/>
                </a:cubicBezTo>
                <a:close/>
                <a:moveTo>
                  <a:pt x="124" y="245"/>
                </a:moveTo>
                <a:cubicBezTo>
                  <a:pt x="107" y="232"/>
                  <a:pt x="93" y="216"/>
                  <a:pt x="83" y="198"/>
                </a:cubicBezTo>
                <a:cubicBezTo>
                  <a:pt x="96" y="197"/>
                  <a:pt x="110" y="196"/>
                  <a:pt x="124" y="196"/>
                </a:cubicBezTo>
                <a:lnTo>
                  <a:pt x="124" y="245"/>
                </a:lnTo>
                <a:close/>
                <a:moveTo>
                  <a:pt x="124" y="188"/>
                </a:moveTo>
                <a:cubicBezTo>
                  <a:pt x="109" y="188"/>
                  <a:pt x="94" y="189"/>
                  <a:pt x="79" y="191"/>
                </a:cubicBezTo>
                <a:cubicBezTo>
                  <a:pt x="70" y="173"/>
                  <a:pt x="65" y="153"/>
                  <a:pt x="64" y="132"/>
                </a:cubicBezTo>
                <a:cubicBezTo>
                  <a:pt x="124" y="132"/>
                  <a:pt x="124" y="132"/>
                  <a:pt x="124" y="132"/>
                </a:cubicBezTo>
                <a:lnTo>
                  <a:pt x="124" y="188"/>
                </a:lnTo>
                <a:close/>
                <a:moveTo>
                  <a:pt x="124" y="124"/>
                </a:moveTo>
                <a:cubicBezTo>
                  <a:pt x="64" y="124"/>
                  <a:pt x="64" y="124"/>
                  <a:pt x="64" y="124"/>
                </a:cubicBezTo>
                <a:cubicBezTo>
                  <a:pt x="65" y="103"/>
                  <a:pt x="70" y="83"/>
                  <a:pt x="79" y="65"/>
                </a:cubicBezTo>
                <a:cubicBezTo>
                  <a:pt x="94" y="67"/>
                  <a:pt x="109" y="68"/>
                  <a:pt x="124" y="68"/>
                </a:cubicBezTo>
                <a:lnTo>
                  <a:pt x="124" y="124"/>
                </a:lnTo>
                <a:close/>
                <a:moveTo>
                  <a:pt x="124" y="60"/>
                </a:moveTo>
                <a:cubicBezTo>
                  <a:pt x="110" y="60"/>
                  <a:pt x="96" y="59"/>
                  <a:pt x="83" y="58"/>
                </a:cubicBezTo>
                <a:cubicBezTo>
                  <a:pt x="93" y="40"/>
                  <a:pt x="107" y="24"/>
                  <a:pt x="124" y="11"/>
                </a:cubicBezTo>
                <a:lnTo>
                  <a:pt x="124" y="60"/>
                </a:lnTo>
                <a:close/>
                <a:moveTo>
                  <a:pt x="132" y="196"/>
                </a:moveTo>
                <a:cubicBezTo>
                  <a:pt x="146" y="196"/>
                  <a:pt x="160" y="197"/>
                  <a:pt x="173" y="198"/>
                </a:cubicBezTo>
                <a:cubicBezTo>
                  <a:pt x="163" y="216"/>
                  <a:pt x="149" y="232"/>
                  <a:pt x="132" y="245"/>
                </a:cubicBezTo>
                <a:lnTo>
                  <a:pt x="132" y="196"/>
                </a:lnTo>
                <a:close/>
                <a:moveTo>
                  <a:pt x="142" y="247"/>
                </a:moveTo>
                <a:cubicBezTo>
                  <a:pt x="159" y="234"/>
                  <a:pt x="172" y="218"/>
                  <a:pt x="182" y="199"/>
                </a:cubicBezTo>
                <a:cubicBezTo>
                  <a:pt x="195" y="201"/>
                  <a:pt x="207" y="203"/>
                  <a:pt x="219" y="206"/>
                </a:cubicBezTo>
                <a:cubicBezTo>
                  <a:pt x="200" y="228"/>
                  <a:pt x="173" y="244"/>
                  <a:pt x="142" y="24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72" name="Freeform 138">
            <a:extLst>
              <a:ext uri="{FF2B5EF4-FFF2-40B4-BE49-F238E27FC236}">
                <a16:creationId xmlns:a16="http://schemas.microsoft.com/office/drawing/2014/main" id="{AD570D41-02B8-43C8-95C6-9AAD1D022A7A}"/>
              </a:ext>
            </a:extLst>
          </p:cNvPr>
          <p:cNvSpPr>
            <a:spLocks noChangeAspect="1" noEditPoints="1"/>
          </p:cNvSpPr>
          <p:nvPr/>
        </p:nvSpPr>
        <p:spPr bwMode="auto">
          <a:xfrm>
            <a:off x="6378964" y="2403829"/>
            <a:ext cx="400050" cy="400050"/>
          </a:xfrm>
          <a:custGeom>
            <a:avLst/>
            <a:gdLst>
              <a:gd name="T0" fmla="*/ 204 w 256"/>
              <a:gd name="T1" fmla="*/ 140 h 256"/>
              <a:gd name="T2" fmla="*/ 180 w 256"/>
              <a:gd name="T3" fmla="*/ 164 h 256"/>
              <a:gd name="T4" fmla="*/ 204 w 256"/>
              <a:gd name="T5" fmla="*/ 188 h 256"/>
              <a:gd name="T6" fmla="*/ 228 w 256"/>
              <a:gd name="T7" fmla="*/ 164 h 256"/>
              <a:gd name="T8" fmla="*/ 204 w 256"/>
              <a:gd name="T9" fmla="*/ 140 h 256"/>
              <a:gd name="T10" fmla="*/ 204 w 256"/>
              <a:gd name="T11" fmla="*/ 180 h 256"/>
              <a:gd name="T12" fmla="*/ 188 w 256"/>
              <a:gd name="T13" fmla="*/ 164 h 256"/>
              <a:gd name="T14" fmla="*/ 204 w 256"/>
              <a:gd name="T15" fmla="*/ 148 h 256"/>
              <a:gd name="T16" fmla="*/ 220 w 256"/>
              <a:gd name="T17" fmla="*/ 164 h 256"/>
              <a:gd name="T18" fmla="*/ 204 w 256"/>
              <a:gd name="T19" fmla="*/ 180 h 256"/>
              <a:gd name="T20" fmla="*/ 204 w 256"/>
              <a:gd name="T21" fmla="*/ 112 h 256"/>
              <a:gd name="T22" fmla="*/ 152 w 256"/>
              <a:gd name="T23" fmla="*/ 164 h 256"/>
              <a:gd name="T24" fmla="*/ 201 w 256"/>
              <a:gd name="T25" fmla="*/ 255 h 256"/>
              <a:gd name="T26" fmla="*/ 204 w 256"/>
              <a:gd name="T27" fmla="*/ 256 h 256"/>
              <a:gd name="T28" fmla="*/ 207 w 256"/>
              <a:gd name="T29" fmla="*/ 255 h 256"/>
              <a:gd name="T30" fmla="*/ 256 w 256"/>
              <a:gd name="T31" fmla="*/ 164 h 256"/>
              <a:gd name="T32" fmla="*/ 204 w 256"/>
              <a:gd name="T33" fmla="*/ 112 h 256"/>
              <a:gd name="T34" fmla="*/ 204 w 256"/>
              <a:gd name="T35" fmla="*/ 246 h 256"/>
              <a:gd name="T36" fmla="*/ 160 w 256"/>
              <a:gd name="T37" fmla="*/ 164 h 256"/>
              <a:gd name="T38" fmla="*/ 204 w 256"/>
              <a:gd name="T39" fmla="*/ 120 h 256"/>
              <a:gd name="T40" fmla="*/ 248 w 256"/>
              <a:gd name="T41" fmla="*/ 164 h 256"/>
              <a:gd name="T42" fmla="*/ 204 w 256"/>
              <a:gd name="T43" fmla="*/ 246 h 256"/>
              <a:gd name="T44" fmla="*/ 64 w 256"/>
              <a:gd name="T45" fmla="*/ 44 h 256"/>
              <a:gd name="T46" fmla="*/ 44 w 256"/>
              <a:gd name="T47" fmla="*/ 24 h 256"/>
              <a:gd name="T48" fmla="*/ 24 w 256"/>
              <a:gd name="T49" fmla="*/ 44 h 256"/>
              <a:gd name="T50" fmla="*/ 44 w 256"/>
              <a:gd name="T51" fmla="*/ 64 h 256"/>
              <a:gd name="T52" fmla="*/ 64 w 256"/>
              <a:gd name="T53" fmla="*/ 44 h 256"/>
              <a:gd name="T54" fmla="*/ 32 w 256"/>
              <a:gd name="T55" fmla="*/ 44 h 256"/>
              <a:gd name="T56" fmla="*/ 44 w 256"/>
              <a:gd name="T57" fmla="*/ 32 h 256"/>
              <a:gd name="T58" fmla="*/ 56 w 256"/>
              <a:gd name="T59" fmla="*/ 44 h 256"/>
              <a:gd name="T60" fmla="*/ 44 w 256"/>
              <a:gd name="T61" fmla="*/ 56 h 256"/>
              <a:gd name="T62" fmla="*/ 32 w 256"/>
              <a:gd name="T63" fmla="*/ 44 h 256"/>
              <a:gd name="T64" fmla="*/ 44 w 256"/>
              <a:gd name="T65" fmla="*/ 124 h 256"/>
              <a:gd name="T66" fmla="*/ 47 w 256"/>
              <a:gd name="T67" fmla="*/ 123 h 256"/>
              <a:gd name="T68" fmla="*/ 88 w 256"/>
              <a:gd name="T69" fmla="*/ 44 h 256"/>
              <a:gd name="T70" fmla="*/ 44 w 256"/>
              <a:gd name="T71" fmla="*/ 0 h 256"/>
              <a:gd name="T72" fmla="*/ 0 w 256"/>
              <a:gd name="T73" fmla="*/ 44 h 256"/>
              <a:gd name="T74" fmla="*/ 41 w 256"/>
              <a:gd name="T75" fmla="*/ 123 h 256"/>
              <a:gd name="T76" fmla="*/ 44 w 256"/>
              <a:gd name="T77" fmla="*/ 124 h 256"/>
              <a:gd name="T78" fmla="*/ 44 w 256"/>
              <a:gd name="T79" fmla="*/ 8 h 256"/>
              <a:gd name="T80" fmla="*/ 80 w 256"/>
              <a:gd name="T81" fmla="*/ 44 h 256"/>
              <a:gd name="T82" fmla="*/ 44 w 256"/>
              <a:gd name="T83" fmla="*/ 114 h 256"/>
              <a:gd name="T84" fmla="*/ 8 w 256"/>
              <a:gd name="T85" fmla="*/ 44 h 256"/>
              <a:gd name="T86" fmla="*/ 44 w 256"/>
              <a:gd name="T87" fmla="*/ 8 h 256"/>
              <a:gd name="T88" fmla="*/ 172 w 256"/>
              <a:gd name="T89" fmla="*/ 248 h 256"/>
              <a:gd name="T90" fmla="*/ 44 w 256"/>
              <a:gd name="T91" fmla="*/ 248 h 256"/>
              <a:gd name="T92" fmla="*/ 8 w 256"/>
              <a:gd name="T93" fmla="*/ 212 h 256"/>
              <a:gd name="T94" fmla="*/ 44 w 256"/>
              <a:gd name="T95" fmla="*/ 176 h 256"/>
              <a:gd name="T96" fmla="*/ 106 w 256"/>
              <a:gd name="T97" fmla="*/ 176 h 256"/>
              <a:gd name="T98" fmla="*/ 136 w 256"/>
              <a:gd name="T99" fmla="*/ 146 h 256"/>
              <a:gd name="T100" fmla="*/ 106 w 256"/>
              <a:gd name="T101" fmla="*/ 116 h 256"/>
              <a:gd name="T102" fmla="*/ 72 w 256"/>
              <a:gd name="T103" fmla="*/ 116 h 256"/>
              <a:gd name="T104" fmla="*/ 68 w 256"/>
              <a:gd name="T105" fmla="*/ 120 h 256"/>
              <a:gd name="T106" fmla="*/ 72 w 256"/>
              <a:gd name="T107" fmla="*/ 124 h 256"/>
              <a:gd name="T108" fmla="*/ 106 w 256"/>
              <a:gd name="T109" fmla="*/ 124 h 256"/>
              <a:gd name="T110" fmla="*/ 128 w 256"/>
              <a:gd name="T111" fmla="*/ 146 h 256"/>
              <a:gd name="T112" fmla="*/ 106 w 256"/>
              <a:gd name="T113" fmla="*/ 168 h 256"/>
              <a:gd name="T114" fmla="*/ 44 w 256"/>
              <a:gd name="T115" fmla="*/ 168 h 256"/>
              <a:gd name="T116" fmla="*/ 0 w 256"/>
              <a:gd name="T117" fmla="*/ 212 h 256"/>
              <a:gd name="T118" fmla="*/ 44 w 256"/>
              <a:gd name="T119" fmla="*/ 256 h 256"/>
              <a:gd name="T120" fmla="*/ 172 w 256"/>
              <a:gd name="T121" fmla="*/ 256 h 256"/>
              <a:gd name="T122" fmla="*/ 176 w 256"/>
              <a:gd name="T123" fmla="*/ 252 h 256"/>
              <a:gd name="T124" fmla="*/ 172 w 256"/>
              <a:gd name="T125"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6" h="256">
                <a:moveTo>
                  <a:pt x="204" y="140"/>
                </a:moveTo>
                <a:cubicBezTo>
                  <a:pt x="191" y="140"/>
                  <a:pt x="180" y="151"/>
                  <a:pt x="180" y="164"/>
                </a:cubicBezTo>
                <a:cubicBezTo>
                  <a:pt x="180" y="177"/>
                  <a:pt x="191" y="188"/>
                  <a:pt x="204" y="188"/>
                </a:cubicBezTo>
                <a:cubicBezTo>
                  <a:pt x="217" y="188"/>
                  <a:pt x="228" y="177"/>
                  <a:pt x="228" y="164"/>
                </a:cubicBezTo>
                <a:cubicBezTo>
                  <a:pt x="228" y="151"/>
                  <a:pt x="217" y="140"/>
                  <a:pt x="204" y="140"/>
                </a:cubicBezTo>
                <a:close/>
                <a:moveTo>
                  <a:pt x="204" y="180"/>
                </a:moveTo>
                <a:cubicBezTo>
                  <a:pt x="195" y="180"/>
                  <a:pt x="188" y="173"/>
                  <a:pt x="188" y="164"/>
                </a:cubicBezTo>
                <a:cubicBezTo>
                  <a:pt x="188" y="155"/>
                  <a:pt x="195" y="148"/>
                  <a:pt x="204" y="148"/>
                </a:cubicBezTo>
                <a:cubicBezTo>
                  <a:pt x="213" y="148"/>
                  <a:pt x="220" y="155"/>
                  <a:pt x="220" y="164"/>
                </a:cubicBezTo>
                <a:cubicBezTo>
                  <a:pt x="220" y="173"/>
                  <a:pt x="213" y="180"/>
                  <a:pt x="204" y="180"/>
                </a:cubicBezTo>
                <a:close/>
                <a:moveTo>
                  <a:pt x="204" y="112"/>
                </a:moveTo>
                <a:cubicBezTo>
                  <a:pt x="175" y="112"/>
                  <a:pt x="152" y="135"/>
                  <a:pt x="152" y="164"/>
                </a:cubicBezTo>
                <a:cubicBezTo>
                  <a:pt x="152" y="197"/>
                  <a:pt x="199" y="252"/>
                  <a:pt x="201" y="255"/>
                </a:cubicBezTo>
                <a:cubicBezTo>
                  <a:pt x="202" y="255"/>
                  <a:pt x="203" y="256"/>
                  <a:pt x="204" y="256"/>
                </a:cubicBezTo>
                <a:cubicBezTo>
                  <a:pt x="205" y="256"/>
                  <a:pt x="206" y="255"/>
                  <a:pt x="207" y="255"/>
                </a:cubicBezTo>
                <a:cubicBezTo>
                  <a:pt x="209" y="252"/>
                  <a:pt x="256" y="197"/>
                  <a:pt x="256" y="164"/>
                </a:cubicBezTo>
                <a:cubicBezTo>
                  <a:pt x="256" y="135"/>
                  <a:pt x="233" y="112"/>
                  <a:pt x="204" y="112"/>
                </a:cubicBezTo>
                <a:close/>
                <a:moveTo>
                  <a:pt x="204" y="246"/>
                </a:moveTo>
                <a:cubicBezTo>
                  <a:pt x="194" y="233"/>
                  <a:pt x="160" y="190"/>
                  <a:pt x="160" y="164"/>
                </a:cubicBezTo>
                <a:cubicBezTo>
                  <a:pt x="160" y="140"/>
                  <a:pt x="180" y="120"/>
                  <a:pt x="204" y="120"/>
                </a:cubicBezTo>
                <a:cubicBezTo>
                  <a:pt x="228" y="120"/>
                  <a:pt x="248" y="140"/>
                  <a:pt x="248" y="164"/>
                </a:cubicBezTo>
                <a:cubicBezTo>
                  <a:pt x="248" y="190"/>
                  <a:pt x="214" y="233"/>
                  <a:pt x="204" y="246"/>
                </a:cubicBezTo>
                <a:close/>
                <a:moveTo>
                  <a:pt x="64" y="44"/>
                </a:moveTo>
                <a:cubicBezTo>
                  <a:pt x="64" y="33"/>
                  <a:pt x="55" y="24"/>
                  <a:pt x="44" y="24"/>
                </a:cubicBezTo>
                <a:cubicBezTo>
                  <a:pt x="33" y="24"/>
                  <a:pt x="24" y="33"/>
                  <a:pt x="24" y="44"/>
                </a:cubicBezTo>
                <a:cubicBezTo>
                  <a:pt x="24" y="55"/>
                  <a:pt x="33" y="64"/>
                  <a:pt x="44" y="64"/>
                </a:cubicBezTo>
                <a:cubicBezTo>
                  <a:pt x="55" y="64"/>
                  <a:pt x="64" y="55"/>
                  <a:pt x="64" y="44"/>
                </a:cubicBezTo>
                <a:close/>
                <a:moveTo>
                  <a:pt x="32" y="44"/>
                </a:moveTo>
                <a:cubicBezTo>
                  <a:pt x="32" y="37"/>
                  <a:pt x="37" y="32"/>
                  <a:pt x="44" y="32"/>
                </a:cubicBezTo>
                <a:cubicBezTo>
                  <a:pt x="51" y="32"/>
                  <a:pt x="56" y="37"/>
                  <a:pt x="56" y="44"/>
                </a:cubicBezTo>
                <a:cubicBezTo>
                  <a:pt x="56" y="51"/>
                  <a:pt x="51" y="56"/>
                  <a:pt x="44" y="56"/>
                </a:cubicBezTo>
                <a:cubicBezTo>
                  <a:pt x="37" y="56"/>
                  <a:pt x="32" y="51"/>
                  <a:pt x="32" y="44"/>
                </a:cubicBezTo>
                <a:close/>
                <a:moveTo>
                  <a:pt x="44" y="124"/>
                </a:moveTo>
                <a:cubicBezTo>
                  <a:pt x="45" y="124"/>
                  <a:pt x="46" y="123"/>
                  <a:pt x="47" y="123"/>
                </a:cubicBezTo>
                <a:cubicBezTo>
                  <a:pt x="49" y="121"/>
                  <a:pt x="88" y="73"/>
                  <a:pt x="88" y="44"/>
                </a:cubicBezTo>
                <a:cubicBezTo>
                  <a:pt x="88" y="20"/>
                  <a:pt x="68" y="0"/>
                  <a:pt x="44" y="0"/>
                </a:cubicBezTo>
                <a:cubicBezTo>
                  <a:pt x="20" y="0"/>
                  <a:pt x="0" y="20"/>
                  <a:pt x="0" y="44"/>
                </a:cubicBezTo>
                <a:cubicBezTo>
                  <a:pt x="0" y="73"/>
                  <a:pt x="39" y="121"/>
                  <a:pt x="41" y="123"/>
                </a:cubicBezTo>
                <a:cubicBezTo>
                  <a:pt x="42" y="123"/>
                  <a:pt x="43" y="124"/>
                  <a:pt x="44" y="124"/>
                </a:cubicBezTo>
                <a:close/>
                <a:moveTo>
                  <a:pt x="44" y="8"/>
                </a:moveTo>
                <a:cubicBezTo>
                  <a:pt x="64" y="8"/>
                  <a:pt x="80" y="24"/>
                  <a:pt x="80" y="44"/>
                </a:cubicBezTo>
                <a:cubicBezTo>
                  <a:pt x="80" y="66"/>
                  <a:pt x="53" y="102"/>
                  <a:pt x="44" y="114"/>
                </a:cubicBezTo>
                <a:cubicBezTo>
                  <a:pt x="35" y="102"/>
                  <a:pt x="8" y="66"/>
                  <a:pt x="8" y="44"/>
                </a:cubicBezTo>
                <a:cubicBezTo>
                  <a:pt x="8" y="24"/>
                  <a:pt x="24" y="8"/>
                  <a:pt x="44" y="8"/>
                </a:cubicBezTo>
                <a:close/>
                <a:moveTo>
                  <a:pt x="172" y="248"/>
                </a:moveTo>
                <a:cubicBezTo>
                  <a:pt x="44" y="248"/>
                  <a:pt x="44" y="248"/>
                  <a:pt x="44" y="248"/>
                </a:cubicBezTo>
                <a:cubicBezTo>
                  <a:pt x="24" y="248"/>
                  <a:pt x="8" y="232"/>
                  <a:pt x="8" y="212"/>
                </a:cubicBezTo>
                <a:cubicBezTo>
                  <a:pt x="8" y="192"/>
                  <a:pt x="24" y="176"/>
                  <a:pt x="44" y="176"/>
                </a:cubicBezTo>
                <a:cubicBezTo>
                  <a:pt x="106" y="176"/>
                  <a:pt x="106" y="176"/>
                  <a:pt x="106" y="176"/>
                </a:cubicBezTo>
                <a:cubicBezTo>
                  <a:pt x="123" y="176"/>
                  <a:pt x="136" y="163"/>
                  <a:pt x="136" y="146"/>
                </a:cubicBezTo>
                <a:cubicBezTo>
                  <a:pt x="136" y="129"/>
                  <a:pt x="123" y="116"/>
                  <a:pt x="106" y="116"/>
                </a:cubicBezTo>
                <a:cubicBezTo>
                  <a:pt x="72" y="116"/>
                  <a:pt x="72" y="116"/>
                  <a:pt x="72" y="116"/>
                </a:cubicBezTo>
                <a:cubicBezTo>
                  <a:pt x="70" y="116"/>
                  <a:pt x="68" y="118"/>
                  <a:pt x="68" y="120"/>
                </a:cubicBezTo>
                <a:cubicBezTo>
                  <a:pt x="68" y="122"/>
                  <a:pt x="70" y="124"/>
                  <a:pt x="72" y="124"/>
                </a:cubicBezTo>
                <a:cubicBezTo>
                  <a:pt x="106" y="124"/>
                  <a:pt x="106" y="124"/>
                  <a:pt x="106" y="124"/>
                </a:cubicBezTo>
                <a:cubicBezTo>
                  <a:pt x="118" y="124"/>
                  <a:pt x="128" y="134"/>
                  <a:pt x="128" y="146"/>
                </a:cubicBezTo>
                <a:cubicBezTo>
                  <a:pt x="128" y="158"/>
                  <a:pt x="118" y="168"/>
                  <a:pt x="106" y="168"/>
                </a:cubicBezTo>
                <a:cubicBezTo>
                  <a:pt x="44" y="168"/>
                  <a:pt x="44" y="168"/>
                  <a:pt x="44" y="168"/>
                </a:cubicBezTo>
                <a:cubicBezTo>
                  <a:pt x="20" y="168"/>
                  <a:pt x="0" y="188"/>
                  <a:pt x="0" y="212"/>
                </a:cubicBezTo>
                <a:cubicBezTo>
                  <a:pt x="0" y="236"/>
                  <a:pt x="20" y="256"/>
                  <a:pt x="44" y="256"/>
                </a:cubicBezTo>
                <a:cubicBezTo>
                  <a:pt x="172" y="256"/>
                  <a:pt x="172" y="256"/>
                  <a:pt x="172" y="256"/>
                </a:cubicBezTo>
                <a:cubicBezTo>
                  <a:pt x="174" y="256"/>
                  <a:pt x="176" y="254"/>
                  <a:pt x="176" y="252"/>
                </a:cubicBezTo>
                <a:cubicBezTo>
                  <a:pt x="176" y="250"/>
                  <a:pt x="174" y="248"/>
                  <a:pt x="172" y="24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78" name="Freeform 142">
            <a:extLst>
              <a:ext uri="{FF2B5EF4-FFF2-40B4-BE49-F238E27FC236}">
                <a16:creationId xmlns:a16="http://schemas.microsoft.com/office/drawing/2014/main" id="{44CD9278-B811-4540-8508-CAC2004E6EB9}"/>
              </a:ext>
            </a:extLst>
          </p:cNvPr>
          <p:cNvSpPr>
            <a:spLocks noChangeAspect="1" noEditPoints="1"/>
          </p:cNvSpPr>
          <p:nvPr/>
        </p:nvSpPr>
        <p:spPr bwMode="auto">
          <a:xfrm>
            <a:off x="7346610" y="2403829"/>
            <a:ext cx="400050" cy="400050"/>
          </a:xfrm>
          <a:custGeom>
            <a:avLst/>
            <a:gdLst>
              <a:gd name="T0" fmla="*/ 256 w 256"/>
              <a:gd name="T1" fmla="*/ 176 h 256"/>
              <a:gd name="T2" fmla="*/ 208 w 256"/>
              <a:gd name="T3" fmla="*/ 80 h 256"/>
              <a:gd name="T4" fmla="*/ 48 w 256"/>
              <a:gd name="T5" fmla="*/ 80 h 256"/>
              <a:gd name="T6" fmla="*/ 96 w 256"/>
              <a:gd name="T7" fmla="*/ 176 h 256"/>
              <a:gd name="T8" fmla="*/ 80 w 256"/>
              <a:gd name="T9" fmla="*/ 228 h 256"/>
              <a:gd name="T10" fmla="*/ 37 w 256"/>
              <a:gd name="T11" fmla="*/ 216 h 256"/>
              <a:gd name="T12" fmla="*/ 20 w 256"/>
              <a:gd name="T13" fmla="*/ 199 h 256"/>
              <a:gd name="T14" fmla="*/ 8 w 256"/>
              <a:gd name="T15" fmla="*/ 156 h 256"/>
              <a:gd name="T16" fmla="*/ 35 w 256"/>
              <a:gd name="T17" fmla="*/ 95 h 256"/>
              <a:gd name="T18" fmla="*/ 0 w 256"/>
              <a:gd name="T19" fmla="*/ 156 h 256"/>
              <a:gd name="T20" fmla="*/ 0 w 256"/>
              <a:gd name="T21" fmla="*/ 231 h 256"/>
              <a:gd name="T22" fmla="*/ 4 w 256"/>
              <a:gd name="T23" fmla="*/ 236 h 256"/>
              <a:gd name="T24" fmla="*/ 38 w 256"/>
              <a:gd name="T25" fmla="*/ 224 h 256"/>
              <a:gd name="T26" fmla="*/ 158 w 256"/>
              <a:gd name="T27" fmla="*/ 173 h 256"/>
              <a:gd name="T28" fmla="*/ 150 w 256"/>
              <a:gd name="T29" fmla="*/ 171 h 256"/>
              <a:gd name="T30" fmla="*/ 104 w 256"/>
              <a:gd name="T31" fmla="*/ 176 h 256"/>
              <a:gd name="T32" fmla="*/ 128 w 256"/>
              <a:gd name="T33" fmla="*/ 160 h 256"/>
              <a:gd name="T34" fmla="*/ 203 w 256"/>
              <a:gd name="T35" fmla="*/ 160 h 256"/>
              <a:gd name="T36" fmla="*/ 207 w 256"/>
              <a:gd name="T37" fmla="*/ 159 h 256"/>
              <a:gd name="T38" fmla="*/ 196 w 256"/>
              <a:gd name="T39" fmla="*/ 122 h 256"/>
              <a:gd name="T40" fmla="*/ 248 w 256"/>
              <a:gd name="T41" fmla="*/ 176 h 256"/>
              <a:gd name="T42" fmla="*/ 236 w 256"/>
              <a:gd name="T43" fmla="*/ 219 h 256"/>
              <a:gd name="T44" fmla="*/ 219 w 256"/>
              <a:gd name="T45" fmla="*/ 236 h 256"/>
              <a:gd name="T46" fmla="*/ 176 w 256"/>
              <a:gd name="T47" fmla="*/ 248 h 256"/>
              <a:gd name="T48" fmla="*/ 126 w 256"/>
              <a:gd name="T49" fmla="*/ 234 h 256"/>
              <a:gd name="T50" fmla="*/ 176 w 256"/>
              <a:gd name="T51" fmla="*/ 256 h 256"/>
              <a:gd name="T52" fmla="*/ 251 w 256"/>
              <a:gd name="T53" fmla="*/ 256 h 256"/>
              <a:gd name="T54" fmla="*/ 255 w 256"/>
              <a:gd name="T55" fmla="*/ 255 h 256"/>
              <a:gd name="T56" fmla="*/ 244 w 256"/>
              <a:gd name="T57" fmla="*/ 218 h 256"/>
              <a:gd name="T58" fmla="*/ 127 w 256"/>
              <a:gd name="T59" fmla="*/ 123 h 256"/>
              <a:gd name="T60" fmla="*/ 121 w 256"/>
              <a:gd name="T61" fmla="*/ 118 h 256"/>
              <a:gd name="T62" fmla="*/ 56 w 256"/>
              <a:gd name="T63" fmla="*/ 88 h 256"/>
              <a:gd name="T64" fmla="*/ 152 w 256"/>
              <a:gd name="T65" fmla="*/ 148 h 256"/>
              <a:gd name="T66" fmla="*/ 109 w 256"/>
              <a:gd name="T67" fmla="*/ 149 h 256"/>
              <a:gd name="T68" fmla="*/ 197 w 256"/>
              <a:gd name="T69" fmla="*/ 149 h 256"/>
              <a:gd name="T70" fmla="*/ 167 w 256"/>
              <a:gd name="T71" fmla="*/ 140 h 256"/>
              <a:gd name="T72" fmla="*/ 146 w 256"/>
              <a:gd name="T73" fmla="*/ 111 h 256"/>
              <a:gd name="T74" fmla="*/ 184 w 256"/>
              <a:gd name="T75" fmla="*/ 100 h 256"/>
              <a:gd name="T76" fmla="*/ 141 w 256"/>
              <a:gd name="T77" fmla="*/ 104 h 256"/>
              <a:gd name="T78" fmla="*/ 56 w 256"/>
              <a:gd name="T79" fmla="*/ 80 h 256"/>
              <a:gd name="T80" fmla="*/ 200 w 256"/>
              <a:gd name="T81" fmla="*/ 80 h 256"/>
              <a:gd name="T82" fmla="*/ 188 w 256"/>
              <a:gd name="T83" fmla="*/ 12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256">
                <a:moveTo>
                  <a:pt x="244" y="218"/>
                </a:moveTo>
                <a:cubicBezTo>
                  <a:pt x="252" y="205"/>
                  <a:pt x="256" y="191"/>
                  <a:pt x="256" y="176"/>
                </a:cubicBezTo>
                <a:cubicBezTo>
                  <a:pt x="256" y="143"/>
                  <a:pt x="236" y="113"/>
                  <a:pt x="205" y="102"/>
                </a:cubicBezTo>
                <a:cubicBezTo>
                  <a:pt x="207" y="95"/>
                  <a:pt x="208" y="87"/>
                  <a:pt x="208" y="80"/>
                </a:cubicBezTo>
                <a:cubicBezTo>
                  <a:pt x="208" y="36"/>
                  <a:pt x="172" y="0"/>
                  <a:pt x="128" y="0"/>
                </a:cubicBezTo>
                <a:cubicBezTo>
                  <a:pt x="84" y="0"/>
                  <a:pt x="48" y="36"/>
                  <a:pt x="48" y="80"/>
                </a:cubicBezTo>
                <a:cubicBezTo>
                  <a:pt x="48" y="114"/>
                  <a:pt x="69" y="143"/>
                  <a:pt x="99" y="154"/>
                </a:cubicBezTo>
                <a:cubicBezTo>
                  <a:pt x="97" y="161"/>
                  <a:pt x="96" y="169"/>
                  <a:pt x="96" y="176"/>
                </a:cubicBezTo>
                <a:cubicBezTo>
                  <a:pt x="96" y="192"/>
                  <a:pt x="101" y="208"/>
                  <a:pt x="110" y="221"/>
                </a:cubicBezTo>
                <a:cubicBezTo>
                  <a:pt x="101" y="226"/>
                  <a:pt x="91" y="228"/>
                  <a:pt x="80" y="228"/>
                </a:cubicBezTo>
                <a:cubicBezTo>
                  <a:pt x="66" y="228"/>
                  <a:pt x="53" y="224"/>
                  <a:pt x="41" y="216"/>
                </a:cubicBezTo>
                <a:cubicBezTo>
                  <a:pt x="40" y="216"/>
                  <a:pt x="38" y="216"/>
                  <a:pt x="37" y="216"/>
                </a:cubicBezTo>
                <a:cubicBezTo>
                  <a:pt x="11" y="225"/>
                  <a:pt x="11" y="225"/>
                  <a:pt x="11" y="225"/>
                </a:cubicBezTo>
                <a:cubicBezTo>
                  <a:pt x="20" y="199"/>
                  <a:pt x="20" y="199"/>
                  <a:pt x="20" y="199"/>
                </a:cubicBezTo>
                <a:cubicBezTo>
                  <a:pt x="20" y="198"/>
                  <a:pt x="20" y="196"/>
                  <a:pt x="20" y="195"/>
                </a:cubicBezTo>
                <a:cubicBezTo>
                  <a:pt x="12" y="183"/>
                  <a:pt x="8" y="170"/>
                  <a:pt x="8" y="156"/>
                </a:cubicBezTo>
                <a:cubicBezTo>
                  <a:pt x="8" y="134"/>
                  <a:pt x="18" y="114"/>
                  <a:pt x="35" y="100"/>
                </a:cubicBezTo>
                <a:cubicBezTo>
                  <a:pt x="36" y="99"/>
                  <a:pt x="36" y="96"/>
                  <a:pt x="35" y="95"/>
                </a:cubicBezTo>
                <a:cubicBezTo>
                  <a:pt x="34" y="93"/>
                  <a:pt x="31" y="93"/>
                  <a:pt x="29" y="94"/>
                </a:cubicBezTo>
                <a:cubicBezTo>
                  <a:pt x="11" y="109"/>
                  <a:pt x="0" y="132"/>
                  <a:pt x="0" y="156"/>
                </a:cubicBezTo>
                <a:cubicBezTo>
                  <a:pt x="0" y="171"/>
                  <a:pt x="4" y="185"/>
                  <a:pt x="12" y="198"/>
                </a:cubicBezTo>
                <a:cubicBezTo>
                  <a:pt x="0" y="231"/>
                  <a:pt x="0" y="231"/>
                  <a:pt x="0" y="231"/>
                </a:cubicBezTo>
                <a:cubicBezTo>
                  <a:pt x="0" y="232"/>
                  <a:pt x="0" y="234"/>
                  <a:pt x="1" y="235"/>
                </a:cubicBezTo>
                <a:cubicBezTo>
                  <a:pt x="2" y="236"/>
                  <a:pt x="3" y="236"/>
                  <a:pt x="4" y="236"/>
                </a:cubicBezTo>
                <a:cubicBezTo>
                  <a:pt x="4" y="236"/>
                  <a:pt x="5" y="236"/>
                  <a:pt x="5" y="236"/>
                </a:cubicBezTo>
                <a:cubicBezTo>
                  <a:pt x="38" y="224"/>
                  <a:pt x="38" y="224"/>
                  <a:pt x="38" y="224"/>
                </a:cubicBezTo>
                <a:cubicBezTo>
                  <a:pt x="51" y="232"/>
                  <a:pt x="65" y="236"/>
                  <a:pt x="80" y="236"/>
                </a:cubicBezTo>
                <a:cubicBezTo>
                  <a:pt x="117" y="236"/>
                  <a:pt x="150" y="209"/>
                  <a:pt x="158" y="173"/>
                </a:cubicBezTo>
                <a:cubicBezTo>
                  <a:pt x="159" y="171"/>
                  <a:pt x="157" y="169"/>
                  <a:pt x="155" y="168"/>
                </a:cubicBezTo>
                <a:cubicBezTo>
                  <a:pt x="153" y="168"/>
                  <a:pt x="151" y="169"/>
                  <a:pt x="150" y="171"/>
                </a:cubicBezTo>
                <a:cubicBezTo>
                  <a:pt x="146" y="191"/>
                  <a:pt x="134" y="207"/>
                  <a:pt x="117" y="217"/>
                </a:cubicBezTo>
                <a:cubicBezTo>
                  <a:pt x="109" y="205"/>
                  <a:pt x="104" y="191"/>
                  <a:pt x="104" y="176"/>
                </a:cubicBezTo>
                <a:cubicBezTo>
                  <a:pt x="104" y="169"/>
                  <a:pt x="105" y="163"/>
                  <a:pt x="107" y="157"/>
                </a:cubicBezTo>
                <a:cubicBezTo>
                  <a:pt x="113" y="159"/>
                  <a:pt x="121" y="160"/>
                  <a:pt x="128" y="160"/>
                </a:cubicBezTo>
                <a:cubicBezTo>
                  <a:pt x="143" y="160"/>
                  <a:pt x="157" y="156"/>
                  <a:pt x="170" y="148"/>
                </a:cubicBezTo>
                <a:cubicBezTo>
                  <a:pt x="203" y="160"/>
                  <a:pt x="203" y="160"/>
                  <a:pt x="203" y="160"/>
                </a:cubicBezTo>
                <a:cubicBezTo>
                  <a:pt x="203" y="160"/>
                  <a:pt x="204" y="160"/>
                  <a:pt x="204" y="160"/>
                </a:cubicBezTo>
                <a:cubicBezTo>
                  <a:pt x="205" y="160"/>
                  <a:pt x="206" y="160"/>
                  <a:pt x="207" y="159"/>
                </a:cubicBezTo>
                <a:cubicBezTo>
                  <a:pt x="208" y="158"/>
                  <a:pt x="208" y="156"/>
                  <a:pt x="208" y="155"/>
                </a:cubicBezTo>
                <a:cubicBezTo>
                  <a:pt x="196" y="122"/>
                  <a:pt x="196" y="122"/>
                  <a:pt x="196" y="122"/>
                </a:cubicBezTo>
                <a:cubicBezTo>
                  <a:pt x="199" y="118"/>
                  <a:pt x="201" y="113"/>
                  <a:pt x="202" y="109"/>
                </a:cubicBezTo>
                <a:cubicBezTo>
                  <a:pt x="230" y="120"/>
                  <a:pt x="248" y="146"/>
                  <a:pt x="248" y="176"/>
                </a:cubicBezTo>
                <a:cubicBezTo>
                  <a:pt x="248" y="190"/>
                  <a:pt x="244" y="203"/>
                  <a:pt x="236" y="215"/>
                </a:cubicBezTo>
                <a:cubicBezTo>
                  <a:pt x="236" y="216"/>
                  <a:pt x="236" y="218"/>
                  <a:pt x="236" y="219"/>
                </a:cubicBezTo>
                <a:cubicBezTo>
                  <a:pt x="245" y="245"/>
                  <a:pt x="245" y="245"/>
                  <a:pt x="245" y="245"/>
                </a:cubicBezTo>
                <a:cubicBezTo>
                  <a:pt x="219" y="236"/>
                  <a:pt x="219" y="236"/>
                  <a:pt x="219" y="236"/>
                </a:cubicBezTo>
                <a:cubicBezTo>
                  <a:pt x="218" y="236"/>
                  <a:pt x="216" y="236"/>
                  <a:pt x="215" y="236"/>
                </a:cubicBezTo>
                <a:cubicBezTo>
                  <a:pt x="203" y="244"/>
                  <a:pt x="190" y="248"/>
                  <a:pt x="176" y="248"/>
                </a:cubicBezTo>
                <a:cubicBezTo>
                  <a:pt x="160" y="248"/>
                  <a:pt x="145" y="243"/>
                  <a:pt x="132" y="233"/>
                </a:cubicBezTo>
                <a:cubicBezTo>
                  <a:pt x="130" y="231"/>
                  <a:pt x="128" y="232"/>
                  <a:pt x="126" y="234"/>
                </a:cubicBezTo>
                <a:cubicBezTo>
                  <a:pt x="125" y="235"/>
                  <a:pt x="125" y="238"/>
                  <a:pt x="127" y="239"/>
                </a:cubicBezTo>
                <a:cubicBezTo>
                  <a:pt x="141" y="250"/>
                  <a:pt x="158" y="256"/>
                  <a:pt x="176" y="256"/>
                </a:cubicBezTo>
                <a:cubicBezTo>
                  <a:pt x="191" y="256"/>
                  <a:pt x="205" y="252"/>
                  <a:pt x="218" y="244"/>
                </a:cubicBezTo>
                <a:cubicBezTo>
                  <a:pt x="251" y="256"/>
                  <a:pt x="251" y="256"/>
                  <a:pt x="251" y="256"/>
                </a:cubicBezTo>
                <a:cubicBezTo>
                  <a:pt x="251" y="256"/>
                  <a:pt x="252" y="256"/>
                  <a:pt x="252" y="256"/>
                </a:cubicBezTo>
                <a:cubicBezTo>
                  <a:pt x="253" y="256"/>
                  <a:pt x="254" y="256"/>
                  <a:pt x="255" y="255"/>
                </a:cubicBezTo>
                <a:cubicBezTo>
                  <a:pt x="256" y="254"/>
                  <a:pt x="256" y="252"/>
                  <a:pt x="256" y="251"/>
                </a:cubicBezTo>
                <a:lnTo>
                  <a:pt x="244" y="218"/>
                </a:lnTo>
                <a:close/>
                <a:moveTo>
                  <a:pt x="109" y="149"/>
                </a:moveTo>
                <a:cubicBezTo>
                  <a:pt x="113" y="140"/>
                  <a:pt x="119" y="131"/>
                  <a:pt x="127" y="123"/>
                </a:cubicBezTo>
                <a:cubicBezTo>
                  <a:pt x="128" y="122"/>
                  <a:pt x="128" y="119"/>
                  <a:pt x="127" y="118"/>
                </a:cubicBezTo>
                <a:cubicBezTo>
                  <a:pt x="125" y="116"/>
                  <a:pt x="123" y="116"/>
                  <a:pt x="121" y="118"/>
                </a:cubicBezTo>
                <a:cubicBezTo>
                  <a:pt x="113" y="126"/>
                  <a:pt x="106" y="136"/>
                  <a:pt x="102" y="147"/>
                </a:cubicBezTo>
                <a:cubicBezTo>
                  <a:pt x="77" y="137"/>
                  <a:pt x="59" y="115"/>
                  <a:pt x="56" y="88"/>
                </a:cubicBezTo>
                <a:cubicBezTo>
                  <a:pt x="64" y="85"/>
                  <a:pt x="72" y="84"/>
                  <a:pt x="80" y="84"/>
                </a:cubicBezTo>
                <a:cubicBezTo>
                  <a:pt x="117" y="84"/>
                  <a:pt x="147" y="111"/>
                  <a:pt x="152" y="148"/>
                </a:cubicBezTo>
                <a:cubicBezTo>
                  <a:pt x="144" y="151"/>
                  <a:pt x="136" y="152"/>
                  <a:pt x="128" y="152"/>
                </a:cubicBezTo>
                <a:cubicBezTo>
                  <a:pt x="121" y="152"/>
                  <a:pt x="115" y="151"/>
                  <a:pt x="109" y="149"/>
                </a:cubicBezTo>
                <a:close/>
                <a:moveTo>
                  <a:pt x="188" y="123"/>
                </a:moveTo>
                <a:cubicBezTo>
                  <a:pt x="197" y="149"/>
                  <a:pt x="197" y="149"/>
                  <a:pt x="197" y="149"/>
                </a:cubicBezTo>
                <a:cubicBezTo>
                  <a:pt x="171" y="140"/>
                  <a:pt x="171" y="140"/>
                  <a:pt x="171" y="140"/>
                </a:cubicBezTo>
                <a:cubicBezTo>
                  <a:pt x="170" y="140"/>
                  <a:pt x="168" y="140"/>
                  <a:pt x="167" y="140"/>
                </a:cubicBezTo>
                <a:cubicBezTo>
                  <a:pt x="165" y="142"/>
                  <a:pt x="162" y="144"/>
                  <a:pt x="159" y="145"/>
                </a:cubicBezTo>
                <a:cubicBezTo>
                  <a:pt x="157" y="132"/>
                  <a:pt x="153" y="121"/>
                  <a:pt x="146" y="111"/>
                </a:cubicBezTo>
                <a:cubicBezTo>
                  <a:pt x="156" y="106"/>
                  <a:pt x="168" y="103"/>
                  <a:pt x="180" y="104"/>
                </a:cubicBezTo>
                <a:cubicBezTo>
                  <a:pt x="182" y="104"/>
                  <a:pt x="184" y="103"/>
                  <a:pt x="184" y="100"/>
                </a:cubicBezTo>
                <a:cubicBezTo>
                  <a:pt x="184" y="98"/>
                  <a:pt x="182" y="96"/>
                  <a:pt x="180" y="96"/>
                </a:cubicBezTo>
                <a:cubicBezTo>
                  <a:pt x="167" y="95"/>
                  <a:pt x="153" y="98"/>
                  <a:pt x="141" y="104"/>
                </a:cubicBezTo>
                <a:cubicBezTo>
                  <a:pt x="126" y="87"/>
                  <a:pt x="104" y="76"/>
                  <a:pt x="80" y="76"/>
                </a:cubicBezTo>
                <a:cubicBezTo>
                  <a:pt x="72" y="76"/>
                  <a:pt x="64" y="77"/>
                  <a:pt x="56" y="80"/>
                </a:cubicBezTo>
                <a:cubicBezTo>
                  <a:pt x="56" y="40"/>
                  <a:pt x="88" y="8"/>
                  <a:pt x="128" y="8"/>
                </a:cubicBezTo>
                <a:cubicBezTo>
                  <a:pt x="168" y="8"/>
                  <a:pt x="200" y="40"/>
                  <a:pt x="200" y="80"/>
                </a:cubicBezTo>
                <a:cubicBezTo>
                  <a:pt x="200" y="94"/>
                  <a:pt x="196" y="107"/>
                  <a:pt x="188" y="119"/>
                </a:cubicBezTo>
                <a:cubicBezTo>
                  <a:pt x="188" y="120"/>
                  <a:pt x="188" y="122"/>
                  <a:pt x="188" y="1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84" name="Freeform 146">
            <a:extLst>
              <a:ext uri="{FF2B5EF4-FFF2-40B4-BE49-F238E27FC236}">
                <a16:creationId xmlns:a16="http://schemas.microsoft.com/office/drawing/2014/main" id="{25F9336D-B5AD-4701-BAED-99BAF71D6DF5}"/>
              </a:ext>
            </a:extLst>
          </p:cNvPr>
          <p:cNvSpPr>
            <a:spLocks noChangeAspect="1" noEditPoints="1"/>
          </p:cNvSpPr>
          <p:nvPr/>
        </p:nvSpPr>
        <p:spPr bwMode="auto">
          <a:xfrm>
            <a:off x="8314256" y="2422879"/>
            <a:ext cx="400050" cy="361950"/>
          </a:xfrm>
          <a:custGeom>
            <a:avLst/>
            <a:gdLst>
              <a:gd name="T0" fmla="*/ 168 w 256"/>
              <a:gd name="T1" fmla="*/ 124 h 232"/>
              <a:gd name="T2" fmla="*/ 165 w 256"/>
              <a:gd name="T3" fmla="*/ 77 h 232"/>
              <a:gd name="T4" fmla="*/ 129 w 256"/>
              <a:gd name="T5" fmla="*/ 126 h 232"/>
              <a:gd name="T6" fmla="*/ 132 w 256"/>
              <a:gd name="T7" fmla="*/ 132 h 232"/>
              <a:gd name="T8" fmla="*/ 160 w 256"/>
              <a:gd name="T9" fmla="*/ 144 h 232"/>
              <a:gd name="T10" fmla="*/ 168 w 256"/>
              <a:gd name="T11" fmla="*/ 144 h 232"/>
              <a:gd name="T12" fmla="*/ 176 w 256"/>
              <a:gd name="T13" fmla="*/ 132 h 232"/>
              <a:gd name="T14" fmla="*/ 176 w 256"/>
              <a:gd name="T15" fmla="*/ 124 h 232"/>
              <a:gd name="T16" fmla="*/ 140 w 256"/>
              <a:gd name="T17" fmla="*/ 124 h 232"/>
              <a:gd name="T18" fmla="*/ 160 w 256"/>
              <a:gd name="T19" fmla="*/ 124 h 232"/>
              <a:gd name="T20" fmla="*/ 80 w 256"/>
              <a:gd name="T21" fmla="*/ 146 h 232"/>
              <a:gd name="T22" fmla="*/ 124 w 256"/>
              <a:gd name="T23" fmla="*/ 148 h 232"/>
              <a:gd name="T24" fmla="*/ 124 w 256"/>
              <a:gd name="T25" fmla="*/ 140 h 232"/>
              <a:gd name="T26" fmla="*/ 118 w 256"/>
              <a:gd name="T27" fmla="*/ 113 h 232"/>
              <a:gd name="T28" fmla="*/ 104 w 256"/>
              <a:gd name="T29" fmla="*/ 76 h 232"/>
              <a:gd name="T30" fmla="*/ 80 w 256"/>
              <a:gd name="T31" fmla="*/ 96 h 232"/>
              <a:gd name="T32" fmla="*/ 88 w 256"/>
              <a:gd name="T33" fmla="*/ 96 h 232"/>
              <a:gd name="T34" fmla="*/ 104 w 256"/>
              <a:gd name="T35" fmla="*/ 84 h 232"/>
              <a:gd name="T36" fmla="*/ 112 w 256"/>
              <a:gd name="T37" fmla="*/ 107 h 232"/>
              <a:gd name="T38" fmla="*/ 222 w 256"/>
              <a:gd name="T39" fmla="*/ 74 h 232"/>
              <a:gd name="T40" fmla="*/ 34 w 256"/>
              <a:gd name="T41" fmla="*/ 74 h 232"/>
              <a:gd name="T42" fmla="*/ 44 w 256"/>
              <a:gd name="T43" fmla="*/ 176 h 232"/>
              <a:gd name="T44" fmla="*/ 49 w 256"/>
              <a:gd name="T45" fmla="*/ 193 h 232"/>
              <a:gd name="T46" fmla="*/ 88 w 256"/>
              <a:gd name="T47" fmla="*/ 216 h 232"/>
              <a:gd name="T48" fmla="*/ 106 w 256"/>
              <a:gd name="T49" fmla="*/ 232 h 232"/>
              <a:gd name="T50" fmla="*/ 168 w 256"/>
              <a:gd name="T51" fmla="*/ 214 h 232"/>
              <a:gd name="T52" fmla="*/ 106 w 256"/>
              <a:gd name="T53" fmla="*/ 196 h 232"/>
              <a:gd name="T54" fmla="*/ 88 w 256"/>
              <a:gd name="T55" fmla="*/ 208 h 232"/>
              <a:gd name="T56" fmla="*/ 56 w 256"/>
              <a:gd name="T57" fmla="*/ 192 h 232"/>
              <a:gd name="T58" fmla="*/ 41 w 256"/>
              <a:gd name="T59" fmla="*/ 80 h 232"/>
              <a:gd name="T60" fmla="*/ 215 w 256"/>
              <a:gd name="T61" fmla="*/ 80 h 232"/>
              <a:gd name="T62" fmla="*/ 204 w 256"/>
              <a:gd name="T63" fmla="*/ 171 h 232"/>
              <a:gd name="T64" fmla="*/ 208 w 256"/>
              <a:gd name="T65" fmla="*/ 176 h 232"/>
              <a:gd name="T66" fmla="*/ 256 w 256"/>
              <a:gd name="T67" fmla="*/ 124 h 232"/>
              <a:gd name="T68" fmla="*/ 106 w 256"/>
              <a:gd name="T69" fmla="*/ 204 h 232"/>
              <a:gd name="T70" fmla="*/ 160 w 256"/>
              <a:gd name="T71" fmla="*/ 214 h 232"/>
              <a:gd name="T72" fmla="*/ 106 w 256"/>
              <a:gd name="T73" fmla="*/ 224 h 232"/>
              <a:gd name="T74" fmla="*/ 106 w 256"/>
              <a:gd name="T75" fmla="*/ 204 h 232"/>
              <a:gd name="T76" fmla="*/ 8 w 256"/>
              <a:gd name="T77" fmla="*/ 124 h 232"/>
              <a:gd name="T78" fmla="*/ 34 w 256"/>
              <a:gd name="T79" fmla="*/ 114 h 232"/>
              <a:gd name="T80" fmla="*/ 213 w 256"/>
              <a:gd name="T81" fmla="*/ 168 h 232"/>
              <a:gd name="T82" fmla="*/ 223 w 256"/>
              <a:gd name="T83" fmla="*/ 83 h 232"/>
              <a:gd name="T84" fmla="*/ 213 w 256"/>
              <a:gd name="T85" fmla="*/ 16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32">
                <a:moveTo>
                  <a:pt x="176" y="124"/>
                </a:moveTo>
                <a:cubicBezTo>
                  <a:pt x="168" y="124"/>
                  <a:pt x="168" y="124"/>
                  <a:pt x="168" y="124"/>
                </a:cubicBezTo>
                <a:cubicBezTo>
                  <a:pt x="168" y="80"/>
                  <a:pt x="168" y="80"/>
                  <a:pt x="168" y="80"/>
                </a:cubicBezTo>
                <a:cubicBezTo>
                  <a:pt x="168" y="79"/>
                  <a:pt x="167" y="77"/>
                  <a:pt x="165" y="77"/>
                </a:cubicBezTo>
                <a:cubicBezTo>
                  <a:pt x="163" y="76"/>
                  <a:pt x="162" y="77"/>
                  <a:pt x="161" y="78"/>
                </a:cubicBezTo>
                <a:cubicBezTo>
                  <a:pt x="129" y="126"/>
                  <a:pt x="129" y="126"/>
                  <a:pt x="129" y="126"/>
                </a:cubicBezTo>
                <a:cubicBezTo>
                  <a:pt x="128" y="127"/>
                  <a:pt x="128" y="129"/>
                  <a:pt x="128" y="130"/>
                </a:cubicBezTo>
                <a:cubicBezTo>
                  <a:pt x="129" y="131"/>
                  <a:pt x="131" y="132"/>
                  <a:pt x="132" y="132"/>
                </a:cubicBezTo>
                <a:cubicBezTo>
                  <a:pt x="160" y="132"/>
                  <a:pt x="160" y="132"/>
                  <a:pt x="160" y="132"/>
                </a:cubicBezTo>
                <a:cubicBezTo>
                  <a:pt x="160" y="144"/>
                  <a:pt x="160" y="144"/>
                  <a:pt x="160" y="144"/>
                </a:cubicBezTo>
                <a:cubicBezTo>
                  <a:pt x="160" y="146"/>
                  <a:pt x="162" y="148"/>
                  <a:pt x="164" y="148"/>
                </a:cubicBezTo>
                <a:cubicBezTo>
                  <a:pt x="166" y="148"/>
                  <a:pt x="168" y="146"/>
                  <a:pt x="168" y="144"/>
                </a:cubicBezTo>
                <a:cubicBezTo>
                  <a:pt x="168" y="132"/>
                  <a:pt x="168" y="132"/>
                  <a:pt x="168" y="132"/>
                </a:cubicBezTo>
                <a:cubicBezTo>
                  <a:pt x="176" y="132"/>
                  <a:pt x="176" y="132"/>
                  <a:pt x="176" y="132"/>
                </a:cubicBezTo>
                <a:cubicBezTo>
                  <a:pt x="178" y="132"/>
                  <a:pt x="180" y="130"/>
                  <a:pt x="180" y="128"/>
                </a:cubicBezTo>
                <a:cubicBezTo>
                  <a:pt x="180" y="126"/>
                  <a:pt x="178" y="124"/>
                  <a:pt x="176" y="124"/>
                </a:cubicBezTo>
                <a:close/>
                <a:moveTo>
                  <a:pt x="160" y="124"/>
                </a:moveTo>
                <a:cubicBezTo>
                  <a:pt x="140" y="124"/>
                  <a:pt x="140" y="124"/>
                  <a:pt x="140" y="124"/>
                </a:cubicBezTo>
                <a:cubicBezTo>
                  <a:pt x="160" y="93"/>
                  <a:pt x="160" y="93"/>
                  <a:pt x="160" y="93"/>
                </a:cubicBezTo>
                <a:lnTo>
                  <a:pt x="160" y="124"/>
                </a:lnTo>
                <a:close/>
                <a:moveTo>
                  <a:pt x="81" y="141"/>
                </a:moveTo>
                <a:cubicBezTo>
                  <a:pt x="80" y="142"/>
                  <a:pt x="80" y="144"/>
                  <a:pt x="80" y="146"/>
                </a:cubicBezTo>
                <a:cubicBezTo>
                  <a:pt x="81" y="147"/>
                  <a:pt x="82" y="148"/>
                  <a:pt x="84" y="148"/>
                </a:cubicBezTo>
                <a:cubicBezTo>
                  <a:pt x="124" y="148"/>
                  <a:pt x="124" y="148"/>
                  <a:pt x="124" y="148"/>
                </a:cubicBezTo>
                <a:cubicBezTo>
                  <a:pt x="126" y="148"/>
                  <a:pt x="128" y="146"/>
                  <a:pt x="128" y="144"/>
                </a:cubicBezTo>
                <a:cubicBezTo>
                  <a:pt x="128" y="142"/>
                  <a:pt x="126" y="140"/>
                  <a:pt x="124" y="140"/>
                </a:cubicBezTo>
                <a:cubicBezTo>
                  <a:pt x="93" y="140"/>
                  <a:pt x="93" y="140"/>
                  <a:pt x="93" y="140"/>
                </a:cubicBezTo>
                <a:cubicBezTo>
                  <a:pt x="118" y="113"/>
                  <a:pt x="118" y="113"/>
                  <a:pt x="118" y="113"/>
                </a:cubicBezTo>
                <a:cubicBezTo>
                  <a:pt x="122" y="108"/>
                  <a:pt x="124" y="102"/>
                  <a:pt x="124" y="96"/>
                </a:cubicBezTo>
                <a:cubicBezTo>
                  <a:pt x="124" y="85"/>
                  <a:pt x="115" y="76"/>
                  <a:pt x="104" y="76"/>
                </a:cubicBezTo>
                <a:cubicBezTo>
                  <a:pt x="100" y="76"/>
                  <a:pt x="100" y="76"/>
                  <a:pt x="100" y="76"/>
                </a:cubicBezTo>
                <a:cubicBezTo>
                  <a:pt x="89" y="76"/>
                  <a:pt x="80" y="85"/>
                  <a:pt x="80" y="96"/>
                </a:cubicBezTo>
                <a:cubicBezTo>
                  <a:pt x="80" y="98"/>
                  <a:pt x="82" y="100"/>
                  <a:pt x="84" y="100"/>
                </a:cubicBezTo>
                <a:cubicBezTo>
                  <a:pt x="86" y="100"/>
                  <a:pt x="88" y="98"/>
                  <a:pt x="88" y="96"/>
                </a:cubicBezTo>
                <a:cubicBezTo>
                  <a:pt x="88" y="89"/>
                  <a:pt x="93" y="84"/>
                  <a:pt x="100" y="84"/>
                </a:cubicBezTo>
                <a:cubicBezTo>
                  <a:pt x="104" y="84"/>
                  <a:pt x="104" y="84"/>
                  <a:pt x="104" y="84"/>
                </a:cubicBezTo>
                <a:cubicBezTo>
                  <a:pt x="111" y="84"/>
                  <a:pt x="116" y="89"/>
                  <a:pt x="116" y="96"/>
                </a:cubicBezTo>
                <a:cubicBezTo>
                  <a:pt x="116" y="100"/>
                  <a:pt x="114" y="104"/>
                  <a:pt x="112" y="107"/>
                </a:cubicBezTo>
                <a:lnTo>
                  <a:pt x="81" y="141"/>
                </a:lnTo>
                <a:close/>
                <a:moveTo>
                  <a:pt x="222" y="74"/>
                </a:moveTo>
                <a:cubicBezTo>
                  <a:pt x="213" y="26"/>
                  <a:pt x="180" y="0"/>
                  <a:pt x="128" y="0"/>
                </a:cubicBezTo>
                <a:cubicBezTo>
                  <a:pt x="76" y="0"/>
                  <a:pt x="43" y="26"/>
                  <a:pt x="34" y="74"/>
                </a:cubicBezTo>
                <a:cubicBezTo>
                  <a:pt x="14" y="81"/>
                  <a:pt x="0" y="101"/>
                  <a:pt x="0" y="124"/>
                </a:cubicBezTo>
                <a:cubicBezTo>
                  <a:pt x="0" y="151"/>
                  <a:pt x="19" y="173"/>
                  <a:pt x="44" y="176"/>
                </a:cubicBezTo>
                <a:cubicBezTo>
                  <a:pt x="44" y="176"/>
                  <a:pt x="45" y="176"/>
                  <a:pt x="45" y="176"/>
                </a:cubicBezTo>
                <a:cubicBezTo>
                  <a:pt x="49" y="193"/>
                  <a:pt x="49" y="193"/>
                  <a:pt x="49" y="193"/>
                </a:cubicBezTo>
                <a:cubicBezTo>
                  <a:pt x="51" y="206"/>
                  <a:pt x="63" y="216"/>
                  <a:pt x="76" y="216"/>
                </a:cubicBezTo>
                <a:cubicBezTo>
                  <a:pt x="88" y="216"/>
                  <a:pt x="88" y="216"/>
                  <a:pt x="88" y="216"/>
                </a:cubicBezTo>
                <a:cubicBezTo>
                  <a:pt x="88" y="216"/>
                  <a:pt x="88" y="216"/>
                  <a:pt x="88" y="216"/>
                </a:cubicBezTo>
                <a:cubicBezTo>
                  <a:pt x="89" y="225"/>
                  <a:pt x="97" y="232"/>
                  <a:pt x="106" y="232"/>
                </a:cubicBezTo>
                <a:cubicBezTo>
                  <a:pt x="150" y="232"/>
                  <a:pt x="150" y="232"/>
                  <a:pt x="150" y="232"/>
                </a:cubicBezTo>
                <a:cubicBezTo>
                  <a:pt x="160" y="232"/>
                  <a:pt x="168" y="224"/>
                  <a:pt x="168" y="214"/>
                </a:cubicBezTo>
                <a:cubicBezTo>
                  <a:pt x="168" y="204"/>
                  <a:pt x="160" y="196"/>
                  <a:pt x="150" y="196"/>
                </a:cubicBezTo>
                <a:cubicBezTo>
                  <a:pt x="106" y="196"/>
                  <a:pt x="106" y="196"/>
                  <a:pt x="106" y="196"/>
                </a:cubicBezTo>
                <a:cubicBezTo>
                  <a:pt x="98" y="196"/>
                  <a:pt x="91" y="201"/>
                  <a:pt x="89" y="208"/>
                </a:cubicBezTo>
                <a:cubicBezTo>
                  <a:pt x="89" y="208"/>
                  <a:pt x="88" y="208"/>
                  <a:pt x="88" y="208"/>
                </a:cubicBezTo>
                <a:cubicBezTo>
                  <a:pt x="76" y="208"/>
                  <a:pt x="76" y="208"/>
                  <a:pt x="76" y="208"/>
                </a:cubicBezTo>
                <a:cubicBezTo>
                  <a:pt x="66" y="208"/>
                  <a:pt x="58" y="201"/>
                  <a:pt x="56" y="192"/>
                </a:cubicBezTo>
                <a:cubicBezTo>
                  <a:pt x="42" y="112"/>
                  <a:pt x="42" y="112"/>
                  <a:pt x="42" y="112"/>
                </a:cubicBezTo>
                <a:cubicBezTo>
                  <a:pt x="40" y="101"/>
                  <a:pt x="40" y="90"/>
                  <a:pt x="41" y="80"/>
                </a:cubicBezTo>
                <a:cubicBezTo>
                  <a:pt x="48" y="33"/>
                  <a:pt x="79" y="8"/>
                  <a:pt x="128" y="8"/>
                </a:cubicBezTo>
                <a:cubicBezTo>
                  <a:pt x="177" y="8"/>
                  <a:pt x="208" y="34"/>
                  <a:pt x="215" y="80"/>
                </a:cubicBezTo>
                <a:cubicBezTo>
                  <a:pt x="216" y="90"/>
                  <a:pt x="216" y="101"/>
                  <a:pt x="214" y="111"/>
                </a:cubicBezTo>
                <a:cubicBezTo>
                  <a:pt x="204" y="171"/>
                  <a:pt x="204" y="171"/>
                  <a:pt x="204" y="171"/>
                </a:cubicBezTo>
                <a:cubicBezTo>
                  <a:pt x="204" y="173"/>
                  <a:pt x="204" y="174"/>
                  <a:pt x="205" y="175"/>
                </a:cubicBezTo>
                <a:cubicBezTo>
                  <a:pt x="206" y="175"/>
                  <a:pt x="207" y="176"/>
                  <a:pt x="208" y="176"/>
                </a:cubicBezTo>
                <a:cubicBezTo>
                  <a:pt x="209" y="176"/>
                  <a:pt x="211" y="176"/>
                  <a:pt x="212" y="176"/>
                </a:cubicBezTo>
                <a:cubicBezTo>
                  <a:pt x="237" y="173"/>
                  <a:pt x="256" y="151"/>
                  <a:pt x="256" y="124"/>
                </a:cubicBezTo>
                <a:cubicBezTo>
                  <a:pt x="256" y="101"/>
                  <a:pt x="242" y="81"/>
                  <a:pt x="222" y="74"/>
                </a:cubicBezTo>
                <a:close/>
                <a:moveTo>
                  <a:pt x="106" y="204"/>
                </a:moveTo>
                <a:cubicBezTo>
                  <a:pt x="150" y="204"/>
                  <a:pt x="150" y="204"/>
                  <a:pt x="150" y="204"/>
                </a:cubicBezTo>
                <a:cubicBezTo>
                  <a:pt x="156" y="204"/>
                  <a:pt x="160" y="208"/>
                  <a:pt x="160" y="214"/>
                </a:cubicBezTo>
                <a:cubicBezTo>
                  <a:pt x="160" y="220"/>
                  <a:pt x="156" y="224"/>
                  <a:pt x="150" y="224"/>
                </a:cubicBezTo>
                <a:cubicBezTo>
                  <a:pt x="106" y="224"/>
                  <a:pt x="106" y="224"/>
                  <a:pt x="106" y="224"/>
                </a:cubicBezTo>
                <a:cubicBezTo>
                  <a:pt x="100" y="224"/>
                  <a:pt x="96" y="220"/>
                  <a:pt x="96" y="214"/>
                </a:cubicBezTo>
                <a:cubicBezTo>
                  <a:pt x="96" y="208"/>
                  <a:pt x="100" y="204"/>
                  <a:pt x="106" y="204"/>
                </a:cubicBezTo>
                <a:close/>
                <a:moveTo>
                  <a:pt x="44" y="168"/>
                </a:moveTo>
                <a:cubicBezTo>
                  <a:pt x="24" y="166"/>
                  <a:pt x="8" y="146"/>
                  <a:pt x="8" y="124"/>
                </a:cubicBezTo>
                <a:cubicBezTo>
                  <a:pt x="8" y="106"/>
                  <a:pt x="18" y="90"/>
                  <a:pt x="33" y="83"/>
                </a:cubicBezTo>
                <a:cubicBezTo>
                  <a:pt x="32" y="93"/>
                  <a:pt x="32" y="103"/>
                  <a:pt x="34" y="114"/>
                </a:cubicBezTo>
                <a:lnTo>
                  <a:pt x="44" y="168"/>
                </a:lnTo>
                <a:close/>
                <a:moveTo>
                  <a:pt x="213" y="168"/>
                </a:moveTo>
                <a:cubicBezTo>
                  <a:pt x="222" y="113"/>
                  <a:pt x="222" y="113"/>
                  <a:pt x="222" y="113"/>
                </a:cubicBezTo>
                <a:cubicBezTo>
                  <a:pt x="224" y="103"/>
                  <a:pt x="224" y="93"/>
                  <a:pt x="223" y="83"/>
                </a:cubicBezTo>
                <a:cubicBezTo>
                  <a:pt x="238" y="90"/>
                  <a:pt x="248" y="106"/>
                  <a:pt x="248" y="124"/>
                </a:cubicBezTo>
                <a:cubicBezTo>
                  <a:pt x="248" y="146"/>
                  <a:pt x="233" y="165"/>
                  <a:pt x="213" y="16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00" name="Freeform 150">
            <a:extLst>
              <a:ext uri="{FF2B5EF4-FFF2-40B4-BE49-F238E27FC236}">
                <a16:creationId xmlns:a16="http://schemas.microsoft.com/office/drawing/2014/main" id="{7E91E817-5D33-49CA-8A9D-EA7A91328736}"/>
              </a:ext>
            </a:extLst>
          </p:cNvPr>
          <p:cNvSpPr>
            <a:spLocks noChangeAspect="1" noEditPoints="1"/>
          </p:cNvSpPr>
          <p:nvPr/>
        </p:nvSpPr>
        <p:spPr bwMode="auto">
          <a:xfrm>
            <a:off x="9281108" y="2403829"/>
            <a:ext cx="401638" cy="400050"/>
          </a:xfrm>
          <a:custGeom>
            <a:avLst/>
            <a:gdLst>
              <a:gd name="T0" fmla="*/ 165 w 257"/>
              <a:gd name="T1" fmla="*/ 164 h 256"/>
              <a:gd name="T2" fmla="*/ 136 w 257"/>
              <a:gd name="T3" fmla="*/ 191 h 256"/>
              <a:gd name="T4" fmla="*/ 140 w 257"/>
              <a:gd name="T5" fmla="*/ 200 h 256"/>
              <a:gd name="T6" fmla="*/ 144 w 257"/>
              <a:gd name="T7" fmla="*/ 191 h 256"/>
              <a:gd name="T8" fmla="*/ 165 w 257"/>
              <a:gd name="T9" fmla="*/ 172 h 256"/>
              <a:gd name="T10" fmla="*/ 179 w 257"/>
              <a:gd name="T11" fmla="*/ 204 h 256"/>
              <a:gd name="T12" fmla="*/ 136 w 257"/>
              <a:gd name="T13" fmla="*/ 254 h 256"/>
              <a:gd name="T14" fmla="*/ 188 w 257"/>
              <a:gd name="T15" fmla="*/ 256 h 256"/>
              <a:gd name="T16" fmla="*/ 188 w 257"/>
              <a:gd name="T17" fmla="*/ 248 h 256"/>
              <a:gd name="T18" fmla="*/ 185 w 257"/>
              <a:gd name="T19" fmla="*/ 209 h 256"/>
              <a:gd name="T20" fmla="*/ 244 w 257"/>
              <a:gd name="T21" fmla="*/ 228 h 256"/>
              <a:gd name="T22" fmla="*/ 241 w 257"/>
              <a:gd name="T23" fmla="*/ 168 h 256"/>
              <a:gd name="T24" fmla="*/ 195 w 257"/>
              <a:gd name="T25" fmla="*/ 230 h 256"/>
              <a:gd name="T26" fmla="*/ 198 w 257"/>
              <a:gd name="T27" fmla="*/ 236 h 256"/>
              <a:gd name="T28" fmla="*/ 236 w 257"/>
              <a:gd name="T29" fmla="*/ 256 h 256"/>
              <a:gd name="T30" fmla="*/ 244 w 257"/>
              <a:gd name="T31" fmla="*/ 236 h 256"/>
              <a:gd name="T32" fmla="*/ 256 w 257"/>
              <a:gd name="T33" fmla="*/ 228 h 256"/>
              <a:gd name="T34" fmla="*/ 236 w 257"/>
              <a:gd name="T35" fmla="*/ 228 h 256"/>
              <a:gd name="T36" fmla="*/ 236 w 257"/>
              <a:gd name="T37" fmla="*/ 185 h 256"/>
              <a:gd name="T38" fmla="*/ 120 w 257"/>
              <a:gd name="T39" fmla="*/ 232 h 256"/>
              <a:gd name="T40" fmla="*/ 120 w 257"/>
              <a:gd name="T41" fmla="*/ 8 h 256"/>
              <a:gd name="T42" fmla="*/ 232 w 257"/>
              <a:gd name="T43" fmla="*/ 137 h 256"/>
              <a:gd name="T44" fmla="*/ 218 w 257"/>
              <a:gd name="T45" fmla="*/ 125 h 256"/>
              <a:gd name="T46" fmla="*/ 233 w 257"/>
              <a:gd name="T47" fmla="*/ 150 h 256"/>
              <a:gd name="T48" fmla="*/ 239 w 257"/>
              <a:gd name="T49" fmla="*/ 150 h 256"/>
              <a:gd name="T50" fmla="*/ 255 w 257"/>
              <a:gd name="T51" fmla="*/ 125 h 256"/>
              <a:gd name="T52" fmla="*/ 240 w 257"/>
              <a:gd name="T53" fmla="*/ 137 h 256"/>
              <a:gd name="T54" fmla="*/ 120 w 257"/>
              <a:gd name="T55" fmla="*/ 0 h 256"/>
              <a:gd name="T56" fmla="*/ 120 w 257"/>
              <a:gd name="T57" fmla="*/ 240 h 256"/>
              <a:gd name="T58" fmla="*/ 120 w 257"/>
              <a:gd name="T59" fmla="*/ 232 h 256"/>
              <a:gd name="T60" fmla="*/ 163 w 257"/>
              <a:gd name="T61" fmla="*/ 83 h 256"/>
              <a:gd name="T62" fmla="*/ 157 w 257"/>
              <a:gd name="T63" fmla="*/ 77 h 256"/>
              <a:gd name="T64" fmla="*/ 124 w 257"/>
              <a:gd name="T65" fmla="*/ 100 h 256"/>
              <a:gd name="T66" fmla="*/ 120 w 257"/>
              <a:gd name="T67" fmla="*/ 32 h 256"/>
              <a:gd name="T68" fmla="*/ 116 w 257"/>
              <a:gd name="T69" fmla="*/ 100 h 256"/>
              <a:gd name="T70" fmla="*/ 120 w 257"/>
              <a:gd name="T71" fmla="*/ 140 h 256"/>
              <a:gd name="T72" fmla="*/ 137 w 257"/>
              <a:gd name="T73" fmla="*/ 109 h 256"/>
              <a:gd name="T74" fmla="*/ 108 w 257"/>
              <a:gd name="T75" fmla="*/ 120 h 256"/>
              <a:gd name="T76" fmla="*/ 132 w 257"/>
              <a:gd name="T77" fmla="*/ 12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7" h="256">
                <a:moveTo>
                  <a:pt x="192" y="191"/>
                </a:moveTo>
                <a:cubicBezTo>
                  <a:pt x="192" y="176"/>
                  <a:pt x="180" y="164"/>
                  <a:pt x="165" y="164"/>
                </a:cubicBezTo>
                <a:cubicBezTo>
                  <a:pt x="163" y="164"/>
                  <a:pt x="163" y="164"/>
                  <a:pt x="163" y="164"/>
                </a:cubicBezTo>
                <a:cubicBezTo>
                  <a:pt x="148" y="164"/>
                  <a:pt x="136" y="176"/>
                  <a:pt x="136" y="191"/>
                </a:cubicBezTo>
                <a:cubicBezTo>
                  <a:pt x="136" y="196"/>
                  <a:pt x="136" y="196"/>
                  <a:pt x="136" y="196"/>
                </a:cubicBezTo>
                <a:cubicBezTo>
                  <a:pt x="136" y="198"/>
                  <a:pt x="138" y="200"/>
                  <a:pt x="140" y="200"/>
                </a:cubicBezTo>
                <a:cubicBezTo>
                  <a:pt x="142" y="200"/>
                  <a:pt x="144" y="198"/>
                  <a:pt x="144" y="196"/>
                </a:cubicBezTo>
                <a:cubicBezTo>
                  <a:pt x="144" y="191"/>
                  <a:pt x="144" y="191"/>
                  <a:pt x="144" y="191"/>
                </a:cubicBezTo>
                <a:cubicBezTo>
                  <a:pt x="144" y="181"/>
                  <a:pt x="153" y="172"/>
                  <a:pt x="163" y="172"/>
                </a:cubicBezTo>
                <a:cubicBezTo>
                  <a:pt x="165" y="172"/>
                  <a:pt x="165" y="172"/>
                  <a:pt x="165" y="172"/>
                </a:cubicBezTo>
                <a:cubicBezTo>
                  <a:pt x="175" y="172"/>
                  <a:pt x="184" y="181"/>
                  <a:pt x="184" y="191"/>
                </a:cubicBezTo>
                <a:cubicBezTo>
                  <a:pt x="184" y="196"/>
                  <a:pt x="182" y="200"/>
                  <a:pt x="179" y="204"/>
                </a:cubicBezTo>
                <a:cubicBezTo>
                  <a:pt x="137" y="249"/>
                  <a:pt x="137" y="249"/>
                  <a:pt x="137" y="249"/>
                </a:cubicBezTo>
                <a:cubicBezTo>
                  <a:pt x="136" y="250"/>
                  <a:pt x="136" y="252"/>
                  <a:pt x="136" y="254"/>
                </a:cubicBezTo>
                <a:cubicBezTo>
                  <a:pt x="137" y="255"/>
                  <a:pt x="138" y="256"/>
                  <a:pt x="140" y="256"/>
                </a:cubicBezTo>
                <a:cubicBezTo>
                  <a:pt x="188" y="256"/>
                  <a:pt x="188" y="256"/>
                  <a:pt x="188" y="256"/>
                </a:cubicBezTo>
                <a:cubicBezTo>
                  <a:pt x="190" y="256"/>
                  <a:pt x="192" y="254"/>
                  <a:pt x="192" y="252"/>
                </a:cubicBezTo>
                <a:cubicBezTo>
                  <a:pt x="192" y="250"/>
                  <a:pt x="190" y="248"/>
                  <a:pt x="188" y="248"/>
                </a:cubicBezTo>
                <a:cubicBezTo>
                  <a:pt x="149" y="248"/>
                  <a:pt x="149" y="248"/>
                  <a:pt x="149" y="248"/>
                </a:cubicBezTo>
                <a:cubicBezTo>
                  <a:pt x="185" y="209"/>
                  <a:pt x="185" y="209"/>
                  <a:pt x="185" y="209"/>
                </a:cubicBezTo>
                <a:cubicBezTo>
                  <a:pt x="189" y="204"/>
                  <a:pt x="192" y="198"/>
                  <a:pt x="192" y="191"/>
                </a:cubicBezTo>
                <a:close/>
                <a:moveTo>
                  <a:pt x="244" y="228"/>
                </a:moveTo>
                <a:cubicBezTo>
                  <a:pt x="244" y="172"/>
                  <a:pt x="244" y="172"/>
                  <a:pt x="244" y="172"/>
                </a:cubicBezTo>
                <a:cubicBezTo>
                  <a:pt x="244" y="170"/>
                  <a:pt x="243" y="168"/>
                  <a:pt x="241" y="168"/>
                </a:cubicBezTo>
                <a:cubicBezTo>
                  <a:pt x="240" y="167"/>
                  <a:pt x="238" y="168"/>
                  <a:pt x="237" y="170"/>
                </a:cubicBezTo>
                <a:cubicBezTo>
                  <a:pt x="195" y="230"/>
                  <a:pt x="195" y="230"/>
                  <a:pt x="195" y="230"/>
                </a:cubicBezTo>
                <a:cubicBezTo>
                  <a:pt x="194" y="231"/>
                  <a:pt x="194" y="233"/>
                  <a:pt x="195" y="234"/>
                </a:cubicBezTo>
                <a:cubicBezTo>
                  <a:pt x="195" y="235"/>
                  <a:pt x="197" y="236"/>
                  <a:pt x="198" y="236"/>
                </a:cubicBezTo>
                <a:cubicBezTo>
                  <a:pt x="236" y="236"/>
                  <a:pt x="236" y="236"/>
                  <a:pt x="236" y="236"/>
                </a:cubicBezTo>
                <a:cubicBezTo>
                  <a:pt x="236" y="256"/>
                  <a:pt x="236" y="256"/>
                  <a:pt x="236" y="256"/>
                </a:cubicBezTo>
                <a:cubicBezTo>
                  <a:pt x="244" y="256"/>
                  <a:pt x="244" y="256"/>
                  <a:pt x="244" y="256"/>
                </a:cubicBezTo>
                <a:cubicBezTo>
                  <a:pt x="244" y="236"/>
                  <a:pt x="244" y="236"/>
                  <a:pt x="244" y="236"/>
                </a:cubicBezTo>
                <a:cubicBezTo>
                  <a:pt x="256" y="236"/>
                  <a:pt x="256" y="236"/>
                  <a:pt x="256" y="236"/>
                </a:cubicBezTo>
                <a:cubicBezTo>
                  <a:pt x="256" y="228"/>
                  <a:pt x="256" y="228"/>
                  <a:pt x="256" y="228"/>
                </a:cubicBezTo>
                <a:lnTo>
                  <a:pt x="244" y="228"/>
                </a:lnTo>
                <a:close/>
                <a:moveTo>
                  <a:pt x="236" y="228"/>
                </a:moveTo>
                <a:cubicBezTo>
                  <a:pt x="206" y="228"/>
                  <a:pt x="206" y="228"/>
                  <a:pt x="206" y="228"/>
                </a:cubicBezTo>
                <a:cubicBezTo>
                  <a:pt x="236" y="185"/>
                  <a:pt x="236" y="185"/>
                  <a:pt x="236" y="185"/>
                </a:cubicBezTo>
                <a:lnTo>
                  <a:pt x="236" y="228"/>
                </a:lnTo>
                <a:close/>
                <a:moveTo>
                  <a:pt x="120" y="232"/>
                </a:moveTo>
                <a:cubicBezTo>
                  <a:pt x="58" y="232"/>
                  <a:pt x="8" y="182"/>
                  <a:pt x="8" y="120"/>
                </a:cubicBezTo>
                <a:cubicBezTo>
                  <a:pt x="8" y="58"/>
                  <a:pt x="58" y="8"/>
                  <a:pt x="120" y="8"/>
                </a:cubicBezTo>
                <a:cubicBezTo>
                  <a:pt x="182" y="8"/>
                  <a:pt x="232" y="58"/>
                  <a:pt x="232" y="120"/>
                </a:cubicBezTo>
                <a:cubicBezTo>
                  <a:pt x="232" y="137"/>
                  <a:pt x="232" y="137"/>
                  <a:pt x="232" y="137"/>
                </a:cubicBezTo>
                <a:cubicBezTo>
                  <a:pt x="223" y="126"/>
                  <a:pt x="223" y="126"/>
                  <a:pt x="223" y="126"/>
                </a:cubicBezTo>
                <a:cubicBezTo>
                  <a:pt x="222" y="124"/>
                  <a:pt x="219" y="123"/>
                  <a:pt x="218" y="125"/>
                </a:cubicBezTo>
                <a:cubicBezTo>
                  <a:pt x="216" y="126"/>
                  <a:pt x="215" y="129"/>
                  <a:pt x="217" y="130"/>
                </a:cubicBezTo>
                <a:cubicBezTo>
                  <a:pt x="233" y="150"/>
                  <a:pt x="233" y="150"/>
                  <a:pt x="233" y="150"/>
                </a:cubicBezTo>
                <a:cubicBezTo>
                  <a:pt x="234" y="151"/>
                  <a:pt x="235" y="152"/>
                  <a:pt x="236" y="152"/>
                </a:cubicBezTo>
                <a:cubicBezTo>
                  <a:pt x="237" y="152"/>
                  <a:pt x="238" y="151"/>
                  <a:pt x="239" y="150"/>
                </a:cubicBezTo>
                <a:cubicBezTo>
                  <a:pt x="255" y="130"/>
                  <a:pt x="255" y="130"/>
                  <a:pt x="255" y="130"/>
                </a:cubicBezTo>
                <a:cubicBezTo>
                  <a:pt x="257" y="129"/>
                  <a:pt x="256" y="126"/>
                  <a:pt x="255" y="125"/>
                </a:cubicBezTo>
                <a:cubicBezTo>
                  <a:pt x="253" y="123"/>
                  <a:pt x="250" y="124"/>
                  <a:pt x="249" y="126"/>
                </a:cubicBezTo>
                <a:cubicBezTo>
                  <a:pt x="240" y="137"/>
                  <a:pt x="240" y="137"/>
                  <a:pt x="240" y="137"/>
                </a:cubicBezTo>
                <a:cubicBezTo>
                  <a:pt x="240" y="120"/>
                  <a:pt x="240" y="120"/>
                  <a:pt x="240" y="120"/>
                </a:cubicBezTo>
                <a:cubicBezTo>
                  <a:pt x="240" y="54"/>
                  <a:pt x="186" y="0"/>
                  <a:pt x="120" y="0"/>
                </a:cubicBezTo>
                <a:cubicBezTo>
                  <a:pt x="54" y="0"/>
                  <a:pt x="0" y="54"/>
                  <a:pt x="0" y="120"/>
                </a:cubicBezTo>
                <a:cubicBezTo>
                  <a:pt x="0" y="186"/>
                  <a:pt x="54" y="240"/>
                  <a:pt x="120" y="240"/>
                </a:cubicBezTo>
                <a:cubicBezTo>
                  <a:pt x="122" y="240"/>
                  <a:pt x="124" y="238"/>
                  <a:pt x="124" y="236"/>
                </a:cubicBezTo>
                <a:cubicBezTo>
                  <a:pt x="124" y="234"/>
                  <a:pt x="122" y="232"/>
                  <a:pt x="120" y="232"/>
                </a:cubicBezTo>
                <a:close/>
                <a:moveTo>
                  <a:pt x="137" y="109"/>
                </a:moveTo>
                <a:cubicBezTo>
                  <a:pt x="163" y="83"/>
                  <a:pt x="163" y="83"/>
                  <a:pt x="163" y="83"/>
                </a:cubicBezTo>
                <a:cubicBezTo>
                  <a:pt x="164" y="81"/>
                  <a:pt x="164" y="79"/>
                  <a:pt x="163" y="77"/>
                </a:cubicBezTo>
                <a:cubicBezTo>
                  <a:pt x="161" y="76"/>
                  <a:pt x="159" y="76"/>
                  <a:pt x="157" y="77"/>
                </a:cubicBezTo>
                <a:cubicBezTo>
                  <a:pt x="131" y="103"/>
                  <a:pt x="131" y="103"/>
                  <a:pt x="131" y="103"/>
                </a:cubicBezTo>
                <a:cubicBezTo>
                  <a:pt x="129" y="102"/>
                  <a:pt x="127" y="101"/>
                  <a:pt x="124" y="100"/>
                </a:cubicBezTo>
                <a:cubicBezTo>
                  <a:pt x="124" y="36"/>
                  <a:pt x="124" y="36"/>
                  <a:pt x="124" y="36"/>
                </a:cubicBezTo>
                <a:cubicBezTo>
                  <a:pt x="124" y="34"/>
                  <a:pt x="122" y="32"/>
                  <a:pt x="120" y="32"/>
                </a:cubicBezTo>
                <a:cubicBezTo>
                  <a:pt x="118" y="32"/>
                  <a:pt x="116" y="34"/>
                  <a:pt x="116" y="36"/>
                </a:cubicBezTo>
                <a:cubicBezTo>
                  <a:pt x="116" y="100"/>
                  <a:pt x="116" y="100"/>
                  <a:pt x="116" y="100"/>
                </a:cubicBezTo>
                <a:cubicBezTo>
                  <a:pt x="107" y="102"/>
                  <a:pt x="100" y="110"/>
                  <a:pt x="100" y="120"/>
                </a:cubicBezTo>
                <a:cubicBezTo>
                  <a:pt x="100" y="131"/>
                  <a:pt x="109" y="140"/>
                  <a:pt x="120" y="140"/>
                </a:cubicBezTo>
                <a:cubicBezTo>
                  <a:pt x="131" y="140"/>
                  <a:pt x="140" y="131"/>
                  <a:pt x="140" y="120"/>
                </a:cubicBezTo>
                <a:cubicBezTo>
                  <a:pt x="140" y="116"/>
                  <a:pt x="139" y="112"/>
                  <a:pt x="137" y="109"/>
                </a:cubicBezTo>
                <a:close/>
                <a:moveTo>
                  <a:pt x="120" y="132"/>
                </a:moveTo>
                <a:cubicBezTo>
                  <a:pt x="113" y="132"/>
                  <a:pt x="108" y="127"/>
                  <a:pt x="108" y="120"/>
                </a:cubicBezTo>
                <a:cubicBezTo>
                  <a:pt x="108" y="113"/>
                  <a:pt x="113" y="108"/>
                  <a:pt x="120" y="108"/>
                </a:cubicBezTo>
                <a:cubicBezTo>
                  <a:pt x="127" y="108"/>
                  <a:pt x="132" y="113"/>
                  <a:pt x="132" y="120"/>
                </a:cubicBezTo>
                <a:cubicBezTo>
                  <a:pt x="132" y="127"/>
                  <a:pt x="127" y="132"/>
                  <a:pt x="120" y="13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96" name="Freeform 154">
            <a:extLst>
              <a:ext uri="{FF2B5EF4-FFF2-40B4-BE49-F238E27FC236}">
                <a16:creationId xmlns:a16="http://schemas.microsoft.com/office/drawing/2014/main" id="{C7A069C1-E9E9-46C3-AF7C-F57A867E5F50}"/>
              </a:ext>
            </a:extLst>
          </p:cNvPr>
          <p:cNvSpPr>
            <a:spLocks noChangeAspect="1" noEditPoints="1"/>
          </p:cNvSpPr>
          <p:nvPr/>
        </p:nvSpPr>
        <p:spPr bwMode="auto">
          <a:xfrm>
            <a:off x="11214019" y="2403829"/>
            <a:ext cx="406400" cy="400050"/>
          </a:xfrm>
          <a:custGeom>
            <a:avLst/>
            <a:gdLst>
              <a:gd name="T0" fmla="*/ 215 w 260"/>
              <a:gd name="T1" fmla="*/ 157 h 256"/>
              <a:gd name="T2" fmla="*/ 112 w 260"/>
              <a:gd name="T3" fmla="*/ 0 h 256"/>
              <a:gd name="T4" fmla="*/ 112 w 260"/>
              <a:gd name="T5" fmla="*/ 224 h 256"/>
              <a:gd name="T6" fmla="*/ 186 w 260"/>
              <a:gd name="T7" fmla="*/ 244 h 256"/>
              <a:gd name="T8" fmla="*/ 244 w 260"/>
              <a:gd name="T9" fmla="*/ 244 h 256"/>
              <a:gd name="T10" fmla="*/ 112 w 260"/>
              <a:gd name="T11" fmla="*/ 216 h 256"/>
              <a:gd name="T12" fmla="*/ 112 w 260"/>
              <a:gd name="T13" fmla="*/ 8 h 256"/>
              <a:gd name="T14" fmla="*/ 112 w 260"/>
              <a:gd name="T15" fmla="*/ 216 h 256"/>
              <a:gd name="T16" fmla="*/ 215 w 260"/>
              <a:gd name="T17" fmla="*/ 248 h 256"/>
              <a:gd name="T18" fmla="*/ 164 w 260"/>
              <a:gd name="T19" fmla="*/ 211 h 256"/>
              <a:gd name="T20" fmla="*/ 238 w 260"/>
              <a:gd name="T21" fmla="*/ 192 h 256"/>
              <a:gd name="T22" fmla="*/ 98 w 260"/>
              <a:gd name="T23" fmla="*/ 232 h 256"/>
              <a:gd name="T24" fmla="*/ 92 w 260"/>
              <a:gd name="T25" fmla="*/ 252 h 256"/>
              <a:gd name="T26" fmla="*/ 100 w 260"/>
              <a:gd name="T27" fmla="*/ 252 h 256"/>
              <a:gd name="T28" fmla="*/ 98 w 260"/>
              <a:gd name="T29" fmla="*/ 232 h 256"/>
              <a:gd name="T30" fmla="*/ 16 w 260"/>
              <a:gd name="T31" fmla="*/ 199 h 256"/>
              <a:gd name="T32" fmla="*/ 12 w 260"/>
              <a:gd name="T33" fmla="*/ 256 h 256"/>
              <a:gd name="T34" fmla="*/ 16 w 260"/>
              <a:gd name="T35" fmla="*/ 252 h 256"/>
              <a:gd name="T36" fmla="*/ 21 w 260"/>
              <a:gd name="T37" fmla="*/ 196 h 256"/>
              <a:gd name="T38" fmla="*/ 140 w 260"/>
              <a:gd name="T39" fmla="*/ 153 h 256"/>
              <a:gd name="T40" fmla="*/ 140 w 260"/>
              <a:gd name="T41" fmla="*/ 142 h 256"/>
              <a:gd name="T42" fmla="*/ 156 w 260"/>
              <a:gd name="T43" fmla="*/ 60 h 256"/>
              <a:gd name="T44" fmla="*/ 94 w 260"/>
              <a:gd name="T45" fmla="*/ 39 h 256"/>
              <a:gd name="T46" fmla="*/ 65 w 260"/>
              <a:gd name="T47" fmla="*/ 94 h 256"/>
              <a:gd name="T48" fmla="*/ 84 w 260"/>
              <a:gd name="T49" fmla="*/ 148 h 256"/>
              <a:gd name="T50" fmla="*/ 46 w 260"/>
              <a:gd name="T51" fmla="*/ 171 h 256"/>
              <a:gd name="T52" fmla="*/ 48 w 260"/>
              <a:gd name="T53" fmla="*/ 178 h 256"/>
              <a:gd name="T54" fmla="*/ 67 w 260"/>
              <a:gd name="T55" fmla="*/ 170 h 256"/>
              <a:gd name="T56" fmla="*/ 65 w 260"/>
              <a:gd name="T57" fmla="*/ 191 h 256"/>
              <a:gd name="T58" fmla="*/ 69 w 260"/>
              <a:gd name="T59" fmla="*/ 192 h 256"/>
              <a:gd name="T60" fmla="*/ 100 w 260"/>
              <a:gd name="T61" fmla="*/ 197 h 256"/>
              <a:gd name="T62" fmla="*/ 103 w 260"/>
              <a:gd name="T63" fmla="*/ 204 h 256"/>
              <a:gd name="T64" fmla="*/ 107 w 260"/>
              <a:gd name="T65" fmla="*/ 201 h 256"/>
              <a:gd name="T66" fmla="*/ 107 w 260"/>
              <a:gd name="T67" fmla="*/ 193 h 256"/>
              <a:gd name="T68" fmla="*/ 112 w 260"/>
              <a:gd name="T69" fmla="*/ 176 h 256"/>
              <a:gd name="T70" fmla="*/ 117 w 260"/>
              <a:gd name="T71" fmla="*/ 193 h 256"/>
              <a:gd name="T72" fmla="*/ 117 w 260"/>
              <a:gd name="T73" fmla="*/ 201 h 256"/>
              <a:gd name="T74" fmla="*/ 121 w 260"/>
              <a:gd name="T75" fmla="*/ 204 h 256"/>
              <a:gd name="T76" fmla="*/ 124 w 260"/>
              <a:gd name="T77" fmla="*/ 197 h 256"/>
              <a:gd name="T78" fmla="*/ 155 w 260"/>
              <a:gd name="T79" fmla="*/ 192 h 256"/>
              <a:gd name="T80" fmla="*/ 159 w 260"/>
              <a:gd name="T81" fmla="*/ 191 h 256"/>
              <a:gd name="T82" fmla="*/ 157 w 260"/>
              <a:gd name="T83" fmla="*/ 170 h 256"/>
              <a:gd name="T84" fmla="*/ 176 w 260"/>
              <a:gd name="T85" fmla="*/ 178 h 256"/>
              <a:gd name="T86" fmla="*/ 178 w 260"/>
              <a:gd name="T87" fmla="*/ 171 h 256"/>
              <a:gd name="T88" fmla="*/ 76 w 260"/>
              <a:gd name="T89" fmla="*/ 166 h 256"/>
              <a:gd name="T90" fmla="*/ 97 w 260"/>
              <a:gd name="T91" fmla="*/ 172 h 256"/>
              <a:gd name="T92" fmla="*/ 112 w 260"/>
              <a:gd name="T93" fmla="*/ 168 h 256"/>
              <a:gd name="T94" fmla="*/ 92 w 260"/>
              <a:gd name="T95" fmla="*/ 147 h 256"/>
              <a:gd name="T96" fmla="*/ 96 w 260"/>
              <a:gd name="T97" fmla="*/ 148 h 256"/>
              <a:gd name="T98" fmla="*/ 98 w 260"/>
              <a:gd name="T99" fmla="*/ 140 h 256"/>
              <a:gd name="T100" fmla="*/ 76 w 260"/>
              <a:gd name="T101" fmla="*/ 63 h 256"/>
              <a:gd name="T102" fmla="*/ 128 w 260"/>
              <a:gd name="T103" fmla="*/ 47 h 256"/>
              <a:gd name="T104" fmla="*/ 152 w 260"/>
              <a:gd name="T105" fmla="*/ 93 h 256"/>
              <a:gd name="T106" fmla="*/ 124 w 260"/>
              <a:gd name="T107" fmla="*/ 146 h 256"/>
              <a:gd name="T108" fmla="*/ 132 w 260"/>
              <a:gd name="T109" fmla="*/ 146 h 256"/>
              <a:gd name="T110" fmla="*/ 112 w 260"/>
              <a:gd name="T111" fmla="*/ 168 h 256"/>
              <a:gd name="T112" fmla="*/ 137 w 260"/>
              <a:gd name="T113" fmla="*/ 161 h 256"/>
              <a:gd name="T114" fmla="*/ 151 w 260"/>
              <a:gd name="T115" fmla="*/ 183 h 256"/>
              <a:gd name="T116" fmla="*/ 126 w 260"/>
              <a:gd name="T117" fmla="*/ 232 h 256"/>
              <a:gd name="T118" fmla="*/ 124 w 260"/>
              <a:gd name="T119" fmla="*/ 252 h 256"/>
              <a:gd name="T120" fmla="*/ 132 w 260"/>
              <a:gd name="T121" fmla="*/ 252 h 256"/>
              <a:gd name="T122" fmla="*/ 126 w 260"/>
              <a:gd name="T123" fmla="*/ 2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0" h="256">
                <a:moveTo>
                  <a:pt x="244" y="186"/>
                </a:moveTo>
                <a:cubicBezTo>
                  <a:pt x="215" y="157"/>
                  <a:pt x="215" y="157"/>
                  <a:pt x="215" y="157"/>
                </a:cubicBezTo>
                <a:cubicBezTo>
                  <a:pt x="221" y="143"/>
                  <a:pt x="224" y="128"/>
                  <a:pt x="224" y="112"/>
                </a:cubicBezTo>
                <a:cubicBezTo>
                  <a:pt x="224" y="50"/>
                  <a:pt x="174" y="0"/>
                  <a:pt x="112" y="0"/>
                </a:cubicBezTo>
                <a:cubicBezTo>
                  <a:pt x="50" y="0"/>
                  <a:pt x="0" y="50"/>
                  <a:pt x="0" y="112"/>
                </a:cubicBezTo>
                <a:cubicBezTo>
                  <a:pt x="0" y="174"/>
                  <a:pt x="50" y="224"/>
                  <a:pt x="112" y="224"/>
                </a:cubicBezTo>
                <a:cubicBezTo>
                  <a:pt x="128" y="224"/>
                  <a:pt x="143" y="221"/>
                  <a:pt x="157" y="215"/>
                </a:cubicBezTo>
                <a:cubicBezTo>
                  <a:pt x="186" y="244"/>
                  <a:pt x="186" y="244"/>
                  <a:pt x="186" y="244"/>
                </a:cubicBezTo>
                <a:cubicBezTo>
                  <a:pt x="194" y="252"/>
                  <a:pt x="204" y="256"/>
                  <a:pt x="215" y="256"/>
                </a:cubicBezTo>
                <a:cubicBezTo>
                  <a:pt x="226" y="256"/>
                  <a:pt x="236" y="252"/>
                  <a:pt x="244" y="244"/>
                </a:cubicBezTo>
                <a:cubicBezTo>
                  <a:pt x="260" y="228"/>
                  <a:pt x="260" y="202"/>
                  <a:pt x="244" y="186"/>
                </a:cubicBezTo>
                <a:close/>
                <a:moveTo>
                  <a:pt x="112" y="216"/>
                </a:moveTo>
                <a:cubicBezTo>
                  <a:pt x="55" y="216"/>
                  <a:pt x="8" y="169"/>
                  <a:pt x="8" y="112"/>
                </a:cubicBezTo>
                <a:cubicBezTo>
                  <a:pt x="8" y="55"/>
                  <a:pt x="55" y="8"/>
                  <a:pt x="112" y="8"/>
                </a:cubicBezTo>
                <a:cubicBezTo>
                  <a:pt x="169" y="8"/>
                  <a:pt x="216" y="55"/>
                  <a:pt x="216" y="112"/>
                </a:cubicBezTo>
                <a:cubicBezTo>
                  <a:pt x="216" y="169"/>
                  <a:pt x="169" y="216"/>
                  <a:pt x="112" y="216"/>
                </a:cubicBezTo>
                <a:close/>
                <a:moveTo>
                  <a:pt x="238" y="238"/>
                </a:moveTo>
                <a:cubicBezTo>
                  <a:pt x="232" y="245"/>
                  <a:pt x="224" y="248"/>
                  <a:pt x="215" y="248"/>
                </a:cubicBezTo>
                <a:cubicBezTo>
                  <a:pt x="206" y="248"/>
                  <a:pt x="198" y="245"/>
                  <a:pt x="192" y="238"/>
                </a:cubicBezTo>
                <a:cubicBezTo>
                  <a:pt x="164" y="211"/>
                  <a:pt x="164" y="211"/>
                  <a:pt x="164" y="211"/>
                </a:cubicBezTo>
                <a:cubicBezTo>
                  <a:pt x="184" y="200"/>
                  <a:pt x="200" y="184"/>
                  <a:pt x="211" y="164"/>
                </a:cubicBezTo>
                <a:cubicBezTo>
                  <a:pt x="238" y="192"/>
                  <a:pt x="238" y="192"/>
                  <a:pt x="238" y="192"/>
                </a:cubicBezTo>
                <a:cubicBezTo>
                  <a:pt x="251" y="205"/>
                  <a:pt x="251" y="226"/>
                  <a:pt x="238" y="238"/>
                </a:cubicBezTo>
                <a:close/>
                <a:moveTo>
                  <a:pt x="98" y="232"/>
                </a:moveTo>
                <a:cubicBezTo>
                  <a:pt x="96" y="232"/>
                  <a:pt x="94" y="233"/>
                  <a:pt x="94" y="235"/>
                </a:cubicBezTo>
                <a:cubicBezTo>
                  <a:pt x="93" y="243"/>
                  <a:pt x="92" y="249"/>
                  <a:pt x="92" y="252"/>
                </a:cubicBezTo>
                <a:cubicBezTo>
                  <a:pt x="92" y="254"/>
                  <a:pt x="94" y="256"/>
                  <a:pt x="96" y="256"/>
                </a:cubicBezTo>
                <a:cubicBezTo>
                  <a:pt x="98" y="256"/>
                  <a:pt x="100" y="254"/>
                  <a:pt x="100" y="252"/>
                </a:cubicBezTo>
                <a:cubicBezTo>
                  <a:pt x="100" y="249"/>
                  <a:pt x="100" y="244"/>
                  <a:pt x="101" y="237"/>
                </a:cubicBezTo>
                <a:cubicBezTo>
                  <a:pt x="102" y="234"/>
                  <a:pt x="100" y="232"/>
                  <a:pt x="98" y="232"/>
                </a:cubicBezTo>
                <a:close/>
                <a:moveTo>
                  <a:pt x="21" y="196"/>
                </a:moveTo>
                <a:cubicBezTo>
                  <a:pt x="19" y="195"/>
                  <a:pt x="17" y="196"/>
                  <a:pt x="16" y="199"/>
                </a:cubicBezTo>
                <a:cubicBezTo>
                  <a:pt x="7" y="221"/>
                  <a:pt x="8" y="251"/>
                  <a:pt x="8" y="252"/>
                </a:cubicBezTo>
                <a:cubicBezTo>
                  <a:pt x="8" y="254"/>
                  <a:pt x="10" y="256"/>
                  <a:pt x="12" y="256"/>
                </a:cubicBezTo>
                <a:cubicBezTo>
                  <a:pt x="12" y="256"/>
                  <a:pt x="12" y="256"/>
                  <a:pt x="12" y="256"/>
                </a:cubicBezTo>
                <a:cubicBezTo>
                  <a:pt x="14" y="256"/>
                  <a:pt x="16" y="254"/>
                  <a:pt x="16" y="252"/>
                </a:cubicBezTo>
                <a:cubicBezTo>
                  <a:pt x="16" y="252"/>
                  <a:pt x="15" y="222"/>
                  <a:pt x="24" y="201"/>
                </a:cubicBezTo>
                <a:cubicBezTo>
                  <a:pt x="24" y="199"/>
                  <a:pt x="24" y="197"/>
                  <a:pt x="21" y="196"/>
                </a:cubicBezTo>
                <a:close/>
                <a:moveTo>
                  <a:pt x="178" y="171"/>
                </a:moveTo>
                <a:cubicBezTo>
                  <a:pt x="140" y="153"/>
                  <a:pt x="140" y="153"/>
                  <a:pt x="140" y="153"/>
                </a:cubicBezTo>
                <a:cubicBezTo>
                  <a:pt x="140" y="152"/>
                  <a:pt x="140" y="150"/>
                  <a:pt x="140" y="148"/>
                </a:cubicBezTo>
                <a:cubicBezTo>
                  <a:pt x="140" y="142"/>
                  <a:pt x="140" y="142"/>
                  <a:pt x="140" y="142"/>
                </a:cubicBezTo>
                <a:cubicBezTo>
                  <a:pt x="155" y="130"/>
                  <a:pt x="157" y="111"/>
                  <a:pt x="159" y="94"/>
                </a:cubicBezTo>
                <a:cubicBezTo>
                  <a:pt x="161" y="83"/>
                  <a:pt x="161" y="71"/>
                  <a:pt x="156" y="60"/>
                </a:cubicBezTo>
                <a:cubicBezTo>
                  <a:pt x="151" y="50"/>
                  <a:pt x="142" y="43"/>
                  <a:pt x="130" y="39"/>
                </a:cubicBezTo>
                <a:cubicBezTo>
                  <a:pt x="119" y="35"/>
                  <a:pt x="105" y="35"/>
                  <a:pt x="94" y="39"/>
                </a:cubicBezTo>
                <a:cubicBezTo>
                  <a:pt x="82" y="43"/>
                  <a:pt x="73" y="50"/>
                  <a:pt x="68" y="60"/>
                </a:cubicBezTo>
                <a:cubicBezTo>
                  <a:pt x="63" y="71"/>
                  <a:pt x="63" y="83"/>
                  <a:pt x="65" y="94"/>
                </a:cubicBezTo>
                <a:cubicBezTo>
                  <a:pt x="67" y="111"/>
                  <a:pt x="69" y="130"/>
                  <a:pt x="84" y="142"/>
                </a:cubicBezTo>
                <a:cubicBezTo>
                  <a:pt x="84" y="148"/>
                  <a:pt x="84" y="148"/>
                  <a:pt x="84" y="148"/>
                </a:cubicBezTo>
                <a:cubicBezTo>
                  <a:pt x="84" y="150"/>
                  <a:pt x="84" y="152"/>
                  <a:pt x="85" y="153"/>
                </a:cubicBezTo>
                <a:cubicBezTo>
                  <a:pt x="46" y="171"/>
                  <a:pt x="46" y="171"/>
                  <a:pt x="46" y="171"/>
                </a:cubicBezTo>
                <a:cubicBezTo>
                  <a:pt x="44" y="172"/>
                  <a:pt x="43" y="174"/>
                  <a:pt x="44" y="176"/>
                </a:cubicBezTo>
                <a:cubicBezTo>
                  <a:pt x="45" y="178"/>
                  <a:pt x="46" y="178"/>
                  <a:pt x="48" y="178"/>
                </a:cubicBezTo>
                <a:cubicBezTo>
                  <a:pt x="49" y="178"/>
                  <a:pt x="49" y="178"/>
                  <a:pt x="50" y="178"/>
                </a:cubicBezTo>
                <a:cubicBezTo>
                  <a:pt x="67" y="170"/>
                  <a:pt x="67" y="170"/>
                  <a:pt x="67" y="170"/>
                </a:cubicBezTo>
                <a:cubicBezTo>
                  <a:pt x="64" y="187"/>
                  <a:pt x="64" y="187"/>
                  <a:pt x="64" y="187"/>
                </a:cubicBezTo>
                <a:cubicBezTo>
                  <a:pt x="64" y="189"/>
                  <a:pt x="64" y="190"/>
                  <a:pt x="65" y="191"/>
                </a:cubicBezTo>
                <a:cubicBezTo>
                  <a:pt x="66" y="192"/>
                  <a:pt x="67" y="192"/>
                  <a:pt x="68" y="192"/>
                </a:cubicBezTo>
                <a:cubicBezTo>
                  <a:pt x="68" y="192"/>
                  <a:pt x="69" y="192"/>
                  <a:pt x="69" y="192"/>
                </a:cubicBezTo>
                <a:cubicBezTo>
                  <a:pt x="81" y="189"/>
                  <a:pt x="90" y="185"/>
                  <a:pt x="96" y="182"/>
                </a:cubicBezTo>
                <a:cubicBezTo>
                  <a:pt x="95" y="187"/>
                  <a:pt x="96" y="192"/>
                  <a:pt x="100" y="197"/>
                </a:cubicBezTo>
                <a:cubicBezTo>
                  <a:pt x="99" y="199"/>
                  <a:pt x="99" y="199"/>
                  <a:pt x="99" y="199"/>
                </a:cubicBezTo>
                <a:cubicBezTo>
                  <a:pt x="99" y="201"/>
                  <a:pt x="100" y="204"/>
                  <a:pt x="103" y="204"/>
                </a:cubicBezTo>
                <a:cubicBezTo>
                  <a:pt x="103" y="204"/>
                  <a:pt x="103" y="204"/>
                  <a:pt x="103" y="204"/>
                </a:cubicBezTo>
                <a:cubicBezTo>
                  <a:pt x="105" y="204"/>
                  <a:pt x="107" y="203"/>
                  <a:pt x="107" y="201"/>
                </a:cubicBezTo>
                <a:cubicBezTo>
                  <a:pt x="108" y="197"/>
                  <a:pt x="108" y="197"/>
                  <a:pt x="108" y="197"/>
                </a:cubicBezTo>
                <a:cubicBezTo>
                  <a:pt x="108" y="195"/>
                  <a:pt x="108" y="194"/>
                  <a:pt x="107" y="193"/>
                </a:cubicBezTo>
                <a:cubicBezTo>
                  <a:pt x="101" y="187"/>
                  <a:pt x="105" y="179"/>
                  <a:pt x="107" y="175"/>
                </a:cubicBezTo>
                <a:cubicBezTo>
                  <a:pt x="108" y="176"/>
                  <a:pt x="110" y="176"/>
                  <a:pt x="112" y="176"/>
                </a:cubicBezTo>
                <a:cubicBezTo>
                  <a:pt x="114" y="176"/>
                  <a:pt x="116" y="176"/>
                  <a:pt x="117" y="175"/>
                </a:cubicBezTo>
                <a:cubicBezTo>
                  <a:pt x="119" y="179"/>
                  <a:pt x="123" y="187"/>
                  <a:pt x="117" y="193"/>
                </a:cubicBezTo>
                <a:cubicBezTo>
                  <a:pt x="116" y="194"/>
                  <a:pt x="116" y="195"/>
                  <a:pt x="116" y="197"/>
                </a:cubicBezTo>
                <a:cubicBezTo>
                  <a:pt x="117" y="201"/>
                  <a:pt x="117" y="201"/>
                  <a:pt x="117" y="201"/>
                </a:cubicBezTo>
                <a:cubicBezTo>
                  <a:pt x="117" y="203"/>
                  <a:pt x="119" y="204"/>
                  <a:pt x="121" y="204"/>
                </a:cubicBezTo>
                <a:cubicBezTo>
                  <a:pt x="121" y="204"/>
                  <a:pt x="121" y="204"/>
                  <a:pt x="121" y="204"/>
                </a:cubicBezTo>
                <a:cubicBezTo>
                  <a:pt x="124" y="204"/>
                  <a:pt x="125" y="201"/>
                  <a:pt x="125" y="199"/>
                </a:cubicBezTo>
                <a:cubicBezTo>
                  <a:pt x="124" y="197"/>
                  <a:pt x="124" y="197"/>
                  <a:pt x="124" y="197"/>
                </a:cubicBezTo>
                <a:cubicBezTo>
                  <a:pt x="128" y="192"/>
                  <a:pt x="129" y="187"/>
                  <a:pt x="128" y="182"/>
                </a:cubicBezTo>
                <a:cubicBezTo>
                  <a:pt x="134" y="185"/>
                  <a:pt x="143" y="189"/>
                  <a:pt x="155" y="192"/>
                </a:cubicBezTo>
                <a:cubicBezTo>
                  <a:pt x="155" y="192"/>
                  <a:pt x="156" y="192"/>
                  <a:pt x="156" y="192"/>
                </a:cubicBezTo>
                <a:cubicBezTo>
                  <a:pt x="157" y="192"/>
                  <a:pt x="158" y="192"/>
                  <a:pt x="159" y="191"/>
                </a:cubicBezTo>
                <a:cubicBezTo>
                  <a:pt x="160" y="190"/>
                  <a:pt x="160" y="189"/>
                  <a:pt x="160" y="187"/>
                </a:cubicBezTo>
                <a:cubicBezTo>
                  <a:pt x="157" y="170"/>
                  <a:pt x="157" y="170"/>
                  <a:pt x="157" y="170"/>
                </a:cubicBezTo>
                <a:cubicBezTo>
                  <a:pt x="174" y="178"/>
                  <a:pt x="174" y="178"/>
                  <a:pt x="174" y="178"/>
                </a:cubicBezTo>
                <a:cubicBezTo>
                  <a:pt x="175" y="178"/>
                  <a:pt x="175" y="178"/>
                  <a:pt x="176" y="178"/>
                </a:cubicBezTo>
                <a:cubicBezTo>
                  <a:pt x="178" y="178"/>
                  <a:pt x="179" y="178"/>
                  <a:pt x="180" y="176"/>
                </a:cubicBezTo>
                <a:cubicBezTo>
                  <a:pt x="181" y="174"/>
                  <a:pt x="180" y="172"/>
                  <a:pt x="178" y="171"/>
                </a:cubicBezTo>
                <a:close/>
                <a:moveTo>
                  <a:pt x="73" y="183"/>
                </a:moveTo>
                <a:cubicBezTo>
                  <a:pt x="76" y="166"/>
                  <a:pt x="76" y="166"/>
                  <a:pt x="76" y="166"/>
                </a:cubicBezTo>
                <a:cubicBezTo>
                  <a:pt x="87" y="161"/>
                  <a:pt x="87" y="161"/>
                  <a:pt x="87" y="161"/>
                </a:cubicBezTo>
                <a:cubicBezTo>
                  <a:pt x="89" y="165"/>
                  <a:pt x="93" y="169"/>
                  <a:pt x="97" y="172"/>
                </a:cubicBezTo>
                <a:cubicBezTo>
                  <a:pt x="93" y="175"/>
                  <a:pt x="85" y="179"/>
                  <a:pt x="73" y="183"/>
                </a:cubicBezTo>
                <a:close/>
                <a:moveTo>
                  <a:pt x="112" y="168"/>
                </a:moveTo>
                <a:cubicBezTo>
                  <a:pt x="101" y="168"/>
                  <a:pt x="92" y="159"/>
                  <a:pt x="92" y="148"/>
                </a:cubicBezTo>
                <a:cubicBezTo>
                  <a:pt x="92" y="147"/>
                  <a:pt x="92" y="147"/>
                  <a:pt x="92" y="147"/>
                </a:cubicBezTo>
                <a:cubicBezTo>
                  <a:pt x="93" y="147"/>
                  <a:pt x="94" y="147"/>
                  <a:pt x="94" y="148"/>
                </a:cubicBezTo>
                <a:cubicBezTo>
                  <a:pt x="95" y="148"/>
                  <a:pt x="95" y="148"/>
                  <a:pt x="96" y="148"/>
                </a:cubicBezTo>
                <a:cubicBezTo>
                  <a:pt x="98" y="148"/>
                  <a:pt x="99" y="147"/>
                  <a:pt x="100" y="146"/>
                </a:cubicBezTo>
                <a:cubicBezTo>
                  <a:pt x="101" y="144"/>
                  <a:pt x="100" y="141"/>
                  <a:pt x="98" y="140"/>
                </a:cubicBezTo>
                <a:cubicBezTo>
                  <a:pt x="77" y="132"/>
                  <a:pt x="75" y="113"/>
                  <a:pt x="72" y="93"/>
                </a:cubicBezTo>
                <a:cubicBezTo>
                  <a:pt x="71" y="84"/>
                  <a:pt x="71" y="72"/>
                  <a:pt x="76" y="63"/>
                </a:cubicBezTo>
                <a:cubicBezTo>
                  <a:pt x="80" y="56"/>
                  <a:pt x="87" y="50"/>
                  <a:pt x="96" y="47"/>
                </a:cubicBezTo>
                <a:cubicBezTo>
                  <a:pt x="106" y="43"/>
                  <a:pt x="118" y="43"/>
                  <a:pt x="128" y="47"/>
                </a:cubicBezTo>
                <a:cubicBezTo>
                  <a:pt x="137" y="50"/>
                  <a:pt x="145" y="56"/>
                  <a:pt x="148" y="63"/>
                </a:cubicBezTo>
                <a:cubicBezTo>
                  <a:pt x="153" y="72"/>
                  <a:pt x="153" y="84"/>
                  <a:pt x="152" y="93"/>
                </a:cubicBezTo>
                <a:cubicBezTo>
                  <a:pt x="149" y="113"/>
                  <a:pt x="147" y="132"/>
                  <a:pt x="126" y="140"/>
                </a:cubicBezTo>
                <a:cubicBezTo>
                  <a:pt x="124" y="141"/>
                  <a:pt x="123" y="144"/>
                  <a:pt x="124" y="146"/>
                </a:cubicBezTo>
                <a:cubicBezTo>
                  <a:pt x="125" y="148"/>
                  <a:pt x="128" y="149"/>
                  <a:pt x="130" y="148"/>
                </a:cubicBezTo>
                <a:cubicBezTo>
                  <a:pt x="130" y="147"/>
                  <a:pt x="131" y="147"/>
                  <a:pt x="132" y="146"/>
                </a:cubicBezTo>
                <a:cubicBezTo>
                  <a:pt x="132" y="148"/>
                  <a:pt x="132" y="148"/>
                  <a:pt x="132" y="148"/>
                </a:cubicBezTo>
                <a:cubicBezTo>
                  <a:pt x="132" y="159"/>
                  <a:pt x="123" y="168"/>
                  <a:pt x="112" y="168"/>
                </a:cubicBezTo>
                <a:close/>
                <a:moveTo>
                  <a:pt x="127" y="172"/>
                </a:moveTo>
                <a:cubicBezTo>
                  <a:pt x="131" y="169"/>
                  <a:pt x="135" y="165"/>
                  <a:pt x="137" y="161"/>
                </a:cubicBezTo>
                <a:cubicBezTo>
                  <a:pt x="148" y="166"/>
                  <a:pt x="148" y="166"/>
                  <a:pt x="148" y="166"/>
                </a:cubicBezTo>
                <a:cubicBezTo>
                  <a:pt x="151" y="183"/>
                  <a:pt x="151" y="183"/>
                  <a:pt x="151" y="183"/>
                </a:cubicBezTo>
                <a:cubicBezTo>
                  <a:pt x="139" y="179"/>
                  <a:pt x="131" y="175"/>
                  <a:pt x="127" y="172"/>
                </a:cubicBezTo>
                <a:close/>
                <a:moveTo>
                  <a:pt x="126" y="232"/>
                </a:moveTo>
                <a:cubicBezTo>
                  <a:pt x="124" y="232"/>
                  <a:pt x="122" y="234"/>
                  <a:pt x="123" y="237"/>
                </a:cubicBezTo>
                <a:cubicBezTo>
                  <a:pt x="124" y="244"/>
                  <a:pt x="124" y="249"/>
                  <a:pt x="124" y="252"/>
                </a:cubicBezTo>
                <a:cubicBezTo>
                  <a:pt x="124" y="254"/>
                  <a:pt x="126" y="256"/>
                  <a:pt x="128" y="256"/>
                </a:cubicBezTo>
                <a:cubicBezTo>
                  <a:pt x="130" y="256"/>
                  <a:pt x="132" y="254"/>
                  <a:pt x="132" y="252"/>
                </a:cubicBezTo>
                <a:cubicBezTo>
                  <a:pt x="132" y="249"/>
                  <a:pt x="132" y="243"/>
                  <a:pt x="130" y="235"/>
                </a:cubicBezTo>
                <a:cubicBezTo>
                  <a:pt x="130" y="233"/>
                  <a:pt x="128" y="232"/>
                  <a:pt x="126" y="23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06" name="Freeform 158">
            <a:extLst>
              <a:ext uri="{FF2B5EF4-FFF2-40B4-BE49-F238E27FC236}">
                <a16:creationId xmlns:a16="http://schemas.microsoft.com/office/drawing/2014/main" id="{5F11576E-D8C2-4E69-AA3B-18F59832E713}"/>
              </a:ext>
            </a:extLst>
          </p:cNvPr>
          <p:cNvSpPr>
            <a:spLocks noChangeAspect="1" noEditPoints="1"/>
          </p:cNvSpPr>
          <p:nvPr/>
        </p:nvSpPr>
        <p:spPr bwMode="auto">
          <a:xfrm>
            <a:off x="10247961" y="2403829"/>
            <a:ext cx="403225" cy="400050"/>
          </a:xfrm>
          <a:custGeom>
            <a:avLst/>
            <a:gdLst>
              <a:gd name="T0" fmla="*/ 133 w 258"/>
              <a:gd name="T1" fmla="*/ 165 h 256"/>
              <a:gd name="T2" fmla="*/ 134 w 258"/>
              <a:gd name="T3" fmla="*/ 154 h 256"/>
              <a:gd name="T4" fmla="*/ 150 w 258"/>
              <a:gd name="T5" fmla="*/ 72 h 256"/>
              <a:gd name="T6" fmla="*/ 88 w 258"/>
              <a:gd name="T7" fmla="*/ 51 h 256"/>
              <a:gd name="T8" fmla="*/ 59 w 258"/>
              <a:gd name="T9" fmla="*/ 106 h 256"/>
              <a:gd name="T10" fmla="*/ 78 w 258"/>
              <a:gd name="T11" fmla="*/ 160 h 256"/>
              <a:gd name="T12" fmla="*/ 28 w 258"/>
              <a:gd name="T13" fmla="*/ 188 h 256"/>
              <a:gd name="T14" fmla="*/ 6 w 258"/>
              <a:gd name="T15" fmla="*/ 256 h 256"/>
              <a:gd name="T16" fmla="*/ 10 w 258"/>
              <a:gd name="T17" fmla="*/ 252 h 256"/>
              <a:gd name="T18" fmla="*/ 61 w 258"/>
              <a:gd name="T19" fmla="*/ 182 h 256"/>
              <a:gd name="T20" fmla="*/ 59 w 258"/>
              <a:gd name="T21" fmla="*/ 211 h 256"/>
              <a:gd name="T22" fmla="*/ 63 w 258"/>
              <a:gd name="T23" fmla="*/ 212 h 256"/>
              <a:gd name="T24" fmla="*/ 94 w 258"/>
              <a:gd name="T25" fmla="*/ 209 h 256"/>
              <a:gd name="T26" fmla="*/ 90 w 258"/>
              <a:gd name="T27" fmla="*/ 256 h 256"/>
              <a:gd name="T28" fmla="*/ 102 w 258"/>
              <a:gd name="T29" fmla="*/ 209 h 256"/>
              <a:gd name="T30" fmla="*/ 101 w 258"/>
              <a:gd name="T31" fmla="*/ 187 h 256"/>
              <a:gd name="T32" fmla="*/ 111 w 258"/>
              <a:gd name="T33" fmla="*/ 187 h 256"/>
              <a:gd name="T34" fmla="*/ 110 w 258"/>
              <a:gd name="T35" fmla="*/ 209 h 256"/>
              <a:gd name="T36" fmla="*/ 122 w 258"/>
              <a:gd name="T37" fmla="*/ 256 h 256"/>
              <a:gd name="T38" fmla="*/ 118 w 258"/>
              <a:gd name="T39" fmla="*/ 209 h 256"/>
              <a:gd name="T40" fmla="*/ 149 w 258"/>
              <a:gd name="T41" fmla="*/ 212 h 256"/>
              <a:gd name="T42" fmla="*/ 153 w 258"/>
              <a:gd name="T43" fmla="*/ 211 h 256"/>
              <a:gd name="T44" fmla="*/ 151 w 258"/>
              <a:gd name="T45" fmla="*/ 182 h 256"/>
              <a:gd name="T46" fmla="*/ 202 w 258"/>
              <a:gd name="T47" fmla="*/ 252 h 256"/>
              <a:gd name="T48" fmla="*/ 206 w 258"/>
              <a:gd name="T49" fmla="*/ 256 h 256"/>
              <a:gd name="T50" fmla="*/ 184 w 258"/>
              <a:gd name="T51" fmla="*/ 188 h 256"/>
              <a:gd name="T52" fmla="*/ 70 w 258"/>
              <a:gd name="T53" fmla="*/ 178 h 256"/>
              <a:gd name="T54" fmla="*/ 93 w 258"/>
              <a:gd name="T55" fmla="*/ 185 h 256"/>
              <a:gd name="T56" fmla="*/ 106 w 258"/>
              <a:gd name="T57" fmla="*/ 180 h 256"/>
              <a:gd name="T58" fmla="*/ 86 w 258"/>
              <a:gd name="T59" fmla="*/ 158 h 256"/>
              <a:gd name="T60" fmla="*/ 94 w 258"/>
              <a:gd name="T61" fmla="*/ 158 h 256"/>
              <a:gd name="T62" fmla="*/ 66 w 258"/>
              <a:gd name="T63" fmla="*/ 105 h 256"/>
              <a:gd name="T64" fmla="*/ 90 w 258"/>
              <a:gd name="T65" fmla="*/ 59 h 256"/>
              <a:gd name="T66" fmla="*/ 142 w 258"/>
              <a:gd name="T67" fmla="*/ 75 h 256"/>
              <a:gd name="T68" fmla="*/ 120 w 258"/>
              <a:gd name="T69" fmla="*/ 152 h 256"/>
              <a:gd name="T70" fmla="*/ 122 w 258"/>
              <a:gd name="T71" fmla="*/ 160 h 256"/>
              <a:gd name="T72" fmla="*/ 126 w 258"/>
              <a:gd name="T73" fmla="*/ 158 h 256"/>
              <a:gd name="T74" fmla="*/ 106 w 258"/>
              <a:gd name="T75" fmla="*/ 180 h 256"/>
              <a:gd name="T76" fmla="*/ 131 w 258"/>
              <a:gd name="T77" fmla="*/ 173 h 256"/>
              <a:gd name="T78" fmla="*/ 145 w 258"/>
              <a:gd name="T79" fmla="*/ 202 h 256"/>
              <a:gd name="T80" fmla="*/ 182 w 258"/>
              <a:gd name="T81" fmla="*/ 0 h 256"/>
              <a:gd name="T82" fmla="*/ 123 w 258"/>
              <a:gd name="T83" fmla="*/ 35 h 256"/>
              <a:gd name="T84" fmla="*/ 182 w 258"/>
              <a:gd name="T85" fmla="*/ 8 h 256"/>
              <a:gd name="T86" fmla="*/ 182 w 258"/>
              <a:gd name="T87" fmla="*/ 144 h 256"/>
              <a:gd name="T88" fmla="*/ 162 w 258"/>
              <a:gd name="T89" fmla="*/ 145 h 256"/>
              <a:gd name="T90" fmla="*/ 182 w 258"/>
              <a:gd name="T91" fmla="*/ 152 h 256"/>
              <a:gd name="T92" fmla="*/ 182 w 258"/>
              <a:gd name="T93" fmla="*/ 0 h 256"/>
              <a:gd name="T94" fmla="*/ 178 w 258"/>
              <a:gd name="T95" fmla="*/ 44 h 256"/>
              <a:gd name="T96" fmla="*/ 181 w 258"/>
              <a:gd name="T97" fmla="*/ 88 h 256"/>
              <a:gd name="T98" fmla="*/ 206 w 258"/>
              <a:gd name="T99" fmla="*/ 96 h 256"/>
              <a:gd name="T100" fmla="*/ 207 w 258"/>
              <a:gd name="T101" fmla="*/ 88 h 256"/>
              <a:gd name="T102" fmla="*/ 186 w 258"/>
              <a:gd name="T103" fmla="*/ 4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8" h="256">
                <a:moveTo>
                  <a:pt x="184" y="188"/>
                </a:moveTo>
                <a:cubicBezTo>
                  <a:pt x="133" y="165"/>
                  <a:pt x="133" y="165"/>
                  <a:pt x="133" y="165"/>
                </a:cubicBezTo>
                <a:cubicBezTo>
                  <a:pt x="134" y="164"/>
                  <a:pt x="134" y="162"/>
                  <a:pt x="134" y="160"/>
                </a:cubicBezTo>
                <a:cubicBezTo>
                  <a:pt x="134" y="154"/>
                  <a:pt x="134" y="154"/>
                  <a:pt x="134" y="154"/>
                </a:cubicBezTo>
                <a:cubicBezTo>
                  <a:pt x="149" y="142"/>
                  <a:pt x="151" y="123"/>
                  <a:pt x="153" y="106"/>
                </a:cubicBezTo>
                <a:cubicBezTo>
                  <a:pt x="155" y="95"/>
                  <a:pt x="155" y="83"/>
                  <a:pt x="150" y="72"/>
                </a:cubicBezTo>
                <a:cubicBezTo>
                  <a:pt x="145" y="62"/>
                  <a:pt x="136" y="55"/>
                  <a:pt x="124" y="51"/>
                </a:cubicBezTo>
                <a:cubicBezTo>
                  <a:pt x="113" y="47"/>
                  <a:pt x="99" y="47"/>
                  <a:pt x="88" y="51"/>
                </a:cubicBezTo>
                <a:cubicBezTo>
                  <a:pt x="76" y="55"/>
                  <a:pt x="67" y="62"/>
                  <a:pt x="62" y="72"/>
                </a:cubicBezTo>
                <a:cubicBezTo>
                  <a:pt x="57" y="83"/>
                  <a:pt x="57" y="95"/>
                  <a:pt x="59" y="106"/>
                </a:cubicBezTo>
                <a:cubicBezTo>
                  <a:pt x="61" y="123"/>
                  <a:pt x="63" y="142"/>
                  <a:pt x="78" y="154"/>
                </a:cubicBezTo>
                <a:cubicBezTo>
                  <a:pt x="78" y="160"/>
                  <a:pt x="78" y="160"/>
                  <a:pt x="78" y="160"/>
                </a:cubicBezTo>
                <a:cubicBezTo>
                  <a:pt x="78" y="162"/>
                  <a:pt x="78" y="164"/>
                  <a:pt x="79" y="165"/>
                </a:cubicBezTo>
                <a:cubicBezTo>
                  <a:pt x="28" y="188"/>
                  <a:pt x="28" y="188"/>
                  <a:pt x="28" y="188"/>
                </a:cubicBezTo>
                <a:cubicBezTo>
                  <a:pt x="0" y="202"/>
                  <a:pt x="2" y="250"/>
                  <a:pt x="2" y="252"/>
                </a:cubicBezTo>
                <a:cubicBezTo>
                  <a:pt x="2" y="254"/>
                  <a:pt x="4" y="256"/>
                  <a:pt x="6" y="256"/>
                </a:cubicBezTo>
                <a:cubicBezTo>
                  <a:pt x="6" y="256"/>
                  <a:pt x="6" y="256"/>
                  <a:pt x="6" y="256"/>
                </a:cubicBezTo>
                <a:cubicBezTo>
                  <a:pt x="8" y="256"/>
                  <a:pt x="10" y="254"/>
                  <a:pt x="10" y="252"/>
                </a:cubicBezTo>
                <a:cubicBezTo>
                  <a:pt x="10" y="251"/>
                  <a:pt x="9" y="207"/>
                  <a:pt x="32" y="196"/>
                </a:cubicBezTo>
                <a:cubicBezTo>
                  <a:pt x="61" y="182"/>
                  <a:pt x="61" y="182"/>
                  <a:pt x="61" y="182"/>
                </a:cubicBezTo>
                <a:cubicBezTo>
                  <a:pt x="58" y="208"/>
                  <a:pt x="58" y="208"/>
                  <a:pt x="58" y="208"/>
                </a:cubicBezTo>
                <a:cubicBezTo>
                  <a:pt x="58" y="209"/>
                  <a:pt x="58" y="210"/>
                  <a:pt x="59" y="211"/>
                </a:cubicBezTo>
                <a:cubicBezTo>
                  <a:pt x="60" y="212"/>
                  <a:pt x="61" y="212"/>
                  <a:pt x="62" y="212"/>
                </a:cubicBezTo>
                <a:cubicBezTo>
                  <a:pt x="62" y="212"/>
                  <a:pt x="63" y="212"/>
                  <a:pt x="63" y="212"/>
                </a:cubicBezTo>
                <a:cubicBezTo>
                  <a:pt x="75" y="209"/>
                  <a:pt x="84" y="204"/>
                  <a:pt x="90" y="199"/>
                </a:cubicBezTo>
                <a:cubicBezTo>
                  <a:pt x="90" y="202"/>
                  <a:pt x="91" y="206"/>
                  <a:pt x="94" y="209"/>
                </a:cubicBezTo>
                <a:cubicBezTo>
                  <a:pt x="92" y="216"/>
                  <a:pt x="86" y="241"/>
                  <a:pt x="86" y="252"/>
                </a:cubicBezTo>
                <a:cubicBezTo>
                  <a:pt x="86" y="254"/>
                  <a:pt x="88" y="256"/>
                  <a:pt x="90" y="256"/>
                </a:cubicBezTo>
                <a:cubicBezTo>
                  <a:pt x="92" y="256"/>
                  <a:pt x="94" y="254"/>
                  <a:pt x="94" y="252"/>
                </a:cubicBezTo>
                <a:cubicBezTo>
                  <a:pt x="94" y="240"/>
                  <a:pt x="102" y="209"/>
                  <a:pt x="102" y="209"/>
                </a:cubicBezTo>
                <a:cubicBezTo>
                  <a:pt x="102" y="208"/>
                  <a:pt x="102" y="206"/>
                  <a:pt x="101" y="205"/>
                </a:cubicBezTo>
                <a:cubicBezTo>
                  <a:pt x="95" y="199"/>
                  <a:pt x="99" y="191"/>
                  <a:pt x="101" y="187"/>
                </a:cubicBezTo>
                <a:cubicBezTo>
                  <a:pt x="102" y="188"/>
                  <a:pt x="104" y="188"/>
                  <a:pt x="106" y="188"/>
                </a:cubicBezTo>
                <a:cubicBezTo>
                  <a:pt x="108" y="188"/>
                  <a:pt x="110" y="188"/>
                  <a:pt x="111" y="187"/>
                </a:cubicBezTo>
                <a:cubicBezTo>
                  <a:pt x="113" y="191"/>
                  <a:pt x="117" y="199"/>
                  <a:pt x="111" y="205"/>
                </a:cubicBezTo>
                <a:cubicBezTo>
                  <a:pt x="110" y="206"/>
                  <a:pt x="110" y="208"/>
                  <a:pt x="110" y="209"/>
                </a:cubicBezTo>
                <a:cubicBezTo>
                  <a:pt x="110" y="209"/>
                  <a:pt x="118" y="240"/>
                  <a:pt x="118" y="252"/>
                </a:cubicBezTo>
                <a:cubicBezTo>
                  <a:pt x="118" y="254"/>
                  <a:pt x="120" y="256"/>
                  <a:pt x="122" y="256"/>
                </a:cubicBezTo>
                <a:cubicBezTo>
                  <a:pt x="124" y="256"/>
                  <a:pt x="126" y="254"/>
                  <a:pt x="126" y="252"/>
                </a:cubicBezTo>
                <a:cubicBezTo>
                  <a:pt x="126" y="241"/>
                  <a:pt x="120" y="216"/>
                  <a:pt x="118" y="209"/>
                </a:cubicBezTo>
                <a:cubicBezTo>
                  <a:pt x="121" y="206"/>
                  <a:pt x="122" y="202"/>
                  <a:pt x="122" y="199"/>
                </a:cubicBezTo>
                <a:cubicBezTo>
                  <a:pt x="128" y="204"/>
                  <a:pt x="137" y="209"/>
                  <a:pt x="149" y="212"/>
                </a:cubicBezTo>
                <a:cubicBezTo>
                  <a:pt x="149" y="212"/>
                  <a:pt x="150" y="212"/>
                  <a:pt x="150" y="212"/>
                </a:cubicBezTo>
                <a:cubicBezTo>
                  <a:pt x="151" y="212"/>
                  <a:pt x="152" y="212"/>
                  <a:pt x="153" y="211"/>
                </a:cubicBezTo>
                <a:cubicBezTo>
                  <a:pt x="154" y="210"/>
                  <a:pt x="154" y="209"/>
                  <a:pt x="154" y="208"/>
                </a:cubicBezTo>
                <a:cubicBezTo>
                  <a:pt x="151" y="182"/>
                  <a:pt x="151" y="182"/>
                  <a:pt x="151" y="182"/>
                </a:cubicBezTo>
                <a:cubicBezTo>
                  <a:pt x="180" y="196"/>
                  <a:pt x="180" y="196"/>
                  <a:pt x="180" y="196"/>
                </a:cubicBezTo>
                <a:cubicBezTo>
                  <a:pt x="203" y="207"/>
                  <a:pt x="202" y="251"/>
                  <a:pt x="202" y="252"/>
                </a:cubicBezTo>
                <a:cubicBezTo>
                  <a:pt x="202" y="254"/>
                  <a:pt x="204" y="256"/>
                  <a:pt x="206" y="256"/>
                </a:cubicBezTo>
                <a:cubicBezTo>
                  <a:pt x="206" y="256"/>
                  <a:pt x="206" y="256"/>
                  <a:pt x="206" y="256"/>
                </a:cubicBezTo>
                <a:cubicBezTo>
                  <a:pt x="208" y="256"/>
                  <a:pt x="210" y="254"/>
                  <a:pt x="210" y="252"/>
                </a:cubicBezTo>
                <a:cubicBezTo>
                  <a:pt x="210" y="250"/>
                  <a:pt x="212" y="202"/>
                  <a:pt x="184" y="188"/>
                </a:cubicBezTo>
                <a:close/>
                <a:moveTo>
                  <a:pt x="67" y="202"/>
                </a:moveTo>
                <a:cubicBezTo>
                  <a:pt x="70" y="178"/>
                  <a:pt x="70" y="178"/>
                  <a:pt x="70" y="178"/>
                </a:cubicBezTo>
                <a:cubicBezTo>
                  <a:pt x="81" y="173"/>
                  <a:pt x="81" y="173"/>
                  <a:pt x="81" y="173"/>
                </a:cubicBezTo>
                <a:cubicBezTo>
                  <a:pt x="84" y="178"/>
                  <a:pt x="88" y="182"/>
                  <a:pt x="93" y="185"/>
                </a:cubicBezTo>
                <a:cubicBezTo>
                  <a:pt x="89" y="189"/>
                  <a:pt x="81" y="197"/>
                  <a:pt x="67" y="202"/>
                </a:cubicBezTo>
                <a:close/>
                <a:moveTo>
                  <a:pt x="106" y="180"/>
                </a:moveTo>
                <a:cubicBezTo>
                  <a:pt x="95" y="180"/>
                  <a:pt x="86" y="171"/>
                  <a:pt x="86" y="160"/>
                </a:cubicBezTo>
                <a:cubicBezTo>
                  <a:pt x="86" y="158"/>
                  <a:pt x="86" y="158"/>
                  <a:pt x="86" y="158"/>
                </a:cubicBezTo>
                <a:cubicBezTo>
                  <a:pt x="87" y="159"/>
                  <a:pt x="88" y="159"/>
                  <a:pt x="88" y="160"/>
                </a:cubicBezTo>
                <a:cubicBezTo>
                  <a:pt x="90" y="161"/>
                  <a:pt x="93" y="160"/>
                  <a:pt x="94" y="158"/>
                </a:cubicBezTo>
                <a:cubicBezTo>
                  <a:pt x="95" y="156"/>
                  <a:pt x="94" y="153"/>
                  <a:pt x="92" y="152"/>
                </a:cubicBezTo>
                <a:cubicBezTo>
                  <a:pt x="71" y="144"/>
                  <a:pt x="69" y="125"/>
                  <a:pt x="66" y="105"/>
                </a:cubicBezTo>
                <a:cubicBezTo>
                  <a:pt x="65" y="96"/>
                  <a:pt x="65" y="84"/>
                  <a:pt x="70" y="75"/>
                </a:cubicBezTo>
                <a:cubicBezTo>
                  <a:pt x="74" y="68"/>
                  <a:pt x="81" y="62"/>
                  <a:pt x="90" y="59"/>
                </a:cubicBezTo>
                <a:cubicBezTo>
                  <a:pt x="100" y="55"/>
                  <a:pt x="112" y="55"/>
                  <a:pt x="122" y="59"/>
                </a:cubicBezTo>
                <a:cubicBezTo>
                  <a:pt x="131" y="62"/>
                  <a:pt x="139" y="68"/>
                  <a:pt x="142" y="75"/>
                </a:cubicBezTo>
                <a:cubicBezTo>
                  <a:pt x="147" y="84"/>
                  <a:pt x="147" y="96"/>
                  <a:pt x="146" y="105"/>
                </a:cubicBezTo>
                <a:cubicBezTo>
                  <a:pt x="143" y="125"/>
                  <a:pt x="141" y="144"/>
                  <a:pt x="120" y="152"/>
                </a:cubicBezTo>
                <a:cubicBezTo>
                  <a:pt x="118" y="153"/>
                  <a:pt x="117" y="156"/>
                  <a:pt x="118" y="158"/>
                </a:cubicBezTo>
                <a:cubicBezTo>
                  <a:pt x="119" y="159"/>
                  <a:pt x="120" y="160"/>
                  <a:pt x="122" y="160"/>
                </a:cubicBezTo>
                <a:cubicBezTo>
                  <a:pt x="123" y="160"/>
                  <a:pt x="123" y="160"/>
                  <a:pt x="124" y="160"/>
                </a:cubicBezTo>
                <a:cubicBezTo>
                  <a:pt x="124" y="159"/>
                  <a:pt x="125" y="159"/>
                  <a:pt x="126" y="158"/>
                </a:cubicBezTo>
                <a:cubicBezTo>
                  <a:pt x="126" y="160"/>
                  <a:pt x="126" y="160"/>
                  <a:pt x="126" y="160"/>
                </a:cubicBezTo>
                <a:cubicBezTo>
                  <a:pt x="126" y="171"/>
                  <a:pt x="117" y="180"/>
                  <a:pt x="106" y="180"/>
                </a:cubicBezTo>
                <a:close/>
                <a:moveTo>
                  <a:pt x="119" y="185"/>
                </a:moveTo>
                <a:cubicBezTo>
                  <a:pt x="124" y="182"/>
                  <a:pt x="128" y="178"/>
                  <a:pt x="131" y="173"/>
                </a:cubicBezTo>
                <a:cubicBezTo>
                  <a:pt x="142" y="178"/>
                  <a:pt x="142" y="178"/>
                  <a:pt x="142" y="178"/>
                </a:cubicBezTo>
                <a:cubicBezTo>
                  <a:pt x="145" y="202"/>
                  <a:pt x="145" y="202"/>
                  <a:pt x="145" y="202"/>
                </a:cubicBezTo>
                <a:cubicBezTo>
                  <a:pt x="131" y="197"/>
                  <a:pt x="123" y="189"/>
                  <a:pt x="119" y="185"/>
                </a:cubicBezTo>
                <a:close/>
                <a:moveTo>
                  <a:pt x="182" y="0"/>
                </a:moveTo>
                <a:cubicBezTo>
                  <a:pt x="158" y="0"/>
                  <a:pt x="136" y="11"/>
                  <a:pt x="122" y="30"/>
                </a:cubicBezTo>
                <a:cubicBezTo>
                  <a:pt x="120" y="31"/>
                  <a:pt x="121" y="34"/>
                  <a:pt x="123" y="35"/>
                </a:cubicBezTo>
                <a:cubicBezTo>
                  <a:pt x="124" y="37"/>
                  <a:pt x="127" y="36"/>
                  <a:pt x="128" y="34"/>
                </a:cubicBezTo>
                <a:cubicBezTo>
                  <a:pt x="141" y="18"/>
                  <a:pt x="161" y="8"/>
                  <a:pt x="182" y="8"/>
                </a:cubicBezTo>
                <a:cubicBezTo>
                  <a:pt x="219" y="8"/>
                  <a:pt x="250" y="39"/>
                  <a:pt x="250" y="76"/>
                </a:cubicBezTo>
                <a:cubicBezTo>
                  <a:pt x="250" y="113"/>
                  <a:pt x="219" y="144"/>
                  <a:pt x="182" y="144"/>
                </a:cubicBezTo>
                <a:cubicBezTo>
                  <a:pt x="177" y="144"/>
                  <a:pt x="172" y="143"/>
                  <a:pt x="167" y="142"/>
                </a:cubicBezTo>
                <a:cubicBezTo>
                  <a:pt x="165" y="142"/>
                  <a:pt x="163" y="143"/>
                  <a:pt x="162" y="145"/>
                </a:cubicBezTo>
                <a:cubicBezTo>
                  <a:pt x="162" y="147"/>
                  <a:pt x="163" y="150"/>
                  <a:pt x="165" y="150"/>
                </a:cubicBezTo>
                <a:cubicBezTo>
                  <a:pt x="171" y="151"/>
                  <a:pt x="176" y="152"/>
                  <a:pt x="182" y="152"/>
                </a:cubicBezTo>
                <a:cubicBezTo>
                  <a:pt x="224" y="152"/>
                  <a:pt x="258" y="118"/>
                  <a:pt x="258" y="76"/>
                </a:cubicBezTo>
                <a:cubicBezTo>
                  <a:pt x="258" y="34"/>
                  <a:pt x="224" y="0"/>
                  <a:pt x="182" y="0"/>
                </a:cubicBezTo>
                <a:close/>
                <a:moveTo>
                  <a:pt x="182" y="40"/>
                </a:moveTo>
                <a:cubicBezTo>
                  <a:pt x="180" y="40"/>
                  <a:pt x="178" y="42"/>
                  <a:pt x="178" y="44"/>
                </a:cubicBezTo>
                <a:cubicBezTo>
                  <a:pt x="178" y="84"/>
                  <a:pt x="178" y="84"/>
                  <a:pt x="178" y="84"/>
                </a:cubicBezTo>
                <a:cubicBezTo>
                  <a:pt x="178" y="86"/>
                  <a:pt x="179" y="87"/>
                  <a:pt x="181" y="88"/>
                </a:cubicBezTo>
                <a:cubicBezTo>
                  <a:pt x="205" y="96"/>
                  <a:pt x="205" y="96"/>
                  <a:pt x="205" y="96"/>
                </a:cubicBezTo>
                <a:cubicBezTo>
                  <a:pt x="205" y="96"/>
                  <a:pt x="206" y="96"/>
                  <a:pt x="206" y="96"/>
                </a:cubicBezTo>
                <a:cubicBezTo>
                  <a:pt x="208" y="96"/>
                  <a:pt x="209" y="95"/>
                  <a:pt x="210" y="93"/>
                </a:cubicBezTo>
                <a:cubicBezTo>
                  <a:pt x="210" y="91"/>
                  <a:pt x="209" y="89"/>
                  <a:pt x="207" y="88"/>
                </a:cubicBezTo>
                <a:cubicBezTo>
                  <a:pt x="186" y="81"/>
                  <a:pt x="186" y="81"/>
                  <a:pt x="186" y="81"/>
                </a:cubicBezTo>
                <a:cubicBezTo>
                  <a:pt x="186" y="44"/>
                  <a:pt x="186" y="44"/>
                  <a:pt x="186" y="44"/>
                </a:cubicBezTo>
                <a:cubicBezTo>
                  <a:pt x="186" y="42"/>
                  <a:pt x="184" y="40"/>
                  <a:pt x="182" y="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08" name="Freeform 162">
            <a:extLst>
              <a:ext uri="{FF2B5EF4-FFF2-40B4-BE49-F238E27FC236}">
                <a16:creationId xmlns:a16="http://schemas.microsoft.com/office/drawing/2014/main" id="{61DFB048-2663-4852-9CE2-0F2E6D385322}"/>
              </a:ext>
            </a:extLst>
          </p:cNvPr>
          <p:cNvSpPr>
            <a:spLocks noChangeAspect="1" noEditPoints="1"/>
          </p:cNvSpPr>
          <p:nvPr/>
        </p:nvSpPr>
        <p:spPr bwMode="auto">
          <a:xfrm>
            <a:off x="10274948" y="3386785"/>
            <a:ext cx="349250" cy="401638"/>
          </a:xfrm>
          <a:custGeom>
            <a:avLst/>
            <a:gdLst>
              <a:gd name="T0" fmla="*/ 103 w 224"/>
              <a:gd name="T1" fmla="*/ 63 h 257"/>
              <a:gd name="T2" fmla="*/ 91 w 224"/>
              <a:gd name="T3" fmla="*/ 36 h 257"/>
              <a:gd name="T4" fmla="*/ 120 w 224"/>
              <a:gd name="T5" fmla="*/ 10 h 257"/>
              <a:gd name="T6" fmla="*/ 133 w 224"/>
              <a:gd name="T7" fmla="*/ 38 h 257"/>
              <a:gd name="T8" fmla="*/ 124 w 224"/>
              <a:gd name="T9" fmla="*/ 65 h 257"/>
              <a:gd name="T10" fmla="*/ 141 w 224"/>
              <a:gd name="T11" fmla="*/ 37 h 257"/>
              <a:gd name="T12" fmla="*/ 101 w 224"/>
              <a:gd name="T13" fmla="*/ 3 h 257"/>
              <a:gd name="T14" fmla="*/ 83 w 224"/>
              <a:gd name="T15" fmla="*/ 39 h 257"/>
              <a:gd name="T16" fmla="*/ 52 w 224"/>
              <a:gd name="T17" fmla="*/ 117 h 257"/>
              <a:gd name="T18" fmla="*/ 98 w 224"/>
              <a:gd name="T19" fmla="*/ 83 h 257"/>
              <a:gd name="T20" fmla="*/ 100 w 224"/>
              <a:gd name="T21" fmla="*/ 121 h 257"/>
              <a:gd name="T22" fmla="*/ 108 w 224"/>
              <a:gd name="T23" fmla="*/ 99 h 257"/>
              <a:gd name="T24" fmla="*/ 118 w 224"/>
              <a:gd name="T25" fmla="*/ 85 h 257"/>
              <a:gd name="T26" fmla="*/ 120 w 224"/>
              <a:gd name="T27" fmla="*/ 117 h 257"/>
              <a:gd name="T28" fmla="*/ 124 w 224"/>
              <a:gd name="T29" fmla="*/ 101 h 257"/>
              <a:gd name="T30" fmla="*/ 158 w 224"/>
              <a:gd name="T31" fmla="*/ 93 h 257"/>
              <a:gd name="T32" fmla="*/ 176 w 224"/>
              <a:gd name="T33" fmla="*/ 121 h 257"/>
              <a:gd name="T34" fmla="*/ 134 w 224"/>
              <a:gd name="T35" fmla="*/ 73 h 257"/>
              <a:gd name="T36" fmla="*/ 94 w 224"/>
              <a:gd name="T37" fmla="*/ 73 h 257"/>
              <a:gd name="T38" fmla="*/ 44 w 224"/>
              <a:gd name="T39" fmla="*/ 117 h 257"/>
              <a:gd name="T40" fmla="*/ 204 w 224"/>
              <a:gd name="T41" fmla="*/ 89 h 257"/>
              <a:gd name="T42" fmla="*/ 200 w 224"/>
              <a:gd name="T43" fmla="*/ 69 h 257"/>
              <a:gd name="T44" fmla="*/ 184 w 224"/>
              <a:gd name="T45" fmla="*/ 85 h 257"/>
              <a:gd name="T46" fmla="*/ 196 w 224"/>
              <a:gd name="T47" fmla="*/ 129 h 257"/>
              <a:gd name="T48" fmla="*/ 35 w 224"/>
              <a:gd name="T49" fmla="*/ 84 h 257"/>
              <a:gd name="T50" fmla="*/ 40 w 224"/>
              <a:gd name="T51" fmla="*/ 53 h 257"/>
              <a:gd name="T52" fmla="*/ 21 w 224"/>
              <a:gd name="T53" fmla="*/ 86 h 257"/>
              <a:gd name="T54" fmla="*/ 4 w 224"/>
              <a:gd name="T55" fmla="*/ 129 h 257"/>
              <a:gd name="T56" fmla="*/ 2 w 224"/>
              <a:gd name="T57" fmla="*/ 160 h 257"/>
              <a:gd name="T58" fmla="*/ 44 w 224"/>
              <a:gd name="T59" fmla="*/ 257 h 257"/>
              <a:gd name="T60" fmla="*/ 36 w 224"/>
              <a:gd name="T61" fmla="*/ 174 h 257"/>
              <a:gd name="T62" fmla="*/ 216 w 224"/>
              <a:gd name="T63" fmla="*/ 137 h 257"/>
              <a:gd name="T64" fmla="*/ 188 w 224"/>
              <a:gd name="T65" fmla="*/ 161 h 257"/>
              <a:gd name="T66" fmla="*/ 188 w 224"/>
              <a:gd name="T67" fmla="*/ 257 h 257"/>
              <a:gd name="T68" fmla="*/ 224 w 224"/>
              <a:gd name="T69" fmla="*/ 157 h 257"/>
              <a:gd name="T70" fmla="*/ 184 w 224"/>
              <a:gd name="T71" fmla="*/ 77 h 257"/>
              <a:gd name="T72" fmla="*/ 192 w 224"/>
              <a:gd name="T73" fmla="*/ 69 h 257"/>
              <a:gd name="T74" fmla="*/ 48 w 224"/>
              <a:gd name="T75" fmla="*/ 69 h 257"/>
              <a:gd name="T76" fmla="*/ 40 w 224"/>
              <a:gd name="T77" fmla="*/ 61 h 257"/>
              <a:gd name="T78" fmla="*/ 60 w 224"/>
              <a:gd name="T79" fmla="*/ 169 h 257"/>
              <a:gd name="T80" fmla="*/ 68 w 224"/>
              <a:gd name="T81" fmla="*/ 237 h 257"/>
              <a:gd name="T82" fmla="*/ 156 w 224"/>
              <a:gd name="T83" fmla="*/ 237 h 257"/>
              <a:gd name="T84" fmla="*/ 164 w 224"/>
              <a:gd name="T85" fmla="*/ 16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4" h="257">
                <a:moveTo>
                  <a:pt x="83" y="39"/>
                </a:moveTo>
                <a:cubicBezTo>
                  <a:pt x="84" y="49"/>
                  <a:pt x="85" y="56"/>
                  <a:pt x="98" y="64"/>
                </a:cubicBezTo>
                <a:cubicBezTo>
                  <a:pt x="100" y="66"/>
                  <a:pt x="102" y="65"/>
                  <a:pt x="103" y="63"/>
                </a:cubicBezTo>
                <a:cubicBezTo>
                  <a:pt x="105" y="61"/>
                  <a:pt x="104" y="59"/>
                  <a:pt x="102" y="58"/>
                </a:cubicBezTo>
                <a:cubicBezTo>
                  <a:pt x="93" y="51"/>
                  <a:pt x="92" y="48"/>
                  <a:pt x="91" y="38"/>
                </a:cubicBezTo>
                <a:cubicBezTo>
                  <a:pt x="91" y="36"/>
                  <a:pt x="91" y="36"/>
                  <a:pt x="91" y="36"/>
                </a:cubicBezTo>
                <a:cubicBezTo>
                  <a:pt x="90" y="30"/>
                  <a:pt x="90" y="24"/>
                  <a:pt x="92" y="19"/>
                </a:cubicBezTo>
                <a:cubicBezTo>
                  <a:pt x="94" y="15"/>
                  <a:pt x="98" y="12"/>
                  <a:pt x="104" y="10"/>
                </a:cubicBezTo>
                <a:cubicBezTo>
                  <a:pt x="109" y="9"/>
                  <a:pt x="115" y="9"/>
                  <a:pt x="120" y="10"/>
                </a:cubicBezTo>
                <a:cubicBezTo>
                  <a:pt x="126" y="12"/>
                  <a:pt x="130" y="15"/>
                  <a:pt x="132" y="19"/>
                </a:cubicBezTo>
                <a:cubicBezTo>
                  <a:pt x="134" y="24"/>
                  <a:pt x="134" y="30"/>
                  <a:pt x="133" y="36"/>
                </a:cubicBezTo>
                <a:cubicBezTo>
                  <a:pt x="133" y="38"/>
                  <a:pt x="133" y="38"/>
                  <a:pt x="133" y="38"/>
                </a:cubicBezTo>
                <a:cubicBezTo>
                  <a:pt x="132" y="48"/>
                  <a:pt x="131" y="51"/>
                  <a:pt x="122" y="58"/>
                </a:cubicBezTo>
                <a:cubicBezTo>
                  <a:pt x="120" y="59"/>
                  <a:pt x="119" y="61"/>
                  <a:pt x="121" y="63"/>
                </a:cubicBezTo>
                <a:cubicBezTo>
                  <a:pt x="121" y="64"/>
                  <a:pt x="123" y="65"/>
                  <a:pt x="124" y="65"/>
                </a:cubicBezTo>
                <a:cubicBezTo>
                  <a:pt x="125" y="65"/>
                  <a:pt x="126" y="65"/>
                  <a:pt x="126" y="64"/>
                </a:cubicBezTo>
                <a:cubicBezTo>
                  <a:pt x="139" y="56"/>
                  <a:pt x="140" y="49"/>
                  <a:pt x="141" y="39"/>
                </a:cubicBezTo>
                <a:cubicBezTo>
                  <a:pt x="141" y="37"/>
                  <a:pt x="141" y="37"/>
                  <a:pt x="141" y="37"/>
                </a:cubicBezTo>
                <a:cubicBezTo>
                  <a:pt x="142" y="30"/>
                  <a:pt x="142" y="22"/>
                  <a:pt x="139" y="16"/>
                </a:cubicBezTo>
                <a:cubicBezTo>
                  <a:pt x="136" y="10"/>
                  <a:pt x="130" y="5"/>
                  <a:pt x="123" y="3"/>
                </a:cubicBezTo>
                <a:cubicBezTo>
                  <a:pt x="116" y="0"/>
                  <a:pt x="108" y="0"/>
                  <a:pt x="101" y="3"/>
                </a:cubicBezTo>
                <a:cubicBezTo>
                  <a:pt x="94" y="5"/>
                  <a:pt x="88" y="10"/>
                  <a:pt x="85" y="16"/>
                </a:cubicBezTo>
                <a:cubicBezTo>
                  <a:pt x="82" y="22"/>
                  <a:pt x="82" y="30"/>
                  <a:pt x="83" y="37"/>
                </a:cubicBezTo>
                <a:lnTo>
                  <a:pt x="83" y="39"/>
                </a:lnTo>
                <a:close/>
                <a:moveTo>
                  <a:pt x="44" y="117"/>
                </a:moveTo>
                <a:cubicBezTo>
                  <a:pt x="44" y="119"/>
                  <a:pt x="46" y="121"/>
                  <a:pt x="48" y="121"/>
                </a:cubicBezTo>
                <a:cubicBezTo>
                  <a:pt x="50" y="121"/>
                  <a:pt x="52" y="119"/>
                  <a:pt x="52" y="117"/>
                </a:cubicBezTo>
                <a:cubicBezTo>
                  <a:pt x="52" y="117"/>
                  <a:pt x="53" y="99"/>
                  <a:pt x="66" y="93"/>
                </a:cubicBezTo>
                <a:cubicBezTo>
                  <a:pt x="92" y="81"/>
                  <a:pt x="92" y="81"/>
                  <a:pt x="92" y="81"/>
                </a:cubicBezTo>
                <a:cubicBezTo>
                  <a:pt x="93" y="82"/>
                  <a:pt x="96" y="83"/>
                  <a:pt x="98" y="83"/>
                </a:cubicBezTo>
                <a:cubicBezTo>
                  <a:pt x="97" y="89"/>
                  <a:pt x="98" y="97"/>
                  <a:pt x="100" y="101"/>
                </a:cubicBezTo>
                <a:cubicBezTo>
                  <a:pt x="98" y="104"/>
                  <a:pt x="96" y="111"/>
                  <a:pt x="96" y="117"/>
                </a:cubicBezTo>
                <a:cubicBezTo>
                  <a:pt x="96" y="119"/>
                  <a:pt x="98" y="121"/>
                  <a:pt x="100" y="121"/>
                </a:cubicBezTo>
                <a:cubicBezTo>
                  <a:pt x="102" y="121"/>
                  <a:pt x="104" y="119"/>
                  <a:pt x="104" y="117"/>
                </a:cubicBezTo>
                <a:cubicBezTo>
                  <a:pt x="104" y="112"/>
                  <a:pt x="107" y="105"/>
                  <a:pt x="108" y="103"/>
                </a:cubicBezTo>
                <a:cubicBezTo>
                  <a:pt x="108" y="101"/>
                  <a:pt x="108" y="100"/>
                  <a:pt x="108" y="99"/>
                </a:cubicBezTo>
                <a:cubicBezTo>
                  <a:pt x="106" y="96"/>
                  <a:pt x="105" y="88"/>
                  <a:pt x="106" y="85"/>
                </a:cubicBezTo>
                <a:cubicBezTo>
                  <a:pt x="108" y="85"/>
                  <a:pt x="110" y="85"/>
                  <a:pt x="112" y="85"/>
                </a:cubicBezTo>
                <a:cubicBezTo>
                  <a:pt x="114" y="85"/>
                  <a:pt x="116" y="85"/>
                  <a:pt x="118" y="85"/>
                </a:cubicBezTo>
                <a:cubicBezTo>
                  <a:pt x="119" y="88"/>
                  <a:pt x="118" y="96"/>
                  <a:pt x="116" y="99"/>
                </a:cubicBezTo>
                <a:cubicBezTo>
                  <a:pt x="116" y="100"/>
                  <a:pt x="116" y="101"/>
                  <a:pt x="116" y="103"/>
                </a:cubicBezTo>
                <a:cubicBezTo>
                  <a:pt x="117" y="105"/>
                  <a:pt x="120" y="112"/>
                  <a:pt x="120" y="117"/>
                </a:cubicBezTo>
                <a:cubicBezTo>
                  <a:pt x="120" y="119"/>
                  <a:pt x="122" y="121"/>
                  <a:pt x="124" y="121"/>
                </a:cubicBezTo>
                <a:cubicBezTo>
                  <a:pt x="126" y="121"/>
                  <a:pt x="128" y="119"/>
                  <a:pt x="128" y="117"/>
                </a:cubicBezTo>
                <a:cubicBezTo>
                  <a:pt x="128" y="111"/>
                  <a:pt x="126" y="104"/>
                  <a:pt x="124" y="101"/>
                </a:cubicBezTo>
                <a:cubicBezTo>
                  <a:pt x="126" y="97"/>
                  <a:pt x="127" y="89"/>
                  <a:pt x="126" y="83"/>
                </a:cubicBezTo>
                <a:cubicBezTo>
                  <a:pt x="128" y="83"/>
                  <a:pt x="131" y="82"/>
                  <a:pt x="132" y="81"/>
                </a:cubicBezTo>
                <a:cubicBezTo>
                  <a:pt x="158" y="93"/>
                  <a:pt x="158" y="93"/>
                  <a:pt x="158" y="93"/>
                </a:cubicBezTo>
                <a:cubicBezTo>
                  <a:pt x="171" y="99"/>
                  <a:pt x="172" y="117"/>
                  <a:pt x="172" y="117"/>
                </a:cubicBezTo>
                <a:cubicBezTo>
                  <a:pt x="172" y="119"/>
                  <a:pt x="174" y="121"/>
                  <a:pt x="176" y="121"/>
                </a:cubicBezTo>
                <a:cubicBezTo>
                  <a:pt x="176" y="121"/>
                  <a:pt x="176" y="121"/>
                  <a:pt x="176" y="121"/>
                </a:cubicBezTo>
                <a:cubicBezTo>
                  <a:pt x="178" y="121"/>
                  <a:pt x="180" y="119"/>
                  <a:pt x="180" y="117"/>
                </a:cubicBezTo>
                <a:cubicBezTo>
                  <a:pt x="180" y="116"/>
                  <a:pt x="179" y="94"/>
                  <a:pt x="162" y="85"/>
                </a:cubicBezTo>
                <a:cubicBezTo>
                  <a:pt x="134" y="73"/>
                  <a:pt x="134" y="73"/>
                  <a:pt x="134" y="73"/>
                </a:cubicBezTo>
                <a:cubicBezTo>
                  <a:pt x="132" y="73"/>
                  <a:pt x="131" y="73"/>
                  <a:pt x="130" y="73"/>
                </a:cubicBezTo>
                <a:cubicBezTo>
                  <a:pt x="130" y="73"/>
                  <a:pt x="123" y="77"/>
                  <a:pt x="112" y="77"/>
                </a:cubicBezTo>
                <a:cubicBezTo>
                  <a:pt x="101" y="77"/>
                  <a:pt x="94" y="73"/>
                  <a:pt x="94" y="73"/>
                </a:cubicBezTo>
                <a:cubicBezTo>
                  <a:pt x="93" y="73"/>
                  <a:pt x="92" y="73"/>
                  <a:pt x="90" y="73"/>
                </a:cubicBezTo>
                <a:cubicBezTo>
                  <a:pt x="62" y="85"/>
                  <a:pt x="62" y="85"/>
                  <a:pt x="62" y="85"/>
                </a:cubicBezTo>
                <a:cubicBezTo>
                  <a:pt x="45" y="94"/>
                  <a:pt x="44" y="116"/>
                  <a:pt x="44" y="117"/>
                </a:cubicBezTo>
                <a:close/>
                <a:moveTo>
                  <a:pt x="220" y="129"/>
                </a:moveTo>
                <a:cubicBezTo>
                  <a:pt x="204" y="129"/>
                  <a:pt x="204" y="129"/>
                  <a:pt x="204" y="129"/>
                </a:cubicBezTo>
                <a:cubicBezTo>
                  <a:pt x="204" y="89"/>
                  <a:pt x="204" y="89"/>
                  <a:pt x="204" y="89"/>
                </a:cubicBezTo>
                <a:cubicBezTo>
                  <a:pt x="204" y="88"/>
                  <a:pt x="204" y="87"/>
                  <a:pt x="203" y="87"/>
                </a:cubicBezTo>
                <a:cubicBezTo>
                  <a:pt x="197" y="78"/>
                  <a:pt x="197" y="78"/>
                  <a:pt x="197" y="78"/>
                </a:cubicBezTo>
                <a:cubicBezTo>
                  <a:pt x="199" y="76"/>
                  <a:pt x="200" y="72"/>
                  <a:pt x="200" y="69"/>
                </a:cubicBezTo>
                <a:cubicBezTo>
                  <a:pt x="200" y="60"/>
                  <a:pt x="193" y="53"/>
                  <a:pt x="184" y="53"/>
                </a:cubicBezTo>
                <a:cubicBezTo>
                  <a:pt x="175" y="53"/>
                  <a:pt x="168" y="60"/>
                  <a:pt x="168" y="69"/>
                </a:cubicBezTo>
                <a:cubicBezTo>
                  <a:pt x="168" y="78"/>
                  <a:pt x="175" y="85"/>
                  <a:pt x="184" y="85"/>
                </a:cubicBezTo>
                <a:cubicBezTo>
                  <a:pt x="186" y="85"/>
                  <a:pt x="189" y="84"/>
                  <a:pt x="191" y="83"/>
                </a:cubicBezTo>
                <a:cubicBezTo>
                  <a:pt x="196" y="90"/>
                  <a:pt x="196" y="90"/>
                  <a:pt x="196" y="90"/>
                </a:cubicBezTo>
                <a:cubicBezTo>
                  <a:pt x="196" y="129"/>
                  <a:pt x="196" y="129"/>
                  <a:pt x="196" y="129"/>
                </a:cubicBezTo>
                <a:cubicBezTo>
                  <a:pt x="28" y="129"/>
                  <a:pt x="28" y="129"/>
                  <a:pt x="28" y="129"/>
                </a:cubicBezTo>
                <a:cubicBezTo>
                  <a:pt x="28" y="91"/>
                  <a:pt x="28" y="91"/>
                  <a:pt x="28" y="91"/>
                </a:cubicBezTo>
                <a:cubicBezTo>
                  <a:pt x="35" y="84"/>
                  <a:pt x="35" y="84"/>
                  <a:pt x="35" y="84"/>
                </a:cubicBezTo>
                <a:cubicBezTo>
                  <a:pt x="36" y="85"/>
                  <a:pt x="38" y="85"/>
                  <a:pt x="40" y="85"/>
                </a:cubicBezTo>
                <a:cubicBezTo>
                  <a:pt x="49" y="85"/>
                  <a:pt x="56" y="78"/>
                  <a:pt x="56" y="69"/>
                </a:cubicBezTo>
                <a:cubicBezTo>
                  <a:pt x="56" y="60"/>
                  <a:pt x="49" y="53"/>
                  <a:pt x="40" y="53"/>
                </a:cubicBezTo>
                <a:cubicBezTo>
                  <a:pt x="31" y="53"/>
                  <a:pt x="24" y="60"/>
                  <a:pt x="24" y="69"/>
                </a:cubicBezTo>
                <a:cubicBezTo>
                  <a:pt x="24" y="73"/>
                  <a:pt x="26" y="77"/>
                  <a:pt x="28" y="79"/>
                </a:cubicBezTo>
                <a:cubicBezTo>
                  <a:pt x="21" y="86"/>
                  <a:pt x="21" y="86"/>
                  <a:pt x="21" y="86"/>
                </a:cubicBezTo>
                <a:cubicBezTo>
                  <a:pt x="20" y="87"/>
                  <a:pt x="20" y="88"/>
                  <a:pt x="20" y="89"/>
                </a:cubicBezTo>
                <a:cubicBezTo>
                  <a:pt x="20" y="129"/>
                  <a:pt x="20" y="129"/>
                  <a:pt x="20" y="129"/>
                </a:cubicBezTo>
                <a:cubicBezTo>
                  <a:pt x="4" y="129"/>
                  <a:pt x="4" y="129"/>
                  <a:pt x="4" y="129"/>
                </a:cubicBezTo>
                <a:cubicBezTo>
                  <a:pt x="2" y="129"/>
                  <a:pt x="0" y="131"/>
                  <a:pt x="0" y="133"/>
                </a:cubicBezTo>
                <a:cubicBezTo>
                  <a:pt x="0" y="157"/>
                  <a:pt x="0" y="157"/>
                  <a:pt x="0" y="157"/>
                </a:cubicBezTo>
                <a:cubicBezTo>
                  <a:pt x="0" y="158"/>
                  <a:pt x="1" y="160"/>
                  <a:pt x="2" y="160"/>
                </a:cubicBezTo>
                <a:cubicBezTo>
                  <a:pt x="36" y="183"/>
                  <a:pt x="36" y="183"/>
                  <a:pt x="36" y="183"/>
                </a:cubicBezTo>
                <a:cubicBezTo>
                  <a:pt x="36" y="257"/>
                  <a:pt x="36" y="257"/>
                  <a:pt x="36" y="257"/>
                </a:cubicBezTo>
                <a:cubicBezTo>
                  <a:pt x="44" y="257"/>
                  <a:pt x="44" y="257"/>
                  <a:pt x="44" y="257"/>
                </a:cubicBezTo>
                <a:cubicBezTo>
                  <a:pt x="44" y="161"/>
                  <a:pt x="44" y="161"/>
                  <a:pt x="44" y="161"/>
                </a:cubicBezTo>
                <a:cubicBezTo>
                  <a:pt x="36" y="161"/>
                  <a:pt x="36" y="161"/>
                  <a:pt x="36" y="161"/>
                </a:cubicBezTo>
                <a:cubicBezTo>
                  <a:pt x="36" y="174"/>
                  <a:pt x="36" y="174"/>
                  <a:pt x="36" y="174"/>
                </a:cubicBezTo>
                <a:cubicBezTo>
                  <a:pt x="8" y="155"/>
                  <a:pt x="8" y="155"/>
                  <a:pt x="8" y="155"/>
                </a:cubicBezTo>
                <a:cubicBezTo>
                  <a:pt x="8" y="137"/>
                  <a:pt x="8" y="137"/>
                  <a:pt x="8" y="137"/>
                </a:cubicBezTo>
                <a:cubicBezTo>
                  <a:pt x="216" y="137"/>
                  <a:pt x="216" y="137"/>
                  <a:pt x="216" y="137"/>
                </a:cubicBezTo>
                <a:cubicBezTo>
                  <a:pt x="216" y="155"/>
                  <a:pt x="216" y="155"/>
                  <a:pt x="216" y="155"/>
                </a:cubicBezTo>
                <a:cubicBezTo>
                  <a:pt x="188" y="174"/>
                  <a:pt x="188" y="174"/>
                  <a:pt x="188" y="174"/>
                </a:cubicBezTo>
                <a:cubicBezTo>
                  <a:pt x="188" y="161"/>
                  <a:pt x="188" y="161"/>
                  <a:pt x="188" y="161"/>
                </a:cubicBezTo>
                <a:cubicBezTo>
                  <a:pt x="180" y="161"/>
                  <a:pt x="180" y="161"/>
                  <a:pt x="180" y="161"/>
                </a:cubicBezTo>
                <a:cubicBezTo>
                  <a:pt x="180" y="257"/>
                  <a:pt x="180" y="257"/>
                  <a:pt x="180" y="257"/>
                </a:cubicBezTo>
                <a:cubicBezTo>
                  <a:pt x="188" y="257"/>
                  <a:pt x="188" y="257"/>
                  <a:pt x="188" y="257"/>
                </a:cubicBezTo>
                <a:cubicBezTo>
                  <a:pt x="188" y="183"/>
                  <a:pt x="188" y="183"/>
                  <a:pt x="188" y="183"/>
                </a:cubicBezTo>
                <a:cubicBezTo>
                  <a:pt x="222" y="160"/>
                  <a:pt x="222" y="160"/>
                  <a:pt x="222" y="160"/>
                </a:cubicBezTo>
                <a:cubicBezTo>
                  <a:pt x="223" y="160"/>
                  <a:pt x="224" y="158"/>
                  <a:pt x="224" y="157"/>
                </a:cubicBezTo>
                <a:cubicBezTo>
                  <a:pt x="224" y="133"/>
                  <a:pt x="224" y="133"/>
                  <a:pt x="224" y="133"/>
                </a:cubicBezTo>
                <a:cubicBezTo>
                  <a:pt x="224" y="131"/>
                  <a:pt x="222" y="129"/>
                  <a:pt x="220" y="129"/>
                </a:cubicBezTo>
                <a:close/>
                <a:moveTo>
                  <a:pt x="184" y="77"/>
                </a:moveTo>
                <a:cubicBezTo>
                  <a:pt x="180" y="77"/>
                  <a:pt x="176" y="73"/>
                  <a:pt x="176" y="69"/>
                </a:cubicBezTo>
                <a:cubicBezTo>
                  <a:pt x="176" y="65"/>
                  <a:pt x="180" y="61"/>
                  <a:pt x="184" y="61"/>
                </a:cubicBezTo>
                <a:cubicBezTo>
                  <a:pt x="188" y="61"/>
                  <a:pt x="192" y="65"/>
                  <a:pt x="192" y="69"/>
                </a:cubicBezTo>
                <a:cubicBezTo>
                  <a:pt x="192" y="73"/>
                  <a:pt x="188" y="77"/>
                  <a:pt x="184" y="77"/>
                </a:cubicBezTo>
                <a:close/>
                <a:moveTo>
                  <a:pt x="40" y="61"/>
                </a:moveTo>
                <a:cubicBezTo>
                  <a:pt x="44" y="61"/>
                  <a:pt x="48" y="65"/>
                  <a:pt x="48" y="69"/>
                </a:cubicBezTo>
                <a:cubicBezTo>
                  <a:pt x="48" y="73"/>
                  <a:pt x="44" y="77"/>
                  <a:pt x="40" y="77"/>
                </a:cubicBezTo>
                <a:cubicBezTo>
                  <a:pt x="36" y="77"/>
                  <a:pt x="32" y="73"/>
                  <a:pt x="32" y="69"/>
                </a:cubicBezTo>
                <a:cubicBezTo>
                  <a:pt x="32" y="65"/>
                  <a:pt x="36" y="61"/>
                  <a:pt x="40" y="61"/>
                </a:cubicBezTo>
                <a:close/>
                <a:moveTo>
                  <a:pt x="156" y="161"/>
                </a:moveTo>
                <a:cubicBezTo>
                  <a:pt x="68" y="161"/>
                  <a:pt x="68" y="161"/>
                  <a:pt x="68" y="161"/>
                </a:cubicBezTo>
                <a:cubicBezTo>
                  <a:pt x="64" y="161"/>
                  <a:pt x="60" y="165"/>
                  <a:pt x="60" y="169"/>
                </a:cubicBezTo>
                <a:cubicBezTo>
                  <a:pt x="60" y="237"/>
                  <a:pt x="60" y="237"/>
                  <a:pt x="60" y="237"/>
                </a:cubicBezTo>
                <a:cubicBezTo>
                  <a:pt x="60" y="239"/>
                  <a:pt x="62" y="241"/>
                  <a:pt x="64" y="241"/>
                </a:cubicBezTo>
                <a:cubicBezTo>
                  <a:pt x="66" y="241"/>
                  <a:pt x="68" y="239"/>
                  <a:pt x="68" y="237"/>
                </a:cubicBezTo>
                <a:cubicBezTo>
                  <a:pt x="68" y="169"/>
                  <a:pt x="68" y="169"/>
                  <a:pt x="68" y="169"/>
                </a:cubicBezTo>
                <a:cubicBezTo>
                  <a:pt x="156" y="169"/>
                  <a:pt x="156" y="169"/>
                  <a:pt x="156" y="169"/>
                </a:cubicBezTo>
                <a:cubicBezTo>
                  <a:pt x="156" y="237"/>
                  <a:pt x="156" y="237"/>
                  <a:pt x="156" y="237"/>
                </a:cubicBezTo>
                <a:cubicBezTo>
                  <a:pt x="156" y="239"/>
                  <a:pt x="158" y="241"/>
                  <a:pt x="160" y="241"/>
                </a:cubicBezTo>
                <a:cubicBezTo>
                  <a:pt x="162" y="241"/>
                  <a:pt x="164" y="239"/>
                  <a:pt x="164" y="237"/>
                </a:cubicBezTo>
                <a:cubicBezTo>
                  <a:pt x="164" y="169"/>
                  <a:pt x="164" y="169"/>
                  <a:pt x="164" y="169"/>
                </a:cubicBezTo>
                <a:cubicBezTo>
                  <a:pt x="164" y="165"/>
                  <a:pt x="160" y="161"/>
                  <a:pt x="156" y="16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14" name="Freeform 166">
            <a:extLst>
              <a:ext uri="{FF2B5EF4-FFF2-40B4-BE49-F238E27FC236}">
                <a16:creationId xmlns:a16="http://schemas.microsoft.com/office/drawing/2014/main" id="{44DE9F85-F2E0-4C6F-AC66-59481CCE0474}"/>
              </a:ext>
            </a:extLst>
          </p:cNvPr>
          <p:cNvSpPr>
            <a:spLocks noChangeAspect="1" noEditPoints="1"/>
          </p:cNvSpPr>
          <p:nvPr/>
        </p:nvSpPr>
        <p:spPr bwMode="auto">
          <a:xfrm>
            <a:off x="11221957" y="3387579"/>
            <a:ext cx="390525" cy="400050"/>
          </a:xfrm>
          <a:custGeom>
            <a:avLst/>
            <a:gdLst>
              <a:gd name="T0" fmla="*/ 201 w 250"/>
              <a:gd name="T1" fmla="*/ 44 h 256"/>
              <a:gd name="T2" fmla="*/ 185 w 250"/>
              <a:gd name="T3" fmla="*/ 36 h 256"/>
              <a:gd name="T4" fmla="*/ 216 w 250"/>
              <a:gd name="T5" fmla="*/ 173 h 256"/>
              <a:gd name="T6" fmla="*/ 213 w 250"/>
              <a:gd name="T7" fmla="*/ 223 h 256"/>
              <a:gd name="T8" fmla="*/ 209 w 250"/>
              <a:gd name="T9" fmla="*/ 200 h 256"/>
              <a:gd name="T10" fmla="*/ 240 w 250"/>
              <a:gd name="T11" fmla="*/ 188 h 256"/>
              <a:gd name="T12" fmla="*/ 232 w 250"/>
              <a:gd name="T13" fmla="*/ 222 h 256"/>
              <a:gd name="T14" fmla="*/ 249 w 250"/>
              <a:gd name="T15" fmla="*/ 201 h 256"/>
              <a:gd name="T16" fmla="*/ 129 w 250"/>
              <a:gd name="T17" fmla="*/ 112 h 256"/>
              <a:gd name="T18" fmla="*/ 245 w 250"/>
              <a:gd name="T19" fmla="*/ 76 h 256"/>
              <a:gd name="T20" fmla="*/ 125 w 250"/>
              <a:gd name="T21" fmla="*/ 12 h 256"/>
              <a:gd name="T22" fmla="*/ 137 w 250"/>
              <a:gd name="T23" fmla="*/ 8 h 256"/>
              <a:gd name="T24" fmla="*/ 233 w 250"/>
              <a:gd name="T25" fmla="*/ 80 h 256"/>
              <a:gd name="T26" fmla="*/ 133 w 250"/>
              <a:gd name="T27" fmla="*/ 12 h 256"/>
              <a:gd name="T28" fmla="*/ 237 w 250"/>
              <a:gd name="T29" fmla="*/ 164 h 256"/>
              <a:gd name="T30" fmla="*/ 207 w 250"/>
              <a:gd name="T31" fmla="*/ 228 h 256"/>
              <a:gd name="T32" fmla="*/ 177 w 250"/>
              <a:gd name="T33" fmla="*/ 256 h 256"/>
              <a:gd name="T34" fmla="*/ 225 w 250"/>
              <a:gd name="T35" fmla="*/ 240 h 256"/>
              <a:gd name="T36" fmla="*/ 169 w 250"/>
              <a:gd name="T37" fmla="*/ 44 h 256"/>
              <a:gd name="T38" fmla="*/ 169 w 250"/>
              <a:gd name="T39" fmla="*/ 44 h 256"/>
              <a:gd name="T40" fmla="*/ 109 w 250"/>
              <a:gd name="T41" fmla="*/ 36 h 256"/>
              <a:gd name="T42" fmla="*/ 21 w 250"/>
              <a:gd name="T43" fmla="*/ 164 h 256"/>
              <a:gd name="T44" fmla="*/ 103 w 250"/>
              <a:gd name="T45" fmla="*/ 128 h 256"/>
              <a:gd name="T46" fmla="*/ 47 w 250"/>
              <a:gd name="T47" fmla="*/ 136 h 256"/>
              <a:gd name="T48" fmla="*/ 41 w 250"/>
              <a:gd name="T49" fmla="*/ 156 h 256"/>
              <a:gd name="T50" fmla="*/ 105 w 250"/>
              <a:gd name="T51" fmla="*/ 136 h 256"/>
              <a:gd name="T52" fmla="*/ 137 w 250"/>
              <a:gd name="T53" fmla="*/ 160 h 256"/>
              <a:gd name="T54" fmla="*/ 47 w 250"/>
              <a:gd name="T55" fmla="*/ 228 h 256"/>
              <a:gd name="T56" fmla="*/ 1 w 250"/>
              <a:gd name="T57" fmla="*/ 230 h 256"/>
              <a:gd name="T58" fmla="*/ 59 w 250"/>
              <a:gd name="T59" fmla="*/ 244 h 256"/>
              <a:gd name="T60" fmla="*/ 63 w 250"/>
              <a:gd name="T61" fmla="*/ 236 h 256"/>
              <a:gd name="T62" fmla="*/ 95 w 250"/>
              <a:gd name="T63" fmla="*/ 124 h 256"/>
              <a:gd name="T64" fmla="*/ 107 w 250"/>
              <a:gd name="T65" fmla="*/ 84 h 256"/>
              <a:gd name="T66" fmla="*/ 61 w 250"/>
              <a:gd name="T67" fmla="*/ 101 h 256"/>
              <a:gd name="T68" fmla="*/ 77 w 250"/>
              <a:gd name="T69" fmla="*/ 117 h 256"/>
              <a:gd name="T70" fmla="*/ 79 w 250"/>
              <a:gd name="T71" fmla="*/ 81 h 256"/>
              <a:gd name="T72" fmla="*/ 100 w 250"/>
              <a:gd name="T73" fmla="*/ 103 h 256"/>
              <a:gd name="T74" fmla="*/ 173 w 250"/>
              <a:gd name="T75" fmla="*/ 220 h 256"/>
              <a:gd name="T76" fmla="*/ 189 w 250"/>
              <a:gd name="T77" fmla="*/ 180 h 256"/>
              <a:gd name="T78" fmla="*/ 141 w 250"/>
              <a:gd name="T79" fmla="*/ 184 h 256"/>
              <a:gd name="T80" fmla="*/ 141 w 250"/>
              <a:gd name="T81" fmla="*/ 226 h 256"/>
              <a:gd name="T82" fmla="*/ 161 w 250"/>
              <a:gd name="T83" fmla="*/ 244 h 256"/>
              <a:gd name="T84" fmla="*/ 97 w 250"/>
              <a:gd name="T85" fmla="*/ 172 h 256"/>
              <a:gd name="T86" fmla="*/ 97 w 250"/>
              <a:gd name="T87" fmla="*/ 180 h 256"/>
              <a:gd name="T88" fmla="*/ 73 w 250"/>
              <a:gd name="T89" fmla="*/ 224 h 256"/>
              <a:gd name="T90" fmla="*/ 86 w 250"/>
              <a:gd name="T91" fmla="*/ 243 h 256"/>
              <a:gd name="T92" fmla="*/ 108 w 250"/>
              <a:gd name="T93" fmla="*/ 227 h 256"/>
              <a:gd name="T94" fmla="*/ 109 w 250"/>
              <a:gd name="T95" fmla="*/ 224 h 256"/>
              <a:gd name="T96" fmla="*/ 13 w 250"/>
              <a:gd name="T97" fmla="*/ 223 h 256"/>
              <a:gd name="T98" fmla="*/ 9 w 250"/>
              <a:gd name="T99" fmla="*/ 200 h 256"/>
              <a:gd name="T100" fmla="*/ 40 w 250"/>
              <a:gd name="T101" fmla="*/ 188 h 256"/>
              <a:gd name="T102" fmla="*/ 32 w 250"/>
              <a:gd name="T103" fmla="*/ 222 h 256"/>
              <a:gd name="T104" fmla="*/ 49 w 250"/>
              <a:gd name="T105" fmla="*/ 201 h 256"/>
              <a:gd name="T106" fmla="*/ 3 w 250"/>
              <a:gd name="T107" fmla="*/ 18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0" h="256">
                <a:moveTo>
                  <a:pt x="209" y="52"/>
                </a:moveTo>
                <a:cubicBezTo>
                  <a:pt x="213" y="52"/>
                  <a:pt x="217" y="48"/>
                  <a:pt x="217" y="44"/>
                </a:cubicBezTo>
                <a:cubicBezTo>
                  <a:pt x="217" y="40"/>
                  <a:pt x="213" y="36"/>
                  <a:pt x="209" y="36"/>
                </a:cubicBezTo>
                <a:cubicBezTo>
                  <a:pt x="205" y="36"/>
                  <a:pt x="201" y="40"/>
                  <a:pt x="201" y="44"/>
                </a:cubicBezTo>
                <a:cubicBezTo>
                  <a:pt x="201" y="48"/>
                  <a:pt x="205" y="52"/>
                  <a:pt x="209" y="52"/>
                </a:cubicBezTo>
                <a:close/>
                <a:moveTo>
                  <a:pt x="185" y="52"/>
                </a:moveTo>
                <a:cubicBezTo>
                  <a:pt x="189" y="52"/>
                  <a:pt x="193" y="48"/>
                  <a:pt x="193" y="44"/>
                </a:cubicBezTo>
                <a:cubicBezTo>
                  <a:pt x="193" y="40"/>
                  <a:pt x="189" y="36"/>
                  <a:pt x="185" y="36"/>
                </a:cubicBezTo>
                <a:cubicBezTo>
                  <a:pt x="181" y="36"/>
                  <a:pt x="177" y="40"/>
                  <a:pt x="177" y="44"/>
                </a:cubicBezTo>
                <a:cubicBezTo>
                  <a:pt x="177" y="48"/>
                  <a:pt x="181" y="52"/>
                  <a:pt x="185" y="52"/>
                </a:cubicBezTo>
                <a:close/>
                <a:moveTo>
                  <a:pt x="234" y="173"/>
                </a:moveTo>
                <a:cubicBezTo>
                  <a:pt x="228" y="172"/>
                  <a:pt x="222" y="172"/>
                  <a:pt x="216" y="173"/>
                </a:cubicBezTo>
                <a:cubicBezTo>
                  <a:pt x="210" y="175"/>
                  <a:pt x="206" y="179"/>
                  <a:pt x="203" y="184"/>
                </a:cubicBezTo>
                <a:cubicBezTo>
                  <a:pt x="200" y="189"/>
                  <a:pt x="201" y="196"/>
                  <a:pt x="201" y="201"/>
                </a:cubicBezTo>
                <a:cubicBezTo>
                  <a:pt x="201" y="202"/>
                  <a:pt x="201" y="203"/>
                  <a:pt x="202" y="204"/>
                </a:cubicBezTo>
                <a:cubicBezTo>
                  <a:pt x="202" y="212"/>
                  <a:pt x="203" y="217"/>
                  <a:pt x="213" y="223"/>
                </a:cubicBezTo>
                <a:cubicBezTo>
                  <a:pt x="214" y="225"/>
                  <a:pt x="217" y="224"/>
                  <a:pt x="218" y="222"/>
                </a:cubicBezTo>
                <a:cubicBezTo>
                  <a:pt x="219" y="220"/>
                  <a:pt x="219" y="218"/>
                  <a:pt x="217" y="217"/>
                </a:cubicBezTo>
                <a:cubicBezTo>
                  <a:pt x="210" y="212"/>
                  <a:pt x="210" y="210"/>
                  <a:pt x="210" y="203"/>
                </a:cubicBezTo>
                <a:cubicBezTo>
                  <a:pt x="209" y="202"/>
                  <a:pt x="209" y="201"/>
                  <a:pt x="209" y="200"/>
                </a:cubicBezTo>
                <a:cubicBezTo>
                  <a:pt x="209" y="196"/>
                  <a:pt x="208" y="191"/>
                  <a:pt x="210" y="188"/>
                </a:cubicBezTo>
                <a:cubicBezTo>
                  <a:pt x="212" y="185"/>
                  <a:pt x="215" y="182"/>
                  <a:pt x="219" y="181"/>
                </a:cubicBezTo>
                <a:cubicBezTo>
                  <a:pt x="223" y="180"/>
                  <a:pt x="227" y="180"/>
                  <a:pt x="231" y="181"/>
                </a:cubicBezTo>
                <a:cubicBezTo>
                  <a:pt x="235" y="182"/>
                  <a:pt x="238" y="185"/>
                  <a:pt x="240" y="188"/>
                </a:cubicBezTo>
                <a:cubicBezTo>
                  <a:pt x="242" y="191"/>
                  <a:pt x="241" y="196"/>
                  <a:pt x="241" y="200"/>
                </a:cubicBezTo>
                <a:cubicBezTo>
                  <a:pt x="241" y="201"/>
                  <a:pt x="241" y="202"/>
                  <a:pt x="240" y="203"/>
                </a:cubicBezTo>
                <a:cubicBezTo>
                  <a:pt x="240" y="210"/>
                  <a:pt x="240" y="212"/>
                  <a:pt x="233" y="217"/>
                </a:cubicBezTo>
                <a:cubicBezTo>
                  <a:pt x="231" y="218"/>
                  <a:pt x="231" y="220"/>
                  <a:pt x="232" y="222"/>
                </a:cubicBezTo>
                <a:cubicBezTo>
                  <a:pt x="233" y="223"/>
                  <a:pt x="234" y="224"/>
                  <a:pt x="235" y="224"/>
                </a:cubicBezTo>
                <a:cubicBezTo>
                  <a:pt x="236" y="224"/>
                  <a:pt x="237" y="224"/>
                  <a:pt x="237" y="223"/>
                </a:cubicBezTo>
                <a:cubicBezTo>
                  <a:pt x="247" y="217"/>
                  <a:pt x="248" y="212"/>
                  <a:pt x="248" y="204"/>
                </a:cubicBezTo>
                <a:cubicBezTo>
                  <a:pt x="249" y="203"/>
                  <a:pt x="249" y="202"/>
                  <a:pt x="249" y="201"/>
                </a:cubicBezTo>
                <a:cubicBezTo>
                  <a:pt x="249" y="196"/>
                  <a:pt x="250" y="189"/>
                  <a:pt x="247" y="184"/>
                </a:cubicBezTo>
                <a:cubicBezTo>
                  <a:pt x="244" y="179"/>
                  <a:pt x="240" y="175"/>
                  <a:pt x="234" y="173"/>
                </a:cubicBezTo>
                <a:close/>
                <a:moveTo>
                  <a:pt x="127" y="112"/>
                </a:moveTo>
                <a:cubicBezTo>
                  <a:pt x="128" y="112"/>
                  <a:pt x="128" y="112"/>
                  <a:pt x="129" y="112"/>
                </a:cubicBezTo>
                <a:cubicBezTo>
                  <a:pt x="130" y="112"/>
                  <a:pt x="131" y="112"/>
                  <a:pt x="131" y="111"/>
                </a:cubicBezTo>
                <a:cubicBezTo>
                  <a:pt x="162" y="88"/>
                  <a:pt x="162" y="88"/>
                  <a:pt x="162" y="88"/>
                </a:cubicBezTo>
                <a:cubicBezTo>
                  <a:pt x="233" y="88"/>
                  <a:pt x="233" y="88"/>
                  <a:pt x="233" y="88"/>
                </a:cubicBezTo>
                <a:cubicBezTo>
                  <a:pt x="240" y="88"/>
                  <a:pt x="245" y="83"/>
                  <a:pt x="245" y="76"/>
                </a:cubicBezTo>
                <a:cubicBezTo>
                  <a:pt x="245" y="12"/>
                  <a:pt x="245" y="12"/>
                  <a:pt x="245" y="12"/>
                </a:cubicBezTo>
                <a:cubicBezTo>
                  <a:pt x="245" y="5"/>
                  <a:pt x="240" y="0"/>
                  <a:pt x="233" y="0"/>
                </a:cubicBezTo>
                <a:cubicBezTo>
                  <a:pt x="137" y="0"/>
                  <a:pt x="137" y="0"/>
                  <a:pt x="137" y="0"/>
                </a:cubicBezTo>
                <a:cubicBezTo>
                  <a:pt x="130" y="0"/>
                  <a:pt x="125" y="5"/>
                  <a:pt x="125" y="12"/>
                </a:cubicBezTo>
                <a:cubicBezTo>
                  <a:pt x="125" y="108"/>
                  <a:pt x="125" y="108"/>
                  <a:pt x="125" y="108"/>
                </a:cubicBezTo>
                <a:cubicBezTo>
                  <a:pt x="125" y="110"/>
                  <a:pt x="126" y="111"/>
                  <a:pt x="127" y="112"/>
                </a:cubicBezTo>
                <a:close/>
                <a:moveTo>
                  <a:pt x="133" y="12"/>
                </a:moveTo>
                <a:cubicBezTo>
                  <a:pt x="133" y="10"/>
                  <a:pt x="135" y="8"/>
                  <a:pt x="137" y="8"/>
                </a:cubicBezTo>
                <a:cubicBezTo>
                  <a:pt x="233" y="8"/>
                  <a:pt x="233" y="8"/>
                  <a:pt x="233" y="8"/>
                </a:cubicBezTo>
                <a:cubicBezTo>
                  <a:pt x="235" y="8"/>
                  <a:pt x="237" y="10"/>
                  <a:pt x="237" y="12"/>
                </a:cubicBezTo>
                <a:cubicBezTo>
                  <a:pt x="237" y="76"/>
                  <a:pt x="237" y="76"/>
                  <a:pt x="237" y="76"/>
                </a:cubicBezTo>
                <a:cubicBezTo>
                  <a:pt x="237" y="78"/>
                  <a:pt x="235" y="80"/>
                  <a:pt x="233" y="80"/>
                </a:cubicBezTo>
                <a:cubicBezTo>
                  <a:pt x="161" y="80"/>
                  <a:pt x="161" y="80"/>
                  <a:pt x="161" y="80"/>
                </a:cubicBezTo>
                <a:cubicBezTo>
                  <a:pt x="160" y="80"/>
                  <a:pt x="159" y="80"/>
                  <a:pt x="159" y="81"/>
                </a:cubicBezTo>
                <a:cubicBezTo>
                  <a:pt x="133" y="100"/>
                  <a:pt x="133" y="100"/>
                  <a:pt x="133" y="100"/>
                </a:cubicBezTo>
                <a:lnTo>
                  <a:pt x="133" y="12"/>
                </a:lnTo>
                <a:close/>
                <a:moveTo>
                  <a:pt x="237" y="104"/>
                </a:moveTo>
                <a:cubicBezTo>
                  <a:pt x="229" y="104"/>
                  <a:pt x="229" y="104"/>
                  <a:pt x="229" y="104"/>
                </a:cubicBezTo>
                <a:cubicBezTo>
                  <a:pt x="229" y="164"/>
                  <a:pt x="229" y="164"/>
                  <a:pt x="229" y="164"/>
                </a:cubicBezTo>
                <a:cubicBezTo>
                  <a:pt x="237" y="164"/>
                  <a:pt x="237" y="164"/>
                  <a:pt x="237" y="164"/>
                </a:cubicBezTo>
                <a:lnTo>
                  <a:pt x="237" y="104"/>
                </a:lnTo>
                <a:close/>
                <a:moveTo>
                  <a:pt x="243" y="228"/>
                </a:moveTo>
                <a:cubicBezTo>
                  <a:pt x="243" y="228"/>
                  <a:pt x="236" y="232"/>
                  <a:pt x="225" y="232"/>
                </a:cubicBezTo>
                <a:cubicBezTo>
                  <a:pt x="214" y="232"/>
                  <a:pt x="207" y="228"/>
                  <a:pt x="207" y="228"/>
                </a:cubicBezTo>
                <a:cubicBezTo>
                  <a:pt x="206" y="228"/>
                  <a:pt x="204" y="228"/>
                  <a:pt x="203" y="228"/>
                </a:cubicBezTo>
                <a:cubicBezTo>
                  <a:pt x="187" y="236"/>
                  <a:pt x="187" y="236"/>
                  <a:pt x="187" y="236"/>
                </a:cubicBezTo>
                <a:cubicBezTo>
                  <a:pt x="178" y="241"/>
                  <a:pt x="173" y="246"/>
                  <a:pt x="173" y="252"/>
                </a:cubicBezTo>
                <a:cubicBezTo>
                  <a:pt x="173" y="254"/>
                  <a:pt x="175" y="256"/>
                  <a:pt x="177" y="256"/>
                </a:cubicBezTo>
                <a:cubicBezTo>
                  <a:pt x="179" y="256"/>
                  <a:pt x="181" y="254"/>
                  <a:pt x="181" y="252"/>
                </a:cubicBezTo>
                <a:cubicBezTo>
                  <a:pt x="181" y="251"/>
                  <a:pt x="182" y="248"/>
                  <a:pt x="191" y="244"/>
                </a:cubicBezTo>
                <a:cubicBezTo>
                  <a:pt x="205" y="236"/>
                  <a:pt x="205" y="236"/>
                  <a:pt x="205" y="236"/>
                </a:cubicBezTo>
                <a:cubicBezTo>
                  <a:pt x="208" y="238"/>
                  <a:pt x="216" y="240"/>
                  <a:pt x="225" y="240"/>
                </a:cubicBezTo>
                <a:cubicBezTo>
                  <a:pt x="238" y="240"/>
                  <a:pt x="246" y="236"/>
                  <a:pt x="247" y="236"/>
                </a:cubicBezTo>
                <a:cubicBezTo>
                  <a:pt x="249" y="235"/>
                  <a:pt x="250" y="232"/>
                  <a:pt x="249" y="230"/>
                </a:cubicBezTo>
                <a:cubicBezTo>
                  <a:pt x="248" y="228"/>
                  <a:pt x="245" y="227"/>
                  <a:pt x="243" y="228"/>
                </a:cubicBezTo>
                <a:close/>
                <a:moveTo>
                  <a:pt x="169" y="44"/>
                </a:moveTo>
                <a:cubicBezTo>
                  <a:pt x="169" y="40"/>
                  <a:pt x="165" y="36"/>
                  <a:pt x="161" y="36"/>
                </a:cubicBezTo>
                <a:cubicBezTo>
                  <a:pt x="157" y="36"/>
                  <a:pt x="153" y="40"/>
                  <a:pt x="153" y="44"/>
                </a:cubicBezTo>
                <a:cubicBezTo>
                  <a:pt x="153" y="48"/>
                  <a:pt x="157" y="52"/>
                  <a:pt x="161" y="52"/>
                </a:cubicBezTo>
                <a:cubicBezTo>
                  <a:pt x="165" y="52"/>
                  <a:pt x="169" y="48"/>
                  <a:pt x="169" y="44"/>
                </a:cubicBezTo>
                <a:close/>
                <a:moveTo>
                  <a:pt x="21" y="56"/>
                </a:moveTo>
                <a:cubicBezTo>
                  <a:pt x="21" y="49"/>
                  <a:pt x="26" y="44"/>
                  <a:pt x="33" y="44"/>
                </a:cubicBezTo>
                <a:cubicBezTo>
                  <a:pt x="109" y="44"/>
                  <a:pt x="109" y="44"/>
                  <a:pt x="109" y="44"/>
                </a:cubicBezTo>
                <a:cubicBezTo>
                  <a:pt x="109" y="36"/>
                  <a:pt x="109" y="36"/>
                  <a:pt x="109" y="36"/>
                </a:cubicBezTo>
                <a:cubicBezTo>
                  <a:pt x="33" y="36"/>
                  <a:pt x="33" y="36"/>
                  <a:pt x="33" y="36"/>
                </a:cubicBezTo>
                <a:cubicBezTo>
                  <a:pt x="22" y="36"/>
                  <a:pt x="13" y="45"/>
                  <a:pt x="13" y="56"/>
                </a:cubicBezTo>
                <a:cubicBezTo>
                  <a:pt x="13" y="164"/>
                  <a:pt x="13" y="164"/>
                  <a:pt x="13" y="164"/>
                </a:cubicBezTo>
                <a:cubicBezTo>
                  <a:pt x="21" y="164"/>
                  <a:pt x="21" y="164"/>
                  <a:pt x="21" y="164"/>
                </a:cubicBezTo>
                <a:lnTo>
                  <a:pt x="21" y="56"/>
                </a:lnTo>
                <a:close/>
                <a:moveTo>
                  <a:pt x="123" y="136"/>
                </a:moveTo>
                <a:cubicBezTo>
                  <a:pt x="107" y="128"/>
                  <a:pt x="107" y="128"/>
                  <a:pt x="107" y="128"/>
                </a:cubicBezTo>
                <a:cubicBezTo>
                  <a:pt x="106" y="128"/>
                  <a:pt x="104" y="128"/>
                  <a:pt x="103" y="128"/>
                </a:cubicBezTo>
                <a:cubicBezTo>
                  <a:pt x="103" y="128"/>
                  <a:pt x="96" y="132"/>
                  <a:pt x="85" y="132"/>
                </a:cubicBezTo>
                <a:cubicBezTo>
                  <a:pt x="74" y="132"/>
                  <a:pt x="67" y="128"/>
                  <a:pt x="67" y="128"/>
                </a:cubicBezTo>
                <a:cubicBezTo>
                  <a:pt x="66" y="128"/>
                  <a:pt x="64" y="128"/>
                  <a:pt x="63" y="128"/>
                </a:cubicBezTo>
                <a:cubicBezTo>
                  <a:pt x="47" y="136"/>
                  <a:pt x="47" y="136"/>
                  <a:pt x="47" y="136"/>
                </a:cubicBezTo>
                <a:cubicBezTo>
                  <a:pt x="39" y="141"/>
                  <a:pt x="33" y="146"/>
                  <a:pt x="33" y="156"/>
                </a:cubicBezTo>
                <a:cubicBezTo>
                  <a:pt x="33" y="160"/>
                  <a:pt x="33" y="160"/>
                  <a:pt x="33" y="160"/>
                </a:cubicBezTo>
                <a:cubicBezTo>
                  <a:pt x="41" y="160"/>
                  <a:pt x="41" y="160"/>
                  <a:pt x="41" y="160"/>
                </a:cubicBezTo>
                <a:cubicBezTo>
                  <a:pt x="41" y="156"/>
                  <a:pt x="41" y="156"/>
                  <a:pt x="41" y="156"/>
                </a:cubicBezTo>
                <a:cubicBezTo>
                  <a:pt x="41" y="150"/>
                  <a:pt x="43" y="147"/>
                  <a:pt x="51" y="144"/>
                </a:cubicBezTo>
                <a:cubicBezTo>
                  <a:pt x="65" y="136"/>
                  <a:pt x="65" y="136"/>
                  <a:pt x="65" y="136"/>
                </a:cubicBezTo>
                <a:cubicBezTo>
                  <a:pt x="68" y="138"/>
                  <a:pt x="76" y="140"/>
                  <a:pt x="85" y="140"/>
                </a:cubicBezTo>
                <a:cubicBezTo>
                  <a:pt x="94" y="140"/>
                  <a:pt x="102" y="138"/>
                  <a:pt x="105" y="136"/>
                </a:cubicBezTo>
                <a:cubicBezTo>
                  <a:pt x="119" y="144"/>
                  <a:pt x="119" y="144"/>
                  <a:pt x="119" y="144"/>
                </a:cubicBezTo>
                <a:cubicBezTo>
                  <a:pt x="127" y="147"/>
                  <a:pt x="129" y="150"/>
                  <a:pt x="129" y="156"/>
                </a:cubicBezTo>
                <a:cubicBezTo>
                  <a:pt x="129" y="160"/>
                  <a:pt x="129" y="160"/>
                  <a:pt x="129" y="160"/>
                </a:cubicBezTo>
                <a:cubicBezTo>
                  <a:pt x="137" y="160"/>
                  <a:pt x="137" y="160"/>
                  <a:pt x="137" y="160"/>
                </a:cubicBezTo>
                <a:cubicBezTo>
                  <a:pt x="137" y="156"/>
                  <a:pt x="137" y="156"/>
                  <a:pt x="137" y="156"/>
                </a:cubicBezTo>
                <a:cubicBezTo>
                  <a:pt x="137" y="146"/>
                  <a:pt x="131" y="141"/>
                  <a:pt x="123" y="136"/>
                </a:cubicBezTo>
                <a:close/>
                <a:moveTo>
                  <a:pt x="63" y="236"/>
                </a:moveTo>
                <a:cubicBezTo>
                  <a:pt x="47" y="228"/>
                  <a:pt x="47" y="228"/>
                  <a:pt x="47" y="228"/>
                </a:cubicBezTo>
                <a:cubicBezTo>
                  <a:pt x="46" y="228"/>
                  <a:pt x="44" y="228"/>
                  <a:pt x="43" y="228"/>
                </a:cubicBezTo>
                <a:cubicBezTo>
                  <a:pt x="43" y="228"/>
                  <a:pt x="36" y="232"/>
                  <a:pt x="25" y="232"/>
                </a:cubicBezTo>
                <a:cubicBezTo>
                  <a:pt x="14" y="232"/>
                  <a:pt x="7" y="228"/>
                  <a:pt x="7" y="228"/>
                </a:cubicBezTo>
                <a:cubicBezTo>
                  <a:pt x="5" y="227"/>
                  <a:pt x="2" y="228"/>
                  <a:pt x="1" y="230"/>
                </a:cubicBezTo>
                <a:cubicBezTo>
                  <a:pt x="0" y="232"/>
                  <a:pt x="1" y="235"/>
                  <a:pt x="3" y="236"/>
                </a:cubicBezTo>
                <a:cubicBezTo>
                  <a:pt x="4" y="236"/>
                  <a:pt x="12" y="240"/>
                  <a:pt x="25" y="240"/>
                </a:cubicBezTo>
                <a:cubicBezTo>
                  <a:pt x="34" y="240"/>
                  <a:pt x="42" y="238"/>
                  <a:pt x="45" y="236"/>
                </a:cubicBezTo>
                <a:cubicBezTo>
                  <a:pt x="59" y="244"/>
                  <a:pt x="59" y="244"/>
                  <a:pt x="59" y="244"/>
                </a:cubicBezTo>
                <a:cubicBezTo>
                  <a:pt x="68" y="248"/>
                  <a:pt x="69" y="251"/>
                  <a:pt x="69" y="252"/>
                </a:cubicBezTo>
                <a:cubicBezTo>
                  <a:pt x="69" y="254"/>
                  <a:pt x="71" y="256"/>
                  <a:pt x="73" y="256"/>
                </a:cubicBezTo>
                <a:cubicBezTo>
                  <a:pt x="75" y="256"/>
                  <a:pt x="77" y="254"/>
                  <a:pt x="77" y="252"/>
                </a:cubicBezTo>
                <a:cubicBezTo>
                  <a:pt x="77" y="246"/>
                  <a:pt x="72" y="241"/>
                  <a:pt x="63" y="236"/>
                </a:cubicBezTo>
                <a:close/>
                <a:moveTo>
                  <a:pt x="100" y="103"/>
                </a:moveTo>
                <a:cubicBezTo>
                  <a:pt x="100" y="110"/>
                  <a:pt x="100" y="112"/>
                  <a:pt x="93" y="117"/>
                </a:cubicBezTo>
                <a:cubicBezTo>
                  <a:pt x="91" y="118"/>
                  <a:pt x="91" y="120"/>
                  <a:pt x="92" y="122"/>
                </a:cubicBezTo>
                <a:cubicBezTo>
                  <a:pt x="93" y="123"/>
                  <a:pt x="94" y="124"/>
                  <a:pt x="95" y="124"/>
                </a:cubicBezTo>
                <a:cubicBezTo>
                  <a:pt x="96" y="124"/>
                  <a:pt x="97" y="124"/>
                  <a:pt x="97" y="123"/>
                </a:cubicBezTo>
                <a:cubicBezTo>
                  <a:pt x="107" y="117"/>
                  <a:pt x="108" y="112"/>
                  <a:pt x="108" y="104"/>
                </a:cubicBezTo>
                <a:cubicBezTo>
                  <a:pt x="109" y="103"/>
                  <a:pt x="109" y="102"/>
                  <a:pt x="109" y="101"/>
                </a:cubicBezTo>
                <a:cubicBezTo>
                  <a:pt x="109" y="96"/>
                  <a:pt x="110" y="89"/>
                  <a:pt x="107" y="84"/>
                </a:cubicBezTo>
                <a:cubicBezTo>
                  <a:pt x="104" y="79"/>
                  <a:pt x="100" y="75"/>
                  <a:pt x="94" y="73"/>
                </a:cubicBezTo>
                <a:cubicBezTo>
                  <a:pt x="88" y="72"/>
                  <a:pt x="82" y="72"/>
                  <a:pt x="76" y="73"/>
                </a:cubicBezTo>
                <a:cubicBezTo>
                  <a:pt x="70" y="75"/>
                  <a:pt x="66" y="79"/>
                  <a:pt x="63" y="84"/>
                </a:cubicBezTo>
                <a:cubicBezTo>
                  <a:pt x="60" y="89"/>
                  <a:pt x="61" y="96"/>
                  <a:pt x="61" y="101"/>
                </a:cubicBezTo>
                <a:cubicBezTo>
                  <a:pt x="61" y="102"/>
                  <a:pt x="61" y="103"/>
                  <a:pt x="62" y="104"/>
                </a:cubicBezTo>
                <a:cubicBezTo>
                  <a:pt x="62" y="112"/>
                  <a:pt x="63" y="117"/>
                  <a:pt x="73" y="123"/>
                </a:cubicBezTo>
                <a:cubicBezTo>
                  <a:pt x="74" y="125"/>
                  <a:pt x="77" y="124"/>
                  <a:pt x="78" y="122"/>
                </a:cubicBezTo>
                <a:cubicBezTo>
                  <a:pt x="79" y="120"/>
                  <a:pt x="79" y="118"/>
                  <a:pt x="77" y="117"/>
                </a:cubicBezTo>
                <a:cubicBezTo>
                  <a:pt x="70" y="112"/>
                  <a:pt x="70" y="110"/>
                  <a:pt x="70" y="103"/>
                </a:cubicBezTo>
                <a:cubicBezTo>
                  <a:pt x="69" y="102"/>
                  <a:pt x="69" y="101"/>
                  <a:pt x="69" y="100"/>
                </a:cubicBezTo>
                <a:cubicBezTo>
                  <a:pt x="69" y="96"/>
                  <a:pt x="68" y="91"/>
                  <a:pt x="70" y="88"/>
                </a:cubicBezTo>
                <a:cubicBezTo>
                  <a:pt x="72" y="85"/>
                  <a:pt x="75" y="82"/>
                  <a:pt x="79" y="81"/>
                </a:cubicBezTo>
                <a:cubicBezTo>
                  <a:pt x="83" y="80"/>
                  <a:pt x="87" y="80"/>
                  <a:pt x="91" y="81"/>
                </a:cubicBezTo>
                <a:cubicBezTo>
                  <a:pt x="95" y="82"/>
                  <a:pt x="98" y="85"/>
                  <a:pt x="100" y="88"/>
                </a:cubicBezTo>
                <a:cubicBezTo>
                  <a:pt x="102" y="91"/>
                  <a:pt x="101" y="96"/>
                  <a:pt x="101" y="100"/>
                </a:cubicBezTo>
                <a:cubicBezTo>
                  <a:pt x="101" y="101"/>
                  <a:pt x="101" y="102"/>
                  <a:pt x="100" y="103"/>
                </a:cubicBezTo>
                <a:close/>
                <a:moveTo>
                  <a:pt x="155" y="228"/>
                </a:moveTo>
                <a:cubicBezTo>
                  <a:pt x="173" y="228"/>
                  <a:pt x="173" y="228"/>
                  <a:pt x="173" y="228"/>
                </a:cubicBezTo>
                <a:cubicBezTo>
                  <a:pt x="175" y="228"/>
                  <a:pt x="177" y="226"/>
                  <a:pt x="177" y="224"/>
                </a:cubicBezTo>
                <a:cubicBezTo>
                  <a:pt x="177" y="222"/>
                  <a:pt x="175" y="220"/>
                  <a:pt x="173" y="220"/>
                </a:cubicBezTo>
                <a:cubicBezTo>
                  <a:pt x="149" y="220"/>
                  <a:pt x="149" y="220"/>
                  <a:pt x="149" y="220"/>
                </a:cubicBezTo>
                <a:cubicBezTo>
                  <a:pt x="149" y="184"/>
                  <a:pt x="149" y="184"/>
                  <a:pt x="149" y="184"/>
                </a:cubicBezTo>
                <a:cubicBezTo>
                  <a:pt x="149" y="182"/>
                  <a:pt x="151" y="180"/>
                  <a:pt x="153" y="180"/>
                </a:cubicBezTo>
                <a:cubicBezTo>
                  <a:pt x="189" y="180"/>
                  <a:pt x="189" y="180"/>
                  <a:pt x="189" y="180"/>
                </a:cubicBezTo>
                <a:cubicBezTo>
                  <a:pt x="191" y="180"/>
                  <a:pt x="193" y="178"/>
                  <a:pt x="193" y="176"/>
                </a:cubicBezTo>
                <a:cubicBezTo>
                  <a:pt x="193" y="174"/>
                  <a:pt x="191" y="172"/>
                  <a:pt x="189" y="172"/>
                </a:cubicBezTo>
                <a:cubicBezTo>
                  <a:pt x="153" y="172"/>
                  <a:pt x="153" y="172"/>
                  <a:pt x="153" y="172"/>
                </a:cubicBezTo>
                <a:cubicBezTo>
                  <a:pt x="146" y="172"/>
                  <a:pt x="141" y="177"/>
                  <a:pt x="141" y="184"/>
                </a:cubicBezTo>
                <a:cubicBezTo>
                  <a:pt x="141" y="224"/>
                  <a:pt x="141" y="224"/>
                  <a:pt x="141" y="224"/>
                </a:cubicBezTo>
                <a:cubicBezTo>
                  <a:pt x="141" y="224"/>
                  <a:pt x="141" y="224"/>
                  <a:pt x="141" y="224"/>
                </a:cubicBezTo>
                <a:cubicBezTo>
                  <a:pt x="141" y="225"/>
                  <a:pt x="141" y="225"/>
                  <a:pt x="141" y="225"/>
                </a:cubicBezTo>
                <a:cubicBezTo>
                  <a:pt x="141" y="225"/>
                  <a:pt x="141" y="226"/>
                  <a:pt x="141" y="226"/>
                </a:cubicBezTo>
                <a:cubicBezTo>
                  <a:pt x="142" y="226"/>
                  <a:pt x="142" y="226"/>
                  <a:pt x="142" y="227"/>
                </a:cubicBezTo>
                <a:cubicBezTo>
                  <a:pt x="142" y="227"/>
                  <a:pt x="142" y="227"/>
                  <a:pt x="142" y="227"/>
                </a:cubicBezTo>
                <a:cubicBezTo>
                  <a:pt x="158" y="243"/>
                  <a:pt x="158" y="243"/>
                  <a:pt x="158" y="243"/>
                </a:cubicBezTo>
                <a:cubicBezTo>
                  <a:pt x="159" y="244"/>
                  <a:pt x="160" y="244"/>
                  <a:pt x="161" y="244"/>
                </a:cubicBezTo>
                <a:cubicBezTo>
                  <a:pt x="162" y="244"/>
                  <a:pt x="163" y="244"/>
                  <a:pt x="164" y="243"/>
                </a:cubicBezTo>
                <a:cubicBezTo>
                  <a:pt x="165" y="241"/>
                  <a:pt x="165" y="239"/>
                  <a:pt x="164" y="237"/>
                </a:cubicBezTo>
                <a:lnTo>
                  <a:pt x="155" y="228"/>
                </a:lnTo>
                <a:close/>
                <a:moveTo>
                  <a:pt x="97" y="172"/>
                </a:moveTo>
                <a:cubicBezTo>
                  <a:pt x="61" y="172"/>
                  <a:pt x="61" y="172"/>
                  <a:pt x="61" y="172"/>
                </a:cubicBezTo>
                <a:cubicBezTo>
                  <a:pt x="59" y="172"/>
                  <a:pt x="57" y="174"/>
                  <a:pt x="57" y="176"/>
                </a:cubicBezTo>
                <a:cubicBezTo>
                  <a:pt x="57" y="178"/>
                  <a:pt x="59" y="180"/>
                  <a:pt x="61" y="180"/>
                </a:cubicBezTo>
                <a:cubicBezTo>
                  <a:pt x="97" y="180"/>
                  <a:pt x="97" y="180"/>
                  <a:pt x="97" y="180"/>
                </a:cubicBezTo>
                <a:cubicBezTo>
                  <a:pt x="99" y="180"/>
                  <a:pt x="101" y="182"/>
                  <a:pt x="101" y="184"/>
                </a:cubicBezTo>
                <a:cubicBezTo>
                  <a:pt x="101" y="220"/>
                  <a:pt x="101" y="220"/>
                  <a:pt x="101" y="220"/>
                </a:cubicBezTo>
                <a:cubicBezTo>
                  <a:pt x="77" y="220"/>
                  <a:pt x="77" y="220"/>
                  <a:pt x="77" y="220"/>
                </a:cubicBezTo>
                <a:cubicBezTo>
                  <a:pt x="75" y="220"/>
                  <a:pt x="73" y="222"/>
                  <a:pt x="73" y="224"/>
                </a:cubicBezTo>
                <a:cubicBezTo>
                  <a:pt x="73" y="226"/>
                  <a:pt x="75" y="228"/>
                  <a:pt x="77" y="228"/>
                </a:cubicBezTo>
                <a:cubicBezTo>
                  <a:pt x="95" y="228"/>
                  <a:pt x="95" y="228"/>
                  <a:pt x="95" y="228"/>
                </a:cubicBezTo>
                <a:cubicBezTo>
                  <a:pt x="86" y="237"/>
                  <a:pt x="86" y="237"/>
                  <a:pt x="86" y="237"/>
                </a:cubicBezTo>
                <a:cubicBezTo>
                  <a:pt x="85" y="239"/>
                  <a:pt x="85" y="241"/>
                  <a:pt x="86" y="243"/>
                </a:cubicBezTo>
                <a:cubicBezTo>
                  <a:pt x="87" y="244"/>
                  <a:pt x="88" y="244"/>
                  <a:pt x="89" y="244"/>
                </a:cubicBezTo>
                <a:cubicBezTo>
                  <a:pt x="90" y="244"/>
                  <a:pt x="91" y="244"/>
                  <a:pt x="92" y="243"/>
                </a:cubicBezTo>
                <a:cubicBezTo>
                  <a:pt x="108" y="227"/>
                  <a:pt x="108" y="227"/>
                  <a:pt x="108" y="227"/>
                </a:cubicBezTo>
                <a:cubicBezTo>
                  <a:pt x="108" y="227"/>
                  <a:pt x="108" y="227"/>
                  <a:pt x="108" y="227"/>
                </a:cubicBezTo>
                <a:cubicBezTo>
                  <a:pt x="108" y="226"/>
                  <a:pt x="108" y="226"/>
                  <a:pt x="109" y="226"/>
                </a:cubicBezTo>
                <a:cubicBezTo>
                  <a:pt x="109" y="226"/>
                  <a:pt x="109" y="225"/>
                  <a:pt x="109" y="225"/>
                </a:cubicBezTo>
                <a:cubicBezTo>
                  <a:pt x="109" y="225"/>
                  <a:pt x="109" y="225"/>
                  <a:pt x="109" y="224"/>
                </a:cubicBezTo>
                <a:cubicBezTo>
                  <a:pt x="109" y="224"/>
                  <a:pt x="109" y="224"/>
                  <a:pt x="109" y="224"/>
                </a:cubicBezTo>
                <a:cubicBezTo>
                  <a:pt x="109" y="184"/>
                  <a:pt x="109" y="184"/>
                  <a:pt x="109" y="184"/>
                </a:cubicBezTo>
                <a:cubicBezTo>
                  <a:pt x="109" y="177"/>
                  <a:pt x="104" y="172"/>
                  <a:pt x="97" y="172"/>
                </a:cubicBezTo>
                <a:close/>
                <a:moveTo>
                  <a:pt x="2" y="204"/>
                </a:moveTo>
                <a:cubicBezTo>
                  <a:pt x="2" y="212"/>
                  <a:pt x="3" y="217"/>
                  <a:pt x="13" y="223"/>
                </a:cubicBezTo>
                <a:cubicBezTo>
                  <a:pt x="14" y="225"/>
                  <a:pt x="17" y="224"/>
                  <a:pt x="18" y="222"/>
                </a:cubicBezTo>
                <a:cubicBezTo>
                  <a:pt x="19" y="220"/>
                  <a:pt x="19" y="218"/>
                  <a:pt x="17" y="217"/>
                </a:cubicBezTo>
                <a:cubicBezTo>
                  <a:pt x="10" y="212"/>
                  <a:pt x="10" y="210"/>
                  <a:pt x="10" y="203"/>
                </a:cubicBezTo>
                <a:cubicBezTo>
                  <a:pt x="9" y="202"/>
                  <a:pt x="9" y="201"/>
                  <a:pt x="9" y="200"/>
                </a:cubicBezTo>
                <a:cubicBezTo>
                  <a:pt x="9" y="196"/>
                  <a:pt x="8" y="191"/>
                  <a:pt x="10" y="188"/>
                </a:cubicBezTo>
                <a:cubicBezTo>
                  <a:pt x="12" y="185"/>
                  <a:pt x="15" y="182"/>
                  <a:pt x="19" y="181"/>
                </a:cubicBezTo>
                <a:cubicBezTo>
                  <a:pt x="23" y="180"/>
                  <a:pt x="27" y="180"/>
                  <a:pt x="31" y="181"/>
                </a:cubicBezTo>
                <a:cubicBezTo>
                  <a:pt x="35" y="182"/>
                  <a:pt x="38" y="185"/>
                  <a:pt x="40" y="188"/>
                </a:cubicBezTo>
                <a:cubicBezTo>
                  <a:pt x="42" y="191"/>
                  <a:pt x="41" y="196"/>
                  <a:pt x="41" y="200"/>
                </a:cubicBezTo>
                <a:cubicBezTo>
                  <a:pt x="41" y="201"/>
                  <a:pt x="41" y="202"/>
                  <a:pt x="40" y="203"/>
                </a:cubicBezTo>
                <a:cubicBezTo>
                  <a:pt x="40" y="210"/>
                  <a:pt x="40" y="212"/>
                  <a:pt x="33" y="217"/>
                </a:cubicBezTo>
                <a:cubicBezTo>
                  <a:pt x="31" y="218"/>
                  <a:pt x="31" y="220"/>
                  <a:pt x="32" y="222"/>
                </a:cubicBezTo>
                <a:cubicBezTo>
                  <a:pt x="33" y="223"/>
                  <a:pt x="34" y="224"/>
                  <a:pt x="35" y="224"/>
                </a:cubicBezTo>
                <a:cubicBezTo>
                  <a:pt x="36" y="224"/>
                  <a:pt x="37" y="224"/>
                  <a:pt x="37" y="223"/>
                </a:cubicBezTo>
                <a:cubicBezTo>
                  <a:pt x="47" y="217"/>
                  <a:pt x="48" y="212"/>
                  <a:pt x="48" y="204"/>
                </a:cubicBezTo>
                <a:cubicBezTo>
                  <a:pt x="49" y="203"/>
                  <a:pt x="49" y="202"/>
                  <a:pt x="49" y="201"/>
                </a:cubicBezTo>
                <a:cubicBezTo>
                  <a:pt x="49" y="196"/>
                  <a:pt x="50" y="189"/>
                  <a:pt x="47" y="184"/>
                </a:cubicBezTo>
                <a:cubicBezTo>
                  <a:pt x="44" y="179"/>
                  <a:pt x="40" y="175"/>
                  <a:pt x="34" y="173"/>
                </a:cubicBezTo>
                <a:cubicBezTo>
                  <a:pt x="28" y="172"/>
                  <a:pt x="22" y="172"/>
                  <a:pt x="16" y="173"/>
                </a:cubicBezTo>
                <a:cubicBezTo>
                  <a:pt x="10" y="175"/>
                  <a:pt x="6" y="179"/>
                  <a:pt x="3" y="184"/>
                </a:cubicBezTo>
                <a:cubicBezTo>
                  <a:pt x="0" y="189"/>
                  <a:pt x="1" y="196"/>
                  <a:pt x="1" y="201"/>
                </a:cubicBezTo>
                <a:cubicBezTo>
                  <a:pt x="1" y="202"/>
                  <a:pt x="1" y="203"/>
                  <a:pt x="2" y="20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20" name="Freeform 173">
            <a:extLst>
              <a:ext uri="{FF2B5EF4-FFF2-40B4-BE49-F238E27FC236}">
                <a16:creationId xmlns:a16="http://schemas.microsoft.com/office/drawing/2014/main" id="{88E96AE6-D7C8-45AC-BD81-CF2383B75D32}"/>
              </a:ext>
            </a:extLst>
          </p:cNvPr>
          <p:cNvSpPr>
            <a:spLocks noChangeAspect="1" noEditPoints="1"/>
          </p:cNvSpPr>
          <p:nvPr/>
        </p:nvSpPr>
        <p:spPr bwMode="auto">
          <a:xfrm>
            <a:off x="570707" y="3386785"/>
            <a:ext cx="404813" cy="401638"/>
          </a:xfrm>
          <a:custGeom>
            <a:avLst/>
            <a:gdLst>
              <a:gd name="T0" fmla="*/ 169 w 259"/>
              <a:gd name="T1" fmla="*/ 154 h 257"/>
              <a:gd name="T2" fmla="*/ 117 w 259"/>
              <a:gd name="T3" fmla="*/ 90 h 257"/>
              <a:gd name="T4" fmla="*/ 112 w 259"/>
              <a:gd name="T5" fmla="*/ 61 h 257"/>
              <a:gd name="T6" fmla="*/ 142 w 259"/>
              <a:gd name="T7" fmla="*/ 49 h 257"/>
              <a:gd name="T8" fmla="*/ 114 w 259"/>
              <a:gd name="T9" fmla="*/ 4 h 257"/>
              <a:gd name="T10" fmla="*/ 81 w 259"/>
              <a:gd name="T11" fmla="*/ 23 h 257"/>
              <a:gd name="T12" fmla="*/ 82 w 259"/>
              <a:gd name="T13" fmla="*/ 41 h 257"/>
              <a:gd name="T14" fmla="*/ 62 w 259"/>
              <a:gd name="T15" fmla="*/ 40 h 257"/>
              <a:gd name="T16" fmla="*/ 22 w 259"/>
              <a:gd name="T17" fmla="*/ 155 h 257"/>
              <a:gd name="T18" fmla="*/ 38 w 259"/>
              <a:gd name="T19" fmla="*/ 125 h 257"/>
              <a:gd name="T20" fmla="*/ 95 w 259"/>
              <a:gd name="T21" fmla="*/ 124 h 257"/>
              <a:gd name="T22" fmla="*/ 145 w 259"/>
              <a:gd name="T23" fmla="*/ 184 h 257"/>
              <a:gd name="T24" fmla="*/ 230 w 259"/>
              <a:gd name="T25" fmla="*/ 254 h 257"/>
              <a:gd name="T26" fmla="*/ 178 w 259"/>
              <a:gd name="T27" fmla="*/ 151 h 257"/>
              <a:gd name="T28" fmla="*/ 95 w 259"/>
              <a:gd name="T29" fmla="*/ 112 h 257"/>
              <a:gd name="T30" fmla="*/ 91 w 259"/>
              <a:gd name="T31" fmla="*/ 116 h 257"/>
              <a:gd name="T32" fmla="*/ 21 w 259"/>
              <a:gd name="T33" fmla="*/ 143 h 257"/>
              <a:gd name="T34" fmla="*/ 65 w 259"/>
              <a:gd name="T35" fmla="*/ 49 h 257"/>
              <a:gd name="T36" fmla="*/ 90 w 259"/>
              <a:gd name="T37" fmla="*/ 23 h 257"/>
              <a:gd name="T38" fmla="*/ 136 w 259"/>
              <a:gd name="T39" fmla="*/ 38 h 257"/>
              <a:gd name="T40" fmla="*/ 112 w 259"/>
              <a:gd name="T41" fmla="*/ 53 h 257"/>
              <a:gd name="T42" fmla="*/ 111 w 259"/>
              <a:gd name="T43" fmla="*/ 96 h 257"/>
              <a:gd name="T44" fmla="*/ 164 w 259"/>
              <a:gd name="T45" fmla="*/ 159 h 257"/>
              <a:gd name="T46" fmla="*/ 241 w 259"/>
              <a:gd name="T47" fmla="*/ 231 h 257"/>
              <a:gd name="T48" fmla="*/ 153 w 259"/>
              <a:gd name="T49" fmla="*/ 182 h 257"/>
              <a:gd name="T50" fmla="*/ 172 w 259"/>
              <a:gd name="T51" fmla="*/ 162 h 257"/>
              <a:gd name="T52" fmla="*/ 241 w 259"/>
              <a:gd name="T53" fmla="*/ 231 h 257"/>
              <a:gd name="T54" fmla="*/ 139 w 259"/>
              <a:gd name="T55" fmla="*/ 101 h 257"/>
              <a:gd name="T56" fmla="*/ 176 w 259"/>
              <a:gd name="T57" fmla="*/ 66 h 257"/>
              <a:gd name="T58" fmla="*/ 179 w 259"/>
              <a:gd name="T59" fmla="*/ 45 h 257"/>
              <a:gd name="T60" fmla="*/ 200 w 259"/>
              <a:gd name="T61" fmla="*/ 30 h 257"/>
              <a:gd name="T62" fmla="*/ 200 w 259"/>
              <a:gd name="T63" fmla="*/ 47 h 257"/>
              <a:gd name="T64" fmla="*/ 227 w 259"/>
              <a:gd name="T65" fmla="*/ 61 h 257"/>
              <a:gd name="T66" fmla="*/ 251 w 259"/>
              <a:gd name="T67" fmla="*/ 45 h 257"/>
              <a:gd name="T68" fmla="*/ 192 w 259"/>
              <a:gd name="T69" fmla="*/ 78 h 257"/>
              <a:gd name="T70" fmla="*/ 160 w 259"/>
              <a:gd name="T71" fmla="*/ 118 h 257"/>
              <a:gd name="T72" fmla="*/ 166 w 259"/>
              <a:gd name="T73" fmla="*/ 124 h 257"/>
              <a:gd name="T74" fmla="*/ 259 w 259"/>
              <a:gd name="T75" fmla="*/ 45 h 257"/>
              <a:gd name="T76" fmla="*/ 250 w 259"/>
              <a:gd name="T77" fmla="*/ 29 h 257"/>
              <a:gd name="T78" fmla="*/ 207 w 259"/>
              <a:gd name="T79" fmla="*/ 43 h 257"/>
              <a:gd name="T80" fmla="*/ 232 w 259"/>
              <a:gd name="T81" fmla="*/ 7 h 257"/>
              <a:gd name="T82" fmla="*/ 171 w 259"/>
              <a:gd name="T83" fmla="*/ 45 h 257"/>
              <a:gd name="T84" fmla="*/ 112 w 259"/>
              <a:gd name="T85" fmla="*/ 166 h 257"/>
              <a:gd name="T86" fmla="*/ 80 w 259"/>
              <a:gd name="T87" fmla="*/ 190 h 257"/>
              <a:gd name="T88" fmla="*/ 47 w 259"/>
              <a:gd name="T89" fmla="*/ 249 h 257"/>
              <a:gd name="T90" fmla="*/ 63 w 259"/>
              <a:gd name="T91" fmla="*/ 225 h 257"/>
              <a:gd name="T92" fmla="*/ 49 w 259"/>
              <a:gd name="T93" fmla="*/ 198 h 257"/>
              <a:gd name="T94" fmla="*/ 32 w 259"/>
              <a:gd name="T95" fmla="*/ 198 h 257"/>
              <a:gd name="T96" fmla="*/ 47 w 259"/>
              <a:gd name="T97" fmla="*/ 177 h 257"/>
              <a:gd name="T98" fmla="*/ 68 w 259"/>
              <a:gd name="T99" fmla="*/ 174 h 257"/>
              <a:gd name="T100" fmla="*/ 94 w 259"/>
              <a:gd name="T101" fmla="*/ 142 h 257"/>
              <a:gd name="T102" fmla="*/ 47 w 259"/>
              <a:gd name="T103" fmla="*/ 169 h 257"/>
              <a:gd name="T104" fmla="*/ 9 w 259"/>
              <a:gd name="T105" fmla="*/ 230 h 257"/>
              <a:gd name="T106" fmla="*/ 45 w 259"/>
              <a:gd name="T107" fmla="*/ 205 h 257"/>
              <a:gd name="T108" fmla="*/ 31 w 259"/>
              <a:gd name="T109" fmla="*/ 248 h 257"/>
              <a:gd name="T110" fmla="*/ 47 w 259"/>
              <a:gd name="T111" fmla="*/ 257 h 257"/>
              <a:gd name="T112" fmla="*/ 118 w 259"/>
              <a:gd name="T113" fmla="*/ 172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9" h="257">
                <a:moveTo>
                  <a:pt x="178" y="151"/>
                </a:moveTo>
                <a:cubicBezTo>
                  <a:pt x="176" y="150"/>
                  <a:pt x="174" y="150"/>
                  <a:pt x="172" y="151"/>
                </a:cubicBezTo>
                <a:cubicBezTo>
                  <a:pt x="169" y="154"/>
                  <a:pt x="169" y="154"/>
                  <a:pt x="169" y="154"/>
                </a:cubicBezTo>
                <a:cubicBezTo>
                  <a:pt x="117" y="101"/>
                  <a:pt x="117" y="101"/>
                  <a:pt x="117" y="101"/>
                </a:cubicBezTo>
                <a:cubicBezTo>
                  <a:pt x="119" y="100"/>
                  <a:pt x="119" y="98"/>
                  <a:pt x="119" y="96"/>
                </a:cubicBezTo>
                <a:cubicBezTo>
                  <a:pt x="119" y="94"/>
                  <a:pt x="118" y="92"/>
                  <a:pt x="117" y="90"/>
                </a:cubicBezTo>
                <a:cubicBezTo>
                  <a:pt x="106" y="80"/>
                  <a:pt x="106" y="80"/>
                  <a:pt x="106" y="80"/>
                </a:cubicBezTo>
                <a:cubicBezTo>
                  <a:pt x="103" y="76"/>
                  <a:pt x="102" y="70"/>
                  <a:pt x="105" y="66"/>
                </a:cubicBezTo>
                <a:cubicBezTo>
                  <a:pt x="106" y="63"/>
                  <a:pt x="109" y="61"/>
                  <a:pt x="112" y="61"/>
                </a:cubicBezTo>
                <a:cubicBezTo>
                  <a:pt x="116" y="61"/>
                  <a:pt x="119" y="62"/>
                  <a:pt x="121" y="64"/>
                </a:cubicBezTo>
                <a:cubicBezTo>
                  <a:pt x="123" y="66"/>
                  <a:pt x="125" y="66"/>
                  <a:pt x="127" y="64"/>
                </a:cubicBezTo>
                <a:cubicBezTo>
                  <a:pt x="142" y="49"/>
                  <a:pt x="142" y="49"/>
                  <a:pt x="142" y="49"/>
                </a:cubicBezTo>
                <a:cubicBezTo>
                  <a:pt x="144" y="47"/>
                  <a:pt x="145" y="44"/>
                  <a:pt x="145" y="40"/>
                </a:cubicBezTo>
                <a:cubicBezTo>
                  <a:pt x="145" y="37"/>
                  <a:pt x="144" y="34"/>
                  <a:pt x="142" y="32"/>
                </a:cubicBezTo>
                <a:cubicBezTo>
                  <a:pt x="114" y="4"/>
                  <a:pt x="114" y="4"/>
                  <a:pt x="114" y="4"/>
                </a:cubicBezTo>
                <a:cubicBezTo>
                  <a:pt x="110" y="0"/>
                  <a:pt x="102" y="0"/>
                  <a:pt x="98" y="4"/>
                </a:cubicBezTo>
                <a:cubicBezTo>
                  <a:pt x="82" y="20"/>
                  <a:pt x="82" y="20"/>
                  <a:pt x="82" y="20"/>
                </a:cubicBezTo>
                <a:cubicBezTo>
                  <a:pt x="82" y="20"/>
                  <a:pt x="81" y="21"/>
                  <a:pt x="81" y="23"/>
                </a:cubicBezTo>
                <a:cubicBezTo>
                  <a:pt x="81" y="24"/>
                  <a:pt x="82" y="25"/>
                  <a:pt x="82" y="25"/>
                </a:cubicBezTo>
                <a:cubicBezTo>
                  <a:pt x="84" y="27"/>
                  <a:pt x="86" y="30"/>
                  <a:pt x="86" y="33"/>
                </a:cubicBezTo>
                <a:cubicBezTo>
                  <a:pt x="86" y="36"/>
                  <a:pt x="84" y="39"/>
                  <a:pt x="82" y="41"/>
                </a:cubicBezTo>
                <a:cubicBezTo>
                  <a:pt x="80" y="43"/>
                  <a:pt x="78" y="44"/>
                  <a:pt x="75" y="44"/>
                </a:cubicBezTo>
                <a:cubicBezTo>
                  <a:pt x="72" y="44"/>
                  <a:pt x="69" y="42"/>
                  <a:pt x="67" y="40"/>
                </a:cubicBezTo>
                <a:cubicBezTo>
                  <a:pt x="66" y="39"/>
                  <a:pt x="63" y="39"/>
                  <a:pt x="62" y="40"/>
                </a:cubicBezTo>
                <a:cubicBezTo>
                  <a:pt x="18" y="84"/>
                  <a:pt x="18" y="84"/>
                  <a:pt x="18" y="84"/>
                </a:cubicBezTo>
                <a:cubicBezTo>
                  <a:pt x="5" y="97"/>
                  <a:pt x="0" y="115"/>
                  <a:pt x="6" y="132"/>
                </a:cubicBezTo>
                <a:cubicBezTo>
                  <a:pt x="8" y="142"/>
                  <a:pt x="14" y="149"/>
                  <a:pt x="22" y="155"/>
                </a:cubicBezTo>
                <a:cubicBezTo>
                  <a:pt x="24" y="156"/>
                  <a:pt x="25" y="156"/>
                  <a:pt x="27" y="155"/>
                </a:cubicBezTo>
                <a:cubicBezTo>
                  <a:pt x="28" y="154"/>
                  <a:pt x="29" y="153"/>
                  <a:pt x="29" y="151"/>
                </a:cubicBezTo>
                <a:cubicBezTo>
                  <a:pt x="28" y="142"/>
                  <a:pt x="31" y="132"/>
                  <a:pt x="38" y="125"/>
                </a:cubicBezTo>
                <a:cubicBezTo>
                  <a:pt x="51" y="112"/>
                  <a:pt x="70" y="112"/>
                  <a:pt x="84" y="124"/>
                </a:cubicBezTo>
                <a:cubicBezTo>
                  <a:pt x="87" y="127"/>
                  <a:pt x="92" y="127"/>
                  <a:pt x="95" y="124"/>
                </a:cubicBezTo>
                <a:cubicBezTo>
                  <a:pt x="95" y="124"/>
                  <a:pt x="95" y="124"/>
                  <a:pt x="95" y="124"/>
                </a:cubicBezTo>
                <a:cubicBezTo>
                  <a:pt x="147" y="176"/>
                  <a:pt x="147" y="176"/>
                  <a:pt x="147" y="176"/>
                </a:cubicBezTo>
                <a:cubicBezTo>
                  <a:pt x="145" y="179"/>
                  <a:pt x="145" y="179"/>
                  <a:pt x="145" y="179"/>
                </a:cubicBezTo>
                <a:cubicBezTo>
                  <a:pt x="143" y="180"/>
                  <a:pt x="143" y="183"/>
                  <a:pt x="145" y="184"/>
                </a:cubicBezTo>
                <a:cubicBezTo>
                  <a:pt x="214" y="254"/>
                  <a:pt x="214" y="254"/>
                  <a:pt x="214" y="254"/>
                </a:cubicBezTo>
                <a:cubicBezTo>
                  <a:pt x="216" y="256"/>
                  <a:pt x="219" y="257"/>
                  <a:pt x="222" y="257"/>
                </a:cubicBezTo>
                <a:cubicBezTo>
                  <a:pt x="225" y="257"/>
                  <a:pt x="228" y="256"/>
                  <a:pt x="230" y="254"/>
                </a:cubicBezTo>
                <a:cubicBezTo>
                  <a:pt x="247" y="237"/>
                  <a:pt x="247" y="237"/>
                  <a:pt x="247" y="237"/>
                </a:cubicBezTo>
                <a:cubicBezTo>
                  <a:pt x="252" y="232"/>
                  <a:pt x="252" y="225"/>
                  <a:pt x="247" y="220"/>
                </a:cubicBezTo>
                <a:lnTo>
                  <a:pt x="178" y="151"/>
                </a:lnTo>
                <a:close/>
                <a:moveTo>
                  <a:pt x="100" y="118"/>
                </a:moveTo>
                <a:cubicBezTo>
                  <a:pt x="102" y="116"/>
                  <a:pt x="102" y="114"/>
                  <a:pt x="100" y="112"/>
                </a:cubicBezTo>
                <a:cubicBezTo>
                  <a:pt x="99" y="111"/>
                  <a:pt x="96" y="111"/>
                  <a:pt x="95" y="112"/>
                </a:cubicBezTo>
                <a:cubicBezTo>
                  <a:pt x="93" y="115"/>
                  <a:pt x="93" y="115"/>
                  <a:pt x="93" y="115"/>
                </a:cubicBezTo>
                <a:cubicBezTo>
                  <a:pt x="92" y="115"/>
                  <a:pt x="92" y="115"/>
                  <a:pt x="92" y="115"/>
                </a:cubicBezTo>
                <a:cubicBezTo>
                  <a:pt x="92" y="115"/>
                  <a:pt x="92" y="116"/>
                  <a:pt x="91" y="116"/>
                </a:cubicBezTo>
                <a:cubicBezTo>
                  <a:pt x="89" y="118"/>
                  <a:pt x="89" y="118"/>
                  <a:pt x="89" y="118"/>
                </a:cubicBezTo>
                <a:cubicBezTo>
                  <a:pt x="72" y="103"/>
                  <a:pt x="48" y="104"/>
                  <a:pt x="32" y="119"/>
                </a:cubicBezTo>
                <a:cubicBezTo>
                  <a:pt x="26" y="126"/>
                  <a:pt x="22" y="134"/>
                  <a:pt x="21" y="143"/>
                </a:cubicBezTo>
                <a:cubicBezTo>
                  <a:pt x="17" y="140"/>
                  <a:pt x="15" y="135"/>
                  <a:pt x="13" y="130"/>
                </a:cubicBezTo>
                <a:cubicBezTo>
                  <a:pt x="9" y="116"/>
                  <a:pt x="13" y="100"/>
                  <a:pt x="24" y="89"/>
                </a:cubicBezTo>
                <a:cubicBezTo>
                  <a:pt x="65" y="49"/>
                  <a:pt x="65" y="49"/>
                  <a:pt x="65" y="49"/>
                </a:cubicBezTo>
                <a:cubicBezTo>
                  <a:pt x="72" y="53"/>
                  <a:pt x="82" y="53"/>
                  <a:pt x="88" y="46"/>
                </a:cubicBezTo>
                <a:cubicBezTo>
                  <a:pt x="92" y="43"/>
                  <a:pt x="94" y="38"/>
                  <a:pt x="94" y="33"/>
                </a:cubicBezTo>
                <a:cubicBezTo>
                  <a:pt x="94" y="29"/>
                  <a:pt x="92" y="26"/>
                  <a:pt x="90" y="23"/>
                </a:cubicBezTo>
                <a:cubicBezTo>
                  <a:pt x="103" y="10"/>
                  <a:pt x="103" y="10"/>
                  <a:pt x="103" y="10"/>
                </a:cubicBezTo>
                <a:cubicBezTo>
                  <a:pt x="105" y="9"/>
                  <a:pt x="107" y="9"/>
                  <a:pt x="109" y="10"/>
                </a:cubicBezTo>
                <a:cubicBezTo>
                  <a:pt x="136" y="38"/>
                  <a:pt x="136" y="38"/>
                  <a:pt x="136" y="38"/>
                </a:cubicBezTo>
                <a:cubicBezTo>
                  <a:pt x="138" y="39"/>
                  <a:pt x="138" y="42"/>
                  <a:pt x="136" y="43"/>
                </a:cubicBezTo>
                <a:cubicBezTo>
                  <a:pt x="124" y="56"/>
                  <a:pt x="124" y="56"/>
                  <a:pt x="124" y="56"/>
                </a:cubicBezTo>
                <a:cubicBezTo>
                  <a:pt x="120" y="54"/>
                  <a:pt x="116" y="53"/>
                  <a:pt x="112" y="53"/>
                </a:cubicBezTo>
                <a:cubicBezTo>
                  <a:pt x="106" y="54"/>
                  <a:pt x="101" y="57"/>
                  <a:pt x="98" y="61"/>
                </a:cubicBezTo>
                <a:cubicBezTo>
                  <a:pt x="93" y="69"/>
                  <a:pt x="94" y="79"/>
                  <a:pt x="101" y="85"/>
                </a:cubicBezTo>
                <a:cubicBezTo>
                  <a:pt x="111" y="96"/>
                  <a:pt x="111" y="96"/>
                  <a:pt x="111" y="96"/>
                </a:cubicBezTo>
                <a:cubicBezTo>
                  <a:pt x="109" y="99"/>
                  <a:pt x="109" y="99"/>
                  <a:pt x="109" y="99"/>
                </a:cubicBezTo>
                <a:cubicBezTo>
                  <a:pt x="107" y="100"/>
                  <a:pt x="107" y="103"/>
                  <a:pt x="109" y="104"/>
                </a:cubicBezTo>
                <a:cubicBezTo>
                  <a:pt x="164" y="159"/>
                  <a:pt x="164" y="159"/>
                  <a:pt x="164" y="159"/>
                </a:cubicBezTo>
                <a:cubicBezTo>
                  <a:pt x="153" y="170"/>
                  <a:pt x="153" y="170"/>
                  <a:pt x="153" y="170"/>
                </a:cubicBezTo>
                <a:lnTo>
                  <a:pt x="100" y="118"/>
                </a:lnTo>
                <a:close/>
                <a:moveTo>
                  <a:pt x="241" y="231"/>
                </a:moveTo>
                <a:cubicBezTo>
                  <a:pt x="225" y="248"/>
                  <a:pt x="225" y="248"/>
                  <a:pt x="225" y="248"/>
                </a:cubicBezTo>
                <a:cubicBezTo>
                  <a:pt x="223" y="249"/>
                  <a:pt x="221" y="249"/>
                  <a:pt x="219" y="248"/>
                </a:cubicBezTo>
                <a:cubicBezTo>
                  <a:pt x="153" y="182"/>
                  <a:pt x="153" y="182"/>
                  <a:pt x="153" y="182"/>
                </a:cubicBezTo>
                <a:cubicBezTo>
                  <a:pt x="156" y="179"/>
                  <a:pt x="156" y="179"/>
                  <a:pt x="156" y="179"/>
                </a:cubicBezTo>
                <a:cubicBezTo>
                  <a:pt x="172" y="162"/>
                  <a:pt x="172" y="162"/>
                  <a:pt x="172" y="162"/>
                </a:cubicBezTo>
                <a:cubicBezTo>
                  <a:pt x="172" y="162"/>
                  <a:pt x="172" y="162"/>
                  <a:pt x="172" y="162"/>
                </a:cubicBezTo>
                <a:cubicBezTo>
                  <a:pt x="175" y="160"/>
                  <a:pt x="175" y="160"/>
                  <a:pt x="175" y="160"/>
                </a:cubicBezTo>
                <a:cubicBezTo>
                  <a:pt x="241" y="226"/>
                  <a:pt x="241" y="226"/>
                  <a:pt x="241" y="226"/>
                </a:cubicBezTo>
                <a:cubicBezTo>
                  <a:pt x="243" y="227"/>
                  <a:pt x="243" y="230"/>
                  <a:pt x="241" y="231"/>
                </a:cubicBezTo>
                <a:close/>
                <a:moveTo>
                  <a:pt x="136" y="94"/>
                </a:moveTo>
                <a:cubicBezTo>
                  <a:pt x="135" y="96"/>
                  <a:pt x="135" y="98"/>
                  <a:pt x="136" y="100"/>
                </a:cubicBezTo>
                <a:cubicBezTo>
                  <a:pt x="137" y="101"/>
                  <a:pt x="138" y="101"/>
                  <a:pt x="139" y="101"/>
                </a:cubicBezTo>
                <a:cubicBezTo>
                  <a:pt x="140" y="101"/>
                  <a:pt x="141" y="101"/>
                  <a:pt x="142" y="100"/>
                </a:cubicBezTo>
                <a:cubicBezTo>
                  <a:pt x="176" y="65"/>
                  <a:pt x="176" y="65"/>
                  <a:pt x="176" y="65"/>
                </a:cubicBezTo>
                <a:cubicBezTo>
                  <a:pt x="176" y="66"/>
                  <a:pt x="176" y="66"/>
                  <a:pt x="176" y="66"/>
                </a:cubicBezTo>
                <a:cubicBezTo>
                  <a:pt x="177" y="68"/>
                  <a:pt x="180" y="69"/>
                  <a:pt x="182" y="68"/>
                </a:cubicBezTo>
                <a:cubicBezTo>
                  <a:pt x="184" y="67"/>
                  <a:pt x="184" y="64"/>
                  <a:pt x="183" y="62"/>
                </a:cubicBezTo>
                <a:cubicBezTo>
                  <a:pt x="180" y="57"/>
                  <a:pt x="179" y="51"/>
                  <a:pt x="179" y="45"/>
                </a:cubicBezTo>
                <a:cubicBezTo>
                  <a:pt x="179" y="25"/>
                  <a:pt x="195" y="9"/>
                  <a:pt x="215" y="9"/>
                </a:cubicBezTo>
                <a:cubicBezTo>
                  <a:pt x="217" y="9"/>
                  <a:pt x="219" y="9"/>
                  <a:pt x="221" y="9"/>
                </a:cubicBezTo>
                <a:cubicBezTo>
                  <a:pt x="200" y="30"/>
                  <a:pt x="200" y="30"/>
                  <a:pt x="200" y="30"/>
                </a:cubicBezTo>
                <a:cubicBezTo>
                  <a:pt x="199" y="31"/>
                  <a:pt x="199" y="32"/>
                  <a:pt x="199" y="33"/>
                </a:cubicBezTo>
                <a:cubicBezTo>
                  <a:pt x="199" y="44"/>
                  <a:pt x="199" y="44"/>
                  <a:pt x="199" y="44"/>
                </a:cubicBezTo>
                <a:cubicBezTo>
                  <a:pt x="199" y="45"/>
                  <a:pt x="199" y="46"/>
                  <a:pt x="200" y="47"/>
                </a:cubicBezTo>
                <a:cubicBezTo>
                  <a:pt x="213" y="60"/>
                  <a:pt x="213" y="60"/>
                  <a:pt x="213" y="60"/>
                </a:cubicBezTo>
                <a:cubicBezTo>
                  <a:pt x="214" y="61"/>
                  <a:pt x="215" y="61"/>
                  <a:pt x="216" y="61"/>
                </a:cubicBezTo>
                <a:cubicBezTo>
                  <a:pt x="227" y="61"/>
                  <a:pt x="227" y="61"/>
                  <a:pt x="227" y="61"/>
                </a:cubicBezTo>
                <a:cubicBezTo>
                  <a:pt x="228" y="61"/>
                  <a:pt x="229" y="61"/>
                  <a:pt x="230" y="60"/>
                </a:cubicBezTo>
                <a:cubicBezTo>
                  <a:pt x="251" y="39"/>
                  <a:pt x="251" y="39"/>
                  <a:pt x="251" y="39"/>
                </a:cubicBezTo>
                <a:cubicBezTo>
                  <a:pt x="251" y="41"/>
                  <a:pt x="251" y="43"/>
                  <a:pt x="251" y="45"/>
                </a:cubicBezTo>
                <a:cubicBezTo>
                  <a:pt x="251" y="65"/>
                  <a:pt x="235" y="81"/>
                  <a:pt x="215" y="81"/>
                </a:cubicBezTo>
                <a:cubicBezTo>
                  <a:pt x="209" y="81"/>
                  <a:pt x="203" y="79"/>
                  <a:pt x="198" y="77"/>
                </a:cubicBezTo>
                <a:cubicBezTo>
                  <a:pt x="196" y="76"/>
                  <a:pt x="193" y="76"/>
                  <a:pt x="192" y="78"/>
                </a:cubicBezTo>
                <a:cubicBezTo>
                  <a:pt x="191" y="80"/>
                  <a:pt x="192" y="83"/>
                  <a:pt x="194" y="84"/>
                </a:cubicBezTo>
                <a:cubicBezTo>
                  <a:pt x="194" y="84"/>
                  <a:pt x="194" y="84"/>
                  <a:pt x="194" y="84"/>
                </a:cubicBezTo>
                <a:cubicBezTo>
                  <a:pt x="160" y="118"/>
                  <a:pt x="160" y="118"/>
                  <a:pt x="160" y="118"/>
                </a:cubicBezTo>
                <a:cubicBezTo>
                  <a:pt x="159" y="120"/>
                  <a:pt x="159" y="122"/>
                  <a:pt x="160" y="124"/>
                </a:cubicBezTo>
                <a:cubicBezTo>
                  <a:pt x="161" y="125"/>
                  <a:pt x="162" y="125"/>
                  <a:pt x="163" y="125"/>
                </a:cubicBezTo>
                <a:cubicBezTo>
                  <a:pt x="164" y="125"/>
                  <a:pt x="165" y="125"/>
                  <a:pt x="166" y="124"/>
                </a:cubicBezTo>
                <a:cubicBezTo>
                  <a:pt x="203" y="87"/>
                  <a:pt x="203" y="87"/>
                  <a:pt x="203" y="87"/>
                </a:cubicBezTo>
                <a:cubicBezTo>
                  <a:pt x="207" y="88"/>
                  <a:pt x="211" y="89"/>
                  <a:pt x="215" y="89"/>
                </a:cubicBezTo>
                <a:cubicBezTo>
                  <a:pt x="239" y="89"/>
                  <a:pt x="259" y="69"/>
                  <a:pt x="259" y="45"/>
                </a:cubicBezTo>
                <a:cubicBezTo>
                  <a:pt x="259" y="40"/>
                  <a:pt x="258" y="35"/>
                  <a:pt x="256" y="30"/>
                </a:cubicBezTo>
                <a:cubicBezTo>
                  <a:pt x="256" y="29"/>
                  <a:pt x="255" y="28"/>
                  <a:pt x="253" y="28"/>
                </a:cubicBezTo>
                <a:cubicBezTo>
                  <a:pt x="252" y="27"/>
                  <a:pt x="251" y="28"/>
                  <a:pt x="250" y="29"/>
                </a:cubicBezTo>
                <a:cubicBezTo>
                  <a:pt x="225" y="53"/>
                  <a:pt x="225" y="53"/>
                  <a:pt x="225" y="53"/>
                </a:cubicBezTo>
                <a:cubicBezTo>
                  <a:pt x="217" y="53"/>
                  <a:pt x="217" y="53"/>
                  <a:pt x="217" y="53"/>
                </a:cubicBezTo>
                <a:cubicBezTo>
                  <a:pt x="207" y="43"/>
                  <a:pt x="207" y="43"/>
                  <a:pt x="207" y="43"/>
                </a:cubicBezTo>
                <a:cubicBezTo>
                  <a:pt x="207" y="35"/>
                  <a:pt x="207" y="35"/>
                  <a:pt x="207" y="35"/>
                </a:cubicBezTo>
                <a:cubicBezTo>
                  <a:pt x="231" y="10"/>
                  <a:pt x="231" y="10"/>
                  <a:pt x="231" y="10"/>
                </a:cubicBezTo>
                <a:cubicBezTo>
                  <a:pt x="232" y="9"/>
                  <a:pt x="233" y="8"/>
                  <a:pt x="232" y="7"/>
                </a:cubicBezTo>
                <a:cubicBezTo>
                  <a:pt x="232" y="5"/>
                  <a:pt x="231" y="4"/>
                  <a:pt x="230" y="4"/>
                </a:cubicBezTo>
                <a:cubicBezTo>
                  <a:pt x="225" y="2"/>
                  <a:pt x="220" y="1"/>
                  <a:pt x="215" y="1"/>
                </a:cubicBezTo>
                <a:cubicBezTo>
                  <a:pt x="191" y="1"/>
                  <a:pt x="171" y="21"/>
                  <a:pt x="171" y="45"/>
                </a:cubicBezTo>
                <a:cubicBezTo>
                  <a:pt x="171" y="49"/>
                  <a:pt x="172" y="53"/>
                  <a:pt x="173" y="57"/>
                </a:cubicBezTo>
                <a:lnTo>
                  <a:pt x="136" y="94"/>
                </a:lnTo>
                <a:close/>
                <a:moveTo>
                  <a:pt x="112" y="166"/>
                </a:moveTo>
                <a:cubicBezTo>
                  <a:pt x="86" y="192"/>
                  <a:pt x="86" y="192"/>
                  <a:pt x="86" y="192"/>
                </a:cubicBezTo>
                <a:cubicBezTo>
                  <a:pt x="86" y="192"/>
                  <a:pt x="86" y="192"/>
                  <a:pt x="86" y="192"/>
                </a:cubicBezTo>
                <a:cubicBezTo>
                  <a:pt x="85" y="190"/>
                  <a:pt x="82" y="189"/>
                  <a:pt x="80" y="190"/>
                </a:cubicBezTo>
                <a:cubicBezTo>
                  <a:pt x="78" y="191"/>
                  <a:pt x="78" y="194"/>
                  <a:pt x="79" y="196"/>
                </a:cubicBezTo>
                <a:cubicBezTo>
                  <a:pt x="81" y="201"/>
                  <a:pt x="83" y="207"/>
                  <a:pt x="83" y="213"/>
                </a:cubicBezTo>
                <a:cubicBezTo>
                  <a:pt x="83" y="233"/>
                  <a:pt x="67" y="249"/>
                  <a:pt x="47" y="249"/>
                </a:cubicBezTo>
                <a:cubicBezTo>
                  <a:pt x="45" y="249"/>
                  <a:pt x="43" y="249"/>
                  <a:pt x="41" y="249"/>
                </a:cubicBezTo>
                <a:cubicBezTo>
                  <a:pt x="62" y="228"/>
                  <a:pt x="62" y="228"/>
                  <a:pt x="62" y="228"/>
                </a:cubicBezTo>
                <a:cubicBezTo>
                  <a:pt x="63" y="227"/>
                  <a:pt x="63" y="226"/>
                  <a:pt x="63" y="225"/>
                </a:cubicBezTo>
                <a:cubicBezTo>
                  <a:pt x="63" y="214"/>
                  <a:pt x="63" y="214"/>
                  <a:pt x="63" y="214"/>
                </a:cubicBezTo>
                <a:cubicBezTo>
                  <a:pt x="63" y="213"/>
                  <a:pt x="63" y="212"/>
                  <a:pt x="62" y="211"/>
                </a:cubicBezTo>
                <a:cubicBezTo>
                  <a:pt x="49" y="198"/>
                  <a:pt x="49" y="198"/>
                  <a:pt x="49" y="198"/>
                </a:cubicBezTo>
                <a:cubicBezTo>
                  <a:pt x="48" y="197"/>
                  <a:pt x="47" y="197"/>
                  <a:pt x="46" y="197"/>
                </a:cubicBezTo>
                <a:cubicBezTo>
                  <a:pt x="35" y="197"/>
                  <a:pt x="35" y="197"/>
                  <a:pt x="35" y="197"/>
                </a:cubicBezTo>
                <a:cubicBezTo>
                  <a:pt x="34" y="197"/>
                  <a:pt x="33" y="197"/>
                  <a:pt x="32" y="198"/>
                </a:cubicBezTo>
                <a:cubicBezTo>
                  <a:pt x="11" y="219"/>
                  <a:pt x="11" y="219"/>
                  <a:pt x="11" y="219"/>
                </a:cubicBezTo>
                <a:cubicBezTo>
                  <a:pt x="11" y="217"/>
                  <a:pt x="11" y="215"/>
                  <a:pt x="11" y="213"/>
                </a:cubicBezTo>
                <a:cubicBezTo>
                  <a:pt x="11" y="193"/>
                  <a:pt x="27" y="177"/>
                  <a:pt x="47" y="177"/>
                </a:cubicBezTo>
                <a:cubicBezTo>
                  <a:pt x="53" y="177"/>
                  <a:pt x="59" y="179"/>
                  <a:pt x="64" y="181"/>
                </a:cubicBezTo>
                <a:cubicBezTo>
                  <a:pt x="66" y="182"/>
                  <a:pt x="69" y="182"/>
                  <a:pt x="70" y="180"/>
                </a:cubicBezTo>
                <a:cubicBezTo>
                  <a:pt x="71" y="178"/>
                  <a:pt x="70" y="175"/>
                  <a:pt x="68" y="174"/>
                </a:cubicBezTo>
                <a:cubicBezTo>
                  <a:pt x="68" y="174"/>
                  <a:pt x="68" y="174"/>
                  <a:pt x="68" y="174"/>
                </a:cubicBezTo>
                <a:cubicBezTo>
                  <a:pt x="94" y="148"/>
                  <a:pt x="94" y="148"/>
                  <a:pt x="94" y="148"/>
                </a:cubicBezTo>
                <a:cubicBezTo>
                  <a:pt x="95" y="146"/>
                  <a:pt x="95" y="144"/>
                  <a:pt x="94" y="142"/>
                </a:cubicBezTo>
                <a:cubicBezTo>
                  <a:pt x="92" y="141"/>
                  <a:pt x="90" y="141"/>
                  <a:pt x="88" y="142"/>
                </a:cubicBezTo>
                <a:cubicBezTo>
                  <a:pt x="59" y="171"/>
                  <a:pt x="59" y="171"/>
                  <a:pt x="59" y="171"/>
                </a:cubicBezTo>
                <a:cubicBezTo>
                  <a:pt x="55" y="170"/>
                  <a:pt x="51" y="169"/>
                  <a:pt x="47" y="169"/>
                </a:cubicBezTo>
                <a:cubicBezTo>
                  <a:pt x="23" y="169"/>
                  <a:pt x="3" y="189"/>
                  <a:pt x="3" y="213"/>
                </a:cubicBezTo>
                <a:cubicBezTo>
                  <a:pt x="3" y="218"/>
                  <a:pt x="4" y="223"/>
                  <a:pt x="6" y="228"/>
                </a:cubicBezTo>
                <a:cubicBezTo>
                  <a:pt x="6" y="229"/>
                  <a:pt x="7" y="230"/>
                  <a:pt x="9" y="230"/>
                </a:cubicBezTo>
                <a:cubicBezTo>
                  <a:pt x="10" y="231"/>
                  <a:pt x="11" y="230"/>
                  <a:pt x="12" y="229"/>
                </a:cubicBezTo>
                <a:cubicBezTo>
                  <a:pt x="37" y="205"/>
                  <a:pt x="37" y="205"/>
                  <a:pt x="37" y="205"/>
                </a:cubicBezTo>
                <a:cubicBezTo>
                  <a:pt x="45" y="205"/>
                  <a:pt x="45" y="205"/>
                  <a:pt x="45" y="205"/>
                </a:cubicBezTo>
                <a:cubicBezTo>
                  <a:pt x="55" y="215"/>
                  <a:pt x="55" y="215"/>
                  <a:pt x="55" y="215"/>
                </a:cubicBezTo>
                <a:cubicBezTo>
                  <a:pt x="55" y="223"/>
                  <a:pt x="55" y="223"/>
                  <a:pt x="55" y="223"/>
                </a:cubicBezTo>
                <a:cubicBezTo>
                  <a:pt x="31" y="248"/>
                  <a:pt x="31" y="248"/>
                  <a:pt x="31" y="248"/>
                </a:cubicBezTo>
                <a:cubicBezTo>
                  <a:pt x="30" y="249"/>
                  <a:pt x="29" y="250"/>
                  <a:pt x="30" y="251"/>
                </a:cubicBezTo>
                <a:cubicBezTo>
                  <a:pt x="30" y="253"/>
                  <a:pt x="31" y="254"/>
                  <a:pt x="32" y="254"/>
                </a:cubicBezTo>
                <a:cubicBezTo>
                  <a:pt x="37" y="256"/>
                  <a:pt x="42" y="257"/>
                  <a:pt x="47" y="257"/>
                </a:cubicBezTo>
                <a:cubicBezTo>
                  <a:pt x="71" y="257"/>
                  <a:pt x="91" y="237"/>
                  <a:pt x="91" y="213"/>
                </a:cubicBezTo>
                <a:cubicBezTo>
                  <a:pt x="91" y="209"/>
                  <a:pt x="90" y="205"/>
                  <a:pt x="89" y="201"/>
                </a:cubicBezTo>
                <a:cubicBezTo>
                  <a:pt x="118" y="172"/>
                  <a:pt x="118" y="172"/>
                  <a:pt x="118" y="172"/>
                </a:cubicBezTo>
                <a:cubicBezTo>
                  <a:pt x="119" y="170"/>
                  <a:pt x="119" y="168"/>
                  <a:pt x="118" y="166"/>
                </a:cubicBezTo>
                <a:cubicBezTo>
                  <a:pt x="116" y="165"/>
                  <a:pt x="114" y="165"/>
                  <a:pt x="112" y="16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26" name="Freeform 177">
            <a:extLst>
              <a:ext uri="{FF2B5EF4-FFF2-40B4-BE49-F238E27FC236}">
                <a16:creationId xmlns:a16="http://schemas.microsoft.com/office/drawing/2014/main" id="{3EB598DD-E6EF-4627-8357-EA77DC5F9C20}"/>
              </a:ext>
            </a:extLst>
          </p:cNvPr>
          <p:cNvSpPr>
            <a:spLocks noChangeAspect="1" noEditPoints="1"/>
          </p:cNvSpPr>
          <p:nvPr/>
        </p:nvSpPr>
        <p:spPr bwMode="auto">
          <a:xfrm>
            <a:off x="1573278" y="3387579"/>
            <a:ext cx="334962" cy="400050"/>
          </a:xfrm>
          <a:custGeom>
            <a:avLst/>
            <a:gdLst>
              <a:gd name="T0" fmla="*/ 198 w 216"/>
              <a:gd name="T1" fmla="*/ 17 h 256"/>
              <a:gd name="T2" fmla="*/ 187 w 216"/>
              <a:gd name="T3" fmla="*/ 0 h 256"/>
              <a:gd name="T4" fmla="*/ 149 w 216"/>
              <a:gd name="T5" fmla="*/ 8 h 256"/>
              <a:gd name="T6" fmla="*/ 92 w 216"/>
              <a:gd name="T7" fmla="*/ 8 h 256"/>
              <a:gd name="T8" fmla="*/ 92 w 216"/>
              <a:gd name="T9" fmla="*/ 16 h 256"/>
              <a:gd name="T10" fmla="*/ 113 w 216"/>
              <a:gd name="T11" fmla="*/ 68 h 256"/>
              <a:gd name="T12" fmla="*/ 104 w 216"/>
              <a:gd name="T13" fmla="*/ 236 h 256"/>
              <a:gd name="T14" fmla="*/ 20 w 216"/>
              <a:gd name="T15" fmla="*/ 248 h 256"/>
              <a:gd name="T16" fmla="*/ 8 w 216"/>
              <a:gd name="T17" fmla="*/ 129 h 256"/>
              <a:gd name="T18" fmla="*/ 26 w 216"/>
              <a:gd name="T19" fmla="*/ 10 h 256"/>
              <a:gd name="T20" fmla="*/ 51 w 216"/>
              <a:gd name="T21" fmla="*/ 8 h 256"/>
              <a:gd name="T22" fmla="*/ 89 w 216"/>
              <a:gd name="T23" fmla="*/ 62 h 256"/>
              <a:gd name="T24" fmla="*/ 95 w 216"/>
              <a:gd name="T25" fmla="*/ 58 h 256"/>
              <a:gd name="T26" fmla="*/ 51 w 216"/>
              <a:gd name="T27" fmla="*/ 0 h 256"/>
              <a:gd name="T28" fmla="*/ 19 w 216"/>
              <a:gd name="T29" fmla="*/ 5 h 256"/>
              <a:gd name="T30" fmla="*/ 1 w 216"/>
              <a:gd name="T31" fmla="*/ 126 h 256"/>
              <a:gd name="T32" fmla="*/ 0 w 216"/>
              <a:gd name="T33" fmla="*/ 236 h 256"/>
              <a:gd name="T34" fmla="*/ 92 w 216"/>
              <a:gd name="T35" fmla="*/ 256 h 256"/>
              <a:gd name="T36" fmla="*/ 124 w 216"/>
              <a:gd name="T37" fmla="*/ 256 h 256"/>
              <a:gd name="T38" fmla="*/ 216 w 216"/>
              <a:gd name="T39" fmla="*/ 236 h 256"/>
              <a:gd name="T40" fmla="*/ 215 w 216"/>
              <a:gd name="T41" fmla="*/ 126 h 256"/>
              <a:gd name="T42" fmla="*/ 144 w 216"/>
              <a:gd name="T43" fmla="*/ 220 h 256"/>
              <a:gd name="T44" fmla="*/ 208 w 216"/>
              <a:gd name="T45" fmla="*/ 204 h 256"/>
              <a:gd name="T46" fmla="*/ 208 w 216"/>
              <a:gd name="T47" fmla="*/ 164 h 256"/>
              <a:gd name="T48" fmla="*/ 144 w 216"/>
              <a:gd name="T49" fmla="*/ 148 h 256"/>
              <a:gd name="T50" fmla="*/ 208 w 216"/>
              <a:gd name="T51" fmla="*/ 164 h 256"/>
              <a:gd name="T52" fmla="*/ 140 w 216"/>
              <a:gd name="T53" fmla="*/ 140 h 256"/>
              <a:gd name="T54" fmla="*/ 136 w 216"/>
              <a:gd name="T55" fmla="*/ 168 h 256"/>
              <a:gd name="T56" fmla="*/ 208 w 216"/>
              <a:gd name="T57" fmla="*/ 172 h 256"/>
              <a:gd name="T58" fmla="*/ 140 w 216"/>
              <a:gd name="T59" fmla="*/ 196 h 256"/>
              <a:gd name="T60" fmla="*/ 136 w 216"/>
              <a:gd name="T61" fmla="*/ 224 h 256"/>
              <a:gd name="T62" fmla="*/ 208 w 216"/>
              <a:gd name="T63" fmla="*/ 228 h 256"/>
              <a:gd name="T64" fmla="*/ 196 w 216"/>
              <a:gd name="T65" fmla="*/ 248 h 256"/>
              <a:gd name="T66" fmla="*/ 112 w 216"/>
              <a:gd name="T67" fmla="*/ 236 h 256"/>
              <a:gd name="T68" fmla="*/ 120 w 216"/>
              <a:gd name="T69" fmla="*/ 72 h 256"/>
              <a:gd name="T70" fmla="*/ 165 w 216"/>
              <a:gd name="T71" fmla="*/ 8 h 256"/>
              <a:gd name="T72" fmla="*/ 190 w 216"/>
              <a:gd name="T73" fmla="*/ 10 h 256"/>
              <a:gd name="T74" fmla="*/ 208 w 216"/>
              <a:gd name="T75" fmla="*/ 129 h 256"/>
              <a:gd name="T76" fmla="*/ 80 w 216"/>
              <a:gd name="T77" fmla="*/ 144 h 256"/>
              <a:gd name="T78" fmla="*/ 24 w 216"/>
              <a:gd name="T79" fmla="*/ 140 h 256"/>
              <a:gd name="T80" fmla="*/ 24 w 216"/>
              <a:gd name="T81" fmla="*/ 148 h 256"/>
              <a:gd name="T82" fmla="*/ 72 w 216"/>
              <a:gd name="T83" fmla="*/ 164 h 256"/>
              <a:gd name="T84" fmla="*/ 20 w 216"/>
              <a:gd name="T85" fmla="*/ 168 h 256"/>
              <a:gd name="T86" fmla="*/ 76 w 216"/>
              <a:gd name="T87" fmla="*/ 172 h 256"/>
              <a:gd name="T88" fmla="*/ 80 w 216"/>
              <a:gd name="T89" fmla="*/ 144 h 256"/>
              <a:gd name="T90" fmla="*/ 20 w 216"/>
              <a:gd name="T91" fmla="*/ 224 h 256"/>
              <a:gd name="T92" fmla="*/ 76 w 216"/>
              <a:gd name="T93" fmla="*/ 228 h 256"/>
              <a:gd name="T94" fmla="*/ 80 w 216"/>
              <a:gd name="T95" fmla="*/ 200 h 256"/>
              <a:gd name="T96" fmla="*/ 24 w 216"/>
              <a:gd name="T97" fmla="*/ 196 h 256"/>
              <a:gd name="T98" fmla="*/ 24 w 216"/>
              <a:gd name="T99" fmla="*/ 204 h 256"/>
              <a:gd name="T100" fmla="*/ 72 w 216"/>
              <a:gd name="T101" fmla="*/ 22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6" h="256">
                <a:moveTo>
                  <a:pt x="215" y="126"/>
                </a:moveTo>
                <a:cubicBezTo>
                  <a:pt x="179" y="78"/>
                  <a:pt x="189" y="37"/>
                  <a:pt x="198" y="17"/>
                </a:cubicBezTo>
                <a:cubicBezTo>
                  <a:pt x="199" y="13"/>
                  <a:pt x="199" y="9"/>
                  <a:pt x="197" y="5"/>
                </a:cubicBezTo>
                <a:cubicBezTo>
                  <a:pt x="194" y="2"/>
                  <a:pt x="191" y="0"/>
                  <a:pt x="187" y="0"/>
                </a:cubicBezTo>
                <a:cubicBezTo>
                  <a:pt x="165" y="0"/>
                  <a:pt x="165" y="0"/>
                  <a:pt x="165" y="0"/>
                </a:cubicBezTo>
                <a:cubicBezTo>
                  <a:pt x="159" y="0"/>
                  <a:pt x="153" y="3"/>
                  <a:pt x="149" y="8"/>
                </a:cubicBezTo>
                <a:cubicBezTo>
                  <a:pt x="149" y="8"/>
                  <a:pt x="148" y="8"/>
                  <a:pt x="148" y="8"/>
                </a:cubicBezTo>
                <a:cubicBezTo>
                  <a:pt x="92" y="8"/>
                  <a:pt x="92" y="8"/>
                  <a:pt x="92" y="8"/>
                </a:cubicBezTo>
                <a:cubicBezTo>
                  <a:pt x="90" y="8"/>
                  <a:pt x="88" y="10"/>
                  <a:pt x="88" y="12"/>
                </a:cubicBezTo>
                <a:cubicBezTo>
                  <a:pt x="88" y="14"/>
                  <a:pt x="90" y="16"/>
                  <a:pt x="92" y="16"/>
                </a:cubicBezTo>
                <a:cubicBezTo>
                  <a:pt x="144" y="16"/>
                  <a:pt x="144" y="16"/>
                  <a:pt x="144" y="16"/>
                </a:cubicBezTo>
                <a:cubicBezTo>
                  <a:pt x="113" y="68"/>
                  <a:pt x="113" y="68"/>
                  <a:pt x="113" y="68"/>
                </a:cubicBezTo>
                <a:cubicBezTo>
                  <a:pt x="107" y="78"/>
                  <a:pt x="104" y="89"/>
                  <a:pt x="104" y="101"/>
                </a:cubicBezTo>
                <a:cubicBezTo>
                  <a:pt x="104" y="236"/>
                  <a:pt x="104" y="236"/>
                  <a:pt x="104" y="236"/>
                </a:cubicBezTo>
                <a:cubicBezTo>
                  <a:pt x="104" y="243"/>
                  <a:pt x="99" y="248"/>
                  <a:pt x="92" y="248"/>
                </a:cubicBezTo>
                <a:cubicBezTo>
                  <a:pt x="20" y="248"/>
                  <a:pt x="20" y="248"/>
                  <a:pt x="20" y="248"/>
                </a:cubicBezTo>
                <a:cubicBezTo>
                  <a:pt x="13" y="248"/>
                  <a:pt x="8" y="243"/>
                  <a:pt x="8" y="236"/>
                </a:cubicBezTo>
                <a:cubicBezTo>
                  <a:pt x="8" y="129"/>
                  <a:pt x="8" y="129"/>
                  <a:pt x="8" y="129"/>
                </a:cubicBezTo>
                <a:cubicBezTo>
                  <a:pt x="46" y="79"/>
                  <a:pt x="35" y="35"/>
                  <a:pt x="26" y="14"/>
                </a:cubicBezTo>
                <a:cubicBezTo>
                  <a:pt x="25" y="12"/>
                  <a:pt x="25" y="11"/>
                  <a:pt x="26" y="10"/>
                </a:cubicBezTo>
                <a:cubicBezTo>
                  <a:pt x="27" y="9"/>
                  <a:pt x="28" y="8"/>
                  <a:pt x="29" y="8"/>
                </a:cubicBezTo>
                <a:cubicBezTo>
                  <a:pt x="51" y="8"/>
                  <a:pt x="51" y="8"/>
                  <a:pt x="51" y="8"/>
                </a:cubicBezTo>
                <a:cubicBezTo>
                  <a:pt x="55" y="8"/>
                  <a:pt x="59" y="10"/>
                  <a:pt x="61" y="14"/>
                </a:cubicBezTo>
                <a:cubicBezTo>
                  <a:pt x="89" y="62"/>
                  <a:pt x="89" y="62"/>
                  <a:pt x="89" y="62"/>
                </a:cubicBezTo>
                <a:cubicBezTo>
                  <a:pt x="90" y="64"/>
                  <a:pt x="92" y="65"/>
                  <a:pt x="94" y="63"/>
                </a:cubicBezTo>
                <a:cubicBezTo>
                  <a:pt x="96" y="62"/>
                  <a:pt x="97" y="60"/>
                  <a:pt x="95" y="58"/>
                </a:cubicBezTo>
                <a:cubicBezTo>
                  <a:pt x="68" y="10"/>
                  <a:pt x="68" y="10"/>
                  <a:pt x="68" y="10"/>
                </a:cubicBezTo>
                <a:cubicBezTo>
                  <a:pt x="65" y="4"/>
                  <a:pt x="58" y="0"/>
                  <a:pt x="51" y="0"/>
                </a:cubicBezTo>
                <a:cubicBezTo>
                  <a:pt x="29" y="0"/>
                  <a:pt x="29" y="0"/>
                  <a:pt x="29" y="0"/>
                </a:cubicBezTo>
                <a:cubicBezTo>
                  <a:pt x="25" y="0"/>
                  <a:pt x="22" y="2"/>
                  <a:pt x="19" y="5"/>
                </a:cubicBezTo>
                <a:cubicBezTo>
                  <a:pt x="17" y="9"/>
                  <a:pt x="17" y="13"/>
                  <a:pt x="18" y="17"/>
                </a:cubicBezTo>
                <a:cubicBezTo>
                  <a:pt x="27" y="37"/>
                  <a:pt x="37" y="78"/>
                  <a:pt x="1" y="126"/>
                </a:cubicBezTo>
                <a:cubicBezTo>
                  <a:pt x="0" y="126"/>
                  <a:pt x="0" y="127"/>
                  <a:pt x="0" y="128"/>
                </a:cubicBezTo>
                <a:cubicBezTo>
                  <a:pt x="0" y="236"/>
                  <a:pt x="0" y="236"/>
                  <a:pt x="0" y="236"/>
                </a:cubicBezTo>
                <a:cubicBezTo>
                  <a:pt x="0" y="247"/>
                  <a:pt x="9" y="256"/>
                  <a:pt x="20" y="256"/>
                </a:cubicBezTo>
                <a:cubicBezTo>
                  <a:pt x="92" y="256"/>
                  <a:pt x="92" y="256"/>
                  <a:pt x="92" y="256"/>
                </a:cubicBezTo>
                <a:cubicBezTo>
                  <a:pt x="99" y="256"/>
                  <a:pt x="104" y="253"/>
                  <a:pt x="108" y="248"/>
                </a:cubicBezTo>
                <a:cubicBezTo>
                  <a:pt x="112" y="253"/>
                  <a:pt x="117" y="256"/>
                  <a:pt x="124" y="256"/>
                </a:cubicBezTo>
                <a:cubicBezTo>
                  <a:pt x="196" y="256"/>
                  <a:pt x="196" y="256"/>
                  <a:pt x="196" y="256"/>
                </a:cubicBezTo>
                <a:cubicBezTo>
                  <a:pt x="207" y="256"/>
                  <a:pt x="216" y="247"/>
                  <a:pt x="216" y="236"/>
                </a:cubicBezTo>
                <a:cubicBezTo>
                  <a:pt x="216" y="128"/>
                  <a:pt x="216" y="128"/>
                  <a:pt x="216" y="128"/>
                </a:cubicBezTo>
                <a:cubicBezTo>
                  <a:pt x="216" y="127"/>
                  <a:pt x="216" y="126"/>
                  <a:pt x="215" y="126"/>
                </a:cubicBezTo>
                <a:close/>
                <a:moveTo>
                  <a:pt x="208" y="220"/>
                </a:moveTo>
                <a:cubicBezTo>
                  <a:pt x="144" y="220"/>
                  <a:pt x="144" y="220"/>
                  <a:pt x="144" y="220"/>
                </a:cubicBezTo>
                <a:cubicBezTo>
                  <a:pt x="144" y="204"/>
                  <a:pt x="144" y="204"/>
                  <a:pt x="144" y="204"/>
                </a:cubicBezTo>
                <a:cubicBezTo>
                  <a:pt x="208" y="204"/>
                  <a:pt x="208" y="204"/>
                  <a:pt x="208" y="204"/>
                </a:cubicBezTo>
                <a:lnTo>
                  <a:pt x="208" y="220"/>
                </a:lnTo>
                <a:close/>
                <a:moveTo>
                  <a:pt x="208" y="164"/>
                </a:moveTo>
                <a:cubicBezTo>
                  <a:pt x="144" y="164"/>
                  <a:pt x="144" y="164"/>
                  <a:pt x="144" y="164"/>
                </a:cubicBezTo>
                <a:cubicBezTo>
                  <a:pt x="144" y="148"/>
                  <a:pt x="144" y="148"/>
                  <a:pt x="144" y="148"/>
                </a:cubicBezTo>
                <a:cubicBezTo>
                  <a:pt x="208" y="148"/>
                  <a:pt x="208" y="148"/>
                  <a:pt x="208" y="148"/>
                </a:cubicBezTo>
                <a:lnTo>
                  <a:pt x="208" y="164"/>
                </a:lnTo>
                <a:close/>
                <a:moveTo>
                  <a:pt x="208" y="140"/>
                </a:moveTo>
                <a:cubicBezTo>
                  <a:pt x="140" y="140"/>
                  <a:pt x="140" y="140"/>
                  <a:pt x="140" y="140"/>
                </a:cubicBezTo>
                <a:cubicBezTo>
                  <a:pt x="138" y="140"/>
                  <a:pt x="136" y="142"/>
                  <a:pt x="136" y="144"/>
                </a:cubicBezTo>
                <a:cubicBezTo>
                  <a:pt x="136" y="168"/>
                  <a:pt x="136" y="168"/>
                  <a:pt x="136" y="168"/>
                </a:cubicBezTo>
                <a:cubicBezTo>
                  <a:pt x="136" y="170"/>
                  <a:pt x="138" y="172"/>
                  <a:pt x="140" y="172"/>
                </a:cubicBezTo>
                <a:cubicBezTo>
                  <a:pt x="208" y="172"/>
                  <a:pt x="208" y="172"/>
                  <a:pt x="208" y="172"/>
                </a:cubicBezTo>
                <a:cubicBezTo>
                  <a:pt x="208" y="196"/>
                  <a:pt x="208" y="196"/>
                  <a:pt x="208" y="196"/>
                </a:cubicBezTo>
                <a:cubicBezTo>
                  <a:pt x="140" y="196"/>
                  <a:pt x="140" y="196"/>
                  <a:pt x="140" y="196"/>
                </a:cubicBezTo>
                <a:cubicBezTo>
                  <a:pt x="138" y="196"/>
                  <a:pt x="136" y="198"/>
                  <a:pt x="136" y="200"/>
                </a:cubicBezTo>
                <a:cubicBezTo>
                  <a:pt x="136" y="224"/>
                  <a:pt x="136" y="224"/>
                  <a:pt x="136" y="224"/>
                </a:cubicBezTo>
                <a:cubicBezTo>
                  <a:pt x="136" y="226"/>
                  <a:pt x="138" y="228"/>
                  <a:pt x="140" y="228"/>
                </a:cubicBezTo>
                <a:cubicBezTo>
                  <a:pt x="208" y="228"/>
                  <a:pt x="208" y="228"/>
                  <a:pt x="208" y="228"/>
                </a:cubicBezTo>
                <a:cubicBezTo>
                  <a:pt x="208" y="236"/>
                  <a:pt x="208" y="236"/>
                  <a:pt x="208" y="236"/>
                </a:cubicBezTo>
                <a:cubicBezTo>
                  <a:pt x="208" y="243"/>
                  <a:pt x="203" y="248"/>
                  <a:pt x="196" y="248"/>
                </a:cubicBezTo>
                <a:cubicBezTo>
                  <a:pt x="124" y="248"/>
                  <a:pt x="124" y="248"/>
                  <a:pt x="124" y="248"/>
                </a:cubicBezTo>
                <a:cubicBezTo>
                  <a:pt x="117" y="248"/>
                  <a:pt x="112" y="243"/>
                  <a:pt x="112" y="236"/>
                </a:cubicBezTo>
                <a:cubicBezTo>
                  <a:pt x="112" y="101"/>
                  <a:pt x="112" y="101"/>
                  <a:pt x="112" y="101"/>
                </a:cubicBezTo>
                <a:cubicBezTo>
                  <a:pt x="112" y="90"/>
                  <a:pt x="115" y="81"/>
                  <a:pt x="120" y="72"/>
                </a:cubicBezTo>
                <a:cubicBezTo>
                  <a:pt x="155" y="14"/>
                  <a:pt x="155" y="14"/>
                  <a:pt x="155" y="14"/>
                </a:cubicBezTo>
                <a:cubicBezTo>
                  <a:pt x="157" y="10"/>
                  <a:pt x="161" y="8"/>
                  <a:pt x="165" y="8"/>
                </a:cubicBezTo>
                <a:cubicBezTo>
                  <a:pt x="187" y="8"/>
                  <a:pt x="187" y="8"/>
                  <a:pt x="187" y="8"/>
                </a:cubicBezTo>
                <a:cubicBezTo>
                  <a:pt x="188" y="8"/>
                  <a:pt x="189" y="9"/>
                  <a:pt x="190" y="10"/>
                </a:cubicBezTo>
                <a:cubicBezTo>
                  <a:pt x="191" y="11"/>
                  <a:pt x="191" y="12"/>
                  <a:pt x="190" y="14"/>
                </a:cubicBezTo>
                <a:cubicBezTo>
                  <a:pt x="181" y="35"/>
                  <a:pt x="170" y="79"/>
                  <a:pt x="208" y="129"/>
                </a:cubicBezTo>
                <a:lnTo>
                  <a:pt x="208" y="140"/>
                </a:lnTo>
                <a:close/>
                <a:moveTo>
                  <a:pt x="80" y="144"/>
                </a:moveTo>
                <a:cubicBezTo>
                  <a:pt x="80" y="142"/>
                  <a:pt x="78" y="140"/>
                  <a:pt x="76" y="140"/>
                </a:cubicBezTo>
                <a:cubicBezTo>
                  <a:pt x="24" y="140"/>
                  <a:pt x="24" y="140"/>
                  <a:pt x="24" y="140"/>
                </a:cubicBezTo>
                <a:cubicBezTo>
                  <a:pt x="22" y="140"/>
                  <a:pt x="20" y="142"/>
                  <a:pt x="20" y="144"/>
                </a:cubicBezTo>
                <a:cubicBezTo>
                  <a:pt x="20" y="146"/>
                  <a:pt x="22" y="148"/>
                  <a:pt x="24" y="148"/>
                </a:cubicBezTo>
                <a:cubicBezTo>
                  <a:pt x="72" y="148"/>
                  <a:pt x="72" y="148"/>
                  <a:pt x="72" y="148"/>
                </a:cubicBezTo>
                <a:cubicBezTo>
                  <a:pt x="72" y="164"/>
                  <a:pt x="72" y="164"/>
                  <a:pt x="72" y="164"/>
                </a:cubicBezTo>
                <a:cubicBezTo>
                  <a:pt x="24" y="164"/>
                  <a:pt x="24" y="164"/>
                  <a:pt x="24" y="164"/>
                </a:cubicBezTo>
                <a:cubicBezTo>
                  <a:pt x="22" y="164"/>
                  <a:pt x="20" y="166"/>
                  <a:pt x="20" y="168"/>
                </a:cubicBezTo>
                <a:cubicBezTo>
                  <a:pt x="20" y="170"/>
                  <a:pt x="22" y="172"/>
                  <a:pt x="24" y="172"/>
                </a:cubicBezTo>
                <a:cubicBezTo>
                  <a:pt x="76" y="172"/>
                  <a:pt x="76" y="172"/>
                  <a:pt x="76" y="172"/>
                </a:cubicBezTo>
                <a:cubicBezTo>
                  <a:pt x="78" y="172"/>
                  <a:pt x="80" y="170"/>
                  <a:pt x="80" y="168"/>
                </a:cubicBezTo>
                <a:lnTo>
                  <a:pt x="80" y="144"/>
                </a:lnTo>
                <a:close/>
                <a:moveTo>
                  <a:pt x="24" y="220"/>
                </a:moveTo>
                <a:cubicBezTo>
                  <a:pt x="22" y="220"/>
                  <a:pt x="20" y="222"/>
                  <a:pt x="20" y="224"/>
                </a:cubicBezTo>
                <a:cubicBezTo>
                  <a:pt x="20" y="226"/>
                  <a:pt x="22" y="228"/>
                  <a:pt x="24" y="228"/>
                </a:cubicBezTo>
                <a:cubicBezTo>
                  <a:pt x="76" y="228"/>
                  <a:pt x="76" y="228"/>
                  <a:pt x="76" y="228"/>
                </a:cubicBezTo>
                <a:cubicBezTo>
                  <a:pt x="78" y="228"/>
                  <a:pt x="80" y="226"/>
                  <a:pt x="80" y="224"/>
                </a:cubicBezTo>
                <a:cubicBezTo>
                  <a:pt x="80" y="200"/>
                  <a:pt x="80" y="200"/>
                  <a:pt x="80" y="200"/>
                </a:cubicBezTo>
                <a:cubicBezTo>
                  <a:pt x="80" y="198"/>
                  <a:pt x="78" y="196"/>
                  <a:pt x="76" y="196"/>
                </a:cubicBezTo>
                <a:cubicBezTo>
                  <a:pt x="24" y="196"/>
                  <a:pt x="24" y="196"/>
                  <a:pt x="24" y="196"/>
                </a:cubicBezTo>
                <a:cubicBezTo>
                  <a:pt x="22" y="196"/>
                  <a:pt x="20" y="198"/>
                  <a:pt x="20" y="200"/>
                </a:cubicBezTo>
                <a:cubicBezTo>
                  <a:pt x="20" y="202"/>
                  <a:pt x="22" y="204"/>
                  <a:pt x="24" y="204"/>
                </a:cubicBezTo>
                <a:cubicBezTo>
                  <a:pt x="72" y="204"/>
                  <a:pt x="72" y="204"/>
                  <a:pt x="72" y="204"/>
                </a:cubicBezTo>
                <a:cubicBezTo>
                  <a:pt x="72" y="220"/>
                  <a:pt x="72" y="220"/>
                  <a:pt x="72" y="220"/>
                </a:cubicBezTo>
                <a:lnTo>
                  <a:pt x="24" y="22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22" name="Freeform 181">
            <a:extLst>
              <a:ext uri="{FF2B5EF4-FFF2-40B4-BE49-F238E27FC236}">
                <a16:creationId xmlns:a16="http://schemas.microsoft.com/office/drawing/2014/main" id="{DA35FC0B-9264-4EA0-99D7-E0269F317D10}"/>
              </a:ext>
            </a:extLst>
          </p:cNvPr>
          <p:cNvSpPr>
            <a:spLocks noChangeAspect="1" noEditPoints="1"/>
          </p:cNvSpPr>
          <p:nvPr/>
        </p:nvSpPr>
        <p:spPr bwMode="auto">
          <a:xfrm>
            <a:off x="2508380" y="3387579"/>
            <a:ext cx="400050" cy="400050"/>
          </a:xfrm>
          <a:custGeom>
            <a:avLst/>
            <a:gdLst>
              <a:gd name="T0" fmla="*/ 165 w 256"/>
              <a:gd name="T1" fmla="*/ 160 h 256"/>
              <a:gd name="T2" fmla="*/ 164 w 256"/>
              <a:gd name="T3" fmla="*/ 160 h 256"/>
              <a:gd name="T4" fmla="*/ 162 w 256"/>
              <a:gd name="T5" fmla="*/ 161 h 256"/>
              <a:gd name="T6" fmla="*/ 160 w 256"/>
              <a:gd name="T7" fmla="*/ 149 h 256"/>
              <a:gd name="T8" fmla="*/ 176 w 256"/>
              <a:gd name="T9" fmla="*/ 92 h 256"/>
              <a:gd name="T10" fmla="*/ 128 w 256"/>
              <a:gd name="T11" fmla="*/ 152 h 256"/>
              <a:gd name="T12" fmla="*/ 80 w 256"/>
              <a:gd name="T13" fmla="*/ 92 h 256"/>
              <a:gd name="T14" fmla="*/ 96 w 256"/>
              <a:gd name="T15" fmla="*/ 149 h 256"/>
              <a:gd name="T16" fmla="*/ 94 w 256"/>
              <a:gd name="T17" fmla="*/ 161 h 256"/>
              <a:gd name="T18" fmla="*/ 92 w 256"/>
              <a:gd name="T19" fmla="*/ 160 h 256"/>
              <a:gd name="T20" fmla="*/ 91 w 256"/>
              <a:gd name="T21" fmla="*/ 160 h 256"/>
              <a:gd name="T22" fmla="*/ 0 w 256"/>
              <a:gd name="T23" fmla="*/ 252 h 256"/>
              <a:gd name="T24" fmla="*/ 38 w 256"/>
              <a:gd name="T25" fmla="*/ 192 h 256"/>
              <a:gd name="T26" fmla="*/ 78 w 256"/>
              <a:gd name="T27" fmla="*/ 205 h 256"/>
              <a:gd name="T28" fmla="*/ 72 w 256"/>
              <a:gd name="T29" fmla="*/ 187 h 256"/>
              <a:gd name="T30" fmla="*/ 75 w 256"/>
              <a:gd name="T31" fmla="*/ 219 h 256"/>
              <a:gd name="T32" fmla="*/ 128 w 256"/>
              <a:gd name="T33" fmla="*/ 256 h 256"/>
              <a:gd name="T34" fmla="*/ 181 w 256"/>
              <a:gd name="T35" fmla="*/ 219 h 256"/>
              <a:gd name="T36" fmla="*/ 184 w 256"/>
              <a:gd name="T37" fmla="*/ 187 h 256"/>
              <a:gd name="T38" fmla="*/ 178 w 256"/>
              <a:gd name="T39" fmla="*/ 205 h 256"/>
              <a:gd name="T40" fmla="*/ 218 w 256"/>
              <a:gd name="T41" fmla="*/ 192 h 256"/>
              <a:gd name="T42" fmla="*/ 252 w 256"/>
              <a:gd name="T43" fmla="*/ 256 h 256"/>
              <a:gd name="T44" fmla="*/ 153 w 256"/>
              <a:gd name="T45" fmla="*/ 185 h 256"/>
              <a:gd name="T46" fmla="*/ 99 w 256"/>
              <a:gd name="T47" fmla="*/ 171 h 256"/>
              <a:gd name="T48" fmla="*/ 128 w 256"/>
              <a:gd name="T49" fmla="*/ 160 h 256"/>
              <a:gd name="T50" fmla="*/ 157 w 256"/>
              <a:gd name="T51" fmla="*/ 171 h 256"/>
              <a:gd name="T52" fmla="*/ 198 w 256"/>
              <a:gd name="T53" fmla="*/ 248 h 256"/>
              <a:gd name="T54" fmla="*/ 192 w 256"/>
              <a:gd name="T55" fmla="*/ 239 h 256"/>
              <a:gd name="T56" fmla="*/ 180 w 256"/>
              <a:gd name="T57" fmla="*/ 236 h 256"/>
              <a:gd name="T58" fmla="*/ 172 w 256"/>
              <a:gd name="T59" fmla="*/ 248 h 256"/>
              <a:gd name="T60" fmla="*/ 164 w 256"/>
              <a:gd name="T61" fmla="*/ 256 h 256"/>
              <a:gd name="T62" fmla="*/ 192 w 256"/>
              <a:gd name="T63" fmla="*/ 256 h 256"/>
              <a:gd name="T64" fmla="*/ 208 w 256"/>
              <a:gd name="T65" fmla="*/ 248 h 256"/>
              <a:gd name="T66" fmla="*/ 93 w 256"/>
              <a:gd name="T67" fmla="*/ 60 h 256"/>
              <a:gd name="T68" fmla="*/ 128 w 256"/>
              <a:gd name="T69" fmla="*/ 72 h 256"/>
              <a:gd name="T70" fmla="*/ 163 w 256"/>
              <a:gd name="T71" fmla="*/ 60 h 256"/>
              <a:gd name="T72" fmla="*/ 112 w 256"/>
              <a:gd name="T73" fmla="*/ 14 h 256"/>
              <a:gd name="T74" fmla="*/ 120 w 256"/>
              <a:gd name="T75" fmla="*/ 24 h 256"/>
              <a:gd name="T76" fmla="*/ 136 w 256"/>
              <a:gd name="T77" fmla="*/ 9 h 256"/>
              <a:gd name="T78" fmla="*/ 144 w 256"/>
              <a:gd name="T79" fmla="*/ 24 h 256"/>
              <a:gd name="T80" fmla="*/ 184 w 256"/>
              <a:gd name="T81" fmla="*/ 64 h 256"/>
              <a:gd name="T82" fmla="*/ 137 w 256"/>
              <a:gd name="T83" fmla="*/ 1 h 256"/>
              <a:gd name="T84" fmla="*/ 68 w 256"/>
              <a:gd name="T85" fmla="*/ 60 h 256"/>
              <a:gd name="T86" fmla="*/ 199 w 256"/>
              <a:gd name="T87" fmla="*/ 74 h 256"/>
              <a:gd name="T88" fmla="*/ 196 w 256"/>
              <a:gd name="T89" fmla="*/ 64 h 256"/>
              <a:gd name="T90" fmla="*/ 128 w 256"/>
              <a:gd name="T91" fmla="*/ 84 h 256"/>
              <a:gd name="T92" fmla="*/ 60 w 256"/>
              <a:gd name="T93" fmla="*/ 64 h 256"/>
              <a:gd name="T94" fmla="*/ 57 w 256"/>
              <a:gd name="T95" fmla="*/ 7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56">
                <a:moveTo>
                  <a:pt x="222" y="184"/>
                </a:moveTo>
                <a:cubicBezTo>
                  <a:pt x="166" y="160"/>
                  <a:pt x="166" y="160"/>
                  <a:pt x="166" y="160"/>
                </a:cubicBezTo>
                <a:cubicBezTo>
                  <a:pt x="166" y="160"/>
                  <a:pt x="165" y="160"/>
                  <a:pt x="165" y="160"/>
                </a:cubicBezTo>
                <a:cubicBezTo>
                  <a:pt x="165" y="160"/>
                  <a:pt x="165" y="160"/>
                  <a:pt x="165" y="160"/>
                </a:cubicBezTo>
                <a:cubicBezTo>
                  <a:pt x="165" y="160"/>
                  <a:pt x="165" y="160"/>
                  <a:pt x="165" y="160"/>
                </a:cubicBezTo>
                <a:cubicBezTo>
                  <a:pt x="164" y="160"/>
                  <a:pt x="164" y="160"/>
                  <a:pt x="164" y="160"/>
                </a:cubicBezTo>
                <a:cubicBezTo>
                  <a:pt x="164" y="160"/>
                  <a:pt x="163" y="160"/>
                  <a:pt x="163" y="160"/>
                </a:cubicBezTo>
                <a:cubicBezTo>
                  <a:pt x="163" y="160"/>
                  <a:pt x="163" y="160"/>
                  <a:pt x="162" y="160"/>
                </a:cubicBezTo>
                <a:cubicBezTo>
                  <a:pt x="162" y="160"/>
                  <a:pt x="162" y="161"/>
                  <a:pt x="162" y="161"/>
                </a:cubicBezTo>
                <a:cubicBezTo>
                  <a:pt x="162" y="161"/>
                  <a:pt x="162" y="161"/>
                  <a:pt x="162" y="161"/>
                </a:cubicBezTo>
                <a:cubicBezTo>
                  <a:pt x="159" y="154"/>
                  <a:pt x="160" y="149"/>
                  <a:pt x="160" y="149"/>
                </a:cubicBezTo>
                <a:cubicBezTo>
                  <a:pt x="160" y="149"/>
                  <a:pt x="160" y="149"/>
                  <a:pt x="160" y="149"/>
                </a:cubicBezTo>
                <a:cubicBezTo>
                  <a:pt x="168" y="142"/>
                  <a:pt x="174" y="133"/>
                  <a:pt x="177" y="122"/>
                </a:cubicBezTo>
                <a:cubicBezTo>
                  <a:pt x="179" y="113"/>
                  <a:pt x="180" y="97"/>
                  <a:pt x="180" y="96"/>
                </a:cubicBezTo>
                <a:cubicBezTo>
                  <a:pt x="180" y="94"/>
                  <a:pt x="178" y="92"/>
                  <a:pt x="176" y="92"/>
                </a:cubicBezTo>
                <a:cubicBezTo>
                  <a:pt x="174" y="92"/>
                  <a:pt x="172" y="94"/>
                  <a:pt x="172" y="96"/>
                </a:cubicBezTo>
                <a:cubicBezTo>
                  <a:pt x="172" y="96"/>
                  <a:pt x="171" y="111"/>
                  <a:pt x="169" y="120"/>
                </a:cubicBezTo>
                <a:cubicBezTo>
                  <a:pt x="165" y="139"/>
                  <a:pt x="148" y="152"/>
                  <a:pt x="128" y="152"/>
                </a:cubicBezTo>
                <a:cubicBezTo>
                  <a:pt x="108" y="152"/>
                  <a:pt x="91" y="139"/>
                  <a:pt x="87" y="120"/>
                </a:cubicBezTo>
                <a:cubicBezTo>
                  <a:pt x="85" y="111"/>
                  <a:pt x="84" y="96"/>
                  <a:pt x="84" y="96"/>
                </a:cubicBezTo>
                <a:cubicBezTo>
                  <a:pt x="84" y="94"/>
                  <a:pt x="82" y="92"/>
                  <a:pt x="80" y="92"/>
                </a:cubicBezTo>
                <a:cubicBezTo>
                  <a:pt x="78" y="92"/>
                  <a:pt x="76" y="94"/>
                  <a:pt x="76" y="96"/>
                </a:cubicBezTo>
                <a:cubicBezTo>
                  <a:pt x="76" y="97"/>
                  <a:pt x="77" y="113"/>
                  <a:pt x="79" y="122"/>
                </a:cubicBezTo>
                <a:cubicBezTo>
                  <a:pt x="82" y="133"/>
                  <a:pt x="88" y="142"/>
                  <a:pt x="96" y="149"/>
                </a:cubicBezTo>
                <a:cubicBezTo>
                  <a:pt x="96" y="149"/>
                  <a:pt x="96" y="149"/>
                  <a:pt x="96" y="149"/>
                </a:cubicBezTo>
                <a:cubicBezTo>
                  <a:pt x="96" y="149"/>
                  <a:pt x="97" y="154"/>
                  <a:pt x="94" y="161"/>
                </a:cubicBezTo>
                <a:cubicBezTo>
                  <a:pt x="94" y="161"/>
                  <a:pt x="94" y="161"/>
                  <a:pt x="94" y="161"/>
                </a:cubicBezTo>
                <a:cubicBezTo>
                  <a:pt x="94" y="161"/>
                  <a:pt x="94" y="160"/>
                  <a:pt x="94" y="160"/>
                </a:cubicBezTo>
                <a:cubicBezTo>
                  <a:pt x="93" y="160"/>
                  <a:pt x="93" y="160"/>
                  <a:pt x="93" y="160"/>
                </a:cubicBezTo>
                <a:cubicBezTo>
                  <a:pt x="93" y="160"/>
                  <a:pt x="92" y="160"/>
                  <a:pt x="92" y="160"/>
                </a:cubicBezTo>
                <a:cubicBezTo>
                  <a:pt x="92" y="160"/>
                  <a:pt x="92" y="160"/>
                  <a:pt x="91" y="160"/>
                </a:cubicBezTo>
                <a:cubicBezTo>
                  <a:pt x="91" y="160"/>
                  <a:pt x="91" y="160"/>
                  <a:pt x="91" y="160"/>
                </a:cubicBezTo>
                <a:cubicBezTo>
                  <a:pt x="91" y="160"/>
                  <a:pt x="91" y="160"/>
                  <a:pt x="91" y="160"/>
                </a:cubicBezTo>
                <a:cubicBezTo>
                  <a:pt x="91" y="160"/>
                  <a:pt x="90" y="160"/>
                  <a:pt x="90" y="160"/>
                </a:cubicBezTo>
                <a:cubicBezTo>
                  <a:pt x="34" y="184"/>
                  <a:pt x="34" y="184"/>
                  <a:pt x="34" y="184"/>
                </a:cubicBezTo>
                <a:cubicBezTo>
                  <a:pt x="0" y="201"/>
                  <a:pt x="0" y="250"/>
                  <a:pt x="0" y="252"/>
                </a:cubicBezTo>
                <a:cubicBezTo>
                  <a:pt x="0" y="254"/>
                  <a:pt x="2" y="256"/>
                  <a:pt x="4" y="256"/>
                </a:cubicBezTo>
                <a:cubicBezTo>
                  <a:pt x="6" y="256"/>
                  <a:pt x="8" y="254"/>
                  <a:pt x="8" y="252"/>
                </a:cubicBezTo>
                <a:cubicBezTo>
                  <a:pt x="8" y="252"/>
                  <a:pt x="8" y="206"/>
                  <a:pt x="38" y="192"/>
                </a:cubicBezTo>
                <a:cubicBezTo>
                  <a:pt x="90" y="169"/>
                  <a:pt x="90" y="169"/>
                  <a:pt x="90" y="169"/>
                </a:cubicBezTo>
                <a:cubicBezTo>
                  <a:pt x="95" y="187"/>
                  <a:pt x="95" y="187"/>
                  <a:pt x="95" y="187"/>
                </a:cubicBezTo>
                <a:cubicBezTo>
                  <a:pt x="78" y="205"/>
                  <a:pt x="78" y="205"/>
                  <a:pt x="78" y="205"/>
                </a:cubicBezTo>
                <a:cubicBezTo>
                  <a:pt x="80" y="189"/>
                  <a:pt x="80" y="189"/>
                  <a:pt x="80" y="189"/>
                </a:cubicBezTo>
                <a:cubicBezTo>
                  <a:pt x="80" y="186"/>
                  <a:pt x="79" y="184"/>
                  <a:pt x="77" y="184"/>
                </a:cubicBezTo>
                <a:cubicBezTo>
                  <a:pt x="74" y="184"/>
                  <a:pt x="72" y="185"/>
                  <a:pt x="72" y="187"/>
                </a:cubicBezTo>
                <a:cubicBezTo>
                  <a:pt x="68" y="215"/>
                  <a:pt x="68" y="215"/>
                  <a:pt x="68" y="215"/>
                </a:cubicBezTo>
                <a:cubicBezTo>
                  <a:pt x="68" y="217"/>
                  <a:pt x="69" y="219"/>
                  <a:pt x="70" y="220"/>
                </a:cubicBezTo>
                <a:cubicBezTo>
                  <a:pt x="72" y="220"/>
                  <a:pt x="74" y="220"/>
                  <a:pt x="75" y="219"/>
                </a:cubicBezTo>
                <a:cubicBezTo>
                  <a:pt x="101" y="193"/>
                  <a:pt x="101" y="193"/>
                  <a:pt x="101" y="193"/>
                </a:cubicBezTo>
                <a:cubicBezTo>
                  <a:pt x="107" y="197"/>
                  <a:pt x="124" y="212"/>
                  <a:pt x="124" y="252"/>
                </a:cubicBezTo>
                <a:cubicBezTo>
                  <a:pt x="124" y="254"/>
                  <a:pt x="126" y="256"/>
                  <a:pt x="128" y="256"/>
                </a:cubicBezTo>
                <a:cubicBezTo>
                  <a:pt x="130" y="256"/>
                  <a:pt x="132" y="254"/>
                  <a:pt x="132" y="252"/>
                </a:cubicBezTo>
                <a:cubicBezTo>
                  <a:pt x="132" y="212"/>
                  <a:pt x="149" y="197"/>
                  <a:pt x="155" y="193"/>
                </a:cubicBezTo>
                <a:cubicBezTo>
                  <a:pt x="181" y="219"/>
                  <a:pt x="181" y="219"/>
                  <a:pt x="181" y="219"/>
                </a:cubicBezTo>
                <a:cubicBezTo>
                  <a:pt x="182" y="220"/>
                  <a:pt x="184" y="220"/>
                  <a:pt x="186" y="220"/>
                </a:cubicBezTo>
                <a:cubicBezTo>
                  <a:pt x="187" y="219"/>
                  <a:pt x="188" y="217"/>
                  <a:pt x="188" y="215"/>
                </a:cubicBezTo>
                <a:cubicBezTo>
                  <a:pt x="184" y="187"/>
                  <a:pt x="184" y="187"/>
                  <a:pt x="184" y="187"/>
                </a:cubicBezTo>
                <a:cubicBezTo>
                  <a:pt x="184" y="185"/>
                  <a:pt x="182" y="184"/>
                  <a:pt x="179" y="184"/>
                </a:cubicBezTo>
                <a:cubicBezTo>
                  <a:pt x="177" y="184"/>
                  <a:pt x="176" y="186"/>
                  <a:pt x="176" y="189"/>
                </a:cubicBezTo>
                <a:cubicBezTo>
                  <a:pt x="178" y="205"/>
                  <a:pt x="178" y="205"/>
                  <a:pt x="178" y="205"/>
                </a:cubicBezTo>
                <a:cubicBezTo>
                  <a:pt x="161" y="187"/>
                  <a:pt x="161" y="187"/>
                  <a:pt x="161" y="187"/>
                </a:cubicBezTo>
                <a:cubicBezTo>
                  <a:pt x="166" y="169"/>
                  <a:pt x="166" y="169"/>
                  <a:pt x="166" y="169"/>
                </a:cubicBezTo>
                <a:cubicBezTo>
                  <a:pt x="218" y="192"/>
                  <a:pt x="218" y="192"/>
                  <a:pt x="218" y="192"/>
                </a:cubicBezTo>
                <a:cubicBezTo>
                  <a:pt x="248" y="206"/>
                  <a:pt x="248" y="252"/>
                  <a:pt x="248" y="252"/>
                </a:cubicBezTo>
                <a:cubicBezTo>
                  <a:pt x="248" y="254"/>
                  <a:pt x="250" y="256"/>
                  <a:pt x="252" y="256"/>
                </a:cubicBezTo>
                <a:cubicBezTo>
                  <a:pt x="252" y="256"/>
                  <a:pt x="252" y="256"/>
                  <a:pt x="252" y="256"/>
                </a:cubicBezTo>
                <a:cubicBezTo>
                  <a:pt x="254" y="256"/>
                  <a:pt x="256" y="254"/>
                  <a:pt x="256" y="252"/>
                </a:cubicBezTo>
                <a:cubicBezTo>
                  <a:pt x="256" y="250"/>
                  <a:pt x="256" y="201"/>
                  <a:pt x="222" y="184"/>
                </a:cubicBezTo>
                <a:close/>
                <a:moveTo>
                  <a:pt x="153" y="185"/>
                </a:moveTo>
                <a:cubicBezTo>
                  <a:pt x="148" y="188"/>
                  <a:pt x="135" y="197"/>
                  <a:pt x="128" y="221"/>
                </a:cubicBezTo>
                <a:cubicBezTo>
                  <a:pt x="121" y="197"/>
                  <a:pt x="108" y="188"/>
                  <a:pt x="103" y="185"/>
                </a:cubicBezTo>
                <a:cubicBezTo>
                  <a:pt x="99" y="171"/>
                  <a:pt x="99" y="171"/>
                  <a:pt x="99" y="171"/>
                </a:cubicBezTo>
                <a:cubicBezTo>
                  <a:pt x="99" y="171"/>
                  <a:pt x="99" y="170"/>
                  <a:pt x="100" y="170"/>
                </a:cubicBezTo>
                <a:cubicBezTo>
                  <a:pt x="103" y="163"/>
                  <a:pt x="104" y="158"/>
                  <a:pt x="104" y="154"/>
                </a:cubicBezTo>
                <a:cubicBezTo>
                  <a:pt x="111" y="158"/>
                  <a:pt x="119" y="160"/>
                  <a:pt x="128" y="160"/>
                </a:cubicBezTo>
                <a:cubicBezTo>
                  <a:pt x="137" y="160"/>
                  <a:pt x="145" y="158"/>
                  <a:pt x="152" y="154"/>
                </a:cubicBezTo>
                <a:cubicBezTo>
                  <a:pt x="152" y="158"/>
                  <a:pt x="153" y="163"/>
                  <a:pt x="156" y="170"/>
                </a:cubicBezTo>
                <a:cubicBezTo>
                  <a:pt x="157" y="170"/>
                  <a:pt x="157" y="171"/>
                  <a:pt x="157" y="171"/>
                </a:cubicBezTo>
                <a:lnTo>
                  <a:pt x="153" y="185"/>
                </a:lnTo>
                <a:close/>
                <a:moveTo>
                  <a:pt x="208" y="248"/>
                </a:moveTo>
                <a:cubicBezTo>
                  <a:pt x="198" y="248"/>
                  <a:pt x="198" y="248"/>
                  <a:pt x="198" y="248"/>
                </a:cubicBezTo>
                <a:cubicBezTo>
                  <a:pt x="200" y="241"/>
                  <a:pt x="200" y="241"/>
                  <a:pt x="200" y="241"/>
                </a:cubicBezTo>
                <a:cubicBezTo>
                  <a:pt x="200" y="239"/>
                  <a:pt x="199" y="237"/>
                  <a:pt x="197" y="236"/>
                </a:cubicBezTo>
                <a:cubicBezTo>
                  <a:pt x="195" y="236"/>
                  <a:pt x="193" y="237"/>
                  <a:pt x="192" y="239"/>
                </a:cubicBezTo>
                <a:cubicBezTo>
                  <a:pt x="189" y="248"/>
                  <a:pt x="189" y="248"/>
                  <a:pt x="189" y="248"/>
                </a:cubicBezTo>
                <a:cubicBezTo>
                  <a:pt x="180" y="248"/>
                  <a:pt x="180" y="248"/>
                  <a:pt x="180" y="248"/>
                </a:cubicBezTo>
                <a:cubicBezTo>
                  <a:pt x="180" y="236"/>
                  <a:pt x="180" y="236"/>
                  <a:pt x="180" y="236"/>
                </a:cubicBezTo>
                <a:cubicBezTo>
                  <a:pt x="180" y="234"/>
                  <a:pt x="178" y="232"/>
                  <a:pt x="176" y="232"/>
                </a:cubicBezTo>
                <a:cubicBezTo>
                  <a:pt x="174" y="232"/>
                  <a:pt x="172" y="234"/>
                  <a:pt x="172" y="236"/>
                </a:cubicBezTo>
                <a:cubicBezTo>
                  <a:pt x="172" y="248"/>
                  <a:pt x="172" y="248"/>
                  <a:pt x="172" y="248"/>
                </a:cubicBezTo>
                <a:cubicBezTo>
                  <a:pt x="164" y="248"/>
                  <a:pt x="164" y="248"/>
                  <a:pt x="164" y="248"/>
                </a:cubicBezTo>
                <a:cubicBezTo>
                  <a:pt x="162" y="248"/>
                  <a:pt x="160" y="250"/>
                  <a:pt x="160" y="252"/>
                </a:cubicBezTo>
                <a:cubicBezTo>
                  <a:pt x="160" y="254"/>
                  <a:pt x="162" y="256"/>
                  <a:pt x="164" y="256"/>
                </a:cubicBezTo>
                <a:cubicBezTo>
                  <a:pt x="192" y="256"/>
                  <a:pt x="192" y="256"/>
                  <a:pt x="192" y="256"/>
                </a:cubicBezTo>
                <a:cubicBezTo>
                  <a:pt x="192" y="256"/>
                  <a:pt x="192" y="256"/>
                  <a:pt x="192" y="256"/>
                </a:cubicBezTo>
                <a:cubicBezTo>
                  <a:pt x="192" y="256"/>
                  <a:pt x="192" y="256"/>
                  <a:pt x="192" y="256"/>
                </a:cubicBezTo>
                <a:cubicBezTo>
                  <a:pt x="208" y="256"/>
                  <a:pt x="208" y="256"/>
                  <a:pt x="208" y="256"/>
                </a:cubicBezTo>
                <a:cubicBezTo>
                  <a:pt x="210" y="256"/>
                  <a:pt x="212" y="254"/>
                  <a:pt x="212" y="252"/>
                </a:cubicBezTo>
                <a:cubicBezTo>
                  <a:pt x="212" y="250"/>
                  <a:pt x="210" y="248"/>
                  <a:pt x="208" y="248"/>
                </a:cubicBezTo>
                <a:close/>
                <a:moveTo>
                  <a:pt x="163" y="60"/>
                </a:moveTo>
                <a:cubicBezTo>
                  <a:pt x="153" y="62"/>
                  <a:pt x="141" y="64"/>
                  <a:pt x="128" y="64"/>
                </a:cubicBezTo>
                <a:cubicBezTo>
                  <a:pt x="115" y="64"/>
                  <a:pt x="103" y="62"/>
                  <a:pt x="93" y="60"/>
                </a:cubicBezTo>
                <a:cubicBezTo>
                  <a:pt x="91" y="60"/>
                  <a:pt x="88" y="61"/>
                  <a:pt x="88" y="63"/>
                </a:cubicBezTo>
                <a:cubicBezTo>
                  <a:pt x="88" y="65"/>
                  <a:pt x="89" y="68"/>
                  <a:pt x="91" y="68"/>
                </a:cubicBezTo>
                <a:cubicBezTo>
                  <a:pt x="102" y="70"/>
                  <a:pt x="115" y="72"/>
                  <a:pt x="128" y="72"/>
                </a:cubicBezTo>
                <a:cubicBezTo>
                  <a:pt x="141" y="72"/>
                  <a:pt x="154" y="70"/>
                  <a:pt x="165" y="68"/>
                </a:cubicBezTo>
                <a:cubicBezTo>
                  <a:pt x="167" y="68"/>
                  <a:pt x="168" y="65"/>
                  <a:pt x="168" y="63"/>
                </a:cubicBezTo>
                <a:cubicBezTo>
                  <a:pt x="168" y="61"/>
                  <a:pt x="165" y="60"/>
                  <a:pt x="163" y="60"/>
                </a:cubicBezTo>
                <a:close/>
                <a:moveTo>
                  <a:pt x="72" y="64"/>
                </a:moveTo>
                <a:cubicBezTo>
                  <a:pt x="74" y="64"/>
                  <a:pt x="76" y="62"/>
                  <a:pt x="76" y="60"/>
                </a:cubicBezTo>
                <a:cubicBezTo>
                  <a:pt x="76" y="39"/>
                  <a:pt x="91" y="21"/>
                  <a:pt x="112" y="14"/>
                </a:cubicBezTo>
                <a:cubicBezTo>
                  <a:pt x="112" y="24"/>
                  <a:pt x="112" y="24"/>
                  <a:pt x="112" y="24"/>
                </a:cubicBezTo>
                <a:cubicBezTo>
                  <a:pt x="112" y="26"/>
                  <a:pt x="114" y="28"/>
                  <a:pt x="116" y="28"/>
                </a:cubicBezTo>
                <a:cubicBezTo>
                  <a:pt x="118" y="28"/>
                  <a:pt x="120" y="26"/>
                  <a:pt x="120" y="24"/>
                </a:cubicBezTo>
                <a:cubicBezTo>
                  <a:pt x="120" y="10"/>
                  <a:pt x="120" y="10"/>
                  <a:pt x="120" y="10"/>
                </a:cubicBezTo>
                <a:cubicBezTo>
                  <a:pt x="120" y="10"/>
                  <a:pt x="120" y="9"/>
                  <a:pt x="120" y="9"/>
                </a:cubicBezTo>
                <a:cubicBezTo>
                  <a:pt x="125" y="8"/>
                  <a:pt x="131" y="8"/>
                  <a:pt x="136" y="9"/>
                </a:cubicBezTo>
                <a:cubicBezTo>
                  <a:pt x="136" y="24"/>
                  <a:pt x="136" y="24"/>
                  <a:pt x="136" y="24"/>
                </a:cubicBezTo>
                <a:cubicBezTo>
                  <a:pt x="136" y="26"/>
                  <a:pt x="138" y="28"/>
                  <a:pt x="140" y="28"/>
                </a:cubicBezTo>
                <a:cubicBezTo>
                  <a:pt x="142" y="28"/>
                  <a:pt x="144" y="26"/>
                  <a:pt x="144" y="24"/>
                </a:cubicBezTo>
                <a:cubicBezTo>
                  <a:pt x="144" y="14"/>
                  <a:pt x="144" y="14"/>
                  <a:pt x="144" y="14"/>
                </a:cubicBezTo>
                <a:cubicBezTo>
                  <a:pt x="165" y="21"/>
                  <a:pt x="180" y="39"/>
                  <a:pt x="180" y="60"/>
                </a:cubicBezTo>
                <a:cubicBezTo>
                  <a:pt x="180" y="62"/>
                  <a:pt x="182" y="64"/>
                  <a:pt x="184" y="64"/>
                </a:cubicBezTo>
                <a:cubicBezTo>
                  <a:pt x="186" y="64"/>
                  <a:pt x="188" y="62"/>
                  <a:pt x="188" y="60"/>
                </a:cubicBezTo>
                <a:cubicBezTo>
                  <a:pt x="188" y="35"/>
                  <a:pt x="169" y="12"/>
                  <a:pt x="144" y="6"/>
                </a:cubicBezTo>
                <a:cubicBezTo>
                  <a:pt x="143" y="3"/>
                  <a:pt x="140" y="1"/>
                  <a:pt x="137" y="1"/>
                </a:cubicBezTo>
                <a:cubicBezTo>
                  <a:pt x="131" y="0"/>
                  <a:pt x="125" y="0"/>
                  <a:pt x="119" y="1"/>
                </a:cubicBezTo>
                <a:cubicBezTo>
                  <a:pt x="116" y="1"/>
                  <a:pt x="113" y="3"/>
                  <a:pt x="112" y="6"/>
                </a:cubicBezTo>
                <a:cubicBezTo>
                  <a:pt x="87" y="12"/>
                  <a:pt x="68" y="35"/>
                  <a:pt x="68" y="60"/>
                </a:cubicBezTo>
                <a:cubicBezTo>
                  <a:pt x="68" y="62"/>
                  <a:pt x="70" y="64"/>
                  <a:pt x="72" y="64"/>
                </a:cubicBezTo>
                <a:close/>
                <a:moveTo>
                  <a:pt x="128" y="92"/>
                </a:moveTo>
                <a:cubicBezTo>
                  <a:pt x="156" y="92"/>
                  <a:pt x="190" y="89"/>
                  <a:pt x="199" y="74"/>
                </a:cubicBezTo>
                <a:cubicBezTo>
                  <a:pt x="200" y="73"/>
                  <a:pt x="200" y="73"/>
                  <a:pt x="200" y="72"/>
                </a:cubicBezTo>
                <a:cubicBezTo>
                  <a:pt x="200" y="68"/>
                  <a:pt x="200" y="68"/>
                  <a:pt x="200" y="68"/>
                </a:cubicBezTo>
                <a:cubicBezTo>
                  <a:pt x="200" y="66"/>
                  <a:pt x="198" y="64"/>
                  <a:pt x="196" y="64"/>
                </a:cubicBezTo>
                <a:cubicBezTo>
                  <a:pt x="194" y="64"/>
                  <a:pt x="192" y="66"/>
                  <a:pt x="192" y="68"/>
                </a:cubicBezTo>
                <a:cubicBezTo>
                  <a:pt x="192" y="71"/>
                  <a:pt x="192" y="71"/>
                  <a:pt x="192" y="71"/>
                </a:cubicBezTo>
                <a:cubicBezTo>
                  <a:pt x="186" y="79"/>
                  <a:pt x="161" y="84"/>
                  <a:pt x="128" y="84"/>
                </a:cubicBezTo>
                <a:cubicBezTo>
                  <a:pt x="95" y="84"/>
                  <a:pt x="70" y="79"/>
                  <a:pt x="64" y="71"/>
                </a:cubicBezTo>
                <a:cubicBezTo>
                  <a:pt x="64" y="68"/>
                  <a:pt x="64" y="68"/>
                  <a:pt x="64" y="68"/>
                </a:cubicBezTo>
                <a:cubicBezTo>
                  <a:pt x="64" y="66"/>
                  <a:pt x="62" y="64"/>
                  <a:pt x="60" y="64"/>
                </a:cubicBezTo>
                <a:cubicBezTo>
                  <a:pt x="58" y="64"/>
                  <a:pt x="56" y="66"/>
                  <a:pt x="56" y="68"/>
                </a:cubicBezTo>
                <a:cubicBezTo>
                  <a:pt x="56" y="72"/>
                  <a:pt x="56" y="72"/>
                  <a:pt x="56" y="72"/>
                </a:cubicBezTo>
                <a:cubicBezTo>
                  <a:pt x="56" y="73"/>
                  <a:pt x="56" y="73"/>
                  <a:pt x="57" y="74"/>
                </a:cubicBezTo>
                <a:cubicBezTo>
                  <a:pt x="66" y="89"/>
                  <a:pt x="100" y="92"/>
                  <a:pt x="128" y="9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2" name="Freeform 185">
            <a:extLst>
              <a:ext uri="{FF2B5EF4-FFF2-40B4-BE49-F238E27FC236}">
                <a16:creationId xmlns:a16="http://schemas.microsoft.com/office/drawing/2014/main" id="{2AACD112-623F-4B4F-94F1-9B4064BF1E47}"/>
              </a:ext>
            </a:extLst>
          </p:cNvPr>
          <p:cNvSpPr>
            <a:spLocks noChangeAspect="1" noEditPoints="1"/>
          </p:cNvSpPr>
          <p:nvPr/>
        </p:nvSpPr>
        <p:spPr bwMode="auto">
          <a:xfrm>
            <a:off x="3476026" y="3386785"/>
            <a:ext cx="400050" cy="401638"/>
          </a:xfrm>
          <a:custGeom>
            <a:avLst/>
            <a:gdLst>
              <a:gd name="T0" fmla="*/ 173 w 256"/>
              <a:gd name="T1" fmla="*/ 165 h 257"/>
              <a:gd name="T2" fmla="*/ 160 w 256"/>
              <a:gd name="T3" fmla="*/ 139 h 257"/>
              <a:gd name="T4" fmla="*/ 181 w 256"/>
              <a:gd name="T5" fmla="*/ 30 h 257"/>
              <a:gd name="T6" fmla="*/ 204 w 256"/>
              <a:gd name="T7" fmla="*/ 37 h 257"/>
              <a:gd name="T8" fmla="*/ 187 w 256"/>
              <a:gd name="T9" fmla="*/ 125 h 257"/>
              <a:gd name="T10" fmla="*/ 209 w 256"/>
              <a:gd name="T11" fmla="*/ 141 h 257"/>
              <a:gd name="T12" fmla="*/ 176 w 256"/>
              <a:gd name="T13" fmla="*/ 1 h 257"/>
              <a:gd name="T14" fmla="*/ 150 w 256"/>
              <a:gd name="T15" fmla="*/ 5 h 257"/>
              <a:gd name="T16" fmla="*/ 70 w 256"/>
              <a:gd name="T17" fmla="*/ 72 h 257"/>
              <a:gd name="T18" fmla="*/ 96 w 256"/>
              <a:gd name="T19" fmla="*/ 141 h 257"/>
              <a:gd name="T20" fmla="*/ 83 w 256"/>
              <a:gd name="T21" fmla="*/ 165 h 257"/>
              <a:gd name="T22" fmla="*/ 0 w 256"/>
              <a:gd name="T23" fmla="*/ 253 h 257"/>
              <a:gd name="T24" fmla="*/ 8 w 256"/>
              <a:gd name="T25" fmla="*/ 253 h 257"/>
              <a:gd name="T26" fmla="*/ 57 w 256"/>
              <a:gd name="T27" fmla="*/ 194 h 257"/>
              <a:gd name="T28" fmla="*/ 83 w 256"/>
              <a:gd name="T29" fmla="*/ 208 h 257"/>
              <a:gd name="T30" fmla="*/ 89 w 256"/>
              <a:gd name="T31" fmla="*/ 255 h 257"/>
              <a:gd name="T32" fmla="*/ 96 w 256"/>
              <a:gd name="T33" fmla="*/ 251 h 257"/>
              <a:gd name="T34" fmla="*/ 92 w 256"/>
              <a:gd name="T35" fmla="*/ 203 h 257"/>
              <a:gd name="T36" fmla="*/ 94 w 256"/>
              <a:gd name="T37" fmla="*/ 165 h 257"/>
              <a:gd name="T38" fmla="*/ 116 w 256"/>
              <a:gd name="T39" fmla="*/ 253 h 257"/>
              <a:gd name="T40" fmla="*/ 143 w 256"/>
              <a:gd name="T41" fmla="*/ 223 h 257"/>
              <a:gd name="T42" fmla="*/ 148 w 256"/>
              <a:gd name="T43" fmla="*/ 253 h 257"/>
              <a:gd name="T44" fmla="*/ 167 w 256"/>
              <a:gd name="T45" fmla="*/ 201 h 257"/>
              <a:gd name="T46" fmla="*/ 172 w 256"/>
              <a:gd name="T47" fmla="*/ 229 h 257"/>
              <a:gd name="T48" fmla="*/ 164 w 256"/>
              <a:gd name="T49" fmla="*/ 257 h 257"/>
              <a:gd name="T50" fmla="*/ 180 w 256"/>
              <a:gd name="T51" fmla="*/ 228 h 257"/>
              <a:gd name="T52" fmla="*/ 200 w 256"/>
              <a:gd name="T53" fmla="*/ 198 h 257"/>
              <a:gd name="T54" fmla="*/ 210 w 256"/>
              <a:gd name="T55" fmla="*/ 189 h 257"/>
              <a:gd name="T56" fmla="*/ 252 w 256"/>
              <a:gd name="T57" fmla="*/ 257 h 257"/>
              <a:gd name="T58" fmla="*/ 144 w 256"/>
              <a:gd name="T59" fmla="*/ 143 h 257"/>
              <a:gd name="T60" fmla="*/ 152 w 256"/>
              <a:gd name="T61" fmla="*/ 143 h 257"/>
              <a:gd name="T62" fmla="*/ 145 w 256"/>
              <a:gd name="T63" fmla="*/ 214 h 257"/>
              <a:gd name="T64" fmla="*/ 102 w 256"/>
              <a:gd name="T65" fmla="*/ 164 h 257"/>
              <a:gd name="T66" fmla="*/ 107 w 256"/>
              <a:gd name="T67" fmla="*/ 145 h 257"/>
              <a:gd name="T68" fmla="*/ 78 w 256"/>
              <a:gd name="T69" fmla="*/ 74 h 257"/>
              <a:gd name="T70" fmla="*/ 108 w 256"/>
              <a:gd name="T71" fmla="*/ 12 h 257"/>
              <a:gd name="T72" fmla="*/ 178 w 256"/>
              <a:gd name="T73" fmla="*/ 71 h 257"/>
              <a:gd name="T74" fmla="*/ 144 w 256"/>
              <a:gd name="T75" fmla="*/ 143 h 257"/>
              <a:gd name="T76" fmla="*/ 107 w 256"/>
              <a:gd name="T77" fmla="*/ 39 h 257"/>
              <a:gd name="T78" fmla="*/ 100 w 256"/>
              <a:gd name="T79" fmla="*/ 57 h 257"/>
              <a:gd name="T80" fmla="*/ 104 w 256"/>
              <a:gd name="T81" fmla="*/ 65 h 257"/>
              <a:gd name="T82" fmla="*/ 108 w 256"/>
              <a:gd name="T83" fmla="*/ 61 h 257"/>
              <a:gd name="T84" fmla="*/ 128 w 256"/>
              <a:gd name="T85" fmla="*/ 65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7">
                <a:moveTo>
                  <a:pt x="214" y="181"/>
                </a:moveTo>
                <a:cubicBezTo>
                  <a:pt x="203" y="177"/>
                  <a:pt x="175" y="166"/>
                  <a:pt x="174" y="165"/>
                </a:cubicBezTo>
                <a:cubicBezTo>
                  <a:pt x="173" y="165"/>
                  <a:pt x="173" y="165"/>
                  <a:pt x="173" y="165"/>
                </a:cubicBezTo>
                <a:cubicBezTo>
                  <a:pt x="163" y="154"/>
                  <a:pt x="163" y="154"/>
                  <a:pt x="163" y="154"/>
                </a:cubicBezTo>
                <a:cubicBezTo>
                  <a:pt x="162" y="153"/>
                  <a:pt x="161" y="153"/>
                  <a:pt x="160" y="153"/>
                </a:cubicBezTo>
                <a:cubicBezTo>
                  <a:pt x="160" y="139"/>
                  <a:pt x="160" y="139"/>
                  <a:pt x="160" y="139"/>
                </a:cubicBezTo>
                <a:cubicBezTo>
                  <a:pt x="180" y="124"/>
                  <a:pt x="183" y="97"/>
                  <a:pt x="186" y="75"/>
                </a:cubicBezTo>
                <a:cubicBezTo>
                  <a:pt x="186" y="72"/>
                  <a:pt x="186" y="72"/>
                  <a:pt x="186" y="72"/>
                </a:cubicBezTo>
                <a:cubicBezTo>
                  <a:pt x="188" y="59"/>
                  <a:pt x="188" y="43"/>
                  <a:pt x="181" y="30"/>
                </a:cubicBezTo>
                <a:cubicBezTo>
                  <a:pt x="177" y="22"/>
                  <a:pt x="172" y="16"/>
                  <a:pt x="165" y="12"/>
                </a:cubicBezTo>
                <a:cubicBezTo>
                  <a:pt x="168" y="10"/>
                  <a:pt x="172" y="9"/>
                  <a:pt x="176" y="9"/>
                </a:cubicBezTo>
                <a:cubicBezTo>
                  <a:pt x="191" y="9"/>
                  <a:pt x="204" y="22"/>
                  <a:pt x="204" y="37"/>
                </a:cubicBezTo>
                <a:cubicBezTo>
                  <a:pt x="204" y="134"/>
                  <a:pt x="204" y="134"/>
                  <a:pt x="204" y="134"/>
                </a:cubicBezTo>
                <a:cubicBezTo>
                  <a:pt x="200" y="134"/>
                  <a:pt x="194" y="134"/>
                  <a:pt x="192" y="128"/>
                </a:cubicBezTo>
                <a:cubicBezTo>
                  <a:pt x="191" y="126"/>
                  <a:pt x="189" y="125"/>
                  <a:pt x="187" y="125"/>
                </a:cubicBezTo>
                <a:cubicBezTo>
                  <a:pt x="185" y="126"/>
                  <a:pt x="184" y="128"/>
                  <a:pt x="184" y="130"/>
                </a:cubicBezTo>
                <a:cubicBezTo>
                  <a:pt x="187" y="139"/>
                  <a:pt x="195" y="142"/>
                  <a:pt x="202" y="142"/>
                </a:cubicBezTo>
                <a:cubicBezTo>
                  <a:pt x="205" y="142"/>
                  <a:pt x="207" y="141"/>
                  <a:pt x="209" y="141"/>
                </a:cubicBezTo>
                <a:cubicBezTo>
                  <a:pt x="211" y="140"/>
                  <a:pt x="212" y="139"/>
                  <a:pt x="212" y="137"/>
                </a:cubicBezTo>
                <a:cubicBezTo>
                  <a:pt x="212" y="37"/>
                  <a:pt x="212" y="37"/>
                  <a:pt x="212" y="37"/>
                </a:cubicBezTo>
                <a:cubicBezTo>
                  <a:pt x="212" y="17"/>
                  <a:pt x="196" y="1"/>
                  <a:pt x="176" y="1"/>
                </a:cubicBezTo>
                <a:cubicBezTo>
                  <a:pt x="170" y="1"/>
                  <a:pt x="163" y="3"/>
                  <a:pt x="158" y="6"/>
                </a:cubicBezTo>
                <a:cubicBezTo>
                  <a:pt x="157" y="6"/>
                  <a:pt x="157" y="7"/>
                  <a:pt x="157" y="7"/>
                </a:cubicBezTo>
                <a:cubicBezTo>
                  <a:pt x="155" y="6"/>
                  <a:pt x="152" y="5"/>
                  <a:pt x="150" y="5"/>
                </a:cubicBezTo>
                <a:cubicBezTo>
                  <a:pt x="136" y="0"/>
                  <a:pt x="120" y="0"/>
                  <a:pt x="106" y="5"/>
                </a:cubicBezTo>
                <a:cubicBezTo>
                  <a:pt x="92" y="9"/>
                  <a:pt x="81" y="18"/>
                  <a:pt x="75" y="30"/>
                </a:cubicBezTo>
                <a:cubicBezTo>
                  <a:pt x="68" y="43"/>
                  <a:pt x="69" y="59"/>
                  <a:pt x="70" y="72"/>
                </a:cubicBezTo>
                <a:cubicBezTo>
                  <a:pt x="70" y="75"/>
                  <a:pt x="70" y="75"/>
                  <a:pt x="70" y="75"/>
                </a:cubicBezTo>
                <a:cubicBezTo>
                  <a:pt x="73" y="97"/>
                  <a:pt x="76" y="124"/>
                  <a:pt x="97" y="139"/>
                </a:cubicBezTo>
                <a:cubicBezTo>
                  <a:pt x="96" y="140"/>
                  <a:pt x="96" y="140"/>
                  <a:pt x="96" y="141"/>
                </a:cubicBezTo>
                <a:cubicBezTo>
                  <a:pt x="96" y="153"/>
                  <a:pt x="96" y="153"/>
                  <a:pt x="96" y="153"/>
                </a:cubicBezTo>
                <a:cubicBezTo>
                  <a:pt x="95" y="153"/>
                  <a:pt x="94" y="153"/>
                  <a:pt x="93" y="154"/>
                </a:cubicBezTo>
                <a:cubicBezTo>
                  <a:pt x="83" y="165"/>
                  <a:pt x="83" y="165"/>
                  <a:pt x="83" y="165"/>
                </a:cubicBezTo>
                <a:cubicBezTo>
                  <a:pt x="83" y="165"/>
                  <a:pt x="83" y="165"/>
                  <a:pt x="83" y="165"/>
                </a:cubicBezTo>
                <a:cubicBezTo>
                  <a:pt x="81" y="166"/>
                  <a:pt x="53" y="177"/>
                  <a:pt x="42" y="181"/>
                </a:cubicBezTo>
                <a:cubicBezTo>
                  <a:pt x="5" y="198"/>
                  <a:pt x="0" y="250"/>
                  <a:pt x="0" y="253"/>
                </a:cubicBezTo>
                <a:cubicBezTo>
                  <a:pt x="0" y="255"/>
                  <a:pt x="2" y="257"/>
                  <a:pt x="4" y="257"/>
                </a:cubicBezTo>
                <a:cubicBezTo>
                  <a:pt x="4" y="257"/>
                  <a:pt x="4" y="257"/>
                  <a:pt x="4" y="257"/>
                </a:cubicBezTo>
                <a:cubicBezTo>
                  <a:pt x="6" y="257"/>
                  <a:pt x="8" y="255"/>
                  <a:pt x="8" y="253"/>
                </a:cubicBezTo>
                <a:cubicBezTo>
                  <a:pt x="8" y="253"/>
                  <a:pt x="12" y="204"/>
                  <a:pt x="46" y="189"/>
                </a:cubicBezTo>
                <a:cubicBezTo>
                  <a:pt x="51" y="186"/>
                  <a:pt x="63" y="182"/>
                  <a:pt x="72" y="178"/>
                </a:cubicBezTo>
                <a:cubicBezTo>
                  <a:pt x="57" y="194"/>
                  <a:pt x="57" y="194"/>
                  <a:pt x="57" y="194"/>
                </a:cubicBezTo>
                <a:cubicBezTo>
                  <a:pt x="56" y="195"/>
                  <a:pt x="56" y="197"/>
                  <a:pt x="56" y="198"/>
                </a:cubicBezTo>
                <a:cubicBezTo>
                  <a:pt x="57" y="199"/>
                  <a:pt x="58" y="200"/>
                  <a:pt x="59" y="201"/>
                </a:cubicBezTo>
                <a:cubicBezTo>
                  <a:pt x="83" y="208"/>
                  <a:pt x="83" y="208"/>
                  <a:pt x="83" y="208"/>
                </a:cubicBezTo>
                <a:cubicBezTo>
                  <a:pt x="76" y="228"/>
                  <a:pt x="76" y="228"/>
                  <a:pt x="76" y="228"/>
                </a:cubicBezTo>
                <a:cubicBezTo>
                  <a:pt x="76" y="229"/>
                  <a:pt x="76" y="230"/>
                  <a:pt x="77" y="231"/>
                </a:cubicBezTo>
                <a:cubicBezTo>
                  <a:pt x="89" y="255"/>
                  <a:pt x="89" y="255"/>
                  <a:pt x="89" y="255"/>
                </a:cubicBezTo>
                <a:cubicBezTo>
                  <a:pt x="89" y="256"/>
                  <a:pt x="91" y="257"/>
                  <a:pt x="92" y="257"/>
                </a:cubicBezTo>
                <a:cubicBezTo>
                  <a:pt x="93" y="257"/>
                  <a:pt x="93" y="257"/>
                  <a:pt x="94" y="257"/>
                </a:cubicBezTo>
                <a:cubicBezTo>
                  <a:pt x="96" y="256"/>
                  <a:pt x="97" y="253"/>
                  <a:pt x="96" y="251"/>
                </a:cubicBezTo>
                <a:cubicBezTo>
                  <a:pt x="84" y="229"/>
                  <a:pt x="84" y="229"/>
                  <a:pt x="84" y="229"/>
                </a:cubicBezTo>
                <a:cubicBezTo>
                  <a:pt x="92" y="206"/>
                  <a:pt x="92" y="206"/>
                  <a:pt x="92" y="206"/>
                </a:cubicBezTo>
                <a:cubicBezTo>
                  <a:pt x="92" y="205"/>
                  <a:pt x="92" y="204"/>
                  <a:pt x="92" y="203"/>
                </a:cubicBezTo>
                <a:cubicBezTo>
                  <a:pt x="91" y="202"/>
                  <a:pt x="90" y="201"/>
                  <a:pt x="89" y="201"/>
                </a:cubicBezTo>
                <a:cubicBezTo>
                  <a:pt x="67" y="195"/>
                  <a:pt x="67" y="195"/>
                  <a:pt x="67" y="195"/>
                </a:cubicBezTo>
                <a:cubicBezTo>
                  <a:pt x="94" y="165"/>
                  <a:pt x="94" y="165"/>
                  <a:pt x="94" y="165"/>
                </a:cubicBezTo>
                <a:cubicBezTo>
                  <a:pt x="104" y="207"/>
                  <a:pt x="108" y="253"/>
                  <a:pt x="108" y="253"/>
                </a:cubicBezTo>
                <a:cubicBezTo>
                  <a:pt x="108" y="256"/>
                  <a:pt x="110" y="257"/>
                  <a:pt x="112" y="257"/>
                </a:cubicBezTo>
                <a:cubicBezTo>
                  <a:pt x="115" y="257"/>
                  <a:pt x="116" y="255"/>
                  <a:pt x="116" y="253"/>
                </a:cubicBezTo>
                <a:cubicBezTo>
                  <a:pt x="116" y="252"/>
                  <a:pt x="115" y="240"/>
                  <a:pt x="113" y="223"/>
                </a:cubicBezTo>
                <a:cubicBezTo>
                  <a:pt x="117" y="224"/>
                  <a:pt x="122" y="225"/>
                  <a:pt x="128" y="225"/>
                </a:cubicBezTo>
                <a:cubicBezTo>
                  <a:pt x="134" y="225"/>
                  <a:pt x="139" y="224"/>
                  <a:pt x="143" y="223"/>
                </a:cubicBezTo>
                <a:cubicBezTo>
                  <a:pt x="141" y="240"/>
                  <a:pt x="140" y="252"/>
                  <a:pt x="140" y="253"/>
                </a:cubicBezTo>
                <a:cubicBezTo>
                  <a:pt x="140" y="255"/>
                  <a:pt x="142" y="257"/>
                  <a:pt x="144" y="257"/>
                </a:cubicBezTo>
                <a:cubicBezTo>
                  <a:pt x="146" y="257"/>
                  <a:pt x="148" y="256"/>
                  <a:pt x="148" y="253"/>
                </a:cubicBezTo>
                <a:cubicBezTo>
                  <a:pt x="148" y="253"/>
                  <a:pt x="152" y="207"/>
                  <a:pt x="162" y="165"/>
                </a:cubicBezTo>
                <a:cubicBezTo>
                  <a:pt x="189" y="195"/>
                  <a:pt x="189" y="195"/>
                  <a:pt x="189" y="195"/>
                </a:cubicBezTo>
                <a:cubicBezTo>
                  <a:pt x="167" y="201"/>
                  <a:pt x="167" y="201"/>
                  <a:pt x="167" y="201"/>
                </a:cubicBezTo>
                <a:cubicBezTo>
                  <a:pt x="166" y="201"/>
                  <a:pt x="165" y="202"/>
                  <a:pt x="165" y="203"/>
                </a:cubicBezTo>
                <a:cubicBezTo>
                  <a:pt x="164" y="204"/>
                  <a:pt x="164" y="205"/>
                  <a:pt x="164" y="206"/>
                </a:cubicBezTo>
                <a:cubicBezTo>
                  <a:pt x="172" y="229"/>
                  <a:pt x="172" y="229"/>
                  <a:pt x="172" y="229"/>
                </a:cubicBezTo>
                <a:cubicBezTo>
                  <a:pt x="161" y="251"/>
                  <a:pt x="161" y="251"/>
                  <a:pt x="161" y="251"/>
                </a:cubicBezTo>
                <a:cubicBezTo>
                  <a:pt x="160" y="253"/>
                  <a:pt x="160" y="256"/>
                  <a:pt x="162" y="257"/>
                </a:cubicBezTo>
                <a:cubicBezTo>
                  <a:pt x="163" y="257"/>
                  <a:pt x="163" y="257"/>
                  <a:pt x="164" y="257"/>
                </a:cubicBezTo>
                <a:cubicBezTo>
                  <a:pt x="166" y="257"/>
                  <a:pt x="167" y="256"/>
                  <a:pt x="168" y="255"/>
                </a:cubicBezTo>
                <a:cubicBezTo>
                  <a:pt x="180" y="231"/>
                  <a:pt x="180" y="231"/>
                  <a:pt x="180" y="231"/>
                </a:cubicBezTo>
                <a:cubicBezTo>
                  <a:pt x="180" y="230"/>
                  <a:pt x="180" y="229"/>
                  <a:pt x="180" y="228"/>
                </a:cubicBezTo>
                <a:cubicBezTo>
                  <a:pt x="173" y="208"/>
                  <a:pt x="173" y="208"/>
                  <a:pt x="173" y="208"/>
                </a:cubicBezTo>
                <a:cubicBezTo>
                  <a:pt x="197" y="201"/>
                  <a:pt x="197" y="201"/>
                  <a:pt x="197" y="201"/>
                </a:cubicBezTo>
                <a:cubicBezTo>
                  <a:pt x="199" y="200"/>
                  <a:pt x="200" y="199"/>
                  <a:pt x="200" y="198"/>
                </a:cubicBezTo>
                <a:cubicBezTo>
                  <a:pt x="200" y="197"/>
                  <a:pt x="200" y="195"/>
                  <a:pt x="199" y="194"/>
                </a:cubicBezTo>
                <a:cubicBezTo>
                  <a:pt x="184" y="178"/>
                  <a:pt x="184" y="178"/>
                  <a:pt x="184" y="178"/>
                </a:cubicBezTo>
                <a:cubicBezTo>
                  <a:pt x="194" y="182"/>
                  <a:pt x="205" y="186"/>
                  <a:pt x="210" y="189"/>
                </a:cubicBezTo>
                <a:cubicBezTo>
                  <a:pt x="244" y="203"/>
                  <a:pt x="248" y="253"/>
                  <a:pt x="248" y="253"/>
                </a:cubicBezTo>
                <a:cubicBezTo>
                  <a:pt x="248" y="255"/>
                  <a:pt x="250" y="257"/>
                  <a:pt x="252" y="257"/>
                </a:cubicBezTo>
                <a:cubicBezTo>
                  <a:pt x="252" y="257"/>
                  <a:pt x="252" y="257"/>
                  <a:pt x="252" y="257"/>
                </a:cubicBezTo>
                <a:cubicBezTo>
                  <a:pt x="255" y="257"/>
                  <a:pt x="256" y="255"/>
                  <a:pt x="256" y="253"/>
                </a:cubicBezTo>
                <a:cubicBezTo>
                  <a:pt x="256" y="250"/>
                  <a:pt x="251" y="198"/>
                  <a:pt x="214" y="181"/>
                </a:cubicBezTo>
                <a:close/>
                <a:moveTo>
                  <a:pt x="144" y="143"/>
                </a:moveTo>
                <a:cubicBezTo>
                  <a:pt x="145" y="144"/>
                  <a:pt x="147" y="145"/>
                  <a:pt x="148" y="145"/>
                </a:cubicBezTo>
                <a:cubicBezTo>
                  <a:pt x="149" y="145"/>
                  <a:pt x="149" y="145"/>
                  <a:pt x="150" y="145"/>
                </a:cubicBezTo>
                <a:cubicBezTo>
                  <a:pt x="151" y="144"/>
                  <a:pt x="151" y="144"/>
                  <a:pt x="152" y="143"/>
                </a:cubicBezTo>
                <a:cubicBezTo>
                  <a:pt x="152" y="161"/>
                  <a:pt x="152" y="161"/>
                  <a:pt x="152" y="161"/>
                </a:cubicBezTo>
                <a:cubicBezTo>
                  <a:pt x="152" y="162"/>
                  <a:pt x="153" y="164"/>
                  <a:pt x="154" y="164"/>
                </a:cubicBezTo>
                <a:cubicBezTo>
                  <a:pt x="150" y="181"/>
                  <a:pt x="147" y="199"/>
                  <a:pt x="145" y="214"/>
                </a:cubicBezTo>
                <a:cubicBezTo>
                  <a:pt x="141" y="215"/>
                  <a:pt x="135" y="217"/>
                  <a:pt x="128" y="217"/>
                </a:cubicBezTo>
                <a:cubicBezTo>
                  <a:pt x="122" y="217"/>
                  <a:pt x="115" y="215"/>
                  <a:pt x="112" y="214"/>
                </a:cubicBezTo>
                <a:cubicBezTo>
                  <a:pt x="109" y="199"/>
                  <a:pt x="106" y="181"/>
                  <a:pt x="102" y="164"/>
                </a:cubicBezTo>
                <a:cubicBezTo>
                  <a:pt x="103" y="164"/>
                  <a:pt x="104" y="162"/>
                  <a:pt x="104" y="161"/>
                </a:cubicBezTo>
                <a:cubicBezTo>
                  <a:pt x="104" y="143"/>
                  <a:pt x="104" y="143"/>
                  <a:pt x="104" y="143"/>
                </a:cubicBezTo>
                <a:cubicBezTo>
                  <a:pt x="105" y="144"/>
                  <a:pt x="106" y="144"/>
                  <a:pt x="107" y="145"/>
                </a:cubicBezTo>
                <a:cubicBezTo>
                  <a:pt x="109" y="146"/>
                  <a:pt x="111" y="145"/>
                  <a:pt x="112" y="143"/>
                </a:cubicBezTo>
                <a:cubicBezTo>
                  <a:pt x="113" y="141"/>
                  <a:pt x="112" y="138"/>
                  <a:pt x="110" y="137"/>
                </a:cubicBezTo>
                <a:cubicBezTo>
                  <a:pt x="85" y="127"/>
                  <a:pt x="81" y="97"/>
                  <a:pt x="78" y="74"/>
                </a:cubicBezTo>
                <a:cubicBezTo>
                  <a:pt x="78" y="71"/>
                  <a:pt x="78" y="71"/>
                  <a:pt x="78" y="71"/>
                </a:cubicBezTo>
                <a:cubicBezTo>
                  <a:pt x="77" y="59"/>
                  <a:pt x="76" y="45"/>
                  <a:pt x="82" y="33"/>
                </a:cubicBezTo>
                <a:cubicBezTo>
                  <a:pt x="87" y="24"/>
                  <a:pt x="96" y="16"/>
                  <a:pt x="108" y="12"/>
                </a:cubicBezTo>
                <a:cubicBezTo>
                  <a:pt x="121" y="8"/>
                  <a:pt x="135" y="8"/>
                  <a:pt x="148" y="12"/>
                </a:cubicBezTo>
                <a:cubicBezTo>
                  <a:pt x="160" y="16"/>
                  <a:pt x="169" y="24"/>
                  <a:pt x="174" y="33"/>
                </a:cubicBezTo>
                <a:cubicBezTo>
                  <a:pt x="180" y="45"/>
                  <a:pt x="180" y="59"/>
                  <a:pt x="178" y="71"/>
                </a:cubicBezTo>
                <a:cubicBezTo>
                  <a:pt x="178" y="74"/>
                  <a:pt x="178" y="74"/>
                  <a:pt x="178" y="74"/>
                </a:cubicBezTo>
                <a:cubicBezTo>
                  <a:pt x="175" y="97"/>
                  <a:pt x="171" y="127"/>
                  <a:pt x="147" y="137"/>
                </a:cubicBezTo>
                <a:cubicBezTo>
                  <a:pt x="144" y="138"/>
                  <a:pt x="144" y="141"/>
                  <a:pt x="144" y="143"/>
                </a:cubicBezTo>
                <a:close/>
                <a:moveTo>
                  <a:pt x="168" y="57"/>
                </a:moveTo>
                <a:cubicBezTo>
                  <a:pt x="129" y="57"/>
                  <a:pt x="129" y="57"/>
                  <a:pt x="129" y="57"/>
                </a:cubicBezTo>
                <a:cubicBezTo>
                  <a:pt x="107" y="39"/>
                  <a:pt x="107" y="39"/>
                  <a:pt x="107" y="39"/>
                </a:cubicBezTo>
                <a:cubicBezTo>
                  <a:pt x="105" y="38"/>
                  <a:pt x="104" y="38"/>
                  <a:pt x="102" y="38"/>
                </a:cubicBezTo>
                <a:cubicBezTo>
                  <a:pt x="101" y="39"/>
                  <a:pt x="100" y="40"/>
                  <a:pt x="100" y="42"/>
                </a:cubicBezTo>
                <a:cubicBezTo>
                  <a:pt x="100" y="57"/>
                  <a:pt x="100" y="57"/>
                  <a:pt x="100" y="57"/>
                </a:cubicBezTo>
                <a:cubicBezTo>
                  <a:pt x="88" y="57"/>
                  <a:pt x="88" y="57"/>
                  <a:pt x="88" y="57"/>
                </a:cubicBezTo>
                <a:cubicBezTo>
                  <a:pt x="88" y="65"/>
                  <a:pt x="88" y="65"/>
                  <a:pt x="88" y="65"/>
                </a:cubicBezTo>
                <a:cubicBezTo>
                  <a:pt x="104" y="65"/>
                  <a:pt x="104" y="65"/>
                  <a:pt x="104" y="65"/>
                </a:cubicBezTo>
                <a:cubicBezTo>
                  <a:pt x="104" y="65"/>
                  <a:pt x="104" y="65"/>
                  <a:pt x="104" y="65"/>
                </a:cubicBezTo>
                <a:cubicBezTo>
                  <a:pt x="105" y="65"/>
                  <a:pt x="106" y="65"/>
                  <a:pt x="107" y="64"/>
                </a:cubicBezTo>
                <a:cubicBezTo>
                  <a:pt x="108" y="63"/>
                  <a:pt x="108" y="62"/>
                  <a:pt x="108" y="61"/>
                </a:cubicBezTo>
                <a:cubicBezTo>
                  <a:pt x="108" y="50"/>
                  <a:pt x="108" y="50"/>
                  <a:pt x="108" y="50"/>
                </a:cubicBezTo>
                <a:cubicBezTo>
                  <a:pt x="126" y="64"/>
                  <a:pt x="126" y="64"/>
                  <a:pt x="126" y="64"/>
                </a:cubicBezTo>
                <a:cubicBezTo>
                  <a:pt x="126" y="65"/>
                  <a:pt x="127" y="65"/>
                  <a:pt x="128" y="65"/>
                </a:cubicBezTo>
                <a:cubicBezTo>
                  <a:pt x="168" y="65"/>
                  <a:pt x="168" y="65"/>
                  <a:pt x="168" y="65"/>
                </a:cubicBezTo>
                <a:lnTo>
                  <a:pt x="168"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54" name="Freeform 192">
            <a:extLst>
              <a:ext uri="{FF2B5EF4-FFF2-40B4-BE49-F238E27FC236}">
                <a16:creationId xmlns:a16="http://schemas.microsoft.com/office/drawing/2014/main" id="{F48C6CB4-29C1-46B0-8A48-721B67E6D445}"/>
              </a:ext>
            </a:extLst>
          </p:cNvPr>
          <p:cNvSpPr>
            <a:spLocks noChangeAspect="1" noEditPoints="1"/>
          </p:cNvSpPr>
          <p:nvPr/>
        </p:nvSpPr>
        <p:spPr bwMode="auto">
          <a:xfrm>
            <a:off x="4443672" y="3386785"/>
            <a:ext cx="400050" cy="401638"/>
          </a:xfrm>
          <a:custGeom>
            <a:avLst/>
            <a:gdLst>
              <a:gd name="T0" fmla="*/ 164 w 256"/>
              <a:gd name="T1" fmla="*/ 150 h 257"/>
              <a:gd name="T2" fmla="*/ 164 w 256"/>
              <a:gd name="T3" fmla="*/ 136 h 257"/>
              <a:gd name="T4" fmla="*/ 186 w 256"/>
              <a:gd name="T5" fmla="*/ 72 h 257"/>
              <a:gd name="T6" fmla="*/ 150 w 256"/>
              <a:gd name="T7" fmla="*/ 5 h 257"/>
              <a:gd name="T8" fmla="*/ 75 w 256"/>
              <a:gd name="T9" fmla="*/ 30 h 257"/>
              <a:gd name="T10" fmla="*/ 70 w 256"/>
              <a:gd name="T11" fmla="*/ 75 h 257"/>
              <a:gd name="T12" fmla="*/ 92 w 256"/>
              <a:gd name="T13" fmla="*/ 137 h 257"/>
              <a:gd name="T14" fmla="*/ 92 w 256"/>
              <a:gd name="T15" fmla="*/ 153 h 257"/>
              <a:gd name="T16" fmla="*/ 111 w 256"/>
              <a:gd name="T17" fmla="*/ 175 h 257"/>
              <a:gd name="T18" fmla="*/ 84 w 256"/>
              <a:gd name="T19" fmla="*/ 161 h 257"/>
              <a:gd name="T20" fmla="*/ 84 w 256"/>
              <a:gd name="T21" fmla="*/ 160 h 257"/>
              <a:gd name="T22" fmla="*/ 84 w 256"/>
              <a:gd name="T23" fmla="*/ 159 h 257"/>
              <a:gd name="T24" fmla="*/ 83 w 256"/>
              <a:gd name="T25" fmla="*/ 158 h 257"/>
              <a:gd name="T26" fmla="*/ 82 w 256"/>
              <a:gd name="T27" fmla="*/ 157 h 257"/>
              <a:gd name="T28" fmla="*/ 80 w 256"/>
              <a:gd name="T29" fmla="*/ 157 h 257"/>
              <a:gd name="T30" fmla="*/ 79 w 256"/>
              <a:gd name="T31" fmla="*/ 157 h 257"/>
              <a:gd name="T32" fmla="*/ 78 w 256"/>
              <a:gd name="T33" fmla="*/ 157 h 257"/>
              <a:gd name="T34" fmla="*/ 0 w 256"/>
              <a:gd name="T35" fmla="*/ 253 h 257"/>
              <a:gd name="T36" fmla="*/ 4 w 256"/>
              <a:gd name="T37" fmla="*/ 257 h 257"/>
              <a:gd name="T38" fmla="*/ 38 w 256"/>
              <a:gd name="T39" fmla="*/ 185 h 257"/>
              <a:gd name="T40" fmla="*/ 72 w 256"/>
              <a:gd name="T41" fmla="*/ 205 h 257"/>
              <a:gd name="T42" fmla="*/ 76 w 256"/>
              <a:gd name="T43" fmla="*/ 209 h 257"/>
              <a:gd name="T44" fmla="*/ 110 w 256"/>
              <a:gd name="T45" fmla="*/ 190 h 257"/>
              <a:gd name="T46" fmla="*/ 104 w 256"/>
              <a:gd name="T47" fmla="*/ 253 h 257"/>
              <a:gd name="T48" fmla="*/ 112 w 256"/>
              <a:gd name="T49" fmla="*/ 253 h 257"/>
              <a:gd name="T50" fmla="*/ 123 w 256"/>
              <a:gd name="T51" fmla="*/ 198 h 257"/>
              <a:gd name="T52" fmla="*/ 138 w 256"/>
              <a:gd name="T53" fmla="*/ 178 h 257"/>
              <a:gd name="T54" fmla="*/ 132 w 256"/>
              <a:gd name="T55" fmla="*/ 202 h 257"/>
              <a:gd name="T56" fmla="*/ 148 w 256"/>
              <a:gd name="T57" fmla="*/ 257 h 257"/>
              <a:gd name="T58" fmla="*/ 141 w 256"/>
              <a:gd name="T59" fmla="*/ 202 h 257"/>
              <a:gd name="T60" fmla="*/ 179 w 256"/>
              <a:gd name="T61" fmla="*/ 209 h 257"/>
              <a:gd name="T62" fmla="*/ 183 w 256"/>
              <a:gd name="T63" fmla="*/ 208 h 257"/>
              <a:gd name="T64" fmla="*/ 181 w 256"/>
              <a:gd name="T65" fmla="*/ 167 h 257"/>
              <a:gd name="T66" fmla="*/ 248 w 256"/>
              <a:gd name="T67" fmla="*/ 253 h 257"/>
              <a:gd name="T68" fmla="*/ 252 w 256"/>
              <a:gd name="T69" fmla="*/ 257 h 257"/>
              <a:gd name="T70" fmla="*/ 222 w 256"/>
              <a:gd name="T71" fmla="*/ 177 h 257"/>
              <a:gd name="T72" fmla="*/ 108 w 256"/>
              <a:gd name="T73" fmla="*/ 12 h 257"/>
              <a:gd name="T74" fmla="*/ 174 w 256"/>
              <a:gd name="T75" fmla="*/ 33 h 257"/>
              <a:gd name="T76" fmla="*/ 174 w 256"/>
              <a:gd name="T77" fmla="*/ 46 h 257"/>
              <a:gd name="T78" fmla="*/ 147 w 256"/>
              <a:gd name="T79" fmla="*/ 51 h 257"/>
              <a:gd name="T80" fmla="*/ 109 w 256"/>
              <a:gd name="T81" fmla="*/ 51 h 257"/>
              <a:gd name="T82" fmla="*/ 82 w 256"/>
              <a:gd name="T83" fmla="*/ 46 h 257"/>
              <a:gd name="T84" fmla="*/ 82 w 256"/>
              <a:gd name="T85" fmla="*/ 33 h 257"/>
              <a:gd name="T86" fmla="*/ 139 w 256"/>
              <a:gd name="T87" fmla="*/ 169 h 257"/>
              <a:gd name="T88" fmla="*/ 117 w 256"/>
              <a:gd name="T89" fmla="*/ 169 h 257"/>
              <a:gd name="T90" fmla="*/ 117 w 256"/>
              <a:gd name="T91" fmla="*/ 169 h 257"/>
              <a:gd name="T92" fmla="*/ 100 w 256"/>
              <a:gd name="T93" fmla="*/ 141 h 257"/>
              <a:gd name="T94" fmla="*/ 112 w 256"/>
              <a:gd name="T95" fmla="*/ 143 h 257"/>
              <a:gd name="T96" fmla="*/ 78 w 256"/>
              <a:gd name="T97" fmla="*/ 74 h 257"/>
              <a:gd name="T98" fmla="*/ 77 w 256"/>
              <a:gd name="T99" fmla="*/ 65 h 257"/>
              <a:gd name="T100" fmla="*/ 86 w 256"/>
              <a:gd name="T101" fmla="*/ 53 h 257"/>
              <a:gd name="T102" fmla="*/ 105 w 256"/>
              <a:gd name="T103" fmla="*/ 58 h 257"/>
              <a:gd name="T104" fmla="*/ 151 w 256"/>
              <a:gd name="T105" fmla="*/ 58 h 257"/>
              <a:gd name="T106" fmla="*/ 170 w 256"/>
              <a:gd name="T107" fmla="*/ 53 h 257"/>
              <a:gd name="T108" fmla="*/ 179 w 256"/>
              <a:gd name="T109" fmla="*/ 65 h 257"/>
              <a:gd name="T110" fmla="*/ 178 w 256"/>
              <a:gd name="T111" fmla="*/ 74 h 257"/>
              <a:gd name="T112" fmla="*/ 144 w 256"/>
              <a:gd name="T113" fmla="*/ 143 h 257"/>
              <a:gd name="T114" fmla="*/ 150 w 256"/>
              <a:gd name="T115" fmla="*/ 145 h 257"/>
              <a:gd name="T116" fmla="*/ 156 w 256"/>
              <a:gd name="T117" fmla="*/ 152 h 257"/>
              <a:gd name="T118" fmla="*/ 175 w 256"/>
              <a:gd name="T119" fmla="*/ 200 h 257"/>
              <a:gd name="T120" fmla="*/ 162 w 256"/>
              <a:gd name="T121" fmla="*/ 158 h 257"/>
              <a:gd name="T122" fmla="*/ 175 w 256"/>
              <a:gd name="T123" fmla="*/ 20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7">
                <a:moveTo>
                  <a:pt x="222" y="177"/>
                </a:moveTo>
                <a:cubicBezTo>
                  <a:pt x="164" y="150"/>
                  <a:pt x="164" y="150"/>
                  <a:pt x="164" y="150"/>
                </a:cubicBezTo>
                <a:cubicBezTo>
                  <a:pt x="164" y="137"/>
                  <a:pt x="164" y="137"/>
                  <a:pt x="164" y="137"/>
                </a:cubicBezTo>
                <a:cubicBezTo>
                  <a:pt x="164" y="136"/>
                  <a:pt x="164" y="136"/>
                  <a:pt x="164" y="136"/>
                </a:cubicBezTo>
                <a:cubicBezTo>
                  <a:pt x="180" y="120"/>
                  <a:pt x="183" y="96"/>
                  <a:pt x="186" y="75"/>
                </a:cubicBezTo>
                <a:cubicBezTo>
                  <a:pt x="186" y="72"/>
                  <a:pt x="186" y="72"/>
                  <a:pt x="186" y="72"/>
                </a:cubicBezTo>
                <a:cubicBezTo>
                  <a:pt x="188" y="59"/>
                  <a:pt x="188" y="43"/>
                  <a:pt x="181" y="30"/>
                </a:cubicBezTo>
                <a:cubicBezTo>
                  <a:pt x="175" y="18"/>
                  <a:pt x="164" y="9"/>
                  <a:pt x="150" y="5"/>
                </a:cubicBezTo>
                <a:cubicBezTo>
                  <a:pt x="136" y="0"/>
                  <a:pt x="120" y="0"/>
                  <a:pt x="106" y="5"/>
                </a:cubicBezTo>
                <a:cubicBezTo>
                  <a:pt x="92" y="9"/>
                  <a:pt x="81" y="18"/>
                  <a:pt x="75" y="30"/>
                </a:cubicBezTo>
                <a:cubicBezTo>
                  <a:pt x="68" y="43"/>
                  <a:pt x="68" y="59"/>
                  <a:pt x="70" y="72"/>
                </a:cubicBezTo>
                <a:cubicBezTo>
                  <a:pt x="70" y="75"/>
                  <a:pt x="70" y="75"/>
                  <a:pt x="70" y="75"/>
                </a:cubicBezTo>
                <a:cubicBezTo>
                  <a:pt x="73" y="96"/>
                  <a:pt x="76" y="120"/>
                  <a:pt x="92" y="136"/>
                </a:cubicBezTo>
                <a:cubicBezTo>
                  <a:pt x="92" y="136"/>
                  <a:pt x="92" y="136"/>
                  <a:pt x="92" y="137"/>
                </a:cubicBezTo>
                <a:cubicBezTo>
                  <a:pt x="92" y="153"/>
                  <a:pt x="92" y="153"/>
                  <a:pt x="92" y="153"/>
                </a:cubicBezTo>
                <a:cubicBezTo>
                  <a:pt x="92" y="153"/>
                  <a:pt x="92" y="153"/>
                  <a:pt x="92" y="153"/>
                </a:cubicBezTo>
                <a:cubicBezTo>
                  <a:pt x="92" y="154"/>
                  <a:pt x="92" y="154"/>
                  <a:pt x="92" y="154"/>
                </a:cubicBezTo>
                <a:cubicBezTo>
                  <a:pt x="92" y="155"/>
                  <a:pt x="96" y="169"/>
                  <a:pt x="111" y="175"/>
                </a:cubicBezTo>
                <a:cubicBezTo>
                  <a:pt x="107" y="181"/>
                  <a:pt x="99" y="193"/>
                  <a:pt x="81" y="200"/>
                </a:cubicBezTo>
                <a:cubicBezTo>
                  <a:pt x="84" y="161"/>
                  <a:pt x="84" y="161"/>
                  <a:pt x="84" y="161"/>
                </a:cubicBezTo>
                <a:cubicBezTo>
                  <a:pt x="84" y="161"/>
                  <a:pt x="84" y="161"/>
                  <a:pt x="84" y="161"/>
                </a:cubicBezTo>
                <a:cubicBezTo>
                  <a:pt x="84" y="161"/>
                  <a:pt x="84" y="161"/>
                  <a:pt x="84" y="160"/>
                </a:cubicBezTo>
                <a:cubicBezTo>
                  <a:pt x="84" y="160"/>
                  <a:pt x="84" y="160"/>
                  <a:pt x="84" y="160"/>
                </a:cubicBezTo>
                <a:cubicBezTo>
                  <a:pt x="84" y="159"/>
                  <a:pt x="84" y="159"/>
                  <a:pt x="84" y="159"/>
                </a:cubicBezTo>
                <a:cubicBezTo>
                  <a:pt x="84" y="159"/>
                  <a:pt x="83" y="159"/>
                  <a:pt x="83" y="159"/>
                </a:cubicBezTo>
                <a:cubicBezTo>
                  <a:pt x="83" y="159"/>
                  <a:pt x="83" y="158"/>
                  <a:pt x="83" y="158"/>
                </a:cubicBezTo>
                <a:cubicBezTo>
                  <a:pt x="83" y="158"/>
                  <a:pt x="82" y="158"/>
                  <a:pt x="82" y="158"/>
                </a:cubicBezTo>
                <a:cubicBezTo>
                  <a:pt x="82" y="158"/>
                  <a:pt x="82" y="158"/>
                  <a:pt x="82" y="157"/>
                </a:cubicBezTo>
                <a:cubicBezTo>
                  <a:pt x="81" y="157"/>
                  <a:pt x="81" y="157"/>
                  <a:pt x="81" y="157"/>
                </a:cubicBezTo>
                <a:cubicBezTo>
                  <a:pt x="81" y="157"/>
                  <a:pt x="81" y="157"/>
                  <a:pt x="80" y="157"/>
                </a:cubicBezTo>
                <a:cubicBezTo>
                  <a:pt x="80" y="157"/>
                  <a:pt x="80" y="157"/>
                  <a:pt x="80" y="157"/>
                </a:cubicBezTo>
                <a:cubicBezTo>
                  <a:pt x="80" y="157"/>
                  <a:pt x="80" y="157"/>
                  <a:pt x="79" y="157"/>
                </a:cubicBezTo>
                <a:cubicBezTo>
                  <a:pt x="79" y="157"/>
                  <a:pt x="79" y="157"/>
                  <a:pt x="79" y="157"/>
                </a:cubicBezTo>
                <a:cubicBezTo>
                  <a:pt x="79" y="157"/>
                  <a:pt x="78" y="157"/>
                  <a:pt x="78" y="157"/>
                </a:cubicBezTo>
                <a:cubicBezTo>
                  <a:pt x="34" y="177"/>
                  <a:pt x="34" y="177"/>
                  <a:pt x="34" y="177"/>
                </a:cubicBezTo>
                <a:cubicBezTo>
                  <a:pt x="0" y="194"/>
                  <a:pt x="0" y="251"/>
                  <a:pt x="0" y="253"/>
                </a:cubicBezTo>
                <a:cubicBezTo>
                  <a:pt x="0" y="255"/>
                  <a:pt x="2" y="257"/>
                  <a:pt x="4" y="257"/>
                </a:cubicBezTo>
                <a:cubicBezTo>
                  <a:pt x="4" y="257"/>
                  <a:pt x="4" y="257"/>
                  <a:pt x="4" y="257"/>
                </a:cubicBezTo>
                <a:cubicBezTo>
                  <a:pt x="6" y="257"/>
                  <a:pt x="8" y="255"/>
                  <a:pt x="8" y="253"/>
                </a:cubicBezTo>
                <a:cubicBezTo>
                  <a:pt x="8" y="252"/>
                  <a:pt x="8" y="199"/>
                  <a:pt x="38" y="185"/>
                </a:cubicBezTo>
                <a:cubicBezTo>
                  <a:pt x="75" y="167"/>
                  <a:pt x="75" y="167"/>
                  <a:pt x="75" y="167"/>
                </a:cubicBezTo>
                <a:cubicBezTo>
                  <a:pt x="72" y="205"/>
                  <a:pt x="72" y="205"/>
                  <a:pt x="72" y="205"/>
                </a:cubicBezTo>
                <a:cubicBezTo>
                  <a:pt x="72" y="206"/>
                  <a:pt x="72" y="207"/>
                  <a:pt x="73" y="208"/>
                </a:cubicBezTo>
                <a:cubicBezTo>
                  <a:pt x="74" y="209"/>
                  <a:pt x="75" y="209"/>
                  <a:pt x="76" y="209"/>
                </a:cubicBezTo>
                <a:cubicBezTo>
                  <a:pt x="76" y="209"/>
                  <a:pt x="77" y="209"/>
                  <a:pt x="77" y="209"/>
                </a:cubicBezTo>
                <a:cubicBezTo>
                  <a:pt x="93" y="205"/>
                  <a:pt x="103" y="197"/>
                  <a:pt x="110" y="190"/>
                </a:cubicBezTo>
                <a:cubicBezTo>
                  <a:pt x="111" y="194"/>
                  <a:pt x="112" y="198"/>
                  <a:pt x="115" y="202"/>
                </a:cubicBezTo>
                <a:cubicBezTo>
                  <a:pt x="113" y="210"/>
                  <a:pt x="104" y="239"/>
                  <a:pt x="104" y="253"/>
                </a:cubicBezTo>
                <a:cubicBezTo>
                  <a:pt x="104" y="255"/>
                  <a:pt x="106" y="257"/>
                  <a:pt x="108" y="257"/>
                </a:cubicBezTo>
                <a:cubicBezTo>
                  <a:pt x="110" y="257"/>
                  <a:pt x="112" y="255"/>
                  <a:pt x="112" y="253"/>
                </a:cubicBezTo>
                <a:cubicBezTo>
                  <a:pt x="112" y="238"/>
                  <a:pt x="124" y="203"/>
                  <a:pt x="124" y="202"/>
                </a:cubicBezTo>
                <a:cubicBezTo>
                  <a:pt x="124" y="201"/>
                  <a:pt x="124" y="199"/>
                  <a:pt x="123" y="198"/>
                </a:cubicBezTo>
                <a:cubicBezTo>
                  <a:pt x="116" y="191"/>
                  <a:pt x="117" y="182"/>
                  <a:pt x="118" y="178"/>
                </a:cubicBezTo>
                <a:cubicBezTo>
                  <a:pt x="123" y="179"/>
                  <a:pt x="130" y="180"/>
                  <a:pt x="138" y="178"/>
                </a:cubicBezTo>
                <a:cubicBezTo>
                  <a:pt x="139" y="182"/>
                  <a:pt x="140" y="191"/>
                  <a:pt x="133" y="198"/>
                </a:cubicBezTo>
                <a:cubicBezTo>
                  <a:pt x="132" y="199"/>
                  <a:pt x="132" y="201"/>
                  <a:pt x="132" y="202"/>
                </a:cubicBezTo>
                <a:cubicBezTo>
                  <a:pt x="132" y="203"/>
                  <a:pt x="144" y="238"/>
                  <a:pt x="144" y="253"/>
                </a:cubicBezTo>
                <a:cubicBezTo>
                  <a:pt x="144" y="255"/>
                  <a:pt x="146" y="257"/>
                  <a:pt x="148" y="257"/>
                </a:cubicBezTo>
                <a:cubicBezTo>
                  <a:pt x="150" y="257"/>
                  <a:pt x="152" y="255"/>
                  <a:pt x="152" y="253"/>
                </a:cubicBezTo>
                <a:cubicBezTo>
                  <a:pt x="152" y="239"/>
                  <a:pt x="143" y="210"/>
                  <a:pt x="141" y="202"/>
                </a:cubicBezTo>
                <a:cubicBezTo>
                  <a:pt x="144" y="198"/>
                  <a:pt x="145" y="194"/>
                  <a:pt x="146" y="190"/>
                </a:cubicBezTo>
                <a:cubicBezTo>
                  <a:pt x="153" y="197"/>
                  <a:pt x="163" y="205"/>
                  <a:pt x="179" y="209"/>
                </a:cubicBezTo>
                <a:cubicBezTo>
                  <a:pt x="179" y="209"/>
                  <a:pt x="180" y="209"/>
                  <a:pt x="180" y="209"/>
                </a:cubicBezTo>
                <a:cubicBezTo>
                  <a:pt x="181" y="209"/>
                  <a:pt x="182" y="209"/>
                  <a:pt x="183" y="208"/>
                </a:cubicBezTo>
                <a:cubicBezTo>
                  <a:pt x="184" y="207"/>
                  <a:pt x="184" y="206"/>
                  <a:pt x="184" y="205"/>
                </a:cubicBezTo>
                <a:cubicBezTo>
                  <a:pt x="181" y="167"/>
                  <a:pt x="181" y="167"/>
                  <a:pt x="181" y="167"/>
                </a:cubicBezTo>
                <a:cubicBezTo>
                  <a:pt x="218" y="185"/>
                  <a:pt x="218" y="185"/>
                  <a:pt x="218" y="185"/>
                </a:cubicBezTo>
                <a:cubicBezTo>
                  <a:pt x="248" y="199"/>
                  <a:pt x="248" y="252"/>
                  <a:pt x="248" y="253"/>
                </a:cubicBezTo>
                <a:cubicBezTo>
                  <a:pt x="248" y="255"/>
                  <a:pt x="250" y="257"/>
                  <a:pt x="252" y="257"/>
                </a:cubicBezTo>
                <a:cubicBezTo>
                  <a:pt x="252" y="257"/>
                  <a:pt x="252" y="257"/>
                  <a:pt x="252" y="257"/>
                </a:cubicBezTo>
                <a:cubicBezTo>
                  <a:pt x="254" y="257"/>
                  <a:pt x="256" y="255"/>
                  <a:pt x="256" y="253"/>
                </a:cubicBezTo>
                <a:cubicBezTo>
                  <a:pt x="256" y="251"/>
                  <a:pt x="256" y="194"/>
                  <a:pt x="222" y="177"/>
                </a:cubicBezTo>
                <a:close/>
                <a:moveTo>
                  <a:pt x="82" y="33"/>
                </a:moveTo>
                <a:cubicBezTo>
                  <a:pt x="87" y="24"/>
                  <a:pt x="96" y="16"/>
                  <a:pt x="108" y="12"/>
                </a:cubicBezTo>
                <a:cubicBezTo>
                  <a:pt x="121" y="8"/>
                  <a:pt x="135" y="8"/>
                  <a:pt x="148" y="12"/>
                </a:cubicBezTo>
                <a:cubicBezTo>
                  <a:pt x="160" y="16"/>
                  <a:pt x="169" y="24"/>
                  <a:pt x="174" y="33"/>
                </a:cubicBezTo>
                <a:cubicBezTo>
                  <a:pt x="177" y="39"/>
                  <a:pt x="178" y="44"/>
                  <a:pt x="179" y="50"/>
                </a:cubicBezTo>
                <a:cubicBezTo>
                  <a:pt x="177" y="49"/>
                  <a:pt x="176" y="47"/>
                  <a:pt x="174" y="46"/>
                </a:cubicBezTo>
                <a:cubicBezTo>
                  <a:pt x="169" y="44"/>
                  <a:pt x="164" y="43"/>
                  <a:pt x="159" y="45"/>
                </a:cubicBezTo>
                <a:cubicBezTo>
                  <a:pt x="154" y="47"/>
                  <a:pt x="150" y="49"/>
                  <a:pt x="147" y="51"/>
                </a:cubicBezTo>
                <a:cubicBezTo>
                  <a:pt x="142" y="54"/>
                  <a:pt x="137" y="57"/>
                  <a:pt x="128" y="57"/>
                </a:cubicBezTo>
                <a:cubicBezTo>
                  <a:pt x="119" y="57"/>
                  <a:pt x="114" y="54"/>
                  <a:pt x="109" y="51"/>
                </a:cubicBezTo>
                <a:cubicBezTo>
                  <a:pt x="106" y="49"/>
                  <a:pt x="102" y="47"/>
                  <a:pt x="97" y="45"/>
                </a:cubicBezTo>
                <a:cubicBezTo>
                  <a:pt x="92" y="43"/>
                  <a:pt x="87" y="44"/>
                  <a:pt x="82" y="46"/>
                </a:cubicBezTo>
                <a:cubicBezTo>
                  <a:pt x="80" y="47"/>
                  <a:pt x="79" y="49"/>
                  <a:pt x="77" y="50"/>
                </a:cubicBezTo>
                <a:cubicBezTo>
                  <a:pt x="78" y="44"/>
                  <a:pt x="79" y="39"/>
                  <a:pt x="82" y="33"/>
                </a:cubicBezTo>
                <a:close/>
                <a:moveTo>
                  <a:pt x="139" y="169"/>
                </a:moveTo>
                <a:cubicBezTo>
                  <a:pt x="139" y="169"/>
                  <a:pt x="139" y="169"/>
                  <a:pt x="139" y="169"/>
                </a:cubicBezTo>
                <a:cubicBezTo>
                  <a:pt x="139" y="169"/>
                  <a:pt x="139" y="169"/>
                  <a:pt x="139" y="169"/>
                </a:cubicBezTo>
                <a:cubicBezTo>
                  <a:pt x="128" y="173"/>
                  <a:pt x="117" y="169"/>
                  <a:pt x="117" y="169"/>
                </a:cubicBezTo>
                <a:cubicBezTo>
                  <a:pt x="117" y="169"/>
                  <a:pt x="117" y="169"/>
                  <a:pt x="117" y="169"/>
                </a:cubicBezTo>
                <a:cubicBezTo>
                  <a:pt x="117" y="169"/>
                  <a:pt x="117" y="169"/>
                  <a:pt x="117" y="169"/>
                </a:cubicBezTo>
                <a:cubicBezTo>
                  <a:pt x="105" y="166"/>
                  <a:pt x="101" y="155"/>
                  <a:pt x="100" y="152"/>
                </a:cubicBezTo>
                <a:cubicBezTo>
                  <a:pt x="100" y="141"/>
                  <a:pt x="100" y="141"/>
                  <a:pt x="100" y="141"/>
                </a:cubicBezTo>
                <a:cubicBezTo>
                  <a:pt x="102" y="143"/>
                  <a:pt x="104" y="144"/>
                  <a:pt x="106" y="145"/>
                </a:cubicBezTo>
                <a:cubicBezTo>
                  <a:pt x="108" y="146"/>
                  <a:pt x="111" y="145"/>
                  <a:pt x="112" y="143"/>
                </a:cubicBezTo>
                <a:cubicBezTo>
                  <a:pt x="113" y="141"/>
                  <a:pt x="112" y="138"/>
                  <a:pt x="110" y="137"/>
                </a:cubicBezTo>
                <a:cubicBezTo>
                  <a:pt x="85" y="127"/>
                  <a:pt x="81" y="97"/>
                  <a:pt x="78" y="74"/>
                </a:cubicBezTo>
                <a:cubicBezTo>
                  <a:pt x="78" y="71"/>
                  <a:pt x="78" y="71"/>
                  <a:pt x="78" y="71"/>
                </a:cubicBezTo>
                <a:cubicBezTo>
                  <a:pt x="78" y="69"/>
                  <a:pt x="78" y="67"/>
                  <a:pt x="77" y="65"/>
                </a:cubicBezTo>
                <a:cubicBezTo>
                  <a:pt x="79" y="64"/>
                  <a:pt x="80" y="63"/>
                  <a:pt x="80" y="62"/>
                </a:cubicBezTo>
                <a:cubicBezTo>
                  <a:pt x="80" y="62"/>
                  <a:pt x="82" y="56"/>
                  <a:pt x="86" y="53"/>
                </a:cubicBezTo>
                <a:cubicBezTo>
                  <a:pt x="89" y="52"/>
                  <a:pt x="91" y="52"/>
                  <a:pt x="95" y="53"/>
                </a:cubicBezTo>
                <a:cubicBezTo>
                  <a:pt x="99" y="54"/>
                  <a:pt x="102" y="56"/>
                  <a:pt x="105" y="58"/>
                </a:cubicBezTo>
                <a:cubicBezTo>
                  <a:pt x="111" y="61"/>
                  <a:pt x="117" y="65"/>
                  <a:pt x="128" y="65"/>
                </a:cubicBezTo>
                <a:cubicBezTo>
                  <a:pt x="139" y="65"/>
                  <a:pt x="145" y="61"/>
                  <a:pt x="151" y="58"/>
                </a:cubicBezTo>
                <a:cubicBezTo>
                  <a:pt x="154" y="56"/>
                  <a:pt x="157" y="54"/>
                  <a:pt x="161" y="53"/>
                </a:cubicBezTo>
                <a:cubicBezTo>
                  <a:pt x="165" y="52"/>
                  <a:pt x="167" y="52"/>
                  <a:pt x="170" y="53"/>
                </a:cubicBezTo>
                <a:cubicBezTo>
                  <a:pt x="174" y="56"/>
                  <a:pt x="176" y="62"/>
                  <a:pt x="176" y="62"/>
                </a:cubicBezTo>
                <a:cubicBezTo>
                  <a:pt x="176" y="63"/>
                  <a:pt x="177" y="64"/>
                  <a:pt x="179" y="65"/>
                </a:cubicBezTo>
                <a:cubicBezTo>
                  <a:pt x="178" y="67"/>
                  <a:pt x="178" y="69"/>
                  <a:pt x="178" y="71"/>
                </a:cubicBezTo>
                <a:cubicBezTo>
                  <a:pt x="178" y="74"/>
                  <a:pt x="178" y="74"/>
                  <a:pt x="178" y="74"/>
                </a:cubicBezTo>
                <a:cubicBezTo>
                  <a:pt x="175" y="97"/>
                  <a:pt x="171" y="127"/>
                  <a:pt x="146" y="137"/>
                </a:cubicBezTo>
                <a:cubicBezTo>
                  <a:pt x="144" y="138"/>
                  <a:pt x="143" y="141"/>
                  <a:pt x="144" y="143"/>
                </a:cubicBezTo>
                <a:cubicBezTo>
                  <a:pt x="145" y="144"/>
                  <a:pt x="146" y="145"/>
                  <a:pt x="148" y="145"/>
                </a:cubicBezTo>
                <a:cubicBezTo>
                  <a:pt x="149" y="145"/>
                  <a:pt x="149" y="145"/>
                  <a:pt x="150" y="145"/>
                </a:cubicBezTo>
                <a:cubicBezTo>
                  <a:pt x="152" y="144"/>
                  <a:pt x="154" y="143"/>
                  <a:pt x="156" y="141"/>
                </a:cubicBezTo>
                <a:cubicBezTo>
                  <a:pt x="156" y="152"/>
                  <a:pt x="156" y="152"/>
                  <a:pt x="156" y="152"/>
                </a:cubicBezTo>
                <a:cubicBezTo>
                  <a:pt x="155" y="155"/>
                  <a:pt x="151" y="166"/>
                  <a:pt x="139" y="169"/>
                </a:cubicBezTo>
                <a:close/>
                <a:moveTo>
                  <a:pt x="175" y="200"/>
                </a:moveTo>
                <a:cubicBezTo>
                  <a:pt x="157" y="193"/>
                  <a:pt x="149" y="181"/>
                  <a:pt x="145" y="175"/>
                </a:cubicBezTo>
                <a:cubicBezTo>
                  <a:pt x="155" y="171"/>
                  <a:pt x="160" y="163"/>
                  <a:pt x="162" y="158"/>
                </a:cubicBezTo>
                <a:cubicBezTo>
                  <a:pt x="172" y="163"/>
                  <a:pt x="172" y="163"/>
                  <a:pt x="172" y="163"/>
                </a:cubicBezTo>
                <a:lnTo>
                  <a:pt x="175" y="20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6" name="Freeform 196">
            <a:extLst>
              <a:ext uri="{FF2B5EF4-FFF2-40B4-BE49-F238E27FC236}">
                <a16:creationId xmlns:a16="http://schemas.microsoft.com/office/drawing/2014/main" id="{B3B445AD-C481-4E91-B7A1-BFC5A5C0E946}"/>
              </a:ext>
            </a:extLst>
          </p:cNvPr>
          <p:cNvSpPr>
            <a:spLocks noChangeAspect="1" noEditPoints="1"/>
          </p:cNvSpPr>
          <p:nvPr/>
        </p:nvSpPr>
        <p:spPr bwMode="auto">
          <a:xfrm>
            <a:off x="5411318" y="3386785"/>
            <a:ext cx="400050" cy="401638"/>
          </a:xfrm>
          <a:custGeom>
            <a:avLst/>
            <a:gdLst>
              <a:gd name="T0" fmla="*/ 165 w 256"/>
              <a:gd name="T1" fmla="*/ 153 h 257"/>
              <a:gd name="T2" fmla="*/ 164 w 256"/>
              <a:gd name="T3" fmla="*/ 153 h 257"/>
              <a:gd name="T4" fmla="*/ 186 w 256"/>
              <a:gd name="T5" fmla="*/ 75 h 257"/>
              <a:gd name="T6" fmla="*/ 150 w 256"/>
              <a:gd name="T7" fmla="*/ 5 h 257"/>
              <a:gd name="T8" fmla="*/ 70 w 256"/>
              <a:gd name="T9" fmla="*/ 72 h 257"/>
              <a:gd name="T10" fmla="*/ 92 w 256"/>
              <a:gd name="T11" fmla="*/ 137 h 257"/>
              <a:gd name="T12" fmla="*/ 91 w 256"/>
              <a:gd name="T13" fmla="*/ 153 h 257"/>
              <a:gd name="T14" fmla="*/ 34 w 256"/>
              <a:gd name="T15" fmla="*/ 177 h 257"/>
              <a:gd name="T16" fmla="*/ 4 w 256"/>
              <a:gd name="T17" fmla="*/ 257 h 257"/>
              <a:gd name="T18" fmla="*/ 90 w 256"/>
              <a:gd name="T19" fmla="*/ 162 h 257"/>
              <a:gd name="T20" fmla="*/ 80 w 256"/>
              <a:gd name="T21" fmla="*/ 182 h 257"/>
              <a:gd name="T22" fmla="*/ 68 w 256"/>
              <a:gd name="T23" fmla="*/ 208 h 257"/>
              <a:gd name="T24" fmla="*/ 100 w 256"/>
              <a:gd name="T25" fmla="*/ 186 h 257"/>
              <a:gd name="T26" fmla="*/ 132 w 256"/>
              <a:gd name="T27" fmla="*/ 253 h 257"/>
              <a:gd name="T28" fmla="*/ 186 w 256"/>
              <a:gd name="T29" fmla="*/ 213 h 257"/>
              <a:gd name="T30" fmla="*/ 179 w 256"/>
              <a:gd name="T31" fmla="*/ 177 h 257"/>
              <a:gd name="T32" fmla="*/ 161 w 256"/>
              <a:gd name="T33" fmla="*/ 180 h 257"/>
              <a:gd name="T34" fmla="*/ 248 w 256"/>
              <a:gd name="T35" fmla="*/ 253 h 257"/>
              <a:gd name="T36" fmla="*/ 256 w 256"/>
              <a:gd name="T37" fmla="*/ 253 h 257"/>
              <a:gd name="T38" fmla="*/ 78 w 256"/>
              <a:gd name="T39" fmla="*/ 71 h 257"/>
              <a:gd name="T40" fmla="*/ 148 w 256"/>
              <a:gd name="T41" fmla="*/ 12 h 257"/>
              <a:gd name="T42" fmla="*/ 178 w 256"/>
              <a:gd name="T43" fmla="*/ 74 h 257"/>
              <a:gd name="T44" fmla="*/ 160 w 256"/>
              <a:gd name="T45" fmla="*/ 73 h 257"/>
              <a:gd name="T46" fmla="*/ 128 w 256"/>
              <a:gd name="T47" fmla="*/ 73 h 257"/>
              <a:gd name="T48" fmla="*/ 96 w 256"/>
              <a:gd name="T49" fmla="*/ 73 h 257"/>
              <a:gd name="T50" fmla="*/ 78 w 256"/>
              <a:gd name="T51" fmla="*/ 74 h 257"/>
              <a:gd name="T52" fmla="*/ 160 w 256"/>
              <a:gd name="T53" fmla="*/ 93 h 257"/>
              <a:gd name="T54" fmla="*/ 140 w 256"/>
              <a:gd name="T55" fmla="*/ 85 h 257"/>
              <a:gd name="T56" fmla="*/ 164 w 256"/>
              <a:gd name="T57" fmla="*/ 85 h 257"/>
              <a:gd name="T58" fmla="*/ 112 w 256"/>
              <a:gd name="T59" fmla="*/ 93 h 257"/>
              <a:gd name="T60" fmla="*/ 92 w 256"/>
              <a:gd name="T61" fmla="*/ 85 h 257"/>
              <a:gd name="T62" fmla="*/ 116 w 256"/>
              <a:gd name="T63" fmla="*/ 85 h 257"/>
              <a:gd name="T64" fmla="*/ 148 w 256"/>
              <a:gd name="T65" fmla="*/ 145 h 257"/>
              <a:gd name="T66" fmla="*/ 156 w 256"/>
              <a:gd name="T67" fmla="*/ 157 h 257"/>
              <a:gd name="T68" fmla="*/ 128 w 256"/>
              <a:gd name="T69" fmla="*/ 221 h 257"/>
              <a:gd name="T70" fmla="*/ 100 w 256"/>
              <a:gd name="T71" fmla="*/ 157 h 257"/>
              <a:gd name="T72" fmla="*/ 112 w 256"/>
              <a:gd name="T73" fmla="*/ 143 h 257"/>
              <a:gd name="T74" fmla="*/ 84 w 256"/>
              <a:gd name="T75" fmla="*/ 88 h 257"/>
              <a:gd name="T76" fmla="*/ 112 w 256"/>
              <a:gd name="T77" fmla="*/ 101 h 257"/>
              <a:gd name="T78" fmla="*/ 128 w 256"/>
              <a:gd name="T79" fmla="*/ 81 h 257"/>
              <a:gd name="T80" fmla="*/ 144 w 256"/>
              <a:gd name="T81" fmla="*/ 101 h 257"/>
              <a:gd name="T82" fmla="*/ 172 w 256"/>
              <a:gd name="T83" fmla="*/ 88 h 257"/>
              <a:gd name="T84" fmla="*/ 143 w 256"/>
              <a:gd name="T85" fmla="*/ 48 h 257"/>
              <a:gd name="T86" fmla="*/ 168 w 256"/>
              <a:gd name="T87" fmla="*/ 53 h 257"/>
              <a:gd name="T88" fmla="*/ 145 w 256"/>
              <a:gd name="T89" fmla="*/ 33 h 257"/>
              <a:gd name="T90" fmla="*/ 88 w 256"/>
              <a:gd name="T91" fmla="*/ 53 h 257"/>
              <a:gd name="T92" fmla="*/ 143 w 256"/>
              <a:gd name="T93" fmla="*/ 48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57">
                <a:moveTo>
                  <a:pt x="222" y="177"/>
                </a:moveTo>
                <a:cubicBezTo>
                  <a:pt x="166" y="153"/>
                  <a:pt x="166" y="153"/>
                  <a:pt x="166" y="153"/>
                </a:cubicBezTo>
                <a:cubicBezTo>
                  <a:pt x="166" y="153"/>
                  <a:pt x="165" y="153"/>
                  <a:pt x="165" y="153"/>
                </a:cubicBezTo>
                <a:cubicBezTo>
                  <a:pt x="165" y="153"/>
                  <a:pt x="165" y="153"/>
                  <a:pt x="165" y="153"/>
                </a:cubicBezTo>
                <a:cubicBezTo>
                  <a:pt x="165" y="153"/>
                  <a:pt x="165" y="153"/>
                  <a:pt x="165" y="153"/>
                </a:cubicBezTo>
                <a:cubicBezTo>
                  <a:pt x="164" y="153"/>
                  <a:pt x="164" y="153"/>
                  <a:pt x="164" y="153"/>
                </a:cubicBezTo>
                <a:cubicBezTo>
                  <a:pt x="164" y="137"/>
                  <a:pt x="164" y="137"/>
                  <a:pt x="164" y="137"/>
                </a:cubicBezTo>
                <a:cubicBezTo>
                  <a:pt x="164" y="136"/>
                  <a:pt x="164" y="136"/>
                  <a:pt x="164" y="136"/>
                </a:cubicBezTo>
                <a:cubicBezTo>
                  <a:pt x="180" y="120"/>
                  <a:pt x="183" y="96"/>
                  <a:pt x="186" y="75"/>
                </a:cubicBezTo>
                <a:cubicBezTo>
                  <a:pt x="186" y="72"/>
                  <a:pt x="186" y="72"/>
                  <a:pt x="186" y="72"/>
                </a:cubicBezTo>
                <a:cubicBezTo>
                  <a:pt x="188" y="59"/>
                  <a:pt x="188" y="43"/>
                  <a:pt x="181" y="30"/>
                </a:cubicBezTo>
                <a:cubicBezTo>
                  <a:pt x="175" y="18"/>
                  <a:pt x="164" y="9"/>
                  <a:pt x="150" y="5"/>
                </a:cubicBezTo>
                <a:cubicBezTo>
                  <a:pt x="136" y="0"/>
                  <a:pt x="120" y="0"/>
                  <a:pt x="106" y="5"/>
                </a:cubicBezTo>
                <a:cubicBezTo>
                  <a:pt x="92" y="9"/>
                  <a:pt x="81" y="18"/>
                  <a:pt x="75" y="30"/>
                </a:cubicBezTo>
                <a:cubicBezTo>
                  <a:pt x="68" y="43"/>
                  <a:pt x="68" y="59"/>
                  <a:pt x="70" y="72"/>
                </a:cubicBezTo>
                <a:cubicBezTo>
                  <a:pt x="70" y="75"/>
                  <a:pt x="70" y="75"/>
                  <a:pt x="70" y="75"/>
                </a:cubicBezTo>
                <a:cubicBezTo>
                  <a:pt x="73" y="96"/>
                  <a:pt x="76" y="120"/>
                  <a:pt x="92" y="136"/>
                </a:cubicBezTo>
                <a:cubicBezTo>
                  <a:pt x="92" y="136"/>
                  <a:pt x="92" y="136"/>
                  <a:pt x="92" y="137"/>
                </a:cubicBezTo>
                <a:cubicBezTo>
                  <a:pt x="92" y="153"/>
                  <a:pt x="92" y="153"/>
                  <a:pt x="92" y="153"/>
                </a:cubicBezTo>
                <a:cubicBezTo>
                  <a:pt x="92" y="153"/>
                  <a:pt x="92" y="153"/>
                  <a:pt x="91" y="153"/>
                </a:cubicBezTo>
                <a:cubicBezTo>
                  <a:pt x="91" y="153"/>
                  <a:pt x="91" y="153"/>
                  <a:pt x="91" y="153"/>
                </a:cubicBezTo>
                <a:cubicBezTo>
                  <a:pt x="91" y="153"/>
                  <a:pt x="91" y="153"/>
                  <a:pt x="91" y="153"/>
                </a:cubicBezTo>
                <a:cubicBezTo>
                  <a:pt x="91" y="153"/>
                  <a:pt x="90" y="153"/>
                  <a:pt x="90" y="153"/>
                </a:cubicBezTo>
                <a:cubicBezTo>
                  <a:pt x="34" y="177"/>
                  <a:pt x="34" y="177"/>
                  <a:pt x="34" y="177"/>
                </a:cubicBezTo>
                <a:cubicBezTo>
                  <a:pt x="0" y="194"/>
                  <a:pt x="0" y="251"/>
                  <a:pt x="0" y="253"/>
                </a:cubicBezTo>
                <a:cubicBezTo>
                  <a:pt x="0" y="255"/>
                  <a:pt x="2" y="257"/>
                  <a:pt x="4" y="257"/>
                </a:cubicBezTo>
                <a:cubicBezTo>
                  <a:pt x="4" y="257"/>
                  <a:pt x="4" y="257"/>
                  <a:pt x="4" y="257"/>
                </a:cubicBezTo>
                <a:cubicBezTo>
                  <a:pt x="6" y="257"/>
                  <a:pt x="8" y="255"/>
                  <a:pt x="8" y="253"/>
                </a:cubicBezTo>
                <a:cubicBezTo>
                  <a:pt x="8" y="252"/>
                  <a:pt x="8" y="199"/>
                  <a:pt x="38" y="185"/>
                </a:cubicBezTo>
                <a:cubicBezTo>
                  <a:pt x="90" y="162"/>
                  <a:pt x="90" y="162"/>
                  <a:pt x="90" y="162"/>
                </a:cubicBezTo>
                <a:cubicBezTo>
                  <a:pt x="95" y="180"/>
                  <a:pt x="95" y="180"/>
                  <a:pt x="95" y="180"/>
                </a:cubicBezTo>
                <a:cubicBezTo>
                  <a:pt x="78" y="198"/>
                  <a:pt x="78" y="198"/>
                  <a:pt x="78" y="198"/>
                </a:cubicBezTo>
                <a:cubicBezTo>
                  <a:pt x="80" y="182"/>
                  <a:pt x="80" y="182"/>
                  <a:pt x="80" y="182"/>
                </a:cubicBezTo>
                <a:cubicBezTo>
                  <a:pt x="80" y="179"/>
                  <a:pt x="79" y="177"/>
                  <a:pt x="77" y="177"/>
                </a:cubicBezTo>
                <a:cubicBezTo>
                  <a:pt x="74" y="177"/>
                  <a:pt x="72" y="178"/>
                  <a:pt x="72" y="180"/>
                </a:cubicBezTo>
                <a:cubicBezTo>
                  <a:pt x="68" y="208"/>
                  <a:pt x="68" y="208"/>
                  <a:pt x="68" y="208"/>
                </a:cubicBezTo>
                <a:cubicBezTo>
                  <a:pt x="68" y="210"/>
                  <a:pt x="69" y="212"/>
                  <a:pt x="70" y="213"/>
                </a:cubicBezTo>
                <a:cubicBezTo>
                  <a:pt x="72" y="213"/>
                  <a:pt x="74" y="213"/>
                  <a:pt x="75" y="212"/>
                </a:cubicBezTo>
                <a:cubicBezTo>
                  <a:pt x="100" y="186"/>
                  <a:pt x="100" y="186"/>
                  <a:pt x="100" y="186"/>
                </a:cubicBezTo>
                <a:cubicBezTo>
                  <a:pt x="107" y="193"/>
                  <a:pt x="124" y="213"/>
                  <a:pt x="124" y="253"/>
                </a:cubicBezTo>
                <a:cubicBezTo>
                  <a:pt x="124" y="255"/>
                  <a:pt x="126" y="257"/>
                  <a:pt x="128" y="257"/>
                </a:cubicBezTo>
                <a:cubicBezTo>
                  <a:pt x="130" y="257"/>
                  <a:pt x="132" y="255"/>
                  <a:pt x="132" y="253"/>
                </a:cubicBezTo>
                <a:cubicBezTo>
                  <a:pt x="132" y="213"/>
                  <a:pt x="149" y="193"/>
                  <a:pt x="156" y="186"/>
                </a:cubicBezTo>
                <a:cubicBezTo>
                  <a:pt x="181" y="212"/>
                  <a:pt x="181" y="212"/>
                  <a:pt x="181" y="212"/>
                </a:cubicBezTo>
                <a:cubicBezTo>
                  <a:pt x="182" y="213"/>
                  <a:pt x="184" y="213"/>
                  <a:pt x="186" y="213"/>
                </a:cubicBezTo>
                <a:cubicBezTo>
                  <a:pt x="187" y="212"/>
                  <a:pt x="188" y="210"/>
                  <a:pt x="188" y="208"/>
                </a:cubicBezTo>
                <a:cubicBezTo>
                  <a:pt x="184" y="180"/>
                  <a:pt x="184" y="180"/>
                  <a:pt x="184" y="180"/>
                </a:cubicBezTo>
                <a:cubicBezTo>
                  <a:pt x="184" y="178"/>
                  <a:pt x="182" y="177"/>
                  <a:pt x="179" y="177"/>
                </a:cubicBezTo>
                <a:cubicBezTo>
                  <a:pt x="177" y="177"/>
                  <a:pt x="176" y="179"/>
                  <a:pt x="176" y="182"/>
                </a:cubicBezTo>
                <a:cubicBezTo>
                  <a:pt x="178" y="198"/>
                  <a:pt x="178" y="198"/>
                  <a:pt x="178" y="198"/>
                </a:cubicBezTo>
                <a:cubicBezTo>
                  <a:pt x="161" y="180"/>
                  <a:pt x="161" y="180"/>
                  <a:pt x="161" y="180"/>
                </a:cubicBezTo>
                <a:cubicBezTo>
                  <a:pt x="166" y="162"/>
                  <a:pt x="166" y="162"/>
                  <a:pt x="166" y="162"/>
                </a:cubicBezTo>
                <a:cubicBezTo>
                  <a:pt x="218" y="185"/>
                  <a:pt x="218" y="185"/>
                  <a:pt x="218" y="185"/>
                </a:cubicBezTo>
                <a:cubicBezTo>
                  <a:pt x="248" y="199"/>
                  <a:pt x="248" y="252"/>
                  <a:pt x="248" y="253"/>
                </a:cubicBezTo>
                <a:cubicBezTo>
                  <a:pt x="248" y="255"/>
                  <a:pt x="250" y="257"/>
                  <a:pt x="252" y="257"/>
                </a:cubicBezTo>
                <a:cubicBezTo>
                  <a:pt x="252" y="257"/>
                  <a:pt x="252" y="257"/>
                  <a:pt x="252" y="257"/>
                </a:cubicBezTo>
                <a:cubicBezTo>
                  <a:pt x="254" y="257"/>
                  <a:pt x="256" y="255"/>
                  <a:pt x="256" y="253"/>
                </a:cubicBezTo>
                <a:cubicBezTo>
                  <a:pt x="256" y="251"/>
                  <a:pt x="256" y="194"/>
                  <a:pt x="222" y="177"/>
                </a:cubicBezTo>
                <a:close/>
                <a:moveTo>
                  <a:pt x="78" y="74"/>
                </a:moveTo>
                <a:cubicBezTo>
                  <a:pt x="78" y="71"/>
                  <a:pt x="78" y="71"/>
                  <a:pt x="78" y="71"/>
                </a:cubicBezTo>
                <a:cubicBezTo>
                  <a:pt x="77" y="59"/>
                  <a:pt x="76" y="45"/>
                  <a:pt x="82" y="33"/>
                </a:cubicBezTo>
                <a:cubicBezTo>
                  <a:pt x="87" y="24"/>
                  <a:pt x="96" y="16"/>
                  <a:pt x="108" y="12"/>
                </a:cubicBezTo>
                <a:cubicBezTo>
                  <a:pt x="121" y="8"/>
                  <a:pt x="135" y="8"/>
                  <a:pt x="148" y="12"/>
                </a:cubicBezTo>
                <a:cubicBezTo>
                  <a:pt x="160" y="16"/>
                  <a:pt x="169" y="24"/>
                  <a:pt x="174" y="33"/>
                </a:cubicBezTo>
                <a:cubicBezTo>
                  <a:pt x="180" y="45"/>
                  <a:pt x="179" y="59"/>
                  <a:pt x="178" y="71"/>
                </a:cubicBezTo>
                <a:cubicBezTo>
                  <a:pt x="178" y="74"/>
                  <a:pt x="178" y="74"/>
                  <a:pt x="178" y="74"/>
                </a:cubicBezTo>
                <a:cubicBezTo>
                  <a:pt x="178" y="75"/>
                  <a:pt x="177" y="76"/>
                  <a:pt x="177" y="78"/>
                </a:cubicBezTo>
                <a:cubicBezTo>
                  <a:pt x="171" y="80"/>
                  <a:pt x="171" y="80"/>
                  <a:pt x="171" y="80"/>
                </a:cubicBezTo>
                <a:cubicBezTo>
                  <a:pt x="169" y="76"/>
                  <a:pt x="165" y="73"/>
                  <a:pt x="160" y="73"/>
                </a:cubicBezTo>
                <a:cubicBezTo>
                  <a:pt x="144" y="73"/>
                  <a:pt x="144" y="73"/>
                  <a:pt x="144" y="73"/>
                </a:cubicBezTo>
                <a:cubicBezTo>
                  <a:pt x="141" y="73"/>
                  <a:pt x="138" y="74"/>
                  <a:pt x="136" y="76"/>
                </a:cubicBezTo>
                <a:cubicBezTo>
                  <a:pt x="134" y="74"/>
                  <a:pt x="131" y="73"/>
                  <a:pt x="128" y="73"/>
                </a:cubicBezTo>
                <a:cubicBezTo>
                  <a:pt x="125" y="73"/>
                  <a:pt x="122" y="74"/>
                  <a:pt x="120" y="76"/>
                </a:cubicBezTo>
                <a:cubicBezTo>
                  <a:pt x="118" y="74"/>
                  <a:pt x="115" y="73"/>
                  <a:pt x="112" y="73"/>
                </a:cubicBezTo>
                <a:cubicBezTo>
                  <a:pt x="96" y="73"/>
                  <a:pt x="96" y="73"/>
                  <a:pt x="96" y="73"/>
                </a:cubicBezTo>
                <a:cubicBezTo>
                  <a:pt x="91" y="73"/>
                  <a:pt x="87" y="76"/>
                  <a:pt x="85" y="80"/>
                </a:cubicBezTo>
                <a:cubicBezTo>
                  <a:pt x="79" y="78"/>
                  <a:pt x="79" y="78"/>
                  <a:pt x="79" y="78"/>
                </a:cubicBezTo>
                <a:cubicBezTo>
                  <a:pt x="79" y="76"/>
                  <a:pt x="78" y="75"/>
                  <a:pt x="78" y="74"/>
                </a:cubicBezTo>
                <a:close/>
                <a:moveTo>
                  <a:pt x="164" y="85"/>
                </a:moveTo>
                <a:cubicBezTo>
                  <a:pt x="164" y="89"/>
                  <a:pt x="164" y="89"/>
                  <a:pt x="164" y="89"/>
                </a:cubicBezTo>
                <a:cubicBezTo>
                  <a:pt x="164" y="91"/>
                  <a:pt x="162" y="93"/>
                  <a:pt x="160" y="93"/>
                </a:cubicBezTo>
                <a:cubicBezTo>
                  <a:pt x="144" y="93"/>
                  <a:pt x="144" y="93"/>
                  <a:pt x="144" y="93"/>
                </a:cubicBezTo>
                <a:cubicBezTo>
                  <a:pt x="142" y="93"/>
                  <a:pt x="140" y="91"/>
                  <a:pt x="140" y="89"/>
                </a:cubicBezTo>
                <a:cubicBezTo>
                  <a:pt x="140" y="85"/>
                  <a:pt x="140" y="85"/>
                  <a:pt x="140" y="85"/>
                </a:cubicBezTo>
                <a:cubicBezTo>
                  <a:pt x="140" y="83"/>
                  <a:pt x="142" y="81"/>
                  <a:pt x="144" y="81"/>
                </a:cubicBezTo>
                <a:cubicBezTo>
                  <a:pt x="160" y="81"/>
                  <a:pt x="160" y="81"/>
                  <a:pt x="160" y="81"/>
                </a:cubicBezTo>
                <a:cubicBezTo>
                  <a:pt x="162" y="81"/>
                  <a:pt x="164" y="83"/>
                  <a:pt x="164" y="85"/>
                </a:cubicBezTo>
                <a:close/>
                <a:moveTo>
                  <a:pt x="116" y="85"/>
                </a:moveTo>
                <a:cubicBezTo>
                  <a:pt x="116" y="89"/>
                  <a:pt x="116" y="89"/>
                  <a:pt x="116" y="89"/>
                </a:cubicBezTo>
                <a:cubicBezTo>
                  <a:pt x="116" y="91"/>
                  <a:pt x="114" y="93"/>
                  <a:pt x="112" y="93"/>
                </a:cubicBezTo>
                <a:cubicBezTo>
                  <a:pt x="96" y="93"/>
                  <a:pt x="96" y="93"/>
                  <a:pt x="96" y="93"/>
                </a:cubicBezTo>
                <a:cubicBezTo>
                  <a:pt x="94" y="93"/>
                  <a:pt x="92" y="91"/>
                  <a:pt x="92" y="89"/>
                </a:cubicBezTo>
                <a:cubicBezTo>
                  <a:pt x="92" y="85"/>
                  <a:pt x="92" y="85"/>
                  <a:pt x="92" y="85"/>
                </a:cubicBezTo>
                <a:cubicBezTo>
                  <a:pt x="92" y="83"/>
                  <a:pt x="94" y="81"/>
                  <a:pt x="96" y="81"/>
                </a:cubicBezTo>
                <a:cubicBezTo>
                  <a:pt x="112" y="81"/>
                  <a:pt x="112" y="81"/>
                  <a:pt x="112" y="81"/>
                </a:cubicBezTo>
                <a:cubicBezTo>
                  <a:pt x="114" y="81"/>
                  <a:pt x="116" y="83"/>
                  <a:pt x="116" y="85"/>
                </a:cubicBezTo>
                <a:close/>
                <a:moveTo>
                  <a:pt x="146" y="137"/>
                </a:moveTo>
                <a:cubicBezTo>
                  <a:pt x="144" y="138"/>
                  <a:pt x="143" y="141"/>
                  <a:pt x="144" y="143"/>
                </a:cubicBezTo>
                <a:cubicBezTo>
                  <a:pt x="145" y="144"/>
                  <a:pt x="146" y="145"/>
                  <a:pt x="148" y="145"/>
                </a:cubicBezTo>
                <a:cubicBezTo>
                  <a:pt x="149" y="145"/>
                  <a:pt x="149" y="145"/>
                  <a:pt x="150" y="145"/>
                </a:cubicBezTo>
                <a:cubicBezTo>
                  <a:pt x="152" y="144"/>
                  <a:pt x="154" y="143"/>
                  <a:pt x="156" y="141"/>
                </a:cubicBezTo>
                <a:cubicBezTo>
                  <a:pt x="156" y="157"/>
                  <a:pt x="156" y="157"/>
                  <a:pt x="156" y="157"/>
                </a:cubicBezTo>
                <a:cubicBezTo>
                  <a:pt x="156" y="159"/>
                  <a:pt x="157" y="160"/>
                  <a:pt x="159" y="161"/>
                </a:cubicBezTo>
                <a:cubicBezTo>
                  <a:pt x="153" y="179"/>
                  <a:pt x="153" y="179"/>
                  <a:pt x="153" y="179"/>
                </a:cubicBezTo>
                <a:cubicBezTo>
                  <a:pt x="149" y="182"/>
                  <a:pt x="135" y="195"/>
                  <a:pt x="128" y="221"/>
                </a:cubicBezTo>
                <a:cubicBezTo>
                  <a:pt x="121" y="195"/>
                  <a:pt x="107" y="182"/>
                  <a:pt x="103" y="179"/>
                </a:cubicBezTo>
                <a:cubicBezTo>
                  <a:pt x="97" y="161"/>
                  <a:pt x="97" y="161"/>
                  <a:pt x="97" y="161"/>
                </a:cubicBezTo>
                <a:cubicBezTo>
                  <a:pt x="99" y="160"/>
                  <a:pt x="100" y="159"/>
                  <a:pt x="100" y="157"/>
                </a:cubicBezTo>
                <a:cubicBezTo>
                  <a:pt x="100" y="141"/>
                  <a:pt x="100" y="141"/>
                  <a:pt x="100" y="141"/>
                </a:cubicBezTo>
                <a:cubicBezTo>
                  <a:pt x="102" y="143"/>
                  <a:pt x="104" y="144"/>
                  <a:pt x="106" y="145"/>
                </a:cubicBezTo>
                <a:cubicBezTo>
                  <a:pt x="108" y="146"/>
                  <a:pt x="111" y="145"/>
                  <a:pt x="112" y="143"/>
                </a:cubicBezTo>
                <a:cubicBezTo>
                  <a:pt x="113" y="141"/>
                  <a:pt x="112" y="138"/>
                  <a:pt x="110" y="137"/>
                </a:cubicBezTo>
                <a:cubicBezTo>
                  <a:pt x="89" y="129"/>
                  <a:pt x="83" y="107"/>
                  <a:pt x="80" y="87"/>
                </a:cubicBezTo>
                <a:cubicBezTo>
                  <a:pt x="84" y="88"/>
                  <a:pt x="84" y="88"/>
                  <a:pt x="84" y="88"/>
                </a:cubicBezTo>
                <a:cubicBezTo>
                  <a:pt x="84" y="89"/>
                  <a:pt x="84" y="89"/>
                  <a:pt x="84" y="89"/>
                </a:cubicBezTo>
                <a:cubicBezTo>
                  <a:pt x="84" y="96"/>
                  <a:pt x="89" y="101"/>
                  <a:pt x="96" y="101"/>
                </a:cubicBezTo>
                <a:cubicBezTo>
                  <a:pt x="112" y="101"/>
                  <a:pt x="112" y="101"/>
                  <a:pt x="112" y="101"/>
                </a:cubicBezTo>
                <a:cubicBezTo>
                  <a:pt x="119" y="101"/>
                  <a:pt x="124" y="96"/>
                  <a:pt x="124" y="89"/>
                </a:cubicBezTo>
                <a:cubicBezTo>
                  <a:pt x="124" y="85"/>
                  <a:pt x="124" y="85"/>
                  <a:pt x="124" y="85"/>
                </a:cubicBezTo>
                <a:cubicBezTo>
                  <a:pt x="124" y="83"/>
                  <a:pt x="126" y="81"/>
                  <a:pt x="128" y="81"/>
                </a:cubicBezTo>
                <a:cubicBezTo>
                  <a:pt x="130" y="81"/>
                  <a:pt x="132" y="83"/>
                  <a:pt x="132" y="85"/>
                </a:cubicBezTo>
                <a:cubicBezTo>
                  <a:pt x="132" y="89"/>
                  <a:pt x="132" y="89"/>
                  <a:pt x="132" y="89"/>
                </a:cubicBezTo>
                <a:cubicBezTo>
                  <a:pt x="132" y="96"/>
                  <a:pt x="137" y="101"/>
                  <a:pt x="144" y="101"/>
                </a:cubicBezTo>
                <a:cubicBezTo>
                  <a:pt x="160" y="101"/>
                  <a:pt x="160" y="101"/>
                  <a:pt x="160" y="101"/>
                </a:cubicBezTo>
                <a:cubicBezTo>
                  <a:pt x="167" y="101"/>
                  <a:pt x="172" y="96"/>
                  <a:pt x="172" y="89"/>
                </a:cubicBezTo>
                <a:cubicBezTo>
                  <a:pt x="172" y="88"/>
                  <a:pt x="172" y="88"/>
                  <a:pt x="172" y="88"/>
                </a:cubicBezTo>
                <a:cubicBezTo>
                  <a:pt x="176" y="87"/>
                  <a:pt x="176" y="87"/>
                  <a:pt x="176" y="87"/>
                </a:cubicBezTo>
                <a:cubicBezTo>
                  <a:pt x="173" y="107"/>
                  <a:pt x="167" y="129"/>
                  <a:pt x="146" y="137"/>
                </a:cubicBezTo>
                <a:close/>
                <a:moveTo>
                  <a:pt x="143" y="48"/>
                </a:moveTo>
                <a:cubicBezTo>
                  <a:pt x="146" y="55"/>
                  <a:pt x="152" y="61"/>
                  <a:pt x="164" y="61"/>
                </a:cubicBezTo>
                <a:cubicBezTo>
                  <a:pt x="168" y="61"/>
                  <a:pt x="168" y="61"/>
                  <a:pt x="168" y="61"/>
                </a:cubicBezTo>
                <a:cubicBezTo>
                  <a:pt x="168" y="53"/>
                  <a:pt x="168" y="53"/>
                  <a:pt x="168" y="53"/>
                </a:cubicBezTo>
                <a:cubicBezTo>
                  <a:pt x="164" y="53"/>
                  <a:pt x="164" y="53"/>
                  <a:pt x="164" y="53"/>
                </a:cubicBezTo>
                <a:cubicBezTo>
                  <a:pt x="149" y="53"/>
                  <a:pt x="148" y="39"/>
                  <a:pt x="148" y="37"/>
                </a:cubicBezTo>
                <a:cubicBezTo>
                  <a:pt x="148" y="35"/>
                  <a:pt x="147" y="33"/>
                  <a:pt x="145" y="33"/>
                </a:cubicBezTo>
                <a:cubicBezTo>
                  <a:pt x="143" y="33"/>
                  <a:pt x="141" y="34"/>
                  <a:pt x="140" y="36"/>
                </a:cubicBezTo>
                <a:cubicBezTo>
                  <a:pt x="137" y="45"/>
                  <a:pt x="131" y="53"/>
                  <a:pt x="92" y="53"/>
                </a:cubicBezTo>
                <a:cubicBezTo>
                  <a:pt x="88" y="53"/>
                  <a:pt x="88" y="53"/>
                  <a:pt x="88" y="53"/>
                </a:cubicBezTo>
                <a:cubicBezTo>
                  <a:pt x="88" y="61"/>
                  <a:pt x="88" y="61"/>
                  <a:pt x="88" y="61"/>
                </a:cubicBezTo>
                <a:cubicBezTo>
                  <a:pt x="92" y="61"/>
                  <a:pt x="92" y="61"/>
                  <a:pt x="92" y="61"/>
                </a:cubicBezTo>
                <a:cubicBezTo>
                  <a:pt x="122" y="61"/>
                  <a:pt x="136" y="57"/>
                  <a:pt x="143" y="4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0" name="Freeform 200">
            <a:extLst>
              <a:ext uri="{FF2B5EF4-FFF2-40B4-BE49-F238E27FC236}">
                <a16:creationId xmlns:a16="http://schemas.microsoft.com/office/drawing/2014/main" id="{A29592DF-445B-4CD3-9A0A-BC3AB4B6CF4F}"/>
              </a:ext>
            </a:extLst>
          </p:cNvPr>
          <p:cNvSpPr>
            <a:spLocks noChangeAspect="1" noEditPoints="1"/>
          </p:cNvSpPr>
          <p:nvPr/>
        </p:nvSpPr>
        <p:spPr bwMode="auto">
          <a:xfrm>
            <a:off x="6378964" y="3387579"/>
            <a:ext cx="400050" cy="400050"/>
          </a:xfrm>
          <a:custGeom>
            <a:avLst/>
            <a:gdLst>
              <a:gd name="T0" fmla="*/ 216 w 256"/>
              <a:gd name="T1" fmla="*/ 194 h 256"/>
              <a:gd name="T2" fmla="*/ 200 w 256"/>
              <a:gd name="T3" fmla="*/ 128 h 256"/>
              <a:gd name="T4" fmla="*/ 128 w 256"/>
              <a:gd name="T5" fmla="*/ 0 h 256"/>
              <a:gd name="T6" fmla="*/ 60 w 256"/>
              <a:gd name="T7" fmla="*/ 76 h 256"/>
              <a:gd name="T8" fmla="*/ 40 w 256"/>
              <a:gd name="T9" fmla="*/ 110 h 256"/>
              <a:gd name="T10" fmla="*/ 86 w 256"/>
              <a:gd name="T11" fmla="*/ 152 h 256"/>
              <a:gd name="T12" fmla="*/ 184 w 256"/>
              <a:gd name="T13" fmla="*/ 118 h 256"/>
              <a:gd name="T14" fmla="*/ 176 w 256"/>
              <a:gd name="T15" fmla="*/ 84 h 256"/>
              <a:gd name="T16" fmla="*/ 130 w 256"/>
              <a:gd name="T17" fmla="*/ 172 h 256"/>
              <a:gd name="T18" fmla="*/ 108 w 256"/>
              <a:gd name="T19" fmla="*/ 152 h 256"/>
              <a:gd name="T20" fmla="*/ 120 w 256"/>
              <a:gd name="T21" fmla="*/ 160 h 256"/>
              <a:gd name="T22" fmla="*/ 152 w 256"/>
              <a:gd name="T23" fmla="*/ 148 h 256"/>
              <a:gd name="T24" fmla="*/ 120 w 256"/>
              <a:gd name="T25" fmla="*/ 136 h 256"/>
              <a:gd name="T26" fmla="*/ 108 w 256"/>
              <a:gd name="T27" fmla="*/ 144 h 256"/>
              <a:gd name="T28" fmla="*/ 84 w 256"/>
              <a:gd name="T29" fmla="*/ 118 h 256"/>
              <a:gd name="T30" fmla="*/ 76 w 256"/>
              <a:gd name="T31" fmla="*/ 84 h 256"/>
              <a:gd name="T32" fmla="*/ 81 w 256"/>
              <a:gd name="T33" fmla="*/ 143 h 256"/>
              <a:gd name="T34" fmla="*/ 68 w 256"/>
              <a:gd name="T35" fmla="*/ 68 h 256"/>
              <a:gd name="T36" fmla="*/ 192 w 256"/>
              <a:gd name="T37" fmla="*/ 68 h 256"/>
              <a:gd name="T38" fmla="*/ 201 w 256"/>
              <a:gd name="T39" fmla="*/ 187 h 256"/>
              <a:gd name="T40" fmla="*/ 178 w 256"/>
              <a:gd name="T41" fmla="*/ 176 h 256"/>
              <a:gd name="T42" fmla="*/ 176 w 256"/>
              <a:gd name="T43" fmla="*/ 176 h 256"/>
              <a:gd name="T44" fmla="*/ 175 w 256"/>
              <a:gd name="T45" fmla="*/ 176 h 256"/>
              <a:gd name="T46" fmla="*/ 174 w 256"/>
              <a:gd name="T47" fmla="*/ 176 h 256"/>
              <a:gd name="T48" fmla="*/ 128 w 256"/>
              <a:gd name="T49" fmla="*/ 196 h 256"/>
              <a:gd name="T50" fmla="*/ 86 w 256"/>
              <a:gd name="T51" fmla="*/ 177 h 256"/>
              <a:gd name="T52" fmla="*/ 86 w 256"/>
              <a:gd name="T53" fmla="*/ 176 h 256"/>
              <a:gd name="T54" fmla="*/ 84 w 256"/>
              <a:gd name="T55" fmla="*/ 176 h 256"/>
              <a:gd name="T56" fmla="*/ 83 w 256"/>
              <a:gd name="T57" fmla="*/ 176 h 256"/>
              <a:gd name="T58" fmla="*/ 34 w 256"/>
              <a:gd name="T59" fmla="*/ 197 h 256"/>
              <a:gd name="T60" fmla="*/ 0 w 256"/>
              <a:gd name="T61" fmla="*/ 256 h 256"/>
              <a:gd name="T62" fmla="*/ 8 w 256"/>
              <a:gd name="T63" fmla="*/ 251 h 256"/>
              <a:gd name="T64" fmla="*/ 75 w 256"/>
              <a:gd name="T65" fmla="*/ 188 h 256"/>
              <a:gd name="T66" fmla="*/ 53 w 256"/>
              <a:gd name="T67" fmla="*/ 234 h 256"/>
              <a:gd name="T68" fmla="*/ 57 w 256"/>
              <a:gd name="T69" fmla="*/ 236 h 256"/>
              <a:gd name="T70" fmla="*/ 100 w 256"/>
              <a:gd name="T71" fmla="*/ 223 h 256"/>
              <a:gd name="T72" fmla="*/ 64 w 256"/>
              <a:gd name="T73" fmla="*/ 226 h 256"/>
              <a:gd name="T74" fmla="*/ 128 w 256"/>
              <a:gd name="T75" fmla="*/ 204 h 256"/>
              <a:gd name="T76" fmla="*/ 193 w 256"/>
              <a:gd name="T77" fmla="*/ 227 h 256"/>
              <a:gd name="T78" fmla="*/ 156 w 256"/>
              <a:gd name="T79" fmla="*/ 223 h 256"/>
              <a:gd name="T80" fmla="*/ 199 w 256"/>
              <a:gd name="T81" fmla="*/ 236 h 256"/>
              <a:gd name="T82" fmla="*/ 203 w 256"/>
              <a:gd name="T83" fmla="*/ 234 h 256"/>
              <a:gd name="T84" fmla="*/ 184 w 256"/>
              <a:gd name="T85" fmla="*/ 188 h 256"/>
              <a:gd name="T86" fmla="*/ 248 w 256"/>
              <a:gd name="T87" fmla="*/ 251 h 256"/>
              <a:gd name="T88" fmla="*/ 256 w 256"/>
              <a:gd name="T89" fmla="*/ 256 h 256"/>
              <a:gd name="T90" fmla="*/ 222 w 256"/>
              <a:gd name="T91" fmla="*/ 197 h 256"/>
              <a:gd name="T92" fmla="*/ 48 w 256"/>
              <a:gd name="T93" fmla="*/ 110 h 256"/>
              <a:gd name="T94" fmla="*/ 60 w 256"/>
              <a:gd name="T95" fmla="*/ 84 h 256"/>
              <a:gd name="T96" fmla="*/ 120 w 256"/>
              <a:gd name="T97" fmla="*/ 144 h 256"/>
              <a:gd name="T98" fmla="*/ 144 w 256"/>
              <a:gd name="T99" fmla="*/ 148 h 256"/>
              <a:gd name="T100" fmla="*/ 120 w 256"/>
              <a:gd name="T101" fmla="*/ 152 h 256"/>
              <a:gd name="T102" fmla="*/ 120 w 256"/>
              <a:gd name="T103" fmla="*/ 144 h 256"/>
              <a:gd name="T104" fmla="*/ 184 w 256"/>
              <a:gd name="T105" fmla="*/ 76 h 256"/>
              <a:gd name="T106" fmla="*/ 160 w 256"/>
              <a:gd name="T107" fmla="*/ 68 h 256"/>
              <a:gd name="T108" fmla="*/ 157 w 256"/>
              <a:gd name="T109" fmla="*/ 44 h 256"/>
              <a:gd name="T110" fmla="*/ 134 w 256"/>
              <a:gd name="T111" fmla="*/ 68 h 256"/>
              <a:gd name="T112" fmla="*/ 76 w 256"/>
              <a:gd name="T113" fmla="*/ 76 h 256"/>
              <a:gd name="T114" fmla="*/ 139 w 256"/>
              <a:gd name="T115" fmla="*/ 75 h 256"/>
              <a:gd name="T116" fmla="*/ 152 w 256"/>
              <a:gd name="T117" fmla="*/ 7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222" y="197"/>
                </a:moveTo>
                <a:cubicBezTo>
                  <a:pt x="216" y="194"/>
                  <a:pt x="216" y="194"/>
                  <a:pt x="216" y="194"/>
                </a:cubicBezTo>
                <a:cubicBezTo>
                  <a:pt x="215" y="194"/>
                  <a:pt x="215" y="194"/>
                  <a:pt x="215" y="193"/>
                </a:cubicBezTo>
                <a:cubicBezTo>
                  <a:pt x="196" y="175"/>
                  <a:pt x="200" y="129"/>
                  <a:pt x="200" y="128"/>
                </a:cubicBezTo>
                <a:cubicBezTo>
                  <a:pt x="200" y="68"/>
                  <a:pt x="200" y="68"/>
                  <a:pt x="200" y="68"/>
                </a:cubicBezTo>
                <a:cubicBezTo>
                  <a:pt x="200" y="31"/>
                  <a:pt x="168" y="0"/>
                  <a:pt x="128" y="0"/>
                </a:cubicBezTo>
                <a:cubicBezTo>
                  <a:pt x="90" y="0"/>
                  <a:pt x="60" y="30"/>
                  <a:pt x="60" y="68"/>
                </a:cubicBezTo>
                <a:cubicBezTo>
                  <a:pt x="60" y="76"/>
                  <a:pt x="60" y="76"/>
                  <a:pt x="60" y="76"/>
                </a:cubicBezTo>
                <a:cubicBezTo>
                  <a:pt x="48" y="78"/>
                  <a:pt x="40" y="87"/>
                  <a:pt x="40" y="98"/>
                </a:cubicBezTo>
                <a:cubicBezTo>
                  <a:pt x="40" y="110"/>
                  <a:pt x="40" y="110"/>
                  <a:pt x="40" y="110"/>
                </a:cubicBezTo>
                <a:cubicBezTo>
                  <a:pt x="40" y="122"/>
                  <a:pt x="49" y="131"/>
                  <a:pt x="61" y="132"/>
                </a:cubicBezTo>
                <a:cubicBezTo>
                  <a:pt x="64" y="143"/>
                  <a:pt x="74" y="151"/>
                  <a:pt x="86" y="152"/>
                </a:cubicBezTo>
                <a:cubicBezTo>
                  <a:pt x="96" y="168"/>
                  <a:pt x="112" y="180"/>
                  <a:pt x="130" y="180"/>
                </a:cubicBezTo>
                <a:cubicBezTo>
                  <a:pt x="160" y="180"/>
                  <a:pt x="184" y="147"/>
                  <a:pt x="184" y="118"/>
                </a:cubicBezTo>
                <a:cubicBezTo>
                  <a:pt x="184" y="84"/>
                  <a:pt x="184" y="84"/>
                  <a:pt x="184" y="84"/>
                </a:cubicBezTo>
                <a:cubicBezTo>
                  <a:pt x="176" y="84"/>
                  <a:pt x="176" y="84"/>
                  <a:pt x="176" y="84"/>
                </a:cubicBezTo>
                <a:cubicBezTo>
                  <a:pt x="176" y="118"/>
                  <a:pt x="176" y="118"/>
                  <a:pt x="176" y="118"/>
                </a:cubicBezTo>
                <a:cubicBezTo>
                  <a:pt x="176" y="142"/>
                  <a:pt x="155" y="172"/>
                  <a:pt x="130" y="172"/>
                </a:cubicBezTo>
                <a:cubicBezTo>
                  <a:pt x="116" y="172"/>
                  <a:pt x="104" y="164"/>
                  <a:pt x="96" y="152"/>
                </a:cubicBezTo>
                <a:cubicBezTo>
                  <a:pt x="108" y="152"/>
                  <a:pt x="108" y="152"/>
                  <a:pt x="108" y="152"/>
                </a:cubicBezTo>
                <a:cubicBezTo>
                  <a:pt x="108" y="152"/>
                  <a:pt x="108" y="152"/>
                  <a:pt x="109" y="152"/>
                </a:cubicBezTo>
                <a:cubicBezTo>
                  <a:pt x="110" y="157"/>
                  <a:pt x="115" y="160"/>
                  <a:pt x="120" y="160"/>
                </a:cubicBezTo>
                <a:cubicBezTo>
                  <a:pt x="140" y="160"/>
                  <a:pt x="140" y="160"/>
                  <a:pt x="140" y="160"/>
                </a:cubicBezTo>
                <a:cubicBezTo>
                  <a:pt x="147" y="160"/>
                  <a:pt x="152" y="155"/>
                  <a:pt x="152" y="148"/>
                </a:cubicBezTo>
                <a:cubicBezTo>
                  <a:pt x="152" y="141"/>
                  <a:pt x="147" y="136"/>
                  <a:pt x="140" y="136"/>
                </a:cubicBezTo>
                <a:cubicBezTo>
                  <a:pt x="120" y="136"/>
                  <a:pt x="120" y="136"/>
                  <a:pt x="120" y="136"/>
                </a:cubicBezTo>
                <a:cubicBezTo>
                  <a:pt x="115" y="136"/>
                  <a:pt x="110" y="139"/>
                  <a:pt x="109" y="144"/>
                </a:cubicBezTo>
                <a:cubicBezTo>
                  <a:pt x="108" y="144"/>
                  <a:pt x="108" y="144"/>
                  <a:pt x="108" y="144"/>
                </a:cubicBezTo>
                <a:cubicBezTo>
                  <a:pt x="91" y="144"/>
                  <a:pt x="91" y="144"/>
                  <a:pt x="91" y="144"/>
                </a:cubicBezTo>
                <a:cubicBezTo>
                  <a:pt x="87" y="136"/>
                  <a:pt x="84" y="127"/>
                  <a:pt x="84" y="118"/>
                </a:cubicBezTo>
                <a:cubicBezTo>
                  <a:pt x="84" y="84"/>
                  <a:pt x="84" y="84"/>
                  <a:pt x="84" y="84"/>
                </a:cubicBezTo>
                <a:cubicBezTo>
                  <a:pt x="76" y="84"/>
                  <a:pt x="76" y="84"/>
                  <a:pt x="76" y="84"/>
                </a:cubicBezTo>
                <a:cubicBezTo>
                  <a:pt x="76" y="118"/>
                  <a:pt x="76" y="118"/>
                  <a:pt x="76" y="118"/>
                </a:cubicBezTo>
                <a:cubicBezTo>
                  <a:pt x="76" y="126"/>
                  <a:pt x="78" y="135"/>
                  <a:pt x="81" y="143"/>
                </a:cubicBezTo>
                <a:cubicBezTo>
                  <a:pt x="74" y="140"/>
                  <a:pt x="68" y="133"/>
                  <a:pt x="68" y="124"/>
                </a:cubicBezTo>
                <a:cubicBezTo>
                  <a:pt x="68" y="68"/>
                  <a:pt x="68" y="68"/>
                  <a:pt x="68" y="68"/>
                </a:cubicBezTo>
                <a:cubicBezTo>
                  <a:pt x="68" y="34"/>
                  <a:pt x="94" y="8"/>
                  <a:pt x="128" y="8"/>
                </a:cubicBezTo>
                <a:cubicBezTo>
                  <a:pt x="163" y="8"/>
                  <a:pt x="192" y="35"/>
                  <a:pt x="192" y="68"/>
                </a:cubicBezTo>
                <a:cubicBezTo>
                  <a:pt x="192" y="128"/>
                  <a:pt x="192" y="128"/>
                  <a:pt x="192" y="128"/>
                </a:cubicBezTo>
                <a:cubicBezTo>
                  <a:pt x="192" y="129"/>
                  <a:pt x="189" y="164"/>
                  <a:pt x="201" y="187"/>
                </a:cubicBezTo>
                <a:cubicBezTo>
                  <a:pt x="178" y="176"/>
                  <a:pt x="178" y="176"/>
                  <a:pt x="178" y="176"/>
                </a:cubicBezTo>
                <a:cubicBezTo>
                  <a:pt x="178" y="176"/>
                  <a:pt x="178" y="176"/>
                  <a:pt x="178" y="176"/>
                </a:cubicBezTo>
                <a:cubicBezTo>
                  <a:pt x="177" y="176"/>
                  <a:pt x="177" y="176"/>
                  <a:pt x="177" y="176"/>
                </a:cubicBezTo>
                <a:cubicBezTo>
                  <a:pt x="177" y="176"/>
                  <a:pt x="176" y="176"/>
                  <a:pt x="176" y="176"/>
                </a:cubicBezTo>
                <a:cubicBezTo>
                  <a:pt x="176" y="176"/>
                  <a:pt x="176" y="176"/>
                  <a:pt x="176" y="176"/>
                </a:cubicBezTo>
                <a:cubicBezTo>
                  <a:pt x="175" y="176"/>
                  <a:pt x="175" y="176"/>
                  <a:pt x="175" y="176"/>
                </a:cubicBezTo>
                <a:cubicBezTo>
                  <a:pt x="174" y="176"/>
                  <a:pt x="174" y="176"/>
                  <a:pt x="174" y="176"/>
                </a:cubicBezTo>
                <a:cubicBezTo>
                  <a:pt x="174" y="176"/>
                  <a:pt x="174" y="176"/>
                  <a:pt x="174" y="176"/>
                </a:cubicBezTo>
                <a:cubicBezTo>
                  <a:pt x="174" y="177"/>
                  <a:pt x="174" y="177"/>
                  <a:pt x="173" y="177"/>
                </a:cubicBezTo>
                <a:cubicBezTo>
                  <a:pt x="160" y="189"/>
                  <a:pt x="145" y="196"/>
                  <a:pt x="128" y="196"/>
                </a:cubicBezTo>
                <a:cubicBezTo>
                  <a:pt x="110" y="196"/>
                  <a:pt x="99" y="188"/>
                  <a:pt x="87" y="177"/>
                </a:cubicBezTo>
                <a:cubicBezTo>
                  <a:pt x="87" y="177"/>
                  <a:pt x="86" y="177"/>
                  <a:pt x="86" y="177"/>
                </a:cubicBezTo>
                <a:cubicBezTo>
                  <a:pt x="86" y="177"/>
                  <a:pt x="86" y="177"/>
                  <a:pt x="86" y="176"/>
                </a:cubicBezTo>
                <a:cubicBezTo>
                  <a:pt x="86" y="176"/>
                  <a:pt x="86" y="176"/>
                  <a:pt x="86" y="176"/>
                </a:cubicBezTo>
                <a:cubicBezTo>
                  <a:pt x="85" y="176"/>
                  <a:pt x="85" y="176"/>
                  <a:pt x="85" y="176"/>
                </a:cubicBezTo>
                <a:cubicBezTo>
                  <a:pt x="84" y="176"/>
                  <a:pt x="84" y="176"/>
                  <a:pt x="84" y="176"/>
                </a:cubicBezTo>
                <a:cubicBezTo>
                  <a:pt x="84" y="176"/>
                  <a:pt x="83" y="176"/>
                  <a:pt x="83" y="176"/>
                </a:cubicBezTo>
                <a:cubicBezTo>
                  <a:pt x="83" y="176"/>
                  <a:pt x="83" y="176"/>
                  <a:pt x="83" y="176"/>
                </a:cubicBezTo>
                <a:cubicBezTo>
                  <a:pt x="83" y="176"/>
                  <a:pt x="82" y="176"/>
                  <a:pt x="82" y="176"/>
                </a:cubicBezTo>
                <a:cubicBezTo>
                  <a:pt x="34" y="197"/>
                  <a:pt x="34" y="197"/>
                  <a:pt x="34" y="197"/>
                </a:cubicBezTo>
                <a:cubicBezTo>
                  <a:pt x="13" y="207"/>
                  <a:pt x="0" y="228"/>
                  <a:pt x="0" y="251"/>
                </a:cubicBezTo>
                <a:cubicBezTo>
                  <a:pt x="0" y="256"/>
                  <a:pt x="0" y="256"/>
                  <a:pt x="0" y="256"/>
                </a:cubicBezTo>
                <a:cubicBezTo>
                  <a:pt x="8" y="256"/>
                  <a:pt x="8" y="256"/>
                  <a:pt x="8" y="256"/>
                </a:cubicBezTo>
                <a:cubicBezTo>
                  <a:pt x="8" y="251"/>
                  <a:pt x="8" y="251"/>
                  <a:pt x="8" y="251"/>
                </a:cubicBezTo>
                <a:cubicBezTo>
                  <a:pt x="8" y="231"/>
                  <a:pt x="20" y="213"/>
                  <a:pt x="38" y="204"/>
                </a:cubicBezTo>
                <a:cubicBezTo>
                  <a:pt x="75" y="188"/>
                  <a:pt x="75" y="188"/>
                  <a:pt x="75" y="188"/>
                </a:cubicBezTo>
                <a:cubicBezTo>
                  <a:pt x="52" y="230"/>
                  <a:pt x="52" y="230"/>
                  <a:pt x="52" y="230"/>
                </a:cubicBezTo>
                <a:cubicBezTo>
                  <a:pt x="52" y="231"/>
                  <a:pt x="52" y="233"/>
                  <a:pt x="53" y="234"/>
                </a:cubicBezTo>
                <a:cubicBezTo>
                  <a:pt x="54" y="235"/>
                  <a:pt x="55" y="236"/>
                  <a:pt x="56" y="236"/>
                </a:cubicBezTo>
                <a:cubicBezTo>
                  <a:pt x="56" y="236"/>
                  <a:pt x="57" y="236"/>
                  <a:pt x="57" y="236"/>
                </a:cubicBezTo>
                <a:cubicBezTo>
                  <a:pt x="97" y="228"/>
                  <a:pt x="97" y="228"/>
                  <a:pt x="97" y="228"/>
                </a:cubicBezTo>
                <a:cubicBezTo>
                  <a:pt x="99" y="227"/>
                  <a:pt x="100" y="225"/>
                  <a:pt x="100" y="223"/>
                </a:cubicBezTo>
                <a:cubicBezTo>
                  <a:pt x="99" y="221"/>
                  <a:pt x="97" y="220"/>
                  <a:pt x="95" y="220"/>
                </a:cubicBezTo>
                <a:cubicBezTo>
                  <a:pt x="64" y="226"/>
                  <a:pt x="64" y="226"/>
                  <a:pt x="64" y="226"/>
                </a:cubicBezTo>
                <a:cubicBezTo>
                  <a:pt x="85" y="186"/>
                  <a:pt x="85" y="186"/>
                  <a:pt x="85" y="186"/>
                </a:cubicBezTo>
                <a:cubicBezTo>
                  <a:pt x="96" y="196"/>
                  <a:pt x="109" y="204"/>
                  <a:pt x="128" y="204"/>
                </a:cubicBezTo>
                <a:cubicBezTo>
                  <a:pt x="145" y="204"/>
                  <a:pt x="161" y="198"/>
                  <a:pt x="175" y="187"/>
                </a:cubicBezTo>
                <a:cubicBezTo>
                  <a:pt x="193" y="227"/>
                  <a:pt x="193" y="227"/>
                  <a:pt x="193" y="227"/>
                </a:cubicBezTo>
                <a:cubicBezTo>
                  <a:pt x="161" y="220"/>
                  <a:pt x="161" y="220"/>
                  <a:pt x="161" y="220"/>
                </a:cubicBezTo>
                <a:cubicBezTo>
                  <a:pt x="159" y="220"/>
                  <a:pt x="157" y="221"/>
                  <a:pt x="156" y="223"/>
                </a:cubicBezTo>
                <a:cubicBezTo>
                  <a:pt x="156" y="225"/>
                  <a:pt x="157" y="227"/>
                  <a:pt x="159" y="228"/>
                </a:cubicBezTo>
                <a:cubicBezTo>
                  <a:pt x="199" y="236"/>
                  <a:pt x="199" y="236"/>
                  <a:pt x="199" y="236"/>
                </a:cubicBezTo>
                <a:cubicBezTo>
                  <a:pt x="199" y="236"/>
                  <a:pt x="200" y="236"/>
                  <a:pt x="200" y="236"/>
                </a:cubicBezTo>
                <a:cubicBezTo>
                  <a:pt x="201" y="236"/>
                  <a:pt x="202" y="235"/>
                  <a:pt x="203" y="234"/>
                </a:cubicBezTo>
                <a:cubicBezTo>
                  <a:pt x="204" y="233"/>
                  <a:pt x="204" y="232"/>
                  <a:pt x="204" y="230"/>
                </a:cubicBezTo>
                <a:cubicBezTo>
                  <a:pt x="184" y="188"/>
                  <a:pt x="184" y="188"/>
                  <a:pt x="184" y="188"/>
                </a:cubicBezTo>
                <a:cubicBezTo>
                  <a:pt x="218" y="204"/>
                  <a:pt x="218" y="204"/>
                  <a:pt x="218" y="204"/>
                </a:cubicBezTo>
                <a:cubicBezTo>
                  <a:pt x="236" y="213"/>
                  <a:pt x="248" y="231"/>
                  <a:pt x="248" y="251"/>
                </a:cubicBezTo>
                <a:cubicBezTo>
                  <a:pt x="248" y="256"/>
                  <a:pt x="248" y="256"/>
                  <a:pt x="248" y="256"/>
                </a:cubicBezTo>
                <a:cubicBezTo>
                  <a:pt x="256" y="256"/>
                  <a:pt x="256" y="256"/>
                  <a:pt x="256" y="256"/>
                </a:cubicBezTo>
                <a:cubicBezTo>
                  <a:pt x="256" y="251"/>
                  <a:pt x="256" y="251"/>
                  <a:pt x="256" y="251"/>
                </a:cubicBezTo>
                <a:cubicBezTo>
                  <a:pt x="256" y="228"/>
                  <a:pt x="243" y="207"/>
                  <a:pt x="222" y="197"/>
                </a:cubicBezTo>
                <a:close/>
                <a:moveTo>
                  <a:pt x="60" y="124"/>
                </a:moveTo>
                <a:cubicBezTo>
                  <a:pt x="53" y="122"/>
                  <a:pt x="48" y="117"/>
                  <a:pt x="48" y="110"/>
                </a:cubicBezTo>
                <a:cubicBezTo>
                  <a:pt x="48" y="98"/>
                  <a:pt x="48" y="98"/>
                  <a:pt x="48" y="98"/>
                </a:cubicBezTo>
                <a:cubicBezTo>
                  <a:pt x="48" y="91"/>
                  <a:pt x="53" y="86"/>
                  <a:pt x="60" y="84"/>
                </a:cubicBezTo>
                <a:lnTo>
                  <a:pt x="60" y="124"/>
                </a:lnTo>
                <a:close/>
                <a:moveTo>
                  <a:pt x="120" y="144"/>
                </a:moveTo>
                <a:cubicBezTo>
                  <a:pt x="140" y="144"/>
                  <a:pt x="140" y="144"/>
                  <a:pt x="140" y="144"/>
                </a:cubicBezTo>
                <a:cubicBezTo>
                  <a:pt x="142" y="144"/>
                  <a:pt x="144" y="146"/>
                  <a:pt x="144" y="148"/>
                </a:cubicBezTo>
                <a:cubicBezTo>
                  <a:pt x="144" y="150"/>
                  <a:pt x="142" y="152"/>
                  <a:pt x="140" y="152"/>
                </a:cubicBezTo>
                <a:cubicBezTo>
                  <a:pt x="120" y="152"/>
                  <a:pt x="120" y="152"/>
                  <a:pt x="120" y="152"/>
                </a:cubicBezTo>
                <a:cubicBezTo>
                  <a:pt x="118" y="152"/>
                  <a:pt x="116" y="150"/>
                  <a:pt x="116" y="148"/>
                </a:cubicBezTo>
                <a:cubicBezTo>
                  <a:pt x="116" y="146"/>
                  <a:pt x="118" y="144"/>
                  <a:pt x="120" y="144"/>
                </a:cubicBezTo>
                <a:close/>
                <a:moveTo>
                  <a:pt x="156" y="76"/>
                </a:moveTo>
                <a:cubicBezTo>
                  <a:pt x="184" y="76"/>
                  <a:pt x="184" y="76"/>
                  <a:pt x="184" y="76"/>
                </a:cubicBezTo>
                <a:cubicBezTo>
                  <a:pt x="184" y="68"/>
                  <a:pt x="184" y="68"/>
                  <a:pt x="184" y="68"/>
                </a:cubicBezTo>
                <a:cubicBezTo>
                  <a:pt x="160" y="68"/>
                  <a:pt x="160" y="68"/>
                  <a:pt x="160" y="68"/>
                </a:cubicBezTo>
                <a:cubicBezTo>
                  <a:pt x="160" y="48"/>
                  <a:pt x="160" y="48"/>
                  <a:pt x="160" y="48"/>
                </a:cubicBezTo>
                <a:cubicBezTo>
                  <a:pt x="160" y="46"/>
                  <a:pt x="159" y="45"/>
                  <a:pt x="157" y="44"/>
                </a:cubicBezTo>
                <a:cubicBezTo>
                  <a:pt x="156" y="44"/>
                  <a:pt x="154" y="44"/>
                  <a:pt x="153" y="45"/>
                </a:cubicBezTo>
                <a:cubicBezTo>
                  <a:pt x="134" y="68"/>
                  <a:pt x="134" y="68"/>
                  <a:pt x="134" y="68"/>
                </a:cubicBezTo>
                <a:cubicBezTo>
                  <a:pt x="76" y="68"/>
                  <a:pt x="76" y="68"/>
                  <a:pt x="76" y="68"/>
                </a:cubicBezTo>
                <a:cubicBezTo>
                  <a:pt x="76" y="76"/>
                  <a:pt x="76" y="76"/>
                  <a:pt x="76" y="76"/>
                </a:cubicBezTo>
                <a:cubicBezTo>
                  <a:pt x="136" y="76"/>
                  <a:pt x="136" y="76"/>
                  <a:pt x="136" y="76"/>
                </a:cubicBezTo>
                <a:cubicBezTo>
                  <a:pt x="137" y="76"/>
                  <a:pt x="138" y="75"/>
                  <a:pt x="139" y="75"/>
                </a:cubicBezTo>
                <a:cubicBezTo>
                  <a:pt x="152" y="59"/>
                  <a:pt x="152" y="59"/>
                  <a:pt x="152" y="59"/>
                </a:cubicBezTo>
                <a:cubicBezTo>
                  <a:pt x="152" y="72"/>
                  <a:pt x="152" y="72"/>
                  <a:pt x="152" y="72"/>
                </a:cubicBezTo>
                <a:cubicBezTo>
                  <a:pt x="152" y="74"/>
                  <a:pt x="154" y="76"/>
                  <a:pt x="156" y="7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8" name="Freeform 204">
            <a:extLst>
              <a:ext uri="{FF2B5EF4-FFF2-40B4-BE49-F238E27FC236}">
                <a16:creationId xmlns:a16="http://schemas.microsoft.com/office/drawing/2014/main" id="{F4F2BD40-990C-4988-AE8F-C05F147DDFA9}"/>
              </a:ext>
            </a:extLst>
          </p:cNvPr>
          <p:cNvSpPr>
            <a:spLocks noChangeAspect="1" noEditPoints="1"/>
          </p:cNvSpPr>
          <p:nvPr/>
        </p:nvSpPr>
        <p:spPr bwMode="auto">
          <a:xfrm>
            <a:off x="7346610" y="3412979"/>
            <a:ext cx="400050" cy="349250"/>
          </a:xfrm>
          <a:custGeom>
            <a:avLst/>
            <a:gdLst>
              <a:gd name="T0" fmla="*/ 191 w 256"/>
              <a:gd name="T1" fmla="*/ 197 h 224"/>
              <a:gd name="T2" fmla="*/ 192 w 256"/>
              <a:gd name="T3" fmla="*/ 171 h 224"/>
              <a:gd name="T4" fmla="*/ 222 w 256"/>
              <a:gd name="T5" fmla="*/ 85 h 224"/>
              <a:gd name="T6" fmla="*/ 152 w 256"/>
              <a:gd name="T7" fmla="*/ 0 h 224"/>
              <a:gd name="T8" fmla="*/ 82 w 256"/>
              <a:gd name="T9" fmla="*/ 85 h 224"/>
              <a:gd name="T10" fmla="*/ 112 w 256"/>
              <a:gd name="T11" fmla="*/ 171 h 224"/>
              <a:gd name="T12" fmla="*/ 113 w 256"/>
              <a:gd name="T13" fmla="*/ 197 h 224"/>
              <a:gd name="T14" fmla="*/ 48 w 256"/>
              <a:gd name="T15" fmla="*/ 221 h 224"/>
              <a:gd name="T16" fmla="*/ 53 w 256"/>
              <a:gd name="T17" fmla="*/ 224 h 224"/>
              <a:gd name="T18" fmla="*/ 121 w 256"/>
              <a:gd name="T19" fmla="*/ 176 h 224"/>
              <a:gd name="T20" fmla="*/ 136 w 256"/>
              <a:gd name="T21" fmla="*/ 177 h 224"/>
              <a:gd name="T22" fmla="*/ 97 w 256"/>
              <a:gd name="T23" fmla="*/ 126 h 224"/>
              <a:gd name="T24" fmla="*/ 90 w 256"/>
              <a:gd name="T25" fmla="*/ 54 h 224"/>
              <a:gd name="T26" fmla="*/ 214 w 256"/>
              <a:gd name="T27" fmla="*/ 54 h 224"/>
              <a:gd name="T28" fmla="*/ 207 w 256"/>
              <a:gd name="T29" fmla="*/ 126 h 224"/>
              <a:gd name="T30" fmla="*/ 168 w 256"/>
              <a:gd name="T31" fmla="*/ 177 h 224"/>
              <a:gd name="T32" fmla="*/ 173 w 256"/>
              <a:gd name="T33" fmla="*/ 180 h 224"/>
              <a:gd name="T34" fmla="*/ 185 w 256"/>
              <a:gd name="T35" fmla="*/ 203 h 224"/>
              <a:gd name="T36" fmla="*/ 252 w 256"/>
              <a:gd name="T37" fmla="*/ 224 h 224"/>
              <a:gd name="T38" fmla="*/ 253 w 256"/>
              <a:gd name="T39" fmla="*/ 216 h 224"/>
              <a:gd name="T40" fmla="*/ 59 w 256"/>
              <a:gd name="T41" fmla="*/ 152 h 224"/>
              <a:gd name="T42" fmla="*/ 64 w 256"/>
              <a:gd name="T43" fmla="*/ 149 h 224"/>
              <a:gd name="T44" fmla="*/ 32 w 256"/>
              <a:gd name="T45" fmla="*/ 107 h 224"/>
              <a:gd name="T46" fmla="*/ 26 w 256"/>
              <a:gd name="T47" fmla="*/ 49 h 224"/>
              <a:gd name="T48" fmla="*/ 87 w 256"/>
              <a:gd name="T49" fmla="*/ 13 h 224"/>
              <a:gd name="T50" fmla="*/ 89 w 256"/>
              <a:gd name="T51" fmla="*/ 5 h 224"/>
              <a:gd name="T52" fmla="*/ 18 w 256"/>
              <a:gd name="T53" fmla="*/ 48 h 224"/>
              <a:gd name="T54" fmla="*/ 24 w 256"/>
              <a:gd name="T55" fmla="*/ 109 h 224"/>
              <a:gd name="T56" fmla="*/ 44 w 256"/>
              <a:gd name="T57" fmla="*/ 145 h 224"/>
              <a:gd name="T58" fmla="*/ 3 w 256"/>
              <a:gd name="T59" fmla="*/ 180 h 224"/>
              <a:gd name="T60" fmla="*/ 4 w 256"/>
              <a:gd name="T61" fmla="*/ 188 h 224"/>
              <a:gd name="T62" fmla="*/ 51 w 256"/>
              <a:gd name="T63" fmla="*/ 17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6" h="224">
                <a:moveTo>
                  <a:pt x="253" y="216"/>
                </a:moveTo>
                <a:cubicBezTo>
                  <a:pt x="232" y="212"/>
                  <a:pt x="197" y="204"/>
                  <a:pt x="191" y="197"/>
                </a:cubicBezTo>
                <a:cubicBezTo>
                  <a:pt x="189" y="195"/>
                  <a:pt x="190" y="184"/>
                  <a:pt x="192" y="173"/>
                </a:cubicBezTo>
                <a:cubicBezTo>
                  <a:pt x="192" y="172"/>
                  <a:pt x="192" y="171"/>
                  <a:pt x="192" y="171"/>
                </a:cubicBezTo>
                <a:cubicBezTo>
                  <a:pt x="209" y="156"/>
                  <a:pt x="215" y="129"/>
                  <a:pt x="215" y="128"/>
                </a:cubicBezTo>
                <a:cubicBezTo>
                  <a:pt x="218" y="116"/>
                  <a:pt x="221" y="97"/>
                  <a:pt x="222" y="85"/>
                </a:cubicBezTo>
                <a:cubicBezTo>
                  <a:pt x="224" y="70"/>
                  <a:pt x="223" y="62"/>
                  <a:pt x="222" y="53"/>
                </a:cubicBezTo>
                <a:cubicBezTo>
                  <a:pt x="218" y="22"/>
                  <a:pt x="188" y="0"/>
                  <a:pt x="152" y="0"/>
                </a:cubicBezTo>
                <a:cubicBezTo>
                  <a:pt x="116" y="0"/>
                  <a:pt x="86" y="22"/>
                  <a:pt x="82" y="53"/>
                </a:cubicBezTo>
                <a:cubicBezTo>
                  <a:pt x="81" y="62"/>
                  <a:pt x="80" y="70"/>
                  <a:pt x="82" y="85"/>
                </a:cubicBezTo>
                <a:cubicBezTo>
                  <a:pt x="83" y="97"/>
                  <a:pt x="86" y="116"/>
                  <a:pt x="89" y="128"/>
                </a:cubicBezTo>
                <a:cubicBezTo>
                  <a:pt x="89" y="129"/>
                  <a:pt x="95" y="156"/>
                  <a:pt x="112" y="171"/>
                </a:cubicBezTo>
                <a:cubicBezTo>
                  <a:pt x="112" y="171"/>
                  <a:pt x="112" y="172"/>
                  <a:pt x="112" y="173"/>
                </a:cubicBezTo>
                <a:cubicBezTo>
                  <a:pt x="114" y="184"/>
                  <a:pt x="115" y="195"/>
                  <a:pt x="113" y="197"/>
                </a:cubicBezTo>
                <a:cubicBezTo>
                  <a:pt x="107" y="204"/>
                  <a:pt x="72" y="212"/>
                  <a:pt x="51" y="216"/>
                </a:cubicBezTo>
                <a:cubicBezTo>
                  <a:pt x="49" y="216"/>
                  <a:pt x="48" y="219"/>
                  <a:pt x="48" y="221"/>
                </a:cubicBezTo>
                <a:cubicBezTo>
                  <a:pt x="48" y="223"/>
                  <a:pt x="50" y="224"/>
                  <a:pt x="52" y="224"/>
                </a:cubicBezTo>
                <a:cubicBezTo>
                  <a:pt x="52" y="224"/>
                  <a:pt x="52" y="224"/>
                  <a:pt x="53" y="224"/>
                </a:cubicBezTo>
                <a:cubicBezTo>
                  <a:pt x="58" y="223"/>
                  <a:pt x="108" y="213"/>
                  <a:pt x="119" y="203"/>
                </a:cubicBezTo>
                <a:cubicBezTo>
                  <a:pt x="124" y="198"/>
                  <a:pt x="122" y="185"/>
                  <a:pt x="121" y="176"/>
                </a:cubicBezTo>
                <a:cubicBezTo>
                  <a:pt x="124" y="178"/>
                  <a:pt x="128" y="179"/>
                  <a:pt x="131" y="180"/>
                </a:cubicBezTo>
                <a:cubicBezTo>
                  <a:pt x="134" y="180"/>
                  <a:pt x="136" y="179"/>
                  <a:pt x="136" y="177"/>
                </a:cubicBezTo>
                <a:cubicBezTo>
                  <a:pt x="136" y="174"/>
                  <a:pt x="135" y="172"/>
                  <a:pt x="133" y="172"/>
                </a:cubicBezTo>
                <a:cubicBezTo>
                  <a:pt x="106" y="168"/>
                  <a:pt x="97" y="126"/>
                  <a:pt x="97" y="126"/>
                </a:cubicBezTo>
                <a:cubicBezTo>
                  <a:pt x="94" y="114"/>
                  <a:pt x="91" y="95"/>
                  <a:pt x="90" y="84"/>
                </a:cubicBezTo>
                <a:cubicBezTo>
                  <a:pt x="88" y="70"/>
                  <a:pt x="89" y="63"/>
                  <a:pt x="90" y="54"/>
                </a:cubicBezTo>
                <a:cubicBezTo>
                  <a:pt x="93" y="27"/>
                  <a:pt x="120" y="8"/>
                  <a:pt x="152" y="8"/>
                </a:cubicBezTo>
                <a:cubicBezTo>
                  <a:pt x="184" y="8"/>
                  <a:pt x="211" y="27"/>
                  <a:pt x="214" y="54"/>
                </a:cubicBezTo>
                <a:cubicBezTo>
                  <a:pt x="215" y="63"/>
                  <a:pt x="216" y="70"/>
                  <a:pt x="214" y="84"/>
                </a:cubicBezTo>
                <a:cubicBezTo>
                  <a:pt x="213" y="95"/>
                  <a:pt x="210" y="114"/>
                  <a:pt x="207" y="126"/>
                </a:cubicBezTo>
                <a:cubicBezTo>
                  <a:pt x="207" y="126"/>
                  <a:pt x="198" y="168"/>
                  <a:pt x="171" y="172"/>
                </a:cubicBezTo>
                <a:cubicBezTo>
                  <a:pt x="169" y="172"/>
                  <a:pt x="168" y="174"/>
                  <a:pt x="168" y="177"/>
                </a:cubicBezTo>
                <a:cubicBezTo>
                  <a:pt x="168" y="179"/>
                  <a:pt x="170" y="180"/>
                  <a:pt x="172" y="180"/>
                </a:cubicBezTo>
                <a:cubicBezTo>
                  <a:pt x="172" y="180"/>
                  <a:pt x="172" y="180"/>
                  <a:pt x="173" y="180"/>
                </a:cubicBezTo>
                <a:cubicBezTo>
                  <a:pt x="176" y="179"/>
                  <a:pt x="180" y="178"/>
                  <a:pt x="183" y="176"/>
                </a:cubicBezTo>
                <a:cubicBezTo>
                  <a:pt x="182" y="185"/>
                  <a:pt x="180" y="198"/>
                  <a:pt x="185" y="203"/>
                </a:cubicBezTo>
                <a:cubicBezTo>
                  <a:pt x="196" y="213"/>
                  <a:pt x="246" y="223"/>
                  <a:pt x="251" y="224"/>
                </a:cubicBezTo>
                <a:cubicBezTo>
                  <a:pt x="252" y="224"/>
                  <a:pt x="252" y="224"/>
                  <a:pt x="252" y="224"/>
                </a:cubicBezTo>
                <a:cubicBezTo>
                  <a:pt x="254" y="224"/>
                  <a:pt x="256" y="223"/>
                  <a:pt x="256" y="221"/>
                </a:cubicBezTo>
                <a:cubicBezTo>
                  <a:pt x="256" y="219"/>
                  <a:pt x="255" y="216"/>
                  <a:pt x="253" y="216"/>
                </a:cubicBezTo>
                <a:close/>
                <a:moveTo>
                  <a:pt x="53" y="150"/>
                </a:moveTo>
                <a:cubicBezTo>
                  <a:pt x="55" y="151"/>
                  <a:pt x="57" y="152"/>
                  <a:pt x="59" y="152"/>
                </a:cubicBezTo>
                <a:cubicBezTo>
                  <a:pt x="60" y="152"/>
                  <a:pt x="60" y="152"/>
                  <a:pt x="60" y="152"/>
                </a:cubicBezTo>
                <a:cubicBezTo>
                  <a:pt x="62" y="152"/>
                  <a:pt x="64" y="151"/>
                  <a:pt x="64" y="149"/>
                </a:cubicBezTo>
                <a:cubicBezTo>
                  <a:pt x="64" y="146"/>
                  <a:pt x="63" y="144"/>
                  <a:pt x="61" y="144"/>
                </a:cubicBezTo>
                <a:cubicBezTo>
                  <a:pt x="40" y="141"/>
                  <a:pt x="32" y="107"/>
                  <a:pt x="32" y="107"/>
                </a:cubicBezTo>
                <a:cubicBezTo>
                  <a:pt x="30" y="98"/>
                  <a:pt x="27" y="82"/>
                  <a:pt x="26" y="73"/>
                </a:cubicBezTo>
                <a:cubicBezTo>
                  <a:pt x="25" y="62"/>
                  <a:pt x="25" y="56"/>
                  <a:pt x="26" y="49"/>
                </a:cubicBezTo>
                <a:cubicBezTo>
                  <a:pt x="29" y="27"/>
                  <a:pt x="50" y="12"/>
                  <a:pt x="76" y="12"/>
                </a:cubicBezTo>
                <a:cubicBezTo>
                  <a:pt x="80" y="12"/>
                  <a:pt x="84" y="12"/>
                  <a:pt x="87" y="13"/>
                </a:cubicBezTo>
                <a:cubicBezTo>
                  <a:pt x="89" y="13"/>
                  <a:pt x="92" y="12"/>
                  <a:pt x="92" y="10"/>
                </a:cubicBezTo>
                <a:cubicBezTo>
                  <a:pt x="92" y="8"/>
                  <a:pt x="91" y="6"/>
                  <a:pt x="89" y="5"/>
                </a:cubicBezTo>
                <a:cubicBezTo>
                  <a:pt x="85" y="4"/>
                  <a:pt x="80" y="4"/>
                  <a:pt x="76" y="4"/>
                </a:cubicBezTo>
                <a:cubicBezTo>
                  <a:pt x="46" y="4"/>
                  <a:pt x="22" y="22"/>
                  <a:pt x="18" y="48"/>
                </a:cubicBezTo>
                <a:cubicBezTo>
                  <a:pt x="17" y="56"/>
                  <a:pt x="17" y="62"/>
                  <a:pt x="18" y="74"/>
                </a:cubicBezTo>
                <a:cubicBezTo>
                  <a:pt x="19" y="84"/>
                  <a:pt x="22" y="99"/>
                  <a:pt x="24" y="109"/>
                </a:cubicBezTo>
                <a:cubicBezTo>
                  <a:pt x="24" y="110"/>
                  <a:pt x="30" y="132"/>
                  <a:pt x="44" y="145"/>
                </a:cubicBezTo>
                <a:cubicBezTo>
                  <a:pt x="44" y="145"/>
                  <a:pt x="44" y="145"/>
                  <a:pt x="44" y="145"/>
                </a:cubicBezTo>
                <a:cubicBezTo>
                  <a:pt x="46" y="154"/>
                  <a:pt x="46" y="163"/>
                  <a:pt x="45" y="165"/>
                </a:cubicBezTo>
                <a:cubicBezTo>
                  <a:pt x="41" y="169"/>
                  <a:pt x="20" y="177"/>
                  <a:pt x="3" y="180"/>
                </a:cubicBezTo>
                <a:cubicBezTo>
                  <a:pt x="1" y="181"/>
                  <a:pt x="0" y="183"/>
                  <a:pt x="0" y="185"/>
                </a:cubicBezTo>
                <a:cubicBezTo>
                  <a:pt x="0" y="187"/>
                  <a:pt x="2" y="188"/>
                  <a:pt x="4" y="188"/>
                </a:cubicBezTo>
                <a:cubicBezTo>
                  <a:pt x="4" y="188"/>
                  <a:pt x="5" y="188"/>
                  <a:pt x="5" y="188"/>
                </a:cubicBezTo>
                <a:cubicBezTo>
                  <a:pt x="17" y="186"/>
                  <a:pt x="44" y="178"/>
                  <a:pt x="51" y="171"/>
                </a:cubicBezTo>
                <a:cubicBezTo>
                  <a:pt x="54" y="167"/>
                  <a:pt x="54" y="158"/>
                  <a:pt x="53" y="1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86" name="Freeform 208">
            <a:extLst>
              <a:ext uri="{FF2B5EF4-FFF2-40B4-BE49-F238E27FC236}">
                <a16:creationId xmlns:a16="http://schemas.microsoft.com/office/drawing/2014/main" id="{1496D7CC-47FE-4FD0-971D-DEBEFC952830}"/>
              </a:ext>
            </a:extLst>
          </p:cNvPr>
          <p:cNvSpPr>
            <a:spLocks noChangeAspect="1" noEditPoints="1"/>
          </p:cNvSpPr>
          <p:nvPr/>
        </p:nvSpPr>
        <p:spPr bwMode="auto">
          <a:xfrm>
            <a:off x="8314256" y="3406629"/>
            <a:ext cx="400050" cy="361950"/>
          </a:xfrm>
          <a:custGeom>
            <a:avLst/>
            <a:gdLst>
              <a:gd name="T0" fmla="*/ 159 w 256"/>
              <a:gd name="T1" fmla="*/ 209 h 232"/>
              <a:gd name="T2" fmla="*/ 160 w 256"/>
              <a:gd name="T3" fmla="*/ 189 h 232"/>
              <a:gd name="T4" fmla="*/ 186 w 256"/>
              <a:gd name="T5" fmla="*/ 118 h 232"/>
              <a:gd name="T6" fmla="*/ 128 w 256"/>
              <a:gd name="T7" fmla="*/ 48 h 232"/>
              <a:gd name="T8" fmla="*/ 70 w 256"/>
              <a:gd name="T9" fmla="*/ 118 h 232"/>
              <a:gd name="T10" fmla="*/ 96 w 256"/>
              <a:gd name="T11" fmla="*/ 189 h 232"/>
              <a:gd name="T12" fmla="*/ 97 w 256"/>
              <a:gd name="T13" fmla="*/ 209 h 232"/>
              <a:gd name="T14" fmla="*/ 40 w 256"/>
              <a:gd name="T15" fmla="*/ 229 h 232"/>
              <a:gd name="T16" fmla="*/ 45 w 256"/>
              <a:gd name="T17" fmla="*/ 232 h 232"/>
              <a:gd name="T18" fmla="*/ 105 w 256"/>
              <a:gd name="T19" fmla="*/ 194 h 232"/>
              <a:gd name="T20" fmla="*/ 116 w 256"/>
              <a:gd name="T21" fmla="*/ 193 h 232"/>
              <a:gd name="T22" fmla="*/ 84 w 256"/>
              <a:gd name="T23" fmla="*/ 151 h 232"/>
              <a:gd name="T24" fmla="*/ 78 w 256"/>
              <a:gd name="T25" fmla="*/ 93 h 232"/>
              <a:gd name="T26" fmla="*/ 178 w 256"/>
              <a:gd name="T27" fmla="*/ 93 h 232"/>
              <a:gd name="T28" fmla="*/ 172 w 256"/>
              <a:gd name="T29" fmla="*/ 151 h 232"/>
              <a:gd name="T30" fmla="*/ 140 w 256"/>
              <a:gd name="T31" fmla="*/ 193 h 232"/>
              <a:gd name="T32" fmla="*/ 145 w 256"/>
              <a:gd name="T33" fmla="*/ 196 h 232"/>
              <a:gd name="T34" fmla="*/ 153 w 256"/>
              <a:gd name="T35" fmla="*/ 215 h 232"/>
              <a:gd name="T36" fmla="*/ 212 w 256"/>
              <a:gd name="T37" fmla="*/ 232 h 232"/>
              <a:gd name="T38" fmla="*/ 213 w 256"/>
              <a:gd name="T39" fmla="*/ 224 h 232"/>
              <a:gd name="T40" fmla="*/ 38 w 256"/>
              <a:gd name="T41" fmla="*/ 107 h 232"/>
              <a:gd name="T42" fmla="*/ 21 w 256"/>
              <a:gd name="T43" fmla="*/ 58 h 232"/>
              <a:gd name="T44" fmla="*/ 21 w 256"/>
              <a:gd name="T45" fmla="*/ 36 h 232"/>
              <a:gd name="T46" fmla="*/ 99 w 256"/>
              <a:gd name="T47" fmla="*/ 36 h 232"/>
              <a:gd name="T48" fmla="*/ 104 w 256"/>
              <a:gd name="T49" fmla="*/ 44 h 232"/>
              <a:gd name="T50" fmla="*/ 107 w 256"/>
              <a:gd name="T51" fmla="*/ 35 h 232"/>
              <a:gd name="T52" fmla="*/ 13 w 256"/>
              <a:gd name="T53" fmla="*/ 35 h 232"/>
              <a:gd name="T54" fmla="*/ 13 w 256"/>
              <a:gd name="T55" fmla="*/ 59 h 232"/>
              <a:gd name="T56" fmla="*/ 33 w 256"/>
              <a:gd name="T57" fmla="*/ 113 h 232"/>
              <a:gd name="T58" fmla="*/ 3 w 256"/>
              <a:gd name="T59" fmla="*/ 140 h 232"/>
              <a:gd name="T60" fmla="*/ 4 w 256"/>
              <a:gd name="T61" fmla="*/ 148 h 232"/>
              <a:gd name="T62" fmla="*/ 39 w 256"/>
              <a:gd name="T63" fmla="*/ 133 h 232"/>
              <a:gd name="T64" fmla="*/ 253 w 256"/>
              <a:gd name="T65" fmla="*/ 140 h 232"/>
              <a:gd name="T66" fmla="*/ 223 w 256"/>
              <a:gd name="T67" fmla="*/ 113 h 232"/>
              <a:gd name="T68" fmla="*/ 243 w 256"/>
              <a:gd name="T69" fmla="*/ 59 h 232"/>
              <a:gd name="T70" fmla="*/ 243 w 256"/>
              <a:gd name="T71" fmla="*/ 35 h 232"/>
              <a:gd name="T72" fmla="*/ 149 w 256"/>
              <a:gd name="T73" fmla="*/ 35 h 232"/>
              <a:gd name="T74" fmla="*/ 152 w 256"/>
              <a:gd name="T75" fmla="*/ 44 h 232"/>
              <a:gd name="T76" fmla="*/ 157 w 256"/>
              <a:gd name="T77" fmla="*/ 36 h 232"/>
              <a:gd name="T78" fmla="*/ 235 w 256"/>
              <a:gd name="T79" fmla="*/ 36 h 232"/>
              <a:gd name="T80" fmla="*/ 235 w 256"/>
              <a:gd name="T81" fmla="*/ 58 h 232"/>
              <a:gd name="T82" fmla="*/ 218 w 256"/>
              <a:gd name="T83" fmla="*/ 107 h 232"/>
              <a:gd name="T84" fmla="*/ 217 w 256"/>
              <a:gd name="T85" fmla="*/ 133 h 232"/>
              <a:gd name="T86" fmla="*/ 252 w 256"/>
              <a:gd name="T87" fmla="*/ 148 h 232"/>
              <a:gd name="T88" fmla="*/ 253 w 256"/>
              <a:gd name="T89" fmla="*/ 14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6" h="232">
                <a:moveTo>
                  <a:pt x="213" y="224"/>
                </a:moveTo>
                <a:cubicBezTo>
                  <a:pt x="193" y="221"/>
                  <a:pt x="164" y="214"/>
                  <a:pt x="159" y="209"/>
                </a:cubicBezTo>
                <a:cubicBezTo>
                  <a:pt x="158" y="207"/>
                  <a:pt x="158" y="198"/>
                  <a:pt x="160" y="189"/>
                </a:cubicBezTo>
                <a:cubicBezTo>
                  <a:pt x="160" y="189"/>
                  <a:pt x="160" y="189"/>
                  <a:pt x="160" y="189"/>
                </a:cubicBezTo>
                <a:cubicBezTo>
                  <a:pt x="174" y="176"/>
                  <a:pt x="180" y="154"/>
                  <a:pt x="180" y="153"/>
                </a:cubicBezTo>
                <a:cubicBezTo>
                  <a:pt x="182" y="143"/>
                  <a:pt x="185" y="128"/>
                  <a:pt x="186" y="118"/>
                </a:cubicBezTo>
                <a:cubicBezTo>
                  <a:pt x="187" y="106"/>
                  <a:pt x="187" y="100"/>
                  <a:pt x="186" y="92"/>
                </a:cubicBezTo>
                <a:cubicBezTo>
                  <a:pt x="182" y="66"/>
                  <a:pt x="158" y="48"/>
                  <a:pt x="128" y="48"/>
                </a:cubicBezTo>
                <a:cubicBezTo>
                  <a:pt x="98" y="48"/>
                  <a:pt x="74" y="66"/>
                  <a:pt x="70" y="92"/>
                </a:cubicBezTo>
                <a:cubicBezTo>
                  <a:pt x="69" y="100"/>
                  <a:pt x="69" y="106"/>
                  <a:pt x="70" y="118"/>
                </a:cubicBezTo>
                <a:cubicBezTo>
                  <a:pt x="71" y="128"/>
                  <a:pt x="74" y="143"/>
                  <a:pt x="76" y="153"/>
                </a:cubicBezTo>
                <a:cubicBezTo>
                  <a:pt x="76" y="154"/>
                  <a:pt x="82" y="176"/>
                  <a:pt x="96" y="189"/>
                </a:cubicBezTo>
                <a:cubicBezTo>
                  <a:pt x="96" y="189"/>
                  <a:pt x="96" y="189"/>
                  <a:pt x="96" y="189"/>
                </a:cubicBezTo>
                <a:cubicBezTo>
                  <a:pt x="98" y="198"/>
                  <a:pt x="98" y="207"/>
                  <a:pt x="97" y="209"/>
                </a:cubicBezTo>
                <a:cubicBezTo>
                  <a:pt x="92" y="214"/>
                  <a:pt x="63" y="221"/>
                  <a:pt x="43" y="224"/>
                </a:cubicBezTo>
                <a:cubicBezTo>
                  <a:pt x="41" y="224"/>
                  <a:pt x="40" y="226"/>
                  <a:pt x="40" y="229"/>
                </a:cubicBezTo>
                <a:cubicBezTo>
                  <a:pt x="40" y="231"/>
                  <a:pt x="42" y="232"/>
                  <a:pt x="44" y="232"/>
                </a:cubicBezTo>
                <a:cubicBezTo>
                  <a:pt x="44" y="232"/>
                  <a:pt x="44" y="232"/>
                  <a:pt x="45" y="232"/>
                </a:cubicBezTo>
                <a:cubicBezTo>
                  <a:pt x="53" y="231"/>
                  <a:pt x="94" y="223"/>
                  <a:pt x="103" y="215"/>
                </a:cubicBezTo>
                <a:cubicBezTo>
                  <a:pt x="106" y="211"/>
                  <a:pt x="106" y="202"/>
                  <a:pt x="105" y="194"/>
                </a:cubicBezTo>
                <a:cubicBezTo>
                  <a:pt x="107" y="195"/>
                  <a:pt x="109" y="196"/>
                  <a:pt x="111" y="196"/>
                </a:cubicBezTo>
                <a:cubicBezTo>
                  <a:pt x="114" y="196"/>
                  <a:pt x="116" y="195"/>
                  <a:pt x="116" y="193"/>
                </a:cubicBezTo>
                <a:cubicBezTo>
                  <a:pt x="116" y="190"/>
                  <a:pt x="115" y="188"/>
                  <a:pt x="113" y="188"/>
                </a:cubicBezTo>
                <a:cubicBezTo>
                  <a:pt x="92" y="185"/>
                  <a:pt x="84" y="151"/>
                  <a:pt x="84" y="151"/>
                </a:cubicBezTo>
                <a:cubicBezTo>
                  <a:pt x="82" y="142"/>
                  <a:pt x="79" y="126"/>
                  <a:pt x="78" y="117"/>
                </a:cubicBezTo>
                <a:cubicBezTo>
                  <a:pt x="77" y="106"/>
                  <a:pt x="77" y="100"/>
                  <a:pt x="78" y="93"/>
                </a:cubicBezTo>
                <a:cubicBezTo>
                  <a:pt x="81" y="71"/>
                  <a:pt x="102" y="56"/>
                  <a:pt x="128" y="56"/>
                </a:cubicBezTo>
                <a:cubicBezTo>
                  <a:pt x="154" y="56"/>
                  <a:pt x="175" y="71"/>
                  <a:pt x="178" y="93"/>
                </a:cubicBezTo>
                <a:cubicBezTo>
                  <a:pt x="179" y="100"/>
                  <a:pt x="179" y="106"/>
                  <a:pt x="178" y="117"/>
                </a:cubicBezTo>
                <a:cubicBezTo>
                  <a:pt x="177" y="126"/>
                  <a:pt x="174" y="142"/>
                  <a:pt x="172" y="151"/>
                </a:cubicBezTo>
                <a:cubicBezTo>
                  <a:pt x="172" y="151"/>
                  <a:pt x="164" y="185"/>
                  <a:pt x="143" y="188"/>
                </a:cubicBezTo>
                <a:cubicBezTo>
                  <a:pt x="141" y="188"/>
                  <a:pt x="140" y="190"/>
                  <a:pt x="140" y="193"/>
                </a:cubicBezTo>
                <a:cubicBezTo>
                  <a:pt x="140" y="195"/>
                  <a:pt x="142" y="196"/>
                  <a:pt x="144" y="196"/>
                </a:cubicBezTo>
                <a:cubicBezTo>
                  <a:pt x="144" y="196"/>
                  <a:pt x="144" y="196"/>
                  <a:pt x="145" y="196"/>
                </a:cubicBezTo>
                <a:cubicBezTo>
                  <a:pt x="147" y="196"/>
                  <a:pt x="149" y="195"/>
                  <a:pt x="151" y="194"/>
                </a:cubicBezTo>
                <a:cubicBezTo>
                  <a:pt x="150" y="202"/>
                  <a:pt x="150" y="211"/>
                  <a:pt x="153" y="215"/>
                </a:cubicBezTo>
                <a:cubicBezTo>
                  <a:pt x="162" y="223"/>
                  <a:pt x="203" y="231"/>
                  <a:pt x="211" y="232"/>
                </a:cubicBezTo>
                <a:cubicBezTo>
                  <a:pt x="212" y="232"/>
                  <a:pt x="212" y="232"/>
                  <a:pt x="212" y="232"/>
                </a:cubicBezTo>
                <a:cubicBezTo>
                  <a:pt x="214" y="232"/>
                  <a:pt x="216" y="231"/>
                  <a:pt x="216" y="229"/>
                </a:cubicBezTo>
                <a:cubicBezTo>
                  <a:pt x="216" y="226"/>
                  <a:pt x="215" y="224"/>
                  <a:pt x="213" y="224"/>
                </a:cubicBezTo>
                <a:close/>
                <a:moveTo>
                  <a:pt x="40" y="110"/>
                </a:moveTo>
                <a:cubicBezTo>
                  <a:pt x="40" y="109"/>
                  <a:pt x="39" y="108"/>
                  <a:pt x="38" y="107"/>
                </a:cubicBezTo>
                <a:cubicBezTo>
                  <a:pt x="32" y="104"/>
                  <a:pt x="26" y="91"/>
                  <a:pt x="24" y="82"/>
                </a:cubicBezTo>
                <a:cubicBezTo>
                  <a:pt x="23" y="76"/>
                  <a:pt x="22" y="65"/>
                  <a:pt x="21" y="58"/>
                </a:cubicBezTo>
                <a:cubicBezTo>
                  <a:pt x="21" y="55"/>
                  <a:pt x="21" y="55"/>
                  <a:pt x="21" y="55"/>
                </a:cubicBezTo>
                <a:cubicBezTo>
                  <a:pt x="20" y="46"/>
                  <a:pt x="20" y="42"/>
                  <a:pt x="21" y="36"/>
                </a:cubicBezTo>
                <a:cubicBezTo>
                  <a:pt x="23" y="20"/>
                  <a:pt x="40" y="8"/>
                  <a:pt x="60" y="8"/>
                </a:cubicBezTo>
                <a:cubicBezTo>
                  <a:pt x="80" y="8"/>
                  <a:pt x="97" y="20"/>
                  <a:pt x="99" y="36"/>
                </a:cubicBezTo>
                <a:cubicBezTo>
                  <a:pt x="100" y="38"/>
                  <a:pt x="100" y="39"/>
                  <a:pt x="100" y="40"/>
                </a:cubicBezTo>
                <a:cubicBezTo>
                  <a:pt x="100" y="43"/>
                  <a:pt x="102" y="44"/>
                  <a:pt x="104" y="44"/>
                </a:cubicBezTo>
                <a:cubicBezTo>
                  <a:pt x="106" y="44"/>
                  <a:pt x="108" y="42"/>
                  <a:pt x="108" y="40"/>
                </a:cubicBezTo>
                <a:cubicBezTo>
                  <a:pt x="108" y="38"/>
                  <a:pt x="108" y="37"/>
                  <a:pt x="107" y="35"/>
                </a:cubicBezTo>
                <a:cubicBezTo>
                  <a:pt x="105" y="15"/>
                  <a:pt x="84" y="0"/>
                  <a:pt x="60" y="0"/>
                </a:cubicBezTo>
                <a:cubicBezTo>
                  <a:pt x="36" y="0"/>
                  <a:pt x="15" y="15"/>
                  <a:pt x="13" y="35"/>
                </a:cubicBezTo>
                <a:cubicBezTo>
                  <a:pt x="12" y="41"/>
                  <a:pt x="11" y="47"/>
                  <a:pt x="13" y="56"/>
                </a:cubicBezTo>
                <a:cubicBezTo>
                  <a:pt x="13" y="59"/>
                  <a:pt x="13" y="59"/>
                  <a:pt x="13" y="59"/>
                </a:cubicBezTo>
                <a:cubicBezTo>
                  <a:pt x="14" y="66"/>
                  <a:pt x="15" y="77"/>
                  <a:pt x="17" y="84"/>
                </a:cubicBezTo>
                <a:cubicBezTo>
                  <a:pt x="18" y="92"/>
                  <a:pt x="24" y="107"/>
                  <a:pt x="33" y="113"/>
                </a:cubicBezTo>
                <a:cubicBezTo>
                  <a:pt x="34" y="120"/>
                  <a:pt x="34" y="126"/>
                  <a:pt x="33" y="128"/>
                </a:cubicBezTo>
                <a:cubicBezTo>
                  <a:pt x="29" y="133"/>
                  <a:pt x="13" y="138"/>
                  <a:pt x="3" y="140"/>
                </a:cubicBezTo>
                <a:cubicBezTo>
                  <a:pt x="1" y="141"/>
                  <a:pt x="0" y="143"/>
                  <a:pt x="0" y="145"/>
                </a:cubicBezTo>
                <a:cubicBezTo>
                  <a:pt x="1" y="147"/>
                  <a:pt x="2" y="148"/>
                  <a:pt x="4" y="148"/>
                </a:cubicBezTo>
                <a:cubicBezTo>
                  <a:pt x="4" y="148"/>
                  <a:pt x="5" y="148"/>
                  <a:pt x="5" y="148"/>
                </a:cubicBezTo>
                <a:cubicBezTo>
                  <a:pt x="8" y="147"/>
                  <a:pt x="32" y="141"/>
                  <a:pt x="39" y="133"/>
                </a:cubicBezTo>
                <a:cubicBezTo>
                  <a:pt x="44" y="128"/>
                  <a:pt x="41" y="115"/>
                  <a:pt x="40" y="110"/>
                </a:cubicBezTo>
                <a:close/>
                <a:moveTo>
                  <a:pt x="253" y="140"/>
                </a:moveTo>
                <a:cubicBezTo>
                  <a:pt x="243" y="138"/>
                  <a:pt x="227" y="133"/>
                  <a:pt x="223" y="128"/>
                </a:cubicBezTo>
                <a:cubicBezTo>
                  <a:pt x="222" y="126"/>
                  <a:pt x="222" y="120"/>
                  <a:pt x="223" y="113"/>
                </a:cubicBezTo>
                <a:cubicBezTo>
                  <a:pt x="232" y="107"/>
                  <a:pt x="238" y="92"/>
                  <a:pt x="239" y="84"/>
                </a:cubicBezTo>
                <a:cubicBezTo>
                  <a:pt x="241" y="77"/>
                  <a:pt x="242" y="66"/>
                  <a:pt x="243" y="59"/>
                </a:cubicBezTo>
                <a:cubicBezTo>
                  <a:pt x="243" y="56"/>
                  <a:pt x="243" y="56"/>
                  <a:pt x="243" y="56"/>
                </a:cubicBezTo>
                <a:cubicBezTo>
                  <a:pt x="245" y="47"/>
                  <a:pt x="244" y="41"/>
                  <a:pt x="243" y="35"/>
                </a:cubicBezTo>
                <a:cubicBezTo>
                  <a:pt x="241" y="15"/>
                  <a:pt x="220" y="0"/>
                  <a:pt x="196" y="0"/>
                </a:cubicBezTo>
                <a:cubicBezTo>
                  <a:pt x="172" y="0"/>
                  <a:pt x="151" y="15"/>
                  <a:pt x="149" y="35"/>
                </a:cubicBezTo>
                <a:cubicBezTo>
                  <a:pt x="148" y="37"/>
                  <a:pt x="148" y="38"/>
                  <a:pt x="148" y="40"/>
                </a:cubicBezTo>
                <a:cubicBezTo>
                  <a:pt x="148" y="42"/>
                  <a:pt x="150" y="44"/>
                  <a:pt x="152" y="44"/>
                </a:cubicBezTo>
                <a:cubicBezTo>
                  <a:pt x="154" y="44"/>
                  <a:pt x="156" y="43"/>
                  <a:pt x="156" y="40"/>
                </a:cubicBezTo>
                <a:cubicBezTo>
                  <a:pt x="156" y="39"/>
                  <a:pt x="156" y="38"/>
                  <a:pt x="157" y="36"/>
                </a:cubicBezTo>
                <a:cubicBezTo>
                  <a:pt x="159" y="20"/>
                  <a:pt x="176" y="8"/>
                  <a:pt x="196" y="8"/>
                </a:cubicBezTo>
                <a:cubicBezTo>
                  <a:pt x="216" y="8"/>
                  <a:pt x="233" y="20"/>
                  <a:pt x="235" y="36"/>
                </a:cubicBezTo>
                <a:cubicBezTo>
                  <a:pt x="236" y="42"/>
                  <a:pt x="236" y="46"/>
                  <a:pt x="235" y="55"/>
                </a:cubicBezTo>
                <a:cubicBezTo>
                  <a:pt x="235" y="58"/>
                  <a:pt x="235" y="58"/>
                  <a:pt x="235" y="58"/>
                </a:cubicBezTo>
                <a:cubicBezTo>
                  <a:pt x="234" y="65"/>
                  <a:pt x="233" y="76"/>
                  <a:pt x="232" y="82"/>
                </a:cubicBezTo>
                <a:cubicBezTo>
                  <a:pt x="230" y="91"/>
                  <a:pt x="224" y="104"/>
                  <a:pt x="218" y="107"/>
                </a:cubicBezTo>
                <a:cubicBezTo>
                  <a:pt x="217" y="108"/>
                  <a:pt x="216" y="109"/>
                  <a:pt x="216" y="110"/>
                </a:cubicBezTo>
                <a:cubicBezTo>
                  <a:pt x="215" y="115"/>
                  <a:pt x="212" y="128"/>
                  <a:pt x="217" y="133"/>
                </a:cubicBezTo>
                <a:cubicBezTo>
                  <a:pt x="224" y="141"/>
                  <a:pt x="248" y="147"/>
                  <a:pt x="251" y="148"/>
                </a:cubicBezTo>
                <a:cubicBezTo>
                  <a:pt x="251" y="148"/>
                  <a:pt x="252" y="148"/>
                  <a:pt x="252" y="148"/>
                </a:cubicBezTo>
                <a:cubicBezTo>
                  <a:pt x="254" y="148"/>
                  <a:pt x="255" y="147"/>
                  <a:pt x="256" y="145"/>
                </a:cubicBezTo>
                <a:cubicBezTo>
                  <a:pt x="256" y="143"/>
                  <a:pt x="255" y="141"/>
                  <a:pt x="253"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8" name="Freeform 212">
            <a:extLst>
              <a:ext uri="{FF2B5EF4-FFF2-40B4-BE49-F238E27FC236}">
                <a16:creationId xmlns:a16="http://schemas.microsoft.com/office/drawing/2014/main" id="{A2E5DF16-2BA0-43E7-928A-FA55E82FEAD5}"/>
              </a:ext>
            </a:extLst>
          </p:cNvPr>
          <p:cNvSpPr>
            <a:spLocks noChangeAspect="1" noEditPoints="1"/>
          </p:cNvSpPr>
          <p:nvPr/>
        </p:nvSpPr>
        <p:spPr bwMode="auto">
          <a:xfrm>
            <a:off x="9281902" y="3412185"/>
            <a:ext cx="400050" cy="350838"/>
          </a:xfrm>
          <a:custGeom>
            <a:avLst/>
            <a:gdLst>
              <a:gd name="T0" fmla="*/ 68 w 256"/>
              <a:gd name="T1" fmla="*/ 121 h 225"/>
              <a:gd name="T2" fmla="*/ 50 w 256"/>
              <a:gd name="T3" fmla="*/ 109 h 225"/>
              <a:gd name="T4" fmla="*/ 0 w 256"/>
              <a:gd name="T5" fmla="*/ 153 h 225"/>
              <a:gd name="T6" fmla="*/ 8 w 256"/>
              <a:gd name="T7" fmla="*/ 161 h 225"/>
              <a:gd name="T8" fmla="*/ 39 w 256"/>
              <a:gd name="T9" fmla="*/ 75 h 225"/>
              <a:gd name="T10" fmla="*/ 59 w 256"/>
              <a:gd name="T11" fmla="*/ 99 h 225"/>
              <a:gd name="T12" fmla="*/ 47 w 256"/>
              <a:gd name="T13" fmla="*/ 72 h 225"/>
              <a:gd name="T14" fmla="*/ 68 w 256"/>
              <a:gd name="T15" fmla="*/ 45 h 225"/>
              <a:gd name="T16" fmla="*/ 57 w 256"/>
              <a:gd name="T17" fmla="*/ 39 h 225"/>
              <a:gd name="T18" fmla="*/ 39 w 256"/>
              <a:gd name="T19" fmla="*/ 75 h 225"/>
              <a:gd name="T20" fmla="*/ 208 w 256"/>
              <a:gd name="T21" fmla="*/ 55 h 225"/>
              <a:gd name="T22" fmla="*/ 198 w 256"/>
              <a:gd name="T23" fmla="*/ 94 h 225"/>
              <a:gd name="T24" fmla="*/ 202 w 256"/>
              <a:gd name="T25" fmla="*/ 100 h 225"/>
              <a:gd name="T26" fmla="*/ 215 w 256"/>
              <a:gd name="T27" fmla="*/ 52 h 225"/>
              <a:gd name="T28" fmla="*/ 184 w 256"/>
              <a:gd name="T29" fmla="*/ 41 h 225"/>
              <a:gd name="T30" fmla="*/ 238 w 256"/>
              <a:gd name="T31" fmla="*/ 121 h 225"/>
              <a:gd name="T32" fmla="*/ 188 w 256"/>
              <a:gd name="T33" fmla="*/ 113 h 225"/>
              <a:gd name="T34" fmla="*/ 208 w 256"/>
              <a:gd name="T35" fmla="*/ 117 h 225"/>
              <a:gd name="T36" fmla="*/ 248 w 256"/>
              <a:gd name="T37" fmla="*/ 161 h 225"/>
              <a:gd name="T38" fmla="*/ 256 w 256"/>
              <a:gd name="T39" fmla="*/ 153 h 225"/>
              <a:gd name="T40" fmla="*/ 156 w 256"/>
              <a:gd name="T41" fmla="*/ 113 h 225"/>
              <a:gd name="T42" fmla="*/ 172 w 256"/>
              <a:gd name="T43" fmla="*/ 25 h 225"/>
              <a:gd name="T44" fmla="*/ 84 w 256"/>
              <a:gd name="T45" fmla="*/ 25 h 225"/>
              <a:gd name="T46" fmla="*/ 100 w 256"/>
              <a:gd name="T47" fmla="*/ 113 h 225"/>
              <a:gd name="T48" fmla="*/ 16 w 256"/>
              <a:gd name="T49" fmla="*/ 221 h 225"/>
              <a:gd name="T50" fmla="*/ 54 w 256"/>
              <a:gd name="T51" fmla="*/ 149 h 225"/>
              <a:gd name="T52" fmla="*/ 81 w 256"/>
              <a:gd name="T53" fmla="*/ 164 h 225"/>
              <a:gd name="T54" fmla="*/ 112 w 256"/>
              <a:gd name="T55" fmla="*/ 152 h 225"/>
              <a:gd name="T56" fmla="*/ 112 w 256"/>
              <a:gd name="T57" fmla="*/ 225 h 225"/>
              <a:gd name="T58" fmla="*/ 123 w 256"/>
              <a:gd name="T59" fmla="*/ 158 h 225"/>
              <a:gd name="T60" fmla="*/ 133 w 256"/>
              <a:gd name="T61" fmla="*/ 140 h 225"/>
              <a:gd name="T62" fmla="*/ 140 w 256"/>
              <a:gd name="T63" fmla="*/ 221 h 225"/>
              <a:gd name="T64" fmla="*/ 140 w 256"/>
              <a:gd name="T65" fmla="*/ 162 h 225"/>
              <a:gd name="T66" fmla="*/ 172 w 256"/>
              <a:gd name="T67" fmla="*/ 165 h 225"/>
              <a:gd name="T68" fmla="*/ 173 w 256"/>
              <a:gd name="T69" fmla="*/ 135 h 225"/>
              <a:gd name="T70" fmla="*/ 236 w 256"/>
              <a:gd name="T71" fmla="*/ 225 h 225"/>
              <a:gd name="T72" fmla="*/ 89 w 256"/>
              <a:gd name="T73" fmla="*/ 155 h 225"/>
              <a:gd name="T74" fmla="*/ 115 w 256"/>
              <a:gd name="T75" fmla="*/ 138 h 225"/>
              <a:gd name="T76" fmla="*/ 108 w 256"/>
              <a:gd name="T77" fmla="*/ 113 h 225"/>
              <a:gd name="T78" fmla="*/ 116 w 256"/>
              <a:gd name="T79" fmla="*/ 111 h 225"/>
              <a:gd name="T80" fmla="*/ 92 w 256"/>
              <a:gd name="T81" fmla="*/ 28 h 225"/>
              <a:gd name="T82" fmla="*/ 164 w 256"/>
              <a:gd name="T83" fmla="*/ 28 h 225"/>
              <a:gd name="T84" fmla="*/ 140 w 256"/>
              <a:gd name="T85" fmla="*/ 111 h 225"/>
              <a:gd name="T86" fmla="*/ 148 w 256"/>
              <a:gd name="T87" fmla="*/ 112 h 225"/>
              <a:gd name="T88" fmla="*/ 141 w 256"/>
              <a:gd name="T89" fmla="*/ 138 h 225"/>
              <a:gd name="T90" fmla="*/ 167 w 256"/>
              <a:gd name="T91" fmla="*/ 155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6" h="225">
                <a:moveTo>
                  <a:pt x="22" y="129"/>
                </a:moveTo>
                <a:cubicBezTo>
                  <a:pt x="48" y="117"/>
                  <a:pt x="48" y="117"/>
                  <a:pt x="48" y="117"/>
                </a:cubicBezTo>
                <a:cubicBezTo>
                  <a:pt x="51" y="119"/>
                  <a:pt x="58" y="121"/>
                  <a:pt x="68" y="121"/>
                </a:cubicBezTo>
                <a:cubicBezTo>
                  <a:pt x="70" y="121"/>
                  <a:pt x="72" y="119"/>
                  <a:pt x="72" y="117"/>
                </a:cubicBezTo>
                <a:cubicBezTo>
                  <a:pt x="72" y="115"/>
                  <a:pt x="70" y="113"/>
                  <a:pt x="68" y="113"/>
                </a:cubicBezTo>
                <a:cubicBezTo>
                  <a:pt x="57" y="113"/>
                  <a:pt x="50" y="109"/>
                  <a:pt x="50" y="109"/>
                </a:cubicBezTo>
                <a:cubicBezTo>
                  <a:pt x="49" y="109"/>
                  <a:pt x="48" y="109"/>
                  <a:pt x="46" y="109"/>
                </a:cubicBezTo>
                <a:cubicBezTo>
                  <a:pt x="18" y="121"/>
                  <a:pt x="18" y="121"/>
                  <a:pt x="18" y="121"/>
                </a:cubicBezTo>
                <a:cubicBezTo>
                  <a:pt x="1" y="130"/>
                  <a:pt x="0" y="152"/>
                  <a:pt x="0" y="153"/>
                </a:cubicBezTo>
                <a:cubicBezTo>
                  <a:pt x="0" y="161"/>
                  <a:pt x="0" y="161"/>
                  <a:pt x="0" y="161"/>
                </a:cubicBezTo>
                <a:cubicBezTo>
                  <a:pt x="0" y="163"/>
                  <a:pt x="2" y="165"/>
                  <a:pt x="4" y="165"/>
                </a:cubicBezTo>
                <a:cubicBezTo>
                  <a:pt x="6" y="165"/>
                  <a:pt x="8" y="163"/>
                  <a:pt x="8" y="161"/>
                </a:cubicBezTo>
                <a:cubicBezTo>
                  <a:pt x="8" y="153"/>
                  <a:pt x="8" y="153"/>
                  <a:pt x="8" y="153"/>
                </a:cubicBezTo>
                <a:cubicBezTo>
                  <a:pt x="8" y="153"/>
                  <a:pt x="9" y="135"/>
                  <a:pt x="22" y="129"/>
                </a:cubicBezTo>
                <a:close/>
                <a:moveTo>
                  <a:pt x="39" y="75"/>
                </a:moveTo>
                <a:cubicBezTo>
                  <a:pt x="40" y="85"/>
                  <a:pt x="41" y="92"/>
                  <a:pt x="54" y="100"/>
                </a:cubicBezTo>
                <a:cubicBezTo>
                  <a:pt x="54" y="101"/>
                  <a:pt x="55" y="101"/>
                  <a:pt x="56" y="101"/>
                </a:cubicBezTo>
                <a:cubicBezTo>
                  <a:pt x="57" y="101"/>
                  <a:pt x="59" y="100"/>
                  <a:pt x="59" y="99"/>
                </a:cubicBezTo>
                <a:cubicBezTo>
                  <a:pt x="61" y="97"/>
                  <a:pt x="60" y="95"/>
                  <a:pt x="58" y="94"/>
                </a:cubicBezTo>
                <a:cubicBezTo>
                  <a:pt x="49" y="87"/>
                  <a:pt x="48" y="84"/>
                  <a:pt x="47" y="74"/>
                </a:cubicBezTo>
                <a:cubicBezTo>
                  <a:pt x="47" y="72"/>
                  <a:pt x="47" y="72"/>
                  <a:pt x="47" y="72"/>
                </a:cubicBezTo>
                <a:cubicBezTo>
                  <a:pt x="46" y="66"/>
                  <a:pt x="46" y="60"/>
                  <a:pt x="48" y="55"/>
                </a:cubicBezTo>
                <a:cubicBezTo>
                  <a:pt x="50" y="51"/>
                  <a:pt x="54" y="48"/>
                  <a:pt x="60" y="46"/>
                </a:cubicBezTo>
                <a:cubicBezTo>
                  <a:pt x="62" y="45"/>
                  <a:pt x="65" y="45"/>
                  <a:pt x="68" y="45"/>
                </a:cubicBezTo>
                <a:cubicBezTo>
                  <a:pt x="70" y="45"/>
                  <a:pt x="72" y="43"/>
                  <a:pt x="72" y="41"/>
                </a:cubicBezTo>
                <a:cubicBezTo>
                  <a:pt x="72" y="39"/>
                  <a:pt x="70" y="37"/>
                  <a:pt x="68" y="37"/>
                </a:cubicBezTo>
                <a:cubicBezTo>
                  <a:pt x="64" y="37"/>
                  <a:pt x="60" y="38"/>
                  <a:pt x="57" y="39"/>
                </a:cubicBezTo>
                <a:cubicBezTo>
                  <a:pt x="50" y="41"/>
                  <a:pt x="44" y="46"/>
                  <a:pt x="41" y="52"/>
                </a:cubicBezTo>
                <a:cubicBezTo>
                  <a:pt x="38" y="58"/>
                  <a:pt x="38" y="66"/>
                  <a:pt x="39" y="73"/>
                </a:cubicBezTo>
                <a:lnTo>
                  <a:pt x="39" y="75"/>
                </a:lnTo>
                <a:close/>
                <a:moveTo>
                  <a:pt x="188" y="45"/>
                </a:moveTo>
                <a:cubicBezTo>
                  <a:pt x="191" y="45"/>
                  <a:pt x="194" y="45"/>
                  <a:pt x="196" y="46"/>
                </a:cubicBezTo>
                <a:cubicBezTo>
                  <a:pt x="202" y="48"/>
                  <a:pt x="206" y="51"/>
                  <a:pt x="208" y="55"/>
                </a:cubicBezTo>
                <a:cubicBezTo>
                  <a:pt x="210" y="60"/>
                  <a:pt x="210" y="66"/>
                  <a:pt x="209" y="72"/>
                </a:cubicBezTo>
                <a:cubicBezTo>
                  <a:pt x="209" y="74"/>
                  <a:pt x="209" y="74"/>
                  <a:pt x="209" y="74"/>
                </a:cubicBezTo>
                <a:cubicBezTo>
                  <a:pt x="208" y="84"/>
                  <a:pt x="207" y="87"/>
                  <a:pt x="198" y="94"/>
                </a:cubicBezTo>
                <a:cubicBezTo>
                  <a:pt x="196" y="95"/>
                  <a:pt x="195" y="97"/>
                  <a:pt x="197" y="99"/>
                </a:cubicBezTo>
                <a:cubicBezTo>
                  <a:pt x="197" y="100"/>
                  <a:pt x="199" y="101"/>
                  <a:pt x="200" y="101"/>
                </a:cubicBezTo>
                <a:cubicBezTo>
                  <a:pt x="201" y="101"/>
                  <a:pt x="202" y="101"/>
                  <a:pt x="202" y="100"/>
                </a:cubicBezTo>
                <a:cubicBezTo>
                  <a:pt x="215" y="92"/>
                  <a:pt x="216" y="85"/>
                  <a:pt x="217" y="75"/>
                </a:cubicBezTo>
                <a:cubicBezTo>
                  <a:pt x="217" y="73"/>
                  <a:pt x="217" y="73"/>
                  <a:pt x="217" y="73"/>
                </a:cubicBezTo>
                <a:cubicBezTo>
                  <a:pt x="218" y="66"/>
                  <a:pt x="218" y="58"/>
                  <a:pt x="215" y="52"/>
                </a:cubicBezTo>
                <a:cubicBezTo>
                  <a:pt x="212" y="46"/>
                  <a:pt x="206" y="41"/>
                  <a:pt x="199" y="39"/>
                </a:cubicBezTo>
                <a:cubicBezTo>
                  <a:pt x="196" y="38"/>
                  <a:pt x="192" y="37"/>
                  <a:pt x="188" y="37"/>
                </a:cubicBezTo>
                <a:cubicBezTo>
                  <a:pt x="186" y="37"/>
                  <a:pt x="184" y="39"/>
                  <a:pt x="184" y="41"/>
                </a:cubicBezTo>
                <a:cubicBezTo>
                  <a:pt x="184" y="43"/>
                  <a:pt x="186" y="45"/>
                  <a:pt x="188" y="45"/>
                </a:cubicBezTo>
                <a:close/>
                <a:moveTo>
                  <a:pt x="256" y="153"/>
                </a:moveTo>
                <a:cubicBezTo>
                  <a:pt x="256" y="152"/>
                  <a:pt x="255" y="130"/>
                  <a:pt x="238" y="121"/>
                </a:cubicBezTo>
                <a:cubicBezTo>
                  <a:pt x="210" y="109"/>
                  <a:pt x="210" y="109"/>
                  <a:pt x="210" y="109"/>
                </a:cubicBezTo>
                <a:cubicBezTo>
                  <a:pt x="208" y="109"/>
                  <a:pt x="207" y="109"/>
                  <a:pt x="206" y="109"/>
                </a:cubicBezTo>
                <a:cubicBezTo>
                  <a:pt x="206" y="109"/>
                  <a:pt x="199" y="113"/>
                  <a:pt x="188" y="113"/>
                </a:cubicBezTo>
                <a:cubicBezTo>
                  <a:pt x="186" y="113"/>
                  <a:pt x="184" y="115"/>
                  <a:pt x="184" y="117"/>
                </a:cubicBezTo>
                <a:cubicBezTo>
                  <a:pt x="184" y="119"/>
                  <a:pt x="186" y="121"/>
                  <a:pt x="188" y="121"/>
                </a:cubicBezTo>
                <a:cubicBezTo>
                  <a:pt x="198" y="121"/>
                  <a:pt x="205" y="119"/>
                  <a:pt x="208" y="117"/>
                </a:cubicBezTo>
                <a:cubicBezTo>
                  <a:pt x="234" y="129"/>
                  <a:pt x="234" y="129"/>
                  <a:pt x="234" y="129"/>
                </a:cubicBezTo>
                <a:cubicBezTo>
                  <a:pt x="247" y="135"/>
                  <a:pt x="248" y="153"/>
                  <a:pt x="248" y="153"/>
                </a:cubicBezTo>
                <a:cubicBezTo>
                  <a:pt x="248" y="161"/>
                  <a:pt x="248" y="161"/>
                  <a:pt x="248" y="161"/>
                </a:cubicBezTo>
                <a:cubicBezTo>
                  <a:pt x="248" y="163"/>
                  <a:pt x="250" y="165"/>
                  <a:pt x="252" y="165"/>
                </a:cubicBezTo>
                <a:cubicBezTo>
                  <a:pt x="254" y="165"/>
                  <a:pt x="256" y="163"/>
                  <a:pt x="256" y="161"/>
                </a:cubicBezTo>
                <a:lnTo>
                  <a:pt x="256" y="153"/>
                </a:lnTo>
                <a:close/>
                <a:moveTo>
                  <a:pt x="206" y="141"/>
                </a:moveTo>
                <a:cubicBezTo>
                  <a:pt x="155" y="118"/>
                  <a:pt x="155" y="118"/>
                  <a:pt x="155" y="118"/>
                </a:cubicBezTo>
                <a:cubicBezTo>
                  <a:pt x="156" y="117"/>
                  <a:pt x="156" y="115"/>
                  <a:pt x="156" y="113"/>
                </a:cubicBezTo>
                <a:cubicBezTo>
                  <a:pt x="156" y="107"/>
                  <a:pt x="156" y="107"/>
                  <a:pt x="156" y="107"/>
                </a:cubicBezTo>
                <a:cubicBezTo>
                  <a:pt x="171" y="95"/>
                  <a:pt x="173" y="76"/>
                  <a:pt x="175" y="59"/>
                </a:cubicBezTo>
                <a:cubicBezTo>
                  <a:pt x="177" y="48"/>
                  <a:pt x="177" y="36"/>
                  <a:pt x="172" y="25"/>
                </a:cubicBezTo>
                <a:cubicBezTo>
                  <a:pt x="167" y="15"/>
                  <a:pt x="158" y="8"/>
                  <a:pt x="146" y="4"/>
                </a:cubicBezTo>
                <a:cubicBezTo>
                  <a:pt x="135" y="0"/>
                  <a:pt x="121" y="0"/>
                  <a:pt x="110" y="4"/>
                </a:cubicBezTo>
                <a:cubicBezTo>
                  <a:pt x="98" y="8"/>
                  <a:pt x="89" y="15"/>
                  <a:pt x="84" y="25"/>
                </a:cubicBezTo>
                <a:cubicBezTo>
                  <a:pt x="79" y="36"/>
                  <a:pt x="79" y="48"/>
                  <a:pt x="81" y="59"/>
                </a:cubicBezTo>
                <a:cubicBezTo>
                  <a:pt x="83" y="76"/>
                  <a:pt x="85" y="95"/>
                  <a:pt x="100" y="107"/>
                </a:cubicBezTo>
                <a:cubicBezTo>
                  <a:pt x="100" y="113"/>
                  <a:pt x="100" y="113"/>
                  <a:pt x="100" y="113"/>
                </a:cubicBezTo>
                <a:cubicBezTo>
                  <a:pt x="100" y="115"/>
                  <a:pt x="100" y="117"/>
                  <a:pt x="101" y="118"/>
                </a:cubicBezTo>
                <a:cubicBezTo>
                  <a:pt x="50" y="141"/>
                  <a:pt x="50" y="141"/>
                  <a:pt x="50" y="141"/>
                </a:cubicBezTo>
                <a:cubicBezTo>
                  <a:pt x="16" y="158"/>
                  <a:pt x="16" y="218"/>
                  <a:pt x="16" y="221"/>
                </a:cubicBezTo>
                <a:cubicBezTo>
                  <a:pt x="16" y="223"/>
                  <a:pt x="18" y="225"/>
                  <a:pt x="20" y="225"/>
                </a:cubicBezTo>
                <a:cubicBezTo>
                  <a:pt x="22" y="225"/>
                  <a:pt x="24" y="223"/>
                  <a:pt x="24" y="221"/>
                </a:cubicBezTo>
                <a:cubicBezTo>
                  <a:pt x="24" y="220"/>
                  <a:pt x="24" y="163"/>
                  <a:pt x="54" y="149"/>
                </a:cubicBezTo>
                <a:cubicBezTo>
                  <a:pt x="83" y="135"/>
                  <a:pt x="83" y="135"/>
                  <a:pt x="83" y="135"/>
                </a:cubicBezTo>
                <a:cubicBezTo>
                  <a:pt x="80" y="161"/>
                  <a:pt x="80" y="161"/>
                  <a:pt x="80" y="161"/>
                </a:cubicBezTo>
                <a:cubicBezTo>
                  <a:pt x="80" y="162"/>
                  <a:pt x="80" y="163"/>
                  <a:pt x="81" y="164"/>
                </a:cubicBezTo>
                <a:cubicBezTo>
                  <a:pt x="82" y="165"/>
                  <a:pt x="83" y="165"/>
                  <a:pt x="84" y="165"/>
                </a:cubicBezTo>
                <a:cubicBezTo>
                  <a:pt x="84" y="165"/>
                  <a:pt x="85" y="165"/>
                  <a:pt x="85" y="165"/>
                </a:cubicBezTo>
                <a:cubicBezTo>
                  <a:pt x="97" y="162"/>
                  <a:pt x="106" y="157"/>
                  <a:pt x="112" y="152"/>
                </a:cubicBezTo>
                <a:cubicBezTo>
                  <a:pt x="112" y="155"/>
                  <a:pt x="113" y="159"/>
                  <a:pt x="116" y="162"/>
                </a:cubicBezTo>
                <a:cubicBezTo>
                  <a:pt x="114" y="171"/>
                  <a:pt x="108" y="209"/>
                  <a:pt x="108" y="221"/>
                </a:cubicBezTo>
                <a:cubicBezTo>
                  <a:pt x="108" y="223"/>
                  <a:pt x="110" y="225"/>
                  <a:pt x="112" y="225"/>
                </a:cubicBezTo>
                <a:cubicBezTo>
                  <a:pt x="114" y="225"/>
                  <a:pt x="116" y="223"/>
                  <a:pt x="116" y="221"/>
                </a:cubicBezTo>
                <a:cubicBezTo>
                  <a:pt x="116" y="209"/>
                  <a:pt x="124" y="162"/>
                  <a:pt x="124" y="162"/>
                </a:cubicBezTo>
                <a:cubicBezTo>
                  <a:pt x="124" y="160"/>
                  <a:pt x="124" y="159"/>
                  <a:pt x="123" y="158"/>
                </a:cubicBezTo>
                <a:cubicBezTo>
                  <a:pt x="117" y="152"/>
                  <a:pt x="121" y="144"/>
                  <a:pt x="123" y="140"/>
                </a:cubicBezTo>
                <a:cubicBezTo>
                  <a:pt x="124" y="141"/>
                  <a:pt x="126" y="141"/>
                  <a:pt x="128" y="141"/>
                </a:cubicBezTo>
                <a:cubicBezTo>
                  <a:pt x="130" y="141"/>
                  <a:pt x="132" y="141"/>
                  <a:pt x="133" y="140"/>
                </a:cubicBezTo>
                <a:cubicBezTo>
                  <a:pt x="135" y="144"/>
                  <a:pt x="139" y="152"/>
                  <a:pt x="133" y="158"/>
                </a:cubicBezTo>
                <a:cubicBezTo>
                  <a:pt x="132" y="159"/>
                  <a:pt x="132" y="160"/>
                  <a:pt x="132" y="162"/>
                </a:cubicBezTo>
                <a:cubicBezTo>
                  <a:pt x="132" y="162"/>
                  <a:pt x="140" y="209"/>
                  <a:pt x="140" y="221"/>
                </a:cubicBezTo>
                <a:cubicBezTo>
                  <a:pt x="140" y="223"/>
                  <a:pt x="142" y="225"/>
                  <a:pt x="144" y="225"/>
                </a:cubicBezTo>
                <a:cubicBezTo>
                  <a:pt x="146" y="225"/>
                  <a:pt x="148" y="223"/>
                  <a:pt x="148" y="221"/>
                </a:cubicBezTo>
                <a:cubicBezTo>
                  <a:pt x="148" y="209"/>
                  <a:pt x="142" y="171"/>
                  <a:pt x="140" y="162"/>
                </a:cubicBezTo>
                <a:cubicBezTo>
                  <a:pt x="143" y="159"/>
                  <a:pt x="144" y="155"/>
                  <a:pt x="144" y="152"/>
                </a:cubicBezTo>
                <a:cubicBezTo>
                  <a:pt x="150" y="157"/>
                  <a:pt x="159" y="162"/>
                  <a:pt x="171" y="165"/>
                </a:cubicBezTo>
                <a:cubicBezTo>
                  <a:pt x="171" y="165"/>
                  <a:pt x="172" y="165"/>
                  <a:pt x="172" y="165"/>
                </a:cubicBezTo>
                <a:cubicBezTo>
                  <a:pt x="173" y="165"/>
                  <a:pt x="174" y="165"/>
                  <a:pt x="175" y="164"/>
                </a:cubicBezTo>
                <a:cubicBezTo>
                  <a:pt x="176" y="163"/>
                  <a:pt x="176" y="162"/>
                  <a:pt x="176" y="161"/>
                </a:cubicBezTo>
                <a:cubicBezTo>
                  <a:pt x="173" y="135"/>
                  <a:pt x="173" y="135"/>
                  <a:pt x="173" y="135"/>
                </a:cubicBezTo>
                <a:cubicBezTo>
                  <a:pt x="202" y="149"/>
                  <a:pt x="202" y="149"/>
                  <a:pt x="202" y="149"/>
                </a:cubicBezTo>
                <a:cubicBezTo>
                  <a:pt x="232" y="163"/>
                  <a:pt x="232" y="220"/>
                  <a:pt x="232" y="221"/>
                </a:cubicBezTo>
                <a:cubicBezTo>
                  <a:pt x="232" y="223"/>
                  <a:pt x="234" y="225"/>
                  <a:pt x="236" y="225"/>
                </a:cubicBezTo>
                <a:cubicBezTo>
                  <a:pt x="238" y="225"/>
                  <a:pt x="240" y="223"/>
                  <a:pt x="240" y="221"/>
                </a:cubicBezTo>
                <a:cubicBezTo>
                  <a:pt x="240" y="218"/>
                  <a:pt x="240" y="158"/>
                  <a:pt x="206" y="141"/>
                </a:cubicBezTo>
                <a:close/>
                <a:moveTo>
                  <a:pt x="89" y="155"/>
                </a:moveTo>
                <a:cubicBezTo>
                  <a:pt x="92" y="131"/>
                  <a:pt x="92" y="131"/>
                  <a:pt x="92" y="131"/>
                </a:cubicBezTo>
                <a:cubicBezTo>
                  <a:pt x="103" y="126"/>
                  <a:pt x="103" y="126"/>
                  <a:pt x="103" y="126"/>
                </a:cubicBezTo>
                <a:cubicBezTo>
                  <a:pt x="106" y="131"/>
                  <a:pt x="110" y="135"/>
                  <a:pt x="115" y="138"/>
                </a:cubicBezTo>
                <a:cubicBezTo>
                  <a:pt x="111" y="142"/>
                  <a:pt x="103" y="150"/>
                  <a:pt x="89" y="155"/>
                </a:cubicBezTo>
                <a:close/>
                <a:moveTo>
                  <a:pt x="128" y="133"/>
                </a:moveTo>
                <a:cubicBezTo>
                  <a:pt x="117" y="133"/>
                  <a:pt x="108" y="124"/>
                  <a:pt x="108" y="113"/>
                </a:cubicBezTo>
                <a:cubicBezTo>
                  <a:pt x="108" y="111"/>
                  <a:pt x="108" y="111"/>
                  <a:pt x="108" y="111"/>
                </a:cubicBezTo>
                <a:cubicBezTo>
                  <a:pt x="109" y="112"/>
                  <a:pt x="110" y="112"/>
                  <a:pt x="110" y="113"/>
                </a:cubicBezTo>
                <a:cubicBezTo>
                  <a:pt x="112" y="114"/>
                  <a:pt x="115" y="113"/>
                  <a:pt x="116" y="111"/>
                </a:cubicBezTo>
                <a:cubicBezTo>
                  <a:pt x="117" y="109"/>
                  <a:pt x="116" y="106"/>
                  <a:pt x="114" y="105"/>
                </a:cubicBezTo>
                <a:cubicBezTo>
                  <a:pt x="93" y="97"/>
                  <a:pt x="91" y="78"/>
                  <a:pt x="88" y="58"/>
                </a:cubicBezTo>
                <a:cubicBezTo>
                  <a:pt x="87" y="49"/>
                  <a:pt x="87" y="37"/>
                  <a:pt x="92" y="28"/>
                </a:cubicBezTo>
                <a:cubicBezTo>
                  <a:pt x="96" y="21"/>
                  <a:pt x="103" y="15"/>
                  <a:pt x="112" y="12"/>
                </a:cubicBezTo>
                <a:cubicBezTo>
                  <a:pt x="122" y="8"/>
                  <a:pt x="134" y="8"/>
                  <a:pt x="144" y="12"/>
                </a:cubicBezTo>
                <a:cubicBezTo>
                  <a:pt x="153" y="15"/>
                  <a:pt x="160" y="21"/>
                  <a:pt x="164" y="28"/>
                </a:cubicBezTo>
                <a:cubicBezTo>
                  <a:pt x="169" y="37"/>
                  <a:pt x="169" y="49"/>
                  <a:pt x="168" y="58"/>
                </a:cubicBezTo>
                <a:cubicBezTo>
                  <a:pt x="165" y="78"/>
                  <a:pt x="163" y="97"/>
                  <a:pt x="142" y="105"/>
                </a:cubicBezTo>
                <a:cubicBezTo>
                  <a:pt x="140" y="106"/>
                  <a:pt x="139" y="109"/>
                  <a:pt x="140" y="111"/>
                </a:cubicBezTo>
                <a:cubicBezTo>
                  <a:pt x="141" y="112"/>
                  <a:pt x="142" y="113"/>
                  <a:pt x="144" y="113"/>
                </a:cubicBezTo>
                <a:cubicBezTo>
                  <a:pt x="145" y="113"/>
                  <a:pt x="145" y="113"/>
                  <a:pt x="146" y="113"/>
                </a:cubicBezTo>
                <a:cubicBezTo>
                  <a:pt x="146" y="112"/>
                  <a:pt x="147" y="112"/>
                  <a:pt x="148" y="112"/>
                </a:cubicBezTo>
                <a:cubicBezTo>
                  <a:pt x="148" y="113"/>
                  <a:pt x="148" y="113"/>
                  <a:pt x="148" y="113"/>
                </a:cubicBezTo>
                <a:cubicBezTo>
                  <a:pt x="148" y="124"/>
                  <a:pt x="139" y="133"/>
                  <a:pt x="128" y="133"/>
                </a:cubicBezTo>
                <a:close/>
                <a:moveTo>
                  <a:pt x="141" y="138"/>
                </a:moveTo>
                <a:cubicBezTo>
                  <a:pt x="146" y="135"/>
                  <a:pt x="150" y="131"/>
                  <a:pt x="153" y="126"/>
                </a:cubicBezTo>
                <a:cubicBezTo>
                  <a:pt x="164" y="131"/>
                  <a:pt x="164" y="131"/>
                  <a:pt x="164" y="131"/>
                </a:cubicBezTo>
                <a:cubicBezTo>
                  <a:pt x="167" y="155"/>
                  <a:pt x="167" y="155"/>
                  <a:pt x="167" y="155"/>
                </a:cubicBezTo>
                <a:cubicBezTo>
                  <a:pt x="153" y="150"/>
                  <a:pt x="145" y="142"/>
                  <a:pt x="141" y="13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61" name="Freeform 216">
            <a:extLst>
              <a:ext uri="{FF2B5EF4-FFF2-40B4-BE49-F238E27FC236}">
                <a16:creationId xmlns:a16="http://schemas.microsoft.com/office/drawing/2014/main" id="{4214F717-F902-4974-AEF1-DD199BD18950}"/>
              </a:ext>
            </a:extLst>
          </p:cNvPr>
          <p:cNvSpPr>
            <a:spLocks noChangeAspect="1" noEditPoints="1"/>
          </p:cNvSpPr>
          <p:nvPr/>
        </p:nvSpPr>
        <p:spPr bwMode="auto">
          <a:xfrm>
            <a:off x="572294" y="4352131"/>
            <a:ext cx="401638" cy="401638"/>
          </a:xfrm>
          <a:custGeom>
            <a:avLst/>
            <a:gdLst>
              <a:gd name="T0" fmla="*/ 144 w 257"/>
              <a:gd name="T1" fmla="*/ 224 h 257"/>
              <a:gd name="T2" fmla="*/ 157 w 257"/>
              <a:gd name="T3" fmla="*/ 178 h 257"/>
              <a:gd name="T4" fmla="*/ 105 w 257"/>
              <a:gd name="T5" fmla="*/ 197 h 257"/>
              <a:gd name="T6" fmla="*/ 122 w 257"/>
              <a:gd name="T7" fmla="*/ 217 h 257"/>
              <a:gd name="T8" fmla="*/ 124 w 257"/>
              <a:gd name="T9" fmla="*/ 173 h 257"/>
              <a:gd name="T10" fmla="*/ 151 w 257"/>
              <a:gd name="T11" fmla="*/ 200 h 257"/>
              <a:gd name="T12" fmla="*/ 150 w 257"/>
              <a:gd name="T13" fmla="*/ 228 h 257"/>
              <a:gd name="T14" fmla="*/ 90 w 257"/>
              <a:gd name="T15" fmla="*/ 236 h 257"/>
              <a:gd name="T16" fmla="*/ 84 w 257"/>
              <a:gd name="T17" fmla="*/ 256 h 257"/>
              <a:gd name="T18" fmla="*/ 112 w 257"/>
              <a:gd name="T19" fmla="*/ 236 h 257"/>
              <a:gd name="T20" fmla="*/ 175 w 257"/>
              <a:gd name="T21" fmla="*/ 250 h 257"/>
              <a:gd name="T22" fmla="*/ 182 w 257"/>
              <a:gd name="T23" fmla="*/ 247 h 257"/>
              <a:gd name="T24" fmla="*/ 216 w 257"/>
              <a:gd name="T25" fmla="*/ 224 h 257"/>
              <a:gd name="T26" fmla="*/ 229 w 257"/>
              <a:gd name="T27" fmla="*/ 178 h 257"/>
              <a:gd name="T28" fmla="*/ 177 w 257"/>
              <a:gd name="T29" fmla="*/ 197 h 257"/>
              <a:gd name="T30" fmla="*/ 194 w 257"/>
              <a:gd name="T31" fmla="*/ 217 h 257"/>
              <a:gd name="T32" fmla="*/ 196 w 257"/>
              <a:gd name="T33" fmla="*/ 173 h 257"/>
              <a:gd name="T34" fmla="*/ 223 w 257"/>
              <a:gd name="T35" fmla="*/ 200 h 257"/>
              <a:gd name="T36" fmla="*/ 222 w 257"/>
              <a:gd name="T37" fmla="*/ 228 h 257"/>
              <a:gd name="T38" fmla="*/ 182 w 257"/>
              <a:gd name="T39" fmla="*/ 236 h 257"/>
              <a:gd name="T40" fmla="*/ 247 w 257"/>
              <a:gd name="T41" fmla="*/ 250 h 257"/>
              <a:gd name="T42" fmla="*/ 255 w 257"/>
              <a:gd name="T43" fmla="*/ 250 h 257"/>
              <a:gd name="T44" fmla="*/ 84 w 257"/>
              <a:gd name="T45" fmla="*/ 4 h 257"/>
              <a:gd name="T46" fmla="*/ 108 w 257"/>
              <a:gd name="T47" fmla="*/ 140 h 257"/>
              <a:gd name="T48" fmla="*/ 256 w 257"/>
              <a:gd name="T49" fmla="*/ 144 h 257"/>
              <a:gd name="T50" fmla="*/ 48 w 257"/>
              <a:gd name="T51" fmla="*/ 196 h 257"/>
              <a:gd name="T52" fmla="*/ 56 w 257"/>
              <a:gd name="T53" fmla="*/ 196 h 257"/>
              <a:gd name="T54" fmla="*/ 42 w 257"/>
              <a:gd name="T55" fmla="*/ 60 h 257"/>
              <a:gd name="T56" fmla="*/ 36 w 257"/>
              <a:gd name="T57" fmla="*/ 36 h 257"/>
              <a:gd name="T58" fmla="*/ 67 w 257"/>
              <a:gd name="T59" fmla="*/ 24 h 257"/>
              <a:gd name="T60" fmla="*/ 59 w 257"/>
              <a:gd name="T61" fmla="*/ 58 h 257"/>
              <a:gd name="T62" fmla="*/ 74 w 257"/>
              <a:gd name="T63" fmla="*/ 20 h 257"/>
              <a:gd name="T64" fmla="*/ 28 w 257"/>
              <a:gd name="T65" fmla="*/ 37 h 257"/>
              <a:gd name="T66" fmla="*/ 217 w 257"/>
              <a:gd name="T67" fmla="*/ 56 h 257"/>
              <a:gd name="T68" fmla="*/ 168 w 257"/>
              <a:gd name="T69" fmla="*/ 65 h 257"/>
              <a:gd name="T70" fmla="*/ 84 w 257"/>
              <a:gd name="T71" fmla="*/ 96 h 257"/>
              <a:gd name="T72" fmla="*/ 88 w 257"/>
              <a:gd name="T73" fmla="*/ 220 h 257"/>
              <a:gd name="T74" fmla="*/ 162 w 257"/>
              <a:gd name="T75" fmla="*/ 67 h 257"/>
              <a:gd name="T76" fmla="*/ 70 w 257"/>
              <a:gd name="T77" fmla="*/ 68 h 257"/>
              <a:gd name="T78" fmla="*/ 10 w 257"/>
              <a:gd name="T79" fmla="*/ 76 h 257"/>
              <a:gd name="T80" fmla="*/ 16 w 257"/>
              <a:gd name="T81" fmla="*/ 180 h 257"/>
              <a:gd name="T82" fmla="*/ 24 w 257"/>
              <a:gd name="T83" fmla="*/ 168 h 257"/>
              <a:gd name="T84" fmla="*/ 16 w 257"/>
              <a:gd name="T85" fmla="*/ 172 h 257"/>
              <a:gd name="T86" fmla="*/ 32 w 257"/>
              <a:gd name="T87" fmla="*/ 76 h 257"/>
              <a:gd name="T88" fmla="*/ 36 w 257"/>
              <a:gd name="T89" fmla="*/ 140 h 257"/>
              <a:gd name="T90" fmla="*/ 55 w 257"/>
              <a:gd name="T91" fmla="*/ 155 h 257"/>
              <a:gd name="T92" fmla="*/ 64 w 257"/>
              <a:gd name="T93" fmla="*/ 96 h 257"/>
              <a:gd name="T94" fmla="*/ 154 w 257"/>
              <a:gd name="T95" fmla="*/ 68 h 257"/>
              <a:gd name="T96" fmla="*/ 44 w 257"/>
              <a:gd name="T97" fmla="*/ 138 h 257"/>
              <a:gd name="T98" fmla="*/ 46 w 257"/>
              <a:gd name="T99" fmla="*/ 80 h 257"/>
              <a:gd name="T100" fmla="*/ 56 w 257"/>
              <a:gd name="T101" fmla="*/ 9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7" h="257">
                <a:moveTo>
                  <a:pt x="151" y="200"/>
                </a:moveTo>
                <a:cubicBezTo>
                  <a:pt x="150" y="208"/>
                  <a:pt x="150" y="211"/>
                  <a:pt x="142" y="217"/>
                </a:cubicBezTo>
                <a:cubicBezTo>
                  <a:pt x="140" y="218"/>
                  <a:pt x="139" y="220"/>
                  <a:pt x="141" y="222"/>
                </a:cubicBezTo>
                <a:cubicBezTo>
                  <a:pt x="141" y="223"/>
                  <a:pt x="143" y="224"/>
                  <a:pt x="144" y="224"/>
                </a:cubicBezTo>
                <a:cubicBezTo>
                  <a:pt x="145" y="224"/>
                  <a:pt x="146" y="224"/>
                  <a:pt x="146" y="223"/>
                </a:cubicBezTo>
                <a:cubicBezTo>
                  <a:pt x="158" y="216"/>
                  <a:pt x="158" y="210"/>
                  <a:pt x="159" y="201"/>
                </a:cubicBezTo>
                <a:cubicBezTo>
                  <a:pt x="159" y="200"/>
                  <a:pt x="159" y="199"/>
                  <a:pt x="159" y="197"/>
                </a:cubicBezTo>
                <a:cubicBezTo>
                  <a:pt x="160" y="191"/>
                  <a:pt x="160" y="184"/>
                  <a:pt x="157" y="178"/>
                </a:cubicBezTo>
                <a:cubicBezTo>
                  <a:pt x="154" y="172"/>
                  <a:pt x="149" y="168"/>
                  <a:pt x="142" y="166"/>
                </a:cubicBezTo>
                <a:cubicBezTo>
                  <a:pt x="136" y="163"/>
                  <a:pt x="128" y="163"/>
                  <a:pt x="122" y="166"/>
                </a:cubicBezTo>
                <a:cubicBezTo>
                  <a:pt x="115" y="168"/>
                  <a:pt x="110" y="172"/>
                  <a:pt x="107" y="178"/>
                </a:cubicBezTo>
                <a:cubicBezTo>
                  <a:pt x="104" y="184"/>
                  <a:pt x="104" y="191"/>
                  <a:pt x="105" y="197"/>
                </a:cubicBezTo>
                <a:cubicBezTo>
                  <a:pt x="105" y="199"/>
                  <a:pt x="105" y="200"/>
                  <a:pt x="105" y="201"/>
                </a:cubicBezTo>
                <a:cubicBezTo>
                  <a:pt x="106" y="210"/>
                  <a:pt x="106" y="216"/>
                  <a:pt x="118" y="223"/>
                </a:cubicBezTo>
                <a:cubicBezTo>
                  <a:pt x="120" y="225"/>
                  <a:pt x="122" y="224"/>
                  <a:pt x="123" y="222"/>
                </a:cubicBezTo>
                <a:cubicBezTo>
                  <a:pt x="125" y="220"/>
                  <a:pt x="124" y="218"/>
                  <a:pt x="122" y="217"/>
                </a:cubicBezTo>
                <a:cubicBezTo>
                  <a:pt x="114" y="211"/>
                  <a:pt x="114" y="208"/>
                  <a:pt x="113" y="200"/>
                </a:cubicBezTo>
                <a:cubicBezTo>
                  <a:pt x="113" y="199"/>
                  <a:pt x="113" y="198"/>
                  <a:pt x="113" y="197"/>
                </a:cubicBezTo>
                <a:cubicBezTo>
                  <a:pt x="112" y="192"/>
                  <a:pt x="112" y="186"/>
                  <a:pt x="114" y="181"/>
                </a:cubicBezTo>
                <a:cubicBezTo>
                  <a:pt x="116" y="178"/>
                  <a:pt x="120" y="175"/>
                  <a:pt x="124" y="173"/>
                </a:cubicBezTo>
                <a:cubicBezTo>
                  <a:pt x="129" y="172"/>
                  <a:pt x="135" y="172"/>
                  <a:pt x="140" y="173"/>
                </a:cubicBezTo>
                <a:cubicBezTo>
                  <a:pt x="144" y="175"/>
                  <a:pt x="148" y="178"/>
                  <a:pt x="150" y="181"/>
                </a:cubicBezTo>
                <a:cubicBezTo>
                  <a:pt x="152" y="186"/>
                  <a:pt x="152" y="192"/>
                  <a:pt x="151" y="197"/>
                </a:cubicBezTo>
                <a:cubicBezTo>
                  <a:pt x="151" y="198"/>
                  <a:pt x="151" y="199"/>
                  <a:pt x="151" y="200"/>
                </a:cubicBezTo>
                <a:close/>
                <a:moveTo>
                  <a:pt x="182" y="247"/>
                </a:moveTo>
                <a:cubicBezTo>
                  <a:pt x="181" y="243"/>
                  <a:pt x="179" y="239"/>
                  <a:pt x="173" y="236"/>
                </a:cubicBezTo>
                <a:cubicBezTo>
                  <a:pt x="153" y="228"/>
                  <a:pt x="153" y="228"/>
                  <a:pt x="153" y="228"/>
                </a:cubicBezTo>
                <a:cubicBezTo>
                  <a:pt x="152" y="228"/>
                  <a:pt x="151" y="228"/>
                  <a:pt x="150" y="228"/>
                </a:cubicBezTo>
                <a:cubicBezTo>
                  <a:pt x="150" y="228"/>
                  <a:pt x="143" y="232"/>
                  <a:pt x="132" y="232"/>
                </a:cubicBezTo>
                <a:cubicBezTo>
                  <a:pt x="121" y="232"/>
                  <a:pt x="114" y="228"/>
                  <a:pt x="114" y="228"/>
                </a:cubicBezTo>
                <a:cubicBezTo>
                  <a:pt x="113" y="228"/>
                  <a:pt x="112" y="228"/>
                  <a:pt x="111" y="228"/>
                </a:cubicBezTo>
                <a:cubicBezTo>
                  <a:pt x="90" y="236"/>
                  <a:pt x="90" y="236"/>
                  <a:pt x="90" y="236"/>
                </a:cubicBezTo>
                <a:cubicBezTo>
                  <a:pt x="85" y="239"/>
                  <a:pt x="83" y="243"/>
                  <a:pt x="82" y="247"/>
                </a:cubicBezTo>
                <a:cubicBezTo>
                  <a:pt x="82" y="248"/>
                  <a:pt x="81" y="249"/>
                  <a:pt x="81" y="250"/>
                </a:cubicBezTo>
                <a:cubicBezTo>
                  <a:pt x="79" y="252"/>
                  <a:pt x="80" y="254"/>
                  <a:pt x="82" y="255"/>
                </a:cubicBezTo>
                <a:cubicBezTo>
                  <a:pt x="83" y="256"/>
                  <a:pt x="83" y="256"/>
                  <a:pt x="84" y="256"/>
                </a:cubicBezTo>
                <a:cubicBezTo>
                  <a:pt x="85" y="256"/>
                  <a:pt x="87" y="255"/>
                  <a:pt x="87" y="254"/>
                </a:cubicBezTo>
                <a:cubicBezTo>
                  <a:pt x="88" y="253"/>
                  <a:pt x="89" y="251"/>
                  <a:pt x="89" y="250"/>
                </a:cubicBezTo>
                <a:cubicBezTo>
                  <a:pt x="91" y="247"/>
                  <a:pt x="92" y="245"/>
                  <a:pt x="93" y="244"/>
                </a:cubicBezTo>
                <a:cubicBezTo>
                  <a:pt x="112" y="236"/>
                  <a:pt x="112" y="236"/>
                  <a:pt x="112" y="236"/>
                </a:cubicBezTo>
                <a:cubicBezTo>
                  <a:pt x="115" y="238"/>
                  <a:pt x="122" y="240"/>
                  <a:pt x="132" y="240"/>
                </a:cubicBezTo>
                <a:cubicBezTo>
                  <a:pt x="142" y="240"/>
                  <a:pt x="149" y="238"/>
                  <a:pt x="152" y="236"/>
                </a:cubicBezTo>
                <a:cubicBezTo>
                  <a:pt x="170" y="244"/>
                  <a:pt x="170" y="244"/>
                  <a:pt x="170" y="244"/>
                </a:cubicBezTo>
                <a:cubicBezTo>
                  <a:pt x="172" y="245"/>
                  <a:pt x="173" y="247"/>
                  <a:pt x="175" y="250"/>
                </a:cubicBezTo>
                <a:cubicBezTo>
                  <a:pt x="175" y="251"/>
                  <a:pt x="176" y="253"/>
                  <a:pt x="177" y="254"/>
                </a:cubicBezTo>
                <a:cubicBezTo>
                  <a:pt x="178" y="256"/>
                  <a:pt x="180" y="257"/>
                  <a:pt x="182" y="255"/>
                </a:cubicBezTo>
                <a:cubicBezTo>
                  <a:pt x="184" y="254"/>
                  <a:pt x="185" y="252"/>
                  <a:pt x="183" y="250"/>
                </a:cubicBezTo>
                <a:cubicBezTo>
                  <a:pt x="183" y="249"/>
                  <a:pt x="182" y="248"/>
                  <a:pt x="182" y="247"/>
                </a:cubicBezTo>
                <a:close/>
                <a:moveTo>
                  <a:pt x="223" y="200"/>
                </a:moveTo>
                <a:cubicBezTo>
                  <a:pt x="222" y="208"/>
                  <a:pt x="222" y="211"/>
                  <a:pt x="214" y="217"/>
                </a:cubicBezTo>
                <a:cubicBezTo>
                  <a:pt x="212" y="218"/>
                  <a:pt x="211" y="220"/>
                  <a:pt x="213" y="222"/>
                </a:cubicBezTo>
                <a:cubicBezTo>
                  <a:pt x="213" y="223"/>
                  <a:pt x="215" y="224"/>
                  <a:pt x="216" y="224"/>
                </a:cubicBezTo>
                <a:cubicBezTo>
                  <a:pt x="217" y="224"/>
                  <a:pt x="218" y="224"/>
                  <a:pt x="218" y="223"/>
                </a:cubicBezTo>
                <a:cubicBezTo>
                  <a:pt x="230" y="216"/>
                  <a:pt x="230" y="210"/>
                  <a:pt x="231" y="201"/>
                </a:cubicBezTo>
                <a:cubicBezTo>
                  <a:pt x="231" y="200"/>
                  <a:pt x="231" y="199"/>
                  <a:pt x="231" y="197"/>
                </a:cubicBezTo>
                <a:cubicBezTo>
                  <a:pt x="232" y="191"/>
                  <a:pt x="232" y="184"/>
                  <a:pt x="229" y="178"/>
                </a:cubicBezTo>
                <a:cubicBezTo>
                  <a:pt x="226" y="172"/>
                  <a:pt x="221" y="168"/>
                  <a:pt x="214" y="166"/>
                </a:cubicBezTo>
                <a:cubicBezTo>
                  <a:pt x="208" y="163"/>
                  <a:pt x="200" y="163"/>
                  <a:pt x="194" y="166"/>
                </a:cubicBezTo>
                <a:cubicBezTo>
                  <a:pt x="187" y="168"/>
                  <a:pt x="182" y="172"/>
                  <a:pt x="179" y="178"/>
                </a:cubicBezTo>
                <a:cubicBezTo>
                  <a:pt x="176" y="184"/>
                  <a:pt x="176" y="191"/>
                  <a:pt x="177" y="197"/>
                </a:cubicBezTo>
                <a:cubicBezTo>
                  <a:pt x="177" y="199"/>
                  <a:pt x="177" y="200"/>
                  <a:pt x="177" y="201"/>
                </a:cubicBezTo>
                <a:cubicBezTo>
                  <a:pt x="178" y="210"/>
                  <a:pt x="178" y="216"/>
                  <a:pt x="190" y="223"/>
                </a:cubicBezTo>
                <a:cubicBezTo>
                  <a:pt x="192" y="225"/>
                  <a:pt x="194" y="224"/>
                  <a:pt x="195" y="222"/>
                </a:cubicBezTo>
                <a:cubicBezTo>
                  <a:pt x="197" y="220"/>
                  <a:pt x="196" y="218"/>
                  <a:pt x="194" y="217"/>
                </a:cubicBezTo>
                <a:cubicBezTo>
                  <a:pt x="186" y="211"/>
                  <a:pt x="186" y="208"/>
                  <a:pt x="185" y="200"/>
                </a:cubicBezTo>
                <a:cubicBezTo>
                  <a:pt x="185" y="199"/>
                  <a:pt x="185" y="198"/>
                  <a:pt x="185" y="197"/>
                </a:cubicBezTo>
                <a:cubicBezTo>
                  <a:pt x="184" y="192"/>
                  <a:pt x="184" y="186"/>
                  <a:pt x="186" y="181"/>
                </a:cubicBezTo>
                <a:cubicBezTo>
                  <a:pt x="188" y="178"/>
                  <a:pt x="192" y="175"/>
                  <a:pt x="196" y="173"/>
                </a:cubicBezTo>
                <a:cubicBezTo>
                  <a:pt x="201" y="172"/>
                  <a:pt x="207" y="172"/>
                  <a:pt x="212" y="173"/>
                </a:cubicBezTo>
                <a:cubicBezTo>
                  <a:pt x="216" y="175"/>
                  <a:pt x="220" y="178"/>
                  <a:pt x="222" y="181"/>
                </a:cubicBezTo>
                <a:cubicBezTo>
                  <a:pt x="224" y="186"/>
                  <a:pt x="224" y="192"/>
                  <a:pt x="223" y="197"/>
                </a:cubicBezTo>
                <a:cubicBezTo>
                  <a:pt x="223" y="198"/>
                  <a:pt x="223" y="199"/>
                  <a:pt x="223" y="200"/>
                </a:cubicBezTo>
                <a:close/>
                <a:moveTo>
                  <a:pt x="254" y="247"/>
                </a:moveTo>
                <a:cubicBezTo>
                  <a:pt x="253" y="243"/>
                  <a:pt x="251" y="239"/>
                  <a:pt x="245" y="236"/>
                </a:cubicBezTo>
                <a:cubicBezTo>
                  <a:pt x="225" y="228"/>
                  <a:pt x="225" y="228"/>
                  <a:pt x="225" y="228"/>
                </a:cubicBezTo>
                <a:cubicBezTo>
                  <a:pt x="224" y="228"/>
                  <a:pt x="223" y="228"/>
                  <a:pt x="222" y="228"/>
                </a:cubicBezTo>
                <a:cubicBezTo>
                  <a:pt x="222" y="228"/>
                  <a:pt x="215" y="232"/>
                  <a:pt x="204" y="232"/>
                </a:cubicBezTo>
                <a:cubicBezTo>
                  <a:pt x="193" y="232"/>
                  <a:pt x="186" y="228"/>
                  <a:pt x="186" y="228"/>
                </a:cubicBezTo>
                <a:cubicBezTo>
                  <a:pt x="184" y="227"/>
                  <a:pt x="181" y="228"/>
                  <a:pt x="180" y="230"/>
                </a:cubicBezTo>
                <a:cubicBezTo>
                  <a:pt x="179" y="232"/>
                  <a:pt x="180" y="235"/>
                  <a:pt x="182" y="236"/>
                </a:cubicBezTo>
                <a:cubicBezTo>
                  <a:pt x="183" y="236"/>
                  <a:pt x="191" y="240"/>
                  <a:pt x="204" y="240"/>
                </a:cubicBezTo>
                <a:cubicBezTo>
                  <a:pt x="214" y="240"/>
                  <a:pt x="221" y="238"/>
                  <a:pt x="224" y="236"/>
                </a:cubicBezTo>
                <a:cubicBezTo>
                  <a:pt x="242" y="244"/>
                  <a:pt x="242" y="244"/>
                  <a:pt x="242" y="244"/>
                </a:cubicBezTo>
                <a:cubicBezTo>
                  <a:pt x="244" y="245"/>
                  <a:pt x="245" y="247"/>
                  <a:pt x="247" y="250"/>
                </a:cubicBezTo>
                <a:cubicBezTo>
                  <a:pt x="247" y="251"/>
                  <a:pt x="248" y="253"/>
                  <a:pt x="249" y="254"/>
                </a:cubicBezTo>
                <a:cubicBezTo>
                  <a:pt x="249" y="255"/>
                  <a:pt x="251" y="256"/>
                  <a:pt x="252" y="256"/>
                </a:cubicBezTo>
                <a:cubicBezTo>
                  <a:pt x="253" y="256"/>
                  <a:pt x="253" y="256"/>
                  <a:pt x="254" y="255"/>
                </a:cubicBezTo>
                <a:cubicBezTo>
                  <a:pt x="256" y="254"/>
                  <a:pt x="257" y="252"/>
                  <a:pt x="255" y="250"/>
                </a:cubicBezTo>
                <a:cubicBezTo>
                  <a:pt x="255" y="249"/>
                  <a:pt x="254" y="248"/>
                  <a:pt x="254" y="247"/>
                </a:cubicBezTo>
                <a:close/>
                <a:moveTo>
                  <a:pt x="252" y="0"/>
                </a:moveTo>
                <a:cubicBezTo>
                  <a:pt x="88" y="0"/>
                  <a:pt x="88" y="0"/>
                  <a:pt x="88" y="0"/>
                </a:cubicBezTo>
                <a:cubicBezTo>
                  <a:pt x="86" y="0"/>
                  <a:pt x="84" y="2"/>
                  <a:pt x="84" y="4"/>
                </a:cubicBezTo>
                <a:cubicBezTo>
                  <a:pt x="84" y="6"/>
                  <a:pt x="86" y="8"/>
                  <a:pt x="88" y="8"/>
                </a:cubicBezTo>
                <a:cubicBezTo>
                  <a:pt x="248" y="8"/>
                  <a:pt x="248" y="8"/>
                  <a:pt x="248" y="8"/>
                </a:cubicBezTo>
                <a:cubicBezTo>
                  <a:pt x="248" y="140"/>
                  <a:pt x="248" y="140"/>
                  <a:pt x="248" y="140"/>
                </a:cubicBezTo>
                <a:cubicBezTo>
                  <a:pt x="108" y="140"/>
                  <a:pt x="108" y="140"/>
                  <a:pt x="108" y="140"/>
                </a:cubicBezTo>
                <a:cubicBezTo>
                  <a:pt x="106" y="140"/>
                  <a:pt x="104" y="142"/>
                  <a:pt x="104" y="144"/>
                </a:cubicBezTo>
                <a:cubicBezTo>
                  <a:pt x="104" y="146"/>
                  <a:pt x="106" y="148"/>
                  <a:pt x="108" y="148"/>
                </a:cubicBezTo>
                <a:cubicBezTo>
                  <a:pt x="252" y="148"/>
                  <a:pt x="252" y="148"/>
                  <a:pt x="252" y="148"/>
                </a:cubicBezTo>
                <a:cubicBezTo>
                  <a:pt x="254" y="148"/>
                  <a:pt x="256" y="146"/>
                  <a:pt x="256" y="144"/>
                </a:cubicBezTo>
                <a:cubicBezTo>
                  <a:pt x="256" y="4"/>
                  <a:pt x="256" y="4"/>
                  <a:pt x="256" y="4"/>
                </a:cubicBezTo>
                <a:cubicBezTo>
                  <a:pt x="256" y="2"/>
                  <a:pt x="254" y="0"/>
                  <a:pt x="252" y="0"/>
                </a:cubicBezTo>
                <a:close/>
                <a:moveTo>
                  <a:pt x="52" y="192"/>
                </a:moveTo>
                <a:cubicBezTo>
                  <a:pt x="50" y="192"/>
                  <a:pt x="48" y="194"/>
                  <a:pt x="48" y="196"/>
                </a:cubicBezTo>
                <a:cubicBezTo>
                  <a:pt x="48" y="220"/>
                  <a:pt x="48" y="220"/>
                  <a:pt x="48" y="220"/>
                </a:cubicBezTo>
                <a:cubicBezTo>
                  <a:pt x="48" y="222"/>
                  <a:pt x="50" y="224"/>
                  <a:pt x="52" y="224"/>
                </a:cubicBezTo>
                <a:cubicBezTo>
                  <a:pt x="54" y="224"/>
                  <a:pt x="56" y="222"/>
                  <a:pt x="56" y="220"/>
                </a:cubicBezTo>
                <a:cubicBezTo>
                  <a:pt x="56" y="196"/>
                  <a:pt x="56" y="196"/>
                  <a:pt x="56" y="196"/>
                </a:cubicBezTo>
                <a:cubicBezTo>
                  <a:pt x="56" y="194"/>
                  <a:pt x="54" y="192"/>
                  <a:pt x="52" y="192"/>
                </a:cubicBezTo>
                <a:close/>
                <a:moveTo>
                  <a:pt x="29" y="40"/>
                </a:moveTo>
                <a:cubicBezTo>
                  <a:pt x="29" y="48"/>
                  <a:pt x="30" y="53"/>
                  <a:pt x="40" y="59"/>
                </a:cubicBezTo>
                <a:cubicBezTo>
                  <a:pt x="40" y="60"/>
                  <a:pt x="41" y="60"/>
                  <a:pt x="42" y="60"/>
                </a:cubicBezTo>
                <a:cubicBezTo>
                  <a:pt x="43" y="60"/>
                  <a:pt x="44" y="59"/>
                  <a:pt x="45" y="58"/>
                </a:cubicBezTo>
                <a:cubicBezTo>
                  <a:pt x="46" y="56"/>
                  <a:pt x="46" y="54"/>
                  <a:pt x="44" y="53"/>
                </a:cubicBezTo>
                <a:cubicBezTo>
                  <a:pt x="37" y="48"/>
                  <a:pt x="37" y="46"/>
                  <a:pt x="37" y="39"/>
                </a:cubicBezTo>
                <a:cubicBezTo>
                  <a:pt x="36" y="38"/>
                  <a:pt x="36" y="37"/>
                  <a:pt x="36" y="36"/>
                </a:cubicBezTo>
                <a:cubicBezTo>
                  <a:pt x="36" y="32"/>
                  <a:pt x="35" y="27"/>
                  <a:pt x="37" y="24"/>
                </a:cubicBezTo>
                <a:cubicBezTo>
                  <a:pt x="39" y="21"/>
                  <a:pt x="42" y="18"/>
                  <a:pt x="46" y="17"/>
                </a:cubicBezTo>
                <a:cubicBezTo>
                  <a:pt x="50" y="16"/>
                  <a:pt x="54" y="16"/>
                  <a:pt x="58" y="17"/>
                </a:cubicBezTo>
                <a:cubicBezTo>
                  <a:pt x="62" y="18"/>
                  <a:pt x="65" y="21"/>
                  <a:pt x="67" y="24"/>
                </a:cubicBezTo>
                <a:cubicBezTo>
                  <a:pt x="69" y="27"/>
                  <a:pt x="68" y="32"/>
                  <a:pt x="68" y="36"/>
                </a:cubicBezTo>
                <a:cubicBezTo>
                  <a:pt x="68" y="37"/>
                  <a:pt x="68" y="38"/>
                  <a:pt x="67" y="39"/>
                </a:cubicBezTo>
                <a:cubicBezTo>
                  <a:pt x="67" y="46"/>
                  <a:pt x="67" y="48"/>
                  <a:pt x="60" y="53"/>
                </a:cubicBezTo>
                <a:cubicBezTo>
                  <a:pt x="58" y="54"/>
                  <a:pt x="58" y="56"/>
                  <a:pt x="59" y="58"/>
                </a:cubicBezTo>
                <a:cubicBezTo>
                  <a:pt x="60" y="60"/>
                  <a:pt x="63" y="61"/>
                  <a:pt x="64" y="59"/>
                </a:cubicBezTo>
                <a:cubicBezTo>
                  <a:pt x="74" y="53"/>
                  <a:pt x="75" y="48"/>
                  <a:pt x="75" y="40"/>
                </a:cubicBezTo>
                <a:cubicBezTo>
                  <a:pt x="76" y="39"/>
                  <a:pt x="76" y="38"/>
                  <a:pt x="76" y="37"/>
                </a:cubicBezTo>
                <a:cubicBezTo>
                  <a:pt x="76" y="32"/>
                  <a:pt x="77" y="25"/>
                  <a:pt x="74" y="20"/>
                </a:cubicBezTo>
                <a:cubicBezTo>
                  <a:pt x="71" y="15"/>
                  <a:pt x="67" y="11"/>
                  <a:pt x="61" y="9"/>
                </a:cubicBezTo>
                <a:cubicBezTo>
                  <a:pt x="55" y="8"/>
                  <a:pt x="49" y="8"/>
                  <a:pt x="43" y="9"/>
                </a:cubicBezTo>
                <a:cubicBezTo>
                  <a:pt x="37" y="11"/>
                  <a:pt x="33" y="15"/>
                  <a:pt x="30" y="20"/>
                </a:cubicBezTo>
                <a:cubicBezTo>
                  <a:pt x="27" y="25"/>
                  <a:pt x="28" y="32"/>
                  <a:pt x="28" y="37"/>
                </a:cubicBezTo>
                <a:cubicBezTo>
                  <a:pt x="28" y="38"/>
                  <a:pt x="28" y="39"/>
                  <a:pt x="29" y="40"/>
                </a:cubicBezTo>
                <a:close/>
                <a:moveTo>
                  <a:pt x="172" y="68"/>
                </a:moveTo>
                <a:cubicBezTo>
                  <a:pt x="172" y="68"/>
                  <a:pt x="173" y="68"/>
                  <a:pt x="173" y="68"/>
                </a:cubicBezTo>
                <a:cubicBezTo>
                  <a:pt x="217" y="56"/>
                  <a:pt x="217" y="56"/>
                  <a:pt x="217" y="56"/>
                </a:cubicBezTo>
                <a:cubicBezTo>
                  <a:pt x="219" y="55"/>
                  <a:pt x="220" y="53"/>
                  <a:pt x="220" y="51"/>
                </a:cubicBezTo>
                <a:cubicBezTo>
                  <a:pt x="219" y="49"/>
                  <a:pt x="217" y="48"/>
                  <a:pt x="215" y="48"/>
                </a:cubicBezTo>
                <a:cubicBezTo>
                  <a:pt x="171" y="60"/>
                  <a:pt x="171" y="60"/>
                  <a:pt x="171" y="60"/>
                </a:cubicBezTo>
                <a:cubicBezTo>
                  <a:pt x="169" y="61"/>
                  <a:pt x="168" y="63"/>
                  <a:pt x="168" y="65"/>
                </a:cubicBezTo>
                <a:cubicBezTo>
                  <a:pt x="169" y="67"/>
                  <a:pt x="170" y="68"/>
                  <a:pt x="172" y="68"/>
                </a:cubicBezTo>
                <a:close/>
                <a:moveTo>
                  <a:pt x="151" y="74"/>
                </a:moveTo>
                <a:cubicBezTo>
                  <a:pt x="87" y="92"/>
                  <a:pt x="87" y="92"/>
                  <a:pt x="87" y="92"/>
                </a:cubicBezTo>
                <a:cubicBezTo>
                  <a:pt x="85" y="93"/>
                  <a:pt x="84" y="94"/>
                  <a:pt x="84" y="96"/>
                </a:cubicBezTo>
                <a:cubicBezTo>
                  <a:pt x="80" y="144"/>
                  <a:pt x="80" y="144"/>
                  <a:pt x="80" y="144"/>
                </a:cubicBezTo>
                <a:cubicBezTo>
                  <a:pt x="80" y="220"/>
                  <a:pt x="80" y="220"/>
                  <a:pt x="80" y="220"/>
                </a:cubicBezTo>
                <a:cubicBezTo>
                  <a:pt x="80" y="222"/>
                  <a:pt x="82" y="224"/>
                  <a:pt x="84" y="224"/>
                </a:cubicBezTo>
                <a:cubicBezTo>
                  <a:pt x="86" y="224"/>
                  <a:pt x="88" y="222"/>
                  <a:pt x="88" y="220"/>
                </a:cubicBezTo>
                <a:cubicBezTo>
                  <a:pt x="88" y="144"/>
                  <a:pt x="88" y="144"/>
                  <a:pt x="88" y="144"/>
                </a:cubicBezTo>
                <a:cubicBezTo>
                  <a:pt x="92" y="99"/>
                  <a:pt x="92" y="99"/>
                  <a:pt x="92" y="99"/>
                </a:cubicBezTo>
                <a:cubicBezTo>
                  <a:pt x="154" y="82"/>
                  <a:pt x="154" y="82"/>
                  <a:pt x="154" y="82"/>
                </a:cubicBezTo>
                <a:cubicBezTo>
                  <a:pt x="160" y="80"/>
                  <a:pt x="164" y="74"/>
                  <a:pt x="162" y="67"/>
                </a:cubicBezTo>
                <a:cubicBezTo>
                  <a:pt x="162" y="66"/>
                  <a:pt x="162" y="66"/>
                  <a:pt x="162" y="66"/>
                </a:cubicBezTo>
                <a:cubicBezTo>
                  <a:pt x="160" y="60"/>
                  <a:pt x="154" y="56"/>
                  <a:pt x="148" y="57"/>
                </a:cubicBezTo>
                <a:cubicBezTo>
                  <a:pt x="71" y="68"/>
                  <a:pt x="71" y="68"/>
                  <a:pt x="71" y="68"/>
                </a:cubicBezTo>
                <a:cubicBezTo>
                  <a:pt x="71" y="68"/>
                  <a:pt x="71" y="68"/>
                  <a:pt x="70" y="68"/>
                </a:cubicBezTo>
                <a:cubicBezTo>
                  <a:pt x="70" y="68"/>
                  <a:pt x="63" y="72"/>
                  <a:pt x="52" y="72"/>
                </a:cubicBezTo>
                <a:cubicBezTo>
                  <a:pt x="41" y="72"/>
                  <a:pt x="34" y="68"/>
                  <a:pt x="34" y="68"/>
                </a:cubicBezTo>
                <a:cubicBezTo>
                  <a:pt x="33" y="68"/>
                  <a:pt x="32" y="68"/>
                  <a:pt x="31" y="68"/>
                </a:cubicBezTo>
                <a:cubicBezTo>
                  <a:pt x="10" y="76"/>
                  <a:pt x="10" y="76"/>
                  <a:pt x="10" y="76"/>
                </a:cubicBezTo>
                <a:cubicBezTo>
                  <a:pt x="4" y="79"/>
                  <a:pt x="0" y="82"/>
                  <a:pt x="0" y="96"/>
                </a:cubicBezTo>
                <a:cubicBezTo>
                  <a:pt x="0" y="164"/>
                  <a:pt x="0" y="164"/>
                  <a:pt x="0" y="164"/>
                </a:cubicBezTo>
                <a:cubicBezTo>
                  <a:pt x="0" y="173"/>
                  <a:pt x="7" y="180"/>
                  <a:pt x="16" y="180"/>
                </a:cubicBezTo>
                <a:cubicBezTo>
                  <a:pt x="16" y="180"/>
                  <a:pt x="16" y="180"/>
                  <a:pt x="16" y="180"/>
                </a:cubicBezTo>
                <a:cubicBezTo>
                  <a:pt x="16" y="220"/>
                  <a:pt x="16" y="220"/>
                  <a:pt x="16" y="220"/>
                </a:cubicBezTo>
                <a:cubicBezTo>
                  <a:pt x="16" y="222"/>
                  <a:pt x="18" y="224"/>
                  <a:pt x="20" y="224"/>
                </a:cubicBezTo>
                <a:cubicBezTo>
                  <a:pt x="22" y="224"/>
                  <a:pt x="24" y="222"/>
                  <a:pt x="24" y="220"/>
                </a:cubicBezTo>
                <a:cubicBezTo>
                  <a:pt x="24" y="168"/>
                  <a:pt x="24" y="168"/>
                  <a:pt x="24" y="168"/>
                </a:cubicBezTo>
                <a:cubicBezTo>
                  <a:pt x="24" y="166"/>
                  <a:pt x="22" y="164"/>
                  <a:pt x="20" y="164"/>
                </a:cubicBezTo>
                <a:cubicBezTo>
                  <a:pt x="18" y="164"/>
                  <a:pt x="16" y="166"/>
                  <a:pt x="16" y="168"/>
                </a:cubicBezTo>
                <a:cubicBezTo>
                  <a:pt x="16" y="172"/>
                  <a:pt x="16" y="172"/>
                  <a:pt x="16" y="172"/>
                </a:cubicBezTo>
                <a:cubicBezTo>
                  <a:pt x="16" y="172"/>
                  <a:pt x="16" y="172"/>
                  <a:pt x="16" y="172"/>
                </a:cubicBezTo>
                <a:cubicBezTo>
                  <a:pt x="12" y="172"/>
                  <a:pt x="8" y="168"/>
                  <a:pt x="8" y="164"/>
                </a:cubicBezTo>
                <a:cubicBezTo>
                  <a:pt x="8" y="96"/>
                  <a:pt x="8" y="96"/>
                  <a:pt x="8" y="96"/>
                </a:cubicBezTo>
                <a:cubicBezTo>
                  <a:pt x="8" y="86"/>
                  <a:pt x="10" y="86"/>
                  <a:pt x="13" y="84"/>
                </a:cubicBezTo>
                <a:cubicBezTo>
                  <a:pt x="32" y="76"/>
                  <a:pt x="32" y="76"/>
                  <a:pt x="32" y="76"/>
                </a:cubicBezTo>
                <a:cubicBezTo>
                  <a:pt x="33" y="77"/>
                  <a:pt x="36" y="78"/>
                  <a:pt x="38" y="78"/>
                </a:cubicBezTo>
                <a:cubicBezTo>
                  <a:pt x="37" y="84"/>
                  <a:pt x="38" y="92"/>
                  <a:pt x="40" y="96"/>
                </a:cubicBezTo>
                <a:cubicBezTo>
                  <a:pt x="39" y="100"/>
                  <a:pt x="36" y="110"/>
                  <a:pt x="36" y="116"/>
                </a:cubicBezTo>
                <a:cubicBezTo>
                  <a:pt x="36" y="140"/>
                  <a:pt x="36" y="140"/>
                  <a:pt x="36" y="140"/>
                </a:cubicBezTo>
                <a:cubicBezTo>
                  <a:pt x="36" y="141"/>
                  <a:pt x="36" y="142"/>
                  <a:pt x="37" y="143"/>
                </a:cubicBezTo>
                <a:cubicBezTo>
                  <a:pt x="49" y="155"/>
                  <a:pt x="49" y="155"/>
                  <a:pt x="49" y="155"/>
                </a:cubicBezTo>
                <a:cubicBezTo>
                  <a:pt x="50" y="156"/>
                  <a:pt x="51" y="156"/>
                  <a:pt x="52" y="156"/>
                </a:cubicBezTo>
                <a:cubicBezTo>
                  <a:pt x="53" y="156"/>
                  <a:pt x="54" y="156"/>
                  <a:pt x="55" y="155"/>
                </a:cubicBezTo>
                <a:cubicBezTo>
                  <a:pt x="67" y="143"/>
                  <a:pt x="67" y="143"/>
                  <a:pt x="67" y="143"/>
                </a:cubicBezTo>
                <a:cubicBezTo>
                  <a:pt x="68" y="142"/>
                  <a:pt x="68" y="141"/>
                  <a:pt x="68" y="140"/>
                </a:cubicBezTo>
                <a:cubicBezTo>
                  <a:pt x="68" y="116"/>
                  <a:pt x="68" y="116"/>
                  <a:pt x="68" y="116"/>
                </a:cubicBezTo>
                <a:cubicBezTo>
                  <a:pt x="68" y="110"/>
                  <a:pt x="65" y="100"/>
                  <a:pt x="64" y="96"/>
                </a:cubicBezTo>
                <a:cubicBezTo>
                  <a:pt x="66" y="92"/>
                  <a:pt x="67" y="84"/>
                  <a:pt x="66" y="78"/>
                </a:cubicBezTo>
                <a:cubicBezTo>
                  <a:pt x="69" y="77"/>
                  <a:pt x="72" y="76"/>
                  <a:pt x="73" y="76"/>
                </a:cubicBezTo>
                <a:cubicBezTo>
                  <a:pt x="149" y="65"/>
                  <a:pt x="149" y="65"/>
                  <a:pt x="149" y="65"/>
                </a:cubicBezTo>
                <a:cubicBezTo>
                  <a:pt x="151" y="65"/>
                  <a:pt x="153" y="66"/>
                  <a:pt x="154" y="68"/>
                </a:cubicBezTo>
                <a:cubicBezTo>
                  <a:pt x="154" y="69"/>
                  <a:pt x="154" y="69"/>
                  <a:pt x="154" y="69"/>
                </a:cubicBezTo>
                <a:cubicBezTo>
                  <a:pt x="155" y="72"/>
                  <a:pt x="154" y="74"/>
                  <a:pt x="151" y="74"/>
                </a:cubicBezTo>
                <a:close/>
                <a:moveTo>
                  <a:pt x="52" y="146"/>
                </a:moveTo>
                <a:cubicBezTo>
                  <a:pt x="44" y="138"/>
                  <a:pt x="44" y="138"/>
                  <a:pt x="44" y="138"/>
                </a:cubicBezTo>
                <a:cubicBezTo>
                  <a:pt x="44" y="116"/>
                  <a:pt x="44" y="116"/>
                  <a:pt x="44" y="116"/>
                </a:cubicBezTo>
                <a:cubicBezTo>
                  <a:pt x="44" y="111"/>
                  <a:pt x="47" y="101"/>
                  <a:pt x="48" y="97"/>
                </a:cubicBezTo>
                <a:cubicBezTo>
                  <a:pt x="48" y="96"/>
                  <a:pt x="48" y="95"/>
                  <a:pt x="48" y="94"/>
                </a:cubicBezTo>
                <a:cubicBezTo>
                  <a:pt x="46" y="91"/>
                  <a:pt x="45" y="83"/>
                  <a:pt x="46" y="80"/>
                </a:cubicBezTo>
                <a:cubicBezTo>
                  <a:pt x="48" y="80"/>
                  <a:pt x="50" y="80"/>
                  <a:pt x="52" y="80"/>
                </a:cubicBezTo>
                <a:cubicBezTo>
                  <a:pt x="54" y="80"/>
                  <a:pt x="56" y="80"/>
                  <a:pt x="58" y="80"/>
                </a:cubicBezTo>
                <a:cubicBezTo>
                  <a:pt x="59" y="83"/>
                  <a:pt x="58" y="91"/>
                  <a:pt x="56" y="94"/>
                </a:cubicBezTo>
                <a:cubicBezTo>
                  <a:pt x="56" y="95"/>
                  <a:pt x="56" y="96"/>
                  <a:pt x="56" y="97"/>
                </a:cubicBezTo>
                <a:cubicBezTo>
                  <a:pt x="57" y="101"/>
                  <a:pt x="60" y="111"/>
                  <a:pt x="60" y="116"/>
                </a:cubicBezTo>
                <a:cubicBezTo>
                  <a:pt x="60" y="138"/>
                  <a:pt x="60" y="138"/>
                  <a:pt x="60" y="138"/>
                </a:cubicBezTo>
                <a:lnTo>
                  <a:pt x="52" y="14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65" name="Freeform 220">
            <a:extLst>
              <a:ext uri="{FF2B5EF4-FFF2-40B4-BE49-F238E27FC236}">
                <a16:creationId xmlns:a16="http://schemas.microsoft.com/office/drawing/2014/main" id="{5F88C322-06C5-493A-8A6F-D75E4489CA3A}"/>
              </a:ext>
            </a:extLst>
          </p:cNvPr>
          <p:cNvSpPr>
            <a:spLocks noChangeAspect="1" noEditPoints="1"/>
          </p:cNvSpPr>
          <p:nvPr/>
        </p:nvSpPr>
        <p:spPr bwMode="auto">
          <a:xfrm>
            <a:off x="1541528" y="4352925"/>
            <a:ext cx="398462" cy="400050"/>
          </a:xfrm>
          <a:custGeom>
            <a:avLst/>
            <a:gdLst>
              <a:gd name="T0" fmla="*/ 222 w 256"/>
              <a:gd name="T1" fmla="*/ 158 h 256"/>
              <a:gd name="T2" fmla="*/ 196 w 256"/>
              <a:gd name="T3" fmla="*/ 151 h 256"/>
              <a:gd name="T4" fmla="*/ 168 w 256"/>
              <a:gd name="T5" fmla="*/ 122 h 256"/>
              <a:gd name="T6" fmla="*/ 148 w 256"/>
              <a:gd name="T7" fmla="*/ 171 h 256"/>
              <a:gd name="T8" fmla="*/ 158 w 256"/>
              <a:gd name="T9" fmla="*/ 233 h 256"/>
              <a:gd name="T10" fmla="*/ 176 w 256"/>
              <a:gd name="T11" fmla="*/ 256 h 256"/>
              <a:gd name="T12" fmla="*/ 179 w 256"/>
              <a:gd name="T13" fmla="*/ 246 h 256"/>
              <a:gd name="T14" fmla="*/ 156 w 256"/>
              <a:gd name="T15" fmla="*/ 198 h 256"/>
              <a:gd name="T16" fmla="*/ 168 w 256"/>
              <a:gd name="T17" fmla="*/ 176 h 256"/>
              <a:gd name="T18" fmla="*/ 176 w 256"/>
              <a:gd name="T19" fmla="*/ 196 h 256"/>
              <a:gd name="T20" fmla="*/ 188 w 256"/>
              <a:gd name="T21" fmla="*/ 122 h 256"/>
              <a:gd name="T22" fmla="*/ 196 w 256"/>
              <a:gd name="T23" fmla="*/ 172 h 256"/>
              <a:gd name="T24" fmla="*/ 208 w 256"/>
              <a:gd name="T25" fmla="*/ 164 h 256"/>
              <a:gd name="T26" fmla="*/ 216 w 256"/>
              <a:gd name="T27" fmla="*/ 176 h 256"/>
              <a:gd name="T28" fmla="*/ 228 w 256"/>
              <a:gd name="T29" fmla="*/ 171 h 256"/>
              <a:gd name="T30" fmla="*/ 236 w 256"/>
              <a:gd name="T31" fmla="*/ 184 h 256"/>
              <a:gd name="T32" fmla="*/ 248 w 256"/>
              <a:gd name="T33" fmla="*/ 179 h 256"/>
              <a:gd name="T34" fmla="*/ 238 w 256"/>
              <a:gd name="T35" fmla="*/ 239 h 256"/>
              <a:gd name="T36" fmla="*/ 232 w 256"/>
              <a:gd name="T37" fmla="*/ 252 h 256"/>
              <a:gd name="T38" fmla="*/ 240 w 256"/>
              <a:gd name="T39" fmla="*/ 250 h 256"/>
              <a:gd name="T40" fmla="*/ 256 w 256"/>
              <a:gd name="T41" fmla="*/ 198 h 256"/>
              <a:gd name="T42" fmla="*/ 204 w 256"/>
              <a:gd name="T43" fmla="*/ 104 h 256"/>
              <a:gd name="T44" fmla="*/ 204 w 256"/>
              <a:gd name="T45" fmla="*/ 24 h 256"/>
              <a:gd name="T46" fmla="*/ 24 w 256"/>
              <a:gd name="T47" fmla="*/ 140 h 256"/>
              <a:gd name="T48" fmla="*/ 152 w 256"/>
              <a:gd name="T49" fmla="*/ 140 h 256"/>
              <a:gd name="T50" fmla="*/ 32 w 256"/>
              <a:gd name="T51" fmla="*/ 32 h 256"/>
              <a:gd name="T52" fmla="*/ 204 w 256"/>
              <a:gd name="T53" fmla="*/ 104 h 256"/>
              <a:gd name="T54" fmla="*/ 0 w 256"/>
              <a:gd name="T55" fmla="*/ 20 h 256"/>
              <a:gd name="T56" fmla="*/ 128 w 256"/>
              <a:gd name="T57" fmla="*/ 168 h 256"/>
              <a:gd name="T58" fmla="*/ 20 w 256"/>
              <a:gd name="T59" fmla="*/ 160 h 256"/>
              <a:gd name="T60" fmla="*/ 20 w 256"/>
              <a:gd name="T61" fmla="*/ 8 h 256"/>
              <a:gd name="T62" fmla="*/ 248 w 256"/>
              <a:gd name="T63" fmla="*/ 144 h 256"/>
              <a:gd name="T64" fmla="*/ 256 w 256"/>
              <a:gd name="T65" fmla="*/ 20 h 256"/>
              <a:gd name="T66" fmla="*/ 140 w 256"/>
              <a:gd name="T67" fmla="*/ 64 h 256"/>
              <a:gd name="T68" fmla="*/ 172 w 256"/>
              <a:gd name="T69" fmla="*/ 92 h 256"/>
              <a:gd name="T70" fmla="*/ 164 w 256"/>
              <a:gd name="T71" fmla="*/ 64 h 256"/>
              <a:gd name="T72" fmla="*/ 148 w 256"/>
              <a:gd name="T73" fmla="*/ 92 h 256"/>
              <a:gd name="T74" fmla="*/ 100 w 256"/>
              <a:gd name="T75" fmla="*/ 60 h 256"/>
              <a:gd name="T76" fmla="*/ 100 w 256"/>
              <a:gd name="T77" fmla="*/ 108 h 256"/>
              <a:gd name="T78" fmla="*/ 128 w 256"/>
              <a:gd name="T79" fmla="*/ 80 h 256"/>
              <a:gd name="T80" fmla="*/ 120 w 256"/>
              <a:gd name="T81" fmla="*/ 80 h 256"/>
              <a:gd name="T82" fmla="*/ 104 w 256"/>
              <a:gd name="T83" fmla="*/ 100 h 256"/>
              <a:gd name="T84" fmla="*/ 120 w 256"/>
              <a:gd name="T85" fmla="*/ 80 h 256"/>
              <a:gd name="T86" fmla="*/ 80 w 256"/>
              <a:gd name="T87" fmla="*/ 60 h 256"/>
              <a:gd name="T88" fmla="*/ 56 w 256"/>
              <a:gd name="T89" fmla="*/ 104 h 256"/>
              <a:gd name="T90" fmla="*/ 84 w 256"/>
              <a:gd name="T91" fmla="*/ 104 h 256"/>
              <a:gd name="T92" fmla="*/ 64 w 256"/>
              <a:gd name="T93" fmla="*/ 88 h 256"/>
              <a:gd name="T94" fmla="*/ 72 w 256"/>
              <a:gd name="T95" fmla="*/ 80 h 256"/>
              <a:gd name="T96" fmla="*/ 80 w 256"/>
              <a:gd name="T97" fmla="*/ 68 h 256"/>
              <a:gd name="T98" fmla="*/ 228 w 256"/>
              <a:gd name="T99" fmla="*/ 72 h 256"/>
              <a:gd name="T100" fmla="*/ 228 w 256"/>
              <a:gd name="T101" fmla="*/ 1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6" h="256">
                <a:moveTo>
                  <a:pt x="242" y="166"/>
                </a:moveTo>
                <a:cubicBezTo>
                  <a:pt x="240" y="166"/>
                  <a:pt x="237" y="166"/>
                  <a:pt x="235" y="167"/>
                </a:cubicBezTo>
                <a:cubicBezTo>
                  <a:pt x="233" y="162"/>
                  <a:pt x="228" y="158"/>
                  <a:pt x="222" y="158"/>
                </a:cubicBezTo>
                <a:cubicBezTo>
                  <a:pt x="220" y="158"/>
                  <a:pt x="217" y="158"/>
                  <a:pt x="215" y="160"/>
                </a:cubicBezTo>
                <a:cubicBezTo>
                  <a:pt x="213" y="154"/>
                  <a:pt x="208" y="150"/>
                  <a:pt x="202" y="150"/>
                </a:cubicBezTo>
                <a:cubicBezTo>
                  <a:pt x="200" y="150"/>
                  <a:pt x="198" y="151"/>
                  <a:pt x="196" y="151"/>
                </a:cubicBezTo>
                <a:cubicBezTo>
                  <a:pt x="196" y="122"/>
                  <a:pt x="196" y="122"/>
                  <a:pt x="196" y="122"/>
                </a:cubicBezTo>
                <a:cubicBezTo>
                  <a:pt x="196" y="114"/>
                  <a:pt x="190" y="108"/>
                  <a:pt x="182" y="108"/>
                </a:cubicBezTo>
                <a:cubicBezTo>
                  <a:pt x="174" y="108"/>
                  <a:pt x="168" y="114"/>
                  <a:pt x="168" y="122"/>
                </a:cubicBezTo>
                <a:cubicBezTo>
                  <a:pt x="168" y="162"/>
                  <a:pt x="168" y="162"/>
                  <a:pt x="168" y="162"/>
                </a:cubicBezTo>
                <a:cubicBezTo>
                  <a:pt x="165" y="160"/>
                  <a:pt x="161" y="158"/>
                  <a:pt x="158" y="158"/>
                </a:cubicBezTo>
                <a:cubicBezTo>
                  <a:pt x="148" y="158"/>
                  <a:pt x="148" y="168"/>
                  <a:pt x="148" y="171"/>
                </a:cubicBezTo>
                <a:cubicBezTo>
                  <a:pt x="148" y="198"/>
                  <a:pt x="148" y="198"/>
                  <a:pt x="148" y="198"/>
                </a:cubicBezTo>
                <a:cubicBezTo>
                  <a:pt x="148" y="209"/>
                  <a:pt x="151" y="220"/>
                  <a:pt x="156" y="230"/>
                </a:cubicBezTo>
                <a:cubicBezTo>
                  <a:pt x="156" y="231"/>
                  <a:pt x="157" y="232"/>
                  <a:pt x="158" y="233"/>
                </a:cubicBezTo>
                <a:cubicBezTo>
                  <a:pt x="172" y="250"/>
                  <a:pt x="172" y="250"/>
                  <a:pt x="172" y="250"/>
                </a:cubicBezTo>
                <a:cubicBezTo>
                  <a:pt x="172" y="252"/>
                  <a:pt x="172" y="252"/>
                  <a:pt x="172" y="252"/>
                </a:cubicBezTo>
                <a:cubicBezTo>
                  <a:pt x="172" y="254"/>
                  <a:pt x="174" y="256"/>
                  <a:pt x="176" y="256"/>
                </a:cubicBezTo>
                <a:cubicBezTo>
                  <a:pt x="178" y="256"/>
                  <a:pt x="180" y="254"/>
                  <a:pt x="180" y="252"/>
                </a:cubicBezTo>
                <a:cubicBezTo>
                  <a:pt x="180" y="248"/>
                  <a:pt x="180" y="248"/>
                  <a:pt x="180" y="248"/>
                </a:cubicBezTo>
                <a:cubicBezTo>
                  <a:pt x="180" y="247"/>
                  <a:pt x="180" y="246"/>
                  <a:pt x="179" y="246"/>
                </a:cubicBezTo>
                <a:cubicBezTo>
                  <a:pt x="164" y="228"/>
                  <a:pt x="164" y="228"/>
                  <a:pt x="164" y="228"/>
                </a:cubicBezTo>
                <a:cubicBezTo>
                  <a:pt x="164" y="227"/>
                  <a:pt x="163" y="226"/>
                  <a:pt x="163" y="226"/>
                </a:cubicBezTo>
                <a:cubicBezTo>
                  <a:pt x="158" y="218"/>
                  <a:pt x="156" y="208"/>
                  <a:pt x="156" y="198"/>
                </a:cubicBezTo>
                <a:cubicBezTo>
                  <a:pt x="156" y="171"/>
                  <a:pt x="156" y="171"/>
                  <a:pt x="156" y="171"/>
                </a:cubicBezTo>
                <a:cubicBezTo>
                  <a:pt x="156" y="166"/>
                  <a:pt x="157" y="166"/>
                  <a:pt x="158" y="166"/>
                </a:cubicBezTo>
                <a:cubicBezTo>
                  <a:pt x="161" y="166"/>
                  <a:pt x="168" y="173"/>
                  <a:pt x="168" y="176"/>
                </a:cubicBezTo>
                <a:cubicBezTo>
                  <a:pt x="168" y="196"/>
                  <a:pt x="168" y="196"/>
                  <a:pt x="168" y="196"/>
                </a:cubicBezTo>
                <a:cubicBezTo>
                  <a:pt x="168" y="198"/>
                  <a:pt x="170" y="200"/>
                  <a:pt x="172" y="200"/>
                </a:cubicBezTo>
                <a:cubicBezTo>
                  <a:pt x="174" y="200"/>
                  <a:pt x="176" y="198"/>
                  <a:pt x="176" y="196"/>
                </a:cubicBezTo>
                <a:cubicBezTo>
                  <a:pt x="176" y="122"/>
                  <a:pt x="176" y="122"/>
                  <a:pt x="176" y="122"/>
                </a:cubicBezTo>
                <a:cubicBezTo>
                  <a:pt x="176" y="119"/>
                  <a:pt x="179" y="116"/>
                  <a:pt x="182" y="116"/>
                </a:cubicBezTo>
                <a:cubicBezTo>
                  <a:pt x="185" y="116"/>
                  <a:pt x="188" y="119"/>
                  <a:pt x="188" y="122"/>
                </a:cubicBezTo>
                <a:cubicBezTo>
                  <a:pt x="188" y="172"/>
                  <a:pt x="188" y="172"/>
                  <a:pt x="188" y="172"/>
                </a:cubicBezTo>
                <a:cubicBezTo>
                  <a:pt x="188" y="174"/>
                  <a:pt x="190" y="176"/>
                  <a:pt x="192" y="176"/>
                </a:cubicBezTo>
                <a:cubicBezTo>
                  <a:pt x="194" y="176"/>
                  <a:pt x="196" y="174"/>
                  <a:pt x="196" y="172"/>
                </a:cubicBezTo>
                <a:cubicBezTo>
                  <a:pt x="196" y="164"/>
                  <a:pt x="196" y="164"/>
                  <a:pt x="196" y="164"/>
                </a:cubicBezTo>
                <a:cubicBezTo>
                  <a:pt x="196" y="161"/>
                  <a:pt x="199" y="158"/>
                  <a:pt x="202" y="158"/>
                </a:cubicBezTo>
                <a:cubicBezTo>
                  <a:pt x="205" y="158"/>
                  <a:pt x="208" y="161"/>
                  <a:pt x="208" y="164"/>
                </a:cubicBezTo>
                <a:cubicBezTo>
                  <a:pt x="208" y="176"/>
                  <a:pt x="208" y="176"/>
                  <a:pt x="208" y="176"/>
                </a:cubicBezTo>
                <a:cubicBezTo>
                  <a:pt x="208" y="178"/>
                  <a:pt x="210" y="180"/>
                  <a:pt x="212" y="180"/>
                </a:cubicBezTo>
                <a:cubicBezTo>
                  <a:pt x="214" y="180"/>
                  <a:pt x="216" y="178"/>
                  <a:pt x="216" y="176"/>
                </a:cubicBezTo>
                <a:cubicBezTo>
                  <a:pt x="216" y="171"/>
                  <a:pt x="216" y="171"/>
                  <a:pt x="216" y="171"/>
                </a:cubicBezTo>
                <a:cubicBezTo>
                  <a:pt x="216" y="168"/>
                  <a:pt x="219" y="166"/>
                  <a:pt x="222" y="166"/>
                </a:cubicBezTo>
                <a:cubicBezTo>
                  <a:pt x="225" y="166"/>
                  <a:pt x="228" y="168"/>
                  <a:pt x="228" y="171"/>
                </a:cubicBezTo>
                <a:cubicBezTo>
                  <a:pt x="228" y="184"/>
                  <a:pt x="228" y="184"/>
                  <a:pt x="228" y="184"/>
                </a:cubicBezTo>
                <a:cubicBezTo>
                  <a:pt x="228" y="186"/>
                  <a:pt x="230" y="188"/>
                  <a:pt x="232" y="188"/>
                </a:cubicBezTo>
                <a:cubicBezTo>
                  <a:pt x="234" y="188"/>
                  <a:pt x="236" y="186"/>
                  <a:pt x="236" y="184"/>
                </a:cubicBezTo>
                <a:cubicBezTo>
                  <a:pt x="236" y="179"/>
                  <a:pt x="236" y="179"/>
                  <a:pt x="236" y="179"/>
                </a:cubicBezTo>
                <a:cubicBezTo>
                  <a:pt x="236" y="176"/>
                  <a:pt x="239" y="174"/>
                  <a:pt x="242" y="174"/>
                </a:cubicBezTo>
                <a:cubicBezTo>
                  <a:pt x="245" y="174"/>
                  <a:pt x="248" y="176"/>
                  <a:pt x="248" y="179"/>
                </a:cubicBezTo>
                <a:cubicBezTo>
                  <a:pt x="248" y="198"/>
                  <a:pt x="248" y="198"/>
                  <a:pt x="248" y="198"/>
                </a:cubicBezTo>
                <a:cubicBezTo>
                  <a:pt x="248" y="210"/>
                  <a:pt x="245" y="223"/>
                  <a:pt x="240" y="236"/>
                </a:cubicBezTo>
                <a:cubicBezTo>
                  <a:pt x="239" y="237"/>
                  <a:pt x="239" y="238"/>
                  <a:pt x="238" y="239"/>
                </a:cubicBezTo>
                <a:cubicBezTo>
                  <a:pt x="233" y="246"/>
                  <a:pt x="233" y="246"/>
                  <a:pt x="233" y="246"/>
                </a:cubicBezTo>
                <a:cubicBezTo>
                  <a:pt x="232" y="246"/>
                  <a:pt x="232" y="247"/>
                  <a:pt x="232" y="248"/>
                </a:cubicBezTo>
                <a:cubicBezTo>
                  <a:pt x="232" y="252"/>
                  <a:pt x="232" y="252"/>
                  <a:pt x="232" y="252"/>
                </a:cubicBezTo>
                <a:cubicBezTo>
                  <a:pt x="232" y="254"/>
                  <a:pt x="234" y="256"/>
                  <a:pt x="236" y="256"/>
                </a:cubicBezTo>
                <a:cubicBezTo>
                  <a:pt x="238" y="256"/>
                  <a:pt x="240" y="254"/>
                  <a:pt x="240" y="252"/>
                </a:cubicBezTo>
                <a:cubicBezTo>
                  <a:pt x="240" y="250"/>
                  <a:pt x="240" y="250"/>
                  <a:pt x="240" y="250"/>
                </a:cubicBezTo>
                <a:cubicBezTo>
                  <a:pt x="245" y="244"/>
                  <a:pt x="245" y="244"/>
                  <a:pt x="245" y="244"/>
                </a:cubicBezTo>
                <a:cubicBezTo>
                  <a:pt x="246" y="242"/>
                  <a:pt x="247" y="241"/>
                  <a:pt x="247" y="239"/>
                </a:cubicBezTo>
                <a:cubicBezTo>
                  <a:pt x="253" y="225"/>
                  <a:pt x="256" y="212"/>
                  <a:pt x="256" y="198"/>
                </a:cubicBezTo>
                <a:cubicBezTo>
                  <a:pt x="256" y="179"/>
                  <a:pt x="256" y="179"/>
                  <a:pt x="256" y="179"/>
                </a:cubicBezTo>
                <a:cubicBezTo>
                  <a:pt x="256" y="172"/>
                  <a:pt x="250" y="166"/>
                  <a:pt x="242" y="166"/>
                </a:cubicBezTo>
                <a:close/>
                <a:moveTo>
                  <a:pt x="204" y="104"/>
                </a:moveTo>
                <a:cubicBezTo>
                  <a:pt x="206" y="104"/>
                  <a:pt x="208" y="102"/>
                  <a:pt x="208" y="100"/>
                </a:cubicBezTo>
                <a:cubicBezTo>
                  <a:pt x="208" y="28"/>
                  <a:pt x="208" y="28"/>
                  <a:pt x="208" y="28"/>
                </a:cubicBezTo>
                <a:cubicBezTo>
                  <a:pt x="208" y="26"/>
                  <a:pt x="206" y="24"/>
                  <a:pt x="204" y="24"/>
                </a:cubicBezTo>
                <a:cubicBezTo>
                  <a:pt x="28" y="24"/>
                  <a:pt x="28" y="24"/>
                  <a:pt x="28" y="24"/>
                </a:cubicBezTo>
                <a:cubicBezTo>
                  <a:pt x="26" y="24"/>
                  <a:pt x="24" y="26"/>
                  <a:pt x="24" y="28"/>
                </a:cubicBezTo>
                <a:cubicBezTo>
                  <a:pt x="24" y="140"/>
                  <a:pt x="24" y="140"/>
                  <a:pt x="24" y="140"/>
                </a:cubicBezTo>
                <a:cubicBezTo>
                  <a:pt x="24" y="142"/>
                  <a:pt x="26" y="144"/>
                  <a:pt x="28" y="144"/>
                </a:cubicBezTo>
                <a:cubicBezTo>
                  <a:pt x="148" y="144"/>
                  <a:pt x="148" y="144"/>
                  <a:pt x="148" y="144"/>
                </a:cubicBezTo>
                <a:cubicBezTo>
                  <a:pt x="150" y="144"/>
                  <a:pt x="152" y="142"/>
                  <a:pt x="152" y="140"/>
                </a:cubicBezTo>
                <a:cubicBezTo>
                  <a:pt x="152" y="138"/>
                  <a:pt x="150" y="136"/>
                  <a:pt x="148" y="136"/>
                </a:cubicBezTo>
                <a:cubicBezTo>
                  <a:pt x="32" y="136"/>
                  <a:pt x="32" y="136"/>
                  <a:pt x="32" y="136"/>
                </a:cubicBezTo>
                <a:cubicBezTo>
                  <a:pt x="32" y="32"/>
                  <a:pt x="32" y="32"/>
                  <a:pt x="32" y="32"/>
                </a:cubicBezTo>
                <a:cubicBezTo>
                  <a:pt x="200" y="32"/>
                  <a:pt x="200" y="32"/>
                  <a:pt x="200" y="32"/>
                </a:cubicBezTo>
                <a:cubicBezTo>
                  <a:pt x="200" y="100"/>
                  <a:pt x="200" y="100"/>
                  <a:pt x="200" y="100"/>
                </a:cubicBezTo>
                <a:cubicBezTo>
                  <a:pt x="200" y="102"/>
                  <a:pt x="202" y="104"/>
                  <a:pt x="204" y="104"/>
                </a:cubicBezTo>
                <a:close/>
                <a:moveTo>
                  <a:pt x="236" y="0"/>
                </a:moveTo>
                <a:cubicBezTo>
                  <a:pt x="20" y="0"/>
                  <a:pt x="20" y="0"/>
                  <a:pt x="20" y="0"/>
                </a:cubicBezTo>
                <a:cubicBezTo>
                  <a:pt x="9" y="0"/>
                  <a:pt x="0" y="9"/>
                  <a:pt x="0" y="20"/>
                </a:cubicBezTo>
                <a:cubicBezTo>
                  <a:pt x="0" y="148"/>
                  <a:pt x="0" y="148"/>
                  <a:pt x="0" y="148"/>
                </a:cubicBezTo>
                <a:cubicBezTo>
                  <a:pt x="0" y="159"/>
                  <a:pt x="9" y="168"/>
                  <a:pt x="20" y="168"/>
                </a:cubicBezTo>
                <a:cubicBezTo>
                  <a:pt x="128" y="168"/>
                  <a:pt x="128" y="168"/>
                  <a:pt x="128" y="168"/>
                </a:cubicBezTo>
                <a:cubicBezTo>
                  <a:pt x="130" y="168"/>
                  <a:pt x="132" y="166"/>
                  <a:pt x="132" y="164"/>
                </a:cubicBezTo>
                <a:cubicBezTo>
                  <a:pt x="132" y="162"/>
                  <a:pt x="130" y="160"/>
                  <a:pt x="128" y="160"/>
                </a:cubicBezTo>
                <a:cubicBezTo>
                  <a:pt x="20" y="160"/>
                  <a:pt x="20" y="160"/>
                  <a:pt x="20" y="160"/>
                </a:cubicBezTo>
                <a:cubicBezTo>
                  <a:pt x="13" y="160"/>
                  <a:pt x="8" y="155"/>
                  <a:pt x="8" y="148"/>
                </a:cubicBezTo>
                <a:cubicBezTo>
                  <a:pt x="8" y="20"/>
                  <a:pt x="8" y="20"/>
                  <a:pt x="8" y="20"/>
                </a:cubicBezTo>
                <a:cubicBezTo>
                  <a:pt x="8" y="13"/>
                  <a:pt x="13" y="8"/>
                  <a:pt x="20" y="8"/>
                </a:cubicBezTo>
                <a:cubicBezTo>
                  <a:pt x="236" y="8"/>
                  <a:pt x="236" y="8"/>
                  <a:pt x="236" y="8"/>
                </a:cubicBezTo>
                <a:cubicBezTo>
                  <a:pt x="243" y="8"/>
                  <a:pt x="248" y="13"/>
                  <a:pt x="248" y="20"/>
                </a:cubicBezTo>
                <a:cubicBezTo>
                  <a:pt x="248" y="144"/>
                  <a:pt x="248" y="144"/>
                  <a:pt x="248" y="144"/>
                </a:cubicBezTo>
                <a:cubicBezTo>
                  <a:pt x="248" y="146"/>
                  <a:pt x="250" y="148"/>
                  <a:pt x="252" y="148"/>
                </a:cubicBezTo>
                <a:cubicBezTo>
                  <a:pt x="254" y="148"/>
                  <a:pt x="256" y="146"/>
                  <a:pt x="256" y="144"/>
                </a:cubicBezTo>
                <a:cubicBezTo>
                  <a:pt x="256" y="20"/>
                  <a:pt x="256" y="20"/>
                  <a:pt x="256" y="20"/>
                </a:cubicBezTo>
                <a:cubicBezTo>
                  <a:pt x="256" y="9"/>
                  <a:pt x="247" y="0"/>
                  <a:pt x="236" y="0"/>
                </a:cubicBezTo>
                <a:close/>
                <a:moveTo>
                  <a:pt x="144" y="60"/>
                </a:moveTo>
                <a:cubicBezTo>
                  <a:pt x="142" y="60"/>
                  <a:pt x="140" y="62"/>
                  <a:pt x="140" y="64"/>
                </a:cubicBezTo>
                <a:cubicBezTo>
                  <a:pt x="140" y="92"/>
                  <a:pt x="140" y="92"/>
                  <a:pt x="140" y="92"/>
                </a:cubicBezTo>
                <a:cubicBezTo>
                  <a:pt x="140" y="101"/>
                  <a:pt x="147" y="108"/>
                  <a:pt x="156" y="108"/>
                </a:cubicBezTo>
                <a:cubicBezTo>
                  <a:pt x="165" y="108"/>
                  <a:pt x="172" y="101"/>
                  <a:pt x="172" y="92"/>
                </a:cubicBezTo>
                <a:cubicBezTo>
                  <a:pt x="172" y="64"/>
                  <a:pt x="172" y="64"/>
                  <a:pt x="172" y="64"/>
                </a:cubicBezTo>
                <a:cubicBezTo>
                  <a:pt x="172" y="62"/>
                  <a:pt x="170" y="60"/>
                  <a:pt x="168" y="60"/>
                </a:cubicBezTo>
                <a:cubicBezTo>
                  <a:pt x="166" y="60"/>
                  <a:pt x="164" y="62"/>
                  <a:pt x="164" y="64"/>
                </a:cubicBezTo>
                <a:cubicBezTo>
                  <a:pt x="164" y="92"/>
                  <a:pt x="164" y="92"/>
                  <a:pt x="164" y="92"/>
                </a:cubicBezTo>
                <a:cubicBezTo>
                  <a:pt x="164" y="96"/>
                  <a:pt x="160" y="100"/>
                  <a:pt x="156" y="100"/>
                </a:cubicBezTo>
                <a:cubicBezTo>
                  <a:pt x="152" y="100"/>
                  <a:pt x="148" y="96"/>
                  <a:pt x="148" y="92"/>
                </a:cubicBezTo>
                <a:cubicBezTo>
                  <a:pt x="148" y="64"/>
                  <a:pt x="148" y="64"/>
                  <a:pt x="148" y="64"/>
                </a:cubicBezTo>
                <a:cubicBezTo>
                  <a:pt x="148" y="62"/>
                  <a:pt x="146" y="60"/>
                  <a:pt x="144" y="60"/>
                </a:cubicBezTo>
                <a:close/>
                <a:moveTo>
                  <a:pt x="100" y="60"/>
                </a:moveTo>
                <a:cubicBezTo>
                  <a:pt x="98" y="60"/>
                  <a:pt x="96" y="62"/>
                  <a:pt x="96" y="64"/>
                </a:cubicBezTo>
                <a:cubicBezTo>
                  <a:pt x="96" y="104"/>
                  <a:pt x="96" y="104"/>
                  <a:pt x="96" y="104"/>
                </a:cubicBezTo>
                <a:cubicBezTo>
                  <a:pt x="96" y="106"/>
                  <a:pt x="98" y="108"/>
                  <a:pt x="100" y="108"/>
                </a:cubicBezTo>
                <a:cubicBezTo>
                  <a:pt x="108" y="108"/>
                  <a:pt x="108" y="108"/>
                  <a:pt x="108" y="108"/>
                </a:cubicBezTo>
                <a:cubicBezTo>
                  <a:pt x="119" y="108"/>
                  <a:pt x="128" y="99"/>
                  <a:pt x="128" y="88"/>
                </a:cubicBezTo>
                <a:cubicBezTo>
                  <a:pt x="128" y="80"/>
                  <a:pt x="128" y="80"/>
                  <a:pt x="128" y="80"/>
                </a:cubicBezTo>
                <a:cubicBezTo>
                  <a:pt x="128" y="69"/>
                  <a:pt x="119" y="60"/>
                  <a:pt x="108" y="60"/>
                </a:cubicBezTo>
                <a:lnTo>
                  <a:pt x="100" y="60"/>
                </a:lnTo>
                <a:close/>
                <a:moveTo>
                  <a:pt x="120" y="80"/>
                </a:moveTo>
                <a:cubicBezTo>
                  <a:pt x="120" y="88"/>
                  <a:pt x="120" y="88"/>
                  <a:pt x="120" y="88"/>
                </a:cubicBezTo>
                <a:cubicBezTo>
                  <a:pt x="120" y="95"/>
                  <a:pt x="115" y="100"/>
                  <a:pt x="108" y="100"/>
                </a:cubicBezTo>
                <a:cubicBezTo>
                  <a:pt x="104" y="100"/>
                  <a:pt x="104" y="100"/>
                  <a:pt x="104" y="100"/>
                </a:cubicBezTo>
                <a:cubicBezTo>
                  <a:pt x="104" y="68"/>
                  <a:pt x="104" y="68"/>
                  <a:pt x="104" y="68"/>
                </a:cubicBezTo>
                <a:cubicBezTo>
                  <a:pt x="108" y="68"/>
                  <a:pt x="108" y="68"/>
                  <a:pt x="108" y="68"/>
                </a:cubicBezTo>
                <a:cubicBezTo>
                  <a:pt x="115" y="68"/>
                  <a:pt x="120" y="73"/>
                  <a:pt x="120" y="80"/>
                </a:cubicBezTo>
                <a:close/>
                <a:moveTo>
                  <a:pt x="80" y="68"/>
                </a:moveTo>
                <a:cubicBezTo>
                  <a:pt x="82" y="68"/>
                  <a:pt x="84" y="66"/>
                  <a:pt x="84" y="64"/>
                </a:cubicBezTo>
                <a:cubicBezTo>
                  <a:pt x="84" y="62"/>
                  <a:pt x="82" y="60"/>
                  <a:pt x="80" y="60"/>
                </a:cubicBezTo>
                <a:cubicBezTo>
                  <a:pt x="60" y="60"/>
                  <a:pt x="60" y="60"/>
                  <a:pt x="60" y="60"/>
                </a:cubicBezTo>
                <a:cubicBezTo>
                  <a:pt x="58" y="60"/>
                  <a:pt x="56" y="62"/>
                  <a:pt x="56" y="64"/>
                </a:cubicBezTo>
                <a:cubicBezTo>
                  <a:pt x="56" y="104"/>
                  <a:pt x="56" y="104"/>
                  <a:pt x="56" y="104"/>
                </a:cubicBezTo>
                <a:cubicBezTo>
                  <a:pt x="56" y="106"/>
                  <a:pt x="58" y="108"/>
                  <a:pt x="60" y="108"/>
                </a:cubicBezTo>
                <a:cubicBezTo>
                  <a:pt x="80" y="108"/>
                  <a:pt x="80" y="108"/>
                  <a:pt x="80" y="108"/>
                </a:cubicBezTo>
                <a:cubicBezTo>
                  <a:pt x="82" y="108"/>
                  <a:pt x="84" y="106"/>
                  <a:pt x="84" y="104"/>
                </a:cubicBezTo>
                <a:cubicBezTo>
                  <a:pt x="84" y="102"/>
                  <a:pt x="82" y="100"/>
                  <a:pt x="80" y="100"/>
                </a:cubicBezTo>
                <a:cubicBezTo>
                  <a:pt x="64" y="100"/>
                  <a:pt x="64" y="100"/>
                  <a:pt x="64" y="100"/>
                </a:cubicBezTo>
                <a:cubicBezTo>
                  <a:pt x="64" y="88"/>
                  <a:pt x="64" y="88"/>
                  <a:pt x="64" y="88"/>
                </a:cubicBezTo>
                <a:cubicBezTo>
                  <a:pt x="72" y="88"/>
                  <a:pt x="72" y="88"/>
                  <a:pt x="72" y="88"/>
                </a:cubicBezTo>
                <a:cubicBezTo>
                  <a:pt x="74" y="88"/>
                  <a:pt x="76" y="86"/>
                  <a:pt x="76" y="84"/>
                </a:cubicBezTo>
                <a:cubicBezTo>
                  <a:pt x="76" y="82"/>
                  <a:pt x="74" y="80"/>
                  <a:pt x="72" y="80"/>
                </a:cubicBezTo>
                <a:cubicBezTo>
                  <a:pt x="64" y="80"/>
                  <a:pt x="64" y="80"/>
                  <a:pt x="64" y="80"/>
                </a:cubicBezTo>
                <a:cubicBezTo>
                  <a:pt x="64" y="68"/>
                  <a:pt x="64" y="68"/>
                  <a:pt x="64" y="68"/>
                </a:cubicBezTo>
                <a:lnTo>
                  <a:pt x="80" y="68"/>
                </a:lnTo>
                <a:close/>
                <a:moveTo>
                  <a:pt x="232" y="100"/>
                </a:moveTo>
                <a:cubicBezTo>
                  <a:pt x="232" y="76"/>
                  <a:pt x="232" y="76"/>
                  <a:pt x="232" y="76"/>
                </a:cubicBezTo>
                <a:cubicBezTo>
                  <a:pt x="232" y="74"/>
                  <a:pt x="230" y="72"/>
                  <a:pt x="228" y="72"/>
                </a:cubicBezTo>
                <a:cubicBezTo>
                  <a:pt x="226" y="72"/>
                  <a:pt x="224" y="74"/>
                  <a:pt x="224" y="76"/>
                </a:cubicBezTo>
                <a:cubicBezTo>
                  <a:pt x="224" y="100"/>
                  <a:pt x="224" y="100"/>
                  <a:pt x="224" y="100"/>
                </a:cubicBezTo>
                <a:cubicBezTo>
                  <a:pt x="224" y="102"/>
                  <a:pt x="226" y="104"/>
                  <a:pt x="228" y="104"/>
                </a:cubicBezTo>
                <a:cubicBezTo>
                  <a:pt x="230" y="104"/>
                  <a:pt x="232" y="102"/>
                  <a:pt x="232" y="10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68" name="Freeform 224">
            <a:extLst>
              <a:ext uri="{FF2B5EF4-FFF2-40B4-BE49-F238E27FC236}">
                <a16:creationId xmlns:a16="http://schemas.microsoft.com/office/drawing/2014/main" id="{265CA4B6-C389-4329-85F1-54BD5ABBDBE5}"/>
              </a:ext>
            </a:extLst>
          </p:cNvPr>
          <p:cNvSpPr>
            <a:spLocks noChangeAspect="1" noEditPoints="1"/>
          </p:cNvSpPr>
          <p:nvPr/>
        </p:nvSpPr>
        <p:spPr bwMode="auto">
          <a:xfrm>
            <a:off x="2508380" y="4341813"/>
            <a:ext cx="400050" cy="422275"/>
          </a:xfrm>
          <a:custGeom>
            <a:avLst/>
            <a:gdLst>
              <a:gd name="T0" fmla="*/ 160 w 256"/>
              <a:gd name="T1" fmla="*/ 248 h 270"/>
              <a:gd name="T2" fmla="*/ 152 w 256"/>
              <a:gd name="T3" fmla="*/ 238 h 270"/>
              <a:gd name="T4" fmla="*/ 158 w 256"/>
              <a:gd name="T5" fmla="*/ 261 h 270"/>
              <a:gd name="T6" fmla="*/ 96 w 256"/>
              <a:gd name="T7" fmla="*/ 262 h 270"/>
              <a:gd name="T8" fmla="*/ 104 w 256"/>
              <a:gd name="T9" fmla="*/ 248 h 270"/>
              <a:gd name="T10" fmla="*/ 96 w 256"/>
              <a:gd name="T11" fmla="*/ 238 h 270"/>
              <a:gd name="T12" fmla="*/ 93 w 256"/>
              <a:gd name="T13" fmla="*/ 254 h 270"/>
              <a:gd name="T14" fmla="*/ 80 w 256"/>
              <a:gd name="T15" fmla="*/ 267 h 270"/>
              <a:gd name="T16" fmla="*/ 172 w 256"/>
              <a:gd name="T17" fmla="*/ 270 h 270"/>
              <a:gd name="T18" fmla="*/ 174 w 256"/>
              <a:gd name="T19" fmla="*/ 263 h 270"/>
              <a:gd name="T20" fmla="*/ 256 w 256"/>
              <a:gd name="T21" fmla="*/ 54 h 270"/>
              <a:gd name="T22" fmla="*/ 236 w 256"/>
              <a:gd name="T23" fmla="*/ 38 h 270"/>
              <a:gd name="T24" fmla="*/ 233 w 256"/>
              <a:gd name="T25" fmla="*/ 22 h 270"/>
              <a:gd name="T26" fmla="*/ 23 w 256"/>
              <a:gd name="T27" fmla="*/ 22 h 270"/>
              <a:gd name="T28" fmla="*/ 20 w 256"/>
              <a:gd name="T29" fmla="*/ 38 h 270"/>
              <a:gd name="T30" fmla="*/ 0 w 256"/>
              <a:gd name="T31" fmla="*/ 54 h 270"/>
              <a:gd name="T32" fmla="*/ 16 w 256"/>
              <a:gd name="T33" fmla="*/ 230 h 270"/>
              <a:gd name="T34" fmla="*/ 256 w 256"/>
              <a:gd name="T35" fmla="*/ 214 h 270"/>
              <a:gd name="T36" fmla="*/ 56 w 256"/>
              <a:gd name="T37" fmla="*/ 24 h 270"/>
              <a:gd name="T38" fmla="*/ 80 w 256"/>
              <a:gd name="T39" fmla="*/ 64 h 270"/>
              <a:gd name="T40" fmla="*/ 65 w 256"/>
              <a:gd name="T41" fmla="*/ 55 h 270"/>
              <a:gd name="T42" fmla="*/ 56 w 256"/>
              <a:gd name="T43" fmla="*/ 24 h 270"/>
              <a:gd name="T44" fmla="*/ 48 w 256"/>
              <a:gd name="T45" fmla="*/ 25 h 270"/>
              <a:gd name="T46" fmla="*/ 50 w 256"/>
              <a:gd name="T47" fmla="*/ 78 h 270"/>
              <a:gd name="T48" fmla="*/ 68 w 256"/>
              <a:gd name="T49" fmla="*/ 64 h 270"/>
              <a:gd name="T50" fmla="*/ 84 w 256"/>
              <a:gd name="T51" fmla="*/ 78 h 270"/>
              <a:gd name="T52" fmla="*/ 88 w 256"/>
              <a:gd name="T53" fmla="*/ 74 h 270"/>
              <a:gd name="T54" fmla="*/ 124 w 256"/>
              <a:gd name="T55" fmla="*/ 52 h 270"/>
              <a:gd name="T56" fmla="*/ 228 w 256"/>
              <a:gd name="T57" fmla="*/ 29 h 270"/>
              <a:gd name="T58" fmla="*/ 132 w 256"/>
              <a:gd name="T59" fmla="*/ 178 h 270"/>
              <a:gd name="T60" fmla="*/ 128 w 256"/>
              <a:gd name="T61" fmla="*/ 70 h 270"/>
              <a:gd name="T62" fmla="*/ 124 w 256"/>
              <a:gd name="T63" fmla="*/ 178 h 270"/>
              <a:gd name="T64" fmla="*/ 28 w 256"/>
              <a:gd name="T65" fmla="*/ 161 h 270"/>
              <a:gd name="T66" fmla="*/ 240 w 256"/>
              <a:gd name="T67" fmla="*/ 222 h 270"/>
              <a:gd name="T68" fmla="*/ 8 w 256"/>
              <a:gd name="T69" fmla="*/ 214 h 270"/>
              <a:gd name="T70" fmla="*/ 16 w 256"/>
              <a:gd name="T71" fmla="*/ 46 h 270"/>
              <a:gd name="T72" fmla="*/ 20 w 256"/>
              <a:gd name="T73" fmla="*/ 166 h 270"/>
              <a:gd name="T74" fmla="*/ 25 w 256"/>
              <a:gd name="T75" fmla="*/ 170 h 270"/>
              <a:gd name="T76" fmla="*/ 36 w 256"/>
              <a:gd name="T77" fmla="*/ 186 h 270"/>
              <a:gd name="T78" fmla="*/ 28 w 256"/>
              <a:gd name="T79" fmla="*/ 178 h 270"/>
              <a:gd name="T80" fmla="*/ 32 w 256"/>
              <a:gd name="T81" fmla="*/ 194 h 270"/>
              <a:gd name="T82" fmla="*/ 228 w 256"/>
              <a:gd name="T83" fmla="*/ 190 h 270"/>
              <a:gd name="T84" fmla="*/ 220 w 256"/>
              <a:gd name="T85" fmla="*/ 178 h 270"/>
              <a:gd name="T86" fmla="*/ 136 w 256"/>
              <a:gd name="T87" fmla="*/ 186 h 270"/>
              <a:gd name="T88" fmla="*/ 234 w 256"/>
              <a:gd name="T89" fmla="*/ 169 h 270"/>
              <a:gd name="T90" fmla="*/ 236 w 256"/>
              <a:gd name="T91" fmla="*/ 46 h 270"/>
              <a:gd name="T92" fmla="*/ 248 w 256"/>
              <a:gd name="T93" fmla="*/ 54 h 270"/>
              <a:gd name="T94" fmla="*/ 240 w 256"/>
              <a:gd name="T95" fmla="*/ 22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70">
                <a:moveTo>
                  <a:pt x="163" y="254"/>
                </a:moveTo>
                <a:cubicBezTo>
                  <a:pt x="161" y="253"/>
                  <a:pt x="160" y="251"/>
                  <a:pt x="160" y="248"/>
                </a:cubicBezTo>
                <a:cubicBezTo>
                  <a:pt x="160" y="238"/>
                  <a:pt x="160" y="238"/>
                  <a:pt x="160" y="238"/>
                </a:cubicBezTo>
                <a:cubicBezTo>
                  <a:pt x="152" y="238"/>
                  <a:pt x="152" y="238"/>
                  <a:pt x="152" y="238"/>
                </a:cubicBezTo>
                <a:cubicBezTo>
                  <a:pt x="152" y="248"/>
                  <a:pt x="152" y="248"/>
                  <a:pt x="152" y="248"/>
                </a:cubicBezTo>
                <a:cubicBezTo>
                  <a:pt x="152" y="253"/>
                  <a:pt x="154" y="258"/>
                  <a:pt x="158" y="261"/>
                </a:cubicBezTo>
                <a:cubicBezTo>
                  <a:pt x="160" y="262"/>
                  <a:pt x="160" y="262"/>
                  <a:pt x="160" y="262"/>
                </a:cubicBezTo>
                <a:cubicBezTo>
                  <a:pt x="96" y="262"/>
                  <a:pt x="96" y="262"/>
                  <a:pt x="96" y="262"/>
                </a:cubicBezTo>
                <a:cubicBezTo>
                  <a:pt x="98" y="261"/>
                  <a:pt x="98" y="261"/>
                  <a:pt x="98" y="261"/>
                </a:cubicBezTo>
                <a:cubicBezTo>
                  <a:pt x="102" y="258"/>
                  <a:pt x="104" y="253"/>
                  <a:pt x="104" y="248"/>
                </a:cubicBezTo>
                <a:cubicBezTo>
                  <a:pt x="104" y="238"/>
                  <a:pt x="104" y="238"/>
                  <a:pt x="104" y="238"/>
                </a:cubicBezTo>
                <a:cubicBezTo>
                  <a:pt x="96" y="238"/>
                  <a:pt x="96" y="238"/>
                  <a:pt x="96" y="238"/>
                </a:cubicBezTo>
                <a:cubicBezTo>
                  <a:pt x="96" y="248"/>
                  <a:pt x="96" y="248"/>
                  <a:pt x="96" y="248"/>
                </a:cubicBezTo>
                <a:cubicBezTo>
                  <a:pt x="96" y="251"/>
                  <a:pt x="95" y="253"/>
                  <a:pt x="93" y="254"/>
                </a:cubicBezTo>
                <a:cubicBezTo>
                  <a:pt x="82" y="263"/>
                  <a:pt x="82" y="263"/>
                  <a:pt x="82" y="263"/>
                </a:cubicBezTo>
                <a:cubicBezTo>
                  <a:pt x="80" y="264"/>
                  <a:pt x="80" y="266"/>
                  <a:pt x="80" y="267"/>
                </a:cubicBezTo>
                <a:cubicBezTo>
                  <a:pt x="81" y="269"/>
                  <a:pt x="82" y="270"/>
                  <a:pt x="84" y="270"/>
                </a:cubicBezTo>
                <a:cubicBezTo>
                  <a:pt x="172" y="270"/>
                  <a:pt x="172" y="270"/>
                  <a:pt x="172" y="270"/>
                </a:cubicBezTo>
                <a:cubicBezTo>
                  <a:pt x="174" y="270"/>
                  <a:pt x="175" y="269"/>
                  <a:pt x="176" y="267"/>
                </a:cubicBezTo>
                <a:cubicBezTo>
                  <a:pt x="176" y="266"/>
                  <a:pt x="176" y="264"/>
                  <a:pt x="174" y="263"/>
                </a:cubicBezTo>
                <a:lnTo>
                  <a:pt x="163" y="254"/>
                </a:lnTo>
                <a:close/>
                <a:moveTo>
                  <a:pt x="256" y="54"/>
                </a:moveTo>
                <a:cubicBezTo>
                  <a:pt x="256" y="45"/>
                  <a:pt x="249" y="38"/>
                  <a:pt x="240" y="38"/>
                </a:cubicBezTo>
                <a:cubicBezTo>
                  <a:pt x="236" y="38"/>
                  <a:pt x="236" y="38"/>
                  <a:pt x="236" y="38"/>
                </a:cubicBezTo>
                <a:cubicBezTo>
                  <a:pt x="236" y="26"/>
                  <a:pt x="236" y="26"/>
                  <a:pt x="236" y="26"/>
                </a:cubicBezTo>
                <a:cubicBezTo>
                  <a:pt x="236" y="24"/>
                  <a:pt x="235" y="23"/>
                  <a:pt x="233" y="22"/>
                </a:cubicBezTo>
                <a:cubicBezTo>
                  <a:pt x="230" y="21"/>
                  <a:pt x="156" y="0"/>
                  <a:pt x="128" y="42"/>
                </a:cubicBezTo>
                <a:cubicBezTo>
                  <a:pt x="100" y="0"/>
                  <a:pt x="26" y="21"/>
                  <a:pt x="23" y="22"/>
                </a:cubicBezTo>
                <a:cubicBezTo>
                  <a:pt x="21" y="23"/>
                  <a:pt x="20" y="24"/>
                  <a:pt x="20" y="26"/>
                </a:cubicBezTo>
                <a:cubicBezTo>
                  <a:pt x="20" y="38"/>
                  <a:pt x="20" y="38"/>
                  <a:pt x="20" y="38"/>
                </a:cubicBezTo>
                <a:cubicBezTo>
                  <a:pt x="16" y="38"/>
                  <a:pt x="16" y="38"/>
                  <a:pt x="16" y="38"/>
                </a:cubicBezTo>
                <a:cubicBezTo>
                  <a:pt x="7" y="38"/>
                  <a:pt x="0" y="45"/>
                  <a:pt x="0" y="54"/>
                </a:cubicBezTo>
                <a:cubicBezTo>
                  <a:pt x="0" y="214"/>
                  <a:pt x="0" y="214"/>
                  <a:pt x="0" y="214"/>
                </a:cubicBezTo>
                <a:cubicBezTo>
                  <a:pt x="0" y="223"/>
                  <a:pt x="7" y="230"/>
                  <a:pt x="16" y="230"/>
                </a:cubicBezTo>
                <a:cubicBezTo>
                  <a:pt x="240" y="230"/>
                  <a:pt x="240" y="230"/>
                  <a:pt x="240" y="230"/>
                </a:cubicBezTo>
                <a:cubicBezTo>
                  <a:pt x="249" y="230"/>
                  <a:pt x="256" y="223"/>
                  <a:pt x="256" y="214"/>
                </a:cubicBezTo>
                <a:lnTo>
                  <a:pt x="256" y="54"/>
                </a:lnTo>
                <a:close/>
                <a:moveTo>
                  <a:pt x="56" y="24"/>
                </a:moveTo>
                <a:cubicBezTo>
                  <a:pt x="64" y="24"/>
                  <a:pt x="72" y="24"/>
                  <a:pt x="80" y="25"/>
                </a:cubicBezTo>
                <a:cubicBezTo>
                  <a:pt x="80" y="64"/>
                  <a:pt x="80" y="64"/>
                  <a:pt x="80" y="64"/>
                </a:cubicBezTo>
                <a:cubicBezTo>
                  <a:pt x="71" y="55"/>
                  <a:pt x="71" y="55"/>
                  <a:pt x="71" y="55"/>
                </a:cubicBezTo>
                <a:cubicBezTo>
                  <a:pt x="69" y="54"/>
                  <a:pt x="67" y="54"/>
                  <a:pt x="65" y="55"/>
                </a:cubicBezTo>
                <a:cubicBezTo>
                  <a:pt x="56" y="64"/>
                  <a:pt x="56" y="64"/>
                  <a:pt x="56" y="64"/>
                </a:cubicBezTo>
                <a:lnTo>
                  <a:pt x="56" y="24"/>
                </a:lnTo>
                <a:close/>
                <a:moveTo>
                  <a:pt x="28" y="29"/>
                </a:moveTo>
                <a:cubicBezTo>
                  <a:pt x="32" y="28"/>
                  <a:pt x="39" y="26"/>
                  <a:pt x="48" y="25"/>
                </a:cubicBezTo>
                <a:cubicBezTo>
                  <a:pt x="48" y="74"/>
                  <a:pt x="48" y="74"/>
                  <a:pt x="48" y="74"/>
                </a:cubicBezTo>
                <a:cubicBezTo>
                  <a:pt x="48" y="76"/>
                  <a:pt x="49" y="77"/>
                  <a:pt x="50" y="78"/>
                </a:cubicBezTo>
                <a:cubicBezTo>
                  <a:pt x="52" y="78"/>
                  <a:pt x="54" y="78"/>
                  <a:pt x="55" y="77"/>
                </a:cubicBezTo>
                <a:cubicBezTo>
                  <a:pt x="68" y="64"/>
                  <a:pt x="68" y="64"/>
                  <a:pt x="68" y="64"/>
                </a:cubicBezTo>
                <a:cubicBezTo>
                  <a:pt x="81" y="77"/>
                  <a:pt x="81" y="77"/>
                  <a:pt x="81" y="77"/>
                </a:cubicBezTo>
                <a:cubicBezTo>
                  <a:pt x="82" y="78"/>
                  <a:pt x="83" y="78"/>
                  <a:pt x="84" y="78"/>
                </a:cubicBezTo>
                <a:cubicBezTo>
                  <a:pt x="85" y="78"/>
                  <a:pt x="85" y="78"/>
                  <a:pt x="86" y="78"/>
                </a:cubicBezTo>
                <a:cubicBezTo>
                  <a:pt x="87" y="77"/>
                  <a:pt x="88" y="76"/>
                  <a:pt x="88" y="74"/>
                </a:cubicBezTo>
                <a:cubicBezTo>
                  <a:pt x="88" y="26"/>
                  <a:pt x="88" y="26"/>
                  <a:pt x="88" y="26"/>
                </a:cubicBezTo>
                <a:cubicBezTo>
                  <a:pt x="103" y="29"/>
                  <a:pt x="117" y="37"/>
                  <a:pt x="124" y="52"/>
                </a:cubicBezTo>
                <a:cubicBezTo>
                  <a:pt x="126" y="55"/>
                  <a:pt x="130" y="55"/>
                  <a:pt x="132" y="52"/>
                </a:cubicBezTo>
                <a:cubicBezTo>
                  <a:pt x="151" y="12"/>
                  <a:pt x="214" y="25"/>
                  <a:pt x="228" y="29"/>
                </a:cubicBezTo>
                <a:cubicBezTo>
                  <a:pt x="228" y="161"/>
                  <a:pt x="228" y="161"/>
                  <a:pt x="228" y="161"/>
                </a:cubicBezTo>
                <a:cubicBezTo>
                  <a:pt x="211" y="157"/>
                  <a:pt x="160" y="147"/>
                  <a:pt x="132" y="178"/>
                </a:cubicBezTo>
                <a:cubicBezTo>
                  <a:pt x="132" y="74"/>
                  <a:pt x="132" y="74"/>
                  <a:pt x="132" y="74"/>
                </a:cubicBezTo>
                <a:cubicBezTo>
                  <a:pt x="132" y="72"/>
                  <a:pt x="130" y="70"/>
                  <a:pt x="128" y="70"/>
                </a:cubicBezTo>
                <a:cubicBezTo>
                  <a:pt x="126" y="70"/>
                  <a:pt x="124" y="72"/>
                  <a:pt x="124" y="74"/>
                </a:cubicBezTo>
                <a:cubicBezTo>
                  <a:pt x="124" y="178"/>
                  <a:pt x="124" y="178"/>
                  <a:pt x="124" y="178"/>
                </a:cubicBezTo>
                <a:cubicBezTo>
                  <a:pt x="108" y="161"/>
                  <a:pt x="86" y="156"/>
                  <a:pt x="66" y="156"/>
                </a:cubicBezTo>
                <a:cubicBezTo>
                  <a:pt x="50" y="156"/>
                  <a:pt x="35" y="159"/>
                  <a:pt x="28" y="161"/>
                </a:cubicBezTo>
                <a:lnTo>
                  <a:pt x="28" y="29"/>
                </a:lnTo>
                <a:close/>
                <a:moveTo>
                  <a:pt x="240" y="222"/>
                </a:moveTo>
                <a:cubicBezTo>
                  <a:pt x="16" y="222"/>
                  <a:pt x="16" y="222"/>
                  <a:pt x="16" y="222"/>
                </a:cubicBezTo>
                <a:cubicBezTo>
                  <a:pt x="12" y="222"/>
                  <a:pt x="8" y="218"/>
                  <a:pt x="8" y="214"/>
                </a:cubicBezTo>
                <a:cubicBezTo>
                  <a:pt x="8" y="54"/>
                  <a:pt x="8" y="54"/>
                  <a:pt x="8" y="54"/>
                </a:cubicBezTo>
                <a:cubicBezTo>
                  <a:pt x="8" y="50"/>
                  <a:pt x="12" y="46"/>
                  <a:pt x="16" y="46"/>
                </a:cubicBezTo>
                <a:cubicBezTo>
                  <a:pt x="20" y="46"/>
                  <a:pt x="20" y="46"/>
                  <a:pt x="20" y="46"/>
                </a:cubicBezTo>
                <a:cubicBezTo>
                  <a:pt x="20" y="166"/>
                  <a:pt x="20" y="166"/>
                  <a:pt x="20" y="166"/>
                </a:cubicBezTo>
                <a:cubicBezTo>
                  <a:pt x="20" y="167"/>
                  <a:pt x="21" y="168"/>
                  <a:pt x="22" y="169"/>
                </a:cubicBezTo>
                <a:cubicBezTo>
                  <a:pt x="23" y="170"/>
                  <a:pt x="24" y="170"/>
                  <a:pt x="25" y="170"/>
                </a:cubicBezTo>
                <a:cubicBezTo>
                  <a:pt x="26" y="170"/>
                  <a:pt x="92" y="150"/>
                  <a:pt x="120" y="186"/>
                </a:cubicBezTo>
                <a:cubicBezTo>
                  <a:pt x="36" y="186"/>
                  <a:pt x="36" y="186"/>
                  <a:pt x="36" y="186"/>
                </a:cubicBezTo>
                <a:cubicBezTo>
                  <a:pt x="36" y="178"/>
                  <a:pt x="36" y="178"/>
                  <a:pt x="36" y="178"/>
                </a:cubicBezTo>
                <a:cubicBezTo>
                  <a:pt x="28" y="178"/>
                  <a:pt x="28" y="178"/>
                  <a:pt x="28" y="178"/>
                </a:cubicBezTo>
                <a:cubicBezTo>
                  <a:pt x="28" y="190"/>
                  <a:pt x="28" y="190"/>
                  <a:pt x="28" y="190"/>
                </a:cubicBezTo>
                <a:cubicBezTo>
                  <a:pt x="28" y="192"/>
                  <a:pt x="30" y="194"/>
                  <a:pt x="32" y="194"/>
                </a:cubicBezTo>
                <a:cubicBezTo>
                  <a:pt x="224" y="194"/>
                  <a:pt x="224" y="194"/>
                  <a:pt x="224" y="194"/>
                </a:cubicBezTo>
                <a:cubicBezTo>
                  <a:pt x="226" y="194"/>
                  <a:pt x="228" y="192"/>
                  <a:pt x="228" y="190"/>
                </a:cubicBezTo>
                <a:cubicBezTo>
                  <a:pt x="228" y="178"/>
                  <a:pt x="228" y="178"/>
                  <a:pt x="228" y="178"/>
                </a:cubicBezTo>
                <a:cubicBezTo>
                  <a:pt x="220" y="178"/>
                  <a:pt x="220" y="178"/>
                  <a:pt x="220" y="178"/>
                </a:cubicBezTo>
                <a:cubicBezTo>
                  <a:pt x="220" y="186"/>
                  <a:pt x="220" y="186"/>
                  <a:pt x="220" y="186"/>
                </a:cubicBezTo>
                <a:cubicBezTo>
                  <a:pt x="136" y="186"/>
                  <a:pt x="136" y="186"/>
                  <a:pt x="136" y="186"/>
                </a:cubicBezTo>
                <a:cubicBezTo>
                  <a:pt x="164" y="150"/>
                  <a:pt x="230" y="170"/>
                  <a:pt x="231" y="170"/>
                </a:cubicBezTo>
                <a:cubicBezTo>
                  <a:pt x="232" y="170"/>
                  <a:pt x="233" y="170"/>
                  <a:pt x="234" y="169"/>
                </a:cubicBezTo>
                <a:cubicBezTo>
                  <a:pt x="235" y="168"/>
                  <a:pt x="236" y="167"/>
                  <a:pt x="236" y="166"/>
                </a:cubicBezTo>
                <a:cubicBezTo>
                  <a:pt x="236" y="46"/>
                  <a:pt x="236" y="46"/>
                  <a:pt x="236" y="46"/>
                </a:cubicBezTo>
                <a:cubicBezTo>
                  <a:pt x="240" y="46"/>
                  <a:pt x="240" y="46"/>
                  <a:pt x="240" y="46"/>
                </a:cubicBezTo>
                <a:cubicBezTo>
                  <a:pt x="244" y="46"/>
                  <a:pt x="248" y="50"/>
                  <a:pt x="248" y="54"/>
                </a:cubicBezTo>
                <a:cubicBezTo>
                  <a:pt x="248" y="214"/>
                  <a:pt x="248" y="214"/>
                  <a:pt x="248" y="214"/>
                </a:cubicBezTo>
                <a:cubicBezTo>
                  <a:pt x="248" y="218"/>
                  <a:pt x="244" y="222"/>
                  <a:pt x="240" y="22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72" name="Freeform 228">
            <a:extLst>
              <a:ext uri="{FF2B5EF4-FFF2-40B4-BE49-F238E27FC236}">
                <a16:creationId xmlns:a16="http://schemas.microsoft.com/office/drawing/2014/main" id="{E3A7FC93-8862-4C9E-8743-B36DF410FD22}"/>
              </a:ext>
            </a:extLst>
          </p:cNvPr>
          <p:cNvSpPr>
            <a:spLocks noChangeAspect="1" noEditPoints="1"/>
          </p:cNvSpPr>
          <p:nvPr/>
        </p:nvSpPr>
        <p:spPr bwMode="auto">
          <a:xfrm>
            <a:off x="3476026" y="4352925"/>
            <a:ext cx="400050" cy="400050"/>
          </a:xfrm>
          <a:custGeom>
            <a:avLst/>
            <a:gdLst>
              <a:gd name="T0" fmla="*/ 0 w 256"/>
              <a:gd name="T1" fmla="*/ 12 h 256"/>
              <a:gd name="T2" fmla="*/ 36 w 256"/>
              <a:gd name="T3" fmla="*/ 216 h 256"/>
              <a:gd name="T4" fmla="*/ 8 w 256"/>
              <a:gd name="T5" fmla="*/ 204 h 256"/>
              <a:gd name="T6" fmla="*/ 244 w 256"/>
              <a:gd name="T7" fmla="*/ 8 h 256"/>
              <a:gd name="T8" fmla="*/ 244 w 256"/>
              <a:gd name="T9" fmla="*/ 208 h 256"/>
              <a:gd name="T10" fmla="*/ 244 w 256"/>
              <a:gd name="T11" fmla="*/ 216 h 256"/>
              <a:gd name="T12" fmla="*/ 244 w 256"/>
              <a:gd name="T13" fmla="*/ 0 h 256"/>
              <a:gd name="T14" fmla="*/ 228 w 256"/>
              <a:gd name="T15" fmla="*/ 44 h 256"/>
              <a:gd name="T16" fmla="*/ 48 w 256"/>
              <a:gd name="T17" fmla="*/ 24 h 256"/>
              <a:gd name="T18" fmla="*/ 24 w 256"/>
              <a:gd name="T19" fmla="*/ 48 h 256"/>
              <a:gd name="T20" fmla="*/ 44 w 256"/>
              <a:gd name="T21" fmla="*/ 188 h 256"/>
              <a:gd name="T22" fmla="*/ 56 w 256"/>
              <a:gd name="T23" fmla="*/ 184 h 256"/>
              <a:gd name="T24" fmla="*/ 32 w 256"/>
              <a:gd name="T25" fmla="*/ 52 h 256"/>
              <a:gd name="T26" fmla="*/ 224 w 256"/>
              <a:gd name="T27" fmla="*/ 52 h 256"/>
              <a:gd name="T28" fmla="*/ 200 w 256"/>
              <a:gd name="T29" fmla="*/ 184 h 256"/>
              <a:gd name="T30" fmla="*/ 212 w 256"/>
              <a:gd name="T31" fmla="*/ 188 h 256"/>
              <a:gd name="T32" fmla="*/ 72 w 256"/>
              <a:gd name="T33" fmla="*/ 92 h 256"/>
              <a:gd name="T34" fmla="*/ 184 w 256"/>
              <a:gd name="T35" fmla="*/ 92 h 256"/>
              <a:gd name="T36" fmla="*/ 72 w 256"/>
              <a:gd name="T37" fmla="*/ 92 h 256"/>
              <a:gd name="T38" fmla="*/ 156 w 256"/>
              <a:gd name="T39" fmla="*/ 60 h 256"/>
              <a:gd name="T40" fmla="*/ 100 w 256"/>
              <a:gd name="T41" fmla="*/ 68 h 256"/>
              <a:gd name="T42" fmla="*/ 176 w 256"/>
              <a:gd name="T43" fmla="*/ 158 h 256"/>
              <a:gd name="T44" fmla="*/ 172 w 256"/>
              <a:gd name="T45" fmla="*/ 148 h 256"/>
              <a:gd name="T46" fmla="*/ 143 w 256"/>
              <a:gd name="T47" fmla="*/ 124 h 256"/>
              <a:gd name="T48" fmla="*/ 113 w 256"/>
              <a:gd name="T49" fmla="*/ 124 h 256"/>
              <a:gd name="T50" fmla="*/ 84 w 256"/>
              <a:gd name="T51" fmla="*/ 148 h 256"/>
              <a:gd name="T52" fmla="*/ 80 w 256"/>
              <a:gd name="T53" fmla="*/ 158 h 256"/>
              <a:gd name="T54" fmla="*/ 48 w 256"/>
              <a:gd name="T55" fmla="*/ 221 h 256"/>
              <a:gd name="T56" fmla="*/ 88 w 256"/>
              <a:gd name="T57" fmla="*/ 254 h 256"/>
              <a:gd name="T58" fmla="*/ 95 w 256"/>
              <a:gd name="T59" fmla="*/ 254 h 256"/>
              <a:gd name="T60" fmla="*/ 138 w 256"/>
              <a:gd name="T61" fmla="*/ 223 h 256"/>
              <a:gd name="T62" fmla="*/ 164 w 256"/>
              <a:gd name="T63" fmla="*/ 256 h 256"/>
              <a:gd name="T64" fmla="*/ 205 w 256"/>
              <a:gd name="T65" fmla="*/ 224 h 256"/>
              <a:gd name="T66" fmla="*/ 179 w 256"/>
              <a:gd name="T67" fmla="*/ 182 h 256"/>
              <a:gd name="T68" fmla="*/ 81 w 256"/>
              <a:gd name="T69" fmla="*/ 220 h 256"/>
              <a:gd name="T70" fmla="*/ 84 w 256"/>
              <a:gd name="T71" fmla="*/ 195 h 256"/>
              <a:gd name="T72" fmla="*/ 105 w 256"/>
              <a:gd name="T73" fmla="*/ 216 h 256"/>
              <a:gd name="T74" fmla="*/ 137 w 256"/>
              <a:gd name="T75" fmla="*/ 214 h 256"/>
              <a:gd name="T76" fmla="*/ 119 w 256"/>
              <a:gd name="T77" fmla="*/ 214 h 256"/>
              <a:gd name="T78" fmla="*/ 92 w 256"/>
              <a:gd name="T79" fmla="*/ 196 h 256"/>
              <a:gd name="T80" fmla="*/ 86 w 256"/>
              <a:gd name="T81" fmla="*/ 180 h 256"/>
              <a:gd name="T82" fmla="*/ 92 w 256"/>
              <a:gd name="T83" fmla="*/ 149 h 256"/>
              <a:gd name="T84" fmla="*/ 105 w 256"/>
              <a:gd name="T85" fmla="*/ 136 h 256"/>
              <a:gd name="T86" fmla="*/ 136 w 256"/>
              <a:gd name="T87" fmla="*/ 130 h 256"/>
              <a:gd name="T88" fmla="*/ 152 w 256"/>
              <a:gd name="T89" fmla="*/ 136 h 256"/>
              <a:gd name="T90" fmla="*/ 170 w 256"/>
              <a:gd name="T91" fmla="*/ 163 h 256"/>
              <a:gd name="T92" fmla="*/ 170 w 256"/>
              <a:gd name="T93" fmla="*/ 181 h 256"/>
              <a:gd name="T94" fmla="*/ 152 w 256"/>
              <a:gd name="T95" fmla="*/ 208 h 256"/>
              <a:gd name="T96" fmla="*/ 175 w 256"/>
              <a:gd name="T97" fmla="*/ 220 h 256"/>
              <a:gd name="T98" fmla="*/ 144 w 256"/>
              <a:gd name="T99" fmla="*/ 219 h 256"/>
              <a:gd name="T100" fmla="*/ 172 w 256"/>
              <a:gd name="T101" fmla="*/ 196 h 256"/>
              <a:gd name="T102" fmla="*/ 197 w 256"/>
              <a:gd name="T103" fmla="*/ 217 h 256"/>
              <a:gd name="T104" fmla="*/ 100 w 256"/>
              <a:gd name="T105" fmla="*/ 172 h 256"/>
              <a:gd name="T106" fmla="*/ 128 w 256"/>
              <a:gd name="T107" fmla="*/ 144 h 256"/>
              <a:gd name="T108" fmla="*/ 128 w 256"/>
              <a:gd name="T109" fmla="*/ 1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6" h="256">
                <a:moveTo>
                  <a:pt x="244" y="0"/>
                </a:moveTo>
                <a:cubicBezTo>
                  <a:pt x="12" y="0"/>
                  <a:pt x="12" y="0"/>
                  <a:pt x="12" y="0"/>
                </a:cubicBezTo>
                <a:cubicBezTo>
                  <a:pt x="5" y="0"/>
                  <a:pt x="0" y="5"/>
                  <a:pt x="0" y="12"/>
                </a:cubicBezTo>
                <a:cubicBezTo>
                  <a:pt x="0" y="204"/>
                  <a:pt x="0" y="204"/>
                  <a:pt x="0" y="204"/>
                </a:cubicBezTo>
                <a:cubicBezTo>
                  <a:pt x="0" y="211"/>
                  <a:pt x="5" y="216"/>
                  <a:pt x="12" y="216"/>
                </a:cubicBezTo>
                <a:cubicBezTo>
                  <a:pt x="36" y="216"/>
                  <a:pt x="36" y="216"/>
                  <a:pt x="36" y="216"/>
                </a:cubicBezTo>
                <a:cubicBezTo>
                  <a:pt x="36" y="208"/>
                  <a:pt x="36" y="208"/>
                  <a:pt x="36" y="208"/>
                </a:cubicBezTo>
                <a:cubicBezTo>
                  <a:pt x="12" y="208"/>
                  <a:pt x="12" y="208"/>
                  <a:pt x="12" y="208"/>
                </a:cubicBezTo>
                <a:cubicBezTo>
                  <a:pt x="10" y="208"/>
                  <a:pt x="8" y="206"/>
                  <a:pt x="8" y="204"/>
                </a:cubicBezTo>
                <a:cubicBezTo>
                  <a:pt x="8" y="12"/>
                  <a:pt x="8" y="12"/>
                  <a:pt x="8" y="12"/>
                </a:cubicBezTo>
                <a:cubicBezTo>
                  <a:pt x="8" y="10"/>
                  <a:pt x="10" y="8"/>
                  <a:pt x="12" y="8"/>
                </a:cubicBezTo>
                <a:cubicBezTo>
                  <a:pt x="244" y="8"/>
                  <a:pt x="244" y="8"/>
                  <a:pt x="244" y="8"/>
                </a:cubicBezTo>
                <a:cubicBezTo>
                  <a:pt x="246" y="8"/>
                  <a:pt x="248" y="10"/>
                  <a:pt x="248" y="12"/>
                </a:cubicBezTo>
                <a:cubicBezTo>
                  <a:pt x="248" y="204"/>
                  <a:pt x="248" y="204"/>
                  <a:pt x="248" y="204"/>
                </a:cubicBezTo>
                <a:cubicBezTo>
                  <a:pt x="248" y="206"/>
                  <a:pt x="246" y="208"/>
                  <a:pt x="244" y="208"/>
                </a:cubicBezTo>
                <a:cubicBezTo>
                  <a:pt x="220" y="208"/>
                  <a:pt x="220" y="208"/>
                  <a:pt x="220" y="208"/>
                </a:cubicBezTo>
                <a:cubicBezTo>
                  <a:pt x="220" y="216"/>
                  <a:pt x="220" y="216"/>
                  <a:pt x="220" y="216"/>
                </a:cubicBezTo>
                <a:cubicBezTo>
                  <a:pt x="244" y="216"/>
                  <a:pt x="244" y="216"/>
                  <a:pt x="244" y="216"/>
                </a:cubicBezTo>
                <a:cubicBezTo>
                  <a:pt x="251" y="216"/>
                  <a:pt x="256" y="211"/>
                  <a:pt x="256" y="204"/>
                </a:cubicBezTo>
                <a:cubicBezTo>
                  <a:pt x="256" y="12"/>
                  <a:pt x="256" y="12"/>
                  <a:pt x="256" y="12"/>
                </a:cubicBezTo>
                <a:cubicBezTo>
                  <a:pt x="256" y="5"/>
                  <a:pt x="251" y="0"/>
                  <a:pt x="244" y="0"/>
                </a:cubicBezTo>
                <a:close/>
                <a:moveTo>
                  <a:pt x="232" y="168"/>
                </a:moveTo>
                <a:cubicBezTo>
                  <a:pt x="232" y="48"/>
                  <a:pt x="232" y="48"/>
                  <a:pt x="232" y="48"/>
                </a:cubicBezTo>
                <a:cubicBezTo>
                  <a:pt x="232" y="46"/>
                  <a:pt x="230" y="44"/>
                  <a:pt x="228" y="44"/>
                </a:cubicBezTo>
                <a:cubicBezTo>
                  <a:pt x="219" y="44"/>
                  <a:pt x="212" y="37"/>
                  <a:pt x="212" y="28"/>
                </a:cubicBezTo>
                <a:cubicBezTo>
                  <a:pt x="212" y="26"/>
                  <a:pt x="210" y="24"/>
                  <a:pt x="208" y="24"/>
                </a:cubicBezTo>
                <a:cubicBezTo>
                  <a:pt x="48" y="24"/>
                  <a:pt x="48" y="24"/>
                  <a:pt x="48" y="24"/>
                </a:cubicBezTo>
                <a:cubicBezTo>
                  <a:pt x="46" y="24"/>
                  <a:pt x="44" y="26"/>
                  <a:pt x="44" y="28"/>
                </a:cubicBezTo>
                <a:cubicBezTo>
                  <a:pt x="44" y="37"/>
                  <a:pt x="37" y="44"/>
                  <a:pt x="28" y="44"/>
                </a:cubicBezTo>
                <a:cubicBezTo>
                  <a:pt x="26" y="44"/>
                  <a:pt x="24" y="46"/>
                  <a:pt x="24" y="48"/>
                </a:cubicBezTo>
                <a:cubicBezTo>
                  <a:pt x="24" y="168"/>
                  <a:pt x="24" y="168"/>
                  <a:pt x="24" y="168"/>
                </a:cubicBezTo>
                <a:cubicBezTo>
                  <a:pt x="24" y="170"/>
                  <a:pt x="26" y="172"/>
                  <a:pt x="28" y="172"/>
                </a:cubicBezTo>
                <a:cubicBezTo>
                  <a:pt x="37" y="172"/>
                  <a:pt x="44" y="179"/>
                  <a:pt x="44" y="188"/>
                </a:cubicBezTo>
                <a:cubicBezTo>
                  <a:pt x="44" y="190"/>
                  <a:pt x="46" y="192"/>
                  <a:pt x="48" y="192"/>
                </a:cubicBezTo>
                <a:cubicBezTo>
                  <a:pt x="56" y="192"/>
                  <a:pt x="56" y="192"/>
                  <a:pt x="56" y="192"/>
                </a:cubicBezTo>
                <a:cubicBezTo>
                  <a:pt x="56" y="184"/>
                  <a:pt x="56" y="184"/>
                  <a:pt x="56" y="184"/>
                </a:cubicBezTo>
                <a:cubicBezTo>
                  <a:pt x="52" y="184"/>
                  <a:pt x="52" y="184"/>
                  <a:pt x="52" y="184"/>
                </a:cubicBezTo>
                <a:cubicBezTo>
                  <a:pt x="50" y="174"/>
                  <a:pt x="42" y="166"/>
                  <a:pt x="32" y="164"/>
                </a:cubicBezTo>
                <a:cubicBezTo>
                  <a:pt x="32" y="52"/>
                  <a:pt x="32" y="52"/>
                  <a:pt x="32" y="52"/>
                </a:cubicBezTo>
                <a:cubicBezTo>
                  <a:pt x="42" y="50"/>
                  <a:pt x="50" y="42"/>
                  <a:pt x="52" y="32"/>
                </a:cubicBezTo>
                <a:cubicBezTo>
                  <a:pt x="204" y="32"/>
                  <a:pt x="204" y="32"/>
                  <a:pt x="204" y="32"/>
                </a:cubicBezTo>
                <a:cubicBezTo>
                  <a:pt x="206" y="42"/>
                  <a:pt x="214" y="50"/>
                  <a:pt x="224" y="52"/>
                </a:cubicBezTo>
                <a:cubicBezTo>
                  <a:pt x="224" y="164"/>
                  <a:pt x="224" y="164"/>
                  <a:pt x="224" y="164"/>
                </a:cubicBezTo>
                <a:cubicBezTo>
                  <a:pt x="214" y="166"/>
                  <a:pt x="206" y="174"/>
                  <a:pt x="204" y="184"/>
                </a:cubicBezTo>
                <a:cubicBezTo>
                  <a:pt x="200" y="184"/>
                  <a:pt x="200" y="184"/>
                  <a:pt x="200" y="184"/>
                </a:cubicBezTo>
                <a:cubicBezTo>
                  <a:pt x="200" y="192"/>
                  <a:pt x="200" y="192"/>
                  <a:pt x="200" y="192"/>
                </a:cubicBezTo>
                <a:cubicBezTo>
                  <a:pt x="208" y="192"/>
                  <a:pt x="208" y="192"/>
                  <a:pt x="208" y="192"/>
                </a:cubicBezTo>
                <a:cubicBezTo>
                  <a:pt x="210" y="192"/>
                  <a:pt x="212" y="190"/>
                  <a:pt x="212" y="188"/>
                </a:cubicBezTo>
                <a:cubicBezTo>
                  <a:pt x="212" y="179"/>
                  <a:pt x="219" y="172"/>
                  <a:pt x="228" y="172"/>
                </a:cubicBezTo>
                <a:cubicBezTo>
                  <a:pt x="230" y="172"/>
                  <a:pt x="232" y="170"/>
                  <a:pt x="232" y="168"/>
                </a:cubicBezTo>
                <a:close/>
                <a:moveTo>
                  <a:pt x="72" y="92"/>
                </a:moveTo>
                <a:cubicBezTo>
                  <a:pt x="72" y="94"/>
                  <a:pt x="74" y="96"/>
                  <a:pt x="76" y="96"/>
                </a:cubicBezTo>
                <a:cubicBezTo>
                  <a:pt x="180" y="96"/>
                  <a:pt x="180" y="96"/>
                  <a:pt x="180" y="96"/>
                </a:cubicBezTo>
                <a:cubicBezTo>
                  <a:pt x="182" y="96"/>
                  <a:pt x="184" y="94"/>
                  <a:pt x="184" y="92"/>
                </a:cubicBezTo>
                <a:cubicBezTo>
                  <a:pt x="184" y="90"/>
                  <a:pt x="182" y="88"/>
                  <a:pt x="180" y="88"/>
                </a:cubicBezTo>
                <a:cubicBezTo>
                  <a:pt x="76" y="88"/>
                  <a:pt x="76" y="88"/>
                  <a:pt x="76" y="88"/>
                </a:cubicBezTo>
                <a:cubicBezTo>
                  <a:pt x="74" y="88"/>
                  <a:pt x="72" y="90"/>
                  <a:pt x="72" y="92"/>
                </a:cubicBezTo>
                <a:close/>
                <a:moveTo>
                  <a:pt x="156" y="68"/>
                </a:moveTo>
                <a:cubicBezTo>
                  <a:pt x="158" y="68"/>
                  <a:pt x="160" y="66"/>
                  <a:pt x="160" y="64"/>
                </a:cubicBezTo>
                <a:cubicBezTo>
                  <a:pt x="160" y="62"/>
                  <a:pt x="158" y="60"/>
                  <a:pt x="156" y="60"/>
                </a:cubicBezTo>
                <a:cubicBezTo>
                  <a:pt x="100" y="60"/>
                  <a:pt x="100" y="60"/>
                  <a:pt x="100" y="60"/>
                </a:cubicBezTo>
                <a:cubicBezTo>
                  <a:pt x="98" y="60"/>
                  <a:pt x="96" y="62"/>
                  <a:pt x="96" y="64"/>
                </a:cubicBezTo>
                <a:cubicBezTo>
                  <a:pt x="96" y="66"/>
                  <a:pt x="98" y="68"/>
                  <a:pt x="100" y="68"/>
                </a:cubicBezTo>
                <a:lnTo>
                  <a:pt x="156" y="68"/>
                </a:lnTo>
                <a:close/>
                <a:moveTo>
                  <a:pt x="179" y="182"/>
                </a:moveTo>
                <a:cubicBezTo>
                  <a:pt x="184" y="174"/>
                  <a:pt x="183" y="164"/>
                  <a:pt x="176" y="158"/>
                </a:cubicBezTo>
                <a:cubicBezTo>
                  <a:pt x="176" y="157"/>
                  <a:pt x="176" y="157"/>
                  <a:pt x="176" y="157"/>
                </a:cubicBezTo>
                <a:cubicBezTo>
                  <a:pt x="173" y="155"/>
                  <a:pt x="172" y="152"/>
                  <a:pt x="172" y="149"/>
                </a:cubicBezTo>
                <a:cubicBezTo>
                  <a:pt x="172" y="148"/>
                  <a:pt x="172" y="148"/>
                  <a:pt x="172" y="148"/>
                </a:cubicBezTo>
                <a:cubicBezTo>
                  <a:pt x="172" y="137"/>
                  <a:pt x="163" y="128"/>
                  <a:pt x="152" y="128"/>
                </a:cubicBezTo>
                <a:cubicBezTo>
                  <a:pt x="151" y="128"/>
                  <a:pt x="151" y="128"/>
                  <a:pt x="151" y="128"/>
                </a:cubicBezTo>
                <a:cubicBezTo>
                  <a:pt x="148" y="128"/>
                  <a:pt x="145" y="127"/>
                  <a:pt x="143" y="124"/>
                </a:cubicBezTo>
                <a:cubicBezTo>
                  <a:pt x="142" y="124"/>
                  <a:pt x="142" y="124"/>
                  <a:pt x="142" y="124"/>
                </a:cubicBezTo>
                <a:cubicBezTo>
                  <a:pt x="134" y="116"/>
                  <a:pt x="122" y="116"/>
                  <a:pt x="114" y="124"/>
                </a:cubicBezTo>
                <a:cubicBezTo>
                  <a:pt x="113" y="124"/>
                  <a:pt x="113" y="124"/>
                  <a:pt x="113" y="124"/>
                </a:cubicBezTo>
                <a:cubicBezTo>
                  <a:pt x="111" y="127"/>
                  <a:pt x="108" y="128"/>
                  <a:pt x="105" y="128"/>
                </a:cubicBezTo>
                <a:cubicBezTo>
                  <a:pt x="104" y="128"/>
                  <a:pt x="104" y="128"/>
                  <a:pt x="104" y="128"/>
                </a:cubicBezTo>
                <a:cubicBezTo>
                  <a:pt x="93" y="128"/>
                  <a:pt x="84" y="137"/>
                  <a:pt x="84" y="148"/>
                </a:cubicBezTo>
                <a:cubicBezTo>
                  <a:pt x="84" y="149"/>
                  <a:pt x="84" y="149"/>
                  <a:pt x="84" y="149"/>
                </a:cubicBezTo>
                <a:cubicBezTo>
                  <a:pt x="84" y="152"/>
                  <a:pt x="83" y="155"/>
                  <a:pt x="80" y="157"/>
                </a:cubicBezTo>
                <a:cubicBezTo>
                  <a:pt x="80" y="158"/>
                  <a:pt x="80" y="158"/>
                  <a:pt x="80" y="158"/>
                </a:cubicBezTo>
                <a:cubicBezTo>
                  <a:pt x="73" y="164"/>
                  <a:pt x="72" y="174"/>
                  <a:pt x="77" y="182"/>
                </a:cubicBezTo>
                <a:cubicBezTo>
                  <a:pt x="49" y="218"/>
                  <a:pt x="49" y="218"/>
                  <a:pt x="49" y="218"/>
                </a:cubicBezTo>
                <a:cubicBezTo>
                  <a:pt x="48" y="219"/>
                  <a:pt x="48" y="220"/>
                  <a:pt x="48" y="221"/>
                </a:cubicBezTo>
                <a:cubicBezTo>
                  <a:pt x="49" y="223"/>
                  <a:pt x="50" y="224"/>
                  <a:pt x="51" y="224"/>
                </a:cubicBezTo>
                <a:cubicBezTo>
                  <a:pt x="77" y="228"/>
                  <a:pt x="77" y="228"/>
                  <a:pt x="77" y="228"/>
                </a:cubicBezTo>
                <a:cubicBezTo>
                  <a:pt x="88" y="254"/>
                  <a:pt x="88" y="254"/>
                  <a:pt x="88" y="254"/>
                </a:cubicBezTo>
                <a:cubicBezTo>
                  <a:pt x="89" y="255"/>
                  <a:pt x="90" y="256"/>
                  <a:pt x="92" y="256"/>
                </a:cubicBezTo>
                <a:cubicBezTo>
                  <a:pt x="92" y="256"/>
                  <a:pt x="92" y="256"/>
                  <a:pt x="92" y="256"/>
                </a:cubicBezTo>
                <a:cubicBezTo>
                  <a:pt x="93" y="256"/>
                  <a:pt x="94" y="255"/>
                  <a:pt x="95" y="254"/>
                </a:cubicBezTo>
                <a:cubicBezTo>
                  <a:pt x="118" y="223"/>
                  <a:pt x="118" y="223"/>
                  <a:pt x="118" y="223"/>
                </a:cubicBezTo>
                <a:cubicBezTo>
                  <a:pt x="121" y="225"/>
                  <a:pt x="125" y="226"/>
                  <a:pt x="128" y="226"/>
                </a:cubicBezTo>
                <a:cubicBezTo>
                  <a:pt x="131" y="226"/>
                  <a:pt x="135" y="225"/>
                  <a:pt x="138" y="223"/>
                </a:cubicBezTo>
                <a:cubicBezTo>
                  <a:pt x="161" y="254"/>
                  <a:pt x="161" y="254"/>
                  <a:pt x="161" y="254"/>
                </a:cubicBezTo>
                <a:cubicBezTo>
                  <a:pt x="162" y="255"/>
                  <a:pt x="163" y="256"/>
                  <a:pt x="164" y="256"/>
                </a:cubicBezTo>
                <a:cubicBezTo>
                  <a:pt x="164" y="256"/>
                  <a:pt x="164" y="256"/>
                  <a:pt x="164" y="256"/>
                </a:cubicBezTo>
                <a:cubicBezTo>
                  <a:pt x="166" y="256"/>
                  <a:pt x="167" y="255"/>
                  <a:pt x="168" y="254"/>
                </a:cubicBezTo>
                <a:cubicBezTo>
                  <a:pt x="179" y="228"/>
                  <a:pt x="179" y="228"/>
                  <a:pt x="179" y="228"/>
                </a:cubicBezTo>
                <a:cubicBezTo>
                  <a:pt x="205" y="224"/>
                  <a:pt x="205" y="224"/>
                  <a:pt x="205" y="224"/>
                </a:cubicBezTo>
                <a:cubicBezTo>
                  <a:pt x="206" y="224"/>
                  <a:pt x="207" y="223"/>
                  <a:pt x="208" y="221"/>
                </a:cubicBezTo>
                <a:cubicBezTo>
                  <a:pt x="208" y="220"/>
                  <a:pt x="208" y="219"/>
                  <a:pt x="207" y="218"/>
                </a:cubicBezTo>
                <a:lnTo>
                  <a:pt x="179" y="182"/>
                </a:lnTo>
                <a:close/>
                <a:moveTo>
                  <a:pt x="93" y="244"/>
                </a:moveTo>
                <a:cubicBezTo>
                  <a:pt x="84" y="222"/>
                  <a:pt x="84" y="222"/>
                  <a:pt x="84" y="222"/>
                </a:cubicBezTo>
                <a:cubicBezTo>
                  <a:pt x="83" y="221"/>
                  <a:pt x="82" y="220"/>
                  <a:pt x="81" y="220"/>
                </a:cubicBezTo>
                <a:cubicBezTo>
                  <a:pt x="59" y="217"/>
                  <a:pt x="59" y="217"/>
                  <a:pt x="59" y="217"/>
                </a:cubicBezTo>
                <a:cubicBezTo>
                  <a:pt x="82" y="188"/>
                  <a:pt x="82" y="188"/>
                  <a:pt x="82" y="188"/>
                </a:cubicBezTo>
                <a:cubicBezTo>
                  <a:pt x="83" y="190"/>
                  <a:pt x="84" y="193"/>
                  <a:pt x="84" y="195"/>
                </a:cubicBezTo>
                <a:cubicBezTo>
                  <a:pt x="84" y="196"/>
                  <a:pt x="84" y="196"/>
                  <a:pt x="84" y="196"/>
                </a:cubicBezTo>
                <a:cubicBezTo>
                  <a:pt x="84" y="207"/>
                  <a:pt x="93" y="216"/>
                  <a:pt x="104" y="216"/>
                </a:cubicBezTo>
                <a:cubicBezTo>
                  <a:pt x="105" y="216"/>
                  <a:pt x="105" y="216"/>
                  <a:pt x="105" y="216"/>
                </a:cubicBezTo>
                <a:cubicBezTo>
                  <a:pt x="107" y="216"/>
                  <a:pt x="110" y="217"/>
                  <a:pt x="112" y="219"/>
                </a:cubicBezTo>
                <a:lnTo>
                  <a:pt x="93" y="244"/>
                </a:lnTo>
                <a:close/>
                <a:moveTo>
                  <a:pt x="137" y="214"/>
                </a:moveTo>
                <a:cubicBezTo>
                  <a:pt x="136" y="214"/>
                  <a:pt x="136" y="214"/>
                  <a:pt x="136" y="214"/>
                </a:cubicBezTo>
                <a:cubicBezTo>
                  <a:pt x="132" y="219"/>
                  <a:pt x="124" y="219"/>
                  <a:pt x="120" y="214"/>
                </a:cubicBezTo>
                <a:cubicBezTo>
                  <a:pt x="119" y="214"/>
                  <a:pt x="119" y="214"/>
                  <a:pt x="119" y="214"/>
                </a:cubicBezTo>
                <a:cubicBezTo>
                  <a:pt x="115" y="210"/>
                  <a:pt x="110" y="208"/>
                  <a:pt x="105" y="208"/>
                </a:cubicBezTo>
                <a:cubicBezTo>
                  <a:pt x="104" y="208"/>
                  <a:pt x="104" y="208"/>
                  <a:pt x="104" y="208"/>
                </a:cubicBezTo>
                <a:cubicBezTo>
                  <a:pt x="97" y="208"/>
                  <a:pt x="92" y="203"/>
                  <a:pt x="92" y="196"/>
                </a:cubicBezTo>
                <a:cubicBezTo>
                  <a:pt x="92" y="195"/>
                  <a:pt x="92" y="195"/>
                  <a:pt x="92" y="195"/>
                </a:cubicBezTo>
                <a:cubicBezTo>
                  <a:pt x="92" y="190"/>
                  <a:pt x="90" y="185"/>
                  <a:pt x="86" y="181"/>
                </a:cubicBezTo>
                <a:cubicBezTo>
                  <a:pt x="86" y="180"/>
                  <a:pt x="86" y="180"/>
                  <a:pt x="86" y="180"/>
                </a:cubicBezTo>
                <a:cubicBezTo>
                  <a:pt x="81" y="176"/>
                  <a:pt x="81" y="168"/>
                  <a:pt x="86" y="164"/>
                </a:cubicBezTo>
                <a:cubicBezTo>
                  <a:pt x="86" y="163"/>
                  <a:pt x="86" y="163"/>
                  <a:pt x="86" y="163"/>
                </a:cubicBezTo>
                <a:cubicBezTo>
                  <a:pt x="90" y="159"/>
                  <a:pt x="92" y="154"/>
                  <a:pt x="92" y="149"/>
                </a:cubicBezTo>
                <a:cubicBezTo>
                  <a:pt x="92" y="148"/>
                  <a:pt x="92" y="148"/>
                  <a:pt x="92" y="148"/>
                </a:cubicBezTo>
                <a:cubicBezTo>
                  <a:pt x="92" y="141"/>
                  <a:pt x="97" y="136"/>
                  <a:pt x="104" y="136"/>
                </a:cubicBezTo>
                <a:cubicBezTo>
                  <a:pt x="105" y="136"/>
                  <a:pt x="105" y="136"/>
                  <a:pt x="105" y="136"/>
                </a:cubicBezTo>
                <a:cubicBezTo>
                  <a:pt x="110" y="136"/>
                  <a:pt x="115" y="134"/>
                  <a:pt x="119" y="130"/>
                </a:cubicBezTo>
                <a:cubicBezTo>
                  <a:pt x="120" y="130"/>
                  <a:pt x="120" y="130"/>
                  <a:pt x="120" y="130"/>
                </a:cubicBezTo>
                <a:cubicBezTo>
                  <a:pt x="124" y="125"/>
                  <a:pt x="132" y="125"/>
                  <a:pt x="136" y="130"/>
                </a:cubicBezTo>
                <a:cubicBezTo>
                  <a:pt x="137" y="130"/>
                  <a:pt x="137" y="130"/>
                  <a:pt x="137" y="130"/>
                </a:cubicBezTo>
                <a:cubicBezTo>
                  <a:pt x="141" y="134"/>
                  <a:pt x="146" y="136"/>
                  <a:pt x="151" y="136"/>
                </a:cubicBezTo>
                <a:cubicBezTo>
                  <a:pt x="152" y="136"/>
                  <a:pt x="152" y="136"/>
                  <a:pt x="152" y="136"/>
                </a:cubicBezTo>
                <a:cubicBezTo>
                  <a:pt x="159" y="136"/>
                  <a:pt x="164" y="141"/>
                  <a:pt x="164" y="148"/>
                </a:cubicBezTo>
                <a:cubicBezTo>
                  <a:pt x="164" y="149"/>
                  <a:pt x="164" y="149"/>
                  <a:pt x="164" y="149"/>
                </a:cubicBezTo>
                <a:cubicBezTo>
                  <a:pt x="164" y="154"/>
                  <a:pt x="166" y="159"/>
                  <a:pt x="170" y="163"/>
                </a:cubicBezTo>
                <a:cubicBezTo>
                  <a:pt x="170" y="164"/>
                  <a:pt x="170" y="164"/>
                  <a:pt x="170" y="164"/>
                </a:cubicBezTo>
                <a:cubicBezTo>
                  <a:pt x="175" y="168"/>
                  <a:pt x="175" y="176"/>
                  <a:pt x="170" y="180"/>
                </a:cubicBezTo>
                <a:cubicBezTo>
                  <a:pt x="170" y="181"/>
                  <a:pt x="170" y="181"/>
                  <a:pt x="170" y="181"/>
                </a:cubicBezTo>
                <a:cubicBezTo>
                  <a:pt x="166" y="185"/>
                  <a:pt x="164" y="190"/>
                  <a:pt x="164" y="195"/>
                </a:cubicBezTo>
                <a:cubicBezTo>
                  <a:pt x="164" y="196"/>
                  <a:pt x="164" y="196"/>
                  <a:pt x="164" y="196"/>
                </a:cubicBezTo>
                <a:cubicBezTo>
                  <a:pt x="164" y="203"/>
                  <a:pt x="159" y="208"/>
                  <a:pt x="152" y="208"/>
                </a:cubicBezTo>
                <a:cubicBezTo>
                  <a:pt x="151" y="208"/>
                  <a:pt x="151" y="208"/>
                  <a:pt x="151" y="208"/>
                </a:cubicBezTo>
                <a:cubicBezTo>
                  <a:pt x="146" y="208"/>
                  <a:pt x="141" y="210"/>
                  <a:pt x="137" y="214"/>
                </a:cubicBezTo>
                <a:close/>
                <a:moveTo>
                  <a:pt x="175" y="220"/>
                </a:moveTo>
                <a:cubicBezTo>
                  <a:pt x="174" y="220"/>
                  <a:pt x="173" y="221"/>
                  <a:pt x="172" y="222"/>
                </a:cubicBezTo>
                <a:cubicBezTo>
                  <a:pt x="163" y="244"/>
                  <a:pt x="163" y="244"/>
                  <a:pt x="163" y="244"/>
                </a:cubicBezTo>
                <a:cubicBezTo>
                  <a:pt x="144" y="219"/>
                  <a:pt x="144" y="219"/>
                  <a:pt x="144" y="219"/>
                </a:cubicBezTo>
                <a:cubicBezTo>
                  <a:pt x="146" y="217"/>
                  <a:pt x="149" y="216"/>
                  <a:pt x="151" y="216"/>
                </a:cubicBezTo>
                <a:cubicBezTo>
                  <a:pt x="152" y="216"/>
                  <a:pt x="152" y="216"/>
                  <a:pt x="152" y="216"/>
                </a:cubicBezTo>
                <a:cubicBezTo>
                  <a:pt x="163" y="216"/>
                  <a:pt x="172" y="207"/>
                  <a:pt x="172" y="196"/>
                </a:cubicBezTo>
                <a:cubicBezTo>
                  <a:pt x="172" y="195"/>
                  <a:pt x="172" y="195"/>
                  <a:pt x="172" y="195"/>
                </a:cubicBezTo>
                <a:cubicBezTo>
                  <a:pt x="172" y="193"/>
                  <a:pt x="173" y="190"/>
                  <a:pt x="174" y="188"/>
                </a:cubicBezTo>
                <a:cubicBezTo>
                  <a:pt x="197" y="217"/>
                  <a:pt x="197" y="217"/>
                  <a:pt x="197" y="217"/>
                </a:cubicBezTo>
                <a:lnTo>
                  <a:pt x="175" y="220"/>
                </a:lnTo>
                <a:close/>
                <a:moveTo>
                  <a:pt x="128" y="144"/>
                </a:moveTo>
                <a:cubicBezTo>
                  <a:pt x="113" y="144"/>
                  <a:pt x="100" y="157"/>
                  <a:pt x="100" y="172"/>
                </a:cubicBezTo>
                <a:cubicBezTo>
                  <a:pt x="100" y="187"/>
                  <a:pt x="113" y="200"/>
                  <a:pt x="128" y="200"/>
                </a:cubicBezTo>
                <a:cubicBezTo>
                  <a:pt x="143" y="200"/>
                  <a:pt x="156" y="187"/>
                  <a:pt x="156" y="172"/>
                </a:cubicBezTo>
                <a:cubicBezTo>
                  <a:pt x="156" y="157"/>
                  <a:pt x="143" y="144"/>
                  <a:pt x="128" y="144"/>
                </a:cubicBezTo>
                <a:close/>
                <a:moveTo>
                  <a:pt x="128" y="192"/>
                </a:moveTo>
                <a:cubicBezTo>
                  <a:pt x="117" y="192"/>
                  <a:pt x="108" y="183"/>
                  <a:pt x="108" y="172"/>
                </a:cubicBezTo>
                <a:cubicBezTo>
                  <a:pt x="108" y="161"/>
                  <a:pt x="117" y="152"/>
                  <a:pt x="128" y="152"/>
                </a:cubicBezTo>
                <a:cubicBezTo>
                  <a:pt x="139" y="152"/>
                  <a:pt x="148" y="161"/>
                  <a:pt x="148" y="172"/>
                </a:cubicBezTo>
                <a:cubicBezTo>
                  <a:pt x="148" y="183"/>
                  <a:pt x="139" y="192"/>
                  <a:pt x="128" y="19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76" name="Freeform 232">
            <a:extLst>
              <a:ext uri="{FF2B5EF4-FFF2-40B4-BE49-F238E27FC236}">
                <a16:creationId xmlns:a16="http://schemas.microsoft.com/office/drawing/2014/main" id="{96BAAF08-7A94-4FCE-8229-4DC4BFFF1706}"/>
              </a:ext>
            </a:extLst>
          </p:cNvPr>
          <p:cNvSpPr>
            <a:spLocks noChangeAspect="1" noEditPoints="1"/>
          </p:cNvSpPr>
          <p:nvPr/>
        </p:nvSpPr>
        <p:spPr bwMode="auto">
          <a:xfrm>
            <a:off x="4443672" y="4352925"/>
            <a:ext cx="400050" cy="400050"/>
          </a:xfrm>
          <a:custGeom>
            <a:avLst/>
            <a:gdLst>
              <a:gd name="T0" fmla="*/ 156 w 256"/>
              <a:gd name="T1" fmla="*/ 224 h 256"/>
              <a:gd name="T2" fmla="*/ 152 w 256"/>
              <a:gd name="T3" fmla="*/ 228 h 256"/>
              <a:gd name="T4" fmla="*/ 104 w 256"/>
              <a:gd name="T5" fmla="*/ 232 h 256"/>
              <a:gd name="T6" fmla="*/ 100 w 256"/>
              <a:gd name="T7" fmla="*/ 224 h 256"/>
              <a:gd name="T8" fmla="*/ 0 w 256"/>
              <a:gd name="T9" fmla="*/ 228 h 256"/>
              <a:gd name="T10" fmla="*/ 228 w 256"/>
              <a:gd name="T11" fmla="*/ 256 h 256"/>
              <a:gd name="T12" fmla="*/ 252 w 256"/>
              <a:gd name="T13" fmla="*/ 224 h 256"/>
              <a:gd name="T14" fmla="*/ 28 w 256"/>
              <a:gd name="T15" fmla="*/ 248 h 256"/>
              <a:gd name="T16" fmla="*/ 96 w 256"/>
              <a:gd name="T17" fmla="*/ 232 h 256"/>
              <a:gd name="T18" fmla="*/ 100 w 256"/>
              <a:gd name="T19" fmla="*/ 240 h 256"/>
              <a:gd name="T20" fmla="*/ 159 w 256"/>
              <a:gd name="T21" fmla="*/ 239 h 256"/>
              <a:gd name="T22" fmla="*/ 160 w 256"/>
              <a:gd name="T23" fmla="*/ 232 h 256"/>
              <a:gd name="T24" fmla="*/ 228 w 256"/>
              <a:gd name="T25" fmla="*/ 248 h 256"/>
              <a:gd name="T26" fmla="*/ 220 w 256"/>
              <a:gd name="T27" fmla="*/ 88 h 256"/>
              <a:gd name="T28" fmla="*/ 232 w 256"/>
              <a:gd name="T29" fmla="*/ 216 h 256"/>
              <a:gd name="T30" fmla="*/ 240 w 256"/>
              <a:gd name="T31" fmla="*/ 100 h 256"/>
              <a:gd name="T32" fmla="*/ 212 w 256"/>
              <a:gd name="T33" fmla="*/ 80 h 256"/>
              <a:gd name="T34" fmla="*/ 24 w 256"/>
              <a:gd name="T35" fmla="*/ 100 h 256"/>
              <a:gd name="T36" fmla="*/ 44 w 256"/>
              <a:gd name="T37" fmla="*/ 88 h 256"/>
              <a:gd name="T38" fmla="*/ 36 w 256"/>
              <a:gd name="T39" fmla="*/ 80 h 256"/>
              <a:gd name="T40" fmla="*/ 16 w 256"/>
              <a:gd name="T41" fmla="*/ 216 h 256"/>
              <a:gd name="T42" fmla="*/ 24 w 256"/>
              <a:gd name="T43" fmla="*/ 100 h 256"/>
              <a:gd name="T44" fmla="*/ 56 w 256"/>
              <a:gd name="T45" fmla="*/ 40 h 256"/>
              <a:gd name="T46" fmla="*/ 57 w 256"/>
              <a:gd name="T47" fmla="*/ 163 h 256"/>
              <a:gd name="T48" fmla="*/ 88 w 256"/>
              <a:gd name="T49" fmla="*/ 192 h 256"/>
              <a:gd name="T50" fmla="*/ 171 w 256"/>
              <a:gd name="T51" fmla="*/ 191 h 256"/>
              <a:gd name="T52" fmla="*/ 200 w 256"/>
              <a:gd name="T53" fmla="*/ 160 h 256"/>
              <a:gd name="T54" fmla="*/ 208 w 256"/>
              <a:gd name="T55" fmla="*/ 40 h 256"/>
              <a:gd name="T56" fmla="*/ 212 w 256"/>
              <a:gd name="T57" fmla="*/ 4 h 256"/>
              <a:gd name="T58" fmla="*/ 140 w 256"/>
              <a:gd name="T59" fmla="*/ 0 h 256"/>
              <a:gd name="T60" fmla="*/ 136 w 256"/>
              <a:gd name="T61" fmla="*/ 36 h 256"/>
              <a:gd name="T62" fmla="*/ 148 w 256"/>
              <a:gd name="T63" fmla="*/ 40 h 256"/>
              <a:gd name="T64" fmla="*/ 142 w 256"/>
              <a:gd name="T65" fmla="*/ 140 h 256"/>
              <a:gd name="T66" fmla="*/ 108 w 256"/>
              <a:gd name="T67" fmla="*/ 134 h 256"/>
              <a:gd name="T68" fmla="*/ 116 w 256"/>
              <a:gd name="T69" fmla="*/ 40 h 256"/>
              <a:gd name="T70" fmla="*/ 120 w 256"/>
              <a:gd name="T71" fmla="*/ 4 h 256"/>
              <a:gd name="T72" fmla="*/ 48 w 256"/>
              <a:gd name="T73" fmla="*/ 0 h 256"/>
              <a:gd name="T74" fmla="*/ 44 w 256"/>
              <a:gd name="T75" fmla="*/ 36 h 256"/>
              <a:gd name="T76" fmla="*/ 52 w 256"/>
              <a:gd name="T77" fmla="*/ 8 h 256"/>
              <a:gd name="T78" fmla="*/ 112 w 256"/>
              <a:gd name="T79" fmla="*/ 32 h 256"/>
              <a:gd name="T80" fmla="*/ 100 w 256"/>
              <a:gd name="T81" fmla="*/ 36 h 256"/>
              <a:gd name="T82" fmla="*/ 101 w 256"/>
              <a:gd name="T83" fmla="*/ 139 h 256"/>
              <a:gd name="T84" fmla="*/ 112 w 256"/>
              <a:gd name="T85" fmla="*/ 148 h 256"/>
              <a:gd name="T86" fmla="*/ 147 w 256"/>
              <a:gd name="T87" fmla="*/ 147 h 256"/>
              <a:gd name="T88" fmla="*/ 156 w 256"/>
              <a:gd name="T89" fmla="*/ 136 h 256"/>
              <a:gd name="T90" fmla="*/ 152 w 256"/>
              <a:gd name="T91" fmla="*/ 32 h 256"/>
              <a:gd name="T92" fmla="*/ 144 w 256"/>
              <a:gd name="T93" fmla="*/ 8 h 256"/>
              <a:gd name="T94" fmla="*/ 204 w 256"/>
              <a:gd name="T95" fmla="*/ 32 h 256"/>
              <a:gd name="T96" fmla="*/ 192 w 256"/>
              <a:gd name="T97" fmla="*/ 36 h 256"/>
              <a:gd name="T98" fmla="*/ 166 w 256"/>
              <a:gd name="T99" fmla="*/ 184 h 256"/>
              <a:gd name="T100" fmla="*/ 64 w 256"/>
              <a:gd name="T101" fmla="*/ 158 h 256"/>
              <a:gd name="T102" fmla="*/ 60 w 256"/>
              <a:gd name="T103" fmla="*/ 32 h 256"/>
              <a:gd name="T104" fmla="*/ 52 w 256"/>
              <a:gd name="T105" fmla="*/ 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252" y="224"/>
                </a:moveTo>
                <a:cubicBezTo>
                  <a:pt x="156" y="224"/>
                  <a:pt x="156" y="224"/>
                  <a:pt x="156" y="224"/>
                </a:cubicBezTo>
                <a:cubicBezTo>
                  <a:pt x="155" y="224"/>
                  <a:pt x="154" y="224"/>
                  <a:pt x="153" y="225"/>
                </a:cubicBezTo>
                <a:cubicBezTo>
                  <a:pt x="152" y="226"/>
                  <a:pt x="152" y="227"/>
                  <a:pt x="152" y="228"/>
                </a:cubicBezTo>
                <a:cubicBezTo>
                  <a:pt x="152" y="232"/>
                  <a:pt x="152" y="232"/>
                  <a:pt x="152" y="232"/>
                </a:cubicBezTo>
                <a:cubicBezTo>
                  <a:pt x="104" y="232"/>
                  <a:pt x="104" y="232"/>
                  <a:pt x="104" y="232"/>
                </a:cubicBezTo>
                <a:cubicBezTo>
                  <a:pt x="104" y="228"/>
                  <a:pt x="104" y="228"/>
                  <a:pt x="104" y="228"/>
                </a:cubicBezTo>
                <a:cubicBezTo>
                  <a:pt x="104" y="226"/>
                  <a:pt x="102" y="224"/>
                  <a:pt x="100" y="224"/>
                </a:cubicBezTo>
                <a:cubicBezTo>
                  <a:pt x="4" y="224"/>
                  <a:pt x="4" y="224"/>
                  <a:pt x="4" y="224"/>
                </a:cubicBezTo>
                <a:cubicBezTo>
                  <a:pt x="2" y="224"/>
                  <a:pt x="0" y="226"/>
                  <a:pt x="0" y="228"/>
                </a:cubicBezTo>
                <a:cubicBezTo>
                  <a:pt x="0" y="243"/>
                  <a:pt x="13" y="256"/>
                  <a:pt x="28" y="256"/>
                </a:cubicBezTo>
                <a:cubicBezTo>
                  <a:pt x="228" y="256"/>
                  <a:pt x="228" y="256"/>
                  <a:pt x="228" y="256"/>
                </a:cubicBezTo>
                <a:cubicBezTo>
                  <a:pt x="243" y="256"/>
                  <a:pt x="256" y="243"/>
                  <a:pt x="256" y="228"/>
                </a:cubicBezTo>
                <a:cubicBezTo>
                  <a:pt x="256" y="226"/>
                  <a:pt x="254" y="224"/>
                  <a:pt x="252" y="224"/>
                </a:cubicBezTo>
                <a:close/>
                <a:moveTo>
                  <a:pt x="228" y="248"/>
                </a:moveTo>
                <a:cubicBezTo>
                  <a:pt x="28" y="248"/>
                  <a:pt x="28" y="248"/>
                  <a:pt x="28" y="248"/>
                </a:cubicBezTo>
                <a:cubicBezTo>
                  <a:pt x="18" y="248"/>
                  <a:pt x="10" y="241"/>
                  <a:pt x="8" y="232"/>
                </a:cubicBezTo>
                <a:cubicBezTo>
                  <a:pt x="96" y="232"/>
                  <a:pt x="96" y="232"/>
                  <a:pt x="96" y="232"/>
                </a:cubicBezTo>
                <a:cubicBezTo>
                  <a:pt x="96" y="236"/>
                  <a:pt x="96" y="236"/>
                  <a:pt x="96" y="236"/>
                </a:cubicBezTo>
                <a:cubicBezTo>
                  <a:pt x="96" y="238"/>
                  <a:pt x="98" y="240"/>
                  <a:pt x="100" y="240"/>
                </a:cubicBezTo>
                <a:cubicBezTo>
                  <a:pt x="156" y="240"/>
                  <a:pt x="156" y="240"/>
                  <a:pt x="156" y="240"/>
                </a:cubicBezTo>
                <a:cubicBezTo>
                  <a:pt x="157" y="240"/>
                  <a:pt x="158" y="240"/>
                  <a:pt x="159" y="239"/>
                </a:cubicBezTo>
                <a:cubicBezTo>
                  <a:pt x="160" y="238"/>
                  <a:pt x="160" y="237"/>
                  <a:pt x="160" y="236"/>
                </a:cubicBezTo>
                <a:cubicBezTo>
                  <a:pt x="160" y="232"/>
                  <a:pt x="160" y="232"/>
                  <a:pt x="160" y="232"/>
                </a:cubicBezTo>
                <a:cubicBezTo>
                  <a:pt x="248" y="232"/>
                  <a:pt x="248" y="232"/>
                  <a:pt x="248" y="232"/>
                </a:cubicBezTo>
                <a:cubicBezTo>
                  <a:pt x="246" y="241"/>
                  <a:pt x="238" y="248"/>
                  <a:pt x="228" y="248"/>
                </a:cubicBezTo>
                <a:close/>
                <a:moveTo>
                  <a:pt x="212" y="88"/>
                </a:moveTo>
                <a:cubicBezTo>
                  <a:pt x="220" y="88"/>
                  <a:pt x="220" y="88"/>
                  <a:pt x="220" y="88"/>
                </a:cubicBezTo>
                <a:cubicBezTo>
                  <a:pt x="227" y="88"/>
                  <a:pt x="232" y="93"/>
                  <a:pt x="232" y="100"/>
                </a:cubicBezTo>
                <a:cubicBezTo>
                  <a:pt x="232" y="216"/>
                  <a:pt x="232" y="216"/>
                  <a:pt x="232" y="216"/>
                </a:cubicBezTo>
                <a:cubicBezTo>
                  <a:pt x="240" y="216"/>
                  <a:pt x="240" y="216"/>
                  <a:pt x="240" y="216"/>
                </a:cubicBezTo>
                <a:cubicBezTo>
                  <a:pt x="240" y="100"/>
                  <a:pt x="240" y="100"/>
                  <a:pt x="240" y="100"/>
                </a:cubicBezTo>
                <a:cubicBezTo>
                  <a:pt x="240" y="89"/>
                  <a:pt x="231" y="80"/>
                  <a:pt x="220" y="80"/>
                </a:cubicBezTo>
                <a:cubicBezTo>
                  <a:pt x="212" y="80"/>
                  <a:pt x="212" y="80"/>
                  <a:pt x="212" y="80"/>
                </a:cubicBezTo>
                <a:lnTo>
                  <a:pt x="212" y="88"/>
                </a:lnTo>
                <a:close/>
                <a:moveTo>
                  <a:pt x="24" y="100"/>
                </a:moveTo>
                <a:cubicBezTo>
                  <a:pt x="24" y="93"/>
                  <a:pt x="29" y="88"/>
                  <a:pt x="36" y="88"/>
                </a:cubicBezTo>
                <a:cubicBezTo>
                  <a:pt x="44" y="88"/>
                  <a:pt x="44" y="88"/>
                  <a:pt x="44" y="88"/>
                </a:cubicBezTo>
                <a:cubicBezTo>
                  <a:pt x="44" y="80"/>
                  <a:pt x="44" y="80"/>
                  <a:pt x="44" y="80"/>
                </a:cubicBezTo>
                <a:cubicBezTo>
                  <a:pt x="36" y="80"/>
                  <a:pt x="36" y="80"/>
                  <a:pt x="36" y="80"/>
                </a:cubicBezTo>
                <a:cubicBezTo>
                  <a:pt x="25" y="80"/>
                  <a:pt x="16" y="89"/>
                  <a:pt x="16" y="100"/>
                </a:cubicBezTo>
                <a:cubicBezTo>
                  <a:pt x="16" y="216"/>
                  <a:pt x="16" y="216"/>
                  <a:pt x="16" y="216"/>
                </a:cubicBezTo>
                <a:cubicBezTo>
                  <a:pt x="24" y="216"/>
                  <a:pt x="24" y="216"/>
                  <a:pt x="24" y="216"/>
                </a:cubicBezTo>
                <a:lnTo>
                  <a:pt x="24" y="100"/>
                </a:lnTo>
                <a:close/>
                <a:moveTo>
                  <a:pt x="48" y="40"/>
                </a:moveTo>
                <a:cubicBezTo>
                  <a:pt x="56" y="40"/>
                  <a:pt x="56" y="40"/>
                  <a:pt x="56" y="40"/>
                </a:cubicBezTo>
                <a:cubicBezTo>
                  <a:pt x="56" y="160"/>
                  <a:pt x="56" y="160"/>
                  <a:pt x="56" y="160"/>
                </a:cubicBezTo>
                <a:cubicBezTo>
                  <a:pt x="56" y="161"/>
                  <a:pt x="56" y="162"/>
                  <a:pt x="57" y="163"/>
                </a:cubicBezTo>
                <a:cubicBezTo>
                  <a:pt x="85" y="191"/>
                  <a:pt x="85" y="191"/>
                  <a:pt x="85" y="191"/>
                </a:cubicBezTo>
                <a:cubicBezTo>
                  <a:pt x="86" y="192"/>
                  <a:pt x="87" y="192"/>
                  <a:pt x="88" y="192"/>
                </a:cubicBezTo>
                <a:cubicBezTo>
                  <a:pt x="168" y="192"/>
                  <a:pt x="168" y="192"/>
                  <a:pt x="168" y="192"/>
                </a:cubicBezTo>
                <a:cubicBezTo>
                  <a:pt x="169" y="192"/>
                  <a:pt x="170" y="192"/>
                  <a:pt x="171" y="191"/>
                </a:cubicBezTo>
                <a:cubicBezTo>
                  <a:pt x="199" y="163"/>
                  <a:pt x="199" y="163"/>
                  <a:pt x="199" y="163"/>
                </a:cubicBezTo>
                <a:cubicBezTo>
                  <a:pt x="200" y="162"/>
                  <a:pt x="200" y="161"/>
                  <a:pt x="200" y="160"/>
                </a:cubicBezTo>
                <a:cubicBezTo>
                  <a:pt x="200" y="40"/>
                  <a:pt x="200" y="40"/>
                  <a:pt x="200" y="40"/>
                </a:cubicBezTo>
                <a:cubicBezTo>
                  <a:pt x="208" y="40"/>
                  <a:pt x="208" y="40"/>
                  <a:pt x="208" y="40"/>
                </a:cubicBezTo>
                <a:cubicBezTo>
                  <a:pt x="210" y="40"/>
                  <a:pt x="212" y="38"/>
                  <a:pt x="212" y="36"/>
                </a:cubicBezTo>
                <a:cubicBezTo>
                  <a:pt x="212" y="4"/>
                  <a:pt x="212" y="4"/>
                  <a:pt x="212" y="4"/>
                </a:cubicBezTo>
                <a:cubicBezTo>
                  <a:pt x="212" y="2"/>
                  <a:pt x="210" y="0"/>
                  <a:pt x="208" y="0"/>
                </a:cubicBezTo>
                <a:cubicBezTo>
                  <a:pt x="140" y="0"/>
                  <a:pt x="140" y="0"/>
                  <a:pt x="140" y="0"/>
                </a:cubicBezTo>
                <a:cubicBezTo>
                  <a:pt x="138" y="0"/>
                  <a:pt x="136" y="2"/>
                  <a:pt x="136" y="4"/>
                </a:cubicBezTo>
                <a:cubicBezTo>
                  <a:pt x="136" y="36"/>
                  <a:pt x="136" y="36"/>
                  <a:pt x="136" y="36"/>
                </a:cubicBezTo>
                <a:cubicBezTo>
                  <a:pt x="136" y="38"/>
                  <a:pt x="138" y="40"/>
                  <a:pt x="140" y="40"/>
                </a:cubicBezTo>
                <a:cubicBezTo>
                  <a:pt x="148" y="40"/>
                  <a:pt x="148" y="40"/>
                  <a:pt x="148" y="40"/>
                </a:cubicBezTo>
                <a:cubicBezTo>
                  <a:pt x="148" y="134"/>
                  <a:pt x="148" y="134"/>
                  <a:pt x="148" y="134"/>
                </a:cubicBezTo>
                <a:cubicBezTo>
                  <a:pt x="142" y="140"/>
                  <a:pt x="142" y="140"/>
                  <a:pt x="142" y="140"/>
                </a:cubicBezTo>
                <a:cubicBezTo>
                  <a:pt x="114" y="140"/>
                  <a:pt x="114" y="140"/>
                  <a:pt x="114" y="140"/>
                </a:cubicBezTo>
                <a:cubicBezTo>
                  <a:pt x="108" y="134"/>
                  <a:pt x="108" y="134"/>
                  <a:pt x="108" y="134"/>
                </a:cubicBezTo>
                <a:cubicBezTo>
                  <a:pt x="108" y="40"/>
                  <a:pt x="108" y="40"/>
                  <a:pt x="108" y="40"/>
                </a:cubicBezTo>
                <a:cubicBezTo>
                  <a:pt x="116" y="40"/>
                  <a:pt x="116" y="40"/>
                  <a:pt x="116" y="40"/>
                </a:cubicBezTo>
                <a:cubicBezTo>
                  <a:pt x="118" y="40"/>
                  <a:pt x="120" y="38"/>
                  <a:pt x="120" y="36"/>
                </a:cubicBezTo>
                <a:cubicBezTo>
                  <a:pt x="120" y="4"/>
                  <a:pt x="120" y="4"/>
                  <a:pt x="120" y="4"/>
                </a:cubicBezTo>
                <a:cubicBezTo>
                  <a:pt x="120" y="2"/>
                  <a:pt x="118" y="0"/>
                  <a:pt x="116" y="0"/>
                </a:cubicBezTo>
                <a:cubicBezTo>
                  <a:pt x="48" y="0"/>
                  <a:pt x="48" y="0"/>
                  <a:pt x="48" y="0"/>
                </a:cubicBezTo>
                <a:cubicBezTo>
                  <a:pt x="46" y="0"/>
                  <a:pt x="44" y="2"/>
                  <a:pt x="44" y="4"/>
                </a:cubicBezTo>
                <a:cubicBezTo>
                  <a:pt x="44" y="36"/>
                  <a:pt x="44" y="36"/>
                  <a:pt x="44" y="36"/>
                </a:cubicBezTo>
                <a:cubicBezTo>
                  <a:pt x="44" y="38"/>
                  <a:pt x="46" y="40"/>
                  <a:pt x="48" y="40"/>
                </a:cubicBezTo>
                <a:close/>
                <a:moveTo>
                  <a:pt x="52" y="8"/>
                </a:moveTo>
                <a:cubicBezTo>
                  <a:pt x="112" y="8"/>
                  <a:pt x="112" y="8"/>
                  <a:pt x="112" y="8"/>
                </a:cubicBezTo>
                <a:cubicBezTo>
                  <a:pt x="112" y="32"/>
                  <a:pt x="112" y="32"/>
                  <a:pt x="112" y="32"/>
                </a:cubicBezTo>
                <a:cubicBezTo>
                  <a:pt x="104" y="32"/>
                  <a:pt x="104" y="32"/>
                  <a:pt x="104" y="32"/>
                </a:cubicBezTo>
                <a:cubicBezTo>
                  <a:pt x="102" y="32"/>
                  <a:pt x="100" y="34"/>
                  <a:pt x="100" y="36"/>
                </a:cubicBezTo>
                <a:cubicBezTo>
                  <a:pt x="100" y="136"/>
                  <a:pt x="100" y="136"/>
                  <a:pt x="100" y="136"/>
                </a:cubicBezTo>
                <a:cubicBezTo>
                  <a:pt x="100" y="137"/>
                  <a:pt x="100" y="138"/>
                  <a:pt x="101" y="139"/>
                </a:cubicBezTo>
                <a:cubicBezTo>
                  <a:pt x="109" y="147"/>
                  <a:pt x="109" y="147"/>
                  <a:pt x="109" y="147"/>
                </a:cubicBezTo>
                <a:cubicBezTo>
                  <a:pt x="110" y="148"/>
                  <a:pt x="111" y="148"/>
                  <a:pt x="112" y="148"/>
                </a:cubicBezTo>
                <a:cubicBezTo>
                  <a:pt x="144" y="148"/>
                  <a:pt x="144" y="148"/>
                  <a:pt x="144" y="148"/>
                </a:cubicBezTo>
                <a:cubicBezTo>
                  <a:pt x="145" y="148"/>
                  <a:pt x="146" y="148"/>
                  <a:pt x="147" y="147"/>
                </a:cubicBezTo>
                <a:cubicBezTo>
                  <a:pt x="155" y="139"/>
                  <a:pt x="155" y="139"/>
                  <a:pt x="155" y="139"/>
                </a:cubicBezTo>
                <a:cubicBezTo>
                  <a:pt x="156" y="138"/>
                  <a:pt x="156" y="137"/>
                  <a:pt x="156" y="136"/>
                </a:cubicBezTo>
                <a:cubicBezTo>
                  <a:pt x="156" y="36"/>
                  <a:pt x="156" y="36"/>
                  <a:pt x="156" y="36"/>
                </a:cubicBezTo>
                <a:cubicBezTo>
                  <a:pt x="156" y="34"/>
                  <a:pt x="154" y="32"/>
                  <a:pt x="152" y="32"/>
                </a:cubicBezTo>
                <a:cubicBezTo>
                  <a:pt x="144" y="32"/>
                  <a:pt x="144" y="32"/>
                  <a:pt x="144" y="32"/>
                </a:cubicBezTo>
                <a:cubicBezTo>
                  <a:pt x="144" y="8"/>
                  <a:pt x="144" y="8"/>
                  <a:pt x="144" y="8"/>
                </a:cubicBezTo>
                <a:cubicBezTo>
                  <a:pt x="204" y="8"/>
                  <a:pt x="204" y="8"/>
                  <a:pt x="204" y="8"/>
                </a:cubicBezTo>
                <a:cubicBezTo>
                  <a:pt x="204" y="32"/>
                  <a:pt x="204" y="32"/>
                  <a:pt x="204" y="32"/>
                </a:cubicBezTo>
                <a:cubicBezTo>
                  <a:pt x="196" y="32"/>
                  <a:pt x="196" y="32"/>
                  <a:pt x="196" y="32"/>
                </a:cubicBezTo>
                <a:cubicBezTo>
                  <a:pt x="194" y="32"/>
                  <a:pt x="192" y="34"/>
                  <a:pt x="192" y="36"/>
                </a:cubicBezTo>
                <a:cubicBezTo>
                  <a:pt x="192" y="158"/>
                  <a:pt x="192" y="158"/>
                  <a:pt x="192" y="158"/>
                </a:cubicBezTo>
                <a:cubicBezTo>
                  <a:pt x="166" y="184"/>
                  <a:pt x="166" y="184"/>
                  <a:pt x="166" y="184"/>
                </a:cubicBezTo>
                <a:cubicBezTo>
                  <a:pt x="90" y="184"/>
                  <a:pt x="90" y="184"/>
                  <a:pt x="90" y="184"/>
                </a:cubicBezTo>
                <a:cubicBezTo>
                  <a:pt x="64" y="158"/>
                  <a:pt x="64" y="158"/>
                  <a:pt x="64" y="158"/>
                </a:cubicBezTo>
                <a:cubicBezTo>
                  <a:pt x="64" y="36"/>
                  <a:pt x="64" y="36"/>
                  <a:pt x="64" y="36"/>
                </a:cubicBezTo>
                <a:cubicBezTo>
                  <a:pt x="64" y="34"/>
                  <a:pt x="62" y="32"/>
                  <a:pt x="60" y="32"/>
                </a:cubicBezTo>
                <a:cubicBezTo>
                  <a:pt x="52" y="32"/>
                  <a:pt x="52" y="32"/>
                  <a:pt x="52" y="32"/>
                </a:cubicBezTo>
                <a:lnTo>
                  <a:pt x="52"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79" name="Freeform 236">
            <a:extLst>
              <a:ext uri="{FF2B5EF4-FFF2-40B4-BE49-F238E27FC236}">
                <a16:creationId xmlns:a16="http://schemas.microsoft.com/office/drawing/2014/main" id="{6E51EB37-1F98-4289-B8CF-B6DB2F6EBB49}"/>
              </a:ext>
            </a:extLst>
          </p:cNvPr>
          <p:cNvSpPr>
            <a:spLocks noChangeAspect="1" noEditPoints="1"/>
          </p:cNvSpPr>
          <p:nvPr/>
        </p:nvSpPr>
        <p:spPr bwMode="auto">
          <a:xfrm>
            <a:off x="5411318" y="4352925"/>
            <a:ext cx="400050" cy="400050"/>
          </a:xfrm>
          <a:custGeom>
            <a:avLst/>
            <a:gdLst>
              <a:gd name="T0" fmla="*/ 86 w 256"/>
              <a:gd name="T1" fmla="*/ 119 h 256"/>
              <a:gd name="T2" fmla="*/ 87 w 256"/>
              <a:gd name="T3" fmla="*/ 203 h 256"/>
              <a:gd name="T4" fmla="*/ 102 w 256"/>
              <a:gd name="T5" fmla="*/ 217 h 256"/>
              <a:gd name="T6" fmla="*/ 156 w 256"/>
              <a:gd name="T7" fmla="*/ 216 h 256"/>
              <a:gd name="T8" fmla="*/ 170 w 256"/>
              <a:gd name="T9" fmla="*/ 200 h 256"/>
              <a:gd name="T10" fmla="*/ 166 w 256"/>
              <a:gd name="T11" fmla="*/ 115 h 256"/>
              <a:gd name="T12" fmla="*/ 162 w 256"/>
              <a:gd name="T13" fmla="*/ 199 h 256"/>
              <a:gd name="T14" fmla="*/ 104 w 256"/>
              <a:gd name="T15" fmla="*/ 209 h 256"/>
              <a:gd name="T16" fmla="*/ 94 w 256"/>
              <a:gd name="T17" fmla="*/ 119 h 256"/>
              <a:gd name="T18" fmla="*/ 205 w 256"/>
              <a:gd name="T19" fmla="*/ 196 h 256"/>
              <a:gd name="T20" fmla="*/ 201 w 256"/>
              <a:gd name="T21" fmla="*/ 216 h 256"/>
              <a:gd name="T22" fmla="*/ 83 w 256"/>
              <a:gd name="T23" fmla="*/ 248 h 256"/>
              <a:gd name="T24" fmla="*/ 55 w 256"/>
              <a:gd name="T25" fmla="*/ 106 h 256"/>
              <a:gd name="T26" fmla="*/ 47 w 256"/>
              <a:gd name="T27" fmla="*/ 106 h 256"/>
              <a:gd name="T28" fmla="*/ 48 w 256"/>
              <a:gd name="T29" fmla="*/ 220 h 256"/>
              <a:gd name="T30" fmla="*/ 81 w 256"/>
              <a:gd name="T31" fmla="*/ 256 h 256"/>
              <a:gd name="T32" fmla="*/ 178 w 256"/>
              <a:gd name="T33" fmla="*/ 254 h 256"/>
              <a:gd name="T34" fmla="*/ 209 w 256"/>
              <a:gd name="T35" fmla="*/ 217 h 256"/>
              <a:gd name="T36" fmla="*/ 205 w 256"/>
              <a:gd name="T37" fmla="*/ 196 h 256"/>
              <a:gd name="T38" fmla="*/ 133 w 256"/>
              <a:gd name="T39" fmla="*/ 1 h 256"/>
              <a:gd name="T40" fmla="*/ 6 w 256"/>
              <a:gd name="T41" fmla="*/ 42 h 256"/>
              <a:gd name="T42" fmla="*/ 0 w 256"/>
              <a:gd name="T43" fmla="*/ 60 h 256"/>
              <a:gd name="T44" fmla="*/ 124 w 256"/>
              <a:gd name="T45" fmla="*/ 101 h 256"/>
              <a:gd name="T46" fmla="*/ 133 w 256"/>
              <a:gd name="T47" fmla="*/ 101 h 256"/>
              <a:gd name="T48" fmla="*/ 222 w 256"/>
              <a:gd name="T49" fmla="*/ 88 h 256"/>
              <a:gd name="T50" fmla="*/ 210 w 256"/>
              <a:gd name="T51" fmla="*/ 115 h 256"/>
              <a:gd name="T52" fmla="*/ 214 w 256"/>
              <a:gd name="T53" fmla="*/ 127 h 256"/>
              <a:gd name="T54" fmla="*/ 204 w 256"/>
              <a:gd name="T55" fmla="*/ 175 h 256"/>
              <a:gd name="T56" fmla="*/ 221 w 256"/>
              <a:gd name="T57" fmla="*/ 179 h 256"/>
              <a:gd name="T58" fmla="*/ 226 w 256"/>
              <a:gd name="T59" fmla="*/ 176 h 256"/>
              <a:gd name="T60" fmla="*/ 230 w 256"/>
              <a:gd name="T61" fmla="*/ 179 h 256"/>
              <a:gd name="T62" fmla="*/ 249 w 256"/>
              <a:gd name="T63" fmla="*/ 175 h 256"/>
              <a:gd name="T64" fmla="*/ 239 w 256"/>
              <a:gd name="T65" fmla="*/ 127 h 256"/>
              <a:gd name="T66" fmla="*/ 243 w 256"/>
              <a:gd name="T67" fmla="*/ 115 h 256"/>
              <a:gd name="T68" fmla="*/ 230 w 256"/>
              <a:gd name="T69" fmla="*/ 88 h 256"/>
              <a:gd name="T70" fmla="*/ 129 w 256"/>
              <a:gd name="T71" fmla="*/ 38 h 256"/>
              <a:gd name="T72" fmla="*/ 127 w 256"/>
              <a:gd name="T73" fmla="*/ 46 h 256"/>
              <a:gd name="T74" fmla="*/ 130 w 256"/>
              <a:gd name="T75" fmla="*/ 93 h 256"/>
              <a:gd name="T76" fmla="*/ 8 w 256"/>
              <a:gd name="T77" fmla="*/ 60 h 256"/>
              <a:gd name="T78" fmla="*/ 125 w 256"/>
              <a:gd name="T79" fmla="*/ 9 h 256"/>
              <a:gd name="T80" fmla="*/ 248 w 256"/>
              <a:gd name="T81" fmla="*/ 49 h 256"/>
              <a:gd name="T82" fmla="*/ 247 w 256"/>
              <a:gd name="T83" fmla="*/ 61 h 256"/>
              <a:gd name="T84" fmla="*/ 249 w 256"/>
              <a:gd name="T85" fmla="*/ 69 h 256"/>
              <a:gd name="T86" fmla="*/ 256 w 256"/>
              <a:gd name="T87" fmla="*/ 63 h 256"/>
              <a:gd name="T88" fmla="*/ 250 w 256"/>
              <a:gd name="T89" fmla="*/ 42 h 256"/>
              <a:gd name="T90" fmla="*/ 242 w 256"/>
              <a:gd name="T91" fmla="*/ 171 h 256"/>
              <a:gd name="T92" fmla="*/ 235 w 256"/>
              <a:gd name="T93" fmla="*/ 167 h 256"/>
              <a:gd name="T94" fmla="*/ 228 w 256"/>
              <a:gd name="T95" fmla="*/ 163 h 256"/>
              <a:gd name="T96" fmla="*/ 211 w 256"/>
              <a:gd name="T97" fmla="*/ 171 h 256"/>
              <a:gd name="T98" fmla="*/ 221 w 256"/>
              <a:gd name="T99" fmla="*/ 131 h 256"/>
              <a:gd name="T100" fmla="*/ 232 w 256"/>
              <a:gd name="T101" fmla="*/ 131 h 256"/>
              <a:gd name="T102" fmla="*/ 226 w 256"/>
              <a:gd name="T103" fmla="*/ 106 h 256"/>
              <a:gd name="T104" fmla="*/ 226 w 256"/>
              <a:gd name="T105" fmla="*/ 124 h 256"/>
              <a:gd name="T106" fmla="*/ 226 w 256"/>
              <a:gd name="T107" fmla="*/ 10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90" y="115"/>
                </a:moveTo>
                <a:cubicBezTo>
                  <a:pt x="87" y="115"/>
                  <a:pt x="86" y="117"/>
                  <a:pt x="86" y="119"/>
                </a:cubicBezTo>
                <a:cubicBezTo>
                  <a:pt x="86" y="200"/>
                  <a:pt x="86" y="200"/>
                  <a:pt x="86" y="200"/>
                </a:cubicBezTo>
                <a:cubicBezTo>
                  <a:pt x="86" y="201"/>
                  <a:pt x="86" y="202"/>
                  <a:pt x="87" y="203"/>
                </a:cubicBezTo>
                <a:cubicBezTo>
                  <a:pt x="100" y="216"/>
                  <a:pt x="100" y="216"/>
                  <a:pt x="100" y="216"/>
                </a:cubicBezTo>
                <a:cubicBezTo>
                  <a:pt x="100" y="217"/>
                  <a:pt x="101" y="217"/>
                  <a:pt x="102" y="217"/>
                </a:cubicBezTo>
                <a:cubicBezTo>
                  <a:pt x="154" y="217"/>
                  <a:pt x="154" y="217"/>
                  <a:pt x="154" y="217"/>
                </a:cubicBezTo>
                <a:cubicBezTo>
                  <a:pt x="155" y="217"/>
                  <a:pt x="156" y="217"/>
                  <a:pt x="156" y="216"/>
                </a:cubicBezTo>
                <a:cubicBezTo>
                  <a:pt x="169" y="203"/>
                  <a:pt x="169" y="203"/>
                  <a:pt x="169" y="203"/>
                </a:cubicBezTo>
                <a:cubicBezTo>
                  <a:pt x="170" y="202"/>
                  <a:pt x="170" y="201"/>
                  <a:pt x="170" y="200"/>
                </a:cubicBezTo>
                <a:cubicBezTo>
                  <a:pt x="170" y="119"/>
                  <a:pt x="170" y="119"/>
                  <a:pt x="170" y="119"/>
                </a:cubicBezTo>
                <a:cubicBezTo>
                  <a:pt x="170" y="117"/>
                  <a:pt x="169" y="115"/>
                  <a:pt x="166" y="115"/>
                </a:cubicBezTo>
                <a:cubicBezTo>
                  <a:pt x="164" y="115"/>
                  <a:pt x="162" y="117"/>
                  <a:pt x="162" y="119"/>
                </a:cubicBezTo>
                <a:cubicBezTo>
                  <a:pt x="162" y="199"/>
                  <a:pt x="162" y="199"/>
                  <a:pt x="162" y="199"/>
                </a:cubicBezTo>
                <a:cubicBezTo>
                  <a:pt x="152" y="209"/>
                  <a:pt x="152" y="209"/>
                  <a:pt x="152" y="209"/>
                </a:cubicBezTo>
                <a:cubicBezTo>
                  <a:pt x="104" y="209"/>
                  <a:pt x="104" y="209"/>
                  <a:pt x="104" y="209"/>
                </a:cubicBezTo>
                <a:cubicBezTo>
                  <a:pt x="94" y="199"/>
                  <a:pt x="94" y="199"/>
                  <a:pt x="94" y="199"/>
                </a:cubicBezTo>
                <a:cubicBezTo>
                  <a:pt x="94" y="119"/>
                  <a:pt x="94" y="119"/>
                  <a:pt x="94" y="119"/>
                </a:cubicBezTo>
                <a:cubicBezTo>
                  <a:pt x="94" y="117"/>
                  <a:pt x="92" y="115"/>
                  <a:pt x="90" y="115"/>
                </a:cubicBezTo>
                <a:close/>
                <a:moveTo>
                  <a:pt x="205" y="196"/>
                </a:moveTo>
                <a:cubicBezTo>
                  <a:pt x="203" y="196"/>
                  <a:pt x="201" y="198"/>
                  <a:pt x="201" y="200"/>
                </a:cubicBezTo>
                <a:cubicBezTo>
                  <a:pt x="201" y="216"/>
                  <a:pt x="201" y="216"/>
                  <a:pt x="201" y="216"/>
                </a:cubicBezTo>
                <a:cubicBezTo>
                  <a:pt x="173" y="248"/>
                  <a:pt x="173" y="248"/>
                  <a:pt x="173" y="248"/>
                </a:cubicBezTo>
                <a:cubicBezTo>
                  <a:pt x="83" y="248"/>
                  <a:pt x="83" y="248"/>
                  <a:pt x="83" y="248"/>
                </a:cubicBezTo>
                <a:cubicBezTo>
                  <a:pt x="55" y="216"/>
                  <a:pt x="55" y="216"/>
                  <a:pt x="55" y="216"/>
                </a:cubicBezTo>
                <a:cubicBezTo>
                  <a:pt x="55" y="106"/>
                  <a:pt x="55" y="106"/>
                  <a:pt x="55" y="106"/>
                </a:cubicBezTo>
                <a:cubicBezTo>
                  <a:pt x="55" y="104"/>
                  <a:pt x="53" y="102"/>
                  <a:pt x="51" y="102"/>
                </a:cubicBezTo>
                <a:cubicBezTo>
                  <a:pt x="49" y="102"/>
                  <a:pt x="47" y="104"/>
                  <a:pt x="47" y="106"/>
                </a:cubicBezTo>
                <a:cubicBezTo>
                  <a:pt x="47" y="217"/>
                  <a:pt x="47" y="217"/>
                  <a:pt x="47" y="217"/>
                </a:cubicBezTo>
                <a:cubicBezTo>
                  <a:pt x="47" y="218"/>
                  <a:pt x="47" y="219"/>
                  <a:pt x="48" y="220"/>
                </a:cubicBezTo>
                <a:cubicBezTo>
                  <a:pt x="78" y="254"/>
                  <a:pt x="78" y="254"/>
                  <a:pt x="78" y="254"/>
                </a:cubicBezTo>
                <a:cubicBezTo>
                  <a:pt x="79" y="255"/>
                  <a:pt x="80" y="256"/>
                  <a:pt x="81" y="256"/>
                </a:cubicBezTo>
                <a:cubicBezTo>
                  <a:pt x="175" y="256"/>
                  <a:pt x="175" y="256"/>
                  <a:pt x="175" y="256"/>
                </a:cubicBezTo>
                <a:cubicBezTo>
                  <a:pt x="176" y="256"/>
                  <a:pt x="177" y="255"/>
                  <a:pt x="178" y="254"/>
                </a:cubicBezTo>
                <a:cubicBezTo>
                  <a:pt x="208" y="220"/>
                  <a:pt x="208" y="220"/>
                  <a:pt x="208" y="220"/>
                </a:cubicBezTo>
                <a:cubicBezTo>
                  <a:pt x="209" y="219"/>
                  <a:pt x="209" y="218"/>
                  <a:pt x="209" y="217"/>
                </a:cubicBezTo>
                <a:cubicBezTo>
                  <a:pt x="209" y="200"/>
                  <a:pt x="209" y="200"/>
                  <a:pt x="209" y="200"/>
                </a:cubicBezTo>
                <a:cubicBezTo>
                  <a:pt x="209" y="198"/>
                  <a:pt x="207" y="196"/>
                  <a:pt x="205" y="196"/>
                </a:cubicBezTo>
                <a:close/>
                <a:moveTo>
                  <a:pt x="250" y="42"/>
                </a:moveTo>
                <a:cubicBezTo>
                  <a:pt x="133" y="1"/>
                  <a:pt x="133" y="1"/>
                  <a:pt x="133" y="1"/>
                </a:cubicBezTo>
                <a:cubicBezTo>
                  <a:pt x="130" y="0"/>
                  <a:pt x="126" y="0"/>
                  <a:pt x="123" y="1"/>
                </a:cubicBezTo>
                <a:cubicBezTo>
                  <a:pt x="6" y="42"/>
                  <a:pt x="6" y="42"/>
                  <a:pt x="6" y="42"/>
                </a:cubicBezTo>
                <a:cubicBezTo>
                  <a:pt x="2" y="43"/>
                  <a:pt x="0" y="46"/>
                  <a:pt x="0" y="49"/>
                </a:cubicBezTo>
                <a:cubicBezTo>
                  <a:pt x="0" y="60"/>
                  <a:pt x="0" y="60"/>
                  <a:pt x="0" y="60"/>
                </a:cubicBezTo>
                <a:cubicBezTo>
                  <a:pt x="0" y="64"/>
                  <a:pt x="2" y="67"/>
                  <a:pt x="6" y="68"/>
                </a:cubicBezTo>
                <a:cubicBezTo>
                  <a:pt x="124" y="101"/>
                  <a:pt x="124" y="101"/>
                  <a:pt x="124" y="101"/>
                </a:cubicBezTo>
                <a:cubicBezTo>
                  <a:pt x="125" y="101"/>
                  <a:pt x="126" y="101"/>
                  <a:pt x="128" y="101"/>
                </a:cubicBezTo>
                <a:cubicBezTo>
                  <a:pt x="130" y="101"/>
                  <a:pt x="131" y="101"/>
                  <a:pt x="133" y="101"/>
                </a:cubicBezTo>
                <a:cubicBezTo>
                  <a:pt x="218" y="76"/>
                  <a:pt x="218" y="76"/>
                  <a:pt x="218" y="76"/>
                </a:cubicBezTo>
                <a:cubicBezTo>
                  <a:pt x="221" y="79"/>
                  <a:pt x="222" y="83"/>
                  <a:pt x="222" y="88"/>
                </a:cubicBezTo>
                <a:cubicBezTo>
                  <a:pt x="222" y="99"/>
                  <a:pt x="222" y="99"/>
                  <a:pt x="222" y="99"/>
                </a:cubicBezTo>
                <a:cubicBezTo>
                  <a:pt x="215" y="100"/>
                  <a:pt x="210" y="107"/>
                  <a:pt x="210" y="115"/>
                </a:cubicBezTo>
                <a:cubicBezTo>
                  <a:pt x="210" y="119"/>
                  <a:pt x="211" y="124"/>
                  <a:pt x="215" y="127"/>
                </a:cubicBezTo>
                <a:cubicBezTo>
                  <a:pt x="214" y="127"/>
                  <a:pt x="214" y="127"/>
                  <a:pt x="214" y="127"/>
                </a:cubicBezTo>
                <a:cubicBezTo>
                  <a:pt x="203" y="168"/>
                  <a:pt x="203" y="168"/>
                  <a:pt x="203" y="168"/>
                </a:cubicBezTo>
                <a:cubicBezTo>
                  <a:pt x="202" y="171"/>
                  <a:pt x="202" y="173"/>
                  <a:pt x="204" y="175"/>
                </a:cubicBezTo>
                <a:cubicBezTo>
                  <a:pt x="206" y="177"/>
                  <a:pt x="208" y="179"/>
                  <a:pt x="211" y="179"/>
                </a:cubicBezTo>
                <a:cubicBezTo>
                  <a:pt x="221" y="179"/>
                  <a:pt x="221" y="179"/>
                  <a:pt x="221" y="179"/>
                </a:cubicBezTo>
                <a:cubicBezTo>
                  <a:pt x="222" y="179"/>
                  <a:pt x="223" y="178"/>
                  <a:pt x="224" y="178"/>
                </a:cubicBezTo>
                <a:cubicBezTo>
                  <a:pt x="226" y="176"/>
                  <a:pt x="226" y="176"/>
                  <a:pt x="226" y="176"/>
                </a:cubicBezTo>
                <a:cubicBezTo>
                  <a:pt x="226" y="176"/>
                  <a:pt x="226" y="177"/>
                  <a:pt x="227" y="177"/>
                </a:cubicBezTo>
                <a:cubicBezTo>
                  <a:pt x="227" y="178"/>
                  <a:pt x="229" y="179"/>
                  <a:pt x="230" y="179"/>
                </a:cubicBezTo>
                <a:cubicBezTo>
                  <a:pt x="242" y="179"/>
                  <a:pt x="242" y="179"/>
                  <a:pt x="242" y="179"/>
                </a:cubicBezTo>
                <a:cubicBezTo>
                  <a:pt x="245" y="179"/>
                  <a:pt x="247" y="177"/>
                  <a:pt x="249" y="175"/>
                </a:cubicBezTo>
                <a:cubicBezTo>
                  <a:pt x="250" y="173"/>
                  <a:pt x="251" y="171"/>
                  <a:pt x="250" y="168"/>
                </a:cubicBezTo>
                <a:cubicBezTo>
                  <a:pt x="239" y="127"/>
                  <a:pt x="239" y="127"/>
                  <a:pt x="239" y="127"/>
                </a:cubicBezTo>
                <a:cubicBezTo>
                  <a:pt x="238" y="127"/>
                  <a:pt x="238" y="127"/>
                  <a:pt x="238" y="127"/>
                </a:cubicBezTo>
                <a:cubicBezTo>
                  <a:pt x="241" y="124"/>
                  <a:pt x="243" y="119"/>
                  <a:pt x="243" y="115"/>
                </a:cubicBezTo>
                <a:cubicBezTo>
                  <a:pt x="243" y="107"/>
                  <a:pt x="238" y="100"/>
                  <a:pt x="230" y="99"/>
                </a:cubicBezTo>
                <a:cubicBezTo>
                  <a:pt x="230" y="88"/>
                  <a:pt x="230" y="88"/>
                  <a:pt x="230" y="88"/>
                </a:cubicBezTo>
                <a:cubicBezTo>
                  <a:pt x="230" y="77"/>
                  <a:pt x="223" y="67"/>
                  <a:pt x="212" y="64"/>
                </a:cubicBezTo>
                <a:cubicBezTo>
                  <a:pt x="129" y="38"/>
                  <a:pt x="129" y="38"/>
                  <a:pt x="129" y="38"/>
                </a:cubicBezTo>
                <a:cubicBezTo>
                  <a:pt x="127" y="38"/>
                  <a:pt x="125" y="39"/>
                  <a:pt x="124" y="41"/>
                </a:cubicBezTo>
                <a:cubicBezTo>
                  <a:pt x="124" y="43"/>
                  <a:pt x="125" y="45"/>
                  <a:pt x="127" y="46"/>
                </a:cubicBezTo>
                <a:cubicBezTo>
                  <a:pt x="208" y="71"/>
                  <a:pt x="208" y="71"/>
                  <a:pt x="208" y="71"/>
                </a:cubicBezTo>
                <a:cubicBezTo>
                  <a:pt x="130" y="93"/>
                  <a:pt x="130" y="93"/>
                  <a:pt x="130" y="93"/>
                </a:cubicBezTo>
                <a:cubicBezTo>
                  <a:pt x="129" y="93"/>
                  <a:pt x="127" y="93"/>
                  <a:pt x="126" y="93"/>
                </a:cubicBezTo>
                <a:cubicBezTo>
                  <a:pt x="8" y="60"/>
                  <a:pt x="8" y="60"/>
                  <a:pt x="8" y="60"/>
                </a:cubicBezTo>
                <a:cubicBezTo>
                  <a:pt x="8" y="49"/>
                  <a:pt x="8" y="49"/>
                  <a:pt x="8" y="49"/>
                </a:cubicBezTo>
                <a:cubicBezTo>
                  <a:pt x="125" y="9"/>
                  <a:pt x="125" y="9"/>
                  <a:pt x="125" y="9"/>
                </a:cubicBezTo>
                <a:cubicBezTo>
                  <a:pt x="127" y="8"/>
                  <a:pt x="129" y="8"/>
                  <a:pt x="131" y="9"/>
                </a:cubicBezTo>
                <a:cubicBezTo>
                  <a:pt x="248" y="49"/>
                  <a:pt x="248" y="49"/>
                  <a:pt x="248" y="49"/>
                </a:cubicBezTo>
                <a:cubicBezTo>
                  <a:pt x="248" y="60"/>
                  <a:pt x="248" y="60"/>
                  <a:pt x="248" y="60"/>
                </a:cubicBezTo>
                <a:cubicBezTo>
                  <a:pt x="247" y="61"/>
                  <a:pt x="247" y="61"/>
                  <a:pt x="247" y="61"/>
                </a:cubicBezTo>
                <a:cubicBezTo>
                  <a:pt x="245" y="61"/>
                  <a:pt x="243" y="64"/>
                  <a:pt x="244" y="66"/>
                </a:cubicBezTo>
                <a:cubicBezTo>
                  <a:pt x="244" y="68"/>
                  <a:pt x="247" y="69"/>
                  <a:pt x="249" y="69"/>
                </a:cubicBezTo>
                <a:cubicBezTo>
                  <a:pt x="253" y="67"/>
                  <a:pt x="253" y="67"/>
                  <a:pt x="253" y="67"/>
                </a:cubicBezTo>
                <a:cubicBezTo>
                  <a:pt x="255" y="67"/>
                  <a:pt x="256" y="65"/>
                  <a:pt x="256" y="63"/>
                </a:cubicBezTo>
                <a:cubicBezTo>
                  <a:pt x="256" y="49"/>
                  <a:pt x="256" y="49"/>
                  <a:pt x="256" y="49"/>
                </a:cubicBezTo>
                <a:cubicBezTo>
                  <a:pt x="256" y="46"/>
                  <a:pt x="254" y="43"/>
                  <a:pt x="250" y="42"/>
                </a:cubicBezTo>
                <a:close/>
                <a:moveTo>
                  <a:pt x="242" y="170"/>
                </a:moveTo>
                <a:cubicBezTo>
                  <a:pt x="242" y="171"/>
                  <a:pt x="242" y="171"/>
                  <a:pt x="242" y="171"/>
                </a:cubicBezTo>
                <a:cubicBezTo>
                  <a:pt x="234" y="171"/>
                  <a:pt x="234" y="171"/>
                  <a:pt x="234" y="171"/>
                </a:cubicBezTo>
                <a:cubicBezTo>
                  <a:pt x="235" y="167"/>
                  <a:pt x="235" y="167"/>
                  <a:pt x="235" y="167"/>
                </a:cubicBezTo>
                <a:cubicBezTo>
                  <a:pt x="235" y="165"/>
                  <a:pt x="234" y="163"/>
                  <a:pt x="232" y="163"/>
                </a:cubicBezTo>
                <a:cubicBezTo>
                  <a:pt x="231" y="162"/>
                  <a:pt x="229" y="162"/>
                  <a:pt x="228" y="163"/>
                </a:cubicBezTo>
                <a:cubicBezTo>
                  <a:pt x="220" y="171"/>
                  <a:pt x="220" y="171"/>
                  <a:pt x="220" y="171"/>
                </a:cubicBezTo>
                <a:cubicBezTo>
                  <a:pt x="211" y="171"/>
                  <a:pt x="211" y="171"/>
                  <a:pt x="211" y="171"/>
                </a:cubicBezTo>
                <a:cubicBezTo>
                  <a:pt x="210" y="170"/>
                  <a:pt x="210" y="170"/>
                  <a:pt x="210" y="170"/>
                </a:cubicBezTo>
                <a:cubicBezTo>
                  <a:pt x="221" y="131"/>
                  <a:pt x="221" y="131"/>
                  <a:pt x="221" y="131"/>
                </a:cubicBezTo>
                <a:cubicBezTo>
                  <a:pt x="223" y="131"/>
                  <a:pt x="225" y="132"/>
                  <a:pt x="226" y="132"/>
                </a:cubicBezTo>
                <a:cubicBezTo>
                  <a:pt x="228" y="132"/>
                  <a:pt x="230" y="131"/>
                  <a:pt x="232" y="131"/>
                </a:cubicBezTo>
                <a:lnTo>
                  <a:pt x="242" y="170"/>
                </a:lnTo>
                <a:close/>
                <a:moveTo>
                  <a:pt x="226" y="106"/>
                </a:moveTo>
                <a:cubicBezTo>
                  <a:pt x="231" y="106"/>
                  <a:pt x="235" y="110"/>
                  <a:pt x="235" y="115"/>
                </a:cubicBezTo>
                <a:cubicBezTo>
                  <a:pt x="235" y="120"/>
                  <a:pt x="231" y="124"/>
                  <a:pt x="226" y="124"/>
                </a:cubicBezTo>
                <a:cubicBezTo>
                  <a:pt x="221" y="124"/>
                  <a:pt x="218" y="120"/>
                  <a:pt x="218" y="115"/>
                </a:cubicBezTo>
                <a:cubicBezTo>
                  <a:pt x="218" y="110"/>
                  <a:pt x="221" y="106"/>
                  <a:pt x="226" y="10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83" name="Freeform 243">
            <a:extLst>
              <a:ext uri="{FF2B5EF4-FFF2-40B4-BE49-F238E27FC236}">
                <a16:creationId xmlns:a16="http://schemas.microsoft.com/office/drawing/2014/main" id="{ACAC23F2-B87B-43A5-9647-A85194DF19BD}"/>
              </a:ext>
            </a:extLst>
          </p:cNvPr>
          <p:cNvSpPr>
            <a:spLocks noChangeAspect="1" noEditPoints="1"/>
          </p:cNvSpPr>
          <p:nvPr/>
        </p:nvSpPr>
        <p:spPr bwMode="auto">
          <a:xfrm>
            <a:off x="6378964" y="4352925"/>
            <a:ext cx="400050" cy="400050"/>
          </a:xfrm>
          <a:custGeom>
            <a:avLst/>
            <a:gdLst>
              <a:gd name="T0" fmla="*/ 192 w 256"/>
              <a:gd name="T1" fmla="*/ 20 h 256"/>
              <a:gd name="T2" fmla="*/ 3 w 256"/>
              <a:gd name="T3" fmla="*/ 40 h 256"/>
              <a:gd name="T4" fmla="*/ 72 w 256"/>
              <a:gd name="T5" fmla="*/ 71 h 256"/>
              <a:gd name="T6" fmla="*/ 60 w 256"/>
              <a:gd name="T7" fmla="*/ 228 h 256"/>
              <a:gd name="T8" fmla="*/ 220 w 256"/>
              <a:gd name="T9" fmla="*/ 164 h 256"/>
              <a:gd name="T10" fmla="*/ 66 w 256"/>
              <a:gd name="T11" fmla="*/ 222 h 256"/>
              <a:gd name="T12" fmla="*/ 188 w 256"/>
              <a:gd name="T13" fmla="*/ 90 h 256"/>
              <a:gd name="T14" fmla="*/ 193 w 256"/>
              <a:gd name="T15" fmla="*/ 69 h 256"/>
              <a:gd name="T16" fmla="*/ 128 w 256"/>
              <a:gd name="T17" fmla="*/ 36 h 256"/>
              <a:gd name="T18" fmla="*/ 212 w 256"/>
              <a:gd name="T19" fmla="*/ 35 h 256"/>
              <a:gd name="T20" fmla="*/ 204 w 256"/>
              <a:gd name="T21" fmla="*/ 103 h 256"/>
              <a:gd name="T22" fmla="*/ 211 w 256"/>
              <a:gd name="T23" fmla="*/ 152 h 256"/>
              <a:gd name="T24" fmla="*/ 219 w 256"/>
              <a:gd name="T25" fmla="*/ 152 h 256"/>
              <a:gd name="T26" fmla="*/ 228 w 256"/>
              <a:gd name="T27" fmla="*/ 103 h 256"/>
              <a:gd name="T28" fmla="*/ 220 w 256"/>
              <a:gd name="T29" fmla="*/ 61 h 256"/>
              <a:gd name="T30" fmla="*/ 253 w 256"/>
              <a:gd name="T31" fmla="*/ 40 h 256"/>
              <a:gd name="T32" fmla="*/ 176 w 256"/>
              <a:gd name="T33" fmla="*/ 77 h 256"/>
              <a:gd name="T34" fmla="*/ 224 w 256"/>
              <a:gd name="T35" fmla="*/ 144 h 256"/>
              <a:gd name="T36" fmla="*/ 210 w 256"/>
              <a:gd name="T37" fmla="*/ 144 h 256"/>
              <a:gd name="T38" fmla="*/ 221 w 256"/>
              <a:gd name="T39" fmla="*/ 107 h 256"/>
              <a:gd name="T40" fmla="*/ 208 w 256"/>
              <a:gd name="T41" fmla="*/ 92 h 256"/>
              <a:gd name="T42" fmla="*/ 220 w 256"/>
              <a:gd name="T43" fmla="*/ 38 h 256"/>
              <a:gd name="T44" fmla="*/ 118 w 256"/>
              <a:gd name="T45" fmla="*/ 180 h 256"/>
              <a:gd name="T46" fmla="*/ 84 w 256"/>
              <a:gd name="T47" fmla="*/ 157 h 256"/>
              <a:gd name="T48" fmla="*/ 63 w 256"/>
              <a:gd name="T49" fmla="*/ 136 h 256"/>
              <a:gd name="T50" fmla="*/ 102 w 256"/>
              <a:gd name="T51" fmla="*/ 114 h 256"/>
              <a:gd name="T52" fmla="*/ 110 w 256"/>
              <a:gd name="T53" fmla="*/ 96 h 256"/>
              <a:gd name="T54" fmla="*/ 98 w 256"/>
              <a:gd name="T55" fmla="*/ 97 h 256"/>
              <a:gd name="T56" fmla="*/ 76 w 256"/>
              <a:gd name="T57" fmla="*/ 113 h 256"/>
              <a:gd name="T58" fmla="*/ 54 w 256"/>
              <a:gd name="T59" fmla="*/ 134 h 256"/>
              <a:gd name="T60" fmla="*/ 79 w 256"/>
              <a:gd name="T61" fmla="*/ 162 h 256"/>
              <a:gd name="T62" fmla="*/ 104 w 256"/>
              <a:gd name="T63" fmla="*/ 194 h 256"/>
              <a:gd name="T64" fmla="*/ 97 w 256"/>
              <a:gd name="T65" fmla="*/ 222 h 256"/>
              <a:gd name="T66" fmla="*/ 58 w 256"/>
              <a:gd name="T67" fmla="*/ 165 h 256"/>
              <a:gd name="T68" fmla="*/ 55 w 256"/>
              <a:gd name="T69" fmla="*/ 181 h 256"/>
              <a:gd name="T70" fmla="*/ 104 w 256"/>
              <a:gd name="T71" fmla="*/ 233 h 256"/>
              <a:gd name="T72" fmla="*/ 104 w 256"/>
              <a:gd name="T73" fmla="*/ 204 h 256"/>
              <a:gd name="T74" fmla="*/ 131 w 256"/>
              <a:gd name="T75" fmla="*/ 129 h 256"/>
              <a:gd name="T76" fmla="*/ 143 w 256"/>
              <a:gd name="T77" fmla="*/ 176 h 256"/>
              <a:gd name="T78" fmla="*/ 171 w 256"/>
              <a:gd name="T79" fmla="*/ 220 h 256"/>
              <a:gd name="T80" fmla="*/ 184 w 256"/>
              <a:gd name="T81" fmla="*/ 206 h 256"/>
              <a:gd name="T82" fmla="*/ 191 w 256"/>
              <a:gd name="T83" fmla="*/ 166 h 256"/>
              <a:gd name="T84" fmla="*/ 174 w 256"/>
              <a:gd name="T85" fmla="*/ 209 h 256"/>
              <a:gd name="T86" fmla="*/ 132 w 256"/>
              <a:gd name="T87" fmla="*/ 144 h 256"/>
              <a:gd name="T88" fmla="*/ 160 w 256"/>
              <a:gd name="T89" fmla="*/ 136 h 256"/>
              <a:gd name="T90" fmla="*/ 167 w 256"/>
              <a:gd name="T91" fmla="*/ 125 h 256"/>
              <a:gd name="T92" fmla="*/ 147 w 256"/>
              <a:gd name="T93" fmla="*/ 104 h 256"/>
              <a:gd name="T94" fmla="*/ 170 w 256"/>
              <a:gd name="T95" fmla="*/ 94 h 256"/>
              <a:gd name="T96" fmla="*/ 140 w 256"/>
              <a:gd name="T97" fmla="*/ 101 h 256"/>
              <a:gd name="T98" fmla="*/ 153 w 256"/>
              <a:gd name="T99" fmla="*/ 126 h 256"/>
              <a:gd name="T100" fmla="*/ 140 w 256"/>
              <a:gd name="T101" fmla="*/ 12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6" h="256">
                <a:moveTo>
                  <a:pt x="253" y="40"/>
                </a:moveTo>
                <a:cubicBezTo>
                  <a:pt x="220" y="29"/>
                  <a:pt x="220" y="29"/>
                  <a:pt x="220" y="29"/>
                </a:cubicBezTo>
                <a:cubicBezTo>
                  <a:pt x="218" y="24"/>
                  <a:pt x="214" y="20"/>
                  <a:pt x="208" y="20"/>
                </a:cubicBezTo>
                <a:cubicBezTo>
                  <a:pt x="192" y="20"/>
                  <a:pt x="192" y="20"/>
                  <a:pt x="192" y="20"/>
                </a:cubicBezTo>
                <a:cubicBezTo>
                  <a:pt x="192" y="20"/>
                  <a:pt x="191" y="20"/>
                  <a:pt x="191" y="20"/>
                </a:cubicBezTo>
                <a:cubicBezTo>
                  <a:pt x="129" y="0"/>
                  <a:pt x="129" y="0"/>
                  <a:pt x="129" y="0"/>
                </a:cubicBezTo>
                <a:cubicBezTo>
                  <a:pt x="128" y="0"/>
                  <a:pt x="128" y="0"/>
                  <a:pt x="127" y="0"/>
                </a:cubicBezTo>
                <a:cubicBezTo>
                  <a:pt x="3" y="40"/>
                  <a:pt x="3" y="40"/>
                  <a:pt x="3" y="40"/>
                </a:cubicBezTo>
                <a:cubicBezTo>
                  <a:pt x="1" y="41"/>
                  <a:pt x="0" y="42"/>
                  <a:pt x="0" y="44"/>
                </a:cubicBezTo>
                <a:cubicBezTo>
                  <a:pt x="0" y="48"/>
                  <a:pt x="0" y="48"/>
                  <a:pt x="0" y="48"/>
                </a:cubicBezTo>
                <a:cubicBezTo>
                  <a:pt x="0" y="50"/>
                  <a:pt x="1" y="51"/>
                  <a:pt x="3" y="52"/>
                </a:cubicBezTo>
                <a:cubicBezTo>
                  <a:pt x="72" y="71"/>
                  <a:pt x="72" y="71"/>
                  <a:pt x="72" y="71"/>
                </a:cubicBezTo>
                <a:cubicBezTo>
                  <a:pt x="72" y="82"/>
                  <a:pt x="72" y="82"/>
                  <a:pt x="72" y="82"/>
                </a:cubicBezTo>
                <a:cubicBezTo>
                  <a:pt x="68" y="85"/>
                  <a:pt x="64" y="88"/>
                  <a:pt x="60" y="92"/>
                </a:cubicBezTo>
                <a:cubicBezTo>
                  <a:pt x="42" y="110"/>
                  <a:pt x="32" y="134"/>
                  <a:pt x="32" y="160"/>
                </a:cubicBezTo>
                <a:cubicBezTo>
                  <a:pt x="32" y="186"/>
                  <a:pt x="42" y="210"/>
                  <a:pt x="60" y="228"/>
                </a:cubicBezTo>
                <a:cubicBezTo>
                  <a:pt x="78" y="246"/>
                  <a:pt x="102" y="256"/>
                  <a:pt x="128" y="256"/>
                </a:cubicBezTo>
                <a:cubicBezTo>
                  <a:pt x="154" y="256"/>
                  <a:pt x="178" y="246"/>
                  <a:pt x="196" y="228"/>
                </a:cubicBezTo>
                <a:cubicBezTo>
                  <a:pt x="212" y="212"/>
                  <a:pt x="222" y="191"/>
                  <a:pt x="224" y="168"/>
                </a:cubicBezTo>
                <a:cubicBezTo>
                  <a:pt x="224" y="166"/>
                  <a:pt x="222" y="164"/>
                  <a:pt x="220" y="164"/>
                </a:cubicBezTo>
                <a:cubicBezTo>
                  <a:pt x="218" y="164"/>
                  <a:pt x="216" y="165"/>
                  <a:pt x="216" y="168"/>
                </a:cubicBezTo>
                <a:cubicBezTo>
                  <a:pt x="214" y="188"/>
                  <a:pt x="205" y="208"/>
                  <a:pt x="190" y="222"/>
                </a:cubicBezTo>
                <a:cubicBezTo>
                  <a:pt x="174" y="239"/>
                  <a:pt x="152" y="248"/>
                  <a:pt x="128" y="248"/>
                </a:cubicBezTo>
                <a:cubicBezTo>
                  <a:pt x="104" y="248"/>
                  <a:pt x="82" y="239"/>
                  <a:pt x="66" y="222"/>
                </a:cubicBezTo>
                <a:cubicBezTo>
                  <a:pt x="49" y="206"/>
                  <a:pt x="40" y="184"/>
                  <a:pt x="40" y="160"/>
                </a:cubicBezTo>
                <a:cubicBezTo>
                  <a:pt x="40" y="136"/>
                  <a:pt x="49" y="114"/>
                  <a:pt x="66" y="98"/>
                </a:cubicBezTo>
                <a:cubicBezTo>
                  <a:pt x="97" y="66"/>
                  <a:pt x="148" y="63"/>
                  <a:pt x="183" y="91"/>
                </a:cubicBezTo>
                <a:cubicBezTo>
                  <a:pt x="185" y="92"/>
                  <a:pt x="187" y="92"/>
                  <a:pt x="188" y="90"/>
                </a:cubicBezTo>
                <a:cubicBezTo>
                  <a:pt x="190" y="89"/>
                  <a:pt x="189" y="86"/>
                  <a:pt x="188" y="85"/>
                </a:cubicBezTo>
                <a:cubicBezTo>
                  <a:pt x="187" y="84"/>
                  <a:pt x="185" y="83"/>
                  <a:pt x="184" y="82"/>
                </a:cubicBezTo>
                <a:cubicBezTo>
                  <a:pt x="184" y="71"/>
                  <a:pt x="184" y="71"/>
                  <a:pt x="184" y="71"/>
                </a:cubicBezTo>
                <a:cubicBezTo>
                  <a:pt x="193" y="69"/>
                  <a:pt x="193" y="69"/>
                  <a:pt x="193" y="69"/>
                </a:cubicBezTo>
                <a:cubicBezTo>
                  <a:pt x="195" y="68"/>
                  <a:pt x="196" y="66"/>
                  <a:pt x="196" y="64"/>
                </a:cubicBezTo>
                <a:cubicBezTo>
                  <a:pt x="195" y="61"/>
                  <a:pt x="193" y="60"/>
                  <a:pt x="191" y="61"/>
                </a:cubicBezTo>
                <a:cubicBezTo>
                  <a:pt x="183" y="63"/>
                  <a:pt x="183" y="63"/>
                  <a:pt x="183" y="63"/>
                </a:cubicBezTo>
                <a:cubicBezTo>
                  <a:pt x="179" y="46"/>
                  <a:pt x="153" y="36"/>
                  <a:pt x="128" y="36"/>
                </a:cubicBezTo>
                <a:cubicBezTo>
                  <a:pt x="103" y="36"/>
                  <a:pt x="77" y="46"/>
                  <a:pt x="73" y="63"/>
                </a:cubicBezTo>
                <a:cubicBezTo>
                  <a:pt x="11" y="46"/>
                  <a:pt x="11" y="46"/>
                  <a:pt x="11" y="46"/>
                </a:cubicBezTo>
                <a:cubicBezTo>
                  <a:pt x="128" y="8"/>
                  <a:pt x="128" y="8"/>
                  <a:pt x="128" y="8"/>
                </a:cubicBezTo>
                <a:cubicBezTo>
                  <a:pt x="212" y="35"/>
                  <a:pt x="212" y="35"/>
                  <a:pt x="212" y="35"/>
                </a:cubicBezTo>
                <a:cubicBezTo>
                  <a:pt x="212" y="77"/>
                  <a:pt x="212" y="77"/>
                  <a:pt x="212" y="77"/>
                </a:cubicBezTo>
                <a:cubicBezTo>
                  <a:pt x="205" y="78"/>
                  <a:pt x="200" y="85"/>
                  <a:pt x="200" y="92"/>
                </a:cubicBezTo>
                <a:cubicBezTo>
                  <a:pt x="200" y="96"/>
                  <a:pt x="202" y="100"/>
                  <a:pt x="204" y="103"/>
                </a:cubicBezTo>
                <a:cubicBezTo>
                  <a:pt x="204" y="103"/>
                  <a:pt x="204" y="103"/>
                  <a:pt x="204" y="103"/>
                </a:cubicBezTo>
                <a:cubicBezTo>
                  <a:pt x="194" y="142"/>
                  <a:pt x="194" y="142"/>
                  <a:pt x="194" y="142"/>
                </a:cubicBezTo>
                <a:cubicBezTo>
                  <a:pt x="193" y="144"/>
                  <a:pt x="193" y="147"/>
                  <a:pt x="195" y="149"/>
                </a:cubicBezTo>
                <a:cubicBezTo>
                  <a:pt x="196" y="151"/>
                  <a:pt x="199" y="152"/>
                  <a:pt x="201" y="152"/>
                </a:cubicBezTo>
                <a:cubicBezTo>
                  <a:pt x="211" y="152"/>
                  <a:pt x="211" y="152"/>
                  <a:pt x="211" y="152"/>
                </a:cubicBezTo>
                <a:cubicBezTo>
                  <a:pt x="212" y="152"/>
                  <a:pt x="213" y="152"/>
                  <a:pt x="214" y="151"/>
                </a:cubicBezTo>
                <a:cubicBezTo>
                  <a:pt x="215" y="150"/>
                  <a:pt x="215" y="150"/>
                  <a:pt x="215" y="150"/>
                </a:cubicBezTo>
                <a:cubicBezTo>
                  <a:pt x="216" y="150"/>
                  <a:pt x="216" y="150"/>
                  <a:pt x="216" y="151"/>
                </a:cubicBezTo>
                <a:cubicBezTo>
                  <a:pt x="217" y="152"/>
                  <a:pt x="218" y="152"/>
                  <a:pt x="219" y="152"/>
                </a:cubicBezTo>
                <a:cubicBezTo>
                  <a:pt x="231" y="152"/>
                  <a:pt x="231" y="152"/>
                  <a:pt x="231" y="152"/>
                </a:cubicBezTo>
                <a:cubicBezTo>
                  <a:pt x="233" y="152"/>
                  <a:pt x="236" y="151"/>
                  <a:pt x="237" y="149"/>
                </a:cubicBezTo>
                <a:cubicBezTo>
                  <a:pt x="239" y="147"/>
                  <a:pt x="239" y="144"/>
                  <a:pt x="238" y="142"/>
                </a:cubicBezTo>
                <a:cubicBezTo>
                  <a:pt x="228" y="103"/>
                  <a:pt x="228" y="103"/>
                  <a:pt x="228" y="103"/>
                </a:cubicBezTo>
                <a:cubicBezTo>
                  <a:pt x="228" y="103"/>
                  <a:pt x="228" y="103"/>
                  <a:pt x="228" y="103"/>
                </a:cubicBezTo>
                <a:cubicBezTo>
                  <a:pt x="230" y="100"/>
                  <a:pt x="232" y="96"/>
                  <a:pt x="232" y="92"/>
                </a:cubicBezTo>
                <a:cubicBezTo>
                  <a:pt x="232" y="85"/>
                  <a:pt x="227" y="78"/>
                  <a:pt x="220" y="77"/>
                </a:cubicBezTo>
                <a:cubicBezTo>
                  <a:pt x="220" y="61"/>
                  <a:pt x="220" y="61"/>
                  <a:pt x="220" y="61"/>
                </a:cubicBezTo>
                <a:cubicBezTo>
                  <a:pt x="253" y="52"/>
                  <a:pt x="253" y="52"/>
                  <a:pt x="253" y="52"/>
                </a:cubicBezTo>
                <a:cubicBezTo>
                  <a:pt x="255" y="51"/>
                  <a:pt x="256" y="50"/>
                  <a:pt x="256" y="48"/>
                </a:cubicBezTo>
                <a:cubicBezTo>
                  <a:pt x="256" y="44"/>
                  <a:pt x="256" y="44"/>
                  <a:pt x="256" y="44"/>
                </a:cubicBezTo>
                <a:cubicBezTo>
                  <a:pt x="256" y="42"/>
                  <a:pt x="255" y="41"/>
                  <a:pt x="253" y="40"/>
                </a:cubicBezTo>
                <a:close/>
                <a:moveTo>
                  <a:pt x="80" y="68"/>
                </a:moveTo>
                <a:cubicBezTo>
                  <a:pt x="80" y="55"/>
                  <a:pt x="103" y="44"/>
                  <a:pt x="128" y="44"/>
                </a:cubicBezTo>
                <a:cubicBezTo>
                  <a:pt x="153" y="44"/>
                  <a:pt x="176" y="55"/>
                  <a:pt x="176" y="68"/>
                </a:cubicBezTo>
                <a:cubicBezTo>
                  <a:pt x="176" y="77"/>
                  <a:pt x="176" y="77"/>
                  <a:pt x="176" y="77"/>
                </a:cubicBezTo>
                <a:cubicBezTo>
                  <a:pt x="146" y="60"/>
                  <a:pt x="109" y="60"/>
                  <a:pt x="80" y="77"/>
                </a:cubicBezTo>
                <a:lnTo>
                  <a:pt x="80" y="68"/>
                </a:lnTo>
                <a:close/>
                <a:moveTo>
                  <a:pt x="231" y="144"/>
                </a:moveTo>
                <a:cubicBezTo>
                  <a:pt x="224" y="144"/>
                  <a:pt x="224" y="144"/>
                  <a:pt x="224" y="144"/>
                </a:cubicBezTo>
                <a:cubicBezTo>
                  <a:pt x="224" y="140"/>
                  <a:pt x="224" y="140"/>
                  <a:pt x="224" y="140"/>
                </a:cubicBezTo>
                <a:cubicBezTo>
                  <a:pt x="224" y="139"/>
                  <a:pt x="223" y="137"/>
                  <a:pt x="222" y="136"/>
                </a:cubicBezTo>
                <a:cubicBezTo>
                  <a:pt x="220" y="136"/>
                  <a:pt x="219" y="136"/>
                  <a:pt x="217" y="137"/>
                </a:cubicBezTo>
                <a:cubicBezTo>
                  <a:pt x="210" y="144"/>
                  <a:pt x="210" y="144"/>
                  <a:pt x="210" y="144"/>
                </a:cubicBezTo>
                <a:cubicBezTo>
                  <a:pt x="201" y="144"/>
                  <a:pt x="201" y="144"/>
                  <a:pt x="201" y="144"/>
                </a:cubicBezTo>
                <a:cubicBezTo>
                  <a:pt x="211" y="107"/>
                  <a:pt x="211" y="107"/>
                  <a:pt x="211" y="107"/>
                </a:cubicBezTo>
                <a:cubicBezTo>
                  <a:pt x="213" y="108"/>
                  <a:pt x="214" y="108"/>
                  <a:pt x="216" y="108"/>
                </a:cubicBezTo>
                <a:cubicBezTo>
                  <a:pt x="218" y="108"/>
                  <a:pt x="219" y="108"/>
                  <a:pt x="221" y="107"/>
                </a:cubicBezTo>
                <a:lnTo>
                  <a:pt x="231" y="144"/>
                </a:lnTo>
                <a:close/>
                <a:moveTo>
                  <a:pt x="224" y="92"/>
                </a:moveTo>
                <a:cubicBezTo>
                  <a:pt x="224" y="96"/>
                  <a:pt x="220" y="100"/>
                  <a:pt x="216" y="100"/>
                </a:cubicBezTo>
                <a:cubicBezTo>
                  <a:pt x="212" y="100"/>
                  <a:pt x="208" y="96"/>
                  <a:pt x="208" y="92"/>
                </a:cubicBezTo>
                <a:cubicBezTo>
                  <a:pt x="208" y="88"/>
                  <a:pt x="212" y="84"/>
                  <a:pt x="216" y="84"/>
                </a:cubicBezTo>
                <a:cubicBezTo>
                  <a:pt x="220" y="84"/>
                  <a:pt x="224" y="88"/>
                  <a:pt x="224" y="92"/>
                </a:cubicBezTo>
                <a:close/>
                <a:moveTo>
                  <a:pt x="220" y="53"/>
                </a:moveTo>
                <a:cubicBezTo>
                  <a:pt x="220" y="38"/>
                  <a:pt x="220" y="38"/>
                  <a:pt x="220" y="38"/>
                </a:cubicBezTo>
                <a:cubicBezTo>
                  <a:pt x="245" y="46"/>
                  <a:pt x="245" y="46"/>
                  <a:pt x="245" y="46"/>
                </a:cubicBezTo>
                <a:lnTo>
                  <a:pt x="220" y="53"/>
                </a:lnTo>
                <a:close/>
                <a:moveTo>
                  <a:pt x="112" y="197"/>
                </a:moveTo>
                <a:cubicBezTo>
                  <a:pt x="118" y="180"/>
                  <a:pt x="118" y="180"/>
                  <a:pt x="118" y="180"/>
                </a:cubicBezTo>
                <a:cubicBezTo>
                  <a:pt x="118" y="178"/>
                  <a:pt x="118" y="175"/>
                  <a:pt x="117" y="173"/>
                </a:cubicBezTo>
                <a:cubicBezTo>
                  <a:pt x="116" y="171"/>
                  <a:pt x="114" y="170"/>
                  <a:pt x="112" y="169"/>
                </a:cubicBezTo>
                <a:cubicBezTo>
                  <a:pt x="94" y="167"/>
                  <a:pt x="94" y="167"/>
                  <a:pt x="94" y="167"/>
                </a:cubicBezTo>
                <a:cubicBezTo>
                  <a:pt x="84" y="157"/>
                  <a:pt x="84" y="157"/>
                  <a:pt x="84" y="157"/>
                </a:cubicBezTo>
                <a:cubicBezTo>
                  <a:pt x="83" y="156"/>
                  <a:pt x="82" y="155"/>
                  <a:pt x="81" y="155"/>
                </a:cubicBezTo>
                <a:cubicBezTo>
                  <a:pt x="68" y="152"/>
                  <a:pt x="68" y="152"/>
                  <a:pt x="68" y="152"/>
                </a:cubicBezTo>
                <a:cubicBezTo>
                  <a:pt x="59" y="140"/>
                  <a:pt x="59" y="140"/>
                  <a:pt x="59" y="140"/>
                </a:cubicBezTo>
                <a:cubicBezTo>
                  <a:pt x="63" y="136"/>
                  <a:pt x="63" y="136"/>
                  <a:pt x="63" y="136"/>
                </a:cubicBezTo>
                <a:cubicBezTo>
                  <a:pt x="71" y="136"/>
                  <a:pt x="71" y="136"/>
                  <a:pt x="71" y="136"/>
                </a:cubicBezTo>
                <a:cubicBezTo>
                  <a:pt x="74" y="136"/>
                  <a:pt x="77" y="134"/>
                  <a:pt x="78" y="131"/>
                </a:cubicBezTo>
                <a:cubicBezTo>
                  <a:pt x="84" y="116"/>
                  <a:pt x="84" y="116"/>
                  <a:pt x="84" y="116"/>
                </a:cubicBezTo>
                <a:cubicBezTo>
                  <a:pt x="102" y="114"/>
                  <a:pt x="102" y="114"/>
                  <a:pt x="102" y="114"/>
                </a:cubicBezTo>
                <a:cubicBezTo>
                  <a:pt x="105" y="113"/>
                  <a:pt x="107" y="112"/>
                  <a:pt x="108" y="109"/>
                </a:cubicBezTo>
                <a:cubicBezTo>
                  <a:pt x="109" y="107"/>
                  <a:pt x="109" y="104"/>
                  <a:pt x="108" y="102"/>
                </a:cubicBezTo>
                <a:cubicBezTo>
                  <a:pt x="105" y="99"/>
                  <a:pt x="105" y="99"/>
                  <a:pt x="105" y="99"/>
                </a:cubicBezTo>
                <a:cubicBezTo>
                  <a:pt x="110" y="96"/>
                  <a:pt x="110" y="96"/>
                  <a:pt x="110" y="96"/>
                </a:cubicBezTo>
                <a:cubicBezTo>
                  <a:pt x="112" y="95"/>
                  <a:pt x="112" y="92"/>
                  <a:pt x="111" y="90"/>
                </a:cubicBezTo>
                <a:cubicBezTo>
                  <a:pt x="110" y="88"/>
                  <a:pt x="107" y="88"/>
                  <a:pt x="105" y="89"/>
                </a:cubicBezTo>
                <a:cubicBezTo>
                  <a:pt x="101" y="92"/>
                  <a:pt x="101" y="92"/>
                  <a:pt x="101" y="92"/>
                </a:cubicBezTo>
                <a:cubicBezTo>
                  <a:pt x="99" y="93"/>
                  <a:pt x="98" y="95"/>
                  <a:pt x="98" y="97"/>
                </a:cubicBezTo>
                <a:cubicBezTo>
                  <a:pt x="97" y="99"/>
                  <a:pt x="98" y="101"/>
                  <a:pt x="99" y="103"/>
                </a:cubicBezTo>
                <a:cubicBezTo>
                  <a:pt x="101" y="106"/>
                  <a:pt x="101" y="106"/>
                  <a:pt x="101" y="106"/>
                </a:cubicBezTo>
                <a:cubicBezTo>
                  <a:pt x="82" y="109"/>
                  <a:pt x="82" y="109"/>
                  <a:pt x="82" y="109"/>
                </a:cubicBezTo>
                <a:cubicBezTo>
                  <a:pt x="80" y="109"/>
                  <a:pt x="77" y="111"/>
                  <a:pt x="76" y="113"/>
                </a:cubicBezTo>
                <a:cubicBezTo>
                  <a:pt x="71" y="128"/>
                  <a:pt x="71" y="128"/>
                  <a:pt x="71" y="128"/>
                </a:cubicBezTo>
                <a:cubicBezTo>
                  <a:pt x="63" y="128"/>
                  <a:pt x="63" y="128"/>
                  <a:pt x="63" y="128"/>
                </a:cubicBezTo>
                <a:cubicBezTo>
                  <a:pt x="61" y="128"/>
                  <a:pt x="59" y="129"/>
                  <a:pt x="58" y="130"/>
                </a:cubicBezTo>
                <a:cubicBezTo>
                  <a:pt x="54" y="134"/>
                  <a:pt x="54" y="134"/>
                  <a:pt x="54" y="134"/>
                </a:cubicBezTo>
                <a:cubicBezTo>
                  <a:pt x="51" y="137"/>
                  <a:pt x="50" y="142"/>
                  <a:pt x="53" y="145"/>
                </a:cubicBezTo>
                <a:cubicBezTo>
                  <a:pt x="61" y="156"/>
                  <a:pt x="61" y="156"/>
                  <a:pt x="61" y="156"/>
                </a:cubicBezTo>
                <a:cubicBezTo>
                  <a:pt x="63" y="158"/>
                  <a:pt x="64" y="159"/>
                  <a:pt x="66" y="159"/>
                </a:cubicBezTo>
                <a:cubicBezTo>
                  <a:pt x="79" y="162"/>
                  <a:pt x="79" y="162"/>
                  <a:pt x="79" y="162"/>
                </a:cubicBezTo>
                <a:cubicBezTo>
                  <a:pt x="89" y="172"/>
                  <a:pt x="89" y="172"/>
                  <a:pt x="89" y="172"/>
                </a:cubicBezTo>
                <a:cubicBezTo>
                  <a:pt x="90" y="173"/>
                  <a:pt x="91" y="174"/>
                  <a:pt x="93" y="174"/>
                </a:cubicBezTo>
                <a:cubicBezTo>
                  <a:pt x="110" y="177"/>
                  <a:pt x="110" y="177"/>
                  <a:pt x="110" y="177"/>
                </a:cubicBezTo>
                <a:cubicBezTo>
                  <a:pt x="104" y="194"/>
                  <a:pt x="104" y="194"/>
                  <a:pt x="104" y="194"/>
                </a:cubicBezTo>
                <a:cubicBezTo>
                  <a:pt x="100" y="196"/>
                  <a:pt x="100" y="196"/>
                  <a:pt x="100" y="196"/>
                </a:cubicBezTo>
                <a:cubicBezTo>
                  <a:pt x="98" y="198"/>
                  <a:pt x="96" y="200"/>
                  <a:pt x="96" y="203"/>
                </a:cubicBezTo>
                <a:cubicBezTo>
                  <a:pt x="96" y="213"/>
                  <a:pt x="96" y="213"/>
                  <a:pt x="96" y="213"/>
                </a:cubicBezTo>
                <a:cubicBezTo>
                  <a:pt x="96" y="214"/>
                  <a:pt x="96" y="218"/>
                  <a:pt x="97" y="222"/>
                </a:cubicBezTo>
                <a:cubicBezTo>
                  <a:pt x="92" y="220"/>
                  <a:pt x="86" y="216"/>
                  <a:pt x="85" y="211"/>
                </a:cubicBezTo>
                <a:cubicBezTo>
                  <a:pt x="81" y="200"/>
                  <a:pt x="77" y="196"/>
                  <a:pt x="76" y="195"/>
                </a:cubicBezTo>
                <a:cubicBezTo>
                  <a:pt x="61" y="176"/>
                  <a:pt x="61" y="176"/>
                  <a:pt x="61" y="176"/>
                </a:cubicBezTo>
                <a:cubicBezTo>
                  <a:pt x="58" y="165"/>
                  <a:pt x="58" y="165"/>
                  <a:pt x="58" y="165"/>
                </a:cubicBezTo>
                <a:cubicBezTo>
                  <a:pt x="57" y="163"/>
                  <a:pt x="55" y="162"/>
                  <a:pt x="53" y="163"/>
                </a:cubicBezTo>
                <a:cubicBezTo>
                  <a:pt x="51" y="163"/>
                  <a:pt x="50" y="166"/>
                  <a:pt x="50" y="168"/>
                </a:cubicBezTo>
                <a:cubicBezTo>
                  <a:pt x="54" y="179"/>
                  <a:pt x="54" y="179"/>
                  <a:pt x="54" y="179"/>
                </a:cubicBezTo>
                <a:cubicBezTo>
                  <a:pt x="54" y="180"/>
                  <a:pt x="55" y="180"/>
                  <a:pt x="55" y="181"/>
                </a:cubicBezTo>
                <a:cubicBezTo>
                  <a:pt x="70" y="200"/>
                  <a:pt x="70" y="200"/>
                  <a:pt x="70" y="200"/>
                </a:cubicBezTo>
                <a:cubicBezTo>
                  <a:pt x="70" y="200"/>
                  <a:pt x="74" y="204"/>
                  <a:pt x="77" y="214"/>
                </a:cubicBezTo>
                <a:cubicBezTo>
                  <a:pt x="81" y="225"/>
                  <a:pt x="98" y="233"/>
                  <a:pt x="103" y="233"/>
                </a:cubicBezTo>
                <a:cubicBezTo>
                  <a:pt x="103" y="233"/>
                  <a:pt x="103" y="233"/>
                  <a:pt x="104" y="233"/>
                </a:cubicBezTo>
                <a:cubicBezTo>
                  <a:pt x="107" y="233"/>
                  <a:pt x="108" y="231"/>
                  <a:pt x="108" y="230"/>
                </a:cubicBezTo>
                <a:cubicBezTo>
                  <a:pt x="108" y="229"/>
                  <a:pt x="109" y="227"/>
                  <a:pt x="107" y="225"/>
                </a:cubicBezTo>
                <a:cubicBezTo>
                  <a:pt x="105" y="223"/>
                  <a:pt x="104" y="217"/>
                  <a:pt x="104" y="213"/>
                </a:cubicBezTo>
                <a:cubicBezTo>
                  <a:pt x="104" y="204"/>
                  <a:pt x="104" y="204"/>
                  <a:pt x="104" y="204"/>
                </a:cubicBezTo>
                <a:cubicBezTo>
                  <a:pt x="108" y="201"/>
                  <a:pt x="108" y="201"/>
                  <a:pt x="108" y="201"/>
                </a:cubicBezTo>
                <a:cubicBezTo>
                  <a:pt x="110" y="201"/>
                  <a:pt x="111" y="199"/>
                  <a:pt x="112" y="197"/>
                </a:cubicBezTo>
                <a:close/>
                <a:moveTo>
                  <a:pt x="140" y="125"/>
                </a:moveTo>
                <a:cubicBezTo>
                  <a:pt x="137" y="124"/>
                  <a:pt x="133" y="126"/>
                  <a:pt x="131" y="129"/>
                </a:cubicBezTo>
                <a:cubicBezTo>
                  <a:pt x="125" y="141"/>
                  <a:pt x="125" y="141"/>
                  <a:pt x="125" y="141"/>
                </a:cubicBezTo>
                <a:cubicBezTo>
                  <a:pt x="124" y="143"/>
                  <a:pt x="124" y="145"/>
                  <a:pt x="125" y="147"/>
                </a:cubicBezTo>
                <a:cubicBezTo>
                  <a:pt x="135" y="171"/>
                  <a:pt x="135" y="171"/>
                  <a:pt x="135" y="171"/>
                </a:cubicBezTo>
                <a:cubicBezTo>
                  <a:pt x="137" y="174"/>
                  <a:pt x="139" y="176"/>
                  <a:pt x="143" y="176"/>
                </a:cubicBezTo>
                <a:cubicBezTo>
                  <a:pt x="148" y="176"/>
                  <a:pt x="148" y="176"/>
                  <a:pt x="148" y="176"/>
                </a:cubicBezTo>
                <a:cubicBezTo>
                  <a:pt x="151" y="176"/>
                  <a:pt x="154" y="178"/>
                  <a:pt x="155" y="181"/>
                </a:cubicBezTo>
                <a:cubicBezTo>
                  <a:pt x="168" y="217"/>
                  <a:pt x="168" y="217"/>
                  <a:pt x="168" y="217"/>
                </a:cubicBezTo>
                <a:cubicBezTo>
                  <a:pt x="169" y="219"/>
                  <a:pt x="170" y="220"/>
                  <a:pt x="171" y="220"/>
                </a:cubicBezTo>
                <a:cubicBezTo>
                  <a:pt x="171" y="220"/>
                  <a:pt x="172" y="220"/>
                  <a:pt x="172" y="220"/>
                </a:cubicBezTo>
                <a:cubicBezTo>
                  <a:pt x="173" y="220"/>
                  <a:pt x="174" y="220"/>
                  <a:pt x="175" y="219"/>
                </a:cubicBezTo>
                <a:cubicBezTo>
                  <a:pt x="182" y="212"/>
                  <a:pt x="182" y="212"/>
                  <a:pt x="182" y="212"/>
                </a:cubicBezTo>
                <a:cubicBezTo>
                  <a:pt x="183" y="210"/>
                  <a:pt x="184" y="209"/>
                  <a:pt x="184" y="206"/>
                </a:cubicBezTo>
                <a:cubicBezTo>
                  <a:pt x="184" y="192"/>
                  <a:pt x="184" y="192"/>
                  <a:pt x="184" y="192"/>
                </a:cubicBezTo>
                <a:cubicBezTo>
                  <a:pt x="198" y="170"/>
                  <a:pt x="198" y="170"/>
                  <a:pt x="198" y="170"/>
                </a:cubicBezTo>
                <a:cubicBezTo>
                  <a:pt x="199" y="168"/>
                  <a:pt x="198" y="166"/>
                  <a:pt x="196" y="165"/>
                </a:cubicBezTo>
                <a:cubicBezTo>
                  <a:pt x="194" y="163"/>
                  <a:pt x="192" y="164"/>
                  <a:pt x="191" y="166"/>
                </a:cubicBezTo>
                <a:cubicBezTo>
                  <a:pt x="177" y="189"/>
                  <a:pt x="177" y="189"/>
                  <a:pt x="177" y="189"/>
                </a:cubicBezTo>
                <a:cubicBezTo>
                  <a:pt x="176" y="189"/>
                  <a:pt x="176" y="190"/>
                  <a:pt x="176" y="191"/>
                </a:cubicBezTo>
                <a:cubicBezTo>
                  <a:pt x="176" y="206"/>
                  <a:pt x="176" y="206"/>
                  <a:pt x="176" y="206"/>
                </a:cubicBezTo>
                <a:cubicBezTo>
                  <a:pt x="174" y="209"/>
                  <a:pt x="174" y="209"/>
                  <a:pt x="174" y="209"/>
                </a:cubicBezTo>
                <a:cubicBezTo>
                  <a:pt x="163" y="178"/>
                  <a:pt x="163" y="178"/>
                  <a:pt x="163" y="178"/>
                </a:cubicBezTo>
                <a:cubicBezTo>
                  <a:pt x="160" y="172"/>
                  <a:pt x="154" y="168"/>
                  <a:pt x="148" y="168"/>
                </a:cubicBezTo>
                <a:cubicBezTo>
                  <a:pt x="143" y="168"/>
                  <a:pt x="143" y="168"/>
                  <a:pt x="143" y="168"/>
                </a:cubicBezTo>
                <a:cubicBezTo>
                  <a:pt x="132" y="144"/>
                  <a:pt x="132" y="144"/>
                  <a:pt x="132" y="144"/>
                </a:cubicBezTo>
                <a:cubicBezTo>
                  <a:pt x="138" y="133"/>
                  <a:pt x="138" y="133"/>
                  <a:pt x="138" y="133"/>
                </a:cubicBezTo>
                <a:cubicBezTo>
                  <a:pt x="146" y="136"/>
                  <a:pt x="146" y="136"/>
                  <a:pt x="146" y="136"/>
                </a:cubicBezTo>
                <a:cubicBezTo>
                  <a:pt x="147" y="136"/>
                  <a:pt x="148" y="136"/>
                  <a:pt x="149" y="136"/>
                </a:cubicBezTo>
                <a:cubicBezTo>
                  <a:pt x="160" y="136"/>
                  <a:pt x="160" y="136"/>
                  <a:pt x="160" y="136"/>
                </a:cubicBezTo>
                <a:cubicBezTo>
                  <a:pt x="163" y="136"/>
                  <a:pt x="166" y="134"/>
                  <a:pt x="167" y="132"/>
                </a:cubicBezTo>
                <a:cubicBezTo>
                  <a:pt x="168" y="131"/>
                  <a:pt x="168" y="130"/>
                  <a:pt x="168" y="129"/>
                </a:cubicBezTo>
                <a:cubicBezTo>
                  <a:pt x="168" y="128"/>
                  <a:pt x="168" y="128"/>
                  <a:pt x="168" y="128"/>
                </a:cubicBezTo>
                <a:cubicBezTo>
                  <a:pt x="168" y="127"/>
                  <a:pt x="168" y="126"/>
                  <a:pt x="167" y="125"/>
                </a:cubicBezTo>
                <a:cubicBezTo>
                  <a:pt x="166" y="124"/>
                  <a:pt x="165" y="123"/>
                  <a:pt x="164" y="122"/>
                </a:cubicBezTo>
                <a:cubicBezTo>
                  <a:pt x="159" y="120"/>
                  <a:pt x="159" y="120"/>
                  <a:pt x="159" y="120"/>
                </a:cubicBezTo>
                <a:cubicBezTo>
                  <a:pt x="155" y="116"/>
                  <a:pt x="149" y="114"/>
                  <a:pt x="143" y="114"/>
                </a:cubicBezTo>
                <a:cubicBezTo>
                  <a:pt x="147" y="104"/>
                  <a:pt x="147" y="104"/>
                  <a:pt x="147" y="104"/>
                </a:cubicBezTo>
                <a:cubicBezTo>
                  <a:pt x="158" y="104"/>
                  <a:pt x="158" y="104"/>
                  <a:pt x="158" y="104"/>
                </a:cubicBezTo>
                <a:cubicBezTo>
                  <a:pt x="159" y="104"/>
                  <a:pt x="160" y="104"/>
                  <a:pt x="161" y="103"/>
                </a:cubicBezTo>
                <a:cubicBezTo>
                  <a:pt x="168" y="100"/>
                  <a:pt x="168" y="100"/>
                  <a:pt x="168" y="100"/>
                </a:cubicBezTo>
                <a:cubicBezTo>
                  <a:pt x="170" y="99"/>
                  <a:pt x="171" y="96"/>
                  <a:pt x="170" y="94"/>
                </a:cubicBezTo>
                <a:cubicBezTo>
                  <a:pt x="169" y="92"/>
                  <a:pt x="167" y="92"/>
                  <a:pt x="165" y="93"/>
                </a:cubicBezTo>
                <a:cubicBezTo>
                  <a:pt x="158" y="96"/>
                  <a:pt x="158" y="96"/>
                  <a:pt x="158" y="96"/>
                </a:cubicBezTo>
                <a:cubicBezTo>
                  <a:pt x="147" y="96"/>
                  <a:pt x="147" y="96"/>
                  <a:pt x="147" y="96"/>
                </a:cubicBezTo>
                <a:cubicBezTo>
                  <a:pt x="144" y="96"/>
                  <a:pt x="141" y="98"/>
                  <a:pt x="140" y="101"/>
                </a:cubicBezTo>
                <a:cubicBezTo>
                  <a:pt x="136" y="111"/>
                  <a:pt x="136" y="111"/>
                  <a:pt x="136" y="111"/>
                </a:cubicBezTo>
                <a:cubicBezTo>
                  <a:pt x="135" y="114"/>
                  <a:pt x="135" y="117"/>
                  <a:pt x="137" y="119"/>
                </a:cubicBezTo>
                <a:cubicBezTo>
                  <a:pt x="138" y="121"/>
                  <a:pt x="141" y="122"/>
                  <a:pt x="143" y="122"/>
                </a:cubicBezTo>
                <a:cubicBezTo>
                  <a:pt x="147" y="122"/>
                  <a:pt x="151" y="123"/>
                  <a:pt x="153" y="126"/>
                </a:cubicBezTo>
                <a:cubicBezTo>
                  <a:pt x="154" y="126"/>
                  <a:pt x="154" y="126"/>
                  <a:pt x="155" y="127"/>
                </a:cubicBezTo>
                <a:cubicBezTo>
                  <a:pt x="157" y="128"/>
                  <a:pt x="157" y="128"/>
                  <a:pt x="157" y="128"/>
                </a:cubicBezTo>
                <a:cubicBezTo>
                  <a:pt x="149" y="128"/>
                  <a:pt x="149" y="128"/>
                  <a:pt x="149" y="128"/>
                </a:cubicBezTo>
                <a:lnTo>
                  <a:pt x="140" y="12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87" name="Freeform 253">
            <a:extLst>
              <a:ext uri="{FF2B5EF4-FFF2-40B4-BE49-F238E27FC236}">
                <a16:creationId xmlns:a16="http://schemas.microsoft.com/office/drawing/2014/main" id="{65E81CA6-B5B6-4F19-B45A-F74599D47649}"/>
              </a:ext>
            </a:extLst>
          </p:cNvPr>
          <p:cNvSpPr>
            <a:spLocks noChangeAspect="1" noEditPoints="1"/>
          </p:cNvSpPr>
          <p:nvPr/>
        </p:nvSpPr>
        <p:spPr bwMode="auto">
          <a:xfrm>
            <a:off x="7328354" y="4344988"/>
            <a:ext cx="436563" cy="415925"/>
          </a:xfrm>
          <a:custGeom>
            <a:avLst/>
            <a:gdLst>
              <a:gd name="T0" fmla="*/ 253 w 279"/>
              <a:gd name="T1" fmla="*/ 85 h 266"/>
              <a:gd name="T2" fmla="*/ 226 w 279"/>
              <a:gd name="T3" fmla="*/ 223 h 266"/>
              <a:gd name="T4" fmla="*/ 56 w 279"/>
              <a:gd name="T5" fmla="*/ 223 h 266"/>
              <a:gd name="T6" fmla="*/ 188 w 279"/>
              <a:gd name="T7" fmla="*/ 28 h 266"/>
              <a:gd name="T8" fmla="*/ 191 w 279"/>
              <a:gd name="T9" fmla="*/ 20 h 266"/>
              <a:gd name="T10" fmla="*/ 50 w 279"/>
              <a:gd name="T11" fmla="*/ 229 h 266"/>
              <a:gd name="T12" fmla="*/ 231 w 279"/>
              <a:gd name="T13" fmla="*/ 229 h 266"/>
              <a:gd name="T14" fmla="*/ 164 w 279"/>
              <a:gd name="T15" fmla="*/ 55 h 266"/>
              <a:gd name="T16" fmla="*/ 77 w 279"/>
              <a:gd name="T17" fmla="*/ 74 h 266"/>
              <a:gd name="T18" fmla="*/ 141 w 279"/>
              <a:gd name="T19" fmla="*/ 228 h 266"/>
              <a:gd name="T20" fmla="*/ 229 w 279"/>
              <a:gd name="T21" fmla="*/ 118 h 266"/>
              <a:gd name="T22" fmla="*/ 221 w 279"/>
              <a:gd name="T23" fmla="*/ 120 h 266"/>
              <a:gd name="T24" fmla="*/ 83 w 279"/>
              <a:gd name="T25" fmla="*/ 196 h 266"/>
              <a:gd name="T26" fmla="*/ 159 w 279"/>
              <a:gd name="T27" fmla="*/ 58 h 266"/>
              <a:gd name="T28" fmla="*/ 147 w 279"/>
              <a:gd name="T29" fmla="*/ 94 h 266"/>
              <a:gd name="T30" fmla="*/ 148 w 279"/>
              <a:gd name="T31" fmla="*/ 87 h 266"/>
              <a:gd name="T32" fmla="*/ 104 w 279"/>
              <a:gd name="T33" fmla="*/ 175 h 266"/>
              <a:gd name="T34" fmla="*/ 178 w 279"/>
              <a:gd name="T35" fmla="*/ 175 h 266"/>
              <a:gd name="T36" fmla="*/ 188 w 279"/>
              <a:gd name="T37" fmla="*/ 127 h 266"/>
              <a:gd name="T38" fmla="*/ 172 w 279"/>
              <a:gd name="T39" fmla="*/ 169 h 266"/>
              <a:gd name="T40" fmla="*/ 110 w 279"/>
              <a:gd name="T41" fmla="*/ 107 h 266"/>
              <a:gd name="T42" fmla="*/ 162 w 279"/>
              <a:gd name="T43" fmla="*/ 111 h 266"/>
              <a:gd name="T44" fmla="*/ 132 w 279"/>
              <a:gd name="T45" fmla="*/ 130 h 266"/>
              <a:gd name="T46" fmla="*/ 132 w 279"/>
              <a:gd name="T47" fmla="*/ 146 h 266"/>
              <a:gd name="T48" fmla="*/ 149 w 279"/>
              <a:gd name="T49" fmla="*/ 146 h 266"/>
              <a:gd name="T50" fmla="*/ 153 w 279"/>
              <a:gd name="T51" fmla="*/ 138 h 266"/>
              <a:gd name="T52" fmla="*/ 168 w 279"/>
              <a:gd name="T53" fmla="*/ 117 h 266"/>
              <a:gd name="T54" fmla="*/ 266 w 279"/>
              <a:gd name="T55" fmla="*/ 58 h 266"/>
              <a:gd name="T56" fmla="*/ 221 w 279"/>
              <a:gd name="T57" fmla="*/ 13 h 266"/>
              <a:gd name="T58" fmla="*/ 162 w 279"/>
              <a:gd name="T59" fmla="*/ 111 h 266"/>
              <a:gd name="T60" fmla="*/ 216 w 279"/>
              <a:gd name="T61" fmla="*/ 63 h 266"/>
              <a:gd name="T62" fmla="*/ 202 w 279"/>
              <a:gd name="T63" fmla="*/ 111 h 266"/>
              <a:gd name="T64" fmla="*/ 168 w 279"/>
              <a:gd name="T65" fmla="*/ 77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9" h="266">
                <a:moveTo>
                  <a:pt x="259" y="88"/>
                </a:moveTo>
                <a:cubicBezTo>
                  <a:pt x="258" y="85"/>
                  <a:pt x="255" y="85"/>
                  <a:pt x="253" y="85"/>
                </a:cubicBezTo>
                <a:cubicBezTo>
                  <a:pt x="251" y="86"/>
                  <a:pt x="250" y="89"/>
                  <a:pt x="251" y="91"/>
                </a:cubicBezTo>
                <a:cubicBezTo>
                  <a:pt x="271" y="136"/>
                  <a:pt x="261" y="188"/>
                  <a:pt x="226" y="223"/>
                </a:cubicBezTo>
                <a:cubicBezTo>
                  <a:pt x="203" y="246"/>
                  <a:pt x="173" y="258"/>
                  <a:pt x="141" y="258"/>
                </a:cubicBezTo>
                <a:cubicBezTo>
                  <a:pt x="109" y="258"/>
                  <a:pt x="79" y="246"/>
                  <a:pt x="56" y="223"/>
                </a:cubicBezTo>
                <a:cubicBezTo>
                  <a:pt x="9" y="176"/>
                  <a:pt x="9" y="100"/>
                  <a:pt x="56" y="53"/>
                </a:cubicBezTo>
                <a:cubicBezTo>
                  <a:pt x="91" y="18"/>
                  <a:pt x="143" y="8"/>
                  <a:pt x="188" y="28"/>
                </a:cubicBezTo>
                <a:cubicBezTo>
                  <a:pt x="190" y="29"/>
                  <a:pt x="193" y="28"/>
                  <a:pt x="194" y="26"/>
                </a:cubicBezTo>
                <a:cubicBezTo>
                  <a:pt x="194" y="24"/>
                  <a:pt x="193" y="21"/>
                  <a:pt x="191" y="20"/>
                </a:cubicBezTo>
                <a:cubicBezTo>
                  <a:pt x="143" y="0"/>
                  <a:pt x="88" y="10"/>
                  <a:pt x="50" y="47"/>
                </a:cubicBezTo>
                <a:cubicBezTo>
                  <a:pt x="0" y="97"/>
                  <a:pt x="0" y="179"/>
                  <a:pt x="50" y="229"/>
                </a:cubicBezTo>
                <a:cubicBezTo>
                  <a:pt x="75" y="253"/>
                  <a:pt x="107" y="266"/>
                  <a:pt x="141" y="266"/>
                </a:cubicBezTo>
                <a:cubicBezTo>
                  <a:pt x="175" y="266"/>
                  <a:pt x="207" y="253"/>
                  <a:pt x="231" y="229"/>
                </a:cubicBezTo>
                <a:cubicBezTo>
                  <a:pt x="269" y="191"/>
                  <a:pt x="279" y="136"/>
                  <a:pt x="259" y="88"/>
                </a:cubicBezTo>
                <a:close/>
                <a:moveTo>
                  <a:pt x="164" y="55"/>
                </a:moveTo>
                <a:cubicBezTo>
                  <a:pt x="164" y="53"/>
                  <a:pt x="163" y="51"/>
                  <a:pt x="161" y="50"/>
                </a:cubicBezTo>
                <a:cubicBezTo>
                  <a:pt x="130" y="43"/>
                  <a:pt x="99" y="52"/>
                  <a:pt x="77" y="74"/>
                </a:cubicBezTo>
                <a:cubicBezTo>
                  <a:pt x="42" y="109"/>
                  <a:pt x="42" y="167"/>
                  <a:pt x="77" y="202"/>
                </a:cubicBezTo>
                <a:cubicBezTo>
                  <a:pt x="95" y="219"/>
                  <a:pt x="118" y="228"/>
                  <a:pt x="141" y="228"/>
                </a:cubicBezTo>
                <a:cubicBezTo>
                  <a:pt x="164" y="228"/>
                  <a:pt x="187" y="219"/>
                  <a:pt x="205" y="202"/>
                </a:cubicBezTo>
                <a:cubicBezTo>
                  <a:pt x="226" y="180"/>
                  <a:pt x="236" y="149"/>
                  <a:pt x="229" y="118"/>
                </a:cubicBezTo>
                <a:cubicBezTo>
                  <a:pt x="228" y="116"/>
                  <a:pt x="226" y="115"/>
                  <a:pt x="224" y="115"/>
                </a:cubicBezTo>
                <a:cubicBezTo>
                  <a:pt x="222" y="116"/>
                  <a:pt x="220" y="118"/>
                  <a:pt x="221" y="120"/>
                </a:cubicBezTo>
                <a:cubicBezTo>
                  <a:pt x="227" y="148"/>
                  <a:pt x="219" y="176"/>
                  <a:pt x="199" y="196"/>
                </a:cubicBezTo>
                <a:cubicBezTo>
                  <a:pt x="167" y="228"/>
                  <a:pt x="115" y="228"/>
                  <a:pt x="83" y="196"/>
                </a:cubicBezTo>
                <a:cubicBezTo>
                  <a:pt x="51" y="164"/>
                  <a:pt x="51" y="112"/>
                  <a:pt x="83" y="80"/>
                </a:cubicBezTo>
                <a:cubicBezTo>
                  <a:pt x="103" y="60"/>
                  <a:pt x="131" y="52"/>
                  <a:pt x="159" y="58"/>
                </a:cubicBezTo>
                <a:cubicBezTo>
                  <a:pt x="161" y="58"/>
                  <a:pt x="163" y="57"/>
                  <a:pt x="164" y="55"/>
                </a:cubicBezTo>
                <a:close/>
                <a:moveTo>
                  <a:pt x="147" y="94"/>
                </a:moveTo>
                <a:cubicBezTo>
                  <a:pt x="149" y="95"/>
                  <a:pt x="151" y="93"/>
                  <a:pt x="152" y="91"/>
                </a:cubicBezTo>
                <a:cubicBezTo>
                  <a:pt x="152" y="89"/>
                  <a:pt x="150" y="87"/>
                  <a:pt x="148" y="87"/>
                </a:cubicBezTo>
                <a:cubicBezTo>
                  <a:pt x="132" y="84"/>
                  <a:pt x="116" y="90"/>
                  <a:pt x="104" y="101"/>
                </a:cubicBezTo>
                <a:cubicBezTo>
                  <a:pt x="84" y="122"/>
                  <a:pt x="84" y="154"/>
                  <a:pt x="104" y="175"/>
                </a:cubicBezTo>
                <a:cubicBezTo>
                  <a:pt x="114" y="185"/>
                  <a:pt x="128" y="190"/>
                  <a:pt x="141" y="190"/>
                </a:cubicBezTo>
                <a:cubicBezTo>
                  <a:pt x="154" y="190"/>
                  <a:pt x="168" y="185"/>
                  <a:pt x="178" y="175"/>
                </a:cubicBezTo>
                <a:cubicBezTo>
                  <a:pt x="189" y="163"/>
                  <a:pt x="195" y="147"/>
                  <a:pt x="192" y="131"/>
                </a:cubicBezTo>
                <a:cubicBezTo>
                  <a:pt x="192" y="128"/>
                  <a:pt x="190" y="127"/>
                  <a:pt x="188" y="127"/>
                </a:cubicBezTo>
                <a:cubicBezTo>
                  <a:pt x="186" y="128"/>
                  <a:pt x="184" y="130"/>
                  <a:pt x="184" y="132"/>
                </a:cubicBezTo>
                <a:cubicBezTo>
                  <a:pt x="186" y="146"/>
                  <a:pt x="182" y="159"/>
                  <a:pt x="172" y="169"/>
                </a:cubicBezTo>
                <a:cubicBezTo>
                  <a:pt x="155" y="186"/>
                  <a:pt x="127" y="186"/>
                  <a:pt x="110" y="169"/>
                </a:cubicBezTo>
                <a:cubicBezTo>
                  <a:pt x="93" y="152"/>
                  <a:pt x="93" y="124"/>
                  <a:pt x="110" y="107"/>
                </a:cubicBezTo>
                <a:cubicBezTo>
                  <a:pt x="120" y="97"/>
                  <a:pt x="133" y="92"/>
                  <a:pt x="147" y="94"/>
                </a:cubicBezTo>
                <a:close/>
                <a:moveTo>
                  <a:pt x="162" y="111"/>
                </a:moveTo>
                <a:cubicBezTo>
                  <a:pt x="146" y="127"/>
                  <a:pt x="146" y="127"/>
                  <a:pt x="146" y="127"/>
                </a:cubicBezTo>
                <a:cubicBezTo>
                  <a:pt x="142" y="125"/>
                  <a:pt x="136" y="126"/>
                  <a:pt x="132" y="130"/>
                </a:cubicBezTo>
                <a:cubicBezTo>
                  <a:pt x="130" y="132"/>
                  <a:pt x="129" y="135"/>
                  <a:pt x="129" y="138"/>
                </a:cubicBezTo>
                <a:cubicBezTo>
                  <a:pt x="129" y="141"/>
                  <a:pt x="130" y="144"/>
                  <a:pt x="132" y="146"/>
                </a:cubicBezTo>
                <a:cubicBezTo>
                  <a:pt x="135" y="149"/>
                  <a:pt x="138" y="150"/>
                  <a:pt x="141" y="150"/>
                </a:cubicBezTo>
                <a:cubicBezTo>
                  <a:pt x="144" y="150"/>
                  <a:pt x="147" y="149"/>
                  <a:pt x="149" y="146"/>
                </a:cubicBezTo>
                <a:cubicBezTo>
                  <a:pt x="149" y="146"/>
                  <a:pt x="149" y="146"/>
                  <a:pt x="149" y="146"/>
                </a:cubicBezTo>
                <a:cubicBezTo>
                  <a:pt x="152" y="144"/>
                  <a:pt x="153" y="141"/>
                  <a:pt x="153" y="138"/>
                </a:cubicBezTo>
                <a:cubicBezTo>
                  <a:pt x="153" y="136"/>
                  <a:pt x="152" y="134"/>
                  <a:pt x="152" y="133"/>
                </a:cubicBezTo>
                <a:cubicBezTo>
                  <a:pt x="168" y="117"/>
                  <a:pt x="168" y="117"/>
                  <a:pt x="168" y="117"/>
                </a:cubicBezTo>
                <a:cubicBezTo>
                  <a:pt x="205" y="120"/>
                  <a:pt x="205" y="120"/>
                  <a:pt x="205" y="120"/>
                </a:cubicBezTo>
                <a:cubicBezTo>
                  <a:pt x="266" y="58"/>
                  <a:pt x="266" y="58"/>
                  <a:pt x="266" y="58"/>
                </a:cubicBezTo>
                <a:cubicBezTo>
                  <a:pt x="224" y="55"/>
                  <a:pt x="224" y="55"/>
                  <a:pt x="224" y="55"/>
                </a:cubicBezTo>
                <a:cubicBezTo>
                  <a:pt x="221" y="13"/>
                  <a:pt x="221" y="13"/>
                  <a:pt x="221" y="13"/>
                </a:cubicBezTo>
                <a:cubicBezTo>
                  <a:pt x="159" y="74"/>
                  <a:pt x="159" y="74"/>
                  <a:pt x="159" y="74"/>
                </a:cubicBezTo>
                <a:lnTo>
                  <a:pt x="162" y="111"/>
                </a:lnTo>
                <a:close/>
                <a:moveTo>
                  <a:pt x="214" y="31"/>
                </a:moveTo>
                <a:cubicBezTo>
                  <a:pt x="216" y="63"/>
                  <a:pt x="216" y="63"/>
                  <a:pt x="216" y="63"/>
                </a:cubicBezTo>
                <a:cubicBezTo>
                  <a:pt x="248" y="65"/>
                  <a:pt x="248" y="65"/>
                  <a:pt x="248" y="65"/>
                </a:cubicBezTo>
                <a:cubicBezTo>
                  <a:pt x="202" y="111"/>
                  <a:pt x="202" y="111"/>
                  <a:pt x="202" y="111"/>
                </a:cubicBezTo>
                <a:cubicBezTo>
                  <a:pt x="170" y="109"/>
                  <a:pt x="170" y="109"/>
                  <a:pt x="170" y="109"/>
                </a:cubicBezTo>
                <a:cubicBezTo>
                  <a:pt x="168" y="77"/>
                  <a:pt x="168" y="77"/>
                  <a:pt x="168" y="77"/>
                </a:cubicBezTo>
                <a:lnTo>
                  <a:pt x="214" y="3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96" name="Freeform 257">
            <a:extLst>
              <a:ext uri="{FF2B5EF4-FFF2-40B4-BE49-F238E27FC236}">
                <a16:creationId xmlns:a16="http://schemas.microsoft.com/office/drawing/2014/main" id="{C15AF13E-0CDE-4565-9F31-413F93EA0D60}"/>
              </a:ext>
            </a:extLst>
          </p:cNvPr>
          <p:cNvSpPr>
            <a:spLocks noChangeAspect="1" noEditPoints="1"/>
          </p:cNvSpPr>
          <p:nvPr/>
        </p:nvSpPr>
        <p:spPr bwMode="auto">
          <a:xfrm>
            <a:off x="8303937" y="4352925"/>
            <a:ext cx="420688" cy="400050"/>
          </a:xfrm>
          <a:custGeom>
            <a:avLst/>
            <a:gdLst>
              <a:gd name="T0" fmla="*/ 225 w 269"/>
              <a:gd name="T1" fmla="*/ 165 h 256"/>
              <a:gd name="T2" fmla="*/ 220 w 269"/>
              <a:gd name="T3" fmla="*/ 170 h 256"/>
              <a:gd name="T4" fmla="*/ 250 w 269"/>
              <a:gd name="T5" fmla="*/ 240 h 256"/>
              <a:gd name="T6" fmla="*/ 181 w 269"/>
              <a:gd name="T7" fmla="*/ 209 h 256"/>
              <a:gd name="T8" fmla="*/ 175 w 269"/>
              <a:gd name="T9" fmla="*/ 215 h 256"/>
              <a:gd name="T10" fmla="*/ 230 w 269"/>
              <a:gd name="T11" fmla="*/ 256 h 256"/>
              <a:gd name="T12" fmla="*/ 255 w 269"/>
              <a:gd name="T13" fmla="*/ 195 h 256"/>
              <a:gd name="T14" fmla="*/ 116 w 269"/>
              <a:gd name="T15" fmla="*/ 0 h 256"/>
              <a:gd name="T16" fmla="*/ 41 w 269"/>
              <a:gd name="T17" fmla="*/ 181 h 256"/>
              <a:gd name="T18" fmla="*/ 191 w 269"/>
              <a:gd name="T19" fmla="*/ 181 h 256"/>
              <a:gd name="T20" fmla="*/ 116 w 269"/>
              <a:gd name="T21" fmla="*/ 204 h 256"/>
              <a:gd name="T22" fmla="*/ 47 w 269"/>
              <a:gd name="T23" fmla="*/ 37 h 256"/>
              <a:gd name="T24" fmla="*/ 185 w 269"/>
              <a:gd name="T25" fmla="*/ 37 h 256"/>
              <a:gd name="T26" fmla="*/ 116 w 269"/>
              <a:gd name="T27" fmla="*/ 204 h 256"/>
              <a:gd name="T28" fmla="*/ 103 w 269"/>
              <a:gd name="T29" fmla="*/ 99 h 256"/>
              <a:gd name="T30" fmla="*/ 55 w 269"/>
              <a:gd name="T31" fmla="*/ 148 h 256"/>
              <a:gd name="T32" fmla="*/ 59 w 269"/>
              <a:gd name="T33" fmla="*/ 169 h 256"/>
              <a:gd name="T34" fmla="*/ 80 w 269"/>
              <a:gd name="T35" fmla="*/ 166 h 256"/>
              <a:gd name="T36" fmla="*/ 91 w 269"/>
              <a:gd name="T37" fmla="*/ 155 h 256"/>
              <a:gd name="T38" fmla="*/ 100 w 269"/>
              <a:gd name="T39" fmla="*/ 140 h 256"/>
              <a:gd name="T40" fmla="*/ 109 w 269"/>
              <a:gd name="T41" fmla="*/ 139 h 256"/>
              <a:gd name="T42" fmla="*/ 139 w 269"/>
              <a:gd name="T43" fmla="*/ 121 h 256"/>
              <a:gd name="T44" fmla="*/ 167 w 269"/>
              <a:gd name="T45" fmla="*/ 52 h 256"/>
              <a:gd name="T46" fmla="*/ 104 w 269"/>
              <a:gd name="T47" fmla="*/ 132 h 256"/>
              <a:gd name="T48" fmla="*/ 94 w 269"/>
              <a:gd name="T49" fmla="*/ 134 h 256"/>
              <a:gd name="T50" fmla="*/ 79 w 269"/>
              <a:gd name="T51" fmla="*/ 147 h 256"/>
              <a:gd name="T52" fmla="*/ 73 w 269"/>
              <a:gd name="T53" fmla="*/ 161 h 256"/>
              <a:gd name="T54" fmla="*/ 63 w 269"/>
              <a:gd name="T55" fmla="*/ 150 h 256"/>
              <a:gd name="T56" fmla="*/ 110 w 269"/>
              <a:gd name="T57" fmla="*/ 109 h 256"/>
              <a:gd name="T58" fmla="*/ 104 w 269"/>
              <a:gd name="T59" fmla="*/ 132 h 256"/>
              <a:gd name="T60" fmla="*/ 129 w 269"/>
              <a:gd name="T61" fmla="*/ 111 h 256"/>
              <a:gd name="T62" fmla="*/ 116 w 269"/>
              <a:gd name="T63" fmla="*/ 103 h 256"/>
              <a:gd name="T64" fmla="*/ 139 w 269"/>
              <a:gd name="T65" fmla="*/ 49 h 256"/>
              <a:gd name="T66" fmla="*/ 161 w 269"/>
              <a:gd name="T67" fmla="*/ 103 h 256"/>
              <a:gd name="T68" fmla="*/ 133 w 269"/>
              <a:gd name="T69" fmla="*/ 64 h 256"/>
              <a:gd name="T70" fmla="*/ 133 w 269"/>
              <a:gd name="T71" fmla="*/ 86 h 256"/>
              <a:gd name="T72" fmla="*/ 156 w 269"/>
              <a:gd name="T73" fmla="*/ 86 h 256"/>
              <a:gd name="T74" fmla="*/ 156 w 269"/>
              <a:gd name="T75" fmla="*/ 64 h 256"/>
              <a:gd name="T76" fmla="*/ 150 w 269"/>
              <a:gd name="T77" fmla="*/ 81 h 256"/>
              <a:gd name="T78" fmla="*/ 136 w 269"/>
              <a:gd name="T79" fmla="*/ 75 h 256"/>
              <a:gd name="T80" fmla="*/ 144 w 269"/>
              <a:gd name="T81" fmla="*/ 67 h 256"/>
              <a:gd name="T82" fmla="*/ 152 w 269"/>
              <a:gd name="T83" fmla="*/ 7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9" h="256">
                <a:moveTo>
                  <a:pt x="255" y="195"/>
                </a:moveTo>
                <a:cubicBezTo>
                  <a:pt x="225" y="165"/>
                  <a:pt x="225" y="165"/>
                  <a:pt x="225" y="165"/>
                </a:cubicBezTo>
                <a:cubicBezTo>
                  <a:pt x="224" y="163"/>
                  <a:pt x="221" y="163"/>
                  <a:pt x="220" y="165"/>
                </a:cubicBezTo>
                <a:cubicBezTo>
                  <a:pt x="218" y="166"/>
                  <a:pt x="218" y="169"/>
                  <a:pt x="220" y="170"/>
                </a:cubicBezTo>
                <a:cubicBezTo>
                  <a:pt x="250" y="200"/>
                  <a:pt x="250" y="200"/>
                  <a:pt x="250" y="200"/>
                </a:cubicBezTo>
                <a:cubicBezTo>
                  <a:pt x="261" y="211"/>
                  <a:pt x="261" y="229"/>
                  <a:pt x="250" y="240"/>
                </a:cubicBezTo>
                <a:cubicBezTo>
                  <a:pt x="239" y="251"/>
                  <a:pt x="221" y="251"/>
                  <a:pt x="210" y="240"/>
                </a:cubicBezTo>
                <a:cubicBezTo>
                  <a:pt x="181" y="209"/>
                  <a:pt x="181" y="209"/>
                  <a:pt x="181" y="209"/>
                </a:cubicBezTo>
                <a:cubicBezTo>
                  <a:pt x="179" y="208"/>
                  <a:pt x="177" y="208"/>
                  <a:pt x="175" y="209"/>
                </a:cubicBezTo>
                <a:cubicBezTo>
                  <a:pt x="174" y="211"/>
                  <a:pt x="174" y="213"/>
                  <a:pt x="175" y="215"/>
                </a:cubicBezTo>
                <a:cubicBezTo>
                  <a:pt x="205" y="245"/>
                  <a:pt x="205" y="245"/>
                  <a:pt x="205" y="245"/>
                </a:cubicBezTo>
                <a:cubicBezTo>
                  <a:pt x="212" y="252"/>
                  <a:pt x="221" y="256"/>
                  <a:pt x="230" y="256"/>
                </a:cubicBezTo>
                <a:cubicBezTo>
                  <a:pt x="239" y="256"/>
                  <a:pt x="248" y="252"/>
                  <a:pt x="255" y="245"/>
                </a:cubicBezTo>
                <a:cubicBezTo>
                  <a:pt x="269" y="231"/>
                  <a:pt x="269" y="209"/>
                  <a:pt x="255" y="195"/>
                </a:cubicBezTo>
                <a:close/>
                <a:moveTo>
                  <a:pt x="191" y="31"/>
                </a:moveTo>
                <a:cubicBezTo>
                  <a:pt x="171" y="11"/>
                  <a:pt x="144" y="0"/>
                  <a:pt x="116" y="0"/>
                </a:cubicBezTo>
                <a:cubicBezTo>
                  <a:pt x="88" y="0"/>
                  <a:pt x="61" y="11"/>
                  <a:pt x="41" y="31"/>
                </a:cubicBezTo>
                <a:cubicBezTo>
                  <a:pt x="0" y="72"/>
                  <a:pt x="0" y="140"/>
                  <a:pt x="41" y="181"/>
                </a:cubicBezTo>
                <a:cubicBezTo>
                  <a:pt x="61" y="201"/>
                  <a:pt x="88" y="212"/>
                  <a:pt x="116" y="212"/>
                </a:cubicBezTo>
                <a:cubicBezTo>
                  <a:pt x="144" y="212"/>
                  <a:pt x="171" y="201"/>
                  <a:pt x="191" y="181"/>
                </a:cubicBezTo>
                <a:cubicBezTo>
                  <a:pt x="232" y="140"/>
                  <a:pt x="232" y="72"/>
                  <a:pt x="191" y="31"/>
                </a:cubicBezTo>
                <a:close/>
                <a:moveTo>
                  <a:pt x="116" y="204"/>
                </a:moveTo>
                <a:cubicBezTo>
                  <a:pt x="90" y="204"/>
                  <a:pt x="65" y="194"/>
                  <a:pt x="47" y="175"/>
                </a:cubicBezTo>
                <a:cubicBezTo>
                  <a:pt x="8" y="137"/>
                  <a:pt x="8" y="75"/>
                  <a:pt x="47" y="37"/>
                </a:cubicBezTo>
                <a:cubicBezTo>
                  <a:pt x="65" y="18"/>
                  <a:pt x="90" y="8"/>
                  <a:pt x="116" y="8"/>
                </a:cubicBezTo>
                <a:cubicBezTo>
                  <a:pt x="142" y="8"/>
                  <a:pt x="167" y="18"/>
                  <a:pt x="185" y="37"/>
                </a:cubicBezTo>
                <a:cubicBezTo>
                  <a:pt x="224" y="75"/>
                  <a:pt x="224" y="137"/>
                  <a:pt x="185" y="175"/>
                </a:cubicBezTo>
                <a:cubicBezTo>
                  <a:pt x="167" y="194"/>
                  <a:pt x="142" y="204"/>
                  <a:pt x="116" y="204"/>
                </a:cubicBezTo>
                <a:close/>
                <a:moveTo>
                  <a:pt x="110" y="52"/>
                </a:moveTo>
                <a:cubicBezTo>
                  <a:pt x="98" y="65"/>
                  <a:pt x="95" y="84"/>
                  <a:pt x="103" y="99"/>
                </a:cubicBezTo>
                <a:cubicBezTo>
                  <a:pt x="57" y="146"/>
                  <a:pt x="57" y="146"/>
                  <a:pt x="57" y="146"/>
                </a:cubicBezTo>
                <a:cubicBezTo>
                  <a:pt x="56" y="146"/>
                  <a:pt x="55" y="147"/>
                  <a:pt x="55" y="148"/>
                </a:cubicBezTo>
                <a:cubicBezTo>
                  <a:pt x="55" y="165"/>
                  <a:pt x="55" y="165"/>
                  <a:pt x="55" y="165"/>
                </a:cubicBezTo>
                <a:cubicBezTo>
                  <a:pt x="55" y="168"/>
                  <a:pt x="57" y="169"/>
                  <a:pt x="59" y="169"/>
                </a:cubicBezTo>
                <a:cubicBezTo>
                  <a:pt x="76" y="169"/>
                  <a:pt x="76" y="169"/>
                  <a:pt x="76" y="169"/>
                </a:cubicBezTo>
                <a:cubicBezTo>
                  <a:pt x="78" y="169"/>
                  <a:pt x="80" y="168"/>
                  <a:pt x="80" y="166"/>
                </a:cubicBezTo>
                <a:cubicBezTo>
                  <a:pt x="83" y="155"/>
                  <a:pt x="83" y="155"/>
                  <a:pt x="83" y="155"/>
                </a:cubicBezTo>
                <a:cubicBezTo>
                  <a:pt x="91" y="155"/>
                  <a:pt x="91" y="155"/>
                  <a:pt x="91" y="155"/>
                </a:cubicBezTo>
                <a:cubicBezTo>
                  <a:pt x="92" y="155"/>
                  <a:pt x="93" y="154"/>
                  <a:pt x="94" y="153"/>
                </a:cubicBezTo>
                <a:cubicBezTo>
                  <a:pt x="100" y="140"/>
                  <a:pt x="100" y="140"/>
                  <a:pt x="100" y="140"/>
                </a:cubicBezTo>
                <a:cubicBezTo>
                  <a:pt x="106" y="140"/>
                  <a:pt x="106" y="140"/>
                  <a:pt x="106" y="140"/>
                </a:cubicBezTo>
                <a:cubicBezTo>
                  <a:pt x="107" y="140"/>
                  <a:pt x="108" y="140"/>
                  <a:pt x="109" y="139"/>
                </a:cubicBezTo>
                <a:cubicBezTo>
                  <a:pt x="128" y="119"/>
                  <a:pt x="128" y="119"/>
                  <a:pt x="128" y="119"/>
                </a:cubicBezTo>
                <a:cubicBezTo>
                  <a:pt x="132" y="120"/>
                  <a:pt x="135" y="121"/>
                  <a:pt x="139" y="121"/>
                </a:cubicBezTo>
                <a:cubicBezTo>
                  <a:pt x="149" y="121"/>
                  <a:pt x="159" y="117"/>
                  <a:pt x="167" y="109"/>
                </a:cubicBezTo>
                <a:cubicBezTo>
                  <a:pt x="183" y="93"/>
                  <a:pt x="183" y="68"/>
                  <a:pt x="167" y="52"/>
                </a:cubicBezTo>
                <a:cubicBezTo>
                  <a:pt x="151" y="37"/>
                  <a:pt x="126" y="37"/>
                  <a:pt x="110" y="52"/>
                </a:cubicBezTo>
                <a:close/>
                <a:moveTo>
                  <a:pt x="104" y="132"/>
                </a:moveTo>
                <a:cubicBezTo>
                  <a:pt x="98" y="132"/>
                  <a:pt x="98" y="132"/>
                  <a:pt x="98" y="132"/>
                </a:cubicBezTo>
                <a:cubicBezTo>
                  <a:pt x="96" y="132"/>
                  <a:pt x="95" y="133"/>
                  <a:pt x="94" y="134"/>
                </a:cubicBezTo>
                <a:cubicBezTo>
                  <a:pt x="88" y="147"/>
                  <a:pt x="88" y="147"/>
                  <a:pt x="88" y="147"/>
                </a:cubicBezTo>
                <a:cubicBezTo>
                  <a:pt x="79" y="147"/>
                  <a:pt x="79" y="147"/>
                  <a:pt x="79" y="147"/>
                </a:cubicBezTo>
                <a:cubicBezTo>
                  <a:pt x="77" y="147"/>
                  <a:pt x="76" y="149"/>
                  <a:pt x="75" y="150"/>
                </a:cubicBezTo>
                <a:cubicBezTo>
                  <a:pt x="73" y="161"/>
                  <a:pt x="73" y="161"/>
                  <a:pt x="73" y="161"/>
                </a:cubicBezTo>
                <a:cubicBezTo>
                  <a:pt x="63" y="161"/>
                  <a:pt x="63" y="161"/>
                  <a:pt x="63" y="161"/>
                </a:cubicBezTo>
                <a:cubicBezTo>
                  <a:pt x="63" y="150"/>
                  <a:pt x="63" y="150"/>
                  <a:pt x="63" y="150"/>
                </a:cubicBezTo>
                <a:cubicBezTo>
                  <a:pt x="108" y="106"/>
                  <a:pt x="108" y="106"/>
                  <a:pt x="108" y="106"/>
                </a:cubicBezTo>
                <a:cubicBezTo>
                  <a:pt x="108" y="107"/>
                  <a:pt x="109" y="108"/>
                  <a:pt x="110" y="109"/>
                </a:cubicBezTo>
                <a:cubicBezTo>
                  <a:pt x="113" y="112"/>
                  <a:pt x="117" y="114"/>
                  <a:pt x="120" y="116"/>
                </a:cubicBezTo>
                <a:lnTo>
                  <a:pt x="104" y="132"/>
                </a:lnTo>
                <a:close/>
                <a:moveTo>
                  <a:pt x="161" y="103"/>
                </a:moveTo>
                <a:cubicBezTo>
                  <a:pt x="153" y="112"/>
                  <a:pt x="140" y="114"/>
                  <a:pt x="129" y="111"/>
                </a:cubicBezTo>
                <a:cubicBezTo>
                  <a:pt x="129" y="111"/>
                  <a:pt x="128" y="111"/>
                  <a:pt x="128" y="111"/>
                </a:cubicBezTo>
                <a:cubicBezTo>
                  <a:pt x="123" y="109"/>
                  <a:pt x="119" y="107"/>
                  <a:pt x="116" y="103"/>
                </a:cubicBezTo>
                <a:cubicBezTo>
                  <a:pt x="104" y="91"/>
                  <a:pt x="104" y="70"/>
                  <a:pt x="116" y="58"/>
                </a:cubicBezTo>
                <a:cubicBezTo>
                  <a:pt x="122" y="52"/>
                  <a:pt x="130" y="49"/>
                  <a:pt x="139" y="49"/>
                </a:cubicBezTo>
                <a:cubicBezTo>
                  <a:pt x="147" y="49"/>
                  <a:pt x="155" y="52"/>
                  <a:pt x="161" y="58"/>
                </a:cubicBezTo>
                <a:cubicBezTo>
                  <a:pt x="174" y="70"/>
                  <a:pt x="174" y="91"/>
                  <a:pt x="161" y="103"/>
                </a:cubicBezTo>
                <a:close/>
                <a:moveTo>
                  <a:pt x="144" y="59"/>
                </a:moveTo>
                <a:cubicBezTo>
                  <a:pt x="140" y="59"/>
                  <a:pt x="136" y="61"/>
                  <a:pt x="133" y="64"/>
                </a:cubicBezTo>
                <a:cubicBezTo>
                  <a:pt x="130" y="67"/>
                  <a:pt x="128" y="71"/>
                  <a:pt x="128" y="75"/>
                </a:cubicBezTo>
                <a:cubicBezTo>
                  <a:pt x="128" y="79"/>
                  <a:pt x="130" y="83"/>
                  <a:pt x="133" y="86"/>
                </a:cubicBezTo>
                <a:cubicBezTo>
                  <a:pt x="136" y="89"/>
                  <a:pt x="140" y="91"/>
                  <a:pt x="144" y="91"/>
                </a:cubicBezTo>
                <a:cubicBezTo>
                  <a:pt x="149" y="91"/>
                  <a:pt x="153" y="89"/>
                  <a:pt x="156" y="86"/>
                </a:cubicBezTo>
                <a:cubicBezTo>
                  <a:pt x="159" y="83"/>
                  <a:pt x="160" y="79"/>
                  <a:pt x="160" y="75"/>
                </a:cubicBezTo>
                <a:cubicBezTo>
                  <a:pt x="160" y="71"/>
                  <a:pt x="159" y="67"/>
                  <a:pt x="156" y="64"/>
                </a:cubicBezTo>
                <a:cubicBezTo>
                  <a:pt x="153" y="61"/>
                  <a:pt x="149" y="59"/>
                  <a:pt x="144" y="59"/>
                </a:cubicBezTo>
                <a:close/>
                <a:moveTo>
                  <a:pt x="150" y="81"/>
                </a:moveTo>
                <a:cubicBezTo>
                  <a:pt x="147" y="84"/>
                  <a:pt x="142" y="84"/>
                  <a:pt x="139" y="81"/>
                </a:cubicBezTo>
                <a:cubicBezTo>
                  <a:pt x="137" y="79"/>
                  <a:pt x="136" y="77"/>
                  <a:pt x="136" y="75"/>
                </a:cubicBezTo>
                <a:cubicBezTo>
                  <a:pt x="136" y="73"/>
                  <a:pt x="137" y="71"/>
                  <a:pt x="139" y="69"/>
                </a:cubicBezTo>
                <a:cubicBezTo>
                  <a:pt x="140" y="68"/>
                  <a:pt x="142" y="67"/>
                  <a:pt x="144" y="67"/>
                </a:cubicBezTo>
                <a:cubicBezTo>
                  <a:pt x="146" y="67"/>
                  <a:pt x="148" y="68"/>
                  <a:pt x="150" y="69"/>
                </a:cubicBezTo>
                <a:cubicBezTo>
                  <a:pt x="151" y="71"/>
                  <a:pt x="152" y="73"/>
                  <a:pt x="152" y="75"/>
                </a:cubicBezTo>
                <a:cubicBezTo>
                  <a:pt x="152" y="77"/>
                  <a:pt x="151" y="79"/>
                  <a:pt x="150" y="8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88" name="Freeform 261">
            <a:extLst>
              <a:ext uri="{FF2B5EF4-FFF2-40B4-BE49-F238E27FC236}">
                <a16:creationId xmlns:a16="http://schemas.microsoft.com/office/drawing/2014/main" id="{876D30A8-030F-4776-9625-D22FE478E110}"/>
              </a:ext>
            </a:extLst>
          </p:cNvPr>
          <p:cNvSpPr>
            <a:spLocks noChangeAspect="1" noEditPoints="1"/>
          </p:cNvSpPr>
          <p:nvPr/>
        </p:nvSpPr>
        <p:spPr bwMode="auto">
          <a:xfrm>
            <a:off x="9281902" y="4352925"/>
            <a:ext cx="400050" cy="400050"/>
          </a:xfrm>
          <a:custGeom>
            <a:avLst/>
            <a:gdLst>
              <a:gd name="T0" fmla="*/ 0 w 256"/>
              <a:gd name="T1" fmla="*/ 20 h 256"/>
              <a:gd name="T2" fmla="*/ 40 w 256"/>
              <a:gd name="T3" fmla="*/ 212 h 256"/>
              <a:gd name="T4" fmla="*/ 8 w 256"/>
              <a:gd name="T5" fmla="*/ 192 h 256"/>
              <a:gd name="T6" fmla="*/ 248 w 256"/>
              <a:gd name="T7" fmla="*/ 192 h 256"/>
              <a:gd name="T8" fmla="*/ 216 w 256"/>
              <a:gd name="T9" fmla="*/ 212 h 256"/>
              <a:gd name="T10" fmla="*/ 256 w 256"/>
              <a:gd name="T11" fmla="*/ 20 h 256"/>
              <a:gd name="T12" fmla="*/ 8 w 256"/>
              <a:gd name="T13" fmla="*/ 48 h 256"/>
              <a:gd name="T14" fmla="*/ 236 w 256"/>
              <a:gd name="T15" fmla="*/ 8 h 256"/>
              <a:gd name="T16" fmla="*/ 32 w 256"/>
              <a:gd name="T17" fmla="*/ 20 h 256"/>
              <a:gd name="T18" fmla="*/ 40 w 256"/>
              <a:gd name="T19" fmla="*/ 28 h 256"/>
              <a:gd name="T20" fmla="*/ 52 w 256"/>
              <a:gd name="T21" fmla="*/ 28 h 256"/>
              <a:gd name="T22" fmla="*/ 60 w 256"/>
              <a:gd name="T23" fmla="*/ 20 h 256"/>
              <a:gd name="T24" fmla="*/ 88 w 256"/>
              <a:gd name="T25" fmla="*/ 36 h 256"/>
              <a:gd name="T26" fmla="*/ 128 w 256"/>
              <a:gd name="T27" fmla="*/ 108 h 256"/>
              <a:gd name="T28" fmla="*/ 184 w 256"/>
              <a:gd name="T29" fmla="*/ 164 h 256"/>
              <a:gd name="T30" fmla="*/ 80 w 256"/>
              <a:gd name="T31" fmla="*/ 164 h 256"/>
              <a:gd name="T32" fmla="*/ 128 w 256"/>
              <a:gd name="T33" fmla="*/ 212 h 256"/>
              <a:gd name="T34" fmla="*/ 210 w 256"/>
              <a:gd name="T35" fmla="*/ 143 h 256"/>
              <a:gd name="T36" fmla="*/ 198 w 256"/>
              <a:gd name="T37" fmla="*/ 125 h 256"/>
              <a:gd name="T38" fmla="*/ 201 w 256"/>
              <a:gd name="T39" fmla="*/ 107 h 256"/>
              <a:gd name="T40" fmla="*/ 169 w 256"/>
              <a:gd name="T41" fmla="*/ 94 h 256"/>
              <a:gd name="T42" fmla="*/ 149 w 256"/>
              <a:gd name="T43" fmla="*/ 86 h 256"/>
              <a:gd name="T44" fmla="*/ 117 w 256"/>
              <a:gd name="T45" fmla="*/ 72 h 256"/>
              <a:gd name="T46" fmla="*/ 106 w 256"/>
              <a:gd name="T47" fmla="*/ 87 h 256"/>
              <a:gd name="T48" fmla="*/ 85 w 256"/>
              <a:gd name="T49" fmla="*/ 91 h 256"/>
              <a:gd name="T50" fmla="*/ 52 w 256"/>
              <a:gd name="T51" fmla="*/ 114 h 256"/>
              <a:gd name="T52" fmla="*/ 58 w 256"/>
              <a:gd name="T53" fmla="*/ 125 h 256"/>
              <a:gd name="T54" fmla="*/ 46 w 256"/>
              <a:gd name="T55" fmla="*/ 143 h 256"/>
              <a:gd name="T56" fmla="*/ 46 w 256"/>
              <a:gd name="T57" fmla="*/ 185 h 256"/>
              <a:gd name="T58" fmla="*/ 58 w 256"/>
              <a:gd name="T59" fmla="*/ 203 h 256"/>
              <a:gd name="T60" fmla="*/ 52 w 256"/>
              <a:gd name="T61" fmla="*/ 214 h 256"/>
              <a:gd name="T62" fmla="*/ 85 w 256"/>
              <a:gd name="T63" fmla="*/ 237 h 256"/>
              <a:gd name="T64" fmla="*/ 106 w 256"/>
              <a:gd name="T65" fmla="*/ 241 h 256"/>
              <a:gd name="T66" fmla="*/ 117 w 256"/>
              <a:gd name="T67" fmla="*/ 256 h 256"/>
              <a:gd name="T68" fmla="*/ 149 w 256"/>
              <a:gd name="T69" fmla="*/ 242 h 256"/>
              <a:gd name="T70" fmla="*/ 169 w 256"/>
              <a:gd name="T71" fmla="*/ 234 h 256"/>
              <a:gd name="T72" fmla="*/ 201 w 256"/>
              <a:gd name="T73" fmla="*/ 221 h 256"/>
              <a:gd name="T74" fmla="*/ 198 w 256"/>
              <a:gd name="T75" fmla="*/ 203 h 256"/>
              <a:gd name="T76" fmla="*/ 210 w 256"/>
              <a:gd name="T77" fmla="*/ 185 h 256"/>
              <a:gd name="T78" fmla="*/ 210 w 256"/>
              <a:gd name="T79" fmla="*/ 177 h 256"/>
              <a:gd name="T80" fmla="*/ 191 w 256"/>
              <a:gd name="T81" fmla="*/ 200 h 256"/>
              <a:gd name="T82" fmla="*/ 195 w 256"/>
              <a:gd name="T83" fmla="*/ 215 h 256"/>
              <a:gd name="T84" fmla="*/ 174 w 256"/>
              <a:gd name="T85" fmla="*/ 229 h 256"/>
              <a:gd name="T86" fmla="*/ 141 w 256"/>
              <a:gd name="T87" fmla="*/ 242 h 256"/>
              <a:gd name="T88" fmla="*/ 117 w 256"/>
              <a:gd name="T89" fmla="*/ 248 h 256"/>
              <a:gd name="T90" fmla="*/ 109 w 256"/>
              <a:gd name="T91" fmla="*/ 233 h 256"/>
              <a:gd name="T92" fmla="*/ 82 w 256"/>
              <a:gd name="T93" fmla="*/ 229 h 256"/>
              <a:gd name="T94" fmla="*/ 61 w 256"/>
              <a:gd name="T95" fmla="*/ 215 h 256"/>
              <a:gd name="T96" fmla="*/ 63 w 256"/>
              <a:gd name="T97" fmla="*/ 210 h 256"/>
              <a:gd name="T98" fmla="*/ 50 w 256"/>
              <a:gd name="T99" fmla="*/ 177 h 256"/>
              <a:gd name="T100" fmla="*/ 44 w 256"/>
              <a:gd name="T101" fmla="*/ 153 h 256"/>
              <a:gd name="T102" fmla="*/ 59 w 256"/>
              <a:gd name="T103" fmla="*/ 145 h 256"/>
              <a:gd name="T104" fmla="*/ 61 w 256"/>
              <a:gd name="T105" fmla="*/ 115 h 256"/>
              <a:gd name="T106" fmla="*/ 77 w 256"/>
              <a:gd name="T107" fmla="*/ 97 h 256"/>
              <a:gd name="T108" fmla="*/ 92 w 256"/>
              <a:gd name="T109" fmla="*/ 101 h 256"/>
              <a:gd name="T110" fmla="*/ 115 w 256"/>
              <a:gd name="T111" fmla="*/ 82 h 256"/>
              <a:gd name="T112" fmla="*/ 141 w 256"/>
              <a:gd name="T113" fmla="*/ 82 h 256"/>
              <a:gd name="T114" fmla="*/ 164 w 256"/>
              <a:gd name="T115" fmla="*/ 101 h 256"/>
              <a:gd name="T116" fmla="*/ 179 w 256"/>
              <a:gd name="T117" fmla="*/ 97 h 256"/>
              <a:gd name="T118" fmla="*/ 193 w 256"/>
              <a:gd name="T119" fmla="*/ 118 h 256"/>
              <a:gd name="T120" fmla="*/ 206 w 256"/>
              <a:gd name="T121" fmla="*/ 151 h 256"/>
              <a:gd name="T122" fmla="*/ 212 w 256"/>
              <a:gd name="T123" fmla="*/ 17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236" y="0"/>
                </a:moveTo>
                <a:cubicBezTo>
                  <a:pt x="20" y="0"/>
                  <a:pt x="20" y="0"/>
                  <a:pt x="20" y="0"/>
                </a:cubicBezTo>
                <a:cubicBezTo>
                  <a:pt x="9" y="0"/>
                  <a:pt x="0" y="9"/>
                  <a:pt x="0" y="20"/>
                </a:cubicBezTo>
                <a:cubicBezTo>
                  <a:pt x="0" y="192"/>
                  <a:pt x="0" y="192"/>
                  <a:pt x="0" y="192"/>
                </a:cubicBezTo>
                <a:cubicBezTo>
                  <a:pt x="0" y="203"/>
                  <a:pt x="9" y="212"/>
                  <a:pt x="20" y="212"/>
                </a:cubicBezTo>
                <a:cubicBezTo>
                  <a:pt x="40" y="212"/>
                  <a:pt x="40" y="212"/>
                  <a:pt x="40" y="212"/>
                </a:cubicBezTo>
                <a:cubicBezTo>
                  <a:pt x="40" y="204"/>
                  <a:pt x="40" y="204"/>
                  <a:pt x="40" y="204"/>
                </a:cubicBezTo>
                <a:cubicBezTo>
                  <a:pt x="20" y="204"/>
                  <a:pt x="20" y="204"/>
                  <a:pt x="20" y="204"/>
                </a:cubicBezTo>
                <a:cubicBezTo>
                  <a:pt x="13" y="204"/>
                  <a:pt x="8" y="199"/>
                  <a:pt x="8" y="192"/>
                </a:cubicBezTo>
                <a:cubicBezTo>
                  <a:pt x="8" y="56"/>
                  <a:pt x="8" y="56"/>
                  <a:pt x="8" y="56"/>
                </a:cubicBezTo>
                <a:cubicBezTo>
                  <a:pt x="248" y="56"/>
                  <a:pt x="248" y="56"/>
                  <a:pt x="248" y="56"/>
                </a:cubicBezTo>
                <a:cubicBezTo>
                  <a:pt x="248" y="192"/>
                  <a:pt x="248" y="192"/>
                  <a:pt x="248" y="192"/>
                </a:cubicBezTo>
                <a:cubicBezTo>
                  <a:pt x="248" y="199"/>
                  <a:pt x="243" y="204"/>
                  <a:pt x="236" y="204"/>
                </a:cubicBezTo>
                <a:cubicBezTo>
                  <a:pt x="216" y="204"/>
                  <a:pt x="216" y="204"/>
                  <a:pt x="216" y="204"/>
                </a:cubicBezTo>
                <a:cubicBezTo>
                  <a:pt x="216" y="212"/>
                  <a:pt x="216" y="212"/>
                  <a:pt x="216" y="212"/>
                </a:cubicBezTo>
                <a:cubicBezTo>
                  <a:pt x="236" y="212"/>
                  <a:pt x="236" y="212"/>
                  <a:pt x="236" y="212"/>
                </a:cubicBezTo>
                <a:cubicBezTo>
                  <a:pt x="247" y="212"/>
                  <a:pt x="256" y="203"/>
                  <a:pt x="256" y="192"/>
                </a:cubicBezTo>
                <a:cubicBezTo>
                  <a:pt x="256" y="20"/>
                  <a:pt x="256" y="20"/>
                  <a:pt x="256" y="20"/>
                </a:cubicBezTo>
                <a:cubicBezTo>
                  <a:pt x="256" y="9"/>
                  <a:pt x="247" y="0"/>
                  <a:pt x="236" y="0"/>
                </a:cubicBez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128" y="108"/>
                </a:moveTo>
                <a:cubicBezTo>
                  <a:pt x="97" y="108"/>
                  <a:pt x="72" y="133"/>
                  <a:pt x="72" y="164"/>
                </a:cubicBezTo>
                <a:cubicBezTo>
                  <a:pt x="72" y="195"/>
                  <a:pt x="97" y="220"/>
                  <a:pt x="128" y="220"/>
                </a:cubicBezTo>
                <a:cubicBezTo>
                  <a:pt x="159" y="220"/>
                  <a:pt x="184" y="195"/>
                  <a:pt x="184" y="164"/>
                </a:cubicBezTo>
                <a:cubicBezTo>
                  <a:pt x="184" y="133"/>
                  <a:pt x="159" y="108"/>
                  <a:pt x="128" y="108"/>
                </a:cubicBezTo>
                <a:close/>
                <a:moveTo>
                  <a:pt x="128" y="212"/>
                </a:moveTo>
                <a:cubicBezTo>
                  <a:pt x="102" y="212"/>
                  <a:pt x="80" y="190"/>
                  <a:pt x="80" y="164"/>
                </a:cubicBezTo>
                <a:cubicBezTo>
                  <a:pt x="80" y="138"/>
                  <a:pt x="102" y="116"/>
                  <a:pt x="128" y="116"/>
                </a:cubicBezTo>
                <a:cubicBezTo>
                  <a:pt x="154" y="116"/>
                  <a:pt x="176" y="138"/>
                  <a:pt x="176" y="164"/>
                </a:cubicBezTo>
                <a:cubicBezTo>
                  <a:pt x="176" y="190"/>
                  <a:pt x="154" y="212"/>
                  <a:pt x="128" y="212"/>
                </a:cubicBezTo>
                <a:close/>
                <a:moveTo>
                  <a:pt x="220" y="175"/>
                </a:moveTo>
                <a:cubicBezTo>
                  <a:pt x="220" y="153"/>
                  <a:pt x="220" y="153"/>
                  <a:pt x="220" y="153"/>
                </a:cubicBezTo>
                <a:cubicBezTo>
                  <a:pt x="220" y="147"/>
                  <a:pt x="216" y="143"/>
                  <a:pt x="210" y="143"/>
                </a:cubicBezTo>
                <a:cubicBezTo>
                  <a:pt x="206" y="143"/>
                  <a:pt x="206" y="143"/>
                  <a:pt x="206" y="143"/>
                </a:cubicBezTo>
                <a:cubicBezTo>
                  <a:pt x="206" y="143"/>
                  <a:pt x="205" y="143"/>
                  <a:pt x="205" y="142"/>
                </a:cubicBezTo>
                <a:cubicBezTo>
                  <a:pt x="198" y="125"/>
                  <a:pt x="198" y="125"/>
                  <a:pt x="198" y="125"/>
                </a:cubicBezTo>
                <a:cubicBezTo>
                  <a:pt x="198" y="125"/>
                  <a:pt x="198" y="124"/>
                  <a:pt x="198" y="123"/>
                </a:cubicBezTo>
                <a:cubicBezTo>
                  <a:pt x="201" y="121"/>
                  <a:pt x="201" y="121"/>
                  <a:pt x="201" y="121"/>
                </a:cubicBezTo>
                <a:cubicBezTo>
                  <a:pt x="205" y="117"/>
                  <a:pt x="205" y="111"/>
                  <a:pt x="201" y="107"/>
                </a:cubicBezTo>
                <a:cubicBezTo>
                  <a:pt x="185" y="91"/>
                  <a:pt x="185" y="91"/>
                  <a:pt x="185" y="91"/>
                </a:cubicBezTo>
                <a:cubicBezTo>
                  <a:pt x="181" y="87"/>
                  <a:pt x="175" y="87"/>
                  <a:pt x="171" y="91"/>
                </a:cubicBezTo>
                <a:cubicBezTo>
                  <a:pt x="169" y="94"/>
                  <a:pt x="169" y="94"/>
                  <a:pt x="169" y="94"/>
                </a:cubicBezTo>
                <a:cubicBezTo>
                  <a:pt x="168" y="94"/>
                  <a:pt x="167" y="94"/>
                  <a:pt x="167" y="94"/>
                </a:cubicBezTo>
                <a:cubicBezTo>
                  <a:pt x="150" y="87"/>
                  <a:pt x="150" y="87"/>
                  <a:pt x="150" y="87"/>
                </a:cubicBezTo>
                <a:cubicBezTo>
                  <a:pt x="149" y="87"/>
                  <a:pt x="149" y="86"/>
                  <a:pt x="149" y="86"/>
                </a:cubicBezTo>
                <a:cubicBezTo>
                  <a:pt x="149" y="82"/>
                  <a:pt x="149" y="82"/>
                  <a:pt x="149" y="82"/>
                </a:cubicBezTo>
                <a:cubicBezTo>
                  <a:pt x="149" y="76"/>
                  <a:pt x="145" y="72"/>
                  <a:pt x="139" y="72"/>
                </a:cubicBezTo>
                <a:cubicBezTo>
                  <a:pt x="117" y="72"/>
                  <a:pt x="117" y="72"/>
                  <a:pt x="117" y="72"/>
                </a:cubicBezTo>
                <a:cubicBezTo>
                  <a:pt x="111" y="72"/>
                  <a:pt x="107" y="76"/>
                  <a:pt x="107" y="82"/>
                </a:cubicBezTo>
                <a:cubicBezTo>
                  <a:pt x="107" y="86"/>
                  <a:pt x="107" y="86"/>
                  <a:pt x="107" y="86"/>
                </a:cubicBezTo>
                <a:cubicBezTo>
                  <a:pt x="107" y="86"/>
                  <a:pt x="107" y="87"/>
                  <a:pt x="106" y="87"/>
                </a:cubicBezTo>
                <a:cubicBezTo>
                  <a:pt x="89" y="94"/>
                  <a:pt x="89" y="94"/>
                  <a:pt x="89" y="94"/>
                </a:cubicBezTo>
                <a:cubicBezTo>
                  <a:pt x="89" y="94"/>
                  <a:pt x="88" y="94"/>
                  <a:pt x="87" y="94"/>
                </a:cubicBezTo>
                <a:cubicBezTo>
                  <a:pt x="85" y="91"/>
                  <a:pt x="85" y="91"/>
                  <a:pt x="85" y="91"/>
                </a:cubicBezTo>
                <a:cubicBezTo>
                  <a:pt x="81" y="87"/>
                  <a:pt x="75" y="87"/>
                  <a:pt x="71" y="91"/>
                </a:cubicBezTo>
                <a:cubicBezTo>
                  <a:pt x="55" y="107"/>
                  <a:pt x="55" y="107"/>
                  <a:pt x="55" y="107"/>
                </a:cubicBezTo>
                <a:cubicBezTo>
                  <a:pt x="53" y="109"/>
                  <a:pt x="52" y="111"/>
                  <a:pt x="52" y="114"/>
                </a:cubicBezTo>
                <a:cubicBezTo>
                  <a:pt x="52" y="116"/>
                  <a:pt x="53" y="119"/>
                  <a:pt x="55" y="121"/>
                </a:cubicBezTo>
                <a:cubicBezTo>
                  <a:pt x="58" y="123"/>
                  <a:pt x="58" y="123"/>
                  <a:pt x="58" y="123"/>
                </a:cubicBezTo>
                <a:cubicBezTo>
                  <a:pt x="58" y="124"/>
                  <a:pt x="58" y="125"/>
                  <a:pt x="58" y="125"/>
                </a:cubicBezTo>
                <a:cubicBezTo>
                  <a:pt x="51" y="142"/>
                  <a:pt x="51" y="142"/>
                  <a:pt x="51" y="142"/>
                </a:cubicBezTo>
                <a:cubicBezTo>
                  <a:pt x="51" y="143"/>
                  <a:pt x="50" y="143"/>
                  <a:pt x="50" y="143"/>
                </a:cubicBezTo>
                <a:cubicBezTo>
                  <a:pt x="46" y="143"/>
                  <a:pt x="46" y="143"/>
                  <a:pt x="46" y="143"/>
                </a:cubicBezTo>
                <a:cubicBezTo>
                  <a:pt x="40" y="143"/>
                  <a:pt x="36" y="147"/>
                  <a:pt x="36" y="153"/>
                </a:cubicBezTo>
                <a:cubicBezTo>
                  <a:pt x="36" y="175"/>
                  <a:pt x="36" y="175"/>
                  <a:pt x="36" y="175"/>
                </a:cubicBezTo>
                <a:cubicBezTo>
                  <a:pt x="36" y="181"/>
                  <a:pt x="40" y="185"/>
                  <a:pt x="46" y="185"/>
                </a:cubicBezTo>
                <a:cubicBezTo>
                  <a:pt x="50" y="185"/>
                  <a:pt x="50" y="185"/>
                  <a:pt x="50" y="185"/>
                </a:cubicBezTo>
                <a:cubicBezTo>
                  <a:pt x="50" y="185"/>
                  <a:pt x="51" y="185"/>
                  <a:pt x="51" y="186"/>
                </a:cubicBezTo>
                <a:cubicBezTo>
                  <a:pt x="58" y="203"/>
                  <a:pt x="58" y="203"/>
                  <a:pt x="58" y="203"/>
                </a:cubicBezTo>
                <a:cubicBezTo>
                  <a:pt x="58" y="203"/>
                  <a:pt x="58" y="204"/>
                  <a:pt x="58" y="205"/>
                </a:cubicBezTo>
                <a:cubicBezTo>
                  <a:pt x="55" y="207"/>
                  <a:pt x="55" y="207"/>
                  <a:pt x="55" y="207"/>
                </a:cubicBezTo>
                <a:cubicBezTo>
                  <a:pt x="53" y="209"/>
                  <a:pt x="52" y="212"/>
                  <a:pt x="52" y="214"/>
                </a:cubicBezTo>
                <a:cubicBezTo>
                  <a:pt x="52" y="217"/>
                  <a:pt x="53" y="219"/>
                  <a:pt x="55" y="221"/>
                </a:cubicBezTo>
                <a:cubicBezTo>
                  <a:pt x="71" y="237"/>
                  <a:pt x="71" y="237"/>
                  <a:pt x="71" y="237"/>
                </a:cubicBezTo>
                <a:cubicBezTo>
                  <a:pt x="75" y="241"/>
                  <a:pt x="81" y="241"/>
                  <a:pt x="85" y="237"/>
                </a:cubicBezTo>
                <a:cubicBezTo>
                  <a:pt x="87" y="234"/>
                  <a:pt x="87" y="234"/>
                  <a:pt x="87" y="234"/>
                </a:cubicBezTo>
                <a:cubicBezTo>
                  <a:pt x="88" y="234"/>
                  <a:pt x="89" y="234"/>
                  <a:pt x="89" y="234"/>
                </a:cubicBezTo>
                <a:cubicBezTo>
                  <a:pt x="106" y="241"/>
                  <a:pt x="106" y="241"/>
                  <a:pt x="106" y="241"/>
                </a:cubicBezTo>
                <a:cubicBezTo>
                  <a:pt x="107" y="241"/>
                  <a:pt x="107" y="242"/>
                  <a:pt x="107" y="242"/>
                </a:cubicBezTo>
                <a:cubicBezTo>
                  <a:pt x="107" y="246"/>
                  <a:pt x="107" y="246"/>
                  <a:pt x="107" y="246"/>
                </a:cubicBezTo>
                <a:cubicBezTo>
                  <a:pt x="107" y="252"/>
                  <a:pt x="111" y="256"/>
                  <a:pt x="117" y="256"/>
                </a:cubicBezTo>
                <a:cubicBezTo>
                  <a:pt x="139" y="256"/>
                  <a:pt x="139" y="256"/>
                  <a:pt x="139" y="256"/>
                </a:cubicBezTo>
                <a:cubicBezTo>
                  <a:pt x="145" y="256"/>
                  <a:pt x="149" y="252"/>
                  <a:pt x="149" y="246"/>
                </a:cubicBezTo>
                <a:cubicBezTo>
                  <a:pt x="149" y="242"/>
                  <a:pt x="149" y="242"/>
                  <a:pt x="149" y="242"/>
                </a:cubicBezTo>
                <a:cubicBezTo>
                  <a:pt x="149" y="242"/>
                  <a:pt x="149" y="241"/>
                  <a:pt x="150" y="241"/>
                </a:cubicBezTo>
                <a:cubicBezTo>
                  <a:pt x="167" y="234"/>
                  <a:pt x="167" y="234"/>
                  <a:pt x="167" y="234"/>
                </a:cubicBezTo>
                <a:cubicBezTo>
                  <a:pt x="167" y="234"/>
                  <a:pt x="168" y="234"/>
                  <a:pt x="169" y="234"/>
                </a:cubicBezTo>
                <a:cubicBezTo>
                  <a:pt x="171" y="237"/>
                  <a:pt x="171" y="237"/>
                  <a:pt x="171" y="237"/>
                </a:cubicBezTo>
                <a:cubicBezTo>
                  <a:pt x="175" y="241"/>
                  <a:pt x="181" y="241"/>
                  <a:pt x="185" y="237"/>
                </a:cubicBezTo>
                <a:cubicBezTo>
                  <a:pt x="201" y="221"/>
                  <a:pt x="201" y="221"/>
                  <a:pt x="201" y="221"/>
                </a:cubicBezTo>
                <a:cubicBezTo>
                  <a:pt x="205" y="217"/>
                  <a:pt x="205" y="211"/>
                  <a:pt x="201" y="207"/>
                </a:cubicBezTo>
                <a:cubicBezTo>
                  <a:pt x="198" y="205"/>
                  <a:pt x="198" y="205"/>
                  <a:pt x="198" y="205"/>
                </a:cubicBezTo>
                <a:cubicBezTo>
                  <a:pt x="198" y="204"/>
                  <a:pt x="198" y="203"/>
                  <a:pt x="198" y="203"/>
                </a:cubicBezTo>
                <a:cubicBezTo>
                  <a:pt x="205" y="186"/>
                  <a:pt x="205" y="186"/>
                  <a:pt x="205" y="186"/>
                </a:cubicBezTo>
                <a:cubicBezTo>
                  <a:pt x="205" y="185"/>
                  <a:pt x="206" y="185"/>
                  <a:pt x="206" y="185"/>
                </a:cubicBezTo>
                <a:cubicBezTo>
                  <a:pt x="210" y="185"/>
                  <a:pt x="210" y="185"/>
                  <a:pt x="210" y="185"/>
                </a:cubicBezTo>
                <a:cubicBezTo>
                  <a:pt x="216" y="185"/>
                  <a:pt x="220" y="181"/>
                  <a:pt x="220" y="175"/>
                </a:cubicBezTo>
                <a:close/>
                <a:moveTo>
                  <a:pt x="212" y="175"/>
                </a:moveTo>
                <a:cubicBezTo>
                  <a:pt x="212" y="176"/>
                  <a:pt x="211" y="177"/>
                  <a:pt x="210" y="177"/>
                </a:cubicBezTo>
                <a:cubicBezTo>
                  <a:pt x="206" y="177"/>
                  <a:pt x="206" y="177"/>
                  <a:pt x="206" y="177"/>
                </a:cubicBezTo>
                <a:cubicBezTo>
                  <a:pt x="202" y="177"/>
                  <a:pt x="199" y="179"/>
                  <a:pt x="197" y="183"/>
                </a:cubicBezTo>
                <a:cubicBezTo>
                  <a:pt x="191" y="200"/>
                  <a:pt x="191" y="200"/>
                  <a:pt x="191" y="200"/>
                </a:cubicBezTo>
                <a:cubicBezTo>
                  <a:pt x="189" y="203"/>
                  <a:pt x="190" y="207"/>
                  <a:pt x="193" y="210"/>
                </a:cubicBezTo>
                <a:cubicBezTo>
                  <a:pt x="195" y="213"/>
                  <a:pt x="195" y="213"/>
                  <a:pt x="195" y="213"/>
                </a:cubicBezTo>
                <a:cubicBezTo>
                  <a:pt x="196" y="214"/>
                  <a:pt x="196" y="215"/>
                  <a:pt x="195" y="215"/>
                </a:cubicBezTo>
                <a:cubicBezTo>
                  <a:pt x="179" y="231"/>
                  <a:pt x="179" y="231"/>
                  <a:pt x="179" y="231"/>
                </a:cubicBezTo>
                <a:cubicBezTo>
                  <a:pt x="179" y="232"/>
                  <a:pt x="178" y="232"/>
                  <a:pt x="177" y="231"/>
                </a:cubicBezTo>
                <a:cubicBezTo>
                  <a:pt x="174" y="229"/>
                  <a:pt x="174" y="229"/>
                  <a:pt x="174" y="229"/>
                </a:cubicBezTo>
                <a:cubicBezTo>
                  <a:pt x="171" y="226"/>
                  <a:pt x="167" y="225"/>
                  <a:pt x="164" y="227"/>
                </a:cubicBezTo>
                <a:cubicBezTo>
                  <a:pt x="147" y="233"/>
                  <a:pt x="147" y="233"/>
                  <a:pt x="147" y="233"/>
                </a:cubicBezTo>
                <a:cubicBezTo>
                  <a:pt x="143" y="235"/>
                  <a:pt x="141" y="238"/>
                  <a:pt x="141" y="242"/>
                </a:cubicBezTo>
                <a:cubicBezTo>
                  <a:pt x="141" y="246"/>
                  <a:pt x="141" y="246"/>
                  <a:pt x="141" y="246"/>
                </a:cubicBezTo>
                <a:cubicBezTo>
                  <a:pt x="141" y="247"/>
                  <a:pt x="140" y="248"/>
                  <a:pt x="139" y="248"/>
                </a:cubicBezTo>
                <a:cubicBezTo>
                  <a:pt x="117" y="248"/>
                  <a:pt x="117" y="248"/>
                  <a:pt x="117" y="248"/>
                </a:cubicBezTo>
                <a:cubicBezTo>
                  <a:pt x="116" y="248"/>
                  <a:pt x="115" y="247"/>
                  <a:pt x="115" y="246"/>
                </a:cubicBezTo>
                <a:cubicBezTo>
                  <a:pt x="115" y="242"/>
                  <a:pt x="115" y="242"/>
                  <a:pt x="115" y="242"/>
                </a:cubicBezTo>
                <a:cubicBezTo>
                  <a:pt x="115" y="238"/>
                  <a:pt x="113" y="235"/>
                  <a:pt x="109" y="233"/>
                </a:cubicBezTo>
                <a:cubicBezTo>
                  <a:pt x="92" y="227"/>
                  <a:pt x="92" y="227"/>
                  <a:pt x="92" y="227"/>
                </a:cubicBezTo>
                <a:cubicBezTo>
                  <a:pt x="91" y="226"/>
                  <a:pt x="90" y="226"/>
                  <a:pt x="89" y="226"/>
                </a:cubicBezTo>
                <a:cubicBezTo>
                  <a:pt x="86" y="226"/>
                  <a:pt x="84" y="227"/>
                  <a:pt x="82" y="229"/>
                </a:cubicBezTo>
                <a:cubicBezTo>
                  <a:pt x="79" y="231"/>
                  <a:pt x="79" y="231"/>
                  <a:pt x="79" y="231"/>
                </a:cubicBezTo>
                <a:cubicBezTo>
                  <a:pt x="78" y="232"/>
                  <a:pt x="77" y="232"/>
                  <a:pt x="77" y="231"/>
                </a:cubicBezTo>
                <a:cubicBezTo>
                  <a:pt x="61" y="215"/>
                  <a:pt x="61" y="215"/>
                  <a:pt x="61" y="215"/>
                </a:cubicBezTo>
                <a:cubicBezTo>
                  <a:pt x="60" y="215"/>
                  <a:pt x="60" y="214"/>
                  <a:pt x="60" y="214"/>
                </a:cubicBezTo>
                <a:cubicBezTo>
                  <a:pt x="60" y="214"/>
                  <a:pt x="60" y="213"/>
                  <a:pt x="61" y="213"/>
                </a:cubicBezTo>
                <a:cubicBezTo>
                  <a:pt x="63" y="210"/>
                  <a:pt x="63" y="210"/>
                  <a:pt x="63" y="210"/>
                </a:cubicBezTo>
                <a:cubicBezTo>
                  <a:pt x="66" y="207"/>
                  <a:pt x="67" y="203"/>
                  <a:pt x="65" y="200"/>
                </a:cubicBezTo>
                <a:cubicBezTo>
                  <a:pt x="59" y="183"/>
                  <a:pt x="59" y="183"/>
                  <a:pt x="59" y="183"/>
                </a:cubicBezTo>
                <a:cubicBezTo>
                  <a:pt x="57" y="179"/>
                  <a:pt x="54" y="177"/>
                  <a:pt x="50" y="177"/>
                </a:cubicBezTo>
                <a:cubicBezTo>
                  <a:pt x="46" y="177"/>
                  <a:pt x="46" y="177"/>
                  <a:pt x="46" y="177"/>
                </a:cubicBezTo>
                <a:cubicBezTo>
                  <a:pt x="45" y="177"/>
                  <a:pt x="44" y="176"/>
                  <a:pt x="44" y="175"/>
                </a:cubicBezTo>
                <a:cubicBezTo>
                  <a:pt x="44" y="153"/>
                  <a:pt x="44" y="153"/>
                  <a:pt x="44" y="153"/>
                </a:cubicBezTo>
                <a:cubicBezTo>
                  <a:pt x="44" y="152"/>
                  <a:pt x="45" y="151"/>
                  <a:pt x="46" y="151"/>
                </a:cubicBezTo>
                <a:cubicBezTo>
                  <a:pt x="50" y="151"/>
                  <a:pt x="50" y="151"/>
                  <a:pt x="50" y="151"/>
                </a:cubicBezTo>
                <a:cubicBezTo>
                  <a:pt x="54" y="151"/>
                  <a:pt x="57" y="149"/>
                  <a:pt x="59" y="145"/>
                </a:cubicBezTo>
                <a:cubicBezTo>
                  <a:pt x="65" y="128"/>
                  <a:pt x="65" y="128"/>
                  <a:pt x="65" y="128"/>
                </a:cubicBezTo>
                <a:cubicBezTo>
                  <a:pt x="67" y="125"/>
                  <a:pt x="66" y="121"/>
                  <a:pt x="63" y="118"/>
                </a:cubicBezTo>
                <a:cubicBezTo>
                  <a:pt x="61" y="115"/>
                  <a:pt x="61" y="115"/>
                  <a:pt x="61" y="115"/>
                </a:cubicBezTo>
                <a:cubicBezTo>
                  <a:pt x="60" y="115"/>
                  <a:pt x="60" y="114"/>
                  <a:pt x="60" y="114"/>
                </a:cubicBezTo>
                <a:cubicBezTo>
                  <a:pt x="60" y="114"/>
                  <a:pt x="60" y="113"/>
                  <a:pt x="61" y="113"/>
                </a:cubicBezTo>
                <a:cubicBezTo>
                  <a:pt x="77" y="97"/>
                  <a:pt x="77" y="97"/>
                  <a:pt x="77" y="97"/>
                </a:cubicBezTo>
                <a:cubicBezTo>
                  <a:pt x="77" y="96"/>
                  <a:pt x="78" y="96"/>
                  <a:pt x="79" y="97"/>
                </a:cubicBezTo>
                <a:cubicBezTo>
                  <a:pt x="82" y="99"/>
                  <a:pt x="82" y="99"/>
                  <a:pt x="82" y="99"/>
                </a:cubicBezTo>
                <a:cubicBezTo>
                  <a:pt x="85" y="102"/>
                  <a:pt x="89" y="103"/>
                  <a:pt x="92" y="101"/>
                </a:cubicBezTo>
                <a:cubicBezTo>
                  <a:pt x="109" y="95"/>
                  <a:pt x="109" y="95"/>
                  <a:pt x="109" y="95"/>
                </a:cubicBezTo>
                <a:cubicBezTo>
                  <a:pt x="113" y="93"/>
                  <a:pt x="115" y="90"/>
                  <a:pt x="115" y="86"/>
                </a:cubicBezTo>
                <a:cubicBezTo>
                  <a:pt x="115" y="82"/>
                  <a:pt x="115" y="82"/>
                  <a:pt x="115" y="82"/>
                </a:cubicBezTo>
                <a:cubicBezTo>
                  <a:pt x="115" y="81"/>
                  <a:pt x="116" y="80"/>
                  <a:pt x="117" y="80"/>
                </a:cubicBezTo>
                <a:cubicBezTo>
                  <a:pt x="139" y="80"/>
                  <a:pt x="139" y="80"/>
                  <a:pt x="139" y="80"/>
                </a:cubicBezTo>
                <a:cubicBezTo>
                  <a:pt x="140" y="80"/>
                  <a:pt x="141" y="81"/>
                  <a:pt x="141" y="82"/>
                </a:cubicBezTo>
                <a:cubicBezTo>
                  <a:pt x="141" y="86"/>
                  <a:pt x="141" y="86"/>
                  <a:pt x="141" y="86"/>
                </a:cubicBezTo>
                <a:cubicBezTo>
                  <a:pt x="141" y="90"/>
                  <a:pt x="143" y="93"/>
                  <a:pt x="147" y="95"/>
                </a:cubicBezTo>
                <a:cubicBezTo>
                  <a:pt x="164" y="101"/>
                  <a:pt x="164" y="101"/>
                  <a:pt x="164" y="101"/>
                </a:cubicBezTo>
                <a:cubicBezTo>
                  <a:pt x="167" y="103"/>
                  <a:pt x="171" y="102"/>
                  <a:pt x="174" y="99"/>
                </a:cubicBezTo>
                <a:cubicBezTo>
                  <a:pt x="177" y="97"/>
                  <a:pt x="177" y="97"/>
                  <a:pt x="177" y="97"/>
                </a:cubicBezTo>
                <a:cubicBezTo>
                  <a:pt x="178" y="96"/>
                  <a:pt x="179" y="96"/>
                  <a:pt x="179" y="97"/>
                </a:cubicBezTo>
                <a:cubicBezTo>
                  <a:pt x="195" y="113"/>
                  <a:pt x="195" y="113"/>
                  <a:pt x="195" y="113"/>
                </a:cubicBezTo>
                <a:cubicBezTo>
                  <a:pt x="196" y="113"/>
                  <a:pt x="196" y="114"/>
                  <a:pt x="195" y="115"/>
                </a:cubicBezTo>
                <a:cubicBezTo>
                  <a:pt x="193" y="118"/>
                  <a:pt x="193" y="118"/>
                  <a:pt x="193" y="118"/>
                </a:cubicBezTo>
                <a:cubicBezTo>
                  <a:pt x="190" y="121"/>
                  <a:pt x="189" y="125"/>
                  <a:pt x="191" y="128"/>
                </a:cubicBezTo>
                <a:cubicBezTo>
                  <a:pt x="197" y="145"/>
                  <a:pt x="197" y="145"/>
                  <a:pt x="197" y="145"/>
                </a:cubicBezTo>
                <a:cubicBezTo>
                  <a:pt x="199" y="149"/>
                  <a:pt x="202" y="151"/>
                  <a:pt x="206" y="151"/>
                </a:cubicBezTo>
                <a:cubicBezTo>
                  <a:pt x="210" y="151"/>
                  <a:pt x="210" y="151"/>
                  <a:pt x="210" y="151"/>
                </a:cubicBezTo>
                <a:cubicBezTo>
                  <a:pt x="211" y="151"/>
                  <a:pt x="212" y="152"/>
                  <a:pt x="212" y="153"/>
                </a:cubicBezTo>
                <a:lnTo>
                  <a:pt x="212" y="17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12" name="Freeform 265">
            <a:extLst>
              <a:ext uri="{FF2B5EF4-FFF2-40B4-BE49-F238E27FC236}">
                <a16:creationId xmlns:a16="http://schemas.microsoft.com/office/drawing/2014/main" id="{EA6FABB1-4A86-4CE6-BF9A-0AE6161BB4DA}"/>
              </a:ext>
            </a:extLst>
          </p:cNvPr>
          <p:cNvSpPr>
            <a:spLocks noChangeAspect="1" noEditPoints="1"/>
          </p:cNvSpPr>
          <p:nvPr/>
        </p:nvSpPr>
        <p:spPr bwMode="auto">
          <a:xfrm>
            <a:off x="10249548" y="4352925"/>
            <a:ext cx="400050" cy="400050"/>
          </a:xfrm>
          <a:custGeom>
            <a:avLst/>
            <a:gdLst>
              <a:gd name="T0" fmla="*/ 20 w 256"/>
              <a:gd name="T1" fmla="*/ 0 h 256"/>
              <a:gd name="T2" fmla="*/ 0 w 256"/>
              <a:gd name="T3" fmla="*/ 192 h 256"/>
              <a:gd name="T4" fmla="*/ 52 w 256"/>
              <a:gd name="T5" fmla="*/ 212 h 256"/>
              <a:gd name="T6" fmla="*/ 20 w 256"/>
              <a:gd name="T7" fmla="*/ 204 h 256"/>
              <a:gd name="T8" fmla="*/ 8 w 256"/>
              <a:gd name="T9" fmla="*/ 56 h 256"/>
              <a:gd name="T10" fmla="*/ 248 w 256"/>
              <a:gd name="T11" fmla="*/ 192 h 256"/>
              <a:gd name="T12" fmla="*/ 204 w 256"/>
              <a:gd name="T13" fmla="*/ 204 h 256"/>
              <a:gd name="T14" fmla="*/ 236 w 256"/>
              <a:gd name="T15" fmla="*/ 212 h 256"/>
              <a:gd name="T16" fmla="*/ 256 w 256"/>
              <a:gd name="T17" fmla="*/ 20 h 256"/>
              <a:gd name="T18" fmla="*/ 248 w 256"/>
              <a:gd name="T19" fmla="*/ 48 h 256"/>
              <a:gd name="T20" fmla="*/ 8 w 256"/>
              <a:gd name="T21" fmla="*/ 20 h 256"/>
              <a:gd name="T22" fmla="*/ 236 w 256"/>
              <a:gd name="T23" fmla="*/ 8 h 256"/>
              <a:gd name="T24" fmla="*/ 248 w 256"/>
              <a:gd name="T25" fmla="*/ 48 h 256"/>
              <a:gd name="T26" fmla="*/ 24 w 256"/>
              <a:gd name="T27" fmla="*/ 28 h 256"/>
              <a:gd name="T28" fmla="*/ 40 w 256"/>
              <a:gd name="T29" fmla="*/ 28 h 256"/>
              <a:gd name="T30" fmla="*/ 60 w 256"/>
              <a:gd name="T31" fmla="*/ 20 h 256"/>
              <a:gd name="T32" fmla="*/ 60 w 256"/>
              <a:gd name="T33" fmla="*/ 36 h 256"/>
              <a:gd name="T34" fmla="*/ 60 w 256"/>
              <a:gd name="T35" fmla="*/ 20 h 256"/>
              <a:gd name="T36" fmla="*/ 80 w 256"/>
              <a:gd name="T37" fmla="*/ 28 h 256"/>
              <a:gd name="T38" fmla="*/ 96 w 256"/>
              <a:gd name="T39" fmla="*/ 28 h 256"/>
              <a:gd name="T40" fmla="*/ 188 w 256"/>
              <a:gd name="T41" fmla="*/ 136 h 256"/>
              <a:gd name="T42" fmla="*/ 172 w 256"/>
              <a:gd name="T43" fmla="*/ 116 h 256"/>
              <a:gd name="T44" fmla="*/ 84 w 256"/>
              <a:gd name="T45" fmla="*/ 116 h 256"/>
              <a:gd name="T46" fmla="*/ 68 w 256"/>
              <a:gd name="T47" fmla="*/ 136 h 256"/>
              <a:gd name="T48" fmla="*/ 64 w 256"/>
              <a:gd name="T49" fmla="*/ 236 h 256"/>
              <a:gd name="T50" fmla="*/ 172 w 256"/>
              <a:gd name="T51" fmla="*/ 256 h 256"/>
              <a:gd name="T52" fmla="*/ 192 w 256"/>
              <a:gd name="T53" fmla="*/ 140 h 256"/>
              <a:gd name="T54" fmla="*/ 92 w 256"/>
              <a:gd name="T55" fmla="*/ 116 h 256"/>
              <a:gd name="T56" fmla="*/ 164 w 256"/>
              <a:gd name="T57" fmla="*/ 116 h 256"/>
              <a:gd name="T58" fmla="*/ 92 w 256"/>
              <a:gd name="T59" fmla="*/ 136 h 256"/>
              <a:gd name="T60" fmla="*/ 184 w 256"/>
              <a:gd name="T61" fmla="*/ 236 h 256"/>
              <a:gd name="T62" fmla="*/ 84 w 256"/>
              <a:gd name="T63" fmla="*/ 248 h 256"/>
              <a:gd name="T64" fmla="*/ 72 w 256"/>
              <a:gd name="T65" fmla="*/ 144 h 256"/>
              <a:gd name="T66" fmla="*/ 184 w 256"/>
              <a:gd name="T67" fmla="*/ 236 h 256"/>
              <a:gd name="T68" fmla="*/ 116 w 256"/>
              <a:gd name="T69" fmla="*/ 216 h 256"/>
              <a:gd name="T70" fmla="*/ 140 w 256"/>
              <a:gd name="T71" fmla="*/ 216 h 256"/>
              <a:gd name="T72" fmla="*/ 148 w 256"/>
              <a:gd name="T73" fmla="*/ 184 h 256"/>
              <a:gd name="T74" fmla="*/ 108 w 256"/>
              <a:gd name="T75" fmla="*/ 184 h 256"/>
              <a:gd name="T76" fmla="*/ 128 w 256"/>
              <a:gd name="T77" fmla="*/ 172 h 256"/>
              <a:gd name="T78" fmla="*/ 134 w 256"/>
              <a:gd name="T79" fmla="*/ 194 h 256"/>
              <a:gd name="T80" fmla="*/ 132 w 256"/>
              <a:gd name="T81" fmla="*/ 216 h 256"/>
              <a:gd name="T82" fmla="*/ 124 w 256"/>
              <a:gd name="T83" fmla="*/ 216 h 256"/>
              <a:gd name="T84" fmla="*/ 122 w 256"/>
              <a:gd name="T85" fmla="*/ 194 h 256"/>
              <a:gd name="T86" fmla="*/ 128 w 256"/>
              <a:gd name="T87" fmla="*/ 17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56">
                <a:moveTo>
                  <a:pt x="236" y="0"/>
                </a:moveTo>
                <a:cubicBezTo>
                  <a:pt x="20" y="0"/>
                  <a:pt x="20" y="0"/>
                  <a:pt x="20" y="0"/>
                </a:cubicBezTo>
                <a:cubicBezTo>
                  <a:pt x="9" y="0"/>
                  <a:pt x="0" y="9"/>
                  <a:pt x="0" y="20"/>
                </a:cubicBezTo>
                <a:cubicBezTo>
                  <a:pt x="0" y="192"/>
                  <a:pt x="0" y="192"/>
                  <a:pt x="0" y="192"/>
                </a:cubicBezTo>
                <a:cubicBezTo>
                  <a:pt x="0" y="203"/>
                  <a:pt x="9" y="212"/>
                  <a:pt x="20" y="212"/>
                </a:cubicBezTo>
                <a:cubicBezTo>
                  <a:pt x="52" y="212"/>
                  <a:pt x="52" y="212"/>
                  <a:pt x="52" y="212"/>
                </a:cubicBezTo>
                <a:cubicBezTo>
                  <a:pt x="52" y="204"/>
                  <a:pt x="52" y="204"/>
                  <a:pt x="52" y="204"/>
                </a:cubicBezTo>
                <a:cubicBezTo>
                  <a:pt x="20" y="204"/>
                  <a:pt x="20" y="204"/>
                  <a:pt x="20" y="204"/>
                </a:cubicBezTo>
                <a:cubicBezTo>
                  <a:pt x="13" y="204"/>
                  <a:pt x="8" y="199"/>
                  <a:pt x="8" y="192"/>
                </a:cubicBezTo>
                <a:cubicBezTo>
                  <a:pt x="8" y="56"/>
                  <a:pt x="8" y="56"/>
                  <a:pt x="8" y="56"/>
                </a:cubicBezTo>
                <a:cubicBezTo>
                  <a:pt x="248" y="56"/>
                  <a:pt x="248" y="56"/>
                  <a:pt x="248" y="56"/>
                </a:cubicBezTo>
                <a:cubicBezTo>
                  <a:pt x="248" y="192"/>
                  <a:pt x="248" y="192"/>
                  <a:pt x="248" y="192"/>
                </a:cubicBezTo>
                <a:cubicBezTo>
                  <a:pt x="248" y="199"/>
                  <a:pt x="243" y="204"/>
                  <a:pt x="236" y="204"/>
                </a:cubicBezTo>
                <a:cubicBezTo>
                  <a:pt x="204" y="204"/>
                  <a:pt x="204" y="204"/>
                  <a:pt x="204" y="204"/>
                </a:cubicBezTo>
                <a:cubicBezTo>
                  <a:pt x="204" y="212"/>
                  <a:pt x="204" y="212"/>
                  <a:pt x="204" y="212"/>
                </a:cubicBezTo>
                <a:cubicBezTo>
                  <a:pt x="236" y="212"/>
                  <a:pt x="236" y="212"/>
                  <a:pt x="236" y="212"/>
                </a:cubicBezTo>
                <a:cubicBezTo>
                  <a:pt x="247" y="212"/>
                  <a:pt x="256" y="203"/>
                  <a:pt x="256" y="192"/>
                </a:cubicBezTo>
                <a:cubicBezTo>
                  <a:pt x="256" y="20"/>
                  <a:pt x="256" y="20"/>
                  <a:pt x="256" y="20"/>
                </a:cubicBezTo>
                <a:cubicBezTo>
                  <a:pt x="256" y="9"/>
                  <a:pt x="247" y="0"/>
                  <a:pt x="236" y="0"/>
                </a:cubicBez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188" y="136"/>
                </a:moveTo>
                <a:cubicBezTo>
                  <a:pt x="172" y="136"/>
                  <a:pt x="172" y="136"/>
                  <a:pt x="172" y="136"/>
                </a:cubicBezTo>
                <a:cubicBezTo>
                  <a:pt x="172" y="116"/>
                  <a:pt x="172" y="116"/>
                  <a:pt x="172" y="116"/>
                </a:cubicBezTo>
                <a:cubicBezTo>
                  <a:pt x="172" y="92"/>
                  <a:pt x="152" y="72"/>
                  <a:pt x="128" y="72"/>
                </a:cubicBezTo>
                <a:cubicBezTo>
                  <a:pt x="104" y="72"/>
                  <a:pt x="84" y="92"/>
                  <a:pt x="84" y="116"/>
                </a:cubicBezTo>
                <a:cubicBezTo>
                  <a:pt x="84" y="136"/>
                  <a:pt x="84" y="136"/>
                  <a:pt x="84" y="136"/>
                </a:cubicBezTo>
                <a:cubicBezTo>
                  <a:pt x="68" y="136"/>
                  <a:pt x="68" y="136"/>
                  <a:pt x="68" y="136"/>
                </a:cubicBezTo>
                <a:cubicBezTo>
                  <a:pt x="66" y="136"/>
                  <a:pt x="64" y="138"/>
                  <a:pt x="64" y="140"/>
                </a:cubicBezTo>
                <a:cubicBezTo>
                  <a:pt x="64" y="236"/>
                  <a:pt x="64" y="236"/>
                  <a:pt x="64" y="236"/>
                </a:cubicBezTo>
                <a:cubicBezTo>
                  <a:pt x="64" y="247"/>
                  <a:pt x="73" y="256"/>
                  <a:pt x="84" y="256"/>
                </a:cubicBezTo>
                <a:cubicBezTo>
                  <a:pt x="172" y="256"/>
                  <a:pt x="172" y="256"/>
                  <a:pt x="172" y="256"/>
                </a:cubicBezTo>
                <a:cubicBezTo>
                  <a:pt x="183" y="256"/>
                  <a:pt x="192" y="247"/>
                  <a:pt x="192" y="236"/>
                </a:cubicBezTo>
                <a:cubicBezTo>
                  <a:pt x="192" y="140"/>
                  <a:pt x="192" y="140"/>
                  <a:pt x="192" y="140"/>
                </a:cubicBezTo>
                <a:cubicBezTo>
                  <a:pt x="192" y="138"/>
                  <a:pt x="190" y="136"/>
                  <a:pt x="188" y="136"/>
                </a:cubicBezTo>
                <a:close/>
                <a:moveTo>
                  <a:pt x="92" y="116"/>
                </a:moveTo>
                <a:cubicBezTo>
                  <a:pt x="92" y="96"/>
                  <a:pt x="108" y="80"/>
                  <a:pt x="128" y="80"/>
                </a:cubicBezTo>
                <a:cubicBezTo>
                  <a:pt x="148" y="80"/>
                  <a:pt x="164" y="96"/>
                  <a:pt x="164" y="116"/>
                </a:cubicBezTo>
                <a:cubicBezTo>
                  <a:pt x="164" y="136"/>
                  <a:pt x="164" y="136"/>
                  <a:pt x="164" y="136"/>
                </a:cubicBezTo>
                <a:cubicBezTo>
                  <a:pt x="92" y="136"/>
                  <a:pt x="92" y="136"/>
                  <a:pt x="92" y="136"/>
                </a:cubicBezTo>
                <a:lnTo>
                  <a:pt x="92" y="116"/>
                </a:lnTo>
                <a:close/>
                <a:moveTo>
                  <a:pt x="184" y="236"/>
                </a:moveTo>
                <a:cubicBezTo>
                  <a:pt x="184" y="243"/>
                  <a:pt x="179" y="248"/>
                  <a:pt x="172" y="248"/>
                </a:cubicBezTo>
                <a:cubicBezTo>
                  <a:pt x="84" y="248"/>
                  <a:pt x="84" y="248"/>
                  <a:pt x="84" y="248"/>
                </a:cubicBezTo>
                <a:cubicBezTo>
                  <a:pt x="77" y="248"/>
                  <a:pt x="72" y="243"/>
                  <a:pt x="72" y="236"/>
                </a:cubicBezTo>
                <a:cubicBezTo>
                  <a:pt x="72" y="144"/>
                  <a:pt x="72" y="144"/>
                  <a:pt x="72" y="144"/>
                </a:cubicBezTo>
                <a:cubicBezTo>
                  <a:pt x="184" y="144"/>
                  <a:pt x="184" y="144"/>
                  <a:pt x="184" y="144"/>
                </a:cubicBezTo>
                <a:lnTo>
                  <a:pt x="184" y="236"/>
                </a:lnTo>
                <a:close/>
                <a:moveTo>
                  <a:pt x="116" y="200"/>
                </a:moveTo>
                <a:cubicBezTo>
                  <a:pt x="116" y="216"/>
                  <a:pt x="116" y="216"/>
                  <a:pt x="116" y="216"/>
                </a:cubicBezTo>
                <a:cubicBezTo>
                  <a:pt x="116" y="223"/>
                  <a:pt x="121" y="228"/>
                  <a:pt x="128" y="228"/>
                </a:cubicBezTo>
                <a:cubicBezTo>
                  <a:pt x="135" y="228"/>
                  <a:pt x="140" y="223"/>
                  <a:pt x="140" y="216"/>
                </a:cubicBezTo>
                <a:cubicBezTo>
                  <a:pt x="140" y="200"/>
                  <a:pt x="140" y="200"/>
                  <a:pt x="140" y="200"/>
                </a:cubicBezTo>
                <a:cubicBezTo>
                  <a:pt x="145" y="196"/>
                  <a:pt x="148" y="190"/>
                  <a:pt x="148" y="184"/>
                </a:cubicBezTo>
                <a:cubicBezTo>
                  <a:pt x="148" y="173"/>
                  <a:pt x="139" y="164"/>
                  <a:pt x="128" y="164"/>
                </a:cubicBezTo>
                <a:cubicBezTo>
                  <a:pt x="117" y="164"/>
                  <a:pt x="108" y="173"/>
                  <a:pt x="108" y="184"/>
                </a:cubicBezTo>
                <a:cubicBezTo>
                  <a:pt x="108" y="190"/>
                  <a:pt x="111" y="196"/>
                  <a:pt x="116" y="200"/>
                </a:cubicBezTo>
                <a:close/>
                <a:moveTo>
                  <a:pt x="128" y="172"/>
                </a:moveTo>
                <a:cubicBezTo>
                  <a:pt x="135" y="172"/>
                  <a:pt x="140" y="177"/>
                  <a:pt x="140" y="184"/>
                </a:cubicBezTo>
                <a:cubicBezTo>
                  <a:pt x="140" y="188"/>
                  <a:pt x="138" y="192"/>
                  <a:pt x="134" y="194"/>
                </a:cubicBezTo>
                <a:cubicBezTo>
                  <a:pt x="133" y="195"/>
                  <a:pt x="132" y="196"/>
                  <a:pt x="132" y="198"/>
                </a:cubicBezTo>
                <a:cubicBezTo>
                  <a:pt x="132" y="216"/>
                  <a:pt x="132" y="216"/>
                  <a:pt x="132" y="216"/>
                </a:cubicBezTo>
                <a:cubicBezTo>
                  <a:pt x="132" y="218"/>
                  <a:pt x="130" y="220"/>
                  <a:pt x="128" y="220"/>
                </a:cubicBezTo>
                <a:cubicBezTo>
                  <a:pt x="126" y="220"/>
                  <a:pt x="124" y="218"/>
                  <a:pt x="124" y="216"/>
                </a:cubicBezTo>
                <a:cubicBezTo>
                  <a:pt x="124" y="198"/>
                  <a:pt x="124" y="198"/>
                  <a:pt x="124" y="198"/>
                </a:cubicBezTo>
                <a:cubicBezTo>
                  <a:pt x="124" y="196"/>
                  <a:pt x="123" y="195"/>
                  <a:pt x="122" y="194"/>
                </a:cubicBezTo>
                <a:cubicBezTo>
                  <a:pt x="118" y="192"/>
                  <a:pt x="116" y="188"/>
                  <a:pt x="116" y="184"/>
                </a:cubicBezTo>
                <a:cubicBezTo>
                  <a:pt x="116" y="177"/>
                  <a:pt x="121" y="172"/>
                  <a:pt x="128" y="17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18" name="Freeform 272">
            <a:extLst>
              <a:ext uri="{FF2B5EF4-FFF2-40B4-BE49-F238E27FC236}">
                <a16:creationId xmlns:a16="http://schemas.microsoft.com/office/drawing/2014/main" id="{98E8E672-12DB-420D-AFE6-AF69B78F6A19}"/>
              </a:ext>
            </a:extLst>
          </p:cNvPr>
          <p:cNvSpPr>
            <a:spLocks noChangeAspect="1" noEditPoints="1"/>
          </p:cNvSpPr>
          <p:nvPr/>
        </p:nvSpPr>
        <p:spPr bwMode="auto">
          <a:xfrm>
            <a:off x="11215607" y="4352925"/>
            <a:ext cx="403225" cy="400050"/>
          </a:xfrm>
          <a:custGeom>
            <a:avLst/>
            <a:gdLst>
              <a:gd name="T0" fmla="*/ 32 w 258"/>
              <a:gd name="T1" fmla="*/ 20 h 256"/>
              <a:gd name="T2" fmla="*/ 24 w 258"/>
              <a:gd name="T3" fmla="*/ 28 h 256"/>
              <a:gd name="T4" fmla="*/ 32 w 258"/>
              <a:gd name="T5" fmla="*/ 36 h 256"/>
              <a:gd name="T6" fmla="*/ 40 w 258"/>
              <a:gd name="T7" fmla="*/ 28 h 256"/>
              <a:gd name="T8" fmla="*/ 32 w 258"/>
              <a:gd name="T9" fmla="*/ 20 h 256"/>
              <a:gd name="T10" fmla="*/ 60 w 258"/>
              <a:gd name="T11" fmla="*/ 20 h 256"/>
              <a:gd name="T12" fmla="*/ 52 w 258"/>
              <a:gd name="T13" fmla="*/ 28 h 256"/>
              <a:gd name="T14" fmla="*/ 60 w 258"/>
              <a:gd name="T15" fmla="*/ 36 h 256"/>
              <a:gd name="T16" fmla="*/ 68 w 258"/>
              <a:gd name="T17" fmla="*/ 28 h 256"/>
              <a:gd name="T18" fmla="*/ 60 w 258"/>
              <a:gd name="T19" fmla="*/ 20 h 256"/>
              <a:gd name="T20" fmla="*/ 88 w 258"/>
              <a:gd name="T21" fmla="*/ 20 h 256"/>
              <a:gd name="T22" fmla="*/ 80 w 258"/>
              <a:gd name="T23" fmla="*/ 28 h 256"/>
              <a:gd name="T24" fmla="*/ 88 w 258"/>
              <a:gd name="T25" fmla="*/ 36 h 256"/>
              <a:gd name="T26" fmla="*/ 96 w 258"/>
              <a:gd name="T27" fmla="*/ 28 h 256"/>
              <a:gd name="T28" fmla="*/ 88 w 258"/>
              <a:gd name="T29" fmla="*/ 20 h 256"/>
              <a:gd name="T30" fmla="*/ 236 w 258"/>
              <a:gd name="T31" fmla="*/ 0 h 256"/>
              <a:gd name="T32" fmla="*/ 20 w 258"/>
              <a:gd name="T33" fmla="*/ 0 h 256"/>
              <a:gd name="T34" fmla="*/ 0 w 258"/>
              <a:gd name="T35" fmla="*/ 20 h 256"/>
              <a:gd name="T36" fmla="*/ 0 w 258"/>
              <a:gd name="T37" fmla="*/ 192 h 256"/>
              <a:gd name="T38" fmla="*/ 20 w 258"/>
              <a:gd name="T39" fmla="*/ 212 h 256"/>
              <a:gd name="T40" fmla="*/ 116 w 258"/>
              <a:gd name="T41" fmla="*/ 212 h 256"/>
              <a:gd name="T42" fmla="*/ 116 w 258"/>
              <a:gd name="T43" fmla="*/ 204 h 256"/>
              <a:gd name="T44" fmla="*/ 20 w 258"/>
              <a:gd name="T45" fmla="*/ 204 h 256"/>
              <a:gd name="T46" fmla="*/ 8 w 258"/>
              <a:gd name="T47" fmla="*/ 192 h 256"/>
              <a:gd name="T48" fmla="*/ 8 w 258"/>
              <a:gd name="T49" fmla="*/ 56 h 256"/>
              <a:gd name="T50" fmla="*/ 248 w 258"/>
              <a:gd name="T51" fmla="*/ 56 h 256"/>
              <a:gd name="T52" fmla="*/ 248 w 258"/>
              <a:gd name="T53" fmla="*/ 192 h 256"/>
              <a:gd name="T54" fmla="*/ 244 w 258"/>
              <a:gd name="T55" fmla="*/ 200 h 256"/>
              <a:gd name="T56" fmla="*/ 242 w 258"/>
              <a:gd name="T57" fmla="*/ 203 h 256"/>
              <a:gd name="T58" fmla="*/ 247 w 258"/>
              <a:gd name="T59" fmla="*/ 209 h 256"/>
              <a:gd name="T60" fmla="*/ 250 w 258"/>
              <a:gd name="T61" fmla="*/ 206 h 256"/>
              <a:gd name="T62" fmla="*/ 256 w 258"/>
              <a:gd name="T63" fmla="*/ 192 h 256"/>
              <a:gd name="T64" fmla="*/ 256 w 258"/>
              <a:gd name="T65" fmla="*/ 20 h 256"/>
              <a:gd name="T66" fmla="*/ 236 w 258"/>
              <a:gd name="T67" fmla="*/ 0 h 256"/>
              <a:gd name="T68" fmla="*/ 248 w 258"/>
              <a:gd name="T69" fmla="*/ 48 h 256"/>
              <a:gd name="T70" fmla="*/ 8 w 258"/>
              <a:gd name="T71" fmla="*/ 48 h 256"/>
              <a:gd name="T72" fmla="*/ 8 w 258"/>
              <a:gd name="T73" fmla="*/ 20 h 256"/>
              <a:gd name="T74" fmla="*/ 20 w 258"/>
              <a:gd name="T75" fmla="*/ 8 h 256"/>
              <a:gd name="T76" fmla="*/ 236 w 258"/>
              <a:gd name="T77" fmla="*/ 8 h 256"/>
              <a:gd name="T78" fmla="*/ 248 w 258"/>
              <a:gd name="T79" fmla="*/ 20 h 256"/>
              <a:gd name="T80" fmla="*/ 248 w 258"/>
              <a:gd name="T81" fmla="*/ 48 h 256"/>
              <a:gd name="T82" fmla="*/ 228 w 258"/>
              <a:gd name="T83" fmla="*/ 199 h 256"/>
              <a:gd name="T84" fmla="*/ 232 w 258"/>
              <a:gd name="T85" fmla="*/ 178 h 256"/>
              <a:gd name="T86" fmla="*/ 178 w 258"/>
              <a:gd name="T87" fmla="*/ 124 h 256"/>
              <a:gd name="T88" fmla="*/ 124 w 258"/>
              <a:gd name="T89" fmla="*/ 178 h 256"/>
              <a:gd name="T90" fmla="*/ 178 w 258"/>
              <a:gd name="T91" fmla="*/ 232 h 256"/>
              <a:gd name="T92" fmla="*/ 199 w 258"/>
              <a:gd name="T93" fmla="*/ 228 h 256"/>
              <a:gd name="T94" fmla="*/ 222 w 258"/>
              <a:gd name="T95" fmla="*/ 250 h 256"/>
              <a:gd name="T96" fmla="*/ 236 w 258"/>
              <a:gd name="T97" fmla="*/ 256 h 256"/>
              <a:gd name="T98" fmla="*/ 250 w 258"/>
              <a:gd name="T99" fmla="*/ 250 h 256"/>
              <a:gd name="T100" fmla="*/ 250 w 258"/>
              <a:gd name="T101" fmla="*/ 222 h 256"/>
              <a:gd name="T102" fmla="*/ 228 w 258"/>
              <a:gd name="T103" fmla="*/ 199 h 256"/>
              <a:gd name="T104" fmla="*/ 178 w 258"/>
              <a:gd name="T105" fmla="*/ 224 h 256"/>
              <a:gd name="T106" fmla="*/ 132 w 258"/>
              <a:gd name="T107" fmla="*/ 178 h 256"/>
              <a:gd name="T108" fmla="*/ 178 w 258"/>
              <a:gd name="T109" fmla="*/ 132 h 256"/>
              <a:gd name="T110" fmla="*/ 224 w 258"/>
              <a:gd name="T111" fmla="*/ 178 h 256"/>
              <a:gd name="T112" fmla="*/ 178 w 258"/>
              <a:gd name="T113" fmla="*/ 224 h 256"/>
              <a:gd name="T114" fmla="*/ 244 w 258"/>
              <a:gd name="T115" fmla="*/ 244 h 256"/>
              <a:gd name="T116" fmla="*/ 228 w 258"/>
              <a:gd name="T117" fmla="*/ 244 h 256"/>
              <a:gd name="T118" fmla="*/ 207 w 258"/>
              <a:gd name="T119" fmla="*/ 224 h 256"/>
              <a:gd name="T120" fmla="*/ 224 w 258"/>
              <a:gd name="T121" fmla="*/ 207 h 256"/>
              <a:gd name="T122" fmla="*/ 244 w 258"/>
              <a:gd name="T123" fmla="*/ 228 h 256"/>
              <a:gd name="T124" fmla="*/ 244 w 258"/>
              <a:gd name="T125" fmla="*/ 24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8" h="256">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236" y="0"/>
                </a:moveTo>
                <a:cubicBezTo>
                  <a:pt x="20" y="0"/>
                  <a:pt x="20" y="0"/>
                  <a:pt x="20" y="0"/>
                </a:cubicBezTo>
                <a:cubicBezTo>
                  <a:pt x="9" y="0"/>
                  <a:pt x="0" y="9"/>
                  <a:pt x="0" y="20"/>
                </a:cubicBezTo>
                <a:cubicBezTo>
                  <a:pt x="0" y="192"/>
                  <a:pt x="0" y="192"/>
                  <a:pt x="0" y="192"/>
                </a:cubicBezTo>
                <a:cubicBezTo>
                  <a:pt x="0" y="203"/>
                  <a:pt x="9" y="212"/>
                  <a:pt x="20" y="212"/>
                </a:cubicBezTo>
                <a:cubicBezTo>
                  <a:pt x="116" y="212"/>
                  <a:pt x="116" y="212"/>
                  <a:pt x="116" y="212"/>
                </a:cubicBezTo>
                <a:cubicBezTo>
                  <a:pt x="116" y="204"/>
                  <a:pt x="116" y="204"/>
                  <a:pt x="116" y="204"/>
                </a:cubicBezTo>
                <a:cubicBezTo>
                  <a:pt x="20" y="204"/>
                  <a:pt x="20" y="204"/>
                  <a:pt x="20" y="204"/>
                </a:cubicBezTo>
                <a:cubicBezTo>
                  <a:pt x="13" y="204"/>
                  <a:pt x="8" y="199"/>
                  <a:pt x="8" y="192"/>
                </a:cubicBezTo>
                <a:cubicBezTo>
                  <a:pt x="8" y="56"/>
                  <a:pt x="8" y="56"/>
                  <a:pt x="8" y="56"/>
                </a:cubicBezTo>
                <a:cubicBezTo>
                  <a:pt x="248" y="56"/>
                  <a:pt x="248" y="56"/>
                  <a:pt x="248" y="56"/>
                </a:cubicBezTo>
                <a:cubicBezTo>
                  <a:pt x="248" y="192"/>
                  <a:pt x="248" y="192"/>
                  <a:pt x="248" y="192"/>
                </a:cubicBezTo>
                <a:cubicBezTo>
                  <a:pt x="248" y="195"/>
                  <a:pt x="247" y="198"/>
                  <a:pt x="244" y="200"/>
                </a:cubicBezTo>
                <a:cubicBezTo>
                  <a:pt x="242" y="203"/>
                  <a:pt x="242" y="203"/>
                  <a:pt x="242" y="203"/>
                </a:cubicBezTo>
                <a:cubicBezTo>
                  <a:pt x="247" y="209"/>
                  <a:pt x="247" y="209"/>
                  <a:pt x="247" y="209"/>
                </a:cubicBezTo>
                <a:cubicBezTo>
                  <a:pt x="250" y="206"/>
                  <a:pt x="250" y="206"/>
                  <a:pt x="250" y="206"/>
                </a:cubicBezTo>
                <a:cubicBezTo>
                  <a:pt x="254" y="202"/>
                  <a:pt x="256" y="197"/>
                  <a:pt x="256" y="192"/>
                </a:cubicBezTo>
                <a:cubicBezTo>
                  <a:pt x="256" y="20"/>
                  <a:pt x="256" y="20"/>
                  <a:pt x="256" y="20"/>
                </a:cubicBezTo>
                <a:cubicBezTo>
                  <a:pt x="256" y="9"/>
                  <a:pt x="247" y="0"/>
                  <a:pt x="236" y="0"/>
                </a:cubicBez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228" y="199"/>
                </a:moveTo>
                <a:cubicBezTo>
                  <a:pt x="230" y="193"/>
                  <a:pt x="232" y="186"/>
                  <a:pt x="232" y="178"/>
                </a:cubicBezTo>
                <a:cubicBezTo>
                  <a:pt x="232" y="148"/>
                  <a:pt x="208" y="124"/>
                  <a:pt x="178" y="124"/>
                </a:cubicBezTo>
                <a:cubicBezTo>
                  <a:pt x="148" y="124"/>
                  <a:pt x="124" y="148"/>
                  <a:pt x="124" y="178"/>
                </a:cubicBezTo>
                <a:cubicBezTo>
                  <a:pt x="124" y="208"/>
                  <a:pt x="148" y="232"/>
                  <a:pt x="178" y="232"/>
                </a:cubicBezTo>
                <a:cubicBezTo>
                  <a:pt x="186" y="232"/>
                  <a:pt x="193" y="230"/>
                  <a:pt x="199" y="228"/>
                </a:cubicBezTo>
                <a:cubicBezTo>
                  <a:pt x="222" y="250"/>
                  <a:pt x="222" y="250"/>
                  <a:pt x="222" y="250"/>
                </a:cubicBezTo>
                <a:cubicBezTo>
                  <a:pt x="226" y="254"/>
                  <a:pt x="231" y="256"/>
                  <a:pt x="236" y="256"/>
                </a:cubicBezTo>
                <a:cubicBezTo>
                  <a:pt x="241" y="256"/>
                  <a:pt x="246" y="254"/>
                  <a:pt x="250" y="250"/>
                </a:cubicBezTo>
                <a:cubicBezTo>
                  <a:pt x="258" y="242"/>
                  <a:pt x="258" y="230"/>
                  <a:pt x="250" y="222"/>
                </a:cubicBezTo>
                <a:lnTo>
                  <a:pt x="228" y="199"/>
                </a:lnTo>
                <a:close/>
                <a:moveTo>
                  <a:pt x="178" y="224"/>
                </a:moveTo>
                <a:cubicBezTo>
                  <a:pt x="153" y="224"/>
                  <a:pt x="132" y="203"/>
                  <a:pt x="132" y="178"/>
                </a:cubicBezTo>
                <a:cubicBezTo>
                  <a:pt x="132" y="153"/>
                  <a:pt x="153" y="132"/>
                  <a:pt x="178" y="132"/>
                </a:cubicBezTo>
                <a:cubicBezTo>
                  <a:pt x="203" y="132"/>
                  <a:pt x="224" y="153"/>
                  <a:pt x="224" y="178"/>
                </a:cubicBezTo>
                <a:cubicBezTo>
                  <a:pt x="224" y="203"/>
                  <a:pt x="203" y="224"/>
                  <a:pt x="178" y="224"/>
                </a:cubicBezTo>
                <a:close/>
                <a:moveTo>
                  <a:pt x="244" y="244"/>
                </a:moveTo>
                <a:cubicBezTo>
                  <a:pt x="240" y="249"/>
                  <a:pt x="232" y="249"/>
                  <a:pt x="228" y="244"/>
                </a:cubicBezTo>
                <a:cubicBezTo>
                  <a:pt x="207" y="224"/>
                  <a:pt x="207" y="224"/>
                  <a:pt x="207" y="224"/>
                </a:cubicBezTo>
                <a:cubicBezTo>
                  <a:pt x="214" y="219"/>
                  <a:pt x="219" y="214"/>
                  <a:pt x="224" y="207"/>
                </a:cubicBezTo>
                <a:cubicBezTo>
                  <a:pt x="244" y="228"/>
                  <a:pt x="244" y="228"/>
                  <a:pt x="244" y="228"/>
                </a:cubicBezTo>
                <a:cubicBezTo>
                  <a:pt x="249" y="232"/>
                  <a:pt x="249" y="240"/>
                  <a:pt x="244" y="2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91" name="Freeform 279">
            <a:extLst>
              <a:ext uri="{FF2B5EF4-FFF2-40B4-BE49-F238E27FC236}">
                <a16:creationId xmlns:a16="http://schemas.microsoft.com/office/drawing/2014/main" id="{876D416C-22D3-49BE-A2A3-1244B0258F2A}"/>
              </a:ext>
            </a:extLst>
          </p:cNvPr>
          <p:cNvSpPr>
            <a:spLocks noChangeAspect="1" noEditPoints="1"/>
          </p:cNvSpPr>
          <p:nvPr/>
        </p:nvSpPr>
        <p:spPr bwMode="auto">
          <a:xfrm>
            <a:off x="572294" y="5300664"/>
            <a:ext cx="401638" cy="400050"/>
          </a:xfrm>
          <a:custGeom>
            <a:avLst/>
            <a:gdLst>
              <a:gd name="T0" fmla="*/ 24 w 257"/>
              <a:gd name="T1" fmla="*/ 28 h 256"/>
              <a:gd name="T2" fmla="*/ 40 w 257"/>
              <a:gd name="T3" fmla="*/ 28 h 256"/>
              <a:gd name="T4" fmla="*/ 88 w 257"/>
              <a:gd name="T5" fmla="*/ 20 h 256"/>
              <a:gd name="T6" fmla="*/ 88 w 257"/>
              <a:gd name="T7" fmla="*/ 36 h 256"/>
              <a:gd name="T8" fmla="*/ 88 w 257"/>
              <a:gd name="T9" fmla="*/ 20 h 256"/>
              <a:gd name="T10" fmla="*/ 52 w 257"/>
              <a:gd name="T11" fmla="*/ 28 h 256"/>
              <a:gd name="T12" fmla="*/ 68 w 257"/>
              <a:gd name="T13" fmla="*/ 28 h 256"/>
              <a:gd name="T14" fmla="*/ 8 w 257"/>
              <a:gd name="T15" fmla="*/ 208 h 256"/>
              <a:gd name="T16" fmla="*/ 248 w 257"/>
              <a:gd name="T17" fmla="*/ 56 h 256"/>
              <a:gd name="T18" fmla="*/ 256 w 257"/>
              <a:gd name="T19" fmla="*/ 196 h 256"/>
              <a:gd name="T20" fmla="*/ 236 w 257"/>
              <a:gd name="T21" fmla="*/ 0 h 256"/>
              <a:gd name="T22" fmla="*/ 0 w 257"/>
              <a:gd name="T23" fmla="*/ 20 h 256"/>
              <a:gd name="T24" fmla="*/ 20 w 257"/>
              <a:gd name="T25" fmla="*/ 228 h 256"/>
              <a:gd name="T26" fmla="*/ 140 w 257"/>
              <a:gd name="T27" fmla="*/ 220 h 256"/>
              <a:gd name="T28" fmla="*/ 8 w 257"/>
              <a:gd name="T29" fmla="*/ 208 h 256"/>
              <a:gd name="T30" fmla="*/ 20 w 257"/>
              <a:gd name="T31" fmla="*/ 8 h 256"/>
              <a:gd name="T32" fmla="*/ 248 w 257"/>
              <a:gd name="T33" fmla="*/ 20 h 256"/>
              <a:gd name="T34" fmla="*/ 8 w 257"/>
              <a:gd name="T35" fmla="*/ 48 h 256"/>
              <a:gd name="T36" fmla="*/ 236 w 257"/>
              <a:gd name="T37" fmla="*/ 104 h 256"/>
              <a:gd name="T38" fmla="*/ 232 w 257"/>
              <a:gd name="T39" fmla="*/ 68 h 256"/>
              <a:gd name="T40" fmla="*/ 20 w 257"/>
              <a:gd name="T41" fmla="*/ 72 h 256"/>
              <a:gd name="T42" fmla="*/ 24 w 257"/>
              <a:gd name="T43" fmla="*/ 108 h 256"/>
              <a:gd name="T44" fmla="*/ 236 w 257"/>
              <a:gd name="T45" fmla="*/ 104 h 256"/>
              <a:gd name="T46" fmla="*/ 28 w 257"/>
              <a:gd name="T47" fmla="*/ 100 h 256"/>
              <a:gd name="T48" fmla="*/ 228 w 257"/>
              <a:gd name="T49" fmla="*/ 76 h 256"/>
              <a:gd name="T50" fmla="*/ 24 w 257"/>
              <a:gd name="T51" fmla="*/ 128 h 256"/>
              <a:gd name="T52" fmla="*/ 20 w 257"/>
              <a:gd name="T53" fmla="*/ 204 h 256"/>
              <a:gd name="T54" fmla="*/ 56 w 257"/>
              <a:gd name="T55" fmla="*/ 208 h 256"/>
              <a:gd name="T56" fmla="*/ 60 w 257"/>
              <a:gd name="T57" fmla="*/ 132 h 256"/>
              <a:gd name="T58" fmla="*/ 24 w 257"/>
              <a:gd name="T59" fmla="*/ 128 h 256"/>
              <a:gd name="T60" fmla="*/ 28 w 257"/>
              <a:gd name="T61" fmla="*/ 200 h 256"/>
              <a:gd name="T62" fmla="*/ 52 w 257"/>
              <a:gd name="T63" fmla="*/ 136 h 256"/>
              <a:gd name="T64" fmla="*/ 255 w 257"/>
              <a:gd name="T65" fmla="*/ 217 h 256"/>
              <a:gd name="T66" fmla="*/ 138 w 257"/>
              <a:gd name="T67" fmla="*/ 129 h 256"/>
              <a:gd name="T68" fmla="*/ 80 w 257"/>
              <a:gd name="T69" fmla="*/ 128 h 256"/>
              <a:gd name="T70" fmla="*/ 76 w 257"/>
              <a:gd name="T71" fmla="*/ 134 h 256"/>
              <a:gd name="T72" fmla="*/ 101 w 257"/>
              <a:gd name="T73" fmla="*/ 182 h 256"/>
              <a:gd name="T74" fmla="*/ 102 w 257"/>
              <a:gd name="T75" fmla="*/ 183 h 256"/>
              <a:gd name="T76" fmla="*/ 102 w 257"/>
              <a:gd name="T77" fmla="*/ 183 h 256"/>
              <a:gd name="T78" fmla="*/ 207 w 257"/>
              <a:gd name="T79" fmla="*/ 251 h 256"/>
              <a:gd name="T80" fmla="*/ 231 w 257"/>
              <a:gd name="T81" fmla="*/ 255 h 256"/>
              <a:gd name="T82" fmla="*/ 255 w 257"/>
              <a:gd name="T83" fmla="*/ 217 h 256"/>
              <a:gd name="T84" fmla="*/ 121 w 257"/>
              <a:gd name="T85" fmla="*/ 162 h 256"/>
              <a:gd name="T86" fmla="*/ 184 w 257"/>
              <a:gd name="T87" fmla="*/ 227 h 256"/>
              <a:gd name="T88" fmla="*/ 244 w 257"/>
              <a:gd name="T89" fmla="*/ 237 h 256"/>
              <a:gd name="T90" fmla="*/ 211 w 257"/>
              <a:gd name="T91" fmla="*/ 244 h 256"/>
              <a:gd name="T92" fmla="*/ 201 w 257"/>
              <a:gd name="T93" fmla="*/ 238 h 256"/>
              <a:gd name="T94" fmla="*/ 219 w 257"/>
              <a:gd name="T95" fmla="*/ 202 h 256"/>
              <a:gd name="T96" fmla="*/ 194 w 257"/>
              <a:gd name="T97" fmla="*/ 233 h 256"/>
              <a:gd name="T98" fmla="*/ 202 w 257"/>
              <a:gd name="T99" fmla="*/ 214 h 256"/>
              <a:gd name="T100" fmla="*/ 206 w 257"/>
              <a:gd name="T101" fmla="*/ 208 h 256"/>
              <a:gd name="T102" fmla="*/ 209 w 257"/>
              <a:gd name="T103" fmla="*/ 195 h 256"/>
              <a:gd name="T104" fmla="*/ 199 w 257"/>
              <a:gd name="T105" fmla="*/ 203 h 256"/>
              <a:gd name="T106" fmla="*/ 131 w 257"/>
              <a:gd name="T107" fmla="*/ 146 h 256"/>
              <a:gd name="T108" fmla="*/ 125 w 257"/>
              <a:gd name="T109" fmla="*/ 142 h 256"/>
              <a:gd name="T110" fmla="*/ 91 w 257"/>
              <a:gd name="T111" fmla="*/ 146 h 256"/>
              <a:gd name="T112" fmla="*/ 135 w 257"/>
              <a:gd name="T113" fmla="*/ 136 h 256"/>
              <a:gd name="T114" fmla="*/ 247 w 257"/>
              <a:gd name="T115" fmla="*/ 21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7" h="256">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 y="208"/>
                </a:moveTo>
                <a:cubicBezTo>
                  <a:pt x="8" y="56"/>
                  <a:pt x="8" y="56"/>
                  <a:pt x="8" y="56"/>
                </a:cubicBezTo>
                <a:cubicBezTo>
                  <a:pt x="248" y="56"/>
                  <a:pt x="248" y="56"/>
                  <a:pt x="248" y="56"/>
                </a:cubicBezTo>
                <a:cubicBezTo>
                  <a:pt x="248" y="196"/>
                  <a:pt x="248" y="196"/>
                  <a:pt x="248" y="196"/>
                </a:cubicBezTo>
                <a:cubicBezTo>
                  <a:pt x="256" y="196"/>
                  <a:pt x="256" y="196"/>
                  <a:pt x="256" y="196"/>
                </a:cubicBezTo>
                <a:cubicBezTo>
                  <a:pt x="256" y="20"/>
                  <a:pt x="256" y="20"/>
                  <a:pt x="256" y="20"/>
                </a:cubicBezTo>
                <a:cubicBezTo>
                  <a:pt x="256" y="9"/>
                  <a:pt x="247" y="0"/>
                  <a:pt x="236" y="0"/>
                </a:cubicBezTo>
                <a:cubicBezTo>
                  <a:pt x="20" y="0"/>
                  <a:pt x="20" y="0"/>
                  <a:pt x="20" y="0"/>
                </a:cubicBezTo>
                <a:cubicBezTo>
                  <a:pt x="9" y="0"/>
                  <a:pt x="0" y="9"/>
                  <a:pt x="0" y="20"/>
                </a:cubicBezTo>
                <a:cubicBezTo>
                  <a:pt x="0" y="208"/>
                  <a:pt x="0" y="208"/>
                  <a:pt x="0" y="208"/>
                </a:cubicBezTo>
                <a:cubicBezTo>
                  <a:pt x="0" y="219"/>
                  <a:pt x="9" y="228"/>
                  <a:pt x="20" y="228"/>
                </a:cubicBezTo>
                <a:cubicBezTo>
                  <a:pt x="140" y="228"/>
                  <a:pt x="140" y="228"/>
                  <a:pt x="140" y="228"/>
                </a:cubicBezTo>
                <a:cubicBezTo>
                  <a:pt x="140" y="220"/>
                  <a:pt x="140" y="220"/>
                  <a:pt x="140" y="220"/>
                </a:cubicBezTo>
                <a:cubicBezTo>
                  <a:pt x="20" y="220"/>
                  <a:pt x="20" y="220"/>
                  <a:pt x="20" y="220"/>
                </a:cubicBezTo>
                <a:cubicBezTo>
                  <a:pt x="13" y="220"/>
                  <a:pt x="8" y="215"/>
                  <a:pt x="8" y="208"/>
                </a:cubicBezTo>
                <a:close/>
                <a:moveTo>
                  <a:pt x="8" y="20"/>
                </a:moveTo>
                <a:cubicBezTo>
                  <a:pt x="8" y="13"/>
                  <a:pt x="13" y="8"/>
                  <a:pt x="20" y="8"/>
                </a:cubicBezTo>
                <a:cubicBezTo>
                  <a:pt x="236" y="8"/>
                  <a:pt x="236" y="8"/>
                  <a:pt x="236" y="8"/>
                </a:cubicBezTo>
                <a:cubicBezTo>
                  <a:pt x="243" y="8"/>
                  <a:pt x="248" y="13"/>
                  <a:pt x="248" y="20"/>
                </a:cubicBezTo>
                <a:cubicBezTo>
                  <a:pt x="248" y="48"/>
                  <a:pt x="248" y="48"/>
                  <a:pt x="248" y="48"/>
                </a:cubicBezTo>
                <a:cubicBezTo>
                  <a:pt x="8" y="48"/>
                  <a:pt x="8" y="48"/>
                  <a:pt x="8" y="48"/>
                </a:cubicBezTo>
                <a:lnTo>
                  <a:pt x="8" y="20"/>
                </a:lnTo>
                <a:close/>
                <a:moveTo>
                  <a:pt x="236" y="104"/>
                </a:moveTo>
                <a:cubicBezTo>
                  <a:pt x="236" y="72"/>
                  <a:pt x="236" y="72"/>
                  <a:pt x="236" y="72"/>
                </a:cubicBezTo>
                <a:cubicBezTo>
                  <a:pt x="236" y="70"/>
                  <a:pt x="234" y="68"/>
                  <a:pt x="232" y="68"/>
                </a:cubicBezTo>
                <a:cubicBezTo>
                  <a:pt x="24" y="68"/>
                  <a:pt x="24" y="68"/>
                  <a:pt x="24" y="68"/>
                </a:cubicBezTo>
                <a:cubicBezTo>
                  <a:pt x="22" y="68"/>
                  <a:pt x="20" y="70"/>
                  <a:pt x="20" y="72"/>
                </a:cubicBezTo>
                <a:cubicBezTo>
                  <a:pt x="20" y="104"/>
                  <a:pt x="20" y="104"/>
                  <a:pt x="20" y="104"/>
                </a:cubicBezTo>
                <a:cubicBezTo>
                  <a:pt x="20" y="106"/>
                  <a:pt x="22" y="108"/>
                  <a:pt x="24" y="108"/>
                </a:cubicBezTo>
                <a:cubicBezTo>
                  <a:pt x="232" y="108"/>
                  <a:pt x="232" y="108"/>
                  <a:pt x="232" y="108"/>
                </a:cubicBezTo>
                <a:cubicBezTo>
                  <a:pt x="234" y="108"/>
                  <a:pt x="236" y="106"/>
                  <a:pt x="236" y="104"/>
                </a:cubicBezTo>
                <a:close/>
                <a:moveTo>
                  <a:pt x="228" y="100"/>
                </a:moveTo>
                <a:cubicBezTo>
                  <a:pt x="28" y="100"/>
                  <a:pt x="28" y="100"/>
                  <a:pt x="28" y="100"/>
                </a:cubicBezTo>
                <a:cubicBezTo>
                  <a:pt x="28" y="76"/>
                  <a:pt x="28" y="76"/>
                  <a:pt x="28" y="76"/>
                </a:cubicBezTo>
                <a:cubicBezTo>
                  <a:pt x="228" y="76"/>
                  <a:pt x="228" y="76"/>
                  <a:pt x="228" y="76"/>
                </a:cubicBezTo>
                <a:lnTo>
                  <a:pt x="228" y="100"/>
                </a:lnTo>
                <a:close/>
                <a:moveTo>
                  <a:pt x="24" y="128"/>
                </a:moveTo>
                <a:cubicBezTo>
                  <a:pt x="22" y="128"/>
                  <a:pt x="20" y="130"/>
                  <a:pt x="20" y="132"/>
                </a:cubicBezTo>
                <a:cubicBezTo>
                  <a:pt x="20" y="204"/>
                  <a:pt x="20" y="204"/>
                  <a:pt x="20" y="204"/>
                </a:cubicBezTo>
                <a:cubicBezTo>
                  <a:pt x="20" y="206"/>
                  <a:pt x="22" y="208"/>
                  <a:pt x="24" y="208"/>
                </a:cubicBezTo>
                <a:cubicBezTo>
                  <a:pt x="56" y="208"/>
                  <a:pt x="56" y="208"/>
                  <a:pt x="56" y="208"/>
                </a:cubicBezTo>
                <a:cubicBezTo>
                  <a:pt x="58" y="208"/>
                  <a:pt x="60" y="206"/>
                  <a:pt x="60" y="204"/>
                </a:cubicBezTo>
                <a:cubicBezTo>
                  <a:pt x="60" y="132"/>
                  <a:pt x="60" y="132"/>
                  <a:pt x="60" y="132"/>
                </a:cubicBezTo>
                <a:cubicBezTo>
                  <a:pt x="60" y="130"/>
                  <a:pt x="58" y="128"/>
                  <a:pt x="56" y="128"/>
                </a:cubicBezTo>
                <a:lnTo>
                  <a:pt x="24" y="128"/>
                </a:lnTo>
                <a:close/>
                <a:moveTo>
                  <a:pt x="52" y="200"/>
                </a:moveTo>
                <a:cubicBezTo>
                  <a:pt x="28" y="200"/>
                  <a:pt x="28" y="200"/>
                  <a:pt x="28" y="200"/>
                </a:cubicBezTo>
                <a:cubicBezTo>
                  <a:pt x="28" y="136"/>
                  <a:pt x="28" y="136"/>
                  <a:pt x="28" y="136"/>
                </a:cubicBezTo>
                <a:cubicBezTo>
                  <a:pt x="52" y="136"/>
                  <a:pt x="52" y="136"/>
                  <a:pt x="52" y="136"/>
                </a:cubicBezTo>
                <a:lnTo>
                  <a:pt x="52" y="200"/>
                </a:lnTo>
                <a:close/>
                <a:moveTo>
                  <a:pt x="255" y="217"/>
                </a:moveTo>
                <a:cubicBezTo>
                  <a:pt x="254" y="209"/>
                  <a:pt x="249" y="202"/>
                  <a:pt x="241" y="197"/>
                </a:cubicBezTo>
                <a:cubicBezTo>
                  <a:pt x="138" y="129"/>
                  <a:pt x="138" y="129"/>
                  <a:pt x="138" y="129"/>
                </a:cubicBezTo>
                <a:cubicBezTo>
                  <a:pt x="138" y="128"/>
                  <a:pt x="137" y="128"/>
                  <a:pt x="136" y="128"/>
                </a:cubicBezTo>
                <a:cubicBezTo>
                  <a:pt x="80" y="128"/>
                  <a:pt x="80" y="128"/>
                  <a:pt x="80" y="128"/>
                </a:cubicBezTo>
                <a:cubicBezTo>
                  <a:pt x="79" y="128"/>
                  <a:pt x="77" y="129"/>
                  <a:pt x="77" y="130"/>
                </a:cubicBezTo>
                <a:cubicBezTo>
                  <a:pt x="76" y="131"/>
                  <a:pt x="76" y="133"/>
                  <a:pt x="76" y="134"/>
                </a:cubicBezTo>
                <a:cubicBezTo>
                  <a:pt x="100" y="182"/>
                  <a:pt x="100" y="182"/>
                  <a:pt x="100" y="182"/>
                </a:cubicBezTo>
                <a:cubicBezTo>
                  <a:pt x="100" y="182"/>
                  <a:pt x="101" y="182"/>
                  <a:pt x="101" y="182"/>
                </a:cubicBezTo>
                <a:cubicBezTo>
                  <a:pt x="101" y="182"/>
                  <a:pt x="101" y="182"/>
                  <a:pt x="101" y="182"/>
                </a:cubicBezTo>
                <a:cubicBezTo>
                  <a:pt x="101" y="183"/>
                  <a:pt x="101" y="183"/>
                  <a:pt x="102" y="183"/>
                </a:cubicBezTo>
                <a:cubicBezTo>
                  <a:pt x="102" y="183"/>
                  <a:pt x="102" y="183"/>
                  <a:pt x="102" y="183"/>
                </a:cubicBezTo>
                <a:cubicBezTo>
                  <a:pt x="102" y="183"/>
                  <a:pt x="102" y="183"/>
                  <a:pt x="102" y="183"/>
                </a:cubicBezTo>
                <a:cubicBezTo>
                  <a:pt x="102" y="183"/>
                  <a:pt x="102" y="183"/>
                  <a:pt x="102" y="183"/>
                </a:cubicBezTo>
                <a:cubicBezTo>
                  <a:pt x="207" y="251"/>
                  <a:pt x="207" y="251"/>
                  <a:pt x="207" y="251"/>
                </a:cubicBezTo>
                <a:cubicBezTo>
                  <a:pt x="212" y="254"/>
                  <a:pt x="218" y="256"/>
                  <a:pt x="224" y="256"/>
                </a:cubicBezTo>
                <a:cubicBezTo>
                  <a:pt x="226" y="256"/>
                  <a:pt x="228" y="256"/>
                  <a:pt x="231" y="255"/>
                </a:cubicBezTo>
                <a:cubicBezTo>
                  <a:pt x="239" y="254"/>
                  <a:pt x="246" y="249"/>
                  <a:pt x="251" y="241"/>
                </a:cubicBezTo>
                <a:cubicBezTo>
                  <a:pt x="255" y="234"/>
                  <a:pt x="257" y="226"/>
                  <a:pt x="255" y="217"/>
                </a:cubicBezTo>
                <a:close/>
                <a:moveTo>
                  <a:pt x="110" y="179"/>
                </a:moveTo>
                <a:cubicBezTo>
                  <a:pt x="121" y="162"/>
                  <a:pt x="121" y="162"/>
                  <a:pt x="121" y="162"/>
                </a:cubicBezTo>
                <a:cubicBezTo>
                  <a:pt x="195" y="210"/>
                  <a:pt x="195" y="210"/>
                  <a:pt x="195" y="210"/>
                </a:cubicBezTo>
                <a:cubicBezTo>
                  <a:pt x="184" y="227"/>
                  <a:pt x="184" y="227"/>
                  <a:pt x="184" y="227"/>
                </a:cubicBezTo>
                <a:lnTo>
                  <a:pt x="110" y="179"/>
                </a:lnTo>
                <a:close/>
                <a:moveTo>
                  <a:pt x="244" y="237"/>
                </a:moveTo>
                <a:cubicBezTo>
                  <a:pt x="241" y="242"/>
                  <a:pt x="235" y="246"/>
                  <a:pt x="229" y="247"/>
                </a:cubicBezTo>
                <a:cubicBezTo>
                  <a:pt x="223" y="249"/>
                  <a:pt x="216" y="248"/>
                  <a:pt x="211" y="244"/>
                </a:cubicBezTo>
                <a:cubicBezTo>
                  <a:pt x="211" y="244"/>
                  <a:pt x="211" y="244"/>
                  <a:pt x="211" y="244"/>
                </a:cubicBezTo>
                <a:cubicBezTo>
                  <a:pt x="201" y="238"/>
                  <a:pt x="201" y="238"/>
                  <a:pt x="201" y="238"/>
                </a:cubicBezTo>
                <a:cubicBezTo>
                  <a:pt x="220" y="207"/>
                  <a:pt x="220" y="207"/>
                  <a:pt x="220" y="207"/>
                </a:cubicBezTo>
                <a:cubicBezTo>
                  <a:pt x="222" y="206"/>
                  <a:pt x="221" y="203"/>
                  <a:pt x="219" y="202"/>
                </a:cubicBezTo>
                <a:cubicBezTo>
                  <a:pt x="217" y="201"/>
                  <a:pt x="215" y="201"/>
                  <a:pt x="214" y="203"/>
                </a:cubicBezTo>
                <a:cubicBezTo>
                  <a:pt x="194" y="233"/>
                  <a:pt x="194" y="233"/>
                  <a:pt x="194" y="233"/>
                </a:cubicBezTo>
                <a:cubicBezTo>
                  <a:pt x="191" y="231"/>
                  <a:pt x="191" y="231"/>
                  <a:pt x="191" y="231"/>
                </a:cubicBezTo>
                <a:cubicBezTo>
                  <a:pt x="202" y="214"/>
                  <a:pt x="202" y="214"/>
                  <a:pt x="202" y="214"/>
                </a:cubicBezTo>
                <a:cubicBezTo>
                  <a:pt x="206" y="208"/>
                  <a:pt x="206" y="208"/>
                  <a:pt x="206" y="208"/>
                </a:cubicBezTo>
                <a:cubicBezTo>
                  <a:pt x="206" y="208"/>
                  <a:pt x="206" y="208"/>
                  <a:pt x="206" y="208"/>
                </a:cubicBezTo>
                <a:cubicBezTo>
                  <a:pt x="210" y="201"/>
                  <a:pt x="210" y="201"/>
                  <a:pt x="210" y="201"/>
                </a:cubicBezTo>
                <a:cubicBezTo>
                  <a:pt x="212" y="199"/>
                  <a:pt x="211" y="197"/>
                  <a:pt x="209" y="195"/>
                </a:cubicBezTo>
                <a:cubicBezTo>
                  <a:pt x="207" y="194"/>
                  <a:pt x="205" y="195"/>
                  <a:pt x="204" y="197"/>
                </a:cubicBezTo>
                <a:cubicBezTo>
                  <a:pt x="199" y="203"/>
                  <a:pt x="199" y="203"/>
                  <a:pt x="199" y="203"/>
                </a:cubicBezTo>
                <a:cubicBezTo>
                  <a:pt x="125" y="155"/>
                  <a:pt x="125" y="155"/>
                  <a:pt x="125" y="155"/>
                </a:cubicBezTo>
                <a:cubicBezTo>
                  <a:pt x="131" y="146"/>
                  <a:pt x="131" y="146"/>
                  <a:pt x="131" y="146"/>
                </a:cubicBezTo>
                <a:cubicBezTo>
                  <a:pt x="133" y="144"/>
                  <a:pt x="132" y="142"/>
                  <a:pt x="130" y="141"/>
                </a:cubicBezTo>
                <a:cubicBezTo>
                  <a:pt x="128" y="139"/>
                  <a:pt x="126" y="140"/>
                  <a:pt x="125" y="142"/>
                </a:cubicBezTo>
                <a:cubicBezTo>
                  <a:pt x="104" y="172"/>
                  <a:pt x="104" y="172"/>
                  <a:pt x="104" y="172"/>
                </a:cubicBezTo>
                <a:cubicBezTo>
                  <a:pt x="91" y="146"/>
                  <a:pt x="91" y="146"/>
                  <a:pt x="91" y="146"/>
                </a:cubicBezTo>
                <a:cubicBezTo>
                  <a:pt x="98" y="136"/>
                  <a:pt x="98" y="136"/>
                  <a:pt x="98" y="136"/>
                </a:cubicBezTo>
                <a:cubicBezTo>
                  <a:pt x="135" y="136"/>
                  <a:pt x="135" y="136"/>
                  <a:pt x="135" y="136"/>
                </a:cubicBezTo>
                <a:cubicBezTo>
                  <a:pt x="237" y="204"/>
                  <a:pt x="237" y="204"/>
                  <a:pt x="237" y="204"/>
                </a:cubicBezTo>
                <a:cubicBezTo>
                  <a:pt x="242" y="207"/>
                  <a:pt x="246" y="213"/>
                  <a:pt x="247" y="219"/>
                </a:cubicBezTo>
                <a:cubicBezTo>
                  <a:pt x="249" y="225"/>
                  <a:pt x="248" y="232"/>
                  <a:pt x="244" y="23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94" name="Freeform 286">
            <a:extLst>
              <a:ext uri="{FF2B5EF4-FFF2-40B4-BE49-F238E27FC236}">
                <a16:creationId xmlns:a16="http://schemas.microsoft.com/office/drawing/2014/main" id="{3E5A08BD-B8C2-4191-BFFB-F81BB7BDA99C}"/>
              </a:ext>
            </a:extLst>
          </p:cNvPr>
          <p:cNvSpPr>
            <a:spLocks noChangeAspect="1" noEditPoints="1"/>
          </p:cNvSpPr>
          <p:nvPr/>
        </p:nvSpPr>
        <p:spPr bwMode="auto">
          <a:xfrm>
            <a:off x="1541528" y="5316539"/>
            <a:ext cx="398462" cy="368300"/>
          </a:xfrm>
          <a:custGeom>
            <a:avLst/>
            <a:gdLst>
              <a:gd name="T0" fmla="*/ 40 w 256"/>
              <a:gd name="T1" fmla="*/ 28 h 236"/>
              <a:gd name="T2" fmla="*/ 60 w 256"/>
              <a:gd name="T3" fmla="*/ 36 h 236"/>
              <a:gd name="T4" fmla="*/ 80 w 256"/>
              <a:gd name="T5" fmla="*/ 28 h 236"/>
              <a:gd name="T6" fmla="*/ 28 w 256"/>
              <a:gd name="T7" fmla="*/ 108 h 236"/>
              <a:gd name="T8" fmla="*/ 228 w 256"/>
              <a:gd name="T9" fmla="*/ 68 h 236"/>
              <a:gd name="T10" fmla="*/ 28 w 256"/>
              <a:gd name="T11" fmla="*/ 108 h 236"/>
              <a:gd name="T12" fmla="*/ 32 w 256"/>
              <a:gd name="T13" fmla="*/ 100 h 236"/>
              <a:gd name="T14" fmla="*/ 64 w 256"/>
              <a:gd name="T15" fmla="*/ 212 h 236"/>
              <a:gd name="T16" fmla="*/ 24 w 256"/>
              <a:gd name="T17" fmla="*/ 132 h 236"/>
              <a:gd name="T18" fmla="*/ 56 w 256"/>
              <a:gd name="T19" fmla="*/ 136 h 236"/>
              <a:gd name="T20" fmla="*/ 236 w 256"/>
              <a:gd name="T21" fmla="*/ 0 h 236"/>
              <a:gd name="T22" fmla="*/ 20 w 256"/>
              <a:gd name="T23" fmla="*/ 236 h 236"/>
              <a:gd name="T24" fmla="*/ 236 w 256"/>
              <a:gd name="T25" fmla="*/ 0 h 236"/>
              <a:gd name="T26" fmla="*/ 8 w 256"/>
              <a:gd name="T27" fmla="*/ 216 h 236"/>
              <a:gd name="T28" fmla="*/ 248 w 256"/>
              <a:gd name="T29" fmla="*/ 48 h 236"/>
              <a:gd name="T30" fmla="*/ 236 w 256"/>
              <a:gd name="T31" fmla="*/ 8 h 236"/>
              <a:gd name="T32" fmla="*/ 115 w 256"/>
              <a:gd name="T33" fmla="*/ 161 h 236"/>
              <a:gd name="T34" fmla="*/ 100 w 256"/>
              <a:gd name="T35" fmla="*/ 171 h 236"/>
              <a:gd name="T36" fmla="*/ 100 w 256"/>
              <a:gd name="T37" fmla="*/ 174 h 236"/>
              <a:gd name="T38" fmla="*/ 109 w 256"/>
              <a:gd name="T39" fmla="*/ 183 h 236"/>
              <a:gd name="T40" fmla="*/ 114 w 256"/>
              <a:gd name="T41" fmla="*/ 176 h 236"/>
              <a:gd name="T42" fmla="*/ 196 w 256"/>
              <a:gd name="T43" fmla="*/ 184 h 236"/>
              <a:gd name="T44" fmla="*/ 208 w 256"/>
              <a:gd name="T45" fmla="*/ 170 h 236"/>
              <a:gd name="T46" fmla="*/ 193 w 256"/>
              <a:gd name="T47" fmla="*/ 167 h 236"/>
              <a:gd name="T48" fmla="*/ 204 w 256"/>
              <a:gd name="T49" fmla="*/ 128 h 236"/>
              <a:gd name="T50" fmla="*/ 204 w 256"/>
              <a:gd name="T51" fmla="*/ 136 h 236"/>
              <a:gd name="T52" fmla="*/ 224 w 256"/>
              <a:gd name="T53" fmla="*/ 152 h 236"/>
              <a:gd name="T54" fmla="*/ 232 w 256"/>
              <a:gd name="T55" fmla="*/ 152 h 236"/>
              <a:gd name="T56" fmla="*/ 224 w 256"/>
              <a:gd name="T57" fmla="*/ 192 h 236"/>
              <a:gd name="T58" fmla="*/ 228 w 256"/>
              <a:gd name="T59" fmla="*/ 176 h 236"/>
              <a:gd name="T60" fmla="*/ 80 w 256"/>
              <a:gd name="T61" fmla="*/ 148 h 236"/>
              <a:gd name="T62" fmla="*/ 76 w 256"/>
              <a:gd name="T63" fmla="*/ 192 h 236"/>
              <a:gd name="T64" fmla="*/ 80 w 256"/>
              <a:gd name="T65" fmla="*/ 176 h 236"/>
              <a:gd name="T66" fmla="*/ 220 w 256"/>
              <a:gd name="T67" fmla="*/ 128 h 236"/>
              <a:gd name="T68" fmla="*/ 224 w 256"/>
              <a:gd name="T69" fmla="*/ 140 h 236"/>
              <a:gd name="T70" fmla="*/ 228 w 256"/>
              <a:gd name="T71" fmla="*/ 128 h 236"/>
              <a:gd name="T72" fmla="*/ 164 w 256"/>
              <a:gd name="T73" fmla="*/ 128 h 236"/>
              <a:gd name="T74" fmla="*/ 144 w 256"/>
              <a:gd name="T75" fmla="*/ 136 h 236"/>
              <a:gd name="T76" fmla="*/ 128 w 256"/>
              <a:gd name="T77" fmla="*/ 132 h 236"/>
              <a:gd name="T78" fmla="*/ 104 w 256"/>
              <a:gd name="T79" fmla="*/ 128 h 236"/>
              <a:gd name="T80" fmla="*/ 120 w 256"/>
              <a:gd name="T81" fmla="*/ 132 h 236"/>
              <a:gd name="T82" fmla="*/ 76 w 256"/>
              <a:gd name="T83" fmla="*/ 132 h 236"/>
              <a:gd name="T84" fmla="*/ 84 w 256"/>
              <a:gd name="T85" fmla="*/ 136 h 236"/>
              <a:gd name="T86" fmla="*/ 204 w 256"/>
              <a:gd name="T87" fmla="*/ 208 h 236"/>
              <a:gd name="T88" fmla="*/ 204 w 256"/>
              <a:gd name="T89" fmla="*/ 216 h 236"/>
              <a:gd name="T90" fmla="*/ 224 w 256"/>
              <a:gd name="T91" fmla="*/ 204 h 236"/>
              <a:gd name="T92" fmla="*/ 220 w 256"/>
              <a:gd name="T93" fmla="*/ 216 h 236"/>
              <a:gd name="T94" fmla="*/ 228 w 256"/>
              <a:gd name="T95" fmla="*/ 200 h 236"/>
              <a:gd name="T96" fmla="*/ 164 w 256"/>
              <a:gd name="T97" fmla="*/ 216 h 236"/>
              <a:gd name="T98" fmla="*/ 144 w 256"/>
              <a:gd name="T99" fmla="*/ 208 h 236"/>
              <a:gd name="T100" fmla="*/ 144 w 256"/>
              <a:gd name="T101" fmla="*/ 216 h 236"/>
              <a:gd name="T102" fmla="*/ 104 w 256"/>
              <a:gd name="T103" fmla="*/ 208 h 236"/>
              <a:gd name="T104" fmla="*/ 120 w 256"/>
              <a:gd name="T105" fmla="*/ 212 h 236"/>
              <a:gd name="T106" fmla="*/ 84 w 256"/>
              <a:gd name="T107" fmla="*/ 204 h 236"/>
              <a:gd name="T108" fmla="*/ 80 w 256"/>
              <a:gd name="T109" fmla="*/ 21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6" h="236">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28" y="108"/>
                </a:moveTo>
                <a:cubicBezTo>
                  <a:pt x="228" y="108"/>
                  <a:pt x="228" y="108"/>
                  <a:pt x="228" y="108"/>
                </a:cubicBezTo>
                <a:cubicBezTo>
                  <a:pt x="230" y="108"/>
                  <a:pt x="232" y="106"/>
                  <a:pt x="232" y="104"/>
                </a:cubicBezTo>
                <a:cubicBezTo>
                  <a:pt x="232" y="72"/>
                  <a:pt x="232" y="72"/>
                  <a:pt x="232" y="72"/>
                </a:cubicBezTo>
                <a:cubicBezTo>
                  <a:pt x="232" y="70"/>
                  <a:pt x="230" y="68"/>
                  <a:pt x="228" y="68"/>
                </a:cubicBezTo>
                <a:cubicBezTo>
                  <a:pt x="28" y="68"/>
                  <a:pt x="28" y="68"/>
                  <a:pt x="28" y="68"/>
                </a:cubicBezTo>
                <a:cubicBezTo>
                  <a:pt x="26" y="68"/>
                  <a:pt x="24" y="70"/>
                  <a:pt x="24" y="72"/>
                </a:cubicBezTo>
                <a:cubicBezTo>
                  <a:pt x="24" y="104"/>
                  <a:pt x="24" y="104"/>
                  <a:pt x="24" y="104"/>
                </a:cubicBezTo>
                <a:cubicBezTo>
                  <a:pt x="24" y="106"/>
                  <a:pt x="26" y="108"/>
                  <a:pt x="28" y="108"/>
                </a:cubicBezTo>
                <a:close/>
                <a:moveTo>
                  <a:pt x="32" y="76"/>
                </a:moveTo>
                <a:cubicBezTo>
                  <a:pt x="224" y="76"/>
                  <a:pt x="224" y="76"/>
                  <a:pt x="224" y="76"/>
                </a:cubicBezTo>
                <a:cubicBezTo>
                  <a:pt x="224" y="100"/>
                  <a:pt x="224" y="100"/>
                  <a:pt x="224" y="100"/>
                </a:cubicBezTo>
                <a:cubicBezTo>
                  <a:pt x="32" y="100"/>
                  <a:pt x="32" y="100"/>
                  <a:pt x="32" y="100"/>
                </a:cubicBezTo>
                <a:lnTo>
                  <a:pt x="32" y="76"/>
                </a:lnTo>
                <a:close/>
                <a:moveTo>
                  <a:pt x="28" y="216"/>
                </a:moveTo>
                <a:cubicBezTo>
                  <a:pt x="60" y="216"/>
                  <a:pt x="60" y="216"/>
                  <a:pt x="60" y="216"/>
                </a:cubicBezTo>
                <a:cubicBezTo>
                  <a:pt x="62" y="216"/>
                  <a:pt x="64" y="214"/>
                  <a:pt x="64" y="212"/>
                </a:cubicBezTo>
                <a:cubicBezTo>
                  <a:pt x="64" y="132"/>
                  <a:pt x="64" y="132"/>
                  <a:pt x="64" y="132"/>
                </a:cubicBezTo>
                <a:cubicBezTo>
                  <a:pt x="64" y="130"/>
                  <a:pt x="62" y="128"/>
                  <a:pt x="60" y="128"/>
                </a:cubicBezTo>
                <a:cubicBezTo>
                  <a:pt x="28" y="128"/>
                  <a:pt x="28" y="128"/>
                  <a:pt x="28" y="128"/>
                </a:cubicBezTo>
                <a:cubicBezTo>
                  <a:pt x="26" y="128"/>
                  <a:pt x="24" y="130"/>
                  <a:pt x="24" y="132"/>
                </a:cubicBezTo>
                <a:cubicBezTo>
                  <a:pt x="24" y="212"/>
                  <a:pt x="24" y="212"/>
                  <a:pt x="24" y="212"/>
                </a:cubicBezTo>
                <a:cubicBezTo>
                  <a:pt x="24" y="214"/>
                  <a:pt x="26" y="216"/>
                  <a:pt x="28" y="216"/>
                </a:cubicBezTo>
                <a:close/>
                <a:moveTo>
                  <a:pt x="32" y="136"/>
                </a:moveTo>
                <a:cubicBezTo>
                  <a:pt x="56" y="136"/>
                  <a:pt x="56" y="136"/>
                  <a:pt x="56" y="136"/>
                </a:cubicBezTo>
                <a:cubicBezTo>
                  <a:pt x="56" y="208"/>
                  <a:pt x="56" y="208"/>
                  <a:pt x="56" y="208"/>
                </a:cubicBezTo>
                <a:cubicBezTo>
                  <a:pt x="32" y="208"/>
                  <a:pt x="32" y="208"/>
                  <a:pt x="32" y="208"/>
                </a:cubicBezTo>
                <a:lnTo>
                  <a:pt x="32" y="136"/>
                </a:lnTo>
                <a:close/>
                <a:moveTo>
                  <a:pt x="236" y="0"/>
                </a:moveTo>
                <a:cubicBezTo>
                  <a:pt x="20" y="0"/>
                  <a:pt x="20" y="0"/>
                  <a:pt x="20" y="0"/>
                </a:cubicBezTo>
                <a:cubicBezTo>
                  <a:pt x="9" y="0"/>
                  <a:pt x="0" y="9"/>
                  <a:pt x="0" y="20"/>
                </a:cubicBezTo>
                <a:cubicBezTo>
                  <a:pt x="0" y="216"/>
                  <a:pt x="0" y="216"/>
                  <a:pt x="0" y="216"/>
                </a:cubicBezTo>
                <a:cubicBezTo>
                  <a:pt x="0" y="227"/>
                  <a:pt x="9" y="236"/>
                  <a:pt x="20" y="236"/>
                </a:cubicBezTo>
                <a:cubicBezTo>
                  <a:pt x="236" y="236"/>
                  <a:pt x="236" y="236"/>
                  <a:pt x="236" y="236"/>
                </a:cubicBezTo>
                <a:cubicBezTo>
                  <a:pt x="247" y="236"/>
                  <a:pt x="256" y="227"/>
                  <a:pt x="256" y="216"/>
                </a:cubicBezTo>
                <a:cubicBezTo>
                  <a:pt x="256" y="20"/>
                  <a:pt x="256" y="20"/>
                  <a:pt x="256" y="20"/>
                </a:cubicBezTo>
                <a:cubicBezTo>
                  <a:pt x="256" y="9"/>
                  <a:pt x="247" y="0"/>
                  <a:pt x="236" y="0"/>
                </a:cubicBezTo>
                <a:close/>
                <a:moveTo>
                  <a:pt x="248" y="216"/>
                </a:moveTo>
                <a:cubicBezTo>
                  <a:pt x="248" y="223"/>
                  <a:pt x="243" y="228"/>
                  <a:pt x="236" y="228"/>
                </a:cubicBezTo>
                <a:cubicBezTo>
                  <a:pt x="20" y="228"/>
                  <a:pt x="20" y="228"/>
                  <a:pt x="20" y="228"/>
                </a:cubicBezTo>
                <a:cubicBezTo>
                  <a:pt x="13" y="228"/>
                  <a:pt x="8" y="223"/>
                  <a:pt x="8" y="216"/>
                </a:cubicBezTo>
                <a:cubicBezTo>
                  <a:pt x="8" y="56"/>
                  <a:pt x="8" y="56"/>
                  <a:pt x="8" y="56"/>
                </a:cubicBezTo>
                <a:cubicBezTo>
                  <a:pt x="248" y="56"/>
                  <a:pt x="248" y="56"/>
                  <a:pt x="248" y="56"/>
                </a:cubicBezTo>
                <a:lnTo>
                  <a:pt x="248" y="216"/>
                </a:ln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115" y="167"/>
                </a:moveTo>
                <a:cubicBezTo>
                  <a:pt x="116" y="165"/>
                  <a:pt x="116" y="163"/>
                  <a:pt x="115" y="161"/>
                </a:cubicBezTo>
                <a:cubicBezTo>
                  <a:pt x="113" y="160"/>
                  <a:pt x="111" y="160"/>
                  <a:pt x="109" y="161"/>
                </a:cubicBezTo>
                <a:cubicBezTo>
                  <a:pt x="101" y="169"/>
                  <a:pt x="101" y="169"/>
                  <a:pt x="101" y="169"/>
                </a:cubicBezTo>
                <a:cubicBezTo>
                  <a:pt x="101" y="170"/>
                  <a:pt x="101" y="170"/>
                  <a:pt x="100" y="170"/>
                </a:cubicBezTo>
                <a:cubicBezTo>
                  <a:pt x="100" y="170"/>
                  <a:pt x="100" y="171"/>
                  <a:pt x="100" y="171"/>
                </a:cubicBezTo>
                <a:cubicBezTo>
                  <a:pt x="100" y="171"/>
                  <a:pt x="100" y="171"/>
                  <a:pt x="100" y="172"/>
                </a:cubicBezTo>
                <a:cubicBezTo>
                  <a:pt x="100" y="172"/>
                  <a:pt x="100" y="172"/>
                  <a:pt x="100" y="172"/>
                </a:cubicBezTo>
                <a:cubicBezTo>
                  <a:pt x="100" y="173"/>
                  <a:pt x="100" y="173"/>
                  <a:pt x="100" y="173"/>
                </a:cubicBezTo>
                <a:cubicBezTo>
                  <a:pt x="100" y="173"/>
                  <a:pt x="100" y="173"/>
                  <a:pt x="100" y="174"/>
                </a:cubicBezTo>
                <a:cubicBezTo>
                  <a:pt x="100" y="174"/>
                  <a:pt x="100" y="174"/>
                  <a:pt x="100" y="174"/>
                </a:cubicBezTo>
                <a:cubicBezTo>
                  <a:pt x="100" y="174"/>
                  <a:pt x="101" y="174"/>
                  <a:pt x="101" y="175"/>
                </a:cubicBezTo>
                <a:cubicBezTo>
                  <a:pt x="101" y="175"/>
                  <a:pt x="101" y="175"/>
                  <a:pt x="101" y="175"/>
                </a:cubicBezTo>
                <a:cubicBezTo>
                  <a:pt x="109" y="183"/>
                  <a:pt x="109" y="183"/>
                  <a:pt x="109" y="183"/>
                </a:cubicBezTo>
                <a:cubicBezTo>
                  <a:pt x="110" y="184"/>
                  <a:pt x="111" y="184"/>
                  <a:pt x="112" y="184"/>
                </a:cubicBezTo>
                <a:cubicBezTo>
                  <a:pt x="113" y="184"/>
                  <a:pt x="114" y="184"/>
                  <a:pt x="115" y="183"/>
                </a:cubicBezTo>
                <a:cubicBezTo>
                  <a:pt x="116" y="181"/>
                  <a:pt x="116" y="179"/>
                  <a:pt x="115" y="177"/>
                </a:cubicBezTo>
                <a:cubicBezTo>
                  <a:pt x="114" y="176"/>
                  <a:pt x="114" y="176"/>
                  <a:pt x="114" y="176"/>
                </a:cubicBezTo>
                <a:cubicBezTo>
                  <a:pt x="194" y="176"/>
                  <a:pt x="194" y="176"/>
                  <a:pt x="194" y="176"/>
                </a:cubicBezTo>
                <a:cubicBezTo>
                  <a:pt x="193" y="177"/>
                  <a:pt x="193" y="177"/>
                  <a:pt x="193" y="177"/>
                </a:cubicBezTo>
                <a:cubicBezTo>
                  <a:pt x="192" y="179"/>
                  <a:pt x="192" y="181"/>
                  <a:pt x="193" y="183"/>
                </a:cubicBezTo>
                <a:cubicBezTo>
                  <a:pt x="194" y="184"/>
                  <a:pt x="195" y="184"/>
                  <a:pt x="196" y="184"/>
                </a:cubicBezTo>
                <a:cubicBezTo>
                  <a:pt x="197" y="184"/>
                  <a:pt x="198" y="184"/>
                  <a:pt x="199" y="183"/>
                </a:cubicBezTo>
                <a:cubicBezTo>
                  <a:pt x="207" y="175"/>
                  <a:pt x="207" y="175"/>
                  <a:pt x="207" y="175"/>
                </a:cubicBezTo>
                <a:cubicBezTo>
                  <a:pt x="207" y="174"/>
                  <a:pt x="207" y="174"/>
                  <a:pt x="208" y="174"/>
                </a:cubicBezTo>
                <a:cubicBezTo>
                  <a:pt x="208" y="173"/>
                  <a:pt x="208" y="171"/>
                  <a:pt x="208" y="170"/>
                </a:cubicBezTo>
                <a:cubicBezTo>
                  <a:pt x="207" y="170"/>
                  <a:pt x="207" y="170"/>
                  <a:pt x="207" y="169"/>
                </a:cubicBezTo>
                <a:cubicBezTo>
                  <a:pt x="199" y="161"/>
                  <a:pt x="199" y="161"/>
                  <a:pt x="199" y="161"/>
                </a:cubicBezTo>
                <a:cubicBezTo>
                  <a:pt x="197" y="160"/>
                  <a:pt x="195" y="160"/>
                  <a:pt x="193" y="161"/>
                </a:cubicBezTo>
                <a:cubicBezTo>
                  <a:pt x="192" y="163"/>
                  <a:pt x="192" y="165"/>
                  <a:pt x="193" y="167"/>
                </a:cubicBezTo>
                <a:cubicBezTo>
                  <a:pt x="194" y="168"/>
                  <a:pt x="194" y="168"/>
                  <a:pt x="194" y="168"/>
                </a:cubicBezTo>
                <a:cubicBezTo>
                  <a:pt x="114" y="168"/>
                  <a:pt x="114" y="168"/>
                  <a:pt x="114" y="168"/>
                </a:cubicBezTo>
                <a:lnTo>
                  <a:pt x="115" y="167"/>
                </a:lnTo>
                <a:close/>
                <a:moveTo>
                  <a:pt x="204" y="128"/>
                </a:moveTo>
                <a:cubicBezTo>
                  <a:pt x="192" y="128"/>
                  <a:pt x="192" y="128"/>
                  <a:pt x="192" y="128"/>
                </a:cubicBezTo>
                <a:cubicBezTo>
                  <a:pt x="190" y="128"/>
                  <a:pt x="188" y="130"/>
                  <a:pt x="188" y="132"/>
                </a:cubicBezTo>
                <a:cubicBezTo>
                  <a:pt x="188" y="134"/>
                  <a:pt x="190" y="136"/>
                  <a:pt x="192" y="136"/>
                </a:cubicBezTo>
                <a:cubicBezTo>
                  <a:pt x="204" y="136"/>
                  <a:pt x="204" y="136"/>
                  <a:pt x="204" y="136"/>
                </a:cubicBezTo>
                <a:cubicBezTo>
                  <a:pt x="206" y="136"/>
                  <a:pt x="208" y="134"/>
                  <a:pt x="208" y="132"/>
                </a:cubicBezTo>
                <a:cubicBezTo>
                  <a:pt x="208" y="130"/>
                  <a:pt x="206" y="128"/>
                  <a:pt x="204" y="128"/>
                </a:cubicBezTo>
                <a:close/>
                <a:moveTo>
                  <a:pt x="228" y="148"/>
                </a:moveTo>
                <a:cubicBezTo>
                  <a:pt x="226" y="148"/>
                  <a:pt x="224" y="150"/>
                  <a:pt x="224" y="152"/>
                </a:cubicBezTo>
                <a:cubicBezTo>
                  <a:pt x="224" y="164"/>
                  <a:pt x="224" y="164"/>
                  <a:pt x="224" y="164"/>
                </a:cubicBezTo>
                <a:cubicBezTo>
                  <a:pt x="224" y="166"/>
                  <a:pt x="226" y="168"/>
                  <a:pt x="228" y="168"/>
                </a:cubicBezTo>
                <a:cubicBezTo>
                  <a:pt x="230" y="168"/>
                  <a:pt x="232" y="166"/>
                  <a:pt x="232" y="164"/>
                </a:cubicBezTo>
                <a:cubicBezTo>
                  <a:pt x="232" y="152"/>
                  <a:pt x="232" y="152"/>
                  <a:pt x="232" y="152"/>
                </a:cubicBezTo>
                <a:cubicBezTo>
                  <a:pt x="232" y="150"/>
                  <a:pt x="230" y="148"/>
                  <a:pt x="228" y="148"/>
                </a:cubicBezTo>
                <a:close/>
                <a:moveTo>
                  <a:pt x="228" y="176"/>
                </a:moveTo>
                <a:cubicBezTo>
                  <a:pt x="226" y="176"/>
                  <a:pt x="224" y="178"/>
                  <a:pt x="224" y="180"/>
                </a:cubicBezTo>
                <a:cubicBezTo>
                  <a:pt x="224" y="192"/>
                  <a:pt x="224" y="192"/>
                  <a:pt x="224" y="192"/>
                </a:cubicBezTo>
                <a:cubicBezTo>
                  <a:pt x="224" y="194"/>
                  <a:pt x="226" y="196"/>
                  <a:pt x="228" y="196"/>
                </a:cubicBezTo>
                <a:cubicBezTo>
                  <a:pt x="230" y="196"/>
                  <a:pt x="232" y="194"/>
                  <a:pt x="232" y="192"/>
                </a:cubicBezTo>
                <a:cubicBezTo>
                  <a:pt x="232" y="180"/>
                  <a:pt x="232" y="180"/>
                  <a:pt x="232" y="180"/>
                </a:cubicBezTo>
                <a:cubicBezTo>
                  <a:pt x="232" y="178"/>
                  <a:pt x="230" y="176"/>
                  <a:pt x="228" y="176"/>
                </a:cubicBezTo>
                <a:close/>
                <a:moveTo>
                  <a:pt x="80" y="168"/>
                </a:moveTo>
                <a:cubicBezTo>
                  <a:pt x="82" y="168"/>
                  <a:pt x="84" y="166"/>
                  <a:pt x="84" y="164"/>
                </a:cubicBezTo>
                <a:cubicBezTo>
                  <a:pt x="84" y="152"/>
                  <a:pt x="84" y="152"/>
                  <a:pt x="84" y="152"/>
                </a:cubicBezTo>
                <a:cubicBezTo>
                  <a:pt x="84" y="150"/>
                  <a:pt x="82" y="148"/>
                  <a:pt x="80" y="148"/>
                </a:cubicBezTo>
                <a:cubicBezTo>
                  <a:pt x="78" y="148"/>
                  <a:pt x="76" y="150"/>
                  <a:pt x="76" y="152"/>
                </a:cubicBezTo>
                <a:cubicBezTo>
                  <a:pt x="76" y="164"/>
                  <a:pt x="76" y="164"/>
                  <a:pt x="76" y="164"/>
                </a:cubicBezTo>
                <a:cubicBezTo>
                  <a:pt x="76" y="166"/>
                  <a:pt x="78" y="168"/>
                  <a:pt x="80" y="168"/>
                </a:cubicBezTo>
                <a:close/>
                <a:moveTo>
                  <a:pt x="76" y="192"/>
                </a:moveTo>
                <a:cubicBezTo>
                  <a:pt x="76" y="194"/>
                  <a:pt x="78" y="196"/>
                  <a:pt x="80" y="196"/>
                </a:cubicBezTo>
                <a:cubicBezTo>
                  <a:pt x="82" y="196"/>
                  <a:pt x="84" y="194"/>
                  <a:pt x="84" y="192"/>
                </a:cubicBezTo>
                <a:cubicBezTo>
                  <a:pt x="84" y="180"/>
                  <a:pt x="84" y="180"/>
                  <a:pt x="84" y="180"/>
                </a:cubicBezTo>
                <a:cubicBezTo>
                  <a:pt x="84" y="178"/>
                  <a:pt x="82" y="176"/>
                  <a:pt x="80" y="176"/>
                </a:cubicBezTo>
                <a:cubicBezTo>
                  <a:pt x="78" y="176"/>
                  <a:pt x="76" y="178"/>
                  <a:pt x="76" y="180"/>
                </a:cubicBezTo>
                <a:lnTo>
                  <a:pt x="76" y="192"/>
                </a:lnTo>
                <a:close/>
                <a:moveTo>
                  <a:pt x="228" y="128"/>
                </a:moveTo>
                <a:cubicBezTo>
                  <a:pt x="220" y="128"/>
                  <a:pt x="220" y="128"/>
                  <a:pt x="220" y="128"/>
                </a:cubicBezTo>
                <a:cubicBezTo>
                  <a:pt x="218" y="128"/>
                  <a:pt x="216" y="130"/>
                  <a:pt x="216" y="132"/>
                </a:cubicBezTo>
                <a:cubicBezTo>
                  <a:pt x="216" y="134"/>
                  <a:pt x="218" y="136"/>
                  <a:pt x="220" y="136"/>
                </a:cubicBezTo>
                <a:cubicBezTo>
                  <a:pt x="224" y="136"/>
                  <a:pt x="224" y="136"/>
                  <a:pt x="224" y="136"/>
                </a:cubicBezTo>
                <a:cubicBezTo>
                  <a:pt x="224" y="140"/>
                  <a:pt x="224" y="140"/>
                  <a:pt x="224" y="140"/>
                </a:cubicBezTo>
                <a:cubicBezTo>
                  <a:pt x="224" y="142"/>
                  <a:pt x="226" y="144"/>
                  <a:pt x="228" y="144"/>
                </a:cubicBezTo>
                <a:cubicBezTo>
                  <a:pt x="230" y="144"/>
                  <a:pt x="232" y="142"/>
                  <a:pt x="232" y="140"/>
                </a:cubicBezTo>
                <a:cubicBezTo>
                  <a:pt x="232" y="132"/>
                  <a:pt x="232" y="132"/>
                  <a:pt x="232" y="132"/>
                </a:cubicBezTo>
                <a:cubicBezTo>
                  <a:pt x="232" y="130"/>
                  <a:pt x="230" y="128"/>
                  <a:pt x="228" y="128"/>
                </a:cubicBezTo>
                <a:close/>
                <a:moveTo>
                  <a:pt x="176" y="136"/>
                </a:moveTo>
                <a:cubicBezTo>
                  <a:pt x="178" y="136"/>
                  <a:pt x="180" y="134"/>
                  <a:pt x="180" y="132"/>
                </a:cubicBezTo>
                <a:cubicBezTo>
                  <a:pt x="180" y="130"/>
                  <a:pt x="178" y="128"/>
                  <a:pt x="176" y="128"/>
                </a:cubicBezTo>
                <a:cubicBezTo>
                  <a:pt x="164" y="128"/>
                  <a:pt x="164" y="128"/>
                  <a:pt x="164" y="128"/>
                </a:cubicBezTo>
                <a:cubicBezTo>
                  <a:pt x="162" y="128"/>
                  <a:pt x="160" y="130"/>
                  <a:pt x="160" y="132"/>
                </a:cubicBezTo>
                <a:cubicBezTo>
                  <a:pt x="160" y="134"/>
                  <a:pt x="162" y="136"/>
                  <a:pt x="164" y="136"/>
                </a:cubicBezTo>
                <a:lnTo>
                  <a:pt x="176" y="136"/>
                </a:lnTo>
                <a:close/>
                <a:moveTo>
                  <a:pt x="144" y="136"/>
                </a:moveTo>
                <a:cubicBezTo>
                  <a:pt x="146" y="136"/>
                  <a:pt x="148" y="134"/>
                  <a:pt x="148" y="132"/>
                </a:cubicBezTo>
                <a:cubicBezTo>
                  <a:pt x="148" y="130"/>
                  <a:pt x="146" y="128"/>
                  <a:pt x="144" y="128"/>
                </a:cubicBezTo>
                <a:cubicBezTo>
                  <a:pt x="132" y="128"/>
                  <a:pt x="132" y="128"/>
                  <a:pt x="132" y="128"/>
                </a:cubicBezTo>
                <a:cubicBezTo>
                  <a:pt x="130" y="128"/>
                  <a:pt x="128" y="130"/>
                  <a:pt x="128" y="132"/>
                </a:cubicBezTo>
                <a:cubicBezTo>
                  <a:pt x="128" y="134"/>
                  <a:pt x="130" y="136"/>
                  <a:pt x="132" y="136"/>
                </a:cubicBezTo>
                <a:lnTo>
                  <a:pt x="144" y="136"/>
                </a:lnTo>
                <a:close/>
                <a:moveTo>
                  <a:pt x="116" y="128"/>
                </a:moveTo>
                <a:cubicBezTo>
                  <a:pt x="104" y="128"/>
                  <a:pt x="104" y="128"/>
                  <a:pt x="104" y="128"/>
                </a:cubicBezTo>
                <a:cubicBezTo>
                  <a:pt x="102" y="128"/>
                  <a:pt x="100" y="130"/>
                  <a:pt x="100" y="132"/>
                </a:cubicBezTo>
                <a:cubicBezTo>
                  <a:pt x="100" y="134"/>
                  <a:pt x="102" y="136"/>
                  <a:pt x="104" y="136"/>
                </a:cubicBezTo>
                <a:cubicBezTo>
                  <a:pt x="116" y="136"/>
                  <a:pt x="116" y="136"/>
                  <a:pt x="116" y="136"/>
                </a:cubicBezTo>
                <a:cubicBezTo>
                  <a:pt x="118" y="136"/>
                  <a:pt x="120" y="134"/>
                  <a:pt x="120" y="132"/>
                </a:cubicBezTo>
                <a:cubicBezTo>
                  <a:pt x="120" y="130"/>
                  <a:pt x="118" y="128"/>
                  <a:pt x="116" y="128"/>
                </a:cubicBezTo>
                <a:close/>
                <a:moveTo>
                  <a:pt x="88" y="128"/>
                </a:moveTo>
                <a:cubicBezTo>
                  <a:pt x="80" y="128"/>
                  <a:pt x="80" y="128"/>
                  <a:pt x="80" y="128"/>
                </a:cubicBezTo>
                <a:cubicBezTo>
                  <a:pt x="78" y="128"/>
                  <a:pt x="76" y="130"/>
                  <a:pt x="76" y="132"/>
                </a:cubicBezTo>
                <a:cubicBezTo>
                  <a:pt x="76" y="140"/>
                  <a:pt x="76" y="140"/>
                  <a:pt x="76" y="140"/>
                </a:cubicBezTo>
                <a:cubicBezTo>
                  <a:pt x="76" y="142"/>
                  <a:pt x="78" y="144"/>
                  <a:pt x="80" y="144"/>
                </a:cubicBezTo>
                <a:cubicBezTo>
                  <a:pt x="82" y="144"/>
                  <a:pt x="84" y="142"/>
                  <a:pt x="84" y="140"/>
                </a:cubicBezTo>
                <a:cubicBezTo>
                  <a:pt x="84" y="136"/>
                  <a:pt x="84" y="136"/>
                  <a:pt x="84" y="136"/>
                </a:cubicBezTo>
                <a:cubicBezTo>
                  <a:pt x="88" y="136"/>
                  <a:pt x="88" y="136"/>
                  <a:pt x="88" y="136"/>
                </a:cubicBezTo>
                <a:cubicBezTo>
                  <a:pt x="90" y="136"/>
                  <a:pt x="92" y="134"/>
                  <a:pt x="92" y="132"/>
                </a:cubicBezTo>
                <a:cubicBezTo>
                  <a:pt x="92" y="130"/>
                  <a:pt x="90" y="128"/>
                  <a:pt x="88" y="128"/>
                </a:cubicBezTo>
                <a:close/>
                <a:moveTo>
                  <a:pt x="204" y="208"/>
                </a:moveTo>
                <a:cubicBezTo>
                  <a:pt x="192" y="208"/>
                  <a:pt x="192" y="208"/>
                  <a:pt x="192" y="208"/>
                </a:cubicBezTo>
                <a:cubicBezTo>
                  <a:pt x="190" y="208"/>
                  <a:pt x="188" y="210"/>
                  <a:pt x="188" y="212"/>
                </a:cubicBezTo>
                <a:cubicBezTo>
                  <a:pt x="188" y="214"/>
                  <a:pt x="190" y="216"/>
                  <a:pt x="192" y="216"/>
                </a:cubicBezTo>
                <a:cubicBezTo>
                  <a:pt x="204" y="216"/>
                  <a:pt x="204" y="216"/>
                  <a:pt x="204" y="216"/>
                </a:cubicBezTo>
                <a:cubicBezTo>
                  <a:pt x="206" y="216"/>
                  <a:pt x="208" y="214"/>
                  <a:pt x="208" y="212"/>
                </a:cubicBezTo>
                <a:cubicBezTo>
                  <a:pt x="208" y="210"/>
                  <a:pt x="206" y="208"/>
                  <a:pt x="204" y="208"/>
                </a:cubicBezTo>
                <a:close/>
                <a:moveTo>
                  <a:pt x="228" y="200"/>
                </a:moveTo>
                <a:cubicBezTo>
                  <a:pt x="226" y="200"/>
                  <a:pt x="224" y="202"/>
                  <a:pt x="224" y="204"/>
                </a:cubicBezTo>
                <a:cubicBezTo>
                  <a:pt x="224" y="208"/>
                  <a:pt x="224" y="208"/>
                  <a:pt x="224" y="208"/>
                </a:cubicBezTo>
                <a:cubicBezTo>
                  <a:pt x="220" y="208"/>
                  <a:pt x="220" y="208"/>
                  <a:pt x="220" y="208"/>
                </a:cubicBezTo>
                <a:cubicBezTo>
                  <a:pt x="218" y="208"/>
                  <a:pt x="216" y="210"/>
                  <a:pt x="216" y="212"/>
                </a:cubicBezTo>
                <a:cubicBezTo>
                  <a:pt x="216" y="214"/>
                  <a:pt x="218" y="216"/>
                  <a:pt x="220" y="216"/>
                </a:cubicBezTo>
                <a:cubicBezTo>
                  <a:pt x="228" y="216"/>
                  <a:pt x="228" y="216"/>
                  <a:pt x="228" y="216"/>
                </a:cubicBezTo>
                <a:cubicBezTo>
                  <a:pt x="230" y="216"/>
                  <a:pt x="232" y="214"/>
                  <a:pt x="232" y="212"/>
                </a:cubicBezTo>
                <a:cubicBezTo>
                  <a:pt x="232" y="204"/>
                  <a:pt x="232" y="204"/>
                  <a:pt x="232" y="204"/>
                </a:cubicBezTo>
                <a:cubicBezTo>
                  <a:pt x="232" y="202"/>
                  <a:pt x="230" y="200"/>
                  <a:pt x="228" y="200"/>
                </a:cubicBezTo>
                <a:close/>
                <a:moveTo>
                  <a:pt x="176" y="208"/>
                </a:moveTo>
                <a:cubicBezTo>
                  <a:pt x="164" y="208"/>
                  <a:pt x="164" y="208"/>
                  <a:pt x="164" y="208"/>
                </a:cubicBezTo>
                <a:cubicBezTo>
                  <a:pt x="162" y="208"/>
                  <a:pt x="160" y="210"/>
                  <a:pt x="160" y="212"/>
                </a:cubicBezTo>
                <a:cubicBezTo>
                  <a:pt x="160" y="214"/>
                  <a:pt x="162" y="216"/>
                  <a:pt x="164" y="216"/>
                </a:cubicBezTo>
                <a:cubicBezTo>
                  <a:pt x="176" y="216"/>
                  <a:pt x="176" y="216"/>
                  <a:pt x="176" y="216"/>
                </a:cubicBezTo>
                <a:cubicBezTo>
                  <a:pt x="178" y="216"/>
                  <a:pt x="180" y="214"/>
                  <a:pt x="180" y="212"/>
                </a:cubicBezTo>
                <a:cubicBezTo>
                  <a:pt x="180" y="210"/>
                  <a:pt x="178" y="208"/>
                  <a:pt x="176" y="208"/>
                </a:cubicBezTo>
                <a:close/>
                <a:moveTo>
                  <a:pt x="144" y="208"/>
                </a:moveTo>
                <a:cubicBezTo>
                  <a:pt x="132" y="208"/>
                  <a:pt x="132" y="208"/>
                  <a:pt x="132" y="208"/>
                </a:cubicBezTo>
                <a:cubicBezTo>
                  <a:pt x="130" y="208"/>
                  <a:pt x="128" y="210"/>
                  <a:pt x="128" y="212"/>
                </a:cubicBezTo>
                <a:cubicBezTo>
                  <a:pt x="128" y="214"/>
                  <a:pt x="130" y="216"/>
                  <a:pt x="132" y="216"/>
                </a:cubicBezTo>
                <a:cubicBezTo>
                  <a:pt x="144" y="216"/>
                  <a:pt x="144" y="216"/>
                  <a:pt x="144" y="216"/>
                </a:cubicBezTo>
                <a:cubicBezTo>
                  <a:pt x="146" y="216"/>
                  <a:pt x="148" y="214"/>
                  <a:pt x="148" y="212"/>
                </a:cubicBezTo>
                <a:cubicBezTo>
                  <a:pt x="148" y="210"/>
                  <a:pt x="146" y="208"/>
                  <a:pt x="144" y="208"/>
                </a:cubicBezTo>
                <a:close/>
                <a:moveTo>
                  <a:pt x="116" y="208"/>
                </a:moveTo>
                <a:cubicBezTo>
                  <a:pt x="104" y="208"/>
                  <a:pt x="104" y="208"/>
                  <a:pt x="104" y="208"/>
                </a:cubicBezTo>
                <a:cubicBezTo>
                  <a:pt x="102" y="208"/>
                  <a:pt x="100" y="210"/>
                  <a:pt x="100" y="212"/>
                </a:cubicBezTo>
                <a:cubicBezTo>
                  <a:pt x="100" y="214"/>
                  <a:pt x="102" y="216"/>
                  <a:pt x="104" y="216"/>
                </a:cubicBezTo>
                <a:cubicBezTo>
                  <a:pt x="116" y="216"/>
                  <a:pt x="116" y="216"/>
                  <a:pt x="116" y="216"/>
                </a:cubicBezTo>
                <a:cubicBezTo>
                  <a:pt x="118" y="216"/>
                  <a:pt x="120" y="214"/>
                  <a:pt x="120" y="212"/>
                </a:cubicBezTo>
                <a:cubicBezTo>
                  <a:pt x="120" y="210"/>
                  <a:pt x="118" y="208"/>
                  <a:pt x="116" y="208"/>
                </a:cubicBezTo>
                <a:close/>
                <a:moveTo>
                  <a:pt x="88" y="208"/>
                </a:moveTo>
                <a:cubicBezTo>
                  <a:pt x="84" y="208"/>
                  <a:pt x="84" y="208"/>
                  <a:pt x="84" y="208"/>
                </a:cubicBezTo>
                <a:cubicBezTo>
                  <a:pt x="84" y="204"/>
                  <a:pt x="84" y="204"/>
                  <a:pt x="84" y="204"/>
                </a:cubicBezTo>
                <a:cubicBezTo>
                  <a:pt x="84" y="202"/>
                  <a:pt x="82" y="200"/>
                  <a:pt x="80" y="200"/>
                </a:cubicBezTo>
                <a:cubicBezTo>
                  <a:pt x="78" y="200"/>
                  <a:pt x="76" y="202"/>
                  <a:pt x="76" y="204"/>
                </a:cubicBezTo>
                <a:cubicBezTo>
                  <a:pt x="76" y="212"/>
                  <a:pt x="76" y="212"/>
                  <a:pt x="76" y="212"/>
                </a:cubicBezTo>
                <a:cubicBezTo>
                  <a:pt x="76" y="214"/>
                  <a:pt x="78" y="216"/>
                  <a:pt x="80" y="216"/>
                </a:cubicBezTo>
                <a:cubicBezTo>
                  <a:pt x="88" y="216"/>
                  <a:pt x="88" y="216"/>
                  <a:pt x="88" y="216"/>
                </a:cubicBezTo>
                <a:cubicBezTo>
                  <a:pt x="90" y="216"/>
                  <a:pt x="92" y="214"/>
                  <a:pt x="92" y="212"/>
                </a:cubicBezTo>
                <a:cubicBezTo>
                  <a:pt x="92" y="210"/>
                  <a:pt x="90" y="208"/>
                  <a:pt x="88" y="20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98" name="Freeform 290">
            <a:extLst>
              <a:ext uri="{FF2B5EF4-FFF2-40B4-BE49-F238E27FC236}">
                <a16:creationId xmlns:a16="http://schemas.microsoft.com/office/drawing/2014/main" id="{1240B09E-0251-41D8-B116-BD39350364A8}"/>
              </a:ext>
            </a:extLst>
          </p:cNvPr>
          <p:cNvSpPr>
            <a:spLocks noChangeAspect="1" noEditPoints="1"/>
          </p:cNvSpPr>
          <p:nvPr/>
        </p:nvSpPr>
        <p:spPr bwMode="auto">
          <a:xfrm>
            <a:off x="2508380" y="5300664"/>
            <a:ext cx="400050" cy="400050"/>
          </a:xfrm>
          <a:custGeom>
            <a:avLst/>
            <a:gdLst>
              <a:gd name="T0" fmla="*/ 228 w 256"/>
              <a:gd name="T1" fmla="*/ 104 h 256"/>
              <a:gd name="T2" fmla="*/ 232 w 256"/>
              <a:gd name="T3" fmla="*/ 76 h 256"/>
              <a:gd name="T4" fmla="*/ 84 w 256"/>
              <a:gd name="T5" fmla="*/ 72 h 256"/>
              <a:gd name="T6" fmla="*/ 80 w 256"/>
              <a:gd name="T7" fmla="*/ 100 h 256"/>
              <a:gd name="T8" fmla="*/ 88 w 256"/>
              <a:gd name="T9" fmla="*/ 80 h 256"/>
              <a:gd name="T10" fmla="*/ 224 w 256"/>
              <a:gd name="T11" fmla="*/ 96 h 256"/>
              <a:gd name="T12" fmla="*/ 88 w 256"/>
              <a:gd name="T13" fmla="*/ 80 h 256"/>
              <a:gd name="T14" fmla="*/ 224 w 256"/>
              <a:gd name="T15" fmla="*/ 128 h 256"/>
              <a:gd name="T16" fmla="*/ 232 w 256"/>
              <a:gd name="T17" fmla="*/ 176 h 256"/>
              <a:gd name="T18" fmla="*/ 228 w 256"/>
              <a:gd name="T19" fmla="*/ 120 h 256"/>
              <a:gd name="T20" fmla="*/ 80 w 256"/>
              <a:gd name="T21" fmla="*/ 124 h 256"/>
              <a:gd name="T22" fmla="*/ 84 w 256"/>
              <a:gd name="T23" fmla="*/ 184 h 256"/>
              <a:gd name="T24" fmla="*/ 144 w 256"/>
              <a:gd name="T25" fmla="*/ 176 h 256"/>
              <a:gd name="T26" fmla="*/ 88 w 256"/>
              <a:gd name="T27" fmla="*/ 128 h 256"/>
              <a:gd name="T28" fmla="*/ 28 w 256"/>
              <a:gd name="T29" fmla="*/ 72 h 256"/>
              <a:gd name="T30" fmla="*/ 28 w 256"/>
              <a:gd name="T31" fmla="*/ 80 h 256"/>
              <a:gd name="T32" fmla="*/ 64 w 256"/>
              <a:gd name="T33" fmla="*/ 76 h 256"/>
              <a:gd name="T34" fmla="*/ 60 w 256"/>
              <a:gd name="T35" fmla="*/ 120 h 256"/>
              <a:gd name="T36" fmla="*/ 24 w 256"/>
              <a:gd name="T37" fmla="*/ 124 h 256"/>
              <a:gd name="T38" fmla="*/ 60 w 256"/>
              <a:gd name="T39" fmla="*/ 128 h 256"/>
              <a:gd name="T40" fmla="*/ 60 w 256"/>
              <a:gd name="T41" fmla="*/ 120 h 256"/>
              <a:gd name="T42" fmla="*/ 229 w 256"/>
              <a:gd name="T43" fmla="*/ 196 h 256"/>
              <a:gd name="T44" fmla="*/ 230 w 256"/>
              <a:gd name="T45" fmla="*/ 189 h 256"/>
              <a:gd name="T46" fmla="*/ 154 w 256"/>
              <a:gd name="T47" fmla="*/ 140 h 256"/>
              <a:gd name="T48" fmla="*/ 152 w 256"/>
              <a:gd name="T49" fmla="*/ 232 h 256"/>
              <a:gd name="T50" fmla="*/ 159 w 256"/>
              <a:gd name="T51" fmla="*/ 235 h 256"/>
              <a:gd name="T52" fmla="*/ 201 w 256"/>
              <a:gd name="T53" fmla="*/ 254 h 256"/>
              <a:gd name="T54" fmla="*/ 206 w 256"/>
              <a:gd name="T55" fmla="*/ 255 h 256"/>
              <a:gd name="T56" fmla="*/ 227 w 256"/>
              <a:gd name="T57" fmla="*/ 238 h 256"/>
              <a:gd name="T58" fmla="*/ 205 w 256"/>
              <a:gd name="T59" fmla="*/ 247 h 256"/>
              <a:gd name="T60" fmla="*/ 181 w 256"/>
              <a:gd name="T61" fmla="*/ 208 h 256"/>
              <a:gd name="T62" fmla="*/ 177 w 256"/>
              <a:gd name="T63" fmla="*/ 209 h 256"/>
              <a:gd name="T64" fmla="*/ 160 w 256"/>
              <a:gd name="T65" fmla="*/ 151 h 256"/>
              <a:gd name="T66" fmla="*/ 199 w 256"/>
              <a:gd name="T67" fmla="*/ 196 h 256"/>
              <a:gd name="T68" fmla="*/ 197 w 256"/>
              <a:gd name="T69" fmla="*/ 202 h 256"/>
              <a:gd name="T70" fmla="*/ 205 w 256"/>
              <a:gd name="T71" fmla="*/ 247 h 256"/>
              <a:gd name="T72" fmla="*/ 80 w 256"/>
              <a:gd name="T73" fmla="*/ 28 h 256"/>
              <a:gd name="T74" fmla="*/ 96 w 256"/>
              <a:gd name="T75" fmla="*/ 28 h 256"/>
              <a:gd name="T76" fmla="*/ 32 w 256"/>
              <a:gd name="T77" fmla="*/ 20 h 256"/>
              <a:gd name="T78" fmla="*/ 32 w 256"/>
              <a:gd name="T79" fmla="*/ 36 h 256"/>
              <a:gd name="T80" fmla="*/ 32 w 256"/>
              <a:gd name="T81" fmla="*/ 20 h 256"/>
              <a:gd name="T82" fmla="*/ 20 w 256"/>
              <a:gd name="T83" fmla="*/ 0 h 256"/>
              <a:gd name="T84" fmla="*/ 0 w 256"/>
              <a:gd name="T85" fmla="*/ 196 h 256"/>
              <a:gd name="T86" fmla="*/ 144 w 256"/>
              <a:gd name="T87" fmla="*/ 216 h 256"/>
              <a:gd name="T88" fmla="*/ 20 w 256"/>
              <a:gd name="T89" fmla="*/ 208 h 256"/>
              <a:gd name="T90" fmla="*/ 8 w 256"/>
              <a:gd name="T91" fmla="*/ 56 h 256"/>
              <a:gd name="T92" fmla="*/ 248 w 256"/>
              <a:gd name="T93" fmla="*/ 196 h 256"/>
              <a:gd name="T94" fmla="*/ 224 w 256"/>
              <a:gd name="T95" fmla="*/ 208 h 256"/>
              <a:gd name="T96" fmla="*/ 236 w 256"/>
              <a:gd name="T97" fmla="*/ 216 h 256"/>
              <a:gd name="T98" fmla="*/ 256 w 256"/>
              <a:gd name="T99" fmla="*/ 20 h 256"/>
              <a:gd name="T100" fmla="*/ 248 w 256"/>
              <a:gd name="T101" fmla="*/ 48 h 256"/>
              <a:gd name="T102" fmla="*/ 8 w 256"/>
              <a:gd name="T103" fmla="*/ 20 h 256"/>
              <a:gd name="T104" fmla="*/ 236 w 256"/>
              <a:gd name="T105" fmla="*/ 8 h 256"/>
              <a:gd name="T106" fmla="*/ 248 w 256"/>
              <a:gd name="T107" fmla="*/ 48 h 256"/>
              <a:gd name="T108" fmla="*/ 52 w 256"/>
              <a:gd name="T109" fmla="*/ 28 h 256"/>
              <a:gd name="T110" fmla="*/ 68 w 256"/>
              <a:gd name="T111" fmla="*/ 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56">
                <a:moveTo>
                  <a:pt x="84" y="104"/>
                </a:moveTo>
                <a:cubicBezTo>
                  <a:pt x="228" y="104"/>
                  <a:pt x="228" y="104"/>
                  <a:pt x="228" y="104"/>
                </a:cubicBezTo>
                <a:cubicBezTo>
                  <a:pt x="230" y="104"/>
                  <a:pt x="232" y="102"/>
                  <a:pt x="232" y="100"/>
                </a:cubicBezTo>
                <a:cubicBezTo>
                  <a:pt x="232" y="76"/>
                  <a:pt x="232" y="76"/>
                  <a:pt x="232" y="76"/>
                </a:cubicBezTo>
                <a:cubicBezTo>
                  <a:pt x="232" y="74"/>
                  <a:pt x="230" y="72"/>
                  <a:pt x="228" y="72"/>
                </a:cubicBezTo>
                <a:cubicBezTo>
                  <a:pt x="84" y="72"/>
                  <a:pt x="84" y="72"/>
                  <a:pt x="84" y="72"/>
                </a:cubicBezTo>
                <a:cubicBezTo>
                  <a:pt x="82" y="72"/>
                  <a:pt x="80" y="74"/>
                  <a:pt x="80" y="76"/>
                </a:cubicBezTo>
                <a:cubicBezTo>
                  <a:pt x="80" y="100"/>
                  <a:pt x="80" y="100"/>
                  <a:pt x="80" y="100"/>
                </a:cubicBezTo>
                <a:cubicBezTo>
                  <a:pt x="80" y="102"/>
                  <a:pt x="82" y="104"/>
                  <a:pt x="84" y="104"/>
                </a:cubicBezTo>
                <a:close/>
                <a:moveTo>
                  <a:pt x="88" y="80"/>
                </a:moveTo>
                <a:cubicBezTo>
                  <a:pt x="224" y="80"/>
                  <a:pt x="224" y="80"/>
                  <a:pt x="224" y="80"/>
                </a:cubicBezTo>
                <a:cubicBezTo>
                  <a:pt x="224" y="96"/>
                  <a:pt x="224" y="96"/>
                  <a:pt x="224" y="96"/>
                </a:cubicBezTo>
                <a:cubicBezTo>
                  <a:pt x="88" y="96"/>
                  <a:pt x="88" y="96"/>
                  <a:pt x="88" y="96"/>
                </a:cubicBezTo>
                <a:lnTo>
                  <a:pt x="88" y="80"/>
                </a:lnTo>
                <a:close/>
                <a:moveTo>
                  <a:pt x="88" y="128"/>
                </a:moveTo>
                <a:cubicBezTo>
                  <a:pt x="224" y="128"/>
                  <a:pt x="224" y="128"/>
                  <a:pt x="224" y="128"/>
                </a:cubicBezTo>
                <a:cubicBezTo>
                  <a:pt x="224" y="176"/>
                  <a:pt x="224" y="176"/>
                  <a:pt x="224" y="176"/>
                </a:cubicBezTo>
                <a:cubicBezTo>
                  <a:pt x="232" y="176"/>
                  <a:pt x="232" y="176"/>
                  <a:pt x="232" y="176"/>
                </a:cubicBezTo>
                <a:cubicBezTo>
                  <a:pt x="232" y="124"/>
                  <a:pt x="232" y="124"/>
                  <a:pt x="232" y="124"/>
                </a:cubicBezTo>
                <a:cubicBezTo>
                  <a:pt x="232" y="122"/>
                  <a:pt x="230" y="120"/>
                  <a:pt x="228" y="120"/>
                </a:cubicBezTo>
                <a:cubicBezTo>
                  <a:pt x="84" y="120"/>
                  <a:pt x="84" y="120"/>
                  <a:pt x="84" y="120"/>
                </a:cubicBezTo>
                <a:cubicBezTo>
                  <a:pt x="82" y="120"/>
                  <a:pt x="80" y="122"/>
                  <a:pt x="80" y="124"/>
                </a:cubicBezTo>
                <a:cubicBezTo>
                  <a:pt x="80" y="180"/>
                  <a:pt x="80" y="180"/>
                  <a:pt x="80" y="180"/>
                </a:cubicBezTo>
                <a:cubicBezTo>
                  <a:pt x="80" y="182"/>
                  <a:pt x="82" y="184"/>
                  <a:pt x="84" y="184"/>
                </a:cubicBezTo>
                <a:cubicBezTo>
                  <a:pt x="144" y="184"/>
                  <a:pt x="144" y="184"/>
                  <a:pt x="144" y="184"/>
                </a:cubicBezTo>
                <a:cubicBezTo>
                  <a:pt x="144" y="176"/>
                  <a:pt x="144" y="176"/>
                  <a:pt x="144" y="176"/>
                </a:cubicBezTo>
                <a:cubicBezTo>
                  <a:pt x="88" y="176"/>
                  <a:pt x="88" y="176"/>
                  <a:pt x="88" y="176"/>
                </a:cubicBezTo>
                <a:lnTo>
                  <a:pt x="88" y="128"/>
                </a:lnTo>
                <a:close/>
                <a:moveTo>
                  <a:pt x="60" y="72"/>
                </a:moveTo>
                <a:cubicBezTo>
                  <a:pt x="28" y="72"/>
                  <a:pt x="28" y="72"/>
                  <a:pt x="28" y="72"/>
                </a:cubicBezTo>
                <a:cubicBezTo>
                  <a:pt x="26" y="72"/>
                  <a:pt x="24" y="74"/>
                  <a:pt x="24" y="76"/>
                </a:cubicBezTo>
                <a:cubicBezTo>
                  <a:pt x="24" y="78"/>
                  <a:pt x="26" y="80"/>
                  <a:pt x="28" y="80"/>
                </a:cubicBezTo>
                <a:cubicBezTo>
                  <a:pt x="60" y="80"/>
                  <a:pt x="60" y="80"/>
                  <a:pt x="60" y="80"/>
                </a:cubicBezTo>
                <a:cubicBezTo>
                  <a:pt x="62" y="80"/>
                  <a:pt x="64" y="78"/>
                  <a:pt x="64" y="76"/>
                </a:cubicBezTo>
                <a:cubicBezTo>
                  <a:pt x="64" y="74"/>
                  <a:pt x="62" y="72"/>
                  <a:pt x="60" y="72"/>
                </a:cubicBezTo>
                <a:close/>
                <a:moveTo>
                  <a:pt x="60" y="120"/>
                </a:moveTo>
                <a:cubicBezTo>
                  <a:pt x="28" y="120"/>
                  <a:pt x="28" y="120"/>
                  <a:pt x="28" y="120"/>
                </a:cubicBezTo>
                <a:cubicBezTo>
                  <a:pt x="26" y="120"/>
                  <a:pt x="24" y="122"/>
                  <a:pt x="24" y="124"/>
                </a:cubicBezTo>
                <a:cubicBezTo>
                  <a:pt x="24" y="126"/>
                  <a:pt x="26" y="128"/>
                  <a:pt x="28" y="128"/>
                </a:cubicBezTo>
                <a:cubicBezTo>
                  <a:pt x="60" y="128"/>
                  <a:pt x="60" y="128"/>
                  <a:pt x="60" y="128"/>
                </a:cubicBezTo>
                <a:cubicBezTo>
                  <a:pt x="62" y="128"/>
                  <a:pt x="64" y="126"/>
                  <a:pt x="64" y="124"/>
                </a:cubicBezTo>
                <a:cubicBezTo>
                  <a:pt x="64" y="122"/>
                  <a:pt x="62" y="120"/>
                  <a:pt x="60" y="120"/>
                </a:cubicBezTo>
                <a:close/>
                <a:moveTo>
                  <a:pt x="206" y="202"/>
                </a:moveTo>
                <a:cubicBezTo>
                  <a:pt x="229" y="196"/>
                  <a:pt x="229" y="196"/>
                  <a:pt x="229" y="196"/>
                </a:cubicBezTo>
                <a:cubicBezTo>
                  <a:pt x="231" y="195"/>
                  <a:pt x="232" y="194"/>
                  <a:pt x="232" y="193"/>
                </a:cubicBezTo>
                <a:cubicBezTo>
                  <a:pt x="232" y="191"/>
                  <a:pt x="232" y="190"/>
                  <a:pt x="230" y="189"/>
                </a:cubicBezTo>
                <a:cubicBezTo>
                  <a:pt x="158" y="141"/>
                  <a:pt x="158" y="141"/>
                  <a:pt x="158" y="141"/>
                </a:cubicBezTo>
                <a:cubicBezTo>
                  <a:pt x="157" y="140"/>
                  <a:pt x="155" y="140"/>
                  <a:pt x="154" y="140"/>
                </a:cubicBezTo>
                <a:cubicBezTo>
                  <a:pt x="153" y="141"/>
                  <a:pt x="152" y="143"/>
                  <a:pt x="152" y="144"/>
                </a:cubicBezTo>
                <a:cubicBezTo>
                  <a:pt x="152" y="232"/>
                  <a:pt x="152" y="232"/>
                  <a:pt x="152" y="232"/>
                </a:cubicBezTo>
                <a:cubicBezTo>
                  <a:pt x="152" y="234"/>
                  <a:pt x="153" y="235"/>
                  <a:pt x="154" y="236"/>
                </a:cubicBezTo>
                <a:cubicBezTo>
                  <a:pt x="156" y="236"/>
                  <a:pt x="157" y="236"/>
                  <a:pt x="159" y="235"/>
                </a:cubicBezTo>
                <a:cubicBezTo>
                  <a:pt x="179" y="218"/>
                  <a:pt x="179" y="218"/>
                  <a:pt x="179" y="218"/>
                </a:cubicBezTo>
                <a:cubicBezTo>
                  <a:pt x="201" y="254"/>
                  <a:pt x="201" y="254"/>
                  <a:pt x="201" y="254"/>
                </a:cubicBezTo>
                <a:cubicBezTo>
                  <a:pt x="201" y="255"/>
                  <a:pt x="203" y="256"/>
                  <a:pt x="204" y="256"/>
                </a:cubicBezTo>
                <a:cubicBezTo>
                  <a:pt x="205" y="256"/>
                  <a:pt x="205" y="256"/>
                  <a:pt x="206" y="255"/>
                </a:cubicBezTo>
                <a:cubicBezTo>
                  <a:pt x="226" y="243"/>
                  <a:pt x="226" y="243"/>
                  <a:pt x="226" y="243"/>
                </a:cubicBezTo>
                <a:cubicBezTo>
                  <a:pt x="228" y="242"/>
                  <a:pt x="229" y="240"/>
                  <a:pt x="227" y="238"/>
                </a:cubicBezTo>
                <a:lnTo>
                  <a:pt x="206" y="202"/>
                </a:lnTo>
                <a:close/>
                <a:moveTo>
                  <a:pt x="205" y="247"/>
                </a:moveTo>
                <a:cubicBezTo>
                  <a:pt x="183" y="210"/>
                  <a:pt x="183" y="210"/>
                  <a:pt x="183" y="210"/>
                </a:cubicBezTo>
                <a:cubicBezTo>
                  <a:pt x="183" y="209"/>
                  <a:pt x="182" y="208"/>
                  <a:pt x="181" y="208"/>
                </a:cubicBezTo>
                <a:cubicBezTo>
                  <a:pt x="180" y="208"/>
                  <a:pt x="180" y="208"/>
                  <a:pt x="180" y="208"/>
                </a:cubicBezTo>
                <a:cubicBezTo>
                  <a:pt x="179" y="208"/>
                  <a:pt x="178" y="208"/>
                  <a:pt x="177" y="209"/>
                </a:cubicBezTo>
                <a:cubicBezTo>
                  <a:pt x="160" y="223"/>
                  <a:pt x="160" y="223"/>
                  <a:pt x="160" y="223"/>
                </a:cubicBezTo>
                <a:cubicBezTo>
                  <a:pt x="160" y="151"/>
                  <a:pt x="160" y="151"/>
                  <a:pt x="160" y="151"/>
                </a:cubicBezTo>
                <a:cubicBezTo>
                  <a:pt x="219" y="191"/>
                  <a:pt x="219" y="191"/>
                  <a:pt x="219" y="191"/>
                </a:cubicBezTo>
                <a:cubicBezTo>
                  <a:pt x="199" y="196"/>
                  <a:pt x="199" y="196"/>
                  <a:pt x="199" y="196"/>
                </a:cubicBezTo>
                <a:cubicBezTo>
                  <a:pt x="198" y="196"/>
                  <a:pt x="197" y="197"/>
                  <a:pt x="196" y="199"/>
                </a:cubicBezTo>
                <a:cubicBezTo>
                  <a:pt x="196" y="200"/>
                  <a:pt x="196" y="201"/>
                  <a:pt x="197" y="202"/>
                </a:cubicBezTo>
                <a:cubicBezTo>
                  <a:pt x="219" y="239"/>
                  <a:pt x="219" y="239"/>
                  <a:pt x="219" y="239"/>
                </a:cubicBezTo>
                <a:lnTo>
                  <a:pt x="205" y="247"/>
                </a:lnTo>
                <a:close/>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236" y="0"/>
                </a:moveTo>
                <a:cubicBezTo>
                  <a:pt x="20" y="0"/>
                  <a:pt x="20" y="0"/>
                  <a:pt x="20" y="0"/>
                </a:cubicBezTo>
                <a:cubicBezTo>
                  <a:pt x="9" y="0"/>
                  <a:pt x="0" y="9"/>
                  <a:pt x="0" y="20"/>
                </a:cubicBezTo>
                <a:cubicBezTo>
                  <a:pt x="0" y="196"/>
                  <a:pt x="0" y="196"/>
                  <a:pt x="0" y="196"/>
                </a:cubicBezTo>
                <a:cubicBezTo>
                  <a:pt x="0" y="207"/>
                  <a:pt x="9" y="216"/>
                  <a:pt x="20" y="216"/>
                </a:cubicBezTo>
                <a:cubicBezTo>
                  <a:pt x="144" y="216"/>
                  <a:pt x="144" y="216"/>
                  <a:pt x="144" y="216"/>
                </a:cubicBezTo>
                <a:cubicBezTo>
                  <a:pt x="144" y="208"/>
                  <a:pt x="144" y="208"/>
                  <a:pt x="144" y="208"/>
                </a:cubicBezTo>
                <a:cubicBezTo>
                  <a:pt x="20" y="208"/>
                  <a:pt x="20" y="208"/>
                  <a:pt x="20" y="208"/>
                </a:cubicBezTo>
                <a:cubicBezTo>
                  <a:pt x="13" y="208"/>
                  <a:pt x="8" y="203"/>
                  <a:pt x="8" y="196"/>
                </a:cubicBezTo>
                <a:cubicBezTo>
                  <a:pt x="8" y="56"/>
                  <a:pt x="8" y="56"/>
                  <a:pt x="8" y="56"/>
                </a:cubicBezTo>
                <a:cubicBezTo>
                  <a:pt x="248" y="56"/>
                  <a:pt x="248" y="56"/>
                  <a:pt x="248" y="56"/>
                </a:cubicBezTo>
                <a:cubicBezTo>
                  <a:pt x="248" y="196"/>
                  <a:pt x="248" y="196"/>
                  <a:pt x="248" y="196"/>
                </a:cubicBezTo>
                <a:cubicBezTo>
                  <a:pt x="248" y="203"/>
                  <a:pt x="243" y="208"/>
                  <a:pt x="236" y="208"/>
                </a:cubicBezTo>
                <a:cubicBezTo>
                  <a:pt x="224" y="208"/>
                  <a:pt x="224" y="208"/>
                  <a:pt x="224" y="208"/>
                </a:cubicBezTo>
                <a:cubicBezTo>
                  <a:pt x="224" y="216"/>
                  <a:pt x="224" y="216"/>
                  <a:pt x="224" y="216"/>
                </a:cubicBezTo>
                <a:cubicBezTo>
                  <a:pt x="236" y="216"/>
                  <a:pt x="236" y="216"/>
                  <a:pt x="236" y="216"/>
                </a:cubicBezTo>
                <a:cubicBezTo>
                  <a:pt x="247" y="216"/>
                  <a:pt x="256" y="207"/>
                  <a:pt x="256" y="196"/>
                </a:cubicBezTo>
                <a:cubicBezTo>
                  <a:pt x="256" y="20"/>
                  <a:pt x="256" y="20"/>
                  <a:pt x="256" y="20"/>
                </a:cubicBezTo>
                <a:cubicBezTo>
                  <a:pt x="256" y="9"/>
                  <a:pt x="247" y="0"/>
                  <a:pt x="236" y="0"/>
                </a:cubicBez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01" name="Freeform 294">
            <a:extLst>
              <a:ext uri="{FF2B5EF4-FFF2-40B4-BE49-F238E27FC236}">
                <a16:creationId xmlns:a16="http://schemas.microsoft.com/office/drawing/2014/main" id="{765E8BA1-0AA9-46ED-94F1-791A02466145}"/>
              </a:ext>
            </a:extLst>
          </p:cNvPr>
          <p:cNvSpPr>
            <a:spLocks noChangeAspect="1" noEditPoints="1"/>
          </p:cNvSpPr>
          <p:nvPr/>
        </p:nvSpPr>
        <p:spPr bwMode="auto">
          <a:xfrm>
            <a:off x="3476026" y="5335589"/>
            <a:ext cx="400050" cy="330200"/>
          </a:xfrm>
          <a:custGeom>
            <a:avLst/>
            <a:gdLst>
              <a:gd name="T0" fmla="*/ 88 w 256"/>
              <a:gd name="T1" fmla="*/ 36 h 212"/>
              <a:gd name="T2" fmla="*/ 236 w 256"/>
              <a:gd name="T3" fmla="*/ 0 h 212"/>
              <a:gd name="T4" fmla="*/ 0 w 256"/>
              <a:gd name="T5" fmla="*/ 192 h 212"/>
              <a:gd name="T6" fmla="*/ 256 w 256"/>
              <a:gd name="T7" fmla="*/ 192 h 212"/>
              <a:gd name="T8" fmla="*/ 248 w 256"/>
              <a:gd name="T9" fmla="*/ 192 h 212"/>
              <a:gd name="T10" fmla="*/ 8 w 256"/>
              <a:gd name="T11" fmla="*/ 192 h 212"/>
              <a:gd name="T12" fmla="*/ 248 w 256"/>
              <a:gd name="T13" fmla="*/ 192 h 212"/>
              <a:gd name="T14" fmla="*/ 8 w 256"/>
              <a:gd name="T15" fmla="*/ 20 h 212"/>
              <a:gd name="T16" fmla="*/ 248 w 256"/>
              <a:gd name="T17" fmla="*/ 20 h 212"/>
              <a:gd name="T18" fmla="*/ 24 w 256"/>
              <a:gd name="T19" fmla="*/ 28 h 212"/>
              <a:gd name="T20" fmla="*/ 32 w 256"/>
              <a:gd name="T21" fmla="*/ 20 h 212"/>
              <a:gd name="T22" fmla="*/ 60 w 256"/>
              <a:gd name="T23" fmla="*/ 36 h 212"/>
              <a:gd name="T24" fmla="*/ 48 w 256"/>
              <a:gd name="T25" fmla="*/ 120 h 212"/>
              <a:gd name="T26" fmla="*/ 76 w 256"/>
              <a:gd name="T27" fmla="*/ 104 h 212"/>
              <a:gd name="T28" fmla="*/ 124 w 256"/>
              <a:gd name="T29" fmla="*/ 140 h 212"/>
              <a:gd name="T30" fmla="*/ 108 w 256"/>
              <a:gd name="T31" fmla="*/ 168 h 212"/>
              <a:gd name="T32" fmla="*/ 148 w 256"/>
              <a:gd name="T33" fmla="*/ 168 h 212"/>
              <a:gd name="T34" fmla="*/ 180 w 256"/>
              <a:gd name="T35" fmla="*/ 164 h 212"/>
              <a:gd name="T36" fmla="*/ 200 w 256"/>
              <a:gd name="T37" fmla="*/ 140 h 212"/>
              <a:gd name="T38" fmla="*/ 148 w 256"/>
              <a:gd name="T39" fmla="*/ 156 h 212"/>
              <a:gd name="T40" fmla="*/ 132 w 256"/>
              <a:gd name="T41" fmla="*/ 140 h 212"/>
              <a:gd name="T42" fmla="*/ 180 w 256"/>
              <a:gd name="T43" fmla="*/ 104 h 212"/>
              <a:gd name="T44" fmla="*/ 208 w 256"/>
              <a:gd name="T45" fmla="*/ 120 h 212"/>
              <a:gd name="T46" fmla="*/ 208 w 256"/>
              <a:gd name="T47" fmla="*/ 80 h 212"/>
              <a:gd name="T48" fmla="*/ 180 w 256"/>
              <a:gd name="T49" fmla="*/ 96 h 212"/>
              <a:gd name="T50" fmla="*/ 125 w 256"/>
              <a:gd name="T51" fmla="*/ 79 h 212"/>
              <a:gd name="T52" fmla="*/ 76 w 256"/>
              <a:gd name="T53" fmla="*/ 92 h 212"/>
              <a:gd name="T54" fmla="*/ 36 w 256"/>
              <a:gd name="T55" fmla="*/ 92 h 212"/>
              <a:gd name="T56" fmla="*/ 200 w 256"/>
              <a:gd name="T57" fmla="*/ 148 h 212"/>
              <a:gd name="T58" fmla="*/ 188 w 256"/>
              <a:gd name="T59" fmla="*/ 160 h 212"/>
              <a:gd name="T60" fmla="*/ 192 w 256"/>
              <a:gd name="T61" fmla="*/ 88 h 212"/>
              <a:gd name="T62" fmla="*/ 212 w 256"/>
              <a:gd name="T63" fmla="*/ 108 h 212"/>
              <a:gd name="T64" fmla="*/ 188 w 256"/>
              <a:gd name="T65" fmla="*/ 108 h 212"/>
              <a:gd name="T66" fmla="*/ 140 w 256"/>
              <a:gd name="T67" fmla="*/ 152 h 212"/>
              <a:gd name="T68" fmla="*/ 120 w 256"/>
              <a:gd name="T69" fmla="*/ 172 h 212"/>
              <a:gd name="T70" fmla="*/ 120 w 256"/>
              <a:gd name="T71" fmla="*/ 148 h 212"/>
              <a:gd name="T72" fmla="*/ 128 w 256"/>
              <a:gd name="T73" fmla="*/ 88 h 212"/>
              <a:gd name="T74" fmla="*/ 140 w 256"/>
              <a:gd name="T75" fmla="*/ 100 h 212"/>
              <a:gd name="T76" fmla="*/ 127 w 256"/>
              <a:gd name="T77" fmla="*/ 112 h 212"/>
              <a:gd name="T78" fmla="*/ 116 w 256"/>
              <a:gd name="T79" fmla="*/ 100 h 212"/>
              <a:gd name="T80" fmla="*/ 64 w 256"/>
              <a:gd name="T81" fmla="*/ 88 h 212"/>
              <a:gd name="T82" fmla="*/ 64 w 256"/>
              <a:gd name="T83" fmla="*/ 112 h 212"/>
              <a:gd name="T84" fmla="*/ 44 w 256"/>
              <a:gd name="T85" fmla="*/ 92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12">
                <a:moveTo>
                  <a:pt x="88" y="20"/>
                </a:moveTo>
                <a:cubicBezTo>
                  <a:pt x="84" y="20"/>
                  <a:pt x="80" y="24"/>
                  <a:pt x="80" y="28"/>
                </a:cubicBezTo>
                <a:cubicBezTo>
                  <a:pt x="80" y="32"/>
                  <a:pt x="84" y="36"/>
                  <a:pt x="88" y="36"/>
                </a:cubicBezTo>
                <a:cubicBezTo>
                  <a:pt x="92" y="36"/>
                  <a:pt x="96" y="32"/>
                  <a:pt x="96" y="28"/>
                </a:cubicBezTo>
                <a:cubicBezTo>
                  <a:pt x="96" y="24"/>
                  <a:pt x="92" y="20"/>
                  <a:pt x="88" y="20"/>
                </a:cubicBezTo>
                <a:close/>
                <a:moveTo>
                  <a:pt x="236" y="0"/>
                </a:moveTo>
                <a:cubicBezTo>
                  <a:pt x="20" y="0"/>
                  <a:pt x="20" y="0"/>
                  <a:pt x="20" y="0"/>
                </a:cubicBezTo>
                <a:cubicBezTo>
                  <a:pt x="9" y="0"/>
                  <a:pt x="0" y="9"/>
                  <a:pt x="0" y="20"/>
                </a:cubicBezTo>
                <a:cubicBezTo>
                  <a:pt x="0" y="192"/>
                  <a:pt x="0" y="192"/>
                  <a:pt x="0" y="192"/>
                </a:cubicBezTo>
                <a:cubicBezTo>
                  <a:pt x="0" y="203"/>
                  <a:pt x="9" y="212"/>
                  <a:pt x="20" y="212"/>
                </a:cubicBezTo>
                <a:cubicBezTo>
                  <a:pt x="236" y="212"/>
                  <a:pt x="236" y="212"/>
                  <a:pt x="236" y="212"/>
                </a:cubicBezTo>
                <a:cubicBezTo>
                  <a:pt x="247" y="212"/>
                  <a:pt x="256" y="203"/>
                  <a:pt x="256" y="192"/>
                </a:cubicBezTo>
                <a:cubicBezTo>
                  <a:pt x="256" y="20"/>
                  <a:pt x="256" y="20"/>
                  <a:pt x="256" y="20"/>
                </a:cubicBezTo>
                <a:cubicBezTo>
                  <a:pt x="256" y="9"/>
                  <a:pt x="247" y="0"/>
                  <a:pt x="236" y="0"/>
                </a:cubicBezTo>
                <a:close/>
                <a:moveTo>
                  <a:pt x="248" y="192"/>
                </a:moveTo>
                <a:cubicBezTo>
                  <a:pt x="248" y="199"/>
                  <a:pt x="243" y="204"/>
                  <a:pt x="236" y="204"/>
                </a:cubicBezTo>
                <a:cubicBezTo>
                  <a:pt x="20" y="204"/>
                  <a:pt x="20" y="204"/>
                  <a:pt x="20" y="204"/>
                </a:cubicBezTo>
                <a:cubicBezTo>
                  <a:pt x="13" y="204"/>
                  <a:pt x="8" y="199"/>
                  <a:pt x="8" y="192"/>
                </a:cubicBezTo>
                <a:cubicBezTo>
                  <a:pt x="8" y="56"/>
                  <a:pt x="8" y="56"/>
                  <a:pt x="8" y="56"/>
                </a:cubicBezTo>
                <a:cubicBezTo>
                  <a:pt x="248" y="56"/>
                  <a:pt x="248" y="56"/>
                  <a:pt x="248" y="56"/>
                </a:cubicBezTo>
                <a:lnTo>
                  <a:pt x="248" y="192"/>
                </a:lnTo>
                <a:close/>
                <a:moveTo>
                  <a:pt x="248" y="48"/>
                </a:moveTo>
                <a:cubicBezTo>
                  <a:pt x="8" y="48"/>
                  <a:pt x="8" y="48"/>
                  <a:pt x="8" y="48"/>
                </a:cubicBezTo>
                <a:cubicBezTo>
                  <a:pt x="8" y="20"/>
                  <a:pt x="8" y="20"/>
                  <a:pt x="8" y="20"/>
                </a:cubicBezTo>
                <a:cubicBezTo>
                  <a:pt x="8" y="13"/>
                  <a:pt x="13" y="8"/>
                  <a:pt x="20" y="8"/>
                </a:cubicBezTo>
                <a:cubicBezTo>
                  <a:pt x="236" y="8"/>
                  <a:pt x="236" y="8"/>
                  <a:pt x="236" y="8"/>
                </a:cubicBezTo>
                <a:cubicBezTo>
                  <a:pt x="243" y="8"/>
                  <a:pt x="248" y="13"/>
                  <a:pt x="248" y="20"/>
                </a:cubicBezTo>
                <a:lnTo>
                  <a:pt x="248" y="48"/>
                </a:lnTo>
                <a:close/>
                <a:moveTo>
                  <a:pt x="32" y="20"/>
                </a:moveTo>
                <a:cubicBezTo>
                  <a:pt x="28" y="20"/>
                  <a:pt x="24" y="24"/>
                  <a:pt x="24" y="28"/>
                </a:cubicBezTo>
                <a:cubicBezTo>
                  <a:pt x="24" y="32"/>
                  <a:pt x="28" y="36"/>
                  <a:pt x="32" y="36"/>
                </a:cubicBezTo>
                <a:cubicBezTo>
                  <a:pt x="36" y="36"/>
                  <a:pt x="40" y="32"/>
                  <a:pt x="40" y="28"/>
                </a:cubicBezTo>
                <a:cubicBezTo>
                  <a:pt x="40" y="24"/>
                  <a:pt x="36" y="20"/>
                  <a:pt x="32" y="20"/>
                </a:cubicBezTo>
                <a:close/>
                <a:moveTo>
                  <a:pt x="60" y="20"/>
                </a:moveTo>
                <a:cubicBezTo>
                  <a:pt x="56" y="20"/>
                  <a:pt x="52" y="24"/>
                  <a:pt x="52" y="28"/>
                </a:cubicBezTo>
                <a:cubicBezTo>
                  <a:pt x="52" y="32"/>
                  <a:pt x="56" y="36"/>
                  <a:pt x="60" y="36"/>
                </a:cubicBezTo>
                <a:cubicBezTo>
                  <a:pt x="64" y="36"/>
                  <a:pt x="68" y="32"/>
                  <a:pt x="68" y="28"/>
                </a:cubicBezTo>
                <a:cubicBezTo>
                  <a:pt x="68" y="24"/>
                  <a:pt x="64" y="20"/>
                  <a:pt x="60" y="20"/>
                </a:cubicBezTo>
                <a:close/>
                <a:moveTo>
                  <a:pt x="48" y="120"/>
                </a:moveTo>
                <a:cubicBezTo>
                  <a:pt x="64" y="120"/>
                  <a:pt x="64" y="120"/>
                  <a:pt x="64" y="120"/>
                </a:cubicBezTo>
                <a:cubicBezTo>
                  <a:pt x="70" y="120"/>
                  <a:pt x="76" y="115"/>
                  <a:pt x="76" y="108"/>
                </a:cubicBezTo>
                <a:cubicBezTo>
                  <a:pt x="76" y="104"/>
                  <a:pt x="76" y="104"/>
                  <a:pt x="76" y="104"/>
                </a:cubicBezTo>
                <a:cubicBezTo>
                  <a:pt x="108" y="104"/>
                  <a:pt x="108" y="104"/>
                  <a:pt x="108" y="104"/>
                </a:cubicBezTo>
                <a:cubicBezTo>
                  <a:pt x="124" y="120"/>
                  <a:pt x="124" y="120"/>
                  <a:pt x="124" y="120"/>
                </a:cubicBezTo>
                <a:cubicBezTo>
                  <a:pt x="124" y="140"/>
                  <a:pt x="124" y="140"/>
                  <a:pt x="124" y="140"/>
                </a:cubicBezTo>
                <a:cubicBezTo>
                  <a:pt x="120" y="140"/>
                  <a:pt x="120" y="140"/>
                  <a:pt x="120" y="140"/>
                </a:cubicBezTo>
                <a:cubicBezTo>
                  <a:pt x="113" y="140"/>
                  <a:pt x="108" y="145"/>
                  <a:pt x="108" y="152"/>
                </a:cubicBezTo>
                <a:cubicBezTo>
                  <a:pt x="108" y="168"/>
                  <a:pt x="108" y="168"/>
                  <a:pt x="108" y="168"/>
                </a:cubicBezTo>
                <a:cubicBezTo>
                  <a:pt x="108" y="175"/>
                  <a:pt x="113" y="180"/>
                  <a:pt x="120" y="180"/>
                </a:cubicBezTo>
                <a:cubicBezTo>
                  <a:pt x="136" y="180"/>
                  <a:pt x="136" y="180"/>
                  <a:pt x="136" y="180"/>
                </a:cubicBezTo>
                <a:cubicBezTo>
                  <a:pt x="142" y="180"/>
                  <a:pt x="148" y="175"/>
                  <a:pt x="148" y="168"/>
                </a:cubicBezTo>
                <a:cubicBezTo>
                  <a:pt x="148" y="164"/>
                  <a:pt x="148" y="164"/>
                  <a:pt x="148" y="164"/>
                </a:cubicBezTo>
                <a:cubicBezTo>
                  <a:pt x="180" y="164"/>
                  <a:pt x="180" y="164"/>
                  <a:pt x="180" y="164"/>
                </a:cubicBezTo>
                <a:cubicBezTo>
                  <a:pt x="180" y="164"/>
                  <a:pt x="180" y="164"/>
                  <a:pt x="180" y="164"/>
                </a:cubicBezTo>
                <a:cubicBezTo>
                  <a:pt x="182" y="173"/>
                  <a:pt x="190" y="180"/>
                  <a:pt x="200" y="180"/>
                </a:cubicBezTo>
                <a:cubicBezTo>
                  <a:pt x="211" y="180"/>
                  <a:pt x="220" y="171"/>
                  <a:pt x="220" y="160"/>
                </a:cubicBezTo>
                <a:cubicBezTo>
                  <a:pt x="220" y="149"/>
                  <a:pt x="211" y="140"/>
                  <a:pt x="200" y="140"/>
                </a:cubicBezTo>
                <a:cubicBezTo>
                  <a:pt x="190" y="140"/>
                  <a:pt x="182" y="147"/>
                  <a:pt x="180" y="156"/>
                </a:cubicBezTo>
                <a:cubicBezTo>
                  <a:pt x="180" y="156"/>
                  <a:pt x="180" y="156"/>
                  <a:pt x="180" y="156"/>
                </a:cubicBezTo>
                <a:cubicBezTo>
                  <a:pt x="148" y="156"/>
                  <a:pt x="148" y="156"/>
                  <a:pt x="148" y="156"/>
                </a:cubicBezTo>
                <a:cubicBezTo>
                  <a:pt x="148" y="152"/>
                  <a:pt x="148" y="152"/>
                  <a:pt x="148" y="152"/>
                </a:cubicBezTo>
                <a:cubicBezTo>
                  <a:pt x="148" y="145"/>
                  <a:pt x="142" y="140"/>
                  <a:pt x="136" y="140"/>
                </a:cubicBezTo>
                <a:cubicBezTo>
                  <a:pt x="132" y="140"/>
                  <a:pt x="132" y="140"/>
                  <a:pt x="132" y="140"/>
                </a:cubicBezTo>
                <a:cubicBezTo>
                  <a:pt x="132" y="120"/>
                  <a:pt x="132" y="120"/>
                  <a:pt x="132" y="120"/>
                </a:cubicBezTo>
                <a:cubicBezTo>
                  <a:pt x="147" y="104"/>
                  <a:pt x="147" y="104"/>
                  <a:pt x="147" y="104"/>
                </a:cubicBezTo>
                <a:cubicBezTo>
                  <a:pt x="180" y="104"/>
                  <a:pt x="180" y="104"/>
                  <a:pt x="180" y="104"/>
                </a:cubicBezTo>
                <a:cubicBezTo>
                  <a:pt x="180" y="108"/>
                  <a:pt x="180" y="108"/>
                  <a:pt x="180" y="108"/>
                </a:cubicBezTo>
                <a:cubicBezTo>
                  <a:pt x="180" y="115"/>
                  <a:pt x="185" y="120"/>
                  <a:pt x="192" y="120"/>
                </a:cubicBezTo>
                <a:cubicBezTo>
                  <a:pt x="208" y="120"/>
                  <a:pt x="208" y="120"/>
                  <a:pt x="208" y="120"/>
                </a:cubicBezTo>
                <a:cubicBezTo>
                  <a:pt x="214" y="120"/>
                  <a:pt x="220" y="115"/>
                  <a:pt x="220" y="108"/>
                </a:cubicBezTo>
                <a:cubicBezTo>
                  <a:pt x="220" y="92"/>
                  <a:pt x="220" y="92"/>
                  <a:pt x="220" y="92"/>
                </a:cubicBezTo>
                <a:cubicBezTo>
                  <a:pt x="220" y="85"/>
                  <a:pt x="214" y="80"/>
                  <a:pt x="208" y="80"/>
                </a:cubicBezTo>
                <a:cubicBezTo>
                  <a:pt x="192" y="80"/>
                  <a:pt x="192" y="80"/>
                  <a:pt x="192" y="80"/>
                </a:cubicBezTo>
                <a:cubicBezTo>
                  <a:pt x="185" y="80"/>
                  <a:pt x="180" y="85"/>
                  <a:pt x="180" y="92"/>
                </a:cubicBezTo>
                <a:cubicBezTo>
                  <a:pt x="180" y="96"/>
                  <a:pt x="180" y="96"/>
                  <a:pt x="180" y="96"/>
                </a:cubicBezTo>
                <a:cubicBezTo>
                  <a:pt x="147" y="96"/>
                  <a:pt x="147" y="96"/>
                  <a:pt x="147" y="96"/>
                </a:cubicBezTo>
                <a:cubicBezTo>
                  <a:pt x="131" y="79"/>
                  <a:pt x="131" y="79"/>
                  <a:pt x="131" y="79"/>
                </a:cubicBezTo>
                <a:cubicBezTo>
                  <a:pt x="129" y="78"/>
                  <a:pt x="126" y="78"/>
                  <a:pt x="125" y="79"/>
                </a:cubicBezTo>
                <a:cubicBezTo>
                  <a:pt x="108" y="96"/>
                  <a:pt x="108" y="96"/>
                  <a:pt x="108" y="96"/>
                </a:cubicBezTo>
                <a:cubicBezTo>
                  <a:pt x="76" y="96"/>
                  <a:pt x="76" y="96"/>
                  <a:pt x="76" y="96"/>
                </a:cubicBezTo>
                <a:cubicBezTo>
                  <a:pt x="76" y="92"/>
                  <a:pt x="76" y="92"/>
                  <a:pt x="76" y="92"/>
                </a:cubicBezTo>
                <a:cubicBezTo>
                  <a:pt x="76" y="85"/>
                  <a:pt x="70" y="80"/>
                  <a:pt x="64" y="80"/>
                </a:cubicBezTo>
                <a:cubicBezTo>
                  <a:pt x="48" y="80"/>
                  <a:pt x="48" y="80"/>
                  <a:pt x="48" y="80"/>
                </a:cubicBezTo>
                <a:cubicBezTo>
                  <a:pt x="41" y="80"/>
                  <a:pt x="36" y="85"/>
                  <a:pt x="36" y="92"/>
                </a:cubicBezTo>
                <a:cubicBezTo>
                  <a:pt x="36" y="108"/>
                  <a:pt x="36" y="108"/>
                  <a:pt x="36" y="108"/>
                </a:cubicBezTo>
                <a:cubicBezTo>
                  <a:pt x="36" y="115"/>
                  <a:pt x="41" y="120"/>
                  <a:pt x="48" y="120"/>
                </a:cubicBezTo>
                <a:close/>
                <a:moveTo>
                  <a:pt x="200" y="148"/>
                </a:moveTo>
                <a:cubicBezTo>
                  <a:pt x="206" y="148"/>
                  <a:pt x="212" y="153"/>
                  <a:pt x="212" y="160"/>
                </a:cubicBezTo>
                <a:cubicBezTo>
                  <a:pt x="212" y="167"/>
                  <a:pt x="206" y="172"/>
                  <a:pt x="200" y="172"/>
                </a:cubicBezTo>
                <a:cubicBezTo>
                  <a:pt x="193" y="172"/>
                  <a:pt x="188" y="167"/>
                  <a:pt x="188" y="160"/>
                </a:cubicBezTo>
                <a:cubicBezTo>
                  <a:pt x="188" y="153"/>
                  <a:pt x="193" y="148"/>
                  <a:pt x="200" y="148"/>
                </a:cubicBezTo>
                <a:close/>
                <a:moveTo>
                  <a:pt x="188" y="92"/>
                </a:moveTo>
                <a:cubicBezTo>
                  <a:pt x="188" y="90"/>
                  <a:pt x="189" y="88"/>
                  <a:pt x="192" y="88"/>
                </a:cubicBezTo>
                <a:cubicBezTo>
                  <a:pt x="208" y="88"/>
                  <a:pt x="208" y="88"/>
                  <a:pt x="208" y="88"/>
                </a:cubicBezTo>
                <a:cubicBezTo>
                  <a:pt x="210" y="88"/>
                  <a:pt x="212" y="90"/>
                  <a:pt x="212" y="92"/>
                </a:cubicBezTo>
                <a:cubicBezTo>
                  <a:pt x="212" y="108"/>
                  <a:pt x="212" y="108"/>
                  <a:pt x="212" y="108"/>
                </a:cubicBezTo>
                <a:cubicBezTo>
                  <a:pt x="212" y="110"/>
                  <a:pt x="210" y="112"/>
                  <a:pt x="208" y="112"/>
                </a:cubicBezTo>
                <a:cubicBezTo>
                  <a:pt x="192" y="112"/>
                  <a:pt x="192" y="112"/>
                  <a:pt x="192" y="112"/>
                </a:cubicBezTo>
                <a:cubicBezTo>
                  <a:pt x="189" y="112"/>
                  <a:pt x="188" y="110"/>
                  <a:pt x="188" y="108"/>
                </a:cubicBezTo>
                <a:lnTo>
                  <a:pt x="188" y="92"/>
                </a:lnTo>
                <a:close/>
                <a:moveTo>
                  <a:pt x="136" y="148"/>
                </a:moveTo>
                <a:cubicBezTo>
                  <a:pt x="138" y="148"/>
                  <a:pt x="140" y="150"/>
                  <a:pt x="140" y="152"/>
                </a:cubicBezTo>
                <a:cubicBezTo>
                  <a:pt x="140" y="168"/>
                  <a:pt x="140" y="168"/>
                  <a:pt x="140" y="168"/>
                </a:cubicBezTo>
                <a:cubicBezTo>
                  <a:pt x="140" y="170"/>
                  <a:pt x="138" y="172"/>
                  <a:pt x="136" y="172"/>
                </a:cubicBezTo>
                <a:cubicBezTo>
                  <a:pt x="120" y="172"/>
                  <a:pt x="120" y="172"/>
                  <a:pt x="120" y="172"/>
                </a:cubicBezTo>
                <a:cubicBezTo>
                  <a:pt x="117" y="172"/>
                  <a:pt x="116" y="170"/>
                  <a:pt x="116" y="168"/>
                </a:cubicBezTo>
                <a:cubicBezTo>
                  <a:pt x="116" y="152"/>
                  <a:pt x="116" y="152"/>
                  <a:pt x="116" y="152"/>
                </a:cubicBezTo>
                <a:cubicBezTo>
                  <a:pt x="116" y="150"/>
                  <a:pt x="117" y="148"/>
                  <a:pt x="120" y="148"/>
                </a:cubicBezTo>
                <a:lnTo>
                  <a:pt x="136" y="148"/>
                </a:lnTo>
                <a:close/>
                <a:moveTo>
                  <a:pt x="116" y="100"/>
                </a:moveTo>
                <a:cubicBezTo>
                  <a:pt x="128" y="88"/>
                  <a:pt x="128" y="88"/>
                  <a:pt x="128" y="88"/>
                </a:cubicBezTo>
                <a:cubicBezTo>
                  <a:pt x="140" y="100"/>
                  <a:pt x="140" y="100"/>
                  <a:pt x="140" y="100"/>
                </a:cubicBezTo>
                <a:cubicBezTo>
                  <a:pt x="140" y="100"/>
                  <a:pt x="140" y="100"/>
                  <a:pt x="140" y="100"/>
                </a:cubicBezTo>
                <a:cubicBezTo>
                  <a:pt x="140" y="100"/>
                  <a:pt x="140" y="100"/>
                  <a:pt x="140" y="100"/>
                </a:cubicBezTo>
                <a:cubicBezTo>
                  <a:pt x="128" y="112"/>
                  <a:pt x="128" y="112"/>
                  <a:pt x="128" y="112"/>
                </a:cubicBezTo>
                <a:cubicBezTo>
                  <a:pt x="128" y="112"/>
                  <a:pt x="128" y="112"/>
                  <a:pt x="128" y="112"/>
                </a:cubicBezTo>
                <a:cubicBezTo>
                  <a:pt x="128" y="112"/>
                  <a:pt x="128" y="112"/>
                  <a:pt x="127" y="112"/>
                </a:cubicBezTo>
                <a:cubicBezTo>
                  <a:pt x="116" y="100"/>
                  <a:pt x="116" y="100"/>
                  <a:pt x="116" y="100"/>
                </a:cubicBezTo>
                <a:cubicBezTo>
                  <a:pt x="116" y="100"/>
                  <a:pt x="116" y="100"/>
                  <a:pt x="116" y="100"/>
                </a:cubicBezTo>
                <a:cubicBezTo>
                  <a:pt x="116" y="100"/>
                  <a:pt x="116" y="100"/>
                  <a:pt x="116" y="100"/>
                </a:cubicBezTo>
                <a:close/>
                <a:moveTo>
                  <a:pt x="44" y="92"/>
                </a:moveTo>
                <a:cubicBezTo>
                  <a:pt x="44" y="90"/>
                  <a:pt x="45" y="88"/>
                  <a:pt x="48" y="88"/>
                </a:cubicBezTo>
                <a:cubicBezTo>
                  <a:pt x="64" y="88"/>
                  <a:pt x="64" y="88"/>
                  <a:pt x="64" y="88"/>
                </a:cubicBezTo>
                <a:cubicBezTo>
                  <a:pt x="66" y="88"/>
                  <a:pt x="68" y="90"/>
                  <a:pt x="68" y="92"/>
                </a:cubicBezTo>
                <a:cubicBezTo>
                  <a:pt x="68" y="108"/>
                  <a:pt x="68" y="108"/>
                  <a:pt x="68" y="108"/>
                </a:cubicBezTo>
                <a:cubicBezTo>
                  <a:pt x="68" y="110"/>
                  <a:pt x="66" y="112"/>
                  <a:pt x="64" y="112"/>
                </a:cubicBezTo>
                <a:cubicBezTo>
                  <a:pt x="48" y="112"/>
                  <a:pt x="48" y="112"/>
                  <a:pt x="48" y="112"/>
                </a:cubicBezTo>
                <a:cubicBezTo>
                  <a:pt x="45" y="112"/>
                  <a:pt x="44" y="110"/>
                  <a:pt x="44" y="108"/>
                </a:cubicBezTo>
                <a:lnTo>
                  <a:pt x="44"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04" name="Freeform 298">
            <a:extLst>
              <a:ext uri="{FF2B5EF4-FFF2-40B4-BE49-F238E27FC236}">
                <a16:creationId xmlns:a16="http://schemas.microsoft.com/office/drawing/2014/main" id="{5C64A047-748C-4153-94DC-118E759B09E7}"/>
              </a:ext>
            </a:extLst>
          </p:cNvPr>
          <p:cNvSpPr>
            <a:spLocks noChangeAspect="1" noEditPoints="1"/>
          </p:cNvSpPr>
          <p:nvPr/>
        </p:nvSpPr>
        <p:spPr bwMode="auto">
          <a:xfrm>
            <a:off x="4443672" y="5307014"/>
            <a:ext cx="400050" cy="387350"/>
          </a:xfrm>
          <a:custGeom>
            <a:avLst/>
            <a:gdLst>
              <a:gd name="T0" fmla="*/ 72 w 256"/>
              <a:gd name="T1" fmla="*/ 136 h 248"/>
              <a:gd name="T2" fmla="*/ 88 w 256"/>
              <a:gd name="T3" fmla="*/ 144 h 248"/>
              <a:gd name="T4" fmla="*/ 60 w 256"/>
              <a:gd name="T5" fmla="*/ 136 h 248"/>
              <a:gd name="T6" fmla="*/ 44 w 256"/>
              <a:gd name="T7" fmla="*/ 144 h 248"/>
              <a:gd name="T8" fmla="*/ 60 w 256"/>
              <a:gd name="T9" fmla="*/ 136 h 248"/>
              <a:gd name="T10" fmla="*/ 168 w 256"/>
              <a:gd name="T11" fmla="*/ 136 h 248"/>
              <a:gd name="T12" fmla="*/ 212 w 256"/>
              <a:gd name="T13" fmla="*/ 144 h 248"/>
              <a:gd name="T14" fmla="*/ 248 w 256"/>
              <a:gd name="T15" fmla="*/ 80 h 248"/>
              <a:gd name="T16" fmla="*/ 256 w 256"/>
              <a:gd name="T17" fmla="*/ 8 h 248"/>
              <a:gd name="T18" fmla="*/ 8 w 256"/>
              <a:gd name="T19" fmla="*/ 0 h 248"/>
              <a:gd name="T20" fmla="*/ 0 w 256"/>
              <a:gd name="T21" fmla="*/ 72 h 248"/>
              <a:gd name="T22" fmla="*/ 24 w 256"/>
              <a:gd name="T23" fmla="*/ 80 h 248"/>
              <a:gd name="T24" fmla="*/ 8 w 256"/>
              <a:gd name="T25" fmla="*/ 96 h 248"/>
              <a:gd name="T26" fmla="*/ 0 w 256"/>
              <a:gd name="T27" fmla="*/ 176 h 248"/>
              <a:gd name="T28" fmla="*/ 124 w 256"/>
              <a:gd name="T29" fmla="*/ 184 h 248"/>
              <a:gd name="T30" fmla="*/ 104 w 256"/>
              <a:gd name="T31" fmla="*/ 220 h 248"/>
              <a:gd name="T32" fmla="*/ 0 w 256"/>
              <a:gd name="T33" fmla="*/ 228 h 248"/>
              <a:gd name="T34" fmla="*/ 128 w 256"/>
              <a:gd name="T35" fmla="*/ 248 h 248"/>
              <a:gd name="T36" fmla="*/ 256 w 256"/>
              <a:gd name="T37" fmla="*/ 228 h 248"/>
              <a:gd name="T38" fmla="*/ 152 w 256"/>
              <a:gd name="T39" fmla="*/ 220 h 248"/>
              <a:gd name="T40" fmla="*/ 132 w 256"/>
              <a:gd name="T41" fmla="*/ 184 h 248"/>
              <a:gd name="T42" fmla="*/ 256 w 256"/>
              <a:gd name="T43" fmla="*/ 176 h 248"/>
              <a:gd name="T44" fmla="*/ 248 w 256"/>
              <a:gd name="T45" fmla="*/ 96 h 248"/>
              <a:gd name="T46" fmla="*/ 232 w 256"/>
              <a:gd name="T47" fmla="*/ 80 h 248"/>
              <a:gd name="T48" fmla="*/ 144 w 256"/>
              <a:gd name="T49" fmla="*/ 224 h 248"/>
              <a:gd name="T50" fmla="*/ 112 w 256"/>
              <a:gd name="T51" fmla="*/ 224 h 248"/>
              <a:gd name="T52" fmla="*/ 144 w 256"/>
              <a:gd name="T53" fmla="*/ 224 h 248"/>
              <a:gd name="T54" fmla="*/ 248 w 256"/>
              <a:gd name="T55" fmla="*/ 176 h 248"/>
              <a:gd name="T56" fmla="*/ 8 w 256"/>
              <a:gd name="T57" fmla="*/ 104 h 248"/>
              <a:gd name="T58" fmla="*/ 32 w 256"/>
              <a:gd name="T59" fmla="*/ 96 h 248"/>
              <a:gd name="T60" fmla="*/ 224 w 256"/>
              <a:gd name="T61" fmla="*/ 80 h 248"/>
              <a:gd name="T62" fmla="*/ 32 w 256"/>
              <a:gd name="T63" fmla="*/ 96 h 248"/>
              <a:gd name="T64" fmla="*/ 8 w 256"/>
              <a:gd name="T65" fmla="*/ 8 h 248"/>
              <a:gd name="T66" fmla="*/ 248 w 256"/>
              <a:gd name="T67" fmla="*/ 72 h 248"/>
              <a:gd name="T68" fmla="*/ 72 w 256"/>
              <a:gd name="T69" fmla="*/ 44 h 248"/>
              <a:gd name="T70" fmla="*/ 88 w 256"/>
              <a:gd name="T71" fmla="*/ 36 h 248"/>
              <a:gd name="T72" fmla="*/ 72 w 256"/>
              <a:gd name="T73" fmla="*/ 44 h 248"/>
              <a:gd name="T74" fmla="*/ 212 w 256"/>
              <a:gd name="T75" fmla="*/ 44 h 248"/>
              <a:gd name="T76" fmla="*/ 168 w 256"/>
              <a:gd name="T77" fmla="*/ 36 h 248"/>
              <a:gd name="T78" fmla="*/ 44 w 256"/>
              <a:gd name="T79" fmla="*/ 44 h 248"/>
              <a:gd name="T80" fmla="*/ 60 w 256"/>
              <a:gd name="T81" fmla="*/ 36 h 248"/>
              <a:gd name="T82" fmla="*/ 44 w 256"/>
              <a:gd name="T83" fmla="*/ 44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248">
                <a:moveTo>
                  <a:pt x="88" y="136"/>
                </a:moveTo>
                <a:cubicBezTo>
                  <a:pt x="72" y="136"/>
                  <a:pt x="72" y="136"/>
                  <a:pt x="72" y="136"/>
                </a:cubicBezTo>
                <a:cubicBezTo>
                  <a:pt x="72" y="144"/>
                  <a:pt x="72" y="144"/>
                  <a:pt x="72" y="144"/>
                </a:cubicBezTo>
                <a:cubicBezTo>
                  <a:pt x="88" y="144"/>
                  <a:pt x="88" y="144"/>
                  <a:pt x="88" y="144"/>
                </a:cubicBezTo>
                <a:lnTo>
                  <a:pt x="88" y="136"/>
                </a:lnTo>
                <a:close/>
                <a:moveTo>
                  <a:pt x="60" y="136"/>
                </a:moveTo>
                <a:cubicBezTo>
                  <a:pt x="44" y="136"/>
                  <a:pt x="44" y="136"/>
                  <a:pt x="44" y="136"/>
                </a:cubicBezTo>
                <a:cubicBezTo>
                  <a:pt x="44" y="144"/>
                  <a:pt x="44" y="144"/>
                  <a:pt x="44" y="144"/>
                </a:cubicBezTo>
                <a:cubicBezTo>
                  <a:pt x="60" y="144"/>
                  <a:pt x="60" y="144"/>
                  <a:pt x="60" y="144"/>
                </a:cubicBezTo>
                <a:lnTo>
                  <a:pt x="60" y="136"/>
                </a:lnTo>
                <a:close/>
                <a:moveTo>
                  <a:pt x="212" y="136"/>
                </a:moveTo>
                <a:cubicBezTo>
                  <a:pt x="168" y="136"/>
                  <a:pt x="168" y="136"/>
                  <a:pt x="168" y="136"/>
                </a:cubicBezTo>
                <a:cubicBezTo>
                  <a:pt x="168" y="144"/>
                  <a:pt x="168" y="144"/>
                  <a:pt x="168" y="144"/>
                </a:cubicBezTo>
                <a:cubicBezTo>
                  <a:pt x="212" y="144"/>
                  <a:pt x="212" y="144"/>
                  <a:pt x="212" y="144"/>
                </a:cubicBezTo>
                <a:lnTo>
                  <a:pt x="212" y="136"/>
                </a:lnTo>
                <a:close/>
                <a:moveTo>
                  <a:pt x="248" y="80"/>
                </a:moveTo>
                <a:cubicBezTo>
                  <a:pt x="252" y="80"/>
                  <a:pt x="256" y="76"/>
                  <a:pt x="256" y="72"/>
                </a:cubicBezTo>
                <a:cubicBezTo>
                  <a:pt x="256" y="8"/>
                  <a:pt x="256" y="8"/>
                  <a:pt x="256" y="8"/>
                </a:cubicBezTo>
                <a:cubicBezTo>
                  <a:pt x="256" y="4"/>
                  <a:pt x="252" y="0"/>
                  <a:pt x="248" y="0"/>
                </a:cubicBezTo>
                <a:cubicBezTo>
                  <a:pt x="8" y="0"/>
                  <a:pt x="8" y="0"/>
                  <a:pt x="8" y="0"/>
                </a:cubicBezTo>
                <a:cubicBezTo>
                  <a:pt x="4" y="0"/>
                  <a:pt x="0" y="4"/>
                  <a:pt x="0" y="8"/>
                </a:cubicBezTo>
                <a:cubicBezTo>
                  <a:pt x="0" y="72"/>
                  <a:pt x="0" y="72"/>
                  <a:pt x="0" y="72"/>
                </a:cubicBezTo>
                <a:cubicBezTo>
                  <a:pt x="0" y="76"/>
                  <a:pt x="4" y="80"/>
                  <a:pt x="8" y="80"/>
                </a:cubicBezTo>
                <a:cubicBezTo>
                  <a:pt x="24" y="80"/>
                  <a:pt x="24" y="80"/>
                  <a:pt x="24" y="80"/>
                </a:cubicBezTo>
                <a:cubicBezTo>
                  <a:pt x="24" y="96"/>
                  <a:pt x="24" y="96"/>
                  <a:pt x="24" y="96"/>
                </a:cubicBezTo>
                <a:cubicBezTo>
                  <a:pt x="8" y="96"/>
                  <a:pt x="8" y="96"/>
                  <a:pt x="8" y="96"/>
                </a:cubicBezTo>
                <a:cubicBezTo>
                  <a:pt x="4" y="96"/>
                  <a:pt x="0" y="100"/>
                  <a:pt x="0" y="104"/>
                </a:cubicBezTo>
                <a:cubicBezTo>
                  <a:pt x="0" y="176"/>
                  <a:pt x="0" y="176"/>
                  <a:pt x="0" y="176"/>
                </a:cubicBezTo>
                <a:cubicBezTo>
                  <a:pt x="0" y="180"/>
                  <a:pt x="4" y="184"/>
                  <a:pt x="8" y="184"/>
                </a:cubicBezTo>
                <a:cubicBezTo>
                  <a:pt x="124" y="184"/>
                  <a:pt x="124" y="184"/>
                  <a:pt x="124" y="184"/>
                </a:cubicBezTo>
                <a:cubicBezTo>
                  <a:pt x="124" y="200"/>
                  <a:pt x="124" y="200"/>
                  <a:pt x="124" y="200"/>
                </a:cubicBezTo>
                <a:cubicBezTo>
                  <a:pt x="114" y="202"/>
                  <a:pt x="106" y="210"/>
                  <a:pt x="104" y="220"/>
                </a:cubicBezTo>
                <a:cubicBezTo>
                  <a:pt x="0" y="220"/>
                  <a:pt x="0" y="220"/>
                  <a:pt x="0" y="220"/>
                </a:cubicBezTo>
                <a:cubicBezTo>
                  <a:pt x="0" y="228"/>
                  <a:pt x="0" y="228"/>
                  <a:pt x="0" y="228"/>
                </a:cubicBezTo>
                <a:cubicBezTo>
                  <a:pt x="104" y="228"/>
                  <a:pt x="104" y="228"/>
                  <a:pt x="104" y="228"/>
                </a:cubicBezTo>
                <a:cubicBezTo>
                  <a:pt x="106" y="239"/>
                  <a:pt x="116" y="248"/>
                  <a:pt x="128" y="248"/>
                </a:cubicBezTo>
                <a:cubicBezTo>
                  <a:pt x="140" y="248"/>
                  <a:pt x="150" y="239"/>
                  <a:pt x="152" y="228"/>
                </a:cubicBezTo>
                <a:cubicBezTo>
                  <a:pt x="256" y="228"/>
                  <a:pt x="256" y="228"/>
                  <a:pt x="256" y="228"/>
                </a:cubicBezTo>
                <a:cubicBezTo>
                  <a:pt x="256" y="220"/>
                  <a:pt x="256" y="220"/>
                  <a:pt x="256" y="220"/>
                </a:cubicBezTo>
                <a:cubicBezTo>
                  <a:pt x="152" y="220"/>
                  <a:pt x="152" y="220"/>
                  <a:pt x="152" y="220"/>
                </a:cubicBezTo>
                <a:cubicBezTo>
                  <a:pt x="150" y="210"/>
                  <a:pt x="142" y="202"/>
                  <a:pt x="132" y="200"/>
                </a:cubicBezTo>
                <a:cubicBezTo>
                  <a:pt x="132" y="184"/>
                  <a:pt x="132" y="184"/>
                  <a:pt x="132" y="184"/>
                </a:cubicBezTo>
                <a:cubicBezTo>
                  <a:pt x="248" y="184"/>
                  <a:pt x="248" y="184"/>
                  <a:pt x="248" y="184"/>
                </a:cubicBezTo>
                <a:cubicBezTo>
                  <a:pt x="252" y="184"/>
                  <a:pt x="256" y="180"/>
                  <a:pt x="256" y="176"/>
                </a:cubicBezTo>
                <a:cubicBezTo>
                  <a:pt x="256" y="104"/>
                  <a:pt x="256" y="104"/>
                  <a:pt x="256" y="104"/>
                </a:cubicBezTo>
                <a:cubicBezTo>
                  <a:pt x="256" y="100"/>
                  <a:pt x="252" y="96"/>
                  <a:pt x="248" y="96"/>
                </a:cubicBezTo>
                <a:cubicBezTo>
                  <a:pt x="232" y="96"/>
                  <a:pt x="232" y="96"/>
                  <a:pt x="232" y="96"/>
                </a:cubicBezTo>
                <a:cubicBezTo>
                  <a:pt x="232" y="80"/>
                  <a:pt x="232" y="80"/>
                  <a:pt x="232" y="80"/>
                </a:cubicBezTo>
                <a:lnTo>
                  <a:pt x="248" y="80"/>
                </a:lnTo>
                <a:close/>
                <a:moveTo>
                  <a:pt x="144" y="224"/>
                </a:moveTo>
                <a:cubicBezTo>
                  <a:pt x="144" y="233"/>
                  <a:pt x="137" y="240"/>
                  <a:pt x="128" y="240"/>
                </a:cubicBezTo>
                <a:cubicBezTo>
                  <a:pt x="119" y="240"/>
                  <a:pt x="112" y="233"/>
                  <a:pt x="112" y="224"/>
                </a:cubicBezTo>
                <a:cubicBezTo>
                  <a:pt x="112" y="215"/>
                  <a:pt x="119" y="208"/>
                  <a:pt x="128" y="208"/>
                </a:cubicBezTo>
                <a:cubicBezTo>
                  <a:pt x="137" y="208"/>
                  <a:pt x="144" y="215"/>
                  <a:pt x="144" y="224"/>
                </a:cubicBezTo>
                <a:close/>
                <a:moveTo>
                  <a:pt x="248" y="104"/>
                </a:moveTo>
                <a:cubicBezTo>
                  <a:pt x="248" y="176"/>
                  <a:pt x="248" y="176"/>
                  <a:pt x="248" y="176"/>
                </a:cubicBezTo>
                <a:cubicBezTo>
                  <a:pt x="8" y="176"/>
                  <a:pt x="8" y="176"/>
                  <a:pt x="8" y="176"/>
                </a:cubicBezTo>
                <a:cubicBezTo>
                  <a:pt x="8" y="104"/>
                  <a:pt x="8" y="104"/>
                  <a:pt x="8" y="104"/>
                </a:cubicBezTo>
                <a:lnTo>
                  <a:pt x="248" y="104"/>
                </a:lnTo>
                <a:close/>
                <a:moveTo>
                  <a:pt x="32" y="96"/>
                </a:moveTo>
                <a:cubicBezTo>
                  <a:pt x="32" y="80"/>
                  <a:pt x="32" y="80"/>
                  <a:pt x="32" y="80"/>
                </a:cubicBezTo>
                <a:cubicBezTo>
                  <a:pt x="224" y="80"/>
                  <a:pt x="224" y="80"/>
                  <a:pt x="224" y="80"/>
                </a:cubicBezTo>
                <a:cubicBezTo>
                  <a:pt x="224" y="96"/>
                  <a:pt x="224" y="96"/>
                  <a:pt x="224" y="96"/>
                </a:cubicBezTo>
                <a:lnTo>
                  <a:pt x="32" y="96"/>
                </a:lnTo>
                <a:close/>
                <a:moveTo>
                  <a:pt x="8" y="72"/>
                </a:moveTo>
                <a:cubicBezTo>
                  <a:pt x="8" y="8"/>
                  <a:pt x="8" y="8"/>
                  <a:pt x="8" y="8"/>
                </a:cubicBezTo>
                <a:cubicBezTo>
                  <a:pt x="248" y="8"/>
                  <a:pt x="248" y="8"/>
                  <a:pt x="248" y="8"/>
                </a:cubicBezTo>
                <a:cubicBezTo>
                  <a:pt x="248" y="72"/>
                  <a:pt x="248" y="72"/>
                  <a:pt x="248" y="72"/>
                </a:cubicBezTo>
                <a:lnTo>
                  <a:pt x="8" y="72"/>
                </a:lnTo>
                <a:close/>
                <a:moveTo>
                  <a:pt x="72" y="44"/>
                </a:moveTo>
                <a:cubicBezTo>
                  <a:pt x="88" y="44"/>
                  <a:pt x="88" y="44"/>
                  <a:pt x="88" y="44"/>
                </a:cubicBezTo>
                <a:cubicBezTo>
                  <a:pt x="88" y="36"/>
                  <a:pt x="88" y="36"/>
                  <a:pt x="88" y="36"/>
                </a:cubicBezTo>
                <a:cubicBezTo>
                  <a:pt x="72" y="36"/>
                  <a:pt x="72" y="36"/>
                  <a:pt x="72" y="36"/>
                </a:cubicBezTo>
                <a:lnTo>
                  <a:pt x="72" y="44"/>
                </a:lnTo>
                <a:close/>
                <a:moveTo>
                  <a:pt x="168" y="44"/>
                </a:moveTo>
                <a:cubicBezTo>
                  <a:pt x="212" y="44"/>
                  <a:pt x="212" y="44"/>
                  <a:pt x="212" y="44"/>
                </a:cubicBezTo>
                <a:cubicBezTo>
                  <a:pt x="212" y="36"/>
                  <a:pt x="212" y="36"/>
                  <a:pt x="212" y="36"/>
                </a:cubicBezTo>
                <a:cubicBezTo>
                  <a:pt x="168" y="36"/>
                  <a:pt x="168" y="36"/>
                  <a:pt x="168" y="36"/>
                </a:cubicBezTo>
                <a:lnTo>
                  <a:pt x="168" y="44"/>
                </a:lnTo>
                <a:close/>
                <a:moveTo>
                  <a:pt x="44" y="44"/>
                </a:moveTo>
                <a:cubicBezTo>
                  <a:pt x="60" y="44"/>
                  <a:pt x="60" y="44"/>
                  <a:pt x="60" y="44"/>
                </a:cubicBezTo>
                <a:cubicBezTo>
                  <a:pt x="60" y="36"/>
                  <a:pt x="60" y="36"/>
                  <a:pt x="60" y="36"/>
                </a:cubicBezTo>
                <a:cubicBezTo>
                  <a:pt x="44" y="36"/>
                  <a:pt x="44" y="36"/>
                  <a:pt x="44" y="36"/>
                </a:cubicBezTo>
                <a:lnTo>
                  <a:pt x="44" y="4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07" name="Freeform 302">
            <a:extLst>
              <a:ext uri="{FF2B5EF4-FFF2-40B4-BE49-F238E27FC236}">
                <a16:creationId xmlns:a16="http://schemas.microsoft.com/office/drawing/2014/main" id="{DA44C970-DA74-4E3B-9E77-FC7C405EBF7B}"/>
              </a:ext>
            </a:extLst>
          </p:cNvPr>
          <p:cNvSpPr>
            <a:spLocks noChangeAspect="1" noEditPoints="1"/>
          </p:cNvSpPr>
          <p:nvPr/>
        </p:nvSpPr>
        <p:spPr bwMode="auto">
          <a:xfrm>
            <a:off x="5411318" y="5300664"/>
            <a:ext cx="400050" cy="400050"/>
          </a:xfrm>
          <a:custGeom>
            <a:avLst/>
            <a:gdLst>
              <a:gd name="T0" fmla="*/ 236 w 256"/>
              <a:gd name="T1" fmla="*/ 192 h 256"/>
              <a:gd name="T2" fmla="*/ 236 w 256"/>
              <a:gd name="T3" fmla="*/ 192 h 256"/>
              <a:gd name="T4" fmla="*/ 238 w 256"/>
              <a:gd name="T5" fmla="*/ 192 h 256"/>
              <a:gd name="T6" fmla="*/ 256 w 256"/>
              <a:gd name="T7" fmla="*/ 174 h 256"/>
              <a:gd name="T8" fmla="*/ 256 w 256"/>
              <a:gd name="T9" fmla="*/ 32 h 256"/>
              <a:gd name="T10" fmla="*/ 240 w 256"/>
              <a:gd name="T11" fmla="*/ 16 h 256"/>
              <a:gd name="T12" fmla="*/ 121 w 256"/>
              <a:gd name="T13" fmla="*/ 16 h 256"/>
              <a:gd name="T14" fmla="*/ 94 w 256"/>
              <a:gd name="T15" fmla="*/ 1 h 256"/>
              <a:gd name="T16" fmla="*/ 92 w 256"/>
              <a:gd name="T17" fmla="*/ 0 h 256"/>
              <a:gd name="T18" fmla="*/ 40 w 256"/>
              <a:gd name="T19" fmla="*/ 0 h 256"/>
              <a:gd name="T20" fmla="*/ 24 w 256"/>
              <a:gd name="T21" fmla="*/ 16 h 256"/>
              <a:gd name="T22" fmla="*/ 24 w 256"/>
              <a:gd name="T23" fmla="*/ 28 h 256"/>
              <a:gd name="T24" fmla="*/ 32 w 256"/>
              <a:gd name="T25" fmla="*/ 28 h 256"/>
              <a:gd name="T26" fmla="*/ 32 w 256"/>
              <a:gd name="T27" fmla="*/ 16 h 256"/>
              <a:gd name="T28" fmla="*/ 40 w 256"/>
              <a:gd name="T29" fmla="*/ 8 h 256"/>
              <a:gd name="T30" fmla="*/ 91 w 256"/>
              <a:gd name="T31" fmla="*/ 8 h 256"/>
              <a:gd name="T32" fmla="*/ 118 w 256"/>
              <a:gd name="T33" fmla="*/ 23 h 256"/>
              <a:gd name="T34" fmla="*/ 120 w 256"/>
              <a:gd name="T35" fmla="*/ 24 h 256"/>
              <a:gd name="T36" fmla="*/ 240 w 256"/>
              <a:gd name="T37" fmla="*/ 24 h 256"/>
              <a:gd name="T38" fmla="*/ 248 w 256"/>
              <a:gd name="T39" fmla="*/ 32 h 256"/>
              <a:gd name="T40" fmla="*/ 248 w 256"/>
              <a:gd name="T41" fmla="*/ 174 h 256"/>
              <a:gd name="T42" fmla="*/ 238 w 256"/>
              <a:gd name="T43" fmla="*/ 184 h 256"/>
              <a:gd name="T44" fmla="*/ 228 w 256"/>
              <a:gd name="T45" fmla="*/ 174 h 256"/>
              <a:gd name="T46" fmla="*/ 228 w 256"/>
              <a:gd name="T47" fmla="*/ 56 h 256"/>
              <a:gd name="T48" fmla="*/ 212 w 256"/>
              <a:gd name="T49" fmla="*/ 40 h 256"/>
              <a:gd name="T50" fmla="*/ 16 w 256"/>
              <a:gd name="T51" fmla="*/ 40 h 256"/>
              <a:gd name="T52" fmla="*/ 0 w 256"/>
              <a:gd name="T53" fmla="*/ 56 h 256"/>
              <a:gd name="T54" fmla="*/ 0 w 256"/>
              <a:gd name="T55" fmla="*/ 172 h 256"/>
              <a:gd name="T56" fmla="*/ 20 w 256"/>
              <a:gd name="T57" fmla="*/ 192 h 256"/>
              <a:gd name="T58" fmla="*/ 124 w 256"/>
              <a:gd name="T59" fmla="*/ 192 h 256"/>
              <a:gd name="T60" fmla="*/ 124 w 256"/>
              <a:gd name="T61" fmla="*/ 208 h 256"/>
              <a:gd name="T62" fmla="*/ 104 w 256"/>
              <a:gd name="T63" fmla="*/ 228 h 256"/>
              <a:gd name="T64" fmla="*/ 0 w 256"/>
              <a:gd name="T65" fmla="*/ 228 h 256"/>
              <a:gd name="T66" fmla="*/ 0 w 256"/>
              <a:gd name="T67" fmla="*/ 236 h 256"/>
              <a:gd name="T68" fmla="*/ 104 w 256"/>
              <a:gd name="T69" fmla="*/ 236 h 256"/>
              <a:gd name="T70" fmla="*/ 128 w 256"/>
              <a:gd name="T71" fmla="*/ 256 h 256"/>
              <a:gd name="T72" fmla="*/ 152 w 256"/>
              <a:gd name="T73" fmla="*/ 236 h 256"/>
              <a:gd name="T74" fmla="*/ 256 w 256"/>
              <a:gd name="T75" fmla="*/ 236 h 256"/>
              <a:gd name="T76" fmla="*/ 256 w 256"/>
              <a:gd name="T77" fmla="*/ 228 h 256"/>
              <a:gd name="T78" fmla="*/ 152 w 256"/>
              <a:gd name="T79" fmla="*/ 228 h 256"/>
              <a:gd name="T80" fmla="*/ 132 w 256"/>
              <a:gd name="T81" fmla="*/ 208 h 256"/>
              <a:gd name="T82" fmla="*/ 132 w 256"/>
              <a:gd name="T83" fmla="*/ 192 h 256"/>
              <a:gd name="T84" fmla="*/ 236 w 256"/>
              <a:gd name="T85" fmla="*/ 192 h 256"/>
              <a:gd name="T86" fmla="*/ 144 w 256"/>
              <a:gd name="T87" fmla="*/ 232 h 256"/>
              <a:gd name="T88" fmla="*/ 128 w 256"/>
              <a:gd name="T89" fmla="*/ 248 h 256"/>
              <a:gd name="T90" fmla="*/ 112 w 256"/>
              <a:gd name="T91" fmla="*/ 232 h 256"/>
              <a:gd name="T92" fmla="*/ 128 w 256"/>
              <a:gd name="T93" fmla="*/ 216 h 256"/>
              <a:gd name="T94" fmla="*/ 144 w 256"/>
              <a:gd name="T95" fmla="*/ 232 h 256"/>
              <a:gd name="T96" fmla="*/ 20 w 256"/>
              <a:gd name="T97" fmla="*/ 184 h 256"/>
              <a:gd name="T98" fmla="*/ 8 w 256"/>
              <a:gd name="T99" fmla="*/ 172 h 256"/>
              <a:gd name="T100" fmla="*/ 8 w 256"/>
              <a:gd name="T101" fmla="*/ 56 h 256"/>
              <a:gd name="T102" fmla="*/ 16 w 256"/>
              <a:gd name="T103" fmla="*/ 48 h 256"/>
              <a:gd name="T104" fmla="*/ 212 w 256"/>
              <a:gd name="T105" fmla="*/ 48 h 256"/>
              <a:gd name="T106" fmla="*/ 220 w 256"/>
              <a:gd name="T107" fmla="*/ 56 h 256"/>
              <a:gd name="T108" fmla="*/ 220 w 256"/>
              <a:gd name="T109" fmla="*/ 174 h 256"/>
              <a:gd name="T110" fmla="*/ 223 w 256"/>
              <a:gd name="T111" fmla="*/ 184 h 256"/>
              <a:gd name="T112" fmla="*/ 20 w 256"/>
              <a:gd name="T113" fmla="*/ 18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6" h="256">
                <a:moveTo>
                  <a:pt x="236" y="192"/>
                </a:moveTo>
                <a:cubicBezTo>
                  <a:pt x="236" y="192"/>
                  <a:pt x="236" y="192"/>
                  <a:pt x="236" y="192"/>
                </a:cubicBezTo>
                <a:cubicBezTo>
                  <a:pt x="237" y="192"/>
                  <a:pt x="237" y="192"/>
                  <a:pt x="238" y="192"/>
                </a:cubicBezTo>
                <a:cubicBezTo>
                  <a:pt x="248" y="192"/>
                  <a:pt x="256" y="184"/>
                  <a:pt x="256" y="174"/>
                </a:cubicBezTo>
                <a:cubicBezTo>
                  <a:pt x="256" y="32"/>
                  <a:pt x="256" y="32"/>
                  <a:pt x="256" y="32"/>
                </a:cubicBezTo>
                <a:cubicBezTo>
                  <a:pt x="256" y="23"/>
                  <a:pt x="249" y="16"/>
                  <a:pt x="240" y="16"/>
                </a:cubicBezTo>
                <a:cubicBezTo>
                  <a:pt x="121" y="16"/>
                  <a:pt x="121" y="16"/>
                  <a:pt x="121" y="16"/>
                </a:cubicBezTo>
                <a:cubicBezTo>
                  <a:pt x="94" y="1"/>
                  <a:pt x="94" y="1"/>
                  <a:pt x="94" y="1"/>
                </a:cubicBezTo>
                <a:cubicBezTo>
                  <a:pt x="93" y="0"/>
                  <a:pt x="93" y="0"/>
                  <a:pt x="92" y="0"/>
                </a:cubicBezTo>
                <a:cubicBezTo>
                  <a:pt x="40" y="0"/>
                  <a:pt x="40" y="0"/>
                  <a:pt x="40" y="0"/>
                </a:cubicBezTo>
                <a:cubicBezTo>
                  <a:pt x="31" y="0"/>
                  <a:pt x="24" y="7"/>
                  <a:pt x="24" y="16"/>
                </a:cubicBezTo>
                <a:cubicBezTo>
                  <a:pt x="24" y="28"/>
                  <a:pt x="24" y="28"/>
                  <a:pt x="24" y="28"/>
                </a:cubicBezTo>
                <a:cubicBezTo>
                  <a:pt x="32" y="28"/>
                  <a:pt x="32" y="28"/>
                  <a:pt x="32" y="28"/>
                </a:cubicBezTo>
                <a:cubicBezTo>
                  <a:pt x="32" y="16"/>
                  <a:pt x="32" y="16"/>
                  <a:pt x="32" y="16"/>
                </a:cubicBezTo>
                <a:cubicBezTo>
                  <a:pt x="32" y="12"/>
                  <a:pt x="36" y="8"/>
                  <a:pt x="40" y="8"/>
                </a:cubicBezTo>
                <a:cubicBezTo>
                  <a:pt x="91" y="8"/>
                  <a:pt x="91" y="8"/>
                  <a:pt x="91" y="8"/>
                </a:cubicBezTo>
                <a:cubicBezTo>
                  <a:pt x="118" y="23"/>
                  <a:pt x="118" y="23"/>
                  <a:pt x="118" y="23"/>
                </a:cubicBezTo>
                <a:cubicBezTo>
                  <a:pt x="119" y="24"/>
                  <a:pt x="119" y="24"/>
                  <a:pt x="120" y="24"/>
                </a:cubicBezTo>
                <a:cubicBezTo>
                  <a:pt x="240" y="24"/>
                  <a:pt x="240" y="24"/>
                  <a:pt x="240" y="24"/>
                </a:cubicBezTo>
                <a:cubicBezTo>
                  <a:pt x="244" y="24"/>
                  <a:pt x="248" y="28"/>
                  <a:pt x="248" y="32"/>
                </a:cubicBezTo>
                <a:cubicBezTo>
                  <a:pt x="248" y="174"/>
                  <a:pt x="248" y="174"/>
                  <a:pt x="248" y="174"/>
                </a:cubicBezTo>
                <a:cubicBezTo>
                  <a:pt x="248" y="180"/>
                  <a:pt x="244" y="184"/>
                  <a:pt x="238" y="184"/>
                </a:cubicBezTo>
                <a:cubicBezTo>
                  <a:pt x="232" y="184"/>
                  <a:pt x="228" y="180"/>
                  <a:pt x="228" y="174"/>
                </a:cubicBezTo>
                <a:cubicBezTo>
                  <a:pt x="228" y="56"/>
                  <a:pt x="228" y="56"/>
                  <a:pt x="228" y="56"/>
                </a:cubicBezTo>
                <a:cubicBezTo>
                  <a:pt x="228" y="47"/>
                  <a:pt x="221" y="40"/>
                  <a:pt x="212" y="40"/>
                </a:cubicBezTo>
                <a:cubicBezTo>
                  <a:pt x="16" y="40"/>
                  <a:pt x="16" y="40"/>
                  <a:pt x="16" y="40"/>
                </a:cubicBezTo>
                <a:cubicBezTo>
                  <a:pt x="7" y="40"/>
                  <a:pt x="0" y="47"/>
                  <a:pt x="0" y="56"/>
                </a:cubicBezTo>
                <a:cubicBezTo>
                  <a:pt x="0" y="172"/>
                  <a:pt x="0" y="172"/>
                  <a:pt x="0" y="172"/>
                </a:cubicBezTo>
                <a:cubicBezTo>
                  <a:pt x="0" y="183"/>
                  <a:pt x="9" y="192"/>
                  <a:pt x="20" y="192"/>
                </a:cubicBezTo>
                <a:cubicBezTo>
                  <a:pt x="124" y="192"/>
                  <a:pt x="124" y="192"/>
                  <a:pt x="124" y="192"/>
                </a:cubicBezTo>
                <a:cubicBezTo>
                  <a:pt x="124" y="208"/>
                  <a:pt x="124" y="208"/>
                  <a:pt x="124" y="208"/>
                </a:cubicBezTo>
                <a:cubicBezTo>
                  <a:pt x="114" y="210"/>
                  <a:pt x="106" y="218"/>
                  <a:pt x="104" y="228"/>
                </a:cubicBezTo>
                <a:cubicBezTo>
                  <a:pt x="0" y="228"/>
                  <a:pt x="0" y="228"/>
                  <a:pt x="0" y="228"/>
                </a:cubicBezTo>
                <a:cubicBezTo>
                  <a:pt x="0" y="236"/>
                  <a:pt x="0" y="236"/>
                  <a:pt x="0" y="236"/>
                </a:cubicBezTo>
                <a:cubicBezTo>
                  <a:pt x="104" y="236"/>
                  <a:pt x="104" y="236"/>
                  <a:pt x="104" y="236"/>
                </a:cubicBezTo>
                <a:cubicBezTo>
                  <a:pt x="106" y="247"/>
                  <a:pt x="116" y="256"/>
                  <a:pt x="128" y="256"/>
                </a:cubicBezTo>
                <a:cubicBezTo>
                  <a:pt x="140" y="256"/>
                  <a:pt x="150" y="247"/>
                  <a:pt x="152" y="236"/>
                </a:cubicBezTo>
                <a:cubicBezTo>
                  <a:pt x="256" y="236"/>
                  <a:pt x="256" y="236"/>
                  <a:pt x="256" y="236"/>
                </a:cubicBezTo>
                <a:cubicBezTo>
                  <a:pt x="256" y="228"/>
                  <a:pt x="256" y="228"/>
                  <a:pt x="256" y="228"/>
                </a:cubicBezTo>
                <a:cubicBezTo>
                  <a:pt x="152" y="228"/>
                  <a:pt x="152" y="228"/>
                  <a:pt x="152" y="228"/>
                </a:cubicBezTo>
                <a:cubicBezTo>
                  <a:pt x="150" y="218"/>
                  <a:pt x="142" y="210"/>
                  <a:pt x="132" y="208"/>
                </a:cubicBezTo>
                <a:cubicBezTo>
                  <a:pt x="132" y="192"/>
                  <a:pt x="132" y="192"/>
                  <a:pt x="132" y="192"/>
                </a:cubicBezTo>
                <a:lnTo>
                  <a:pt x="236" y="192"/>
                </a:lnTo>
                <a:close/>
                <a:moveTo>
                  <a:pt x="144" y="232"/>
                </a:moveTo>
                <a:cubicBezTo>
                  <a:pt x="144" y="241"/>
                  <a:pt x="137" y="248"/>
                  <a:pt x="128" y="248"/>
                </a:cubicBezTo>
                <a:cubicBezTo>
                  <a:pt x="119" y="248"/>
                  <a:pt x="112" y="241"/>
                  <a:pt x="112" y="232"/>
                </a:cubicBezTo>
                <a:cubicBezTo>
                  <a:pt x="112" y="223"/>
                  <a:pt x="119" y="216"/>
                  <a:pt x="128" y="216"/>
                </a:cubicBezTo>
                <a:cubicBezTo>
                  <a:pt x="137" y="216"/>
                  <a:pt x="144" y="223"/>
                  <a:pt x="144" y="232"/>
                </a:cubicBezTo>
                <a:close/>
                <a:moveTo>
                  <a:pt x="20" y="184"/>
                </a:moveTo>
                <a:cubicBezTo>
                  <a:pt x="13" y="184"/>
                  <a:pt x="8" y="179"/>
                  <a:pt x="8" y="172"/>
                </a:cubicBezTo>
                <a:cubicBezTo>
                  <a:pt x="8" y="56"/>
                  <a:pt x="8" y="56"/>
                  <a:pt x="8" y="56"/>
                </a:cubicBezTo>
                <a:cubicBezTo>
                  <a:pt x="8" y="52"/>
                  <a:pt x="12" y="48"/>
                  <a:pt x="16" y="48"/>
                </a:cubicBezTo>
                <a:cubicBezTo>
                  <a:pt x="212" y="48"/>
                  <a:pt x="212" y="48"/>
                  <a:pt x="212" y="48"/>
                </a:cubicBezTo>
                <a:cubicBezTo>
                  <a:pt x="216" y="48"/>
                  <a:pt x="220" y="52"/>
                  <a:pt x="220" y="56"/>
                </a:cubicBezTo>
                <a:cubicBezTo>
                  <a:pt x="220" y="174"/>
                  <a:pt x="220" y="174"/>
                  <a:pt x="220" y="174"/>
                </a:cubicBezTo>
                <a:cubicBezTo>
                  <a:pt x="220" y="178"/>
                  <a:pt x="221" y="181"/>
                  <a:pt x="223" y="184"/>
                </a:cubicBezTo>
                <a:lnTo>
                  <a:pt x="20" y="18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10" name="Freeform 306">
            <a:extLst>
              <a:ext uri="{FF2B5EF4-FFF2-40B4-BE49-F238E27FC236}">
                <a16:creationId xmlns:a16="http://schemas.microsoft.com/office/drawing/2014/main" id="{B635F588-675C-43B5-B044-9F2C3C0C63D5}"/>
              </a:ext>
            </a:extLst>
          </p:cNvPr>
          <p:cNvSpPr>
            <a:spLocks noChangeAspect="1" noEditPoints="1"/>
          </p:cNvSpPr>
          <p:nvPr/>
        </p:nvSpPr>
        <p:spPr bwMode="auto">
          <a:xfrm>
            <a:off x="6391664" y="5300664"/>
            <a:ext cx="374650" cy="400050"/>
          </a:xfrm>
          <a:custGeom>
            <a:avLst/>
            <a:gdLst>
              <a:gd name="T0" fmla="*/ 144 w 240"/>
              <a:gd name="T1" fmla="*/ 228 h 256"/>
              <a:gd name="T2" fmla="*/ 124 w 240"/>
              <a:gd name="T3" fmla="*/ 208 h 256"/>
              <a:gd name="T4" fmla="*/ 124 w 240"/>
              <a:gd name="T5" fmla="*/ 188 h 256"/>
              <a:gd name="T6" fmla="*/ 200 w 240"/>
              <a:gd name="T7" fmla="*/ 150 h 256"/>
              <a:gd name="T8" fmla="*/ 200 w 240"/>
              <a:gd name="T9" fmla="*/ 36 h 256"/>
              <a:gd name="T10" fmla="*/ 200 w 240"/>
              <a:gd name="T11" fmla="*/ 35 h 256"/>
              <a:gd name="T12" fmla="*/ 200 w 240"/>
              <a:gd name="T13" fmla="*/ 34 h 256"/>
              <a:gd name="T14" fmla="*/ 120 w 240"/>
              <a:gd name="T15" fmla="*/ 0 h 256"/>
              <a:gd name="T16" fmla="*/ 40 w 240"/>
              <a:gd name="T17" fmla="*/ 34 h 256"/>
              <a:gd name="T18" fmla="*/ 40 w 240"/>
              <a:gd name="T19" fmla="*/ 35 h 256"/>
              <a:gd name="T20" fmla="*/ 40 w 240"/>
              <a:gd name="T21" fmla="*/ 36 h 256"/>
              <a:gd name="T22" fmla="*/ 40 w 240"/>
              <a:gd name="T23" fmla="*/ 150 h 256"/>
              <a:gd name="T24" fmla="*/ 116 w 240"/>
              <a:gd name="T25" fmla="*/ 188 h 256"/>
              <a:gd name="T26" fmla="*/ 116 w 240"/>
              <a:gd name="T27" fmla="*/ 208 h 256"/>
              <a:gd name="T28" fmla="*/ 96 w 240"/>
              <a:gd name="T29" fmla="*/ 228 h 256"/>
              <a:gd name="T30" fmla="*/ 0 w 240"/>
              <a:gd name="T31" fmla="*/ 228 h 256"/>
              <a:gd name="T32" fmla="*/ 0 w 240"/>
              <a:gd name="T33" fmla="*/ 236 h 256"/>
              <a:gd name="T34" fmla="*/ 96 w 240"/>
              <a:gd name="T35" fmla="*/ 236 h 256"/>
              <a:gd name="T36" fmla="*/ 120 w 240"/>
              <a:gd name="T37" fmla="*/ 256 h 256"/>
              <a:gd name="T38" fmla="*/ 144 w 240"/>
              <a:gd name="T39" fmla="*/ 236 h 256"/>
              <a:gd name="T40" fmla="*/ 240 w 240"/>
              <a:gd name="T41" fmla="*/ 236 h 256"/>
              <a:gd name="T42" fmla="*/ 240 w 240"/>
              <a:gd name="T43" fmla="*/ 228 h 256"/>
              <a:gd name="T44" fmla="*/ 144 w 240"/>
              <a:gd name="T45" fmla="*/ 228 h 256"/>
              <a:gd name="T46" fmla="*/ 120 w 240"/>
              <a:gd name="T47" fmla="*/ 8 h 256"/>
              <a:gd name="T48" fmla="*/ 192 w 240"/>
              <a:gd name="T49" fmla="*/ 34 h 256"/>
              <a:gd name="T50" fmla="*/ 120 w 240"/>
              <a:gd name="T51" fmla="*/ 60 h 256"/>
              <a:gd name="T52" fmla="*/ 48 w 240"/>
              <a:gd name="T53" fmla="*/ 34 h 256"/>
              <a:gd name="T54" fmla="*/ 120 w 240"/>
              <a:gd name="T55" fmla="*/ 8 h 256"/>
              <a:gd name="T56" fmla="*/ 48 w 240"/>
              <a:gd name="T57" fmla="*/ 49 h 256"/>
              <a:gd name="T58" fmla="*/ 120 w 240"/>
              <a:gd name="T59" fmla="*/ 68 h 256"/>
              <a:gd name="T60" fmla="*/ 192 w 240"/>
              <a:gd name="T61" fmla="*/ 49 h 256"/>
              <a:gd name="T62" fmla="*/ 192 w 240"/>
              <a:gd name="T63" fmla="*/ 69 h 256"/>
              <a:gd name="T64" fmla="*/ 120 w 240"/>
              <a:gd name="T65" fmla="*/ 100 h 256"/>
              <a:gd name="T66" fmla="*/ 48 w 240"/>
              <a:gd name="T67" fmla="*/ 69 h 256"/>
              <a:gd name="T68" fmla="*/ 48 w 240"/>
              <a:gd name="T69" fmla="*/ 49 h 256"/>
              <a:gd name="T70" fmla="*/ 48 w 240"/>
              <a:gd name="T71" fmla="*/ 86 h 256"/>
              <a:gd name="T72" fmla="*/ 120 w 240"/>
              <a:gd name="T73" fmla="*/ 108 h 256"/>
              <a:gd name="T74" fmla="*/ 192 w 240"/>
              <a:gd name="T75" fmla="*/ 86 h 256"/>
              <a:gd name="T76" fmla="*/ 192 w 240"/>
              <a:gd name="T77" fmla="*/ 111 h 256"/>
              <a:gd name="T78" fmla="*/ 120 w 240"/>
              <a:gd name="T79" fmla="*/ 140 h 256"/>
              <a:gd name="T80" fmla="*/ 48 w 240"/>
              <a:gd name="T81" fmla="*/ 111 h 256"/>
              <a:gd name="T82" fmla="*/ 48 w 240"/>
              <a:gd name="T83" fmla="*/ 86 h 256"/>
              <a:gd name="T84" fmla="*/ 48 w 240"/>
              <a:gd name="T85" fmla="*/ 150 h 256"/>
              <a:gd name="T86" fmla="*/ 48 w 240"/>
              <a:gd name="T87" fmla="*/ 129 h 256"/>
              <a:gd name="T88" fmla="*/ 120 w 240"/>
              <a:gd name="T89" fmla="*/ 148 h 256"/>
              <a:gd name="T90" fmla="*/ 192 w 240"/>
              <a:gd name="T91" fmla="*/ 129 h 256"/>
              <a:gd name="T92" fmla="*/ 192 w 240"/>
              <a:gd name="T93" fmla="*/ 150 h 256"/>
              <a:gd name="T94" fmla="*/ 120 w 240"/>
              <a:gd name="T95" fmla="*/ 180 h 256"/>
              <a:gd name="T96" fmla="*/ 48 w 240"/>
              <a:gd name="T97" fmla="*/ 150 h 256"/>
              <a:gd name="T98" fmla="*/ 120 w 240"/>
              <a:gd name="T99" fmla="*/ 248 h 256"/>
              <a:gd name="T100" fmla="*/ 104 w 240"/>
              <a:gd name="T101" fmla="*/ 232 h 256"/>
              <a:gd name="T102" fmla="*/ 120 w 240"/>
              <a:gd name="T103" fmla="*/ 216 h 256"/>
              <a:gd name="T104" fmla="*/ 136 w 240"/>
              <a:gd name="T105" fmla="*/ 232 h 256"/>
              <a:gd name="T106" fmla="*/ 120 w 240"/>
              <a:gd name="T107"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0" h="256">
                <a:moveTo>
                  <a:pt x="144" y="228"/>
                </a:moveTo>
                <a:cubicBezTo>
                  <a:pt x="142" y="218"/>
                  <a:pt x="134" y="210"/>
                  <a:pt x="124" y="208"/>
                </a:cubicBezTo>
                <a:cubicBezTo>
                  <a:pt x="124" y="188"/>
                  <a:pt x="124" y="188"/>
                  <a:pt x="124" y="188"/>
                </a:cubicBezTo>
                <a:cubicBezTo>
                  <a:pt x="168" y="187"/>
                  <a:pt x="200" y="171"/>
                  <a:pt x="200" y="150"/>
                </a:cubicBezTo>
                <a:cubicBezTo>
                  <a:pt x="200" y="36"/>
                  <a:pt x="200" y="36"/>
                  <a:pt x="200" y="36"/>
                </a:cubicBezTo>
                <a:cubicBezTo>
                  <a:pt x="200" y="36"/>
                  <a:pt x="200" y="36"/>
                  <a:pt x="200" y="35"/>
                </a:cubicBezTo>
                <a:cubicBezTo>
                  <a:pt x="200" y="35"/>
                  <a:pt x="200" y="34"/>
                  <a:pt x="200" y="34"/>
                </a:cubicBezTo>
                <a:cubicBezTo>
                  <a:pt x="200" y="15"/>
                  <a:pt x="166" y="0"/>
                  <a:pt x="120" y="0"/>
                </a:cubicBezTo>
                <a:cubicBezTo>
                  <a:pt x="74" y="0"/>
                  <a:pt x="40" y="15"/>
                  <a:pt x="40" y="34"/>
                </a:cubicBezTo>
                <a:cubicBezTo>
                  <a:pt x="40" y="34"/>
                  <a:pt x="40" y="35"/>
                  <a:pt x="40" y="35"/>
                </a:cubicBezTo>
                <a:cubicBezTo>
                  <a:pt x="40" y="36"/>
                  <a:pt x="40" y="36"/>
                  <a:pt x="40" y="36"/>
                </a:cubicBezTo>
                <a:cubicBezTo>
                  <a:pt x="40" y="150"/>
                  <a:pt x="40" y="150"/>
                  <a:pt x="40" y="150"/>
                </a:cubicBezTo>
                <a:cubicBezTo>
                  <a:pt x="40" y="171"/>
                  <a:pt x="72" y="187"/>
                  <a:pt x="116" y="188"/>
                </a:cubicBezTo>
                <a:cubicBezTo>
                  <a:pt x="116" y="208"/>
                  <a:pt x="116" y="208"/>
                  <a:pt x="116" y="208"/>
                </a:cubicBezTo>
                <a:cubicBezTo>
                  <a:pt x="106" y="210"/>
                  <a:pt x="98" y="218"/>
                  <a:pt x="96" y="228"/>
                </a:cubicBezTo>
                <a:cubicBezTo>
                  <a:pt x="0" y="228"/>
                  <a:pt x="0" y="228"/>
                  <a:pt x="0" y="228"/>
                </a:cubicBezTo>
                <a:cubicBezTo>
                  <a:pt x="0" y="236"/>
                  <a:pt x="0" y="236"/>
                  <a:pt x="0" y="236"/>
                </a:cubicBezTo>
                <a:cubicBezTo>
                  <a:pt x="96" y="236"/>
                  <a:pt x="96" y="236"/>
                  <a:pt x="96" y="236"/>
                </a:cubicBezTo>
                <a:cubicBezTo>
                  <a:pt x="98" y="247"/>
                  <a:pt x="108" y="256"/>
                  <a:pt x="120" y="256"/>
                </a:cubicBezTo>
                <a:cubicBezTo>
                  <a:pt x="132" y="256"/>
                  <a:pt x="142" y="247"/>
                  <a:pt x="144" y="236"/>
                </a:cubicBezTo>
                <a:cubicBezTo>
                  <a:pt x="240" y="236"/>
                  <a:pt x="240" y="236"/>
                  <a:pt x="240" y="236"/>
                </a:cubicBezTo>
                <a:cubicBezTo>
                  <a:pt x="240" y="228"/>
                  <a:pt x="240" y="228"/>
                  <a:pt x="240" y="228"/>
                </a:cubicBezTo>
                <a:lnTo>
                  <a:pt x="144" y="228"/>
                </a:lnTo>
                <a:close/>
                <a:moveTo>
                  <a:pt x="120" y="8"/>
                </a:moveTo>
                <a:cubicBezTo>
                  <a:pt x="162" y="8"/>
                  <a:pt x="192" y="22"/>
                  <a:pt x="192" y="34"/>
                </a:cubicBezTo>
                <a:cubicBezTo>
                  <a:pt x="192" y="46"/>
                  <a:pt x="162" y="60"/>
                  <a:pt x="120" y="60"/>
                </a:cubicBezTo>
                <a:cubicBezTo>
                  <a:pt x="78" y="60"/>
                  <a:pt x="48" y="46"/>
                  <a:pt x="48" y="34"/>
                </a:cubicBezTo>
                <a:cubicBezTo>
                  <a:pt x="48" y="22"/>
                  <a:pt x="78" y="8"/>
                  <a:pt x="120" y="8"/>
                </a:cubicBezTo>
                <a:close/>
                <a:moveTo>
                  <a:pt x="48" y="49"/>
                </a:moveTo>
                <a:cubicBezTo>
                  <a:pt x="61" y="61"/>
                  <a:pt x="87" y="68"/>
                  <a:pt x="120" y="68"/>
                </a:cubicBezTo>
                <a:cubicBezTo>
                  <a:pt x="153" y="68"/>
                  <a:pt x="179" y="61"/>
                  <a:pt x="192" y="49"/>
                </a:cubicBezTo>
                <a:cubicBezTo>
                  <a:pt x="192" y="69"/>
                  <a:pt x="192" y="69"/>
                  <a:pt x="192" y="69"/>
                </a:cubicBezTo>
                <a:cubicBezTo>
                  <a:pt x="192" y="86"/>
                  <a:pt x="160" y="100"/>
                  <a:pt x="120" y="100"/>
                </a:cubicBezTo>
                <a:cubicBezTo>
                  <a:pt x="80" y="100"/>
                  <a:pt x="48" y="86"/>
                  <a:pt x="48" y="69"/>
                </a:cubicBezTo>
                <a:lnTo>
                  <a:pt x="48" y="49"/>
                </a:lnTo>
                <a:close/>
                <a:moveTo>
                  <a:pt x="48" y="86"/>
                </a:moveTo>
                <a:cubicBezTo>
                  <a:pt x="61" y="99"/>
                  <a:pt x="87" y="108"/>
                  <a:pt x="120" y="108"/>
                </a:cubicBezTo>
                <a:cubicBezTo>
                  <a:pt x="153" y="108"/>
                  <a:pt x="179" y="99"/>
                  <a:pt x="192" y="86"/>
                </a:cubicBezTo>
                <a:cubicBezTo>
                  <a:pt x="192" y="111"/>
                  <a:pt x="192" y="111"/>
                  <a:pt x="192" y="111"/>
                </a:cubicBezTo>
                <a:cubicBezTo>
                  <a:pt x="192" y="128"/>
                  <a:pt x="161" y="140"/>
                  <a:pt x="120" y="140"/>
                </a:cubicBezTo>
                <a:cubicBezTo>
                  <a:pt x="79" y="140"/>
                  <a:pt x="48" y="128"/>
                  <a:pt x="48" y="111"/>
                </a:cubicBezTo>
                <a:lnTo>
                  <a:pt x="48" y="86"/>
                </a:lnTo>
                <a:close/>
                <a:moveTo>
                  <a:pt x="48" y="150"/>
                </a:moveTo>
                <a:cubicBezTo>
                  <a:pt x="48" y="129"/>
                  <a:pt x="48" y="129"/>
                  <a:pt x="48" y="129"/>
                </a:cubicBezTo>
                <a:cubicBezTo>
                  <a:pt x="62" y="142"/>
                  <a:pt x="91" y="148"/>
                  <a:pt x="120" y="148"/>
                </a:cubicBezTo>
                <a:cubicBezTo>
                  <a:pt x="149" y="148"/>
                  <a:pt x="178" y="142"/>
                  <a:pt x="192" y="129"/>
                </a:cubicBezTo>
                <a:cubicBezTo>
                  <a:pt x="192" y="150"/>
                  <a:pt x="192" y="150"/>
                  <a:pt x="192" y="150"/>
                </a:cubicBezTo>
                <a:cubicBezTo>
                  <a:pt x="192" y="167"/>
                  <a:pt x="160" y="180"/>
                  <a:pt x="120" y="180"/>
                </a:cubicBezTo>
                <a:cubicBezTo>
                  <a:pt x="80" y="180"/>
                  <a:pt x="48" y="167"/>
                  <a:pt x="48" y="150"/>
                </a:cubicBezTo>
                <a:close/>
                <a:moveTo>
                  <a:pt x="120" y="248"/>
                </a:moveTo>
                <a:cubicBezTo>
                  <a:pt x="111" y="248"/>
                  <a:pt x="104" y="241"/>
                  <a:pt x="104" y="232"/>
                </a:cubicBezTo>
                <a:cubicBezTo>
                  <a:pt x="104" y="223"/>
                  <a:pt x="111" y="216"/>
                  <a:pt x="120" y="216"/>
                </a:cubicBezTo>
                <a:cubicBezTo>
                  <a:pt x="129" y="216"/>
                  <a:pt x="136" y="223"/>
                  <a:pt x="136" y="232"/>
                </a:cubicBezTo>
                <a:cubicBezTo>
                  <a:pt x="136" y="241"/>
                  <a:pt x="129" y="248"/>
                  <a:pt x="120" y="24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14" name="Freeform 310">
            <a:extLst>
              <a:ext uri="{FF2B5EF4-FFF2-40B4-BE49-F238E27FC236}">
                <a16:creationId xmlns:a16="http://schemas.microsoft.com/office/drawing/2014/main" id="{A1C641BE-63E2-4156-B246-43937B2A5ABE}"/>
              </a:ext>
            </a:extLst>
          </p:cNvPr>
          <p:cNvSpPr>
            <a:spLocks noChangeAspect="1" noEditPoints="1"/>
          </p:cNvSpPr>
          <p:nvPr/>
        </p:nvSpPr>
        <p:spPr bwMode="auto">
          <a:xfrm>
            <a:off x="7346610" y="5300664"/>
            <a:ext cx="400050" cy="400050"/>
          </a:xfrm>
          <a:custGeom>
            <a:avLst/>
            <a:gdLst>
              <a:gd name="T0" fmla="*/ 239 w 256"/>
              <a:gd name="T1" fmla="*/ 141 h 256"/>
              <a:gd name="T2" fmla="*/ 224 w 256"/>
              <a:gd name="T3" fmla="*/ 111 h 256"/>
              <a:gd name="T4" fmla="*/ 196 w 256"/>
              <a:gd name="T5" fmla="*/ 106 h 256"/>
              <a:gd name="T6" fmla="*/ 164 w 256"/>
              <a:gd name="T7" fmla="*/ 96 h 256"/>
              <a:gd name="T8" fmla="*/ 141 w 256"/>
              <a:gd name="T9" fmla="*/ 113 h 256"/>
              <a:gd name="T10" fmla="*/ 111 w 256"/>
              <a:gd name="T11" fmla="*/ 128 h 256"/>
              <a:gd name="T12" fmla="*/ 106 w 256"/>
              <a:gd name="T13" fmla="*/ 156 h 256"/>
              <a:gd name="T14" fmla="*/ 96 w 256"/>
              <a:gd name="T15" fmla="*/ 188 h 256"/>
              <a:gd name="T16" fmla="*/ 113 w 256"/>
              <a:gd name="T17" fmla="*/ 211 h 256"/>
              <a:gd name="T18" fmla="*/ 111 w 256"/>
              <a:gd name="T19" fmla="*/ 224 h 256"/>
              <a:gd name="T20" fmla="*/ 141 w 256"/>
              <a:gd name="T21" fmla="*/ 239 h 256"/>
              <a:gd name="T22" fmla="*/ 164 w 256"/>
              <a:gd name="T23" fmla="*/ 256 h 256"/>
              <a:gd name="T24" fmla="*/ 196 w 256"/>
              <a:gd name="T25" fmla="*/ 246 h 256"/>
              <a:gd name="T26" fmla="*/ 224 w 256"/>
              <a:gd name="T27" fmla="*/ 241 h 256"/>
              <a:gd name="T28" fmla="*/ 241 w 256"/>
              <a:gd name="T29" fmla="*/ 213 h 256"/>
              <a:gd name="T30" fmla="*/ 248 w 256"/>
              <a:gd name="T31" fmla="*/ 196 h 256"/>
              <a:gd name="T32" fmla="*/ 248 w 256"/>
              <a:gd name="T33" fmla="*/ 156 h 256"/>
              <a:gd name="T34" fmla="*/ 242 w 256"/>
              <a:gd name="T35" fmla="*/ 158 h 256"/>
              <a:gd name="T36" fmla="*/ 246 w 256"/>
              <a:gd name="T37" fmla="*/ 188 h 256"/>
              <a:gd name="T38" fmla="*/ 234 w 256"/>
              <a:gd name="T39" fmla="*/ 217 h 256"/>
              <a:gd name="T40" fmla="*/ 217 w 256"/>
              <a:gd name="T41" fmla="*/ 234 h 256"/>
              <a:gd name="T42" fmla="*/ 188 w 256"/>
              <a:gd name="T43" fmla="*/ 246 h 256"/>
              <a:gd name="T44" fmla="*/ 164 w 256"/>
              <a:gd name="T45" fmla="*/ 246 h 256"/>
              <a:gd name="T46" fmla="*/ 141 w 256"/>
              <a:gd name="T47" fmla="*/ 231 h 256"/>
              <a:gd name="T48" fmla="*/ 117 w 256"/>
              <a:gd name="T49" fmla="*/ 218 h 256"/>
              <a:gd name="T50" fmla="*/ 114 w 256"/>
              <a:gd name="T51" fmla="*/ 193 h 256"/>
              <a:gd name="T52" fmla="*/ 104 w 256"/>
              <a:gd name="T53" fmla="*/ 164 h 256"/>
              <a:gd name="T54" fmla="*/ 120 w 256"/>
              <a:gd name="T55" fmla="*/ 144 h 256"/>
              <a:gd name="T56" fmla="*/ 134 w 256"/>
              <a:gd name="T57" fmla="*/ 117 h 256"/>
              <a:gd name="T58" fmla="*/ 159 w 256"/>
              <a:gd name="T59" fmla="*/ 114 h 256"/>
              <a:gd name="T60" fmla="*/ 188 w 256"/>
              <a:gd name="T61" fmla="*/ 104 h 256"/>
              <a:gd name="T62" fmla="*/ 208 w 256"/>
              <a:gd name="T63" fmla="*/ 120 h 256"/>
              <a:gd name="T64" fmla="*/ 235 w 256"/>
              <a:gd name="T65" fmla="*/ 134 h 256"/>
              <a:gd name="T66" fmla="*/ 238 w 256"/>
              <a:gd name="T67" fmla="*/ 159 h 256"/>
              <a:gd name="T68" fmla="*/ 248 w 256"/>
              <a:gd name="T69" fmla="*/ 188 h 256"/>
              <a:gd name="T70" fmla="*/ 176 w 256"/>
              <a:gd name="T71" fmla="*/ 220 h 256"/>
              <a:gd name="T72" fmla="*/ 176 w 256"/>
              <a:gd name="T73" fmla="*/ 212 h 256"/>
              <a:gd name="T74" fmla="*/ 212 w 256"/>
              <a:gd name="T75" fmla="*/ 176 h 256"/>
              <a:gd name="T76" fmla="*/ 104 w 256"/>
              <a:gd name="T77" fmla="*/ 248 h 256"/>
              <a:gd name="T78" fmla="*/ 80 w 256"/>
              <a:gd name="T79" fmla="*/ 199 h 256"/>
              <a:gd name="T80" fmla="*/ 80 w 256"/>
              <a:gd name="T81" fmla="*/ 191 h 256"/>
              <a:gd name="T82" fmla="*/ 87 w 256"/>
              <a:gd name="T83" fmla="*/ 143 h 256"/>
              <a:gd name="T84" fmla="*/ 87 w 256"/>
              <a:gd name="T85" fmla="*/ 135 h 256"/>
              <a:gd name="T86" fmla="*/ 104 w 256"/>
              <a:gd name="T87" fmla="*/ 88 h 256"/>
              <a:gd name="T88" fmla="*/ 204 w 256"/>
              <a:gd name="T89" fmla="*/ 88 h 256"/>
              <a:gd name="T90" fmla="*/ 104 w 256"/>
              <a:gd name="T91" fmla="*/ 0 h 256"/>
              <a:gd name="T92" fmla="*/ 104 w 256"/>
              <a:gd name="T93" fmla="*/ 256 h 256"/>
              <a:gd name="T94" fmla="*/ 112 w 256"/>
              <a:gd name="T95" fmla="*/ 248 h 256"/>
              <a:gd name="T96" fmla="*/ 104 w 256"/>
              <a:gd name="T97" fmla="*/ 8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6" h="256">
                <a:moveTo>
                  <a:pt x="248" y="156"/>
                </a:moveTo>
                <a:cubicBezTo>
                  <a:pt x="246" y="156"/>
                  <a:pt x="246" y="156"/>
                  <a:pt x="246" y="156"/>
                </a:cubicBezTo>
                <a:cubicBezTo>
                  <a:pt x="239" y="141"/>
                  <a:pt x="239" y="141"/>
                  <a:pt x="239" y="141"/>
                </a:cubicBezTo>
                <a:cubicBezTo>
                  <a:pt x="241" y="139"/>
                  <a:pt x="241" y="139"/>
                  <a:pt x="241" y="139"/>
                </a:cubicBezTo>
                <a:cubicBezTo>
                  <a:pt x="244" y="136"/>
                  <a:pt x="244" y="131"/>
                  <a:pt x="241" y="128"/>
                </a:cubicBezTo>
                <a:cubicBezTo>
                  <a:pt x="224" y="111"/>
                  <a:pt x="224" y="111"/>
                  <a:pt x="224" y="111"/>
                </a:cubicBezTo>
                <a:cubicBezTo>
                  <a:pt x="221" y="108"/>
                  <a:pt x="216" y="108"/>
                  <a:pt x="213" y="111"/>
                </a:cubicBezTo>
                <a:cubicBezTo>
                  <a:pt x="211" y="113"/>
                  <a:pt x="211" y="113"/>
                  <a:pt x="211" y="113"/>
                </a:cubicBezTo>
                <a:cubicBezTo>
                  <a:pt x="196" y="106"/>
                  <a:pt x="196" y="106"/>
                  <a:pt x="196" y="106"/>
                </a:cubicBezTo>
                <a:cubicBezTo>
                  <a:pt x="196" y="104"/>
                  <a:pt x="196" y="104"/>
                  <a:pt x="196" y="104"/>
                </a:cubicBezTo>
                <a:cubicBezTo>
                  <a:pt x="196" y="100"/>
                  <a:pt x="192" y="96"/>
                  <a:pt x="188" y="96"/>
                </a:cubicBezTo>
                <a:cubicBezTo>
                  <a:pt x="164" y="96"/>
                  <a:pt x="164" y="96"/>
                  <a:pt x="164" y="96"/>
                </a:cubicBezTo>
                <a:cubicBezTo>
                  <a:pt x="160" y="96"/>
                  <a:pt x="156" y="100"/>
                  <a:pt x="156" y="104"/>
                </a:cubicBezTo>
                <a:cubicBezTo>
                  <a:pt x="156" y="106"/>
                  <a:pt x="156" y="106"/>
                  <a:pt x="156" y="106"/>
                </a:cubicBezTo>
                <a:cubicBezTo>
                  <a:pt x="141" y="113"/>
                  <a:pt x="141" y="113"/>
                  <a:pt x="141" y="113"/>
                </a:cubicBezTo>
                <a:cubicBezTo>
                  <a:pt x="139" y="111"/>
                  <a:pt x="139" y="111"/>
                  <a:pt x="139" y="111"/>
                </a:cubicBezTo>
                <a:cubicBezTo>
                  <a:pt x="136" y="108"/>
                  <a:pt x="131" y="108"/>
                  <a:pt x="128" y="111"/>
                </a:cubicBezTo>
                <a:cubicBezTo>
                  <a:pt x="111" y="128"/>
                  <a:pt x="111" y="128"/>
                  <a:pt x="111" y="128"/>
                </a:cubicBezTo>
                <a:cubicBezTo>
                  <a:pt x="108" y="131"/>
                  <a:pt x="108" y="136"/>
                  <a:pt x="111" y="139"/>
                </a:cubicBezTo>
                <a:cubicBezTo>
                  <a:pt x="113" y="141"/>
                  <a:pt x="113" y="141"/>
                  <a:pt x="113" y="141"/>
                </a:cubicBezTo>
                <a:cubicBezTo>
                  <a:pt x="106" y="156"/>
                  <a:pt x="106" y="156"/>
                  <a:pt x="106" y="156"/>
                </a:cubicBezTo>
                <a:cubicBezTo>
                  <a:pt x="104" y="156"/>
                  <a:pt x="104" y="156"/>
                  <a:pt x="104" y="156"/>
                </a:cubicBezTo>
                <a:cubicBezTo>
                  <a:pt x="100" y="156"/>
                  <a:pt x="96" y="160"/>
                  <a:pt x="96" y="164"/>
                </a:cubicBezTo>
                <a:cubicBezTo>
                  <a:pt x="96" y="188"/>
                  <a:pt x="96" y="188"/>
                  <a:pt x="96" y="188"/>
                </a:cubicBezTo>
                <a:cubicBezTo>
                  <a:pt x="96" y="192"/>
                  <a:pt x="100" y="196"/>
                  <a:pt x="104" y="196"/>
                </a:cubicBezTo>
                <a:cubicBezTo>
                  <a:pt x="106" y="196"/>
                  <a:pt x="106" y="196"/>
                  <a:pt x="106" y="196"/>
                </a:cubicBezTo>
                <a:cubicBezTo>
                  <a:pt x="113" y="211"/>
                  <a:pt x="113" y="211"/>
                  <a:pt x="113" y="211"/>
                </a:cubicBezTo>
                <a:cubicBezTo>
                  <a:pt x="111" y="213"/>
                  <a:pt x="111" y="213"/>
                  <a:pt x="111" y="213"/>
                </a:cubicBezTo>
                <a:cubicBezTo>
                  <a:pt x="109" y="214"/>
                  <a:pt x="109" y="216"/>
                  <a:pt x="109" y="218"/>
                </a:cubicBezTo>
                <a:cubicBezTo>
                  <a:pt x="109" y="221"/>
                  <a:pt x="109" y="223"/>
                  <a:pt x="111" y="224"/>
                </a:cubicBezTo>
                <a:cubicBezTo>
                  <a:pt x="128" y="241"/>
                  <a:pt x="128" y="241"/>
                  <a:pt x="128" y="241"/>
                </a:cubicBezTo>
                <a:cubicBezTo>
                  <a:pt x="131" y="244"/>
                  <a:pt x="136" y="244"/>
                  <a:pt x="139" y="241"/>
                </a:cubicBezTo>
                <a:cubicBezTo>
                  <a:pt x="141" y="239"/>
                  <a:pt x="141" y="239"/>
                  <a:pt x="141" y="239"/>
                </a:cubicBezTo>
                <a:cubicBezTo>
                  <a:pt x="156" y="246"/>
                  <a:pt x="156" y="246"/>
                  <a:pt x="156" y="246"/>
                </a:cubicBezTo>
                <a:cubicBezTo>
                  <a:pt x="156" y="248"/>
                  <a:pt x="156" y="248"/>
                  <a:pt x="156" y="248"/>
                </a:cubicBezTo>
                <a:cubicBezTo>
                  <a:pt x="156" y="252"/>
                  <a:pt x="160" y="256"/>
                  <a:pt x="164" y="256"/>
                </a:cubicBezTo>
                <a:cubicBezTo>
                  <a:pt x="188" y="256"/>
                  <a:pt x="188" y="256"/>
                  <a:pt x="188" y="256"/>
                </a:cubicBezTo>
                <a:cubicBezTo>
                  <a:pt x="192" y="256"/>
                  <a:pt x="196" y="252"/>
                  <a:pt x="196" y="248"/>
                </a:cubicBezTo>
                <a:cubicBezTo>
                  <a:pt x="196" y="246"/>
                  <a:pt x="196" y="246"/>
                  <a:pt x="196" y="246"/>
                </a:cubicBezTo>
                <a:cubicBezTo>
                  <a:pt x="211" y="239"/>
                  <a:pt x="211" y="239"/>
                  <a:pt x="211" y="239"/>
                </a:cubicBezTo>
                <a:cubicBezTo>
                  <a:pt x="213" y="241"/>
                  <a:pt x="213" y="241"/>
                  <a:pt x="213" y="241"/>
                </a:cubicBezTo>
                <a:cubicBezTo>
                  <a:pt x="216" y="244"/>
                  <a:pt x="221" y="244"/>
                  <a:pt x="224" y="241"/>
                </a:cubicBezTo>
                <a:cubicBezTo>
                  <a:pt x="241" y="224"/>
                  <a:pt x="241" y="224"/>
                  <a:pt x="241" y="224"/>
                </a:cubicBezTo>
                <a:cubicBezTo>
                  <a:pt x="243" y="223"/>
                  <a:pt x="243" y="221"/>
                  <a:pt x="243" y="218"/>
                </a:cubicBezTo>
                <a:cubicBezTo>
                  <a:pt x="243" y="216"/>
                  <a:pt x="243" y="214"/>
                  <a:pt x="241" y="213"/>
                </a:cubicBezTo>
                <a:cubicBezTo>
                  <a:pt x="239" y="211"/>
                  <a:pt x="239" y="211"/>
                  <a:pt x="239" y="211"/>
                </a:cubicBezTo>
                <a:cubicBezTo>
                  <a:pt x="246" y="196"/>
                  <a:pt x="246" y="196"/>
                  <a:pt x="246" y="196"/>
                </a:cubicBezTo>
                <a:cubicBezTo>
                  <a:pt x="248" y="196"/>
                  <a:pt x="248" y="196"/>
                  <a:pt x="248" y="196"/>
                </a:cubicBezTo>
                <a:cubicBezTo>
                  <a:pt x="252" y="196"/>
                  <a:pt x="256" y="192"/>
                  <a:pt x="256" y="188"/>
                </a:cubicBezTo>
                <a:cubicBezTo>
                  <a:pt x="256" y="164"/>
                  <a:pt x="256" y="164"/>
                  <a:pt x="256" y="164"/>
                </a:cubicBezTo>
                <a:cubicBezTo>
                  <a:pt x="256" y="160"/>
                  <a:pt x="252" y="156"/>
                  <a:pt x="248" y="156"/>
                </a:cubicBezTo>
                <a:close/>
                <a:moveTo>
                  <a:pt x="246" y="156"/>
                </a:moveTo>
                <a:cubicBezTo>
                  <a:pt x="246" y="156"/>
                  <a:pt x="246" y="156"/>
                  <a:pt x="246" y="156"/>
                </a:cubicBezTo>
                <a:cubicBezTo>
                  <a:pt x="242" y="158"/>
                  <a:pt x="242" y="158"/>
                  <a:pt x="242" y="158"/>
                </a:cubicBezTo>
                <a:lnTo>
                  <a:pt x="246" y="156"/>
                </a:lnTo>
                <a:close/>
                <a:moveTo>
                  <a:pt x="248" y="188"/>
                </a:moveTo>
                <a:cubicBezTo>
                  <a:pt x="246" y="188"/>
                  <a:pt x="246" y="188"/>
                  <a:pt x="246" y="188"/>
                </a:cubicBezTo>
                <a:cubicBezTo>
                  <a:pt x="242" y="188"/>
                  <a:pt x="239" y="190"/>
                  <a:pt x="238" y="193"/>
                </a:cubicBezTo>
                <a:cubicBezTo>
                  <a:pt x="232" y="208"/>
                  <a:pt x="232" y="208"/>
                  <a:pt x="232" y="208"/>
                </a:cubicBezTo>
                <a:cubicBezTo>
                  <a:pt x="231" y="211"/>
                  <a:pt x="231" y="214"/>
                  <a:pt x="234" y="217"/>
                </a:cubicBezTo>
                <a:cubicBezTo>
                  <a:pt x="235" y="218"/>
                  <a:pt x="235" y="218"/>
                  <a:pt x="235" y="218"/>
                </a:cubicBezTo>
                <a:cubicBezTo>
                  <a:pt x="218" y="235"/>
                  <a:pt x="218" y="235"/>
                  <a:pt x="218" y="235"/>
                </a:cubicBezTo>
                <a:cubicBezTo>
                  <a:pt x="217" y="234"/>
                  <a:pt x="217" y="234"/>
                  <a:pt x="217" y="234"/>
                </a:cubicBezTo>
                <a:cubicBezTo>
                  <a:pt x="214" y="231"/>
                  <a:pt x="211" y="231"/>
                  <a:pt x="208" y="232"/>
                </a:cubicBezTo>
                <a:cubicBezTo>
                  <a:pt x="193" y="238"/>
                  <a:pt x="193" y="238"/>
                  <a:pt x="193" y="238"/>
                </a:cubicBezTo>
                <a:cubicBezTo>
                  <a:pt x="190" y="239"/>
                  <a:pt x="188" y="242"/>
                  <a:pt x="188" y="246"/>
                </a:cubicBezTo>
                <a:cubicBezTo>
                  <a:pt x="188" y="248"/>
                  <a:pt x="188" y="248"/>
                  <a:pt x="188" y="248"/>
                </a:cubicBezTo>
                <a:cubicBezTo>
                  <a:pt x="164" y="248"/>
                  <a:pt x="164" y="248"/>
                  <a:pt x="164" y="248"/>
                </a:cubicBezTo>
                <a:cubicBezTo>
                  <a:pt x="164" y="246"/>
                  <a:pt x="164" y="246"/>
                  <a:pt x="164" y="246"/>
                </a:cubicBezTo>
                <a:cubicBezTo>
                  <a:pt x="164" y="242"/>
                  <a:pt x="162" y="239"/>
                  <a:pt x="159" y="238"/>
                </a:cubicBezTo>
                <a:cubicBezTo>
                  <a:pt x="144" y="232"/>
                  <a:pt x="144" y="232"/>
                  <a:pt x="144" y="232"/>
                </a:cubicBezTo>
                <a:cubicBezTo>
                  <a:pt x="143" y="232"/>
                  <a:pt x="142" y="231"/>
                  <a:pt x="141" y="231"/>
                </a:cubicBezTo>
                <a:cubicBezTo>
                  <a:pt x="139" y="231"/>
                  <a:pt x="137" y="232"/>
                  <a:pt x="135" y="234"/>
                </a:cubicBezTo>
                <a:cubicBezTo>
                  <a:pt x="134" y="235"/>
                  <a:pt x="134" y="235"/>
                  <a:pt x="134" y="235"/>
                </a:cubicBezTo>
                <a:cubicBezTo>
                  <a:pt x="117" y="218"/>
                  <a:pt x="117" y="218"/>
                  <a:pt x="117" y="218"/>
                </a:cubicBezTo>
                <a:cubicBezTo>
                  <a:pt x="118" y="217"/>
                  <a:pt x="118" y="217"/>
                  <a:pt x="118" y="217"/>
                </a:cubicBezTo>
                <a:cubicBezTo>
                  <a:pt x="121" y="214"/>
                  <a:pt x="121" y="211"/>
                  <a:pt x="120" y="208"/>
                </a:cubicBezTo>
                <a:cubicBezTo>
                  <a:pt x="114" y="193"/>
                  <a:pt x="114" y="193"/>
                  <a:pt x="114" y="193"/>
                </a:cubicBezTo>
                <a:cubicBezTo>
                  <a:pt x="113" y="190"/>
                  <a:pt x="110" y="188"/>
                  <a:pt x="106" y="188"/>
                </a:cubicBezTo>
                <a:cubicBezTo>
                  <a:pt x="104" y="188"/>
                  <a:pt x="104" y="188"/>
                  <a:pt x="104" y="188"/>
                </a:cubicBezTo>
                <a:cubicBezTo>
                  <a:pt x="104" y="164"/>
                  <a:pt x="104" y="164"/>
                  <a:pt x="104" y="164"/>
                </a:cubicBezTo>
                <a:cubicBezTo>
                  <a:pt x="106" y="164"/>
                  <a:pt x="106" y="164"/>
                  <a:pt x="106" y="164"/>
                </a:cubicBezTo>
                <a:cubicBezTo>
                  <a:pt x="110" y="164"/>
                  <a:pt x="113" y="162"/>
                  <a:pt x="114" y="159"/>
                </a:cubicBezTo>
                <a:cubicBezTo>
                  <a:pt x="120" y="144"/>
                  <a:pt x="120" y="144"/>
                  <a:pt x="120" y="144"/>
                </a:cubicBezTo>
                <a:cubicBezTo>
                  <a:pt x="121" y="141"/>
                  <a:pt x="121" y="138"/>
                  <a:pt x="118" y="135"/>
                </a:cubicBezTo>
                <a:cubicBezTo>
                  <a:pt x="117" y="134"/>
                  <a:pt x="117" y="134"/>
                  <a:pt x="117" y="134"/>
                </a:cubicBezTo>
                <a:cubicBezTo>
                  <a:pt x="134" y="117"/>
                  <a:pt x="134" y="117"/>
                  <a:pt x="134" y="117"/>
                </a:cubicBezTo>
                <a:cubicBezTo>
                  <a:pt x="135" y="118"/>
                  <a:pt x="135" y="118"/>
                  <a:pt x="135" y="118"/>
                </a:cubicBezTo>
                <a:cubicBezTo>
                  <a:pt x="138" y="121"/>
                  <a:pt x="141" y="121"/>
                  <a:pt x="144" y="120"/>
                </a:cubicBezTo>
                <a:cubicBezTo>
                  <a:pt x="159" y="114"/>
                  <a:pt x="159" y="114"/>
                  <a:pt x="159" y="114"/>
                </a:cubicBezTo>
                <a:cubicBezTo>
                  <a:pt x="162" y="113"/>
                  <a:pt x="164" y="110"/>
                  <a:pt x="164" y="106"/>
                </a:cubicBezTo>
                <a:cubicBezTo>
                  <a:pt x="164" y="104"/>
                  <a:pt x="164" y="104"/>
                  <a:pt x="164" y="104"/>
                </a:cubicBezTo>
                <a:cubicBezTo>
                  <a:pt x="188" y="104"/>
                  <a:pt x="188" y="104"/>
                  <a:pt x="188" y="104"/>
                </a:cubicBezTo>
                <a:cubicBezTo>
                  <a:pt x="188" y="106"/>
                  <a:pt x="188" y="106"/>
                  <a:pt x="188" y="106"/>
                </a:cubicBezTo>
                <a:cubicBezTo>
                  <a:pt x="188" y="110"/>
                  <a:pt x="190" y="113"/>
                  <a:pt x="193" y="114"/>
                </a:cubicBezTo>
                <a:cubicBezTo>
                  <a:pt x="208" y="120"/>
                  <a:pt x="208" y="120"/>
                  <a:pt x="208" y="120"/>
                </a:cubicBezTo>
                <a:cubicBezTo>
                  <a:pt x="211" y="121"/>
                  <a:pt x="214" y="121"/>
                  <a:pt x="217" y="118"/>
                </a:cubicBezTo>
                <a:cubicBezTo>
                  <a:pt x="218" y="117"/>
                  <a:pt x="218" y="117"/>
                  <a:pt x="218" y="117"/>
                </a:cubicBezTo>
                <a:cubicBezTo>
                  <a:pt x="235" y="134"/>
                  <a:pt x="235" y="134"/>
                  <a:pt x="235" y="134"/>
                </a:cubicBezTo>
                <a:cubicBezTo>
                  <a:pt x="234" y="135"/>
                  <a:pt x="234" y="135"/>
                  <a:pt x="234" y="135"/>
                </a:cubicBezTo>
                <a:cubicBezTo>
                  <a:pt x="231" y="138"/>
                  <a:pt x="231" y="141"/>
                  <a:pt x="232" y="144"/>
                </a:cubicBezTo>
                <a:cubicBezTo>
                  <a:pt x="238" y="159"/>
                  <a:pt x="238" y="159"/>
                  <a:pt x="238" y="159"/>
                </a:cubicBezTo>
                <a:cubicBezTo>
                  <a:pt x="240" y="162"/>
                  <a:pt x="242" y="164"/>
                  <a:pt x="246" y="164"/>
                </a:cubicBezTo>
                <a:cubicBezTo>
                  <a:pt x="248" y="164"/>
                  <a:pt x="248" y="164"/>
                  <a:pt x="248" y="164"/>
                </a:cubicBezTo>
                <a:lnTo>
                  <a:pt x="248" y="188"/>
                </a:lnTo>
                <a:close/>
                <a:moveTo>
                  <a:pt x="176" y="132"/>
                </a:moveTo>
                <a:cubicBezTo>
                  <a:pt x="152" y="132"/>
                  <a:pt x="132" y="152"/>
                  <a:pt x="132" y="176"/>
                </a:cubicBezTo>
                <a:cubicBezTo>
                  <a:pt x="132" y="200"/>
                  <a:pt x="152" y="220"/>
                  <a:pt x="176" y="220"/>
                </a:cubicBezTo>
                <a:cubicBezTo>
                  <a:pt x="200" y="220"/>
                  <a:pt x="220" y="200"/>
                  <a:pt x="220" y="176"/>
                </a:cubicBezTo>
                <a:cubicBezTo>
                  <a:pt x="220" y="152"/>
                  <a:pt x="200" y="132"/>
                  <a:pt x="176" y="132"/>
                </a:cubicBezTo>
                <a:close/>
                <a:moveTo>
                  <a:pt x="176" y="212"/>
                </a:moveTo>
                <a:cubicBezTo>
                  <a:pt x="156" y="212"/>
                  <a:pt x="140" y="196"/>
                  <a:pt x="140" y="176"/>
                </a:cubicBezTo>
                <a:cubicBezTo>
                  <a:pt x="140" y="156"/>
                  <a:pt x="156" y="140"/>
                  <a:pt x="176" y="140"/>
                </a:cubicBezTo>
                <a:cubicBezTo>
                  <a:pt x="196" y="140"/>
                  <a:pt x="212" y="156"/>
                  <a:pt x="212" y="176"/>
                </a:cubicBezTo>
                <a:cubicBezTo>
                  <a:pt x="212" y="196"/>
                  <a:pt x="196" y="212"/>
                  <a:pt x="176" y="212"/>
                </a:cubicBezTo>
                <a:close/>
                <a:moveTo>
                  <a:pt x="112" y="248"/>
                </a:moveTo>
                <a:cubicBezTo>
                  <a:pt x="109" y="248"/>
                  <a:pt x="107" y="248"/>
                  <a:pt x="104" y="248"/>
                </a:cubicBezTo>
                <a:cubicBezTo>
                  <a:pt x="52" y="248"/>
                  <a:pt x="8" y="228"/>
                  <a:pt x="8" y="204"/>
                </a:cubicBezTo>
                <a:cubicBezTo>
                  <a:pt x="8" y="168"/>
                  <a:pt x="8" y="168"/>
                  <a:pt x="8" y="168"/>
                </a:cubicBezTo>
                <a:cubicBezTo>
                  <a:pt x="20" y="183"/>
                  <a:pt x="46" y="195"/>
                  <a:pt x="80" y="199"/>
                </a:cubicBezTo>
                <a:cubicBezTo>
                  <a:pt x="80" y="199"/>
                  <a:pt x="80" y="199"/>
                  <a:pt x="80" y="199"/>
                </a:cubicBezTo>
                <a:cubicBezTo>
                  <a:pt x="82" y="199"/>
                  <a:pt x="84" y="197"/>
                  <a:pt x="84" y="195"/>
                </a:cubicBezTo>
                <a:cubicBezTo>
                  <a:pt x="84" y="193"/>
                  <a:pt x="83" y="191"/>
                  <a:pt x="80" y="191"/>
                </a:cubicBezTo>
                <a:cubicBezTo>
                  <a:pt x="38" y="186"/>
                  <a:pt x="8" y="168"/>
                  <a:pt x="8" y="148"/>
                </a:cubicBezTo>
                <a:cubicBezTo>
                  <a:pt x="8" y="112"/>
                  <a:pt x="8" y="112"/>
                  <a:pt x="8" y="112"/>
                </a:cubicBezTo>
                <a:cubicBezTo>
                  <a:pt x="21" y="128"/>
                  <a:pt x="50" y="140"/>
                  <a:pt x="87" y="143"/>
                </a:cubicBezTo>
                <a:cubicBezTo>
                  <a:pt x="87" y="143"/>
                  <a:pt x="87" y="143"/>
                  <a:pt x="87" y="143"/>
                </a:cubicBezTo>
                <a:cubicBezTo>
                  <a:pt x="89" y="143"/>
                  <a:pt x="91" y="142"/>
                  <a:pt x="91" y="140"/>
                </a:cubicBezTo>
                <a:cubicBezTo>
                  <a:pt x="91" y="137"/>
                  <a:pt x="90" y="135"/>
                  <a:pt x="87" y="135"/>
                </a:cubicBezTo>
                <a:cubicBezTo>
                  <a:pt x="42" y="132"/>
                  <a:pt x="8" y="113"/>
                  <a:pt x="8" y="92"/>
                </a:cubicBezTo>
                <a:cubicBezTo>
                  <a:pt x="8" y="61"/>
                  <a:pt x="8" y="61"/>
                  <a:pt x="8" y="61"/>
                </a:cubicBezTo>
                <a:cubicBezTo>
                  <a:pt x="24" y="77"/>
                  <a:pt x="60" y="88"/>
                  <a:pt x="104" y="88"/>
                </a:cubicBezTo>
                <a:cubicBezTo>
                  <a:pt x="148" y="88"/>
                  <a:pt x="184" y="77"/>
                  <a:pt x="200" y="61"/>
                </a:cubicBezTo>
                <a:cubicBezTo>
                  <a:pt x="200" y="84"/>
                  <a:pt x="200" y="84"/>
                  <a:pt x="200" y="84"/>
                </a:cubicBezTo>
                <a:cubicBezTo>
                  <a:pt x="200" y="86"/>
                  <a:pt x="202" y="88"/>
                  <a:pt x="204" y="88"/>
                </a:cubicBezTo>
                <a:cubicBezTo>
                  <a:pt x="206" y="88"/>
                  <a:pt x="208" y="86"/>
                  <a:pt x="208" y="84"/>
                </a:cubicBezTo>
                <a:cubicBezTo>
                  <a:pt x="208" y="44"/>
                  <a:pt x="208" y="44"/>
                  <a:pt x="208" y="44"/>
                </a:cubicBezTo>
                <a:cubicBezTo>
                  <a:pt x="208" y="19"/>
                  <a:pt x="162" y="0"/>
                  <a:pt x="104" y="0"/>
                </a:cubicBezTo>
                <a:cubicBezTo>
                  <a:pt x="46" y="0"/>
                  <a:pt x="0" y="19"/>
                  <a:pt x="0" y="44"/>
                </a:cubicBezTo>
                <a:cubicBezTo>
                  <a:pt x="0" y="204"/>
                  <a:pt x="0" y="204"/>
                  <a:pt x="0" y="204"/>
                </a:cubicBezTo>
                <a:cubicBezTo>
                  <a:pt x="0" y="233"/>
                  <a:pt x="46" y="256"/>
                  <a:pt x="104" y="256"/>
                </a:cubicBezTo>
                <a:cubicBezTo>
                  <a:pt x="107" y="256"/>
                  <a:pt x="109" y="256"/>
                  <a:pt x="112" y="256"/>
                </a:cubicBezTo>
                <a:cubicBezTo>
                  <a:pt x="114" y="256"/>
                  <a:pt x="116" y="254"/>
                  <a:pt x="116" y="252"/>
                </a:cubicBezTo>
                <a:cubicBezTo>
                  <a:pt x="116" y="249"/>
                  <a:pt x="114" y="248"/>
                  <a:pt x="112" y="248"/>
                </a:cubicBezTo>
                <a:close/>
                <a:moveTo>
                  <a:pt x="104" y="8"/>
                </a:moveTo>
                <a:cubicBezTo>
                  <a:pt x="161" y="8"/>
                  <a:pt x="200" y="27"/>
                  <a:pt x="200" y="44"/>
                </a:cubicBezTo>
                <a:cubicBezTo>
                  <a:pt x="200" y="61"/>
                  <a:pt x="161" y="80"/>
                  <a:pt x="104" y="80"/>
                </a:cubicBezTo>
                <a:cubicBezTo>
                  <a:pt x="47" y="80"/>
                  <a:pt x="8" y="61"/>
                  <a:pt x="8" y="44"/>
                </a:cubicBezTo>
                <a:cubicBezTo>
                  <a:pt x="8" y="27"/>
                  <a:pt x="47" y="8"/>
                  <a:pt x="104" y="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18" name="Freeform 314">
            <a:extLst>
              <a:ext uri="{FF2B5EF4-FFF2-40B4-BE49-F238E27FC236}">
                <a16:creationId xmlns:a16="http://schemas.microsoft.com/office/drawing/2014/main" id="{7120D735-B14E-4F13-9129-1F59B4EA0BD2}"/>
              </a:ext>
            </a:extLst>
          </p:cNvPr>
          <p:cNvSpPr>
            <a:spLocks noChangeAspect="1" noEditPoints="1"/>
          </p:cNvSpPr>
          <p:nvPr/>
        </p:nvSpPr>
        <p:spPr bwMode="auto">
          <a:xfrm>
            <a:off x="8346006" y="5300664"/>
            <a:ext cx="336550" cy="400050"/>
          </a:xfrm>
          <a:custGeom>
            <a:avLst/>
            <a:gdLst>
              <a:gd name="T0" fmla="*/ 108 w 216"/>
              <a:gd name="T1" fmla="*/ 0 h 256"/>
              <a:gd name="T2" fmla="*/ 0 w 216"/>
              <a:gd name="T3" fmla="*/ 44 h 256"/>
              <a:gd name="T4" fmla="*/ 0 w 216"/>
              <a:gd name="T5" fmla="*/ 204 h 256"/>
              <a:gd name="T6" fmla="*/ 108 w 216"/>
              <a:gd name="T7" fmla="*/ 256 h 256"/>
              <a:gd name="T8" fmla="*/ 216 w 216"/>
              <a:gd name="T9" fmla="*/ 204 h 256"/>
              <a:gd name="T10" fmla="*/ 216 w 216"/>
              <a:gd name="T11" fmla="*/ 44 h 256"/>
              <a:gd name="T12" fmla="*/ 108 w 216"/>
              <a:gd name="T13" fmla="*/ 0 h 256"/>
              <a:gd name="T14" fmla="*/ 108 w 216"/>
              <a:gd name="T15" fmla="*/ 8 h 256"/>
              <a:gd name="T16" fmla="*/ 208 w 216"/>
              <a:gd name="T17" fmla="*/ 44 h 256"/>
              <a:gd name="T18" fmla="*/ 108 w 216"/>
              <a:gd name="T19" fmla="*/ 80 h 256"/>
              <a:gd name="T20" fmla="*/ 8 w 216"/>
              <a:gd name="T21" fmla="*/ 44 h 256"/>
              <a:gd name="T22" fmla="*/ 108 w 216"/>
              <a:gd name="T23" fmla="*/ 8 h 256"/>
              <a:gd name="T24" fmla="*/ 208 w 216"/>
              <a:gd name="T25" fmla="*/ 204 h 256"/>
              <a:gd name="T26" fmla="*/ 108 w 216"/>
              <a:gd name="T27" fmla="*/ 248 h 256"/>
              <a:gd name="T28" fmla="*/ 8 w 216"/>
              <a:gd name="T29" fmla="*/ 204 h 256"/>
              <a:gd name="T30" fmla="*/ 8 w 216"/>
              <a:gd name="T31" fmla="*/ 168 h 256"/>
              <a:gd name="T32" fmla="*/ 108 w 216"/>
              <a:gd name="T33" fmla="*/ 200 h 256"/>
              <a:gd name="T34" fmla="*/ 208 w 216"/>
              <a:gd name="T35" fmla="*/ 168 h 256"/>
              <a:gd name="T36" fmla="*/ 208 w 216"/>
              <a:gd name="T37" fmla="*/ 204 h 256"/>
              <a:gd name="T38" fmla="*/ 208 w 216"/>
              <a:gd name="T39" fmla="*/ 148 h 256"/>
              <a:gd name="T40" fmla="*/ 108 w 216"/>
              <a:gd name="T41" fmla="*/ 192 h 256"/>
              <a:gd name="T42" fmla="*/ 8 w 216"/>
              <a:gd name="T43" fmla="*/ 148 h 256"/>
              <a:gd name="T44" fmla="*/ 8 w 216"/>
              <a:gd name="T45" fmla="*/ 112 h 256"/>
              <a:gd name="T46" fmla="*/ 108 w 216"/>
              <a:gd name="T47" fmla="*/ 144 h 256"/>
              <a:gd name="T48" fmla="*/ 208 w 216"/>
              <a:gd name="T49" fmla="*/ 112 h 256"/>
              <a:gd name="T50" fmla="*/ 208 w 216"/>
              <a:gd name="T51" fmla="*/ 148 h 256"/>
              <a:gd name="T52" fmla="*/ 208 w 216"/>
              <a:gd name="T53" fmla="*/ 92 h 256"/>
              <a:gd name="T54" fmla="*/ 108 w 216"/>
              <a:gd name="T55" fmla="*/ 136 h 256"/>
              <a:gd name="T56" fmla="*/ 8 w 216"/>
              <a:gd name="T57" fmla="*/ 92 h 256"/>
              <a:gd name="T58" fmla="*/ 8 w 216"/>
              <a:gd name="T59" fmla="*/ 61 h 256"/>
              <a:gd name="T60" fmla="*/ 108 w 216"/>
              <a:gd name="T61" fmla="*/ 88 h 256"/>
              <a:gd name="T62" fmla="*/ 208 w 216"/>
              <a:gd name="T63" fmla="*/ 61 h 256"/>
              <a:gd name="T64" fmla="*/ 208 w 216"/>
              <a:gd name="T65" fmla="*/ 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 h="256">
                <a:moveTo>
                  <a:pt x="108" y="0"/>
                </a:moveTo>
                <a:cubicBezTo>
                  <a:pt x="47" y="0"/>
                  <a:pt x="0" y="19"/>
                  <a:pt x="0" y="44"/>
                </a:cubicBezTo>
                <a:cubicBezTo>
                  <a:pt x="0" y="204"/>
                  <a:pt x="0" y="204"/>
                  <a:pt x="0" y="204"/>
                </a:cubicBezTo>
                <a:cubicBezTo>
                  <a:pt x="0" y="233"/>
                  <a:pt x="47" y="256"/>
                  <a:pt x="108" y="256"/>
                </a:cubicBezTo>
                <a:cubicBezTo>
                  <a:pt x="169" y="256"/>
                  <a:pt x="216" y="233"/>
                  <a:pt x="216" y="204"/>
                </a:cubicBezTo>
                <a:cubicBezTo>
                  <a:pt x="216" y="44"/>
                  <a:pt x="216" y="44"/>
                  <a:pt x="216" y="44"/>
                </a:cubicBezTo>
                <a:cubicBezTo>
                  <a:pt x="216" y="19"/>
                  <a:pt x="169" y="0"/>
                  <a:pt x="108" y="0"/>
                </a:cubicBezTo>
                <a:close/>
                <a:moveTo>
                  <a:pt x="108" y="8"/>
                </a:moveTo>
                <a:cubicBezTo>
                  <a:pt x="168" y="8"/>
                  <a:pt x="208" y="27"/>
                  <a:pt x="208" y="44"/>
                </a:cubicBezTo>
                <a:cubicBezTo>
                  <a:pt x="208" y="61"/>
                  <a:pt x="168" y="80"/>
                  <a:pt x="108" y="80"/>
                </a:cubicBezTo>
                <a:cubicBezTo>
                  <a:pt x="48" y="80"/>
                  <a:pt x="8" y="61"/>
                  <a:pt x="8" y="44"/>
                </a:cubicBezTo>
                <a:cubicBezTo>
                  <a:pt x="8" y="27"/>
                  <a:pt x="48" y="8"/>
                  <a:pt x="108" y="8"/>
                </a:cubicBezTo>
                <a:close/>
                <a:moveTo>
                  <a:pt x="208" y="204"/>
                </a:moveTo>
                <a:cubicBezTo>
                  <a:pt x="208" y="228"/>
                  <a:pt x="162" y="248"/>
                  <a:pt x="108" y="248"/>
                </a:cubicBezTo>
                <a:cubicBezTo>
                  <a:pt x="54" y="248"/>
                  <a:pt x="8" y="228"/>
                  <a:pt x="8" y="204"/>
                </a:cubicBezTo>
                <a:cubicBezTo>
                  <a:pt x="8" y="168"/>
                  <a:pt x="8" y="168"/>
                  <a:pt x="8" y="168"/>
                </a:cubicBezTo>
                <a:cubicBezTo>
                  <a:pt x="24" y="187"/>
                  <a:pt x="62" y="200"/>
                  <a:pt x="108" y="200"/>
                </a:cubicBezTo>
                <a:cubicBezTo>
                  <a:pt x="154" y="200"/>
                  <a:pt x="192" y="187"/>
                  <a:pt x="208" y="168"/>
                </a:cubicBezTo>
                <a:lnTo>
                  <a:pt x="208" y="204"/>
                </a:lnTo>
                <a:close/>
                <a:moveTo>
                  <a:pt x="208" y="148"/>
                </a:moveTo>
                <a:cubicBezTo>
                  <a:pt x="208" y="172"/>
                  <a:pt x="162" y="192"/>
                  <a:pt x="108" y="192"/>
                </a:cubicBezTo>
                <a:cubicBezTo>
                  <a:pt x="54" y="192"/>
                  <a:pt x="8" y="172"/>
                  <a:pt x="8" y="148"/>
                </a:cubicBezTo>
                <a:cubicBezTo>
                  <a:pt x="8" y="112"/>
                  <a:pt x="8" y="112"/>
                  <a:pt x="8" y="112"/>
                </a:cubicBezTo>
                <a:cubicBezTo>
                  <a:pt x="24" y="131"/>
                  <a:pt x="62" y="144"/>
                  <a:pt x="108" y="144"/>
                </a:cubicBezTo>
                <a:cubicBezTo>
                  <a:pt x="154" y="144"/>
                  <a:pt x="192" y="131"/>
                  <a:pt x="208" y="112"/>
                </a:cubicBezTo>
                <a:lnTo>
                  <a:pt x="208" y="148"/>
                </a:lnTo>
                <a:close/>
                <a:moveTo>
                  <a:pt x="208" y="92"/>
                </a:moveTo>
                <a:cubicBezTo>
                  <a:pt x="208" y="116"/>
                  <a:pt x="162" y="136"/>
                  <a:pt x="108" y="136"/>
                </a:cubicBezTo>
                <a:cubicBezTo>
                  <a:pt x="54" y="136"/>
                  <a:pt x="8" y="116"/>
                  <a:pt x="8" y="92"/>
                </a:cubicBezTo>
                <a:cubicBezTo>
                  <a:pt x="8" y="61"/>
                  <a:pt x="8" y="61"/>
                  <a:pt x="8" y="61"/>
                </a:cubicBezTo>
                <a:cubicBezTo>
                  <a:pt x="24" y="77"/>
                  <a:pt x="62" y="88"/>
                  <a:pt x="108" y="88"/>
                </a:cubicBezTo>
                <a:cubicBezTo>
                  <a:pt x="154" y="88"/>
                  <a:pt x="192" y="77"/>
                  <a:pt x="208" y="61"/>
                </a:cubicBezTo>
                <a:lnTo>
                  <a:pt x="208"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21" name="Freeform 318">
            <a:extLst>
              <a:ext uri="{FF2B5EF4-FFF2-40B4-BE49-F238E27FC236}">
                <a16:creationId xmlns:a16="http://schemas.microsoft.com/office/drawing/2014/main" id="{8160B640-7BE3-4184-A69D-C1CE8FD2E1E5}"/>
              </a:ext>
            </a:extLst>
          </p:cNvPr>
          <p:cNvSpPr>
            <a:spLocks noChangeAspect="1" noEditPoints="1"/>
          </p:cNvSpPr>
          <p:nvPr/>
        </p:nvSpPr>
        <p:spPr bwMode="auto">
          <a:xfrm>
            <a:off x="9281902" y="5300664"/>
            <a:ext cx="400050" cy="400050"/>
          </a:xfrm>
          <a:custGeom>
            <a:avLst/>
            <a:gdLst>
              <a:gd name="T0" fmla="*/ 104 w 256"/>
              <a:gd name="T1" fmla="*/ 248 h 256"/>
              <a:gd name="T2" fmla="*/ 8 w 256"/>
              <a:gd name="T3" fmla="*/ 168 h 256"/>
              <a:gd name="T4" fmla="*/ 88 w 256"/>
              <a:gd name="T5" fmla="*/ 199 h 256"/>
              <a:gd name="T6" fmla="*/ 88 w 256"/>
              <a:gd name="T7" fmla="*/ 191 h 256"/>
              <a:gd name="T8" fmla="*/ 8 w 256"/>
              <a:gd name="T9" fmla="*/ 112 h 256"/>
              <a:gd name="T10" fmla="*/ 88 w 256"/>
              <a:gd name="T11" fmla="*/ 143 h 256"/>
              <a:gd name="T12" fmla="*/ 88 w 256"/>
              <a:gd name="T13" fmla="*/ 135 h 256"/>
              <a:gd name="T14" fmla="*/ 8 w 256"/>
              <a:gd name="T15" fmla="*/ 61 h 256"/>
              <a:gd name="T16" fmla="*/ 200 w 256"/>
              <a:gd name="T17" fmla="*/ 61 h 256"/>
              <a:gd name="T18" fmla="*/ 204 w 256"/>
              <a:gd name="T19" fmla="*/ 92 h 256"/>
              <a:gd name="T20" fmla="*/ 208 w 256"/>
              <a:gd name="T21" fmla="*/ 44 h 256"/>
              <a:gd name="T22" fmla="*/ 0 w 256"/>
              <a:gd name="T23" fmla="*/ 44 h 256"/>
              <a:gd name="T24" fmla="*/ 104 w 256"/>
              <a:gd name="T25" fmla="*/ 256 h 256"/>
              <a:gd name="T26" fmla="*/ 124 w 256"/>
              <a:gd name="T27" fmla="*/ 251 h 256"/>
              <a:gd name="T28" fmla="*/ 104 w 256"/>
              <a:gd name="T29" fmla="*/ 8 h 256"/>
              <a:gd name="T30" fmla="*/ 104 w 256"/>
              <a:gd name="T31" fmla="*/ 80 h 256"/>
              <a:gd name="T32" fmla="*/ 104 w 256"/>
              <a:gd name="T33" fmla="*/ 8 h 256"/>
              <a:gd name="T34" fmla="*/ 120 w 256"/>
              <a:gd name="T35" fmla="*/ 133 h 256"/>
              <a:gd name="T36" fmla="*/ 116 w 256"/>
              <a:gd name="T37" fmla="*/ 116 h 256"/>
              <a:gd name="T38" fmla="*/ 112 w 256"/>
              <a:gd name="T39" fmla="*/ 144 h 256"/>
              <a:gd name="T40" fmla="*/ 140 w 256"/>
              <a:gd name="T41" fmla="*/ 148 h 256"/>
              <a:gd name="T42" fmla="*/ 140 w 256"/>
              <a:gd name="T43" fmla="*/ 140 h 256"/>
              <a:gd name="T44" fmla="*/ 180 w 256"/>
              <a:gd name="T45" fmla="*/ 112 h 256"/>
              <a:gd name="T46" fmla="*/ 246 w 256"/>
              <a:gd name="T47" fmla="*/ 195 h 256"/>
              <a:gd name="T48" fmla="*/ 250 w 256"/>
              <a:gd name="T49" fmla="*/ 200 h 256"/>
              <a:gd name="T50" fmla="*/ 256 w 256"/>
              <a:gd name="T51" fmla="*/ 180 h 256"/>
              <a:gd name="T52" fmla="*/ 242 w 256"/>
              <a:gd name="T53" fmla="*/ 217 h 256"/>
              <a:gd name="T54" fmla="*/ 242 w 256"/>
              <a:gd name="T55" fmla="*/ 217 h 256"/>
              <a:gd name="T56" fmla="*/ 240 w 256"/>
              <a:gd name="T57" fmla="*/ 216 h 256"/>
              <a:gd name="T58" fmla="*/ 216 w 256"/>
              <a:gd name="T59" fmla="*/ 216 h 256"/>
              <a:gd name="T60" fmla="*/ 216 w 256"/>
              <a:gd name="T61" fmla="*/ 224 h 256"/>
              <a:gd name="T62" fmla="*/ 180 w 256"/>
              <a:gd name="T63" fmla="*/ 248 h 256"/>
              <a:gd name="T64" fmla="*/ 113 w 256"/>
              <a:gd name="T65" fmla="*/ 169 h 256"/>
              <a:gd name="T66" fmla="*/ 105 w 256"/>
              <a:gd name="T67" fmla="*/ 167 h 256"/>
              <a:gd name="T68" fmla="*/ 180 w 256"/>
              <a:gd name="T69" fmla="*/ 256 h 256"/>
              <a:gd name="T70" fmla="*/ 236 w 256"/>
              <a:gd name="T71" fmla="*/ 244 h 256"/>
              <a:gd name="T72" fmla="*/ 244 w 256"/>
              <a:gd name="T73" fmla="*/ 244 h 256"/>
              <a:gd name="T74" fmla="*/ 242 w 256"/>
              <a:gd name="T75" fmla="*/ 21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6" h="256">
                <a:moveTo>
                  <a:pt x="120" y="247"/>
                </a:moveTo>
                <a:cubicBezTo>
                  <a:pt x="115" y="248"/>
                  <a:pt x="109" y="248"/>
                  <a:pt x="104" y="248"/>
                </a:cubicBezTo>
                <a:cubicBezTo>
                  <a:pt x="52" y="248"/>
                  <a:pt x="8" y="228"/>
                  <a:pt x="8" y="204"/>
                </a:cubicBezTo>
                <a:cubicBezTo>
                  <a:pt x="8" y="168"/>
                  <a:pt x="8" y="168"/>
                  <a:pt x="8" y="168"/>
                </a:cubicBezTo>
                <a:cubicBezTo>
                  <a:pt x="21" y="184"/>
                  <a:pt x="51" y="197"/>
                  <a:pt x="88" y="199"/>
                </a:cubicBezTo>
                <a:cubicBezTo>
                  <a:pt x="88" y="199"/>
                  <a:pt x="88" y="199"/>
                  <a:pt x="88" y="199"/>
                </a:cubicBezTo>
                <a:cubicBezTo>
                  <a:pt x="90" y="199"/>
                  <a:pt x="92" y="198"/>
                  <a:pt x="92" y="196"/>
                </a:cubicBezTo>
                <a:cubicBezTo>
                  <a:pt x="92" y="193"/>
                  <a:pt x="91" y="192"/>
                  <a:pt x="88" y="191"/>
                </a:cubicBezTo>
                <a:cubicBezTo>
                  <a:pt x="43" y="188"/>
                  <a:pt x="8" y="169"/>
                  <a:pt x="8" y="148"/>
                </a:cubicBezTo>
                <a:cubicBezTo>
                  <a:pt x="8" y="112"/>
                  <a:pt x="8" y="112"/>
                  <a:pt x="8" y="112"/>
                </a:cubicBezTo>
                <a:cubicBezTo>
                  <a:pt x="21" y="128"/>
                  <a:pt x="51" y="141"/>
                  <a:pt x="88" y="143"/>
                </a:cubicBezTo>
                <a:cubicBezTo>
                  <a:pt x="88" y="143"/>
                  <a:pt x="88" y="143"/>
                  <a:pt x="88" y="143"/>
                </a:cubicBezTo>
                <a:cubicBezTo>
                  <a:pt x="90" y="143"/>
                  <a:pt x="92" y="142"/>
                  <a:pt x="92" y="140"/>
                </a:cubicBezTo>
                <a:cubicBezTo>
                  <a:pt x="92" y="137"/>
                  <a:pt x="91" y="136"/>
                  <a:pt x="88" y="135"/>
                </a:cubicBezTo>
                <a:cubicBezTo>
                  <a:pt x="43" y="132"/>
                  <a:pt x="8" y="113"/>
                  <a:pt x="8" y="92"/>
                </a:cubicBezTo>
                <a:cubicBezTo>
                  <a:pt x="8" y="61"/>
                  <a:pt x="8" y="61"/>
                  <a:pt x="8" y="61"/>
                </a:cubicBezTo>
                <a:cubicBezTo>
                  <a:pt x="24" y="77"/>
                  <a:pt x="60" y="88"/>
                  <a:pt x="104" y="88"/>
                </a:cubicBezTo>
                <a:cubicBezTo>
                  <a:pt x="148" y="88"/>
                  <a:pt x="184" y="77"/>
                  <a:pt x="200" y="61"/>
                </a:cubicBezTo>
                <a:cubicBezTo>
                  <a:pt x="200" y="88"/>
                  <a:pt x="200" y="88"/>
                  <a:pt x="200" y="88"/>
                </a:cubicBezTo>
                <a:cubicBezTo>
                  <a:pt x="200" y="90"/>
                  <a:pt x="202" y="92"/>
                  <a:pt x="204" y="92"/>
                </a:cubicBezTo>
                <a:cubicBezTo>
                  <a:pt x="206" y="92"/>
                  <a:pt x="208" y="90"/>
                  <a:pt x="208" y="88"/>
                </a:cubicBezTo>
                <a:cubicBezTo>
                  <a:pt x="208" y="44"/>
                  <a:pt x="208" y="44"/>
                  <a:pt x="208" y="44"/>
                </a:cubicBezTo>
                <a:cubicBezTo>
                  <a:pt x="208" y="19"/>
                  <a:pt x="162" y="0"/>
                  <a:pt x="104" y="0"/>
                </a:cubicBezTo>
                <a:cubicBezTo>
                  <a:pt x="46" y="0"/>
                  <a:pt x="0" y="19"/>
                  <a:pt x="0" y="44"/>
                </a:cubicBezTo>
                <a:cubicBezTo>
                  <a:pt x="0" y="204"/>
                  <a:pt x="0" y="204"/>
                  <a:pt x="0" y="204"/>
                </a:cubicBezTo>
                <a:cubicBezTo>
                  <a:pt x="0" y="233"/>
                  <a:pt x="46" y="256"/>
                  <a:pt x="104" y="256"/>
                </a:cubicBezTo>
                <a:cubicBezTo>
                  <a:pt x="109" y="256"/>
                  <a:pt x="115" y="256"/>
                  <a:pt x="120" y="255"/>
                </a:cubicBezTo>
                <a:cubicBezTo>
                  <a:pt x="123" y="255"/>
                  <a:pt x="124" y="253"/>
                  <a:pt x="124" y="251"/>
                </a:cubicBezTo>
                <a:cubicBezTo>
                  <a:pt x="124" y="249"/>
                  <a:pt x="122" y="247"/>
                  <a:pt x="120" y="247"/>
                </a:cubicBezTo>
                <a:close/>
                <a:moveTo>
                  <a:pt x="104" y="8"/>
                </a:moveTo>
                <a:cubicBezTo>
                  <a:pt x="161" y="8"/>
                  <a:pt x="200" y="27"/>
                  <a:pt x="200" y="44"/>
                </a:cubicBezTo>
                <a:cubicBezTo>
                  <a:pt x="200" y="61"/>
                  <a:pt x="161" y="80"/>
                  <a:pt x="104" y="80"/>
                </a:cubicBezTo>
                <a:cubicBezTo>
                  <a:pt x="47" y="80"/>
                  <a:pt x="8" y="61"/>
                  <a:pt x="8" y="44"/>
                </a:cubicBezTo>
                <a:cubicBezTo>
                  <a:pt x="8" y="27"/>
                  <a:pt x="47" y="8"/>
                  <a:pt x="104" y="8"/>
                </a:cubicBezTo>
                <a:close/>
                <a:moveTo>
                  <a:pt x="180" y="104"/>
                </a:moveTo>
                <a:cubicBezTo>
                  <a:pt x="156" y="104"/>
                  <a:pt x="134" y="115"/>
                  <a:pt x="120" y="133"/>
                </a:cubicBezTo>
                <a:cubicBezTo>
                  <a:pt x="120" y="120"/>
                  <a:pt x="120" y="120"/>
                  <a:pt x="120" y="120"/>
                </a:cubicBezTo>
                <a:cubicBezTo>
                  <a:pt x="120" y="118"/>
                  <a:pt x="118" y="116"/>
                  <a:pt x="116" y="116"/>
                </a:cubicBezTo>
                <a:cubicBezTo>
                  <a:pt x="114" y="116"/>
                  <a:pt x="112" y="118"/>
                  <a:pt x="112" y="120"/>
                </a:cubicBezTo>
                <a:cubicBezTo>
                  <a:pt x="112" y="144"/>
                  <a:pt x="112" y="144"/>
                  <a:pt x="112" y="144"/>
                </a:cubicBezTo>
                <a:cubicBezTo>
                  <a:pt x="112" y="146"/>
                  <a:pt x="114" y="148"/>
                  <a:pt x="116" y="148"/>
                </a:cubicBezTo>
                <a:cubicBezTo>
                  <a:pt x="140" y="148"/>
                  <a:pt x="140" y="148"/>
                  <a:pt x="140" y="148"/>
                </a:cubicBezTo>
                <a:cubicBezTo>
                  <a:pt x="142" y="148"/>
                  <a:pt x="144" y="146"/>
                  <a:pt x="144" y="144"/>
                </a:cubicBezTo>
                <a:cubicBezTo>
                  <a:pt x="144" y="142"/>
                  <a:pt x="142" y="140"/>
                  <a:pt x="140" y="140"/>
                </a:cubicBezTo>
                <a:cubicBezTo>
                  <a:pt x="125" y="140"/>
                  <a:pt x="125" y="140"/>
                  <a:pt x="125" y="140"/>
                </a:cubicBezTo>
                <a:cubicBezTo>
                  <a:pt x="138" y="122"/>
                  <a:pt x="158" y="112"/>
                  <a:pt x="180" y="112"/>
                </a:cubicBezTo>
                <a:cubicBezTo>
                  <a:pt x="217" y="112"/>
                  <a:pt x="248" y="143"/>
                  <a:pt x="248" y="180"/>
                </a:cubicBezTo>
                <a:cubicBezTo>
                  <a:pt x="248" y="185"/>
                  <a:pt x="247" y="190"/>
                  <a:pt x="246" y="195"/>
                </a:cubicBezTo>
                <a:cubicBezTo>
                  <a:pt x="246" y="197"/>
                  <a:pt x="247" y="199"/>
                  <a:pt x="249" y="200"/>
                </a:cubicBezTo>
                <a:cubicBezTo>
                  <a:pt x="250" y="200"/>
                  <a:pt x="250" y="200"/>
                  <a:pt x="250" y="200"/>
                </a:cubicBezTo>
                <a:cubicBezTo>
                  <a:pt x="252" y="200"/>
                  <a:pt x="254" y="199"/>
                  <a:pt x="254" y="197"/>
                </a:cubicBezTo>
                <a:cubicBezTo>
                  <a:pt x="255" y="191"/>
                  <a:pt x="256" y="186"/>
                  <a:pt x="256" y="180"/>
                </a:cubicBezTo>
                <a:cubicBezTo>
                  <a:pt x="256" y="138"/>
                  <a:pt x="222" y="104"/>
                  <a:pt x="180" y="104"/>
                </a:cubicBezTo>
                <a:close/>
                <a:moveTo>
                  <a:pt x="242" y="217"/>
                </a:moveTo>
                <a:cubicBezTo>
                  <a:pt x="242" y="217"/>
                  <a:pt x="242" y="217"/>
                  <a:pt x="242" y="217"/>
                </a:cubicBezTo>
                <a:cubicBezTo>
                  <a:pt x="242" y="217"/>
                  <a:pt x="242" y="217"/>
                  <a:pt x="242" y="217"/>
                </a:cubicBezTo>
                <a:cubicBezTo>
                  <a:pt x="242" y="216"/>
                  <a:pt x="241" y="216"/>
                  <a:pt x="241" y="216"/>
                </a:cubicBezTo>
                <a:cubicBezTo>
                  <a:pt x="241" y="216"/>
                  <a:pt x="241" y="216"/>
                  <a:pt x="240" y="216"/>
                </a:cubicBezTo>
                <a:cubicBezTo>
                  <a:pt x="240" y="216"/>
                  <a:pt x="240" y="216"/>
                  <a:pt x="240" y="216"/>
                </a:cubicBezTo>
                <a:cubicBezTo>
                  <a:pt x="216" y="216"/>
                  <a:pt x="216" y="216"/>
                  <a:pt x="216" y="216"/>
                </a:cubicBezTo>
                <a:cubicBezTo>
                  <a:pt x="214" y="216"/>
                  <a:pt x="212" y="218"/>
                  <a:pt x="212" y="220"/>
                </a:cubicBezTo>
                <a:cubicBezTo>
                  <a:pt x="212" y="222"/>
                  <a:pt x="214" y="224"/>
                  <a:pt x="216" y="224"/>
                </a:cubicBezTo>
                <a:cubicBezTo>
                  <a:pt x="232" y="224"/>
                  <a:pt x="232" y="224"/>
                  <a:pt x="232" y="224"/>
                </a:cubicBezTo>
                <a:cubicBezTo>
                  <a:pt x="219" y="239"/>
                  <a:pt x="200" y="248"/>
                  <a:pt x="180" y="248"/>
                </a:cubicBezTo>
                <a:cubicBezTo>
                  <a:pt x="143" y="248"/>
                  <a:pt x="112" y="217"/>
                  <a:pt x="112" y="180"/>
                </a:cubicBezTo>
                <a:cubicBezTo>
                  <a:pt x="112" y="176"/>
                  <a:pt x="112" y="172"/>
                  <a:pt x="113" y="169"/>
                </a:cubicBezTo>
                <a:cubicBezTo>
                  <a:pt x="113" y="166"/>
                  <a:pt x="112" y="164"/>
                  <a:pt x="110" y="164"/>
                </a:cubicBezTo>
                <a:cubicBezTo>
                  <a:pt x="107" y="164"/>
                  <a:pt x="105" y="165"/>
                  <a:pt x="105" y="167"/>
                </a:cubicBezTo>
                <a:cubicBezTo>
                  <a:pt x="104" y="172"/>
                  <a:pt x="104" y="176"/>
                  <a:pt x="104" y="180"/>
                </a:cubicBezTo>
                <a:cubicBezTo>
                  <a:pt x="104" y="222"/>
                  <a:pt x="138" y="256"/>
                  <a:pt x="180" y="256"/>
                </a:cubicBezTo>
                <a:cubicBezTo>
                  <a:pt x="202" y="256"/>
                  <a:pt x="222" y="247"/>
                  <a:pt x="236" y="231"/>
                </a:cubicBezTo>
                <a:cubicBezTo>
                  <a:pt x="236" y="244"/>
                  <a:pt x="236" y="244"/>
                  <a:pt x="236" y="244"/>
                </a:cubicBezTo>
                <a:cubicBezTo>
                  <a:pt x="236" y="246"/>
                  <a:pt x="238" y="248"/>
                  <a:pt x="240" y="248"/>
                </a:cubicBezTo>
                <a:cubicBezTo>
                  <a:pt x="242" y="248"/>
                  <a:pt x="244" y="246"/>
                  <a:pt x="244" y="244"/>
                </a:cubicBezTo>
                <a:cubicBezTo>
                  <a:pt x="244" y="220"/>
                  <a:pt x="244" y="220"/>
                  <a:pt x="244" y="220"/>
                </a:cubicBezTo>
                <a:cubicBezTo>
                  <a:pt x="244" y="219"/>
                  <a:pt x="243" y="217"/>
                  <a:pt x="242" y="21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24" name="Freeform 322">
            <a:extLst>
              <a:ext uri="{FF2B5EF4-FFF2-40B4-BE49-F238E27FC236}">
                <a16:creationId xmlns:a16="http://schemas.microsoft.com/office/drawing/2014/main" id="{BE9BD08A-F5DE-4D3B-8BC0-A277F1DD5913}"/>
              </a:ext>
            </a:extLst>
          </p:cNvPr>
          <p:cNvSpPr>
            <a:spLocks noChangeAspect="1" noEditPoints="1"/>
          </p:cNvSpPr>
          <p:nvPr/>
        </p:nvSpPr>
        <p:spPr bwMode="auto">
          <a:xfrm>
            <a:off x="10249548" y="5300664"/>
            <a:ext cx="400050" cy="400050"/>
          </a:xfrm>
          <a:custGeom>
            <a:avLst/>
            <a:gdLst>
              <a:gd name="T0" fmla="*/ 143 w 256"/>
              <a:gd name="T1" fmla="*/ 244 h 256"/>
              <a:gd name="T2" fmla="*/ 104 w 256"/>
              <a:gd name="T3" fmla="*/ 248 h 256"/>
              <a:gd name="T4" fmla="*/ 8 w 256"/>
              <a:gd name="T5" fmla="*/ 204 h 256"/>
              <a:gd name="T6" fmla="*/ 8 w 256"/>
              <a:gd name="T7" fmla="*/ 168 h 256"/>
              <a:gd name="T8" fmla="*/ 100 w 256"/>
              <a:gd name="T9" fmla="*/ 200 h 256"/>
              <a:gd name="T10" fmla="*/ 104 w 256"/>
              <a:gd name="T11" fmla="*/ 200 h 256"/>
              <a:gd name="T12" fmla="*/ 108 w 256"/>
              <a:gd name="T13" fmla="*/ 196 h 256"/>
              <a:gd name="T14" fmla="*/ 104 w 256"/>
              <a:gd name="T15" fmla="*/ 192 h 256"/>
              <a:gd name="T16" fmla="*/ 100 w 256"/>
              <a:gd name="T17" fmla="*/ 192 h 256"/>
              <a:gd name="T18" fmla="*/ 8 w 256"/>
              <a:gd name="T19" fmla="*/ 148 h 256"/>
              <a:gd name="T20" fmla="*/ 8 w 256"/>
              <a:gd name="T21" fmla="*/ 112 h 256"/>
              <a:gd name="T22" fmla="*/ 100 w 256"/>
              <a:gd name="T23" fmla="*/ 144 h 256"/>
              <a:gd name="T24" fmla="*/ 100 w 256"/>
              <a:gd name="T25" fmla="*/ 144 h 256"/>
              <a:gd name="T26" fmla="*/ 104 w 256"/>
              <a:gd name="T27" fmla="*/ 140 h 256"/>
              <a:gd name="T28" fmla="*/ 100 w 256"/>
              <a:gd name="T29" fmla="*/ 136 h 256"/>
              <a:gd name="T30" fmla="*/ 8 w 256"/>
              <a:gd name="T31" fmla="*/ 92 h 256"/>
              <a:gd name="T32" fmla="*/ 8 w 256"/>
              <a:gd name="T33" fmla="*/ 61 h 256"/>
              <a:gd name="T34" fmla="*/ 104 w 256"/>
              <a:gd name="T35" fmla="*/ 88 h 256"/>
              <a:gd name="T36" fmla="*/ 200 w 256"/>
              <a:gd name="T37" fmla="*/ 61 h 256"/>
              <a:gd name="T38" fmla="*/ 200 w 256"/>
              <a:gd name="T39" fmla="*/ 76 h 256"/>
              <a:gd name="T40" fmla="*/ 204 w 256"/>
              <a:gd name="T41" fmla="*/ 80 h 256"/>
              <a:gd name="T42" fmla="*/ 208 w 256"/>
              <a:gd name="T43" fmla="*/ 76 h 256"/>
              <a:gd name="T44" fmla="*/ 208 w 256"/>
              <a:gd name="T45" fmla="*/ 44 h 256"/>
              <a:gd name="T46" fmla="*/ 104 w 256"/>
              <a:gd name="T47" fmla="*/ 0 h 256"/>
              <a:gd name="T48" fmla="*/ 0 w 256"/>
              <a:gd name="T49" fmla="*/ 44 h 256"/>
              <a:gd name="T50" fmla="*/ 0 w 256"/>
              <a:gd name="T51" fmla="*/ 204 h 256"/>
              <a:gd name="T52" fmla="*/ 104 w 256"/>
              <a:gd name="T53" fmla="*/ 256 h 256"/>
              <a:gd name="T54" fmla="*/ 145 w 256"/>
              <a:gd name="T55" fmla="*/ 252 h 256"/>
              <a:gd name="T56" fmla="*/ 148 w 256"/>
              <a:gd name="T57" fmla="*/ 247 h 256"/>
              <a:gd name="T58" fmla="*/ 143 w 256"/>
              <a:gd name="T59" fmla="*/ 244 h 256"/>
              <a:gd name="T60" fmla="*/ 104 w 256"/>
              <a:gd name="T61" fmla="*/ 8 h 256"/>
              <a:gd name="T62" fmla="*/ 200 w 256"/>
              <a:gd name="T63" fmla="*/ 44 h 256"/>
              <a:gd name="T64" fmla="*/ 104 w 256"/>
              <a:gd name="T65" fmla="*/ 80 h 256"/>
              <a:gd name="T66" fmla="*/ 8 w 256"/>
              <a:gd name="T67" fmla="*/ 44 h 256"/>
              <a:gd name="T68" fmla="*/ 104 w 256"/>
              <a:gd name="T69" fmla="*/ 8 h 256"/>
              <a:gd name="T70" fmla="*/ 255 w 256"/>
              <a:gd name="T71" fmla="*/ 113 h 256"/>
              <a:gd name="T72" fmla="*/ 252 w 256"/>
              <a:gd name="T73" fmla="*/ 111 h 256"/>
              <a:gd name="T74" fmla="*/ 190 w 256"/>
              <a:gd name="T75" fmla="*/ 97 h 256"/>
              <a:gd name="T76" fmla="*/ 186 w 256"/>
              <a:gd name="T77" fmla="*/ 97 h 256"/>
              <a:gd name="T78" fmla="*/ 124 w 256"/>
              <a:gd name="T79" fmla="*/ 111 h 256"/>
              <a:gd name="T80" fmla="*/ 121 w 256"/>
              <a:gd name="T81" fmla="*/ 113 h 256"/>
              <a:gd name="T82" fmla="*/ 120 w 256"/>
              <a:gd name="T83" fmla="*/ 115 h 256"/>
              <a:gd name="T84" fmla="*/ 120 w 256"/>
              <a:gd name="T85" fmla="*/ 168 h 256"/>
              <a:gd name="T86" fmla="*/ 147 w 256"/>
              <a:gd name="T87" fmla="*/ 224 h 256"/>
              <a:gd name="T88" fmla="*/ 185 w 256"/>
              <a:gd name="T89" fmla="*/ 255 h 256"/>
              <a:gd name="T90" fmla="*/ 188 w 256"/>
              <a:gd name="T91" fmla="*/ 256 h 256"/>
              <a:gd name="T92" fmla="*/ 191 w 256"/>
              <a:gd name="T93" fmla="*/ 255 h 256"/>
              <a:gd name="T94" fmla="*/ 229 w 256"/>
              <a:gd name="T95" fmla="*/ 224 h 256"/>
              <a:gd name="T96" fmla="*/ 256 w 256"/>
              <a:gd name="T97" fmla="*/ 168 h 256"/>
              <a:gd name="T98" fmla="*/ 256 w 256"/>
              <a:gd name="T99" fmla="*/ 115 h 256"/>
              <a:gd name="T100" fmla="*/ 255 w 256"/>
              <a:gd name="T101" fmla="*/ 113 h 256"/>
              <a:gd name="T102" fmla="*/ 248 w 256"/>
              <a:gd name="T103" fmla="*/ 168 h 256"/>
              <a:gd name="T104" fmla="*/ 224 w 256"/>
              <a:gd name="T105" fmla="*/ 217 h 256"/>
              <a:gd name="T106" fmla="*/ 188 w 256"/>
              <a:gd name="T107" fmla="*/ 247 h 256"/>
              <a:gd name="T108" fmla="*/ 152 w 256"/>
              <a:gd name="T109" fmla="*/ 217 h 256"/>
              <a:gd name="T110" fmla="*/ 128 w 256"/>
              <a:gd name="T111" fmla="*/ 168 h 256"/>
              <a:gd name="T112" fmla="*/ 128 w 256"/>
              <a:gd name="T113" fmla="*/ 119 h 256"/>
              <a:gd name="T114" fmla="*/ 188 w 256"/>
              <a:gd name="T115" fmla="*/ 105 h 256"/>
              <a:gd name="T116" fmla="*/ 248 w 256"/>
              <a:gd name="T117" fmla="*/ 119 h 256"/>
              <a:gd name="T118" fmla="*/ 248 w 256"/>
              <a:gd name="T119" fmla="*/ 16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6" h="256">
                <a:moveTo>
                  <a:pt x="143" y="244"/>
                </a:moveTo>
                <a:cubicBezTo>
                  <a:pt x="131" y="247"/>
                  <a:pt x="118" y="248"/>
                  <a:pt x="104" y="248"/>
                </a:cubicBezTo>
                <a:cubicBezTo>
                  <a:pt x="52" y="248"/>
                  <a:pt x="8" y="228"/>
                  <a:pt x="8" y="204"/>
                </a:cubicBezTo>
                <a:cubicBezTo>
                  <a:pt x="8" y="168"/>
                  <a:pt x="8" y="168"/>
                  <a:pt x="8" y="168"/>
                </a:cubicBezTo>
                <a:cubicBezTo>
                  <a:pt x="23" y="186"/>
                  <a:pt x="58" y="199"/>
                  <a:pt x="100" y="200"/>
                </a:cubicBezTo>
                <a:cubicBezTo>
                  <a:pt x="101" y="200"/>
                  <a:pt x="103" y="200"/>
                  <a:pt x="104" y="200"/>
                </a:cubicBezTo>
                <a:cubicBezTo>
                  <a:pt x="106" y="200"/>
                  <a:pt x="108" y="198"/>
                  <a:pt x="108" y="196"/>
                </a:cubicBezTo>
                <a:cubicBezTo>
                  <a:pt x="108" y="194"/>
                  <a:pt x="106" y="192"/>
                  <a:pt x="104" y="192"/>
                </a:cubicBezTo>
                <a:cubicBezTo>
                  <a:pt x="103" y="192"/>
                  <a:pt x="101" y="192"/>
                  <a:pt x="100" y="192"/>
                </a:cubicBezTo>
                <a:cubicBezTo>
                  <a:pt x="49" y="191"/>
                  <a:pt x="8" y="171"/>
                  <a:pt x="8" y="148"/>
                </a:cubicBezTo>
                <a:cubicBezTo>
                  <a:pt x="8" y="112"/>
                  <a:pt x="8" y="112"/>
                  <a:pt x="8" y="112"/>
                </a:cubicBezTo>
                <a:cubicBezTo>
                  <a:pt x="23" y="130"/>
                  <a:pt x="58" y="143"/>
                  <a:pt x="100" y="144"/>
                </a:cubicBezTo>
                <a:cubicBezTo>
                  <a:pt x="100" y="144"/>
                  <a:pt x="100" y="144"/>
                  <a:pt x="100" y="144"/>
                </a:cubicBezTo>
                <a:cubicBezTo>
                  <a:pt x="102" y="144"/>
                  <a:pt x="104" y="142"/>
                  <a:pt x="104" y="140"/>
                </a:cubicBezTo>
                <a:cubicBezTo>
                  <a:pt x="104" y="138"/>
                  <a:pt x="102" y="136"/>
                  <a:pt x="100" y="136"/>
                </a:cubicBezTo>
                <a:cubicBezTo>
                  <a:pt x="49" y="135"/>
                  <a:pt x="8" y="115"/>
                  <a:pt x="8" y="92"/>
                </a:cubicBezTo>
                <a:cubicBezTo>
                  <a:pt x="8" y="61"/>
                  <a:pt x="8" y="61"/>
                  <a:pt x="8" y="61"/>
                </a:cubicBezTo>
                <a:cubicBezTo>
                  <a:pt x="24" y="77"/>
                  <a:pt x="60" y="88"/>
                  <a:pt x="104" y="88"/>
                </a:cubicBezTo>
                <a:cubicBezTo>
                  <a:pt x="148" y="88"/>
                  <a:pt x="184" y="77"/>
                  <a:pt x="200" y="61"/>
                </a:cubicBezTo>
                <a:cubicBezTo>
                  <a:pt x="200" y="76"/>
                  <a:pt x="200" y="76"/>
                  <a:pt x="200" y="76"/>
                </a:cubicBezTo>
                <a:cubicBezTo>
                  <a:pt x="200" y="78"/>
                  <a:pt x="202" y="80"/>
                  <a:pt x="204" y="80"/>
                </a:cubicBezTo>
                <a:cubicBezTo>
                  <a:pt x="206" y="80"/>
                  <a:pt x="208" y="78"/>
                  <a:pt x="208" y="76"/>
                </a:cubicBezTo>
                <a:cubicBezTo>
                  <a:pt x="208" y="44"/>
                  <a:pt x="208" y="44"/>
                  <a:pt x="208" y="44"/>
                </a:cubicBezTo>
                <a:cubicBezTo>
                  <a:pt x="208" y="19"/>
                  <a:pt x="162" y="0"/>
                  <a:pt x="104" y="0"/>
                </a:cubicBezTo>
                <a:cubicBezTo>
                  <a:pt x="46" y="0"/>
                  <a:pt x="0" y="19"/>
                  <a:pt x="0" y="44"/>
                </a:cubicBezTo>
                <a:cubicBezTo>
                  <a:pt x="0" y="204"/>
                  <a:pt x="0" y="204"/>
                  <a:pt x="0" y="204"/>
                </a:cubicBezTo>
                <a:cubicBezTo>
                  <a:pt x="0" y="233"/>
                  <a:pt x="46" y="256"/>
                  <a:pt x="104" y="256"/>
                </a:cubicBezTo>
                <a:cubicBezTo>
                  <a:pt x="118" y="256"/>
                  <a:pt x="132" y="255"/>
                  <a:pt x="145" y="252"/>
                </a:cubicBezTo>
                <a:cubicBezTo>
                  <a:pt x="147" y="251"/>
                  <a:pt x="148" y="249"/>
                  <a:pt x="148" y="247"/>
                </a:cubicBezTo>
                <a:cubicBezTo>
                  <a:pt x="147" y="245"/>
                  <a:pt x="145" y="244"/>
                  <a:pt x="143" y="244"/>
                </a:cubicBezTo>
                <a:close/>
                <a:moveTo>
                  <a:pt x="104" y="8"/>
                </a:moveTo>
                <a:cubicBezTo>
                  <a:pt x="161" y="8"/>
                  <a:pt x="200" y="27"/>
                  <a:pt x="200" y="44"/>
                </a:cubicBezTo>
                <a:cubicBezTo>
                  <a:pt x="200" y="61"/>
                  <a:pt x="161" y="80"/>
                  <a:pt x="104" y="80"/>
                </a:cubicBezTo>
                <a:cubicBezTo>
                  <a:pt x="47" y="80"/>
                  <a:pt x="8" y="61"/>
                  <a:pt x="8" y="44"/>
                </a:cubicBezTo>
                <a:cubicBezTo>
                  <a:pt x="8" y="27"/>
                  <a:pt x="47" y="8"/>
                  <a:pt x="104" y="8"/>
                </a:cubicBezTo>
                <a:close/>
                <a:moveTo>
                  <a:pt x="255" y="113"/>
                </a:moveTo>
                <a:cubicBezTo>
                  <a:pt x="254" y="112"/>
                  <a:pt x="253" y="112"/>
                  <a:pt x="252" y="111"/>
                </a:cubicBezTo>
                <a:cubicBezTo>
                  <a:pt x="217" y="112"/>
                  <a:pt x="190" y="97"/>
                  <a:pt x="190" y="97"/>
                </a:cubicBezTo>
                <a:cubicBezTo>
                  <a:pt x="189" y="96"/>
                  <a:pt x="187" y="96"/>
                  <a:pt x="186" y="97"/>
                </a:cubicBezTo>
                <a:cubicBezTo>
                  <a:pt x="186" y="97"/>
                  <a:pt x="159" y="112"/>
                  <a:pt x="124" y="111"/>
                </a:cubicBezTo>
                <a:cubicBezTo>
                  <a:pt x="123" y="111"/>
                  <a:pt x="122" y="112"/>
                  <a:pt x="121" y="113"/>
                </a:cubicBezTo>
                <a:cubicBezTo>
                  <a:pt x="120" y="113"/>
                  <a:pt x="120" y="114"/>
                  <a:pt x="120" y="115"/>
                </a:cubicBezTo>
                <a:cubicBezTo>
                  <a:pt x="120" y="168"/>
                  <a:pt x="120" y="168"/>
                  <a:pt x="120" y="168"/>
                </a:cubicBezTo>
                <a:cubicBezTo>
                  <a:pt x="120" y="189"/>
                  <a:pt x="130" y="210"/>
                  <a:pt x="147" y="224"/>
                </a:cubicBezTo>
                <a:cubicBezTo>
                  <a:pt x="185" y="255"/>
                  <a:pt x="185" y="255"/>
                  <a:pt x="185" y="255"/>
                </a:cubicBezTo>
                <a:cubicBezTo>
                  <a:pt x="186" y="256"/>
                  <a:pt x="187" y="256"/>
                  <a:pt x="188" y="256"/>
                </a:cubicBezTo>
                <a:cubicBezTo>
                  <a:pt x="189" y="256"/>
                  <a:pt x="190" y="256"/>
                  <a:pt x="191" y="255"/>
                </a:cubicBezTo>
                <a:cubicBezTo>
                  <a:pt x="229" y="224"/>
                  <a:pt x="229" y="224"/>
                  <a:pt x="229" y="224"/>
                </a:cubicBezTo>
                <a:cubicBezTo>
                  <a:pt x="246" y="210"/>
                  <a:pt x="256" y="189"/>
                  <a:pt x="256" y="168"/>
                </a:cubicBezTo>
                <a:cubicBezTo>
                  <a:pt x="256" y="115"/>
                  <a:pt x="256" y="115"/>
                  <a:pt x="256" y="115"/>
                </a:cubicBezTo>
                <a:cubicBezTo>
                  <a:pt x="256" y="114"/>
                  <a:pt x="256" y="113"/>
                  <a:pt x="255" y="113"/>
                </a:cubicBezTo>
                <a:close/>
                <a:moveTo>
                  <a:pt x="248" y="168"/>
                </a:moveTo>
                <a:cubicBezTo>
                  <a:pt x="248" y="187"/>
                  <a:pt x="239" y="205"/>
                  <a:pt x="224" y="217"/>
                </a:cubicBezTo>
                <a:cubicBezTo>
                  <a:pt x="188" y="247"/>
                  <a:pt x="188" y="247"/>
                  <a:pt x="188" y="247"/>
                </a:cubicBezTo>
                <a:cubicBezTo>
                  <a:pt x="152" y="217"/>
                  <a:pt x="152" y="217"/>
                  <a:pt x="152" y="217"/>
                </a:cubicBezTo>
                <a:cubicBezTo>
                  <a:pt x="137" y="205"/>
                  <a:pt x="128" y="187"/>
                  <a:pt x="128" y="168"/>
                </a:cubicBezTo>
                <a:cubicBezTo>
                  <a:pt x="128" y="119"/>
                  <a:pt x="128" y="119"/>
                  <a:pt x="128" y="119"/>
                </a:cubicBezTo>
                <a:cubicBezTo>
                  <a:pt x="158" y="119"/>
                  <a:pt x="181" y="108"/>
                  <a:pt x="188" y="105"/>
                </a:cubicBezTo>
                <a:cubicBezTo>
                  <a:pt x="195" y="108"/>
                  <a:pt x="218" y="119"/>
                  <a:pt x="248" y="119"/>
                </a:cubicBezTo>
                <a:lnTo>
                  <a:pt x="248" y="16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27" name="Freeform 326">
            <a:extLst>
              <a:ext uri="{FF2B5EF4-FFF2-40B4-BE49-F238E27FC236}">
                <a16:creationId xmlns:a16="http://schemas.microsoft.com/office/drawing/2014/main" id="{A7279F75-501E-49FF-9ACE-79E4145F65D4}"/>
              </a:ext>
            </a:extLst>
          </p:cNvPr>
          <p:cNvSpPr>
            <a:spLocks noChangeAspect="1" noEditPoints="1"/>
          </p:cNvSpPr>
          <p:nvPr/>
        </p:nvSpPr>
        <p:spPr bwMode="auto">
          <a:xfrm>
            <a:off x="11217194" y="5300664"/>
            <a:ext cx="400050" cy="400050"/>
          </a:xfrm>
          <a:custGeom>
            <a:avLst/>
            <a:gdLst>
              <a:gd name="T0" fmla="*/ 0 w 256"/>
              <a:gd name="T1" fmla="*/ 74 h 256"/>
              <a:gd name="T2" fmla="*/ 0 w 256"/>
              <a:gd name="T3" fmla="*/ 76 h 256"/>
              <a:gd name="T4" fmla="*/ 0 w 256"/>
              <a:gd name="T5" fmla="*/ 108 h 256"/>
              <a:gd name="T6" fmla="*/ 0 w 256"/>
              <a:gd name="T7" fmla="*/ 186 h 256"/>
              <a:gd name="T8" fmla="*/ 144 w 256"/>
              <a:gd name="T9" fmla="*/ 186 h 256"/>
              <a:gd name="T10" fmla="*/ 144 w 256"/>
              <a:gd name="T11" fmla="*/ 108 h 256"/>
              <a:gd name="T12" fmla="*/ 144 w 256"/>
              <a:gd name="T13" fmla="*/ 76 h 256"/>
              <a:gd name="T14" fmla="*/ 144 w 256"/>
              <a:gd name="T15" fmla="*/ 74 h 256"/>
              <a:gd name="T16" fmla="*/ 136 w 256"/>
              <a:gd name="T17" fmla="*/ 186 h 256"/>
              <a:gd name="T18" fmla="*/ 8 w 256"/>
              <a:gd name="T19" fmla="*/ 186 h 256"/>
              <a:gd name="T20" fmla="*/ 72 w 256"/>
              <a:gd name="T21" fmla="*/ 188 h 256"/>
              <a:gd name="T22" fmla="*/ 136 w 256"/>
              <a:gd name="T23" fmla="*/ 186 h 256"/>
              <a:gd name="T24" fmla="*/ 72 w 256"/>
              <a:gd name="T25" fmla="*/ 180 h 256"/>
              <a:gd name="T26" fmla="*/ 8 w 256"/>
              <a:gd name="T27" fmla="*/ 126 h 256"/>
              <a:gd name="T28" fmla="*/ 136 w 256"/>
              <a:gd name="T29" fmla="*/ 126 h 256"/>
              <a:gd name="T30" fmla="*/ 136 w 256"/>
              <a:gd name="T31" fmla="*/ 107 h 256"/>
              <a:gd name="T32" fmla="*/ 8 w 256"/>
              <a:gd name="T33" fmla="*/ 107 h 256"/>
              <a:gd name="T34" fmla="*/ 72 w 256"/>
              <a:gd name="T35" fmla="*/ 108 h 256"/>
              <a:gd name="T36" fmla="*/ 136 w 256"/>
              <a:gd name="T37" fmla="*/ 107 h 256"/>
              <a:gd name="T38" fmla="*/ 8 w 256"/>
              <a:gd name="T39" fmla="*/ 74 h 256"/>
              <a:gd name="T40" fmla="*/ 136 w 256"/>
              <a:gd name="T41" fmla="*/ 74 h 256"/>
              <a:gd name="T42" fmla="*/ 248 w 256"/>
              <a:gd name="T43" fmla="*/ 0 h 256"/>
              <a:gd name="T44" fmla="*/ 192 w 256"/>
              <a:gd name="T45" fmla="*/ 8 h 256"/>
              <a:gd name="T46" fmla="*/ 200 w 256"/>
              <a:gd name="T47" fmla="*/ 56 h 256"/>
              <a:gd name="T48" fmla="*/ 256 w 256"/>
              <a:gd name="T49" fmla="*/ 48 h 256"/>
              <a:gd name="T50" fmla="*/ 248 w 256"/>
              <a:gd name="T51" fmla="*/ 0 h 256"/>
              <a:gd name="T52" fmla="*/ 200 w 256"/>
              <a:gd name="T53" fmla="*/ 8 h 256"/>
              <a:gd name="T54" fmla="*/ 248 w 256"/>
              <a:gd name="T55" fmla="*/ 48 h 256"/>
              <a:gd name="T56" fmla="*/ 208 w 256"/>
              <a:gd name="T57" fmla="*/ 32 h 256"/>
              <a:gd name="T58" fmla="*/ 224 w 256"/>
              <a:gd name="T59" fmla="*/ 24 h 256"/>
              <a:gd name="T60" fmla="*/ 208 w 256"/>
              <a:gd name="T61" fmla="*/ 32 h 256"/>
              <a:gd name="T62" fmla="*/ 200 w 256"/>
              <a:gd name="T63" fmla="*/ 100 h 256"/>
              <a:gd name="T64" fmla="*/ 192 w 256"/>
              <a:gd name="T65" fmla="*/ 148 h 256"/>
              <a:gd name="T66" fmla="*/ 248 w 256"/>
              <a:gd name="T67" fmla="*/ 156 h 256"/>
              <a:gd name="T68" fmla="*/ 256 w 256"/>
              <a:gd name="T69" fmla="*/ 108 h 256"/>
              <a:gd name="T70" fmla="*/ 200 w 256"/>
              <a:gd name="T71" fmla="*/ 148 h 256"/>
              <a:gd name="T72" fmla="*/ 248 w 256"/>
              <a:gd name="T73" fmla="*/ 108 h 256"/>
              <a:gd name="T74" fmla="*/ 200 w 256"/>
              <a:gd name="T75" fmla="*/ 148 h 256"/>
              <a:gd name="T76" fmla="*/ 200 w 256"/>
              <a:gd name="T77" fmla="*/ 200 h 256"/>
              <a:gd name="T78" fmla="*/ 192 w 256"/>
              <a:gd name="T79" fmla="*/ 248 h 256"/>
              <a:gd name="T80" fmla="*/ 248 w 256"/>
              <a:gd name="T81" fmla="*/ 256 h 256"/>
              <a:gd name="T82" fmla="*/ 256 w 256"/>
              <a:gd name="T83" fmla="*/ 208 h 256"/>
              <a:gd name="T84" fmla="*/ 200 w 256"/>
              <a:gd name="T85" fmla="*/ 248 h 256"/>
              <a:gd name="T86" fmla="*/ 248 w 256"/>
              <a:gd name="T87" fmla="*/ 208 h 256"/>
              <a:gd name="T88" fmla="*/ 200 w 256"/>
              <a:gd name="T89" fmla="*/ 248 h 256"/>
              <a:gd name="T90" fmla="*/ 164 w 256"/>
              <a:gd name="T91" fmla="*/ 88 h 256"/>
              <a:gd name="T92" fmla="*/ 152 w 256"/>
              <a:gd name="T93" fmla="*/ 96 h 256"/>
              <a:gd name="T94" fmla="*/ 164 w 256"/>
              <a:gd name="T95" fmla="*/ 164 h 256"/>
              <a:gd name="T96" fmla="*/ 152 w 256"/>
              <a:gd name="T97" fmla="*/ 172 h 256"/>
              <a:gd name="T98" fmla="*/ 164 w 256"/>
              <a:gd name="T99" fmla="*/ 228 h 256"/>
              <a:gd name="T100" fmla="*/ 184 w 256"/>
              <a:gd name="T101" fmla="*/ 232 h 256"/>
              <a:gd name="T102" fmla="*/ 172 w 256"/>
              <a:gd name="T103" fmla="*/ 224 h 256"/>
              <a:gd name="T104" fmla="*/ 184 w 256"/>
              <a:gd name="T105" fmla="*/ 132 h 256"/>
              <a:gd name="T106" fmla="*/ 172 w 256"/>
              <a:gd name="T107" fmla="*/ 124 h 256"/>
              <a:gd name="T108" fmla="*/ 184 w 256"/>
              <a:gd name="T109" fmla="*/ 32 h 256"/>
              <a:gd name="T110" fmla="*/ 168 w 256"/>
              <a:gd name="T111" fmla="*/ 24 h 256"/>
              <a:gd name="T112" fmla="*/ 208 w 256"/>
              <a:gd name="T113" fmla="*/ 132 h 256"/>
              <a:gd name="T114" fmla="*/ 224 w 256"/>
              <a:gd name="T115" fmla="*/ 124 h 256"/>
              <a:gd name="T116" fmla="*/ 208 w 256"/>
              <a:gd name="T117" fmla="*/ 132 h 256"/>
              <a:gd name="T118" fmla="*/ 224 w 256"/>
              <a:gd name="T119" fmla="*/ 232 h 256"/>
              <a:gd name="T120" fmla="*/ 208 w 256"/>
              <a:gd name="T12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6" h="256">
                <a:moveTo>
                  <a:pt x="72" y="40"/>
                </a:moveTo>
                <a:cubicBezTo>
                  <a:pt x="32" y="40"/>
                  <a:pt x="0" y="55"/>
                  <a:pt x="0" y="74"/>
                </a:cubicBezTo>
                <a:cubicBezTo>
                  <a:pt x="0" y="74"/>
                  <a:pt x="0" y="75"/>
                  <a:pt x="0" y="75"/>
                </a:cubicBezTo>
                <a:cubicBezTo>
                  <a:pt x="0" y="76"/>
                  <a:pt x="0" y="76"/>
                  <a:pt x="0" y="76"/>
                </a:cubicBezTo>
                <a:cubicBezTo>
                  <a:pt x="0" y="107"/>
                  <a:pt x="0" y="107"/>
                  <a:pt x="0" y="107"/>
                </a:cubicBezTo>
                <a:cubicBezTo>
                  <a:pt x="0" y="108"/>
                  <a:pt x="0" y="108"/>
                  <a:pt x="0" y="108"/>
                </a:cubicBezTo>
                <a:cubicBezTo>
                  <a:pt x="0" y="108"/>
                  <a:pt x="0" y="108"/>
                  <a:pt x="0" y="108"/>
                </a:cubicBezTo>
                <a:cubicBezTo>
                  <a:pt x="0" y="186"/>
                  <a:pt x="0" y="186"/>
                  <a:pt x="0" y="186"/>
                </a:cubicBezTo>
                <a:cubicBezTo>
                  <a:pt x="0" y="208"/>
                  <a:pt x="30" y="224"/>
                  <a:pt x="72" y="224"/>
                </a:cubicBezTo>
                <a:cubicBezTo>
                  <a:pt x="114" y="224"/>
                  <a:pt x="144" y="208"/>
                  <a:pt x="144" y="186"/>
                </a:cubicBezTo>
                <a:cubicBezTo>
                  <a:pt x="144" y="108"/>
                  <a:pt x="144" y="108"/>
                  <a:pt x="144" y="108"/>
                </a:cubicBezTo>
                <a:cubicBezTo>
                  <a:pt x="144" y="108"/>
                  <a:pt x="144" y="108"/>
                  <a:pt x="144" y="108"/>
                </a:cubicBezTo>
                <a:cubicBezTo>
                  <a:pt x="144" y="108"/>
                  <a:pt x="144" y="108"/>
                  <a:pt x="144" y="107"/>
                </a:cubicBezTo>
                <a:cubicBezTo>
                  <a:pt x="144" y="76"/>
                  <a:pt x="144" y="76"/>
                  <a:pt x="144" y="76"/>
                </a:cubicBezTo>
                <a:cubicBezTo>
                  <a:pt x="144" y="76"/>
                  <a:pt x="144" y="76"/>
                  <a:pt x="144" y="75"/>
                </a:cubicBezTo>
                <a:cubicBezTo>
                  <a:pt x="144" y="75"/>
                  <a:pt x="144" y="74"/>
                  <a:pt x="144" y="74"/>
                </a:cubicBezTo>
                <a:cubicBezTo>
                  <a:pt x="144" y="55"/>
                  <a:pt x="112" y="40"/>
                  <a:pt x="72" y="40"/>
                </a:cubicBezTo>
                <a:close/>
                <a:moveTo>
                  <a:pt x="136" y="186"/>
                </a:moveTo>
                <a:cubicBezTo>
                  <a:pt x="136" y="203"/>
                  <a:pt x="108" y="216"/>
                  <a:pt x="72" y="216"/>
                </a:cubicBezTo>
                <a:cubicBezTo>
                  <a:pt x="36" y="216"/>
                  <a:pt x="8" y="203"/>
                  <a:pt x="8" y="186"/>
                </a:cubicBezTo>
                <a:cubicBezTo>
                  <a:pt x="8" y="167"/>
                  <a:pt x="8" y="167"/>
                  <a:pt x="8" y="167"/>
                </a:cubicBezTo>
                <a:cubicBezTo>
                  <a:pt x="20" y="180"/>
                  <a:pt x="44" y="188"/>
                  <a:pt x="72" y="188"/>
                </a:cubicBezTo>
                <a:cubicBezTo>
                  <a:pt x="100" y="188"/>
                  <a:pt x="124" y="180"/>
                  <a:pt x="136" y="167"/>
                </a:cubicBezTo>
                <a:lnTo>
                  <a:pt x="136" y="186"/>
                </a:lnTo>
                <a:close/>
                <a:moveTo>
                  <a:pt x="136" y="149"/>
                </a:moveTo>
                <a:cubicBezTo>
                  <a:pt x="136" y="166"/>
                  <a:pt x="107" y="180"/>
                  <a:pt x="72" y="180"/>
                </a:cubicBezTo>
                <a:cubicBezTo>
                  <a:pt x="37" y="180"/>
                  <a:pt x="8" y="166"/>
                  <a:pt x="8" y="149"/>
                </a:cubicBezTo>
                <a:cubicBezTo>
                  <a:pt x="8" y="126"/>
                  <a:pt x="8" y="126"/>
                  <a:pt x="8" y="126"/>
                </a:cubicBezTo>
                <a:cubicBezTo>
                  <a:pt x="20" y="139"/>
                  <a:pt x="44" y="148"/>
                  <a:pt x="72" y="148"/>
                </a:cubicBezTo>
                <a:cubicBezTo>
                  <a:pt x="100" y="148"/>
                  <a:pt x="124" y="139"/>
                  <a:pt x="136" y="126"/>
                </a:cubicBezTo>
                <a:lnTo>
                  <a:pt x="136" y="149"/>
                </a:lnTo>
                <a:close/>
                <a:moveTo>
                  <a:pt x="136" y="107"/>
                </a:moveTo>
                <a:cubicBezTo>
                  <a:pt x="136" y="125"/>
                  <a:pt x="107" y="140"/>
                  <a:pt x="72" y="140"/>
                </a:cubicBezTo>
                <a:cubicBezTo>
                  <a:pt x="37" y="140"/>
                  <a:pt x="8" y="125"/>
                  <a:pt x="8" y="107"/>
                </a:cubicBezTo>
                <a:cubicBezTo>
                  <a:pt x="8" y="90"/>
                  <a:pt x="8" y="90"/>
                  <a:pt x="8" y="90"/>
                </a:cubicBezTo>
                <a:cubicBezTo>
                  <a:pt x="20" y="101"/>
                  <a:pt x="44" y="108"/>
                  <a:pt x="72" y="108"/>
                </a:cubicBezTo>
                <a:cubicBezTo>
                  <a:pt x="100" y="108"/>
                  <a:pt x="124" y="101"/>
                  <a:pt x="136" y="90"/>
                </a:cubicBezTo>
                <a:lnTo>
                  <a:pt x="136" y="107"/>
                </a:lnTo>
                <a:close/>
                <a:moveTo>
                  <a:pt x="72" y="100"/>
                </a:moveTo>
                <a:cubicBezTo>
                  <a:pt x="34" y="100"/>
                  <a:pt x="8" y="86"/>
                  <a:pt x="8" y="74"/>
                </a:cubicBezTo>
                <a:cubicBezTo>
                  <a:pt x="8" y="62"/>
                  <a:pt x="34" y="48"/>
                  <a:pt x="72" y="48"/>
                </a:cubicBezTo>
                <a:cubicBezTo>
                  <a:pt x="110" y="48"/>
                  <a:pt x="136" y="62"/>
                  <a:pt x="136" y="74"/>
                </a:cubicBezTo>
                <a:cubicBezTo>
                  <a:pt x="136" y="86"/>
                  <a:pt x="110" y="100"/>
                  <a:pt x="72" y="100"/>
                </a:cubicBezTo>
                <a:close/>
                <a:moveTo>
                  <a:pt x="248" y="0"/>
                </a:moveTo>
                <a:cubicBezTo>
                  <a:pt x="200" y="0"/>
                  <a:pt x="200" y="0"/>
                  <a:pt x="200" y="0"/>
                </a:cubicBezTo>
                <a:cubicBezTo>
                  <a:pt x="196" y="0"/>
                  <a:pt x="192" y="4"/>
                  <a:pt x="192" y="8"/>
                </a:cubicBezTo>
                <a:cubicBezTo>
                  <a:pt x="192" y="48"/>
                  <a:pt x="192" y="48"/>
                  <a:pt x="192" y="48"/>
                </a:cubicBezTo>
                <a:cubicBezTo>
                  <a:pt x="192" y="52"/>
                  <a:pt x="196" y="56"/>
                  <a:pt x="200" y="56"/>
                </a:cubicBezTo>
                <a:cubicBezTo>
                  <a:pt x="248" y="56"/>
                  <a:pt x="248" y="56"/>
                  <a:pt x="248" y="56"/>
                </a:cubicBezTo>
                <a:cubicBezTo>
                  <a:pt x="252" y="56"/>
                  <a:pt x="256" y="52"/>
                  <a:pt x="256" y="48"/>
                </a:cubicBezTo>
                <a:cubicBezTo>
                  <a:pt x="256" y="8"/>
                  <a:pt x="256" y="8"/>
                  <a:pt x="256" y="8"/>
                </a:cubicBezTo>
                <a:cubicBezTo>
                  <a:pt x="256" y="4"/>
                  <a:pt x="252" y="0"/>
                  <a:pt x="248" y="0"/>
                </a:cubicBezTo>
                <a:close/>
                <a:moveTo>
                  <a:pt x="200" y="48"/>
                </a:moveTo>
                <a:cubicBezTo>
                  <a:pt x="200" y="8"/>
                  <a:pt x="200" y="8"/>
                  <a:pt x="200" y="8"/>
                </a:cubicBezTo>
                <a:cubicBezTo>
                  <a:pt x="248" y="8"/>
                  <a:pt x="248" y="8"/>
                  <a:pt x="248" y="8"/>
                </a:cubicBezTo>
                <a:cubicBezTo>
                  <a:pt x="248" y="48"/>
                  <a:pt x="248" y="48"/>
                  <a:pt x="248" y="48"/>
                </a:cubicBezTo>
                <a:lnTo>
                  <a:pt x="200" y="48"/>
                </a:lnTo>
                <a:close/>
                <a:moveTo>
                  <a:pt x="208" y="32"/>
                </a:moveTo>
                <a:cubicBezTo>
                  <a:pt x="224" y="32"/>
                  <a:pt x="224" y="32"/>
                  <a:pt x="224" y="32"/>
                </a:cubicBezTo>
                <a:cubicBezTo>
                  <a:pt x="224" y="24"/>
                  <a:pt x="224" y="24"/>
                  <a:pt x="224" y="24"/>
                </a:cubicBezTo>
                <a:cubicBezTo>
                  <a:pt x="208" y="24"/>
                  <a:pt x="208" y="24"/>
                  <a:pt x="208" y="24"/>
                </a:cubicBezTo>
                <a:lnTo>
                  <a:pt x="208" y="32"/>
                </a:lnTo>
                <a:close/>
                <a:moveTo>
                  <a:pt x="248" y="100"/>
                </a:moveTo>
                <a:cubicBezTo>
                  <a:pt x="200" y="100"/>
                  <a:pt x="200" y="100"/>
                  <a:pt x="200" y="100"/>
                </a:cubicBezTo>
                <a:cubicBezTo>
                  <a:pt x="196" y="100"/>
                  <a:pt x="192" y="104"/>
                  <a:pt x="192" y="108"/>
                </a:cubicBezTo>
                <a:cubicBezTo>
                  <a:pt x="192" y="148"/>
                  <a:pt x="192" y="148"/>
                  <a:pt x="192" y="148"/>
                </a:cubicBezTo>
                <a:cubicBezTo>
                  <a:pt x="192" y="152"/>
                  <a:pt x="196" y="156"/>
                  <a:pt x="200" y="156"/>
                </a:cubicBezTo>
                <a:cubicBezTo>
                  <a:pt x="248" y="156"/>
                  <a:pt x="248" y="156"/>
                  <a:pt x="248" y="156"/>
                </a:cubicBezTo>
                <a:cubicBezTo>
                  <a:pt x="252" y="156"/>
                  <a:pt x="256" y="152"/>
                  <a:pt x="256" y="148"/>
                </a:cubicBezTo>
                <a:cubicBezTo>
                  <a:pt x="256" y="108"/>
                  <a:pt x="256" y="108"/>
                  <a:pt x="256" y="108"/>
                </a:cubicBezTo>
                <a:cubicBezTo>
                  <a:pt x="256" y="104"/>
                  <a:pt x="252" y="100"/>
                  <a:pt x="248" y="100"/>
                </a:cubicBezTo>
                <a:close/>
                <a:moveTo>
                  <a:pt x="200" y="148"/>
                </a:moveTo>
                <a:cubicBezTo>
                  <a:pt x="200" y="108"/>
                  <a:pt x="200" y="108"/>
                  <a:pt x="200" y="108"/>
                </a:cubicBezTo>
                <a:cubicBezTo>
                  <a:pt x="248" y="108"/>
                  <a:pt x="248" y="108"/>
                  <a:pt x="248" y="108"/>
                </a:cubicBezTo>
                <a:cubicBezTo>
                  <a:pt x="248" y="148"/>
                  <a:pt x="248" y="148"/>
                  <a:pt x="248" y="148"/>
                </a:cubicBezTo>
                <a:lnTo>
                  <a:pt x="200" y="148"/>
                </a:lnTo>
                <a:close/>
                <a:moveTo>
                  <a:pt x="248" y="200"/>
                </a:moveTo>
                <a:cubicBezTo>
                  <a:pt x="200" y="200"/>
                  <a:pt x="200" y="200"/>
                  <a:pt x="200" y="200"/>
                </a:cubicBezTo>
                <a:cubicBezTo>
                  <a:pt x="196" y="200"/>
                  <a:pt x="192" y="204"/>
                  <a:pt x="192" y="208"/>
                </a:cubicBezTo>
                <a:cubicBezTo>
                  <a:pt x="192" y="248"/>
                  <a:pt x="192" y="248"/>
                  <a:pt x="192" y="248"/>
                </a:cubicBezTo>
                <a:cubicBezTo>
                  <a:pt x="192" y="252"/>
                  <a:pt x="196" y="256"/>
                  <a:pt x="200" y="256"/>
                </a:cubicBezTo>
                <a:cubicBezTo>
                  <a:pt x="248" y="256"/>
                  <a:pt x="248" y="256"/>
                  <a:pt x="248" y="256"/>
                </a:cubicBezTo>
                <a:cubicBezTo>
                  <a:pt x="252" y="256"/>
                  <a:pt x="256" y="252"/>
                  <a:pt x="256" y="248"/>
                </a:cubicBezTo>
                <a:cubicBezTo>
                  <a:pt x="256" y="208"/>
                  <a:pt x="256" y="208"/>
                  <a:pt x="256" y="208"/>
                </a:cubicBezTo>
                <a:cubicBezTo>
                  <a:pt x="256" y="204"/>
                  <a:pt x="252" y="200"/>
                  <a:pt x="248" y="200"/>
                </a:cubicBezTo>
                <a:close/>
                <a:moveTo>
                  <a:pt x="200" y="248"/>
                </a:moveTo>
                <a:cubicBezTo>
                  <a:pt x="200" y="208"/>
                  <a:pt x="200" y="208"/>
                  <a:pt x="200" y="208"/>
                </a:cubicBezTo>
                <a:cubicBezTo>
                  <a:pt x="248" y="208"/>
                  <a:pt x="248" y="208"/>
                  <a:pt x="248" y="208"/>
                </a:cubicBezTo>
                <a:cubicBezTo>
                  <a:pt x="248" y="248"/>
                  <a:pt x="248" y="248"/>
                  <a:pt x="248" y="248"/>
                </a:cubicBezTo>
                <a:lnTo>
                  <a:pt x="200" y="248"/>
                </a:lnTo>
                <a:close/>
                <a:moveTo>
                  <a:pt x="164" y="28"/>
                </a:moveTo>
                <a:cubicBezTo>
                  <a:pt x="164" y="88"/>
                  <a:pt x="164" y="88"/>
                  <a:pt x="164" y="88"/>
                </a:cubicBezTo>
                <a:cubicBezTo>
                  <a:pt x="152" y="88"/>
                  <a:pt x="152" y="88"/>
                  <a:pt x="152" y="88"/>
                </a:cubicBezTo>
                <a:cubicBezTo>
                  <a:pt x="152" y="96"/>
                  <a:pt x="152" y="96"/>
                  <a:pt x="152" y="96"/>
                </a:cubicBezTo>
                <a:cubicBezTo>
                  <a:pt x="164" y="96"/>
                  <a:pt x="164" y="96"/>
                  <a:pt x="164" y="96"/>
                </a:cubicBezTo>
                <a:cubicBezTo>
                  <a:pt x="164" y="164"/>
                  <a:pt x="164" y="164"/>
                  <a:pt x="164" y="164"/>
                </a:cubicBezTo>
                <a:cubicBezTo>
                  <a:pt x="152" y="164"/>
                  <a:pt x="152" y="164"/>
                  <a:pt x="152" y="164"/>
                </a:cubicBezTo>
                <a:cubicBezTo>
                  <a:pt x="152" y="172"/>
                  <a:pt x="152" y="172"/>
                  <a:pt x="152" y="172"/>
                </a:cubicBezTo>
                <a:cubicBezTo>
                  <a:pt x="164" y="172"/>
                  <a:pt x="164" y="172"/>
                  <a:pt x="164" y="172"/>
                </a:cubicBezTo>
                <a:cubicBezTo>
                  <a:pt x="164" y="228"/>
                  <a:pt x="164" y="228"/>
                  <a:pt x="164" y="228"/>
                </a:cubicBezTo>
                <a:cubicBezTo>
                  <a:pt x="164" y="230"/>
                  <a:pt x="166" y="232"/>
                  <a:pt x="168" y="232"/>
                </a:cubicBezTo>
                <a:cubicBezTo>
                  <a:pt x="184" y="232"/>
                  <a:pt x="184" y="232"/>
                  <a:pt x="184" y="232"/>
                </a:cubicBezTo>
                <a:cubicBezTo>
                  <a:pt x="184" y="224"/>
                  <a:pt x="184" y="224"/>
                  <a:pt x="184" y="224"/>
                </a:cubicBezTo>
                <a:cubicBezTo>
                  <a:pt x="172" y="224"/>
                  <a:pt x="172" y="224"/>
                  <a:pt x="172" y="224"/>
                </a:cubicBezTo>
                <a:cubicBezTo>
                  <a:pt x="172" y="132"/>
                  <a:pt x="172" y="132"/>
                  <a:pt x="172" y="132"/>
                </a:cubicBezTo>
                <a:cubicBezTo>
                  <a:pt x="184" y="132"/>
                  <a:pt x="184" y="132"/>
                  <a:pt x="184" y="132"/>
                </a:cubicBezTo>
                <a:cubicBezTo>
                  <a:pt x="184" y="124"/>
                  <a:pt x="184" y="124"/>
                  <a:pt x="184" y="124"/>
                </a:cubicBezTo>
                <a:cubicBezTo>
                  <a:pt x="172" y="124"/>
                  <a:pt x="172" y="124"/>
                  <a:pt x="172" y="124"/>
                </a:cubicBezTo>
                <a:cubicBezTo>
                  <a:pt x="172" y="32"/>
                  <a:pt x="172" y="32"/>
                  <a:pt x="172" y="32"/>
                </a:cubicBezTo>
                <a:cubicBezTo>
                  <a:pt x="184" y="32"/>
                  <a:pt x="184" y="32"/>
                  <a:pt x="184" y="32"/>
                </a:cubicBezTo>
                <a:cubicBezTo>
                  <a:pt x="184" y="24"/>
                  <a:pt x="184" y="24"/>
                  <a:pt x="184" y="24"/>
                </a:cubicBezTo>
                <a:cubicBezTo>
                  <a:pt x="168" y="24"/>
                  <a:pt x="168" y="24"/>
                  <a:pt x="168" y="24"/>
                </a:cubicBezTo>
                <a:cubicBezTo>
                  <a:pt x="166" y="24"/>
                  <a:pt x="164" y="26"/>
                  <a:pt x="164" y="28"/>
                </a:cubicBezTo>
                <a:close/>
                <a:moveTo>
                  <a:pt x="208" y="132"/>
                </a:moveTo>
                <a:cubicBezTo>
                  <a:pt x="224" y="132"/>
                  <a:pt x="224" y="132"/>
                  <a:pt x="224" y="132"/>
                </a:cubicBezTo>
                <a:cubicBezTo>
                  <a:pt x="224" y="124"/>
                  <a:pt x="224" y="124"/>
                  <a:pt x="224" y="124"/>
                </a:cubicBezTo>
                <a:cubicBezTo>
                  <a:pt x="208" y="124"/>
                  <a:pt x="208" y="124"/>
                  <a:pt x="208" y="124"/>
                </a:cubicBezTo>
                <a:lnTo>
                  <a:pt x="208" y="132"/>
                </a:lnTo>
                <a:close/>
                <a:moveTo>
                  <a:pt x="208" y="232"/>
                </a:moveTo>
                <a:cubicBezTo>
                  <a:pt x="224" y="232"/>
                  <a:pt x="224" y="232"/>
                  <a:pt x="224" y="232"/>
                </a:cubicBezTo>
                <a:cubicBezTo>
                  <a:pt x="224" y="224"/>
                  <a:pt x="224" y="224"/>
                  <a:pt x="224" y="224"/>
                </a:cubicBezTo>
                <a:cubicBezTo>
                  <a:pt x="208" y="224"/>
                  <a:pt x="208" y="224"/>
                  <a:pt x="208" y="224"/>
                </a:cubicBezTo>
                <a:lnTo>
                  <a:pt x="208" y="23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24" name="Title 8">
            <a:extLst>
              <a:ext uri="{FF2B5EF4-FFF2-40B4-BE49-F238E27FC236}">
                <a16:creationId xmlns:a16="http://schemas.microsoft.com/office/drawing/2014/main" id="{79DCE4F5-1773-431A-AE2C-717676879676}"/>
              </a:ext>
            </a:extLst>
          </p:cNvPr>
          <p:cNvSpPr txBox="1">
            <a:spLocks/>
          </p:cNvSpPr>
          <p:nvPr/>
        </p:nvSpPr>
        <p:spPr>
          <a:xfrm>
            <a:off x="612648" y="585216"/>
            <a:ext cx="1802078" cy="533370"/>
          </a:xfrm>
          <a:prstGeom prst="rect">
            <a:avLst/>
          </a:prstGeom>
        </p:spPr>
        <p:txBody>
          <a:bodyPr vert="horz" lIns="0" tIns="0" rIns="0" bIns="0" rtlCol="0" anchor="ctr" anchorCtr="0">
            <a:normAutofit/>
          </a:bodyPr>
          <a:lstStyle>
            <a:lvl1pPr algn="l" defTabSz="914400" rtl="0" eaLnBrk="1" latinLnBrk="0" hangingPunct="1">
              <a:lnSpc>
                <a:spcPct val="75000"/>
              </a:lnSpc>
              <a:spcBef>
                <a:spcPct val="0"/>
              </a:spcBef>
              <a:buNone/>
              <a:defRPr sz="3400" b="0" kern="1200" cap="none" baseline="0">
                <a:solidFill>
                  <a:schemeClr val="tx2"/>
                </a:solidFill>
                <a:latin typeface="+mj-lt"/>
                <a:ea typeface="+mj-ea"/>
                <a:cs typeface="Calibri" panose="020F0502020204030204" pitchFamily="34" charset="0"/>
              </a:defRPr>
            </a:lvl1pPr>
          </a:lstStyle>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3400" b="0" i="0" u="none" strike="noStrike" kern="1200" cap="none" spc="0" normalizeH="0" baseline="0" noProof="0">
                <a:ln>
                  <a:noFill/>
                </a:ln>
                <a:solidFill>
                  <a:srgbClr val="FFFFFF"/>
                </a:solidFill>
                <a:effectLst/>
                <a:uLnTx/>
                <a:uFillTx/>
                <a:latin typeface="Calibri Light"/>
                <a:ea typeface="+mj-ea"/>
                <a:cs typeface="Calibri" panose="020F0502020204030204" pitchFamily="34" charset="0"/>
              </a:rPr>
              <a:t>Icons</a:t>
            </a:r>
          </a:p>
        </p:txBody>
      </p:sp>
      <p:grpSp>
        <p:nvGrpSpPr>
          <p:cNvPr id="3" name="Group 4">
            <a:extLst>
              <a:ext uri="{FF2B5EF4-FFF2-40B4-BE49-F238E27FC236}">
                <a16:creationId xmlns:a16="http://schemas.microsoft.com/office/drawing/2014/main" id="{32265443-1FC9-2D82-FB53-533FA5A74884}"/>
              </a:ext>
            </a:extLst>
          </p:cNvPr>
          <p:cNvGrpSpPr>
            <a:grpSpLocks noChangeAspect="1"/>
          </p:cNvGrpSpPr>
          <p:nvPr/>
        </p:nvGrpSpPr>
        <p:grpSpPr bwMode="auto">
          <a:xfrm>
            <a:off x="10421934" y="6308714"/>
            <a:ext cx="1162049" cy="266699"/>
            <a:chOff x="6565" y="3974"/>
            <a:chExt cx="732" cy="168"/>
          </a:xfrm>
          <a:solidFill>
            <a:schemeClr val="bg1"/>
          </a:solidFill>
        </p:grpSpPr>
        <p:sp>
          <p:nvSpPr>
            <p:cNvPr id="4" name="Freeform 5">
              <a:extLst>
                <a:ext uri="{FF2B5EF4-FFF2-40B4-BE49-F238E27FC236}">
                  <a16:creationId xmlns:a16="http://schemas.microsoft.com/office/drawing/2014/main" id="{4F1C3E95-8972-4999-1006-A6E3B1E611B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reeform 6">
              <a:extLst>
                <a:ext uri="{FF2B5EF4-FFF2-40B4-BE49-F238E27FC236}">
                  <a16:creationId xmlns:a16="http://schemas.microsoft.com/office/drawing/2014/main" id="{12804130-5382-7A04-EA18-F3A036A0E18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46034507-1E0E-265A-33B8-31BEF5F57675}"/>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8">
              <a:extLst>
                <a:ext uri="{FF2B5EF4-FFF2-40B4-BE49-F238E27FC236}">
                  <a16:creationId xmlns:a16="http://schemas.microsoft.com/office/drawing/2014/main" id="{4CFF3579-FFAC-9DB7-018C-26C21079505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F1738D98-401D-F037-CCB6-75DE79EB966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0">
              <a:extLst>
                <a:ext uri="{FF2B5EF4-FFF2-40B4-BE49-F238E27FC236}">
                  <a16:creationId xmlns:a16="http://schemas.microsoft.com/office/drawing/2014/main" id="{ADCEEB0E-CC7B-72AA-196A-4997E7A2A1ED}"/>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1">
              <a:extLst>
                <a:ext uri="{FF2B5EF4-FFF2-40B4-BE49-F238E27FC236}">
                  <a16:creationId xmlns:a16="http://schemas.microsoft.com/office/drawing/2014/main" id="{C66DC227-FDAF-39E6-3EA6-DE682BE53030}"/>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6143172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43329081-4D46-4C35-837F-9D2CCBCE8175}"/>
              </a:ext>
            </a:extLst>
          </p:cNvPr>
          <p:cNvSpPr>
            <a:spLocks noGrp="1"/>
          </p:cNvSpPr>
          <p:nvPr>
            <p:ph type="body" sz="quarter" idx="11"/>
          </p:nvPr>
        </p:nvSpPr>
        <p:spPr>
          <a:xfrm>
            <a:off x="319088" y="1968415"/>
            <a:ext cx="908050" cy="303213"/>
          </a:xfrm>
        </p:spPr>
        <p:txBody>
          <a:bodyPr/>
          <a:lstStyle/>
          <a:p>
            <a:r>
              <a:rPr lang="en-US">
                <a:solidFill>
                  <a:schemeClr val="bg1">
                    <a:lumMod val="75000"/>
                  </a:schemeClr>
                </a:solidFill>
              </a:rPr>
              <a:t>Database 6</a:t>
            </a:r>
          </a:p>
        </p:txBody>
      </p:sp>
      <p:sp>
        <p:nvSpPr>
          <p:cNvPr id="30" name="Text Placeholder 29">
            <a:extLst>
              <a:ext uri="{FF2B5EF4-FFF2-40B4-BE49-F238E27FC236}">
                <a16:creationId xmlns:a16="http://schemas.microsoft.com/office/drawing/2014/main" id="{ADB6110C-F8AA-464F-A1E0-E2B6DB9E5652}"/>
              </a:ext>
            </a:extLst>
          </p:cNvPr>
          <p:cNvSpPr>
            <a:spLocks noGrp="1"/>
          </p:cNvSpPr>
          <p:nvPr>
            <p:ph type="body" sz="quarter" idx="13"/>
          </p:nvPr>
        </p:nvSpPr>
        <p:spPr>
          <a:xfrm>
            <a:off x="1286734" y="1968415"/>
            <a:ext cx="908050" cy="303213"/>
          </a:xfrm>
        </p:spPr>
        <p:txBody>
          <a:bodyPr/>
          <a:lstStyle/>
          <a:p>
            <a:r>
              <a:rPr lang="en-US">
                <a:solidFill>
                  <a:schemeClr val="bg1">
                    <a:lumMod val="75000"/>
                  </a:schemeClr>
                </a:solidFill>
              </a:rPr>
              <a:t>Cloud Database</a:t>
            </a:r>
          </a:p>
        </p:txBody>
      </p:sp>
      <p:sp>
        <p:nvSpPr>
          <p:cNvPr id="32" name="Text Placeholder 31">
            <a:extLst>
              <a:ext uri="{FF2B5EF4-FFF2-40B4-BE49-F238E27FC236}">
                <a16:creationId xmlns:a16="http://schemas.microsoft.com/office/drawing/2014/main" id="{4FE15F3C-CA74-4D10-BE13-1F0FB38799CF}"/>
              </a:ext>
            </a:extLst>
          </p:cNvPr>
          <p:cNvSpPr>
            <a:spLocks noGrp="1"/>
          </p:cNvSpPr>
          <p:nvPr>
            <p:ph type="body" sz="quarter" idx="15"/>
          </p:nvPr>
        </p:nvSpPr>
        <p:spPr>
          <a:xfrm>
            <a:off x="2254380" y="1968415"/>
            <a:ext cx="908050" cy="303213"/>
          </a:xfrm>
        </p:spPr>
        <p:txBody>
          <a:bodyPr/>
          <a:lstStyle/>
          <a:p>
            <a:r>
              <a:rPr lang="en-US">
                <a:solidFill>
                  <a:schemeClr val="bg1">
                    <a:lumMod val="75000"/>
                  </a:schemeClr>
                </a:solidFill>
              </a:rPr>
              <a:t>Cloud Server</a:t>
            </a:r>
          </a:p>
        </p:txBody>
      </p:sp>
      <p:sp>
        <p:nvSpPr>
          <p:cNvPr id="34" name="Text Placeholder 33">
            <a:extLst>
              <a:ext uri="{FF2B5EF4-FFF2-40B4-BE49-F238E27FC236}">
                <a16:creationId xmlns:a16="http://schemas.microsoft.com/office/drawing/2014/main" id="{CEACFA2F-0359-4AB3-A807-497C3624C55E}"/>
              </a:ext>
            </a:extLst>
          </p:cNvPr>
          <p:cNvSpPr>
            <a:spLocks noGrp="1"/>
          </p:cNvSpPr>
          <p:nvPr>
            <p:ph type="body" sz="quarter" idx="17"/>
          </p:nvPr>
        </p:nvSpPr>
        <p:spPr>
          <a:xfrm>
            <a:off x="3222026" y="1968415"/>
            <a:ext cx="908050" cy="303213"/>
          </a:xfrm>
        </p:spPr>
        <p:txBody>
          <a:bodyPr/>
          <a:lstStyle/>
          <a:p>
            <a:r>
              <a:rPr lang="en-US">
                <a:solidFill>
                  <a:schemeClr val="bg1">
                    <a:lumMod val="75000"/>
                  </a:schemeClr>
                </a:solidFill>
              </a:rPr>
              <a:t>Cloud Transfer</a:t>
            </a:r>
          </a:p>
        </p:txBody>
      </p:sp>
      <p:sp>
        <p:nvSpPr>
          <p:cNvPr id="36" name="Text Placeholder 35">
            <a:extLst>
              <a:ext uri="{FF2B5EF4-FFF2-40B4-BE49-F238E27FC236}">
                <a16:creationId xmlns:a16="http://schemas.microsoft.com/office/drawing/2014/main" id="{7030C119-678A-4D85-8383-71201122E27D}"/>
              </a:ext>
            </a:extLst>
          </p:cNvPr>
          <p:cNvSpPr>
            <a:spLocks noGrp="1"/>
          </p:cNvSpPr>
          <p:nvPr>
            <p:ph type="body" sz="quarter" idx="19"/>
          </p:nvPr>
        </p:nvSpPr>
        <p:spPr>
          <a:xfrm>
            <a:off x="4189672" y="1968415"/>
            <a:ext cx="908050" cy="303213"/>
          </a:xfrm>
        </p:spPr>
        <p:txBody>
          <a:bodyPr/>
          <a:lstStyle/>
          <a:p>
            <a:r>
              <a:rPr lang="en-US">
                <a:solidFill>
                  <a:schemeClr val="bg1">
                    <a:lumMod val="75000"/>
                  </a:schemeClr>
                </a:solidFill>
              </a:rPr>
              <a:t>Hard Drive</a:t>
            </a:r>
          </a:p>
        </p:txBody>
      </p:sp>
      <p:sp>
        <p:nvSpPr>
          <p:cNvPr id="40" name="Text Placeholder 39">
            <a:extLst>
              <a:ext uri="{FF2B5EF4-FFF2-40B4-BE49-F238E27FC236}">
                <a16:creationId xmlns:a16="http://schemas.microsoft.com/office/drawing/2014/main" id="{E7555C2C-C1E7-4316-8BF6-C70EC5A74691}"/>
              </a:ext>
            </a:extLst>
          </p:cNvPr>
          <p:cNvSpPr>
            <a:spLocks noGrp="1"/>
          </p:cNvSpPr>
          <p:nvPr>
            <p:ph type="body" sz="quarter" idx="21"/>
          </p:nvPr>
        </p:nvSpPr>
        <p:spPr>
          <a:xfrm>
            <a:off x="5157318" y="1968415"/>
            <a:ext cx="908050" cy="303213"/>
          </a:xfrm>
        </p:spPr>
        <p:txBody>
          <a:bodyPr/>
          <a:lstStyle/>
          <a:p>
            <a:r>
              <a:rPr lang="en-US">
                <a:solidFill>
                  <a:schemeClr val="bg1">
                    <a:lumMod val="75000"/>
                  </a:schemeClr>
                </a:solidFill>
              </a:rPr>
              <a:t>Document Download</a:t>
            </a:r>
          </a:p>
        </p:txBody>
      </p:sp>
      <p:sp>
        <p:nvSpPr>
          <p:cNvPr id="42" name="Text Placeholder 41">
            <a:extLst>
              <a:ext uri="{FF2B5EF4-FFF2-40B4-BE49-F238E27FC236}">
                <a16:creationId xmlns:a16="http://schemas.microsoft.com/office/drawing/2014/main" id="{7D6B8183-4A46-4B96-A78B-55F11073942D}"/>
              </a:ext>
            </a:extLst>
          </p:cNvPr>
          <p:cNvSpPr>
            <a:spLocks noGrp="1"/>
          </p:cNvSpPr>
          <p:nvPr>
            <p:ph type="body" sz="quarter" idx="23"/>
          </p:nvPr>
        </p:nvSpPr>
        <p:spPr>
          <a:xfrm>
            <a:off x="6124964" y="1968415"/>
            <a:ext cx="908050" cy="303213"/>
          </a:xfrm>
        </p:spPr>
        <p:txBody>
          <a:bodyPr/>
          <a:lstStyle/>
          <a:p>
            <a:r>
              <a:rPr lang="en-US">
                <a:solidFill>
                  <a:schemeClr val="bg1">
                    <a:lumMod val="75000"/>
                  </a:schemeClr>
                </a:solidFill>
              </a:rPr>
              <a:t>Document Secure</a:t>
            </a:r>
          </a:p>
        </p:txBody>
      </p:sp>
      <p:sp>
        <p:nvSpPr>
          <p:cNvPr id="45" name="Text Placeholder 44">
            <a:extLst>
              <a:ext uri="{FF2B5EF4-FFF2-40B4-BE49-F238E27FC236}">
                <a16:creationId xmlns:a16="http://schemas.microsoft.com/office/drawing/2014/main" id="{5BAD9EBB-3C9C-4B57-922C-4CAD069676C1}"/>
              </a:ext>
            </a:extLst>
          </p:cNvPr>
          <p:cNvSpPr>
            <a:spLocks noGrp="1"/>
          </p:cNvSpPr>
          <p:nvPr>
            <p:ph type="body" sz="quarter" idx="25"/>
          </p:nvPr>
        </p:nvSpPr>
        <p:spPr>
          <a:xfrm>
            <a:off x="7092610" y="1968415"/>
            <a:ext cx="908050" cy="303213"/>
          </a:xfrm>
        </p:spPr>
        <p:txBody>
          <a:bodyPr/>
          <a:lstStyle/>
          <a:p>
            <a:r>
              <a:rPr lang="en-US">
                <a:solidFill>
                  <a:schemeClr val="bg1">
                    <a:lumMod val="75000"/>
                  </a:schemeClr>
                </a:solidFill>
              </a:rPr>
              <a:t>Mail 1</a:t>
            </a:r>
          </a:p>
        </p:txBody>
      </p:sp>
      <p:sp>
        <p:nvSpPr>
          <p:cNvPr id="47" name="Text Placeholder 46">
            <a:extLst>
              <a:ext uri="{FF2B5EF4-FFF2-40B4-BE49-F238E27FC236}">
                <a16:creationId xmlns:a16="http://schemas.microsoft.com/office/drawing/2014/main" id="{4758911E-7526-4A48-9F84-DB21B02EEE25}"/>
              </a:ext>
            </a:extLst>
          </p:cNvPr>
          <p:cNvSpPr>
            <a:spLocks noGrp="1"/>
          </p:cNvSpPr>
          <p:nvPr>
            <p:ph type="body" sz="quarter" idx="27"/>
          </p:nvPr>
        </p:nvSpPr>
        <p:spPr>
          <a:xfrm>
            <a:off x="8060256" y="1968415"/>
            <a:ext cx="908050" cy="303213"/>
          </a:xfrm>
        </p:spPr>
        <p:txBody>
          <a:bodyPr/>
          <a:lstStyle/>
          <a:p>
            <a:r>
              <a:rPr lang="en-US">
                <a:solidFill>
                  <a:schemeClr val="bg1">
                    <a:lumMod val="75000"/>
                  </a:schemeClr>
                </a:solidFill>
              </a:rPr>
              <a:t>Mail 2</a:t>
            </a:r>
          </a:p>
        </p:txBody>
      </p:sp>
      <p:sp>
        <p:nvSpPr>
          <p:cNvPr id="49" name="Text Placeholder 48">
            <a:extLst>
              <a:ext uri="{FF2B5EF4-FFF2-40B4-BE49-F238E27FC236}">
                <a16:creationId xmlns:a16="http://schemas.microsoft.com/office/drawing/2014/main" id="{2F807109-99E9-4642-9B36-95FE7B0CB71B}"/>
              </a:ext>
            </a:extLst>
          </p:cNvPr>
          <p:cNvSpPr>
            <a:spLocks noGrp="1"/>
          </p:cNvSpPr>
          <p:nvPr>
            <p:ph type="body" sz="quarter" idx="29"/>
          </p:nvPr>
        </p:nvSpPr>
        <p:spPr>
          <a:xfrm>
            <a:off x="9027902" y="1968415"/>
            <a:ext cx="908050" cy="303213"/>
          </a:xfrm>
        </p:spPr>
        <p:txBody>
          <a:bodyPr/>
          <a:lstStyle/>
          <a:p>
            <a:r>
              <a:rPr lang="en-US">
                <a:solidFill>
                  <a:schemeClr val="bg1">
                    <a:lumMod val="75000"/>
                  </a:schemeClr>
                </a:solidFill>
              </a:rPr>
              <a:t>Graph</a:t>
            </a:r>
          </a:p>
        </p:txBody>
      </p:sp>
      <p:sp>
        <p:nvSpPr>
          <p:cNvPr id="51" name="Text Placeholder 50">
            <a:extLst>
              <a:ext uri="{FF2B5EF4-FFF2-40B4-BE49-F238E27FC236}">
                <a16:creationId xmlns:a16="http://schemas.microsoft.com/office/drawing/2014/main" id="{A22794CB-B6F7-4E11-B8DD-3532790C746B}"/>
              </a:ext>
            </a:extLst>
          </p:cNvPr>
          <p:cNvSpPr>
            <a:spLocks noGrp="1"/>
          </p:cNvSpPr>
          <p:nvPr>
            <p:ph type="body" sz="quarter" idx="31"/>
          </p:nvPr>
        </p:nvSpPr>
        <p:spPr>
          <a:xfrm>
            <a:off x="9995548" y="1968415"/>
            <a:ext cx="908050" cy="303213"/>
          </a:xfrm>
        </p:spPr>
        <p:txBody>
          <a:bodyPr/>
          <a:lstStyle/>
          <a:p>
            <a:r>
              <a:rPr lang="en-US">
                <a:solidFill>
                  <a:schemeClr val="bg1">
                    <a:lumMod val="75000"/>
                  </a:schemeClr>
                </a:solidFill>
              </a:rPr>
              <a:t>Stopwatch</a:t>
            </a:r>
          </a:p>
        </p:txBody>
      </p:sp>
      <p:sp>
        <p:nvSpPr>
          <p:cNvPr id="53" name="Text Placeholder 52">
            <a:extLst>
              <a:ext uri="{FF2B5EF4-FFF2-40B4-BE49-F238E27FC236}">
                <a16:creationId xmlns:a16="http://schemas.microsoft.com/office/drawing/2014/main" id="{DC25FAE3-A212-4006-B92E-25F19DCF643A}"/>
              </a:ext>
            </a:extLst>
          </p:cNvPr>
          <p:cNvSpPr>
            <a:spLocks noGrp="1"/>
          </p:cNvSpPr>
          <p:nvPr>
            <p:ph type="body" sz="quarter" idx="33"/>
          </p:nvPr>
        </p:nvSpPr>
        <p:spPr>
          <a:xfrm>
            <a:off x="10963194" y="1968415"/>
            <a:ext cx="908050" cy="303213"/>
          </a:xfrm>
        </p:spPr>
        <p:txBody>
          <a:bodyPr/>
          <a:lstStyle/>
          <a:p>
            <a:r>
              <a:rPr lang="en-US">
                <a:solidFill>
                  <a:schemeClr val="bg1">
                    <a:lumMod val="75000"/>
                  </a:schemeClr>
                </a:solidFill>
              </a:rPr>
              <a:t>Calendar</a:t>
            </a:r>
          </a:p>
        </p:txBody>
      </p:sp>
      <p:sp>
        <p:nvSpPr>
          <p:cNvPr id="55" name="Text Placeholder 54">
            <a:extLst>
              <a:ext uri="{FF2B5EF4-FFF2-40B4-BE49-F238E27FC236}">
                <a16:creationId xmlns:a16="http://schemas.microsoft.com/office/drawing/2014/main" id="{A1A59558-D42D-437B-9A09-450951B961EB}"/>
              </a:ext>
            </a:extLst>
          </p:cNvPr>
          <p:cNvSpPr>
            <a:spLocks noGrp="1"/>
          </p:cNvSpPr>
          <p:nvPr>
            <p:ph type="body" sz="quarter" idx="35"/>
          </p:nvPr>
        </p:nvSpPr>
        <p:spPr>
          <a:xfrm>
            <a:off x="319088" y="2919056"/>
            <a:ext cx="908050" cy="303213"/>
          </a:xfrm>
        </p:spPr>
        <p:txBody>
          <a:bodyPr/>
          <a:lstStyle/>
          <a:p>
            <a:r>
              <a:rPr lang="en-US">
                <a:solidFill>
                  <a:schemeClr val="bg1">
                    <a:lumMod val="75000"/>
                  </a:schemeClr>
                </a:solidFill>
              </a:rPr>
              <a:t>Calendar</a:t>
            </a:r>
          </a:p>
        </p:txBody>
      </p:sp>
      <p:sp>
        <p:nvSpPr>
          <p:cNvPr id="57" name="Text Placeholder 56">
            <a:extLst>
              <a:ext uri="{FF2B5EF4-FFF2-40B4-BE49-F238E27FC236}">
                <a16:creationId xmlns:a16="http://schemas.microsoft.com/office/drawing/2014/main" id="{50AFCE65-2498-4782-890F-6895D76F2059}"/>
              </a:ext>
            </a:extLst>
          </p:cNvPr>
          <p:cNvSpPr>
            <a:spLocks noGrp="1"/>
          </p:cNvSpPr>
          <p:nvPr>
            <p:ph type="body" sz="quarter" idx="37"/>
          </p:nvPr>
        </p:nvSpPr>
        <p:spPr>
          <a:xfrm>
            <a:off x="1286734" y="2919056"/>
            <a:ext cx="908050" cy="303213"/>
          </a:xfrm>
        </p:spPr>
        <p:txBody>
          <a:bodyPr/>
          <a:lstStyle/>
          <a:p>
            <a:r>
              <a:rPr lang="en-US">
                <a:solidFill>
                  <a:schemeClr val="bg1">
                    <a:lumMod val="75000"/>
                  </a:schemeClr>
                </a:solidFill>
              </a:rPr>
              <a:t>Checklist</a:t>
            </a:r>
          </a:p>
        </p:txBody>
      </p:sp>
      <p:sp>
        <p:nvSpPr>
          <p:cNvPr id="59" name="Text Placeholder 58">
            <a:extLst>
              <a:ext uri="{FF2B5EF4-FFF2-40B4-BE49-F238E27FC236}">
                <a16:creationId xmlns:a16="http://schemas.microsoft.com/office/drawing/2014/main" id="{C195C64B-10E6-49DE-940A-15BC1C3AB80A}"/>
              </a:ext>
            </a:extLst>
          </p:cNvPr>
          <p:cNvSpPr>
            <a:spLocks noGrp="1"/>
          </p:cNvSpPr>
          <p:nvPr>
            <p:ph type="body" sz="quarter" idx="39"/>
          </p:nvPr>
        </p:nvSpPr>
        <p:spPr>
          <a:xfrm>
            <a:off x="2254380" y="2919056"/>
            <a:ext cx="908050" cy="303213"/>
          </a:xfrm>
        </p:spPr>
        <p:txBody>
          <a:bodyPr/>
          <a:lstStyle/>
          <a:p>
            <a:r>
              <a:rPr lang="en-US">
                <a:solidFill>
                  <a:schemeClr val="bg1">
                    <a:lumMod val="75000"/>
                  </a:schemeClr>
                </a:solidFill>
              </a:rPr>
              <a:t>Hierarchy 1</a:t>
            </a:r>
          </a:p>
        </p:txBody>
      </p:sp>
      <p:sp>
        <p:nvSpPr>
          <p:cNvPr id="61" name="Text Placeholder 60">
            <a:extLst>
              <a:ext uri="{FF2B5EF4-FFF2-40B4-BE49-F238E27FC236}">
                <a16:creationId xmlns:a16="http://schemas.microsoft.com/office/drawing/2014/main" id="{88D47262-B43A-480F-96E2-0526C730D4C6}"/>
              </a:ext>
            </a:extLst>
          </p:cNvPr>
          <p:cNvSpPr>
            <a:spLocks noGrp="1"/>
          </p:cNvSpPr>
          <p:nvPr>
            <p:ph type="body" sz="quarter" idx="41"/>
          </p:nvPr>
        </p:nvSpPr>
        <p:spPr>
          <a:xfrm>
            <a:off x="3222026" y="2919056"/>
            <a:ext cx="908050" cy="303213"/>
          </a:xfrm>
        </p:spPr>
        <p:txBody>
          <a:bodyPr/>
          <a:lstStyle/>
          <a:p>
            <a:r>
              <a:rPr lang="en-US">
                <a:solidFill>
                  <a:schemeClr val="bg1">
                    <a:lumMod val="75000"/>
                  </a:schemeClr>
                </a:solidFill>
              </a:rPr>
              <a:t>Hierarchy 2</a:t>
            </a:r>
          </a:p>
        </p:txBody>
      </p:sp>
      <p:sp>
        <p:nvSpPr>
          <p:cNvPr id="63" name="Text Placeholder 62">
            <a:extLst>
              <a:ext uri="{FF2B5EF4-FFF2-40B4-BE49-F238E27FC236}">
                <a16:creationId xmlns:a16="http://schemas.microsoft.com/office/drawing/2014/main" id="{215680F0-6BD9-4A1C-89A3-AFC18BDF870E}"/>
              </a:ext>
            </a:extLst>
          </p:cNvPr>
          <p:cNvSpPr>
            <a:spLocks noGrp="1"/>
          </p:cNvSpPr>
          <p:nvPr>
            <p:ph type="body" sz="quarter" idx="43"/>
          </p:nvPr>
        </p:nvSpPr>
        <p:spPr>
          <a:xfrm>
            <a:off x="4189672" y="2919056"/>
            <a:ext cx="908050" cy="303213"/>
          </a:xfrm>
        </p:spPr>
        <p:txBody>
          <a:bodyPr/>
          <a:lstStyle/>
          <a:p>
            <a:r>
              <a:rPr lang="en-US">
                <a:solidFill>
                  <a:schemeClr val="bg1">
                    <a:lumMod val="75000"/>
                  </a:schemeClr>
                </a:solidFill>
              </a:rPr>
              <a:t>Devices 1</a:t>
            </a:r>
          </a:p>
        </p:txBody>
      </p:sp>
      <p:sp>
        <p:nvSpPr>
          <p:cNvPr id="65" name="Text Placeholder 64">
            <a:extLst>
              <a:ext uri="{FF2B5EF4-FFF2-40B4-BE49-F238E27FC236}">
                <a16:creationId xmlns:a16="http://schemas.microsoft.com/office/drawing/2014/main" id="{9E0D4E65-71D6-472A-857D-8A5AF1581366}"/>
              </a:ext>
            </a:extLst>
          </p:cNvPr>
          <p:cNvSpPr>
            <a:spLocks noGrp="1"/>
          </p:cNvSpPr>
          <p:nvPr>
            <p:ph type="body" sz="quarter" idx="45"/>
          </p:nvPr>
        </p:nvSpPr>
        <p:spPr>
          <a:xfrm>
            <a:off x="5157318" y="2919056"/>
            <a:ext cx="908050" cy="303213"/>
          </a:xfrm>
        </p:spPr>
        <p:txBody>
          <a:bodyPr/>
          <a:lstStyle/>
          <a:p>
            <a:r>
              <a:rPr lang="en-US">
                <a:solidFill>
                  <a:schemeClr val="bg1">
                    <a:lumMod val="75000"/>
                  </a:schemeClr>
                </a:solidFill>
              </a:rPr>
              <a:t>Devices 2</a:t>
            </a:r>
          </a:p>
        </p:txBody>
      </p:sp>
      <p:sp>
        <p:nvSpPr>
          <p:cNvPr id="67" name="Text Placeholder 66">
            <a:extLst>
              <a:ext uri="{FF2B5EF4-FFF2-40B4-BE49-F238E27FC236}">
                <a16:creationId xmlns:a16="http://schemas.microsoft.com/office/drawing/2014/main" id="{45B0FB4D-8C56-4A87-AB4D-C3D4944B9170}"/>
              </a:ext>
            </a:extLst>
          </p:cNvPr>
          <p:cNvSpPr>
            <a:spLocks noGrp="1"/>
          </p:cNvSpPr>
          <p:nvPr>
            <p:ph type="body" sz="quarter" idx="47"/>
          </p:nvPr>
        </p:nvSpPr>
        <p:spPr>
          <a:xfrm>
            <a:off x="6124964" y="2919056"/>
            <a:ext cx="908050" cy="303213"/>
          </a:xfrm>
        </p:spPr>
        <p:txBody>
          <a:bodyPr/>
          <a:lstStyle/>
          <a:p>
            <a:r>
              <a:rPr lang="en-US">
                <a:solidFill>
                  <a:schemeClr val="bg1">
                    <a:lumMod val="75000"/>
                  </a:schemeClr>
                </a:solidFill>
              </a:rPr>
              <a:t>Device Maintenance</a:t>
            </a:r>
          </a:p>
        </p:txBody>
      </p:sp>
      <p:sp>
        <p:nvSpPr>
          <p:cNvPr id="69" name="Text Placeholder 68">
            <a:extLst>
              <a:ext uri="{FF2B5EF4-FFF2-40B4-BE49-F238E27FC236}">
                <a16:creationId xmlns:a16="http://schemas.microsoft.com/office/drawing/2014/main" id="{C13E76FE-F0BF-4ADD-A4C3-C3321B08CB90}"/>
              </a:ext>
            </a:extLst>
          </p:cNvPr>
          <p:cNvSpPr>
            <a:spLocks noGrp="1"/>
          </p:cNvSpPr>
          <p:nvPr>
            <p:ph type="body" sz="quarter" idx="49"/>
          </p:nvPr>
        </p:nvSpPr>
        <p:spPr>
          <a:xfrm>
            <a:off x="7092610" y="2919056"/>
            <a:ext cx="908050" cy="303213"/>
          </a:xfrm>
        </p:spPr>
        <p:txBody>
          <a:bodyPr/>
          <a:lstStyle/>
          <a:p>
            <a:r>
              <a:rPr lang="en-US">
                <a:solidFill>
                  <a:schemeClr val="bg1">
                    <a:lumMod val="75000"/>
                  </a:schemeClr>
                </a:solidFill>
              </a:rPr>
              <a:t>Manufacturing 1</a:t>
            </a:r>
          </a:p>
        </p:txBody>
      </p:sp>
      <p:sp>
        <p:nvSpPr>
          <p:cNvPr id="71" name="Text Placeholder 70">
            <a:extLst>
              <a:ext uri="{FF2B5EF4-FFF2-40B4-BE49-F238E27FC236}">
                <a16:creationId xmlns:a16="http://schemas.microsoft.com/office/drawing/2014/main" id="{EB0F72C0-4B9E-4C0D-8181-9C0ECE428BDF}"/>
              </a:ext>
            </a:extLst>
          </p:cNvPr>
          <p:cNvSpPr>
            <a:spLocks noGrp="1"/>
          </p:cNvSpPr>
          <p:nvPr>
            <p:ph type="body" sz="quarter" idx="51"/>
          </p:nvPr>
        </p:nvSpPr>
        <p:spPr>
          <a:xfrm>
            <a:off x="8060256" y="2919056"/>
            <a:ext cx="908050" cy="303213"/>
          </a:xfrm>
        </p:spPr>
        <p:txBody>
          <a:bodyPr/>
          <a:lstStyle/>
          <a:p>
            <a:r>
              <a:rPr lang="en-US">
                <a:solidFill>
                  <a:schemeClr val="bg1">
                    <a:lumMod val="75000"/>
                  </a:schemeClr>
                </a:solidFill>
              </a:rPr>
              <a:t>Manufacturing 2</a:t>
            </a:r>
          </a:p>
        </p:txBody>
      </p:sp>
      <p:sp>
        <p:nvSpPr>
          <p:cNvPr id="73" name="Text Placeholder 72">
            <a:extLst>
              <a:ext uri="{FF2B5EF4-FFF2-40B4-BE49-F238E27FC236}">
                <a16:creationId xmlns:a16="http://schemas.microsoft.com/office/drawing/2014/main" id="{45D952A4-0EA5-4CEE-B15B-0E5B3725BF15}"/>
              </a:ext>
            </a:extLst>
          </p:cNvPr>
          <p:cNvSpPr>
            <a:spLocks noGrp="1"/>
          </p:cNvSpPr>
          <p:nvPr>
            <p:ph type="body" sz="quarter" idx="53"/>
          </p:nvPr>
        </p:nvSpPr>
        <p:spPr>
          <a:xfrm>
            <a:off x="9027902" y="2919056"/>
            <a:ext cx="908050" cy="303213"/>
          </a:xfrm>
        </p:spPr>
        <p:txBody>
          <a:bodyPr/>
          <a:lstStyle/>
          <a:p>
            <a:r>
              <a:rPr lang="en-US">
                <a:solidFill>
                  <a:schemeClr val="bg1">
                    <a:lumMod val="75000"/>
                  </a:schemeClr>
                </a:solidFill>
              </a:rPr>
              <a:t>Manufacturing 3</a:t>
            </a:r>
          </a:p>
        </p:txBody>
      </p:sp>
      <p:sp>
        <p:nvSpPr>
          <p:cNvPr id="75" name="Text Placeholder 74">
            <a:extLst>
              <a:ext uri="{FF2B5EF4-FFF2-40B4-BE49-F238E27FC236}">
                <a16:creationId xmlns:a16="http://schemas.microsoft.com/office/drawing/2014/main" id="{16EDD378-7609-4CC3-8A2C-74B2A2EE6AB3}"/>
              </a:ext>
            </a:extLst>
          </p:cNvPr>
          <p:cNvSpPr>
            <a:spLocks noGrp="1"/>
          </p:cNvSpPr>
          <p:nvPr>
            <p:ph type="body" sz="quarter" idx="55"/>
          </p:nvPr>
        </p:nvSpPr>
        <p:spPr>
          <a:xfrm>
            <a:off x="9995548" y="2919056"/>
            <a:ext cx="908050" cy="303213"/>
          </a:xfrm>
        </p:spPr>
        <p:txBody>
          <a:bodyPr/>
          <a:lstStyle/>
          <a:p>
            <a:r>
              <a:rPr lang="en-US">
                <a:solidFill>
                  <a:schemeClr val="bg1">
                    <a:lumMod val="75000"/>
                  </a:schemeClr>
                </a:solidFill>
              </a:rPr>
              <a:t>Smart Conveyor</a:t>
            </a:r>
          </a:p>
        </p:txBody>
      </p:sp>
      <p:sp>
        <p:nvSpPr>
          <p:cNvPr id="77" name="Text Placeholder 76">
            <a:extLst>
              <a:ext uri="{FF2B5EF4-FFF2-40B4-BE49-F238E27FC236}">
                <a16:creationId xmlns:a16="http://schemas.microsoft.com/office/drawing/2014/main" id="{8FA257F3-A159-47E9-BF17-98C4F05C4893}"/>
              </a:ext>
            </a:extLst>
          </p:cNvPr>
          <p:cNvSpPr>
            <a:spLocks noGrp="1"/>
          </p:cNvSpPr>
          <p:nvPr>
            <p:ph type="body" sz="quarter" idx="57"/>
          </p:nvPr>
        </p:nvSpPr>
        <p:spPr>
          <a:xfrm>
            <a:off x="10963194" y="2919056"/>
            <a:ext cx="908050" cy="303213"/>
          </a:xfrm>
        </p:spPr>
        <p:txBody>
          <a:bodyPr/>
          <a:lstStyle/>
          <a:p>
            <a:r>
              <a:rPr lang="en-US">
                <a:solidFill>
                  <a:schemeClr val="bg1">
                    <a:lumMod val="75000"/>
                  </a:schemeClr>
                </a:solidFill>
              </a:rPr>
              <a:t>Barcode</a:t>
            </a:r>
          </a:p>
        </p:txBody>
      </p:sp>
      <p:sp>
        <p:nvSpPr>
          <p:cNvPr id="79" name="Text Placeholder 78">
            <a:extLst>
              <a:ext uri="{FF2B5EF4-FFF2-40B4-BE49-F238E27FC236}">
                <a16:creationId xmlns:a16="http://schemas.microsoft.com/office/drawing/2014/main" id="{8D84268B-C610-4FA1-8AEA-C29561B19E70}"/>
              </a:ext>
            </a:extLst>
          </p:cNvPr>
          <p:cNvSpPr>
            <a:spLocks noGrp="1"/>
          </p:cNvSpPr>
          <p:nvPr>
            <p:ph type="body" sz="quarter" idx="59"/>
          </p:nvPr>
        </p:nvSpPr>
        <p:spPr>
          <a:xfrm>
            <a:off x="319088" y="3886568"/>
            <a:ext cx="908050" cy="303213"/>
          </a:xfrm>
        </p:spPr>
        <p:txBody>
          <a:bodyPr/>
          <a:lstStyle/>
          <a:p>
            <a:r>
              <a:rPr lang="en-US">
                <a:solidFill>
                  <a:schemeClr val="bg1">
                    <a:lumMod val="75000"/>
                  </a:schemeClr>
                </a:solidFill>
              </a:rPr>
              <a:t>Box</a:t>
            </a:r>
          </a:p>
        </p:txBody>
      </p:sp>
      <p:sp>
        <p:nvSpPr>
          <p:cNvPr id="81" name="Text Placeholder 80">
            <a:extLst>
              <a:ext uri="{FF2B5EF4-FFF2-40B4-BE49-F238E27FC236}">
                <a16:creationId xmlns:a16="http://schemas.microsoft.com/office/drawing/2014/main" id="{C6430D01-992A-4236-B04E-AE22855E317D}"/>
              </a:ext>
            </a:extLst>
          </p:cNvPr>
          <p:cNvSpPr>
            <a:spLocks noGrp="1"/>
          </p:cNvSpPr>
          <p:nvPr>
            <p:ph type="body" sz="quarter" idx="61"/>
          </p:nvPr>
        </p:nvSpPr>
        <p:spPr>
          <a:xfrm>
            <a:off x="1286734" y="3886568"/>
            <a:ext cx="908050" cy="303213"/>
          </a:xfrm>
        </p:spPr>
        <p:txBody>
          <a:bodyPr/>
          <a:lstStyle/>
          <a:p>
            <a:r>
              <a:rPr lang="en-US">
                <a:solidFill>
                  <a:schemeClr val="bg1">
                    <a:lumMod val="75000"/>
                  </a:schemeClr>
                </a:solidFill>
              </a:rPr>
              <a:t>Package Scale</a:t>
            </a:r>
          </a:p>
        </p:txBody>
      </p:sp>
      <p:sp>
        <p:nvSpPr>
          <p:cNvPr id="83" name="Text Placeholder 82">
            <a:extLst>
              <a:ext uri="{FF2B5EF4-FFF2-40B4-BE49-F238E27FC236}">
                <a16:creationId xmlns:a16="http://schemas.microsoft.com/office/drawing/2014/main" id="{24131BE7-6824-41E5-8598-EEF3C969F96D}"/>
              </a:ext>
            </a:extLst>
          </p:cNvPr>
          <p:cNvSpPr>
            <a:spLocks noGrp="1"/>
          </p:cNvSpPr>
          <p:nvPr>
            <p:ph type="body" sz="quarter" idx="63"/>
          </p:nvPr>
        </p:nvSpPr>
        <p:spPr>
          <a:xfrm>
            <a:off x="2254380" y="3886568"/>
            <a:ext cx="908050" cy="303213"/>
          </a:xfrm>
        </p:spPr>
        <p:txBody>
          <a:bodyPr/>
          <a:lstStyle/>
          <a:p>
            <a:r>
              <a:rPr lang="en-US">
                <a:solidFill>
                  <a:schemeClr val="bg1">
                    <a:lumMod val="75000"/>
                  </a:schemeClr>
                </a:solidFill>
              </a:rPr>
              <a:t>Package Stack</a:t>
            </a:r>
          </a:p>
        </p:txBody>
      </p:sp>
      <p:sp>
        <p:nvSpPr>
          <p:cNvPr id="85" name="Text Placeholder 84">
            <a:extLst>
              <a:ext uri="{FF2B5EF4-FFF2-40B4-BE49-F238E27FC236}">
                <a16:creationId xmlns:a16="http://schemas.microsoft.com/office/drawing/2014/main" id="{09C60B14-0BCE-47EB-8BA6-835E6F9CB870}"/>
              </a:ext>
            </a:extLst>
          </p:cNvPr>
          <p:cNvSpPr>
            <a:spLocks noGrp="1"/>
          </p:cNvSpPr>
          <p:nvPr>
            <p:ph type="body" sz="quarter" idx="65"/>
          </p:nvPr>
        </p:nvSpPr>
        <p:spPr>
          <a:xfrm>
            <a:off x="3222026" y="3886568"/>
            <a:ext cx="908050" cy="303213"/>
          </a:xfrm>
        </p:spPr>
        <p:txBody>
          <a:bodyPr/>
          <a:lstStyle/>
          <a:p>
            <a:r>
              <a:rPr lang="en-US">
                <a:solidFill>
                  <a:schemeClr val="bg1">
                    <a:lumMod val="75000"/>
                  </a:schemeClr>
                </a:solidFill>
              </a:rPr>
              <a:t>Package Clock</a:t>
            </a:r>
          </a:p>
        </p:txBody>
      </p:sp>
      <p:sp>
        <p:nvSpPr>
          <p:cNvPr id="87" name="Text Placeholder 86">
            <a:extLst>
              <a:ext uri="{FF2B5EF4-FFF2-40B4-BE49-F238E27FC236}">
                <a16:creationId xmlns:a16="http://schemas.microsoft.com/office/drawing/2014/main" id="{EA1496CE-C0D1-42E0-813A-EEB42F0B69FB}"/>
              </a:ext>
            </a:extLst>
          </p:cNvPr>
          <p:cNvSpPr>
            <a:spLocks noGrp="1"/>
          </p:cNvSpPr>
          <p:nvPr>
            <p:ph type="body" sz="quarter" idx="67"/>
          </p:nvPr>
        </p:nvSpPr>
        <p:spPr>
          <a:xfrm>
            <a:off x="4189672" y="3886568"/>
            <a:ext cx="908050" cy="303213"/>
          </a:xfrm>
        </p:spPr>
        <p:txBody>
          <a:bodyPr/>
          <a:lstStyle/>
          <a:p>
            <a:r>
              <a:rPr lang="en-US">
                <a:solidFill>
                  <a:schemeClr val="bg1">
                    <a:lumMod val="75000"/>
                  </a:schemeClr>
                </a:solidFill>
              </a:rPr>
              <a:t>Package Exchange</a:t>
            </a:r>
          </a:p>
        </p:txBody>
      </p:sp>
      <p:sp>
        <p:nvSpPr>
          <p:cNvPr id="89" name="Text Placeholder 88">
            <a:extLst>
              <a:ext uri="{FF2B5EF4-FFF2-40B4-BE49-F238E27FC236}">
                <a16:creationId xmlns:a16="http://schemas.microsoft.com/office/drawing/2014/main" id="{0C5E0610-5D5D-467D-B8A4-5844FB274CEE}"/>
              </a:ext>
            </a:extLst>
          </p:cNvPr>
          <p:cNvSpPr>
            <a:spLocks noGrp="1"/>
          </p:cNvSpPr>
          <p:nvPr>
            <p:ph type="body" sz="quarter" idx="69"/>
          </p:nvPr>
        </p:nvSpPr>
        <p:spPr>
          <a:xfrm>
            <a:off x="5157318" y="3886568"/>
            <a:ext cx="908050" cy="303213"/>
          </a:xfrm>
        </p:spPr>
        <p:txBody>
          <a:bodyPr/>
          <a:lstStyle/>
          <a:p>
            <a:r>
              <a:rPr lang="en-US">
                <a:solidFill>
                  <a:schemeClr val="bg1">
                    <a:lumMod val="75000"/>
                  </a:schemeClr>
                </a:solidFill>
              </a:rPr>
              <a:t>Offshore Oil Rig</a:t>
            </a:r>
          </a:p>
        </p:txBody>
      </p:sp>
      <p:sp>
        <p:nvSpPr>
          <p:cNvPr id="91" name="Text Placeholder 90">
            <a:extLst>
              <a:ext uri="{FF2B5EF4-FFF2-40B4-BE49-F238E27FC236}">
                <a16:creationId xmlns:a16="http://schemas.microsoft.com/office/drawing/2014/main" id="{FB1581AB-7A22-43A9-AA01-AD9B5480766E}"/>
              </a:ext>
            </a:extLst>
          </p:cNvPr>
          <p:cNvSpPr>
            <a:spLocks noGrp="1"/>
          </p:cNvSpPr>
          <p:nvPr>
            <p:ph type="body" sz="quarter" idx="71"/>
          </p:nvPr>
        </p:nvSpPr>
        <p:spPr>
          <a:xfrm>
            <a:off x="6124964" y="3886568"/>
            <a:ext cx="908050" cy="303213"/>
          </a:xfrm>
        </p:spPr>
        <p:txBody>
          <a:bodyPr/>
          <a:lstStyle/>
          <a:p>
            <a:r>
              <a:rPr lang="en-US">
                <a:solidFill>
                  <a:schemeClr val="bg1">
                    <a:lumMod val="75000"/>
                  </a:schemeClr>
                </a:solidFill>
              </a:rPr>
              <a:t>Oil Pump</a:t>
            </a:r>
          </a:p>
        </p:txBody>
      </p:sp>
      <p:sp>
        <p:nvSpPr>
          <p:cNvPr id="93" name="Text Placeholder 92">
            <a:extLst>
              <a:ext uri="{FF2B5EF4-FFF2-40B4-BE49-F238E27FC236}">
                <a16:creationId xmlns:a16="http://schemas.microsoft.com/office/drawing/2014/main" id="{A2F653C6-1779-4BA2-BB79-1ABE604AB86C}"/>
              </a:ext>
            </a:extLst>
          </p:cNvPr>
          <p:cNvSpPr>
            <a:spLocks noGrp="1"/>
          </p:cNvSpPr>
          <p:nvPr>
            <p:ph type="body" sz="quarter" idx="73"/>
          </p:nvPr>
        </p:nvSpPr>
        <p:spPr>
          <a:xfrm>
            <a:off x="7092610" y="3886568"/>
            <a:ext cx="908050" cy="303213"/>
          </a:xfrm>
        </p:spPr>
        <p:txBody>
          <a:bodyPr/>
          <a:lstStyle/>
          <a:p>
            <a:r>
              <a:rPr lang="en-US">
                <a:solidFill>
                  <a:schemeClr val="bg1">
                    <a:lumMod val="75000"/>
                  </a:schemeClr>
                </a:solidFill>
              </a:rPr>
              <a:t>Drill</a:t>
            </a:r>
          </a:p>
        </p:txBody>
      </p:sp>
      <p:sp>
        <p:nvSpPr>
          <p:cNvPr id="95" name="Text Placeholder 94">
            <a:extLst>
              <a:ext uri="{FF2B5EF4-FFF2-40B4-BE49-F238E27FC236}">
                <a16:creationId xmlns:a16="http://schemas.microsoft.com/office/drawing/2014/main" id="{19766EC7-7CDF-40E2-AE13-0FE193826E78}"/>
              </a:ext>
            </a:extLst>
          </p:cNvPr>
          <p:cNvSpPr>
            <a:spLocks noGrp="1"/>
          </p:cNvSpPr>
          <p:nvPr>
            <p:ph type="body" sz="quarter" idx="75"/>
          </p:nvPr>
        </p:nvSpPr>
        <p:spPr>
          <a:xfrm>
            <a:off x="8060256" y="3886568"/>
            <a:ext cx="908050" cy="303213"/>
          </a:xfrm>
        </p:spPr>
        <p:txBody>
          <a:bodyPr/>
          <a:lstStyle/>
          <a:p>
            <a:r>
              <a:rPr lang="en-US">
                <a:solidFill>
                  <a:schemeClr val="bg1">
                    <a:lumMod val="75000"/>
                  </a:schemeClr>
                </a:solidFill>
              </a:rPr>
              <a:t>Gas Truck</a:t>
            </a:r>
          </a:p>
        </p:txBody>
      </p:sp>
      <p:sp>
        <p:nvSpPr>
          <p:cNvPr id="97" name="Text Placeholder 96">
            <a:extLst>
              <a:ext uri="{FF2B5EF4-FFF2-40B4-BE49-F238E27FC236}">
                <a16:creationId xmlns:a16="http://schemas.microsoft.com/office/drawing/2014/main" id="{A6F4F5B6-BF62-4E96-B606-B3020F80D8A4}"/>
              </a:ext>
            </a:extLst>
          </p:cNvPr>
          <p:cNvSpPr>
            <a:spLocks noGrp="1"/>
          </p:cNvSpPr>
          <p:nvPr>
            <p:ph type="body" sz="quarter" idx="77"/>
          </p:nvPr>
        </p:nvSpPr>
        <p:spPr>
          <a:xfrm>
            <a:off x="9027902" y="3886568"/>
            <a:ext cx="908050" cy="303213"/>
          </a:xfrm>
        </p:spPr>
        <p:txBody>
          <a:bodyPr/>
          <a:lstStyle/>
          <a:p>
            <a:r>
              <a:rPr lang="en-US">
                <a:solidFill>
                  <a:schemeClr val="bg1">
                    <a:lumMod val="75000"/>
                  </a:schemeClr>
                </a:solidFill>
              </a:rPr>
              <a:t>Oil Tanker</a:t>
            </a:r>
          </a:p>
        </p:txBody>
      </p:sp>
      <p:sp>
        <p:nvSpPr>
          <p:cNvPr id="99" name="Text Placeholder 98">
            <a:extLst>
              <a:ext uri="{FF2B5EF4-FFF2-40B4-BE49-F238E27FC236}">
                <a16:creationId xmlns:a16="http://schemas.microsoft.com/office/drawing/2014/main" id="{7C7D2DCF-64B3-400D-B38D-3CB6639C795D}"/>
              </a:ext>
            </a:extLst>
          </p:cNvPr>
          <p:cNvSpPr>
            <a:spLocks noGrp="1"/>
          </p:cNvSpPr>
          <p:nvPr>
            <p:ph type="body" sz="quarter" idx="79"/>
          </p:nvPr>
        </p:nvSpPr>
        <p:spPr>
          <a:xfrm>
            <a:off x="9995548" y="3886568"/>
            <a:ext cx="908050" cy="303213"/>
          </a:xfrm>
        </p:spPr>
        <p:txBody>
          <a:bodyPr/>
          <a:lstStyle/>
          <a:p>
            <a:r>
              <a:rPr lang="en-US">
                <a:solidFill>
                  <a:schemeClr val="bg1">
                    <a:lumMod val="75000"/>
                  </a:schemeClr>
                </a:solidFill>
              </a:rPr>
              <a:t>Gas Trailer</a:t>
            </a:r>
          </a:p>
        </p:txBody>
      </p:sp>
      <p:sp>
        <p:nvSpPr>
          <p:cNvPr id="101" name="Text Placeholder 100">
            <a:extLst>
              <a:ext uri="{FF2B5EF4-FFF2-40B4-BE49-F238E27FC236}">
                <a16:creationId xmlns:a16="http://schemas.microsoft.com/office/drawing/2014/main" id="{B560A792-7877-46CE-8A97-88FAA2622ABB}"/>
              </a:ext>
            </a:extLst>
          </p:cNvPr>
          <p:cNvSpPr>
            <a:spLocks noGrp="1"/>
          </p:cNvSpPr>
          <p:nvPr>
            <p:ph type="body" sz="quarter" idx="81"/>
          </p:nvPr>
        </p:nvSpPr>
        <p:spPr>
          <a:xfrm>
            <a:off x="10963194" y="3886568"/>
            <a:ext cx="908050" cy="303213"/>
          </a:xfrm>
        </p:spPr>
        <p:txBody>
          <a:bodyPr/>
          <a:lstStyle/>
          <a:p>
            <a:r>
              <a:rPr lang="en-US">
                <a:solidFill>
                  <a:schemeClr val="bg1">
                    <a:lumMod val="75000"/>
                  </a:schemeClr>
                </a:solidFill>
              </a:rPr>
              <a:t>Silo</a:t>
            </a:r>
          </a:p>
        </p:txBody>
      </p:sp>
      <p:sp>
        <p:nvSpPr>
          <p:cNvPr id="103" name="Text Placeholder 102">
            <a:extLst>
              <a:ext uri="{FF2B5EF4-FFF2-40B4-BE49-F238E27FC236}">
                <a16:creationId xmlns:a16="http://schemas.microsoft.com/office/drawing/2014/main" id="{FD3F1D15-F7F4-4370-B852-B068A5209F56}"/>
              </a:ext>
            </a:extLst>
          </p:cNvPr>
          <p:cNvSpPr>
            <a:spLocks noGrp="1"/>
          </p:cNvSpPr>
          <p:nvPr>
            <p:ph type="body" sz="quarter" idx="83"/>
          </p:nvPr>
        </p:nvSpPr>
        <p:spPr>
          <a:xfrm>
            <a:off x="319088" y="4854143"/>
            <a:ext cx="908050" cy="303213"/>
          </a:xfrm>
        </p:spPr>
        <p:txBody>
          <a:bodyPr/>
          <a:lstStyle/>
          <a:p>
            <a:r>
              <a:rPr lang="en-US">
                <a:solidFill>
                  <a:schemeClr val="bg1">
                    <a:lumMod val="75000"/>
                  </a:schemeClr>
                </a:solidFill>
              </a:rPr>
              <a:t>Oil Market</a:t>
            </a:r>
          </a:p>
        </p:txBody>
      </p:sp>
      <p:sp>
        <p:nvSpPr>
          <p:cNvPr id="105" name="Text Placeholder 104">
            <a:extLst>
              <a:ext uri="{FF2B5EF4-FFF2-40B4-BE49-F238E27FC236}">
                <a16:creationId xmlns:a16="http://schemas.microsoft.com/office/drawing/2014/main" id="{4B56D1EB-9ADB-4FC4-86A0-D0563BD57D8A}"/>
              </a:ext>
            </a:extLst>
          </p:cNvPr>
          <p:cNvSpPr>
            <a:spLocks noGrp="1"/>
          </p:cNvSpPr>
          <p:nvPr>
            <p:ph type="body" sz="quarter" idx="85"/>
          </p:nvPr>
        </p:nvSpPr>
        <p:spPr>
          <a:xfrm>
            <a:off x="1286734" y="4854143"/>
            <a:ext cx="908050" cy="303213"/>
          </a:xfrm>
        </p:spPr>
        <p:txBody>
          <a:bodyPr/>
          <a:lstStyle/>
          <a:p>
            <a:r>
              <a:rPr lang="en-US">
                <a:solidFill>
                  <a:schemeClr val="bg1">
                    <a:lumMod val="75000"/>
                  </a:schemeClr>
                </a:solidFill>
              </a:rPr>
              <a:t>Gas Pump</a:t>
            </a:r>
          </a:p>
        </p:txBody>
      </p:sp>
      <p:sp>
        <p:nvSpPr>
          <p:cNvPr id="107" name="Text Placeholder 106">
            <a:extLst>
              <a:ext uri="{FF2B5EF4-FFF2-40B4-BE49-F238E27FC236}">
                <a16:creationId xmlns:a16="http://schemas.microsoft.com/office/drawing/2014/main" id="{A9C1DBC9-E6CA-4C40-89D4-3BE162A7D7C0}"/>
              </a:ext>
            </a:extLst>
          </p:cNvPr>
          <p:cNvSpPr>
            <a:spLocks noGrp="1"/>
          </p:cNvSpPr>
          <p:nvPr>
            <p:ph type="body" sz="quarter" idx="87"/>
          </p:nvPr>
        </p:nvSpPr>
        <p:spPr>
          <a:xfrm>
            <a:off x="2254380" y="4854143"/>
            <a:ext cx="908050" cy="303213"/>
          </a:xfrm>
        </p:spPr>
        <p:txBody>
          <a:bodyPr/>
          <a:lstStyle/>
          <a:p>
            <a:r>
              <a:rPr lang="en-US">
                <a:solidFill>
                  <a:schemeClr val="bg1">
                    <a:lumMod val="75000"/>
                  </a:schemeClr>
                </a:solidFill>
              </a:rPr>
              <a:t>Oil Barrel</a:t>
            </a:r>
          </a:p>
        </p:txBody>
      </p:sp>
      <p:sp>
        <p:nvSpPr>
          <p:cNvPr id="109" name="Text Placeholder 108">
            <a:extLst>
              <a:ext uri="{FF2B5EF4-FFF2-40B4-BE49-F238E27FC236}">
                <a16:creationId xmlns:a16="http://schemas.microsoft.com/office/drawing/2014/main" id="{E057A116-94DF-4CE1-BEE7-BFC03D407E40}"/>
              </a:ext>
            </a:extLst>
          </p:cNvPr>
          <p:cNvSpPr>
            <a:spLocks noGrp="1"/>
          </p:cNvSpPr>
          <p:nvPr>
            <p:ph type="body" sz="quarter" idx="89"/>
          </p:nvPr>
        </p:nvSpPr>
        <p:spPr>
          <a:xfrm>
            <a:off x="3222026" y="4854143"/>
            <a:ext cx="908050" cy="303213"/>
          </a:xfrm>
        </p:spPr>
        <p:txBody>
          <a:bodyPr/>
          <a:lstStyle/>
          <a:p>
            <a:r>
              <a:rPr lang="en-US">
                <a:solidFill>
                  <a:schemeClr val="bg1">
                    <a:lumMod val="75000"/>
                  </a:schemeClr>
                </a:solidFill>
              </a:rPr>
              <a:t>Gas Container</a:t>
            </a:r>
          </a:p>
        </p:txBody>
      </p:sp>
      <p:sp>
        <p:nvSpPr>
          <p:cNvPr id="111" name="Text Placeholder 110">
            <a:extLst>
              <a:ext uri="{FF2B5EF4-FFF2-40B4-BE49-F238E27FC236}">
                <a16:creationId xmlns:a16="http://schemas.microsoft.com/office/drawing/2014/main" id="{24D616E5-CCED-4FA5-824B-5F0E4E781588}"/>
              </a:ext>
            </a:extLst>
          </p:cNvPr>
          <p:cNvSpPr>
            <a:spLocks noGrp="1"/>
          </p:cNvSpPr>
          <p:nvPr>
            <p:ph type="body" sz="quarter" idx="91"/>
          </p:nvPr>
        </p:nvSpPr>
        <p:spPr>
          <a:xfrm>
            <a:off x="4189672" y="4854143"/>
            <a:ext cx="908050" cy="303213"/>
          </a:xfrm>
        </p:spPr>
        <p:txBody>
          <a:bodyPr/>
          <a:lstStyle/>
          <a:p>
            <a:r>
              <a:rPr lang="en-US">
                <a:solidFill>
                  <a:schemeClr val="bg1">
                    <a:lumMod val="75000"/>
                  </a:schemeClr>
                </a:solidFill>
              </a:rPr>
              <a:t>Pipe Valve 1</a:t>
            </a:r>
          </a:p>
        </p:txBody>
      </p:sp>
      <p:sp>
        <p:nvSpPr>
          <p:cNvPr id="113" name="Text Placeholder 112">
            <a:extLst>
              <a:ext uri="{FF2B5EF4-FFF2-40B4-BE49-F238E27FC236}">
                <a16:creationId xmlns:a16="http://schemas.microsoft.com/office/drawing/2014/main" id="{3A89D450-2CBD-4EBA-A020-19ECAADAB0C6}"/>
              </a:ext>
            </a:extLst>
          </p:cNvPr>
          <p:cNvSpPr>
            <a:spLocks noGrp="1"/>
          </p:cNvSpPr>
          <p:nvPr>
            <p:ph type="body" sz="quarter" idx="93"/>
          </p:nvPr>
        </p:nvSpPr>
        <p:spPr>
          <a:xfrm>
            <a:off x="5157318" y="4854143"/>
            <a:ext cx="908050" cy="303213"/>
          </a:xfrm>
        </p:spPr>
        <p:txBody>
          <a:bodyPr/>
          <a:lstStyle/>
          <a:p>
            <a:r>
              <a:rPr lang="en-US">
                <a:solidFill>
                  <a:schemeClr val="bg1">
                    <a:lumMod val="75000"/>
                  </a:schemeClr>
                </a:solidFill>
              </a:rPr>
              <a:t>Pipe Meter</a:t>
            </a:r>
          </a:p>
        </p:txBody>
      </p:sp>
      <p:sp>
        <p:nvSpPr>
          <p:cNvPr id="115" name="Text Placeholder 114">
            <a:extLst>
              <a:ext uri="{FF2B5EF4-FFF2-40B4-BE49-F238E27FC236}">
                <a16:creationId xmlns:a16="http://schemas.microsoft.com/office/drawing/2014/main" id="{F2F70478-EB88-4439-9AD9-2F4177BB8ACE}"/>
              </a:ext>
            </a:extLst>
          </p:cNvPr>
          <p:cNvSpPr>
            <a:spLocks noGrp="1"/>
          </p:cNvSpPr>
          <p:nvPr>
            <p:ph type="body" sz="quarter" idx="95"/>
          </p:nvPr>
        </p:nvSpPr>
        <p:spPr>
          <a:xfrm>
            <a:off x="6124964" y="4854143"/>
            <a:ext cx="908050" cy="303213"/>
          </a:xfrm>
        </p:spPr>
        <p:txBody>
          <a:bodyPr/>
          <a:lstStyle/>
          <a:p>
            <a:r>
              <a:rPr lang="en-US">
                <a:solidFill>
                  <a:schemeClr val="bg1">
                    <a:lumMod val="75000"/>
                  </a:schemeClr>
                </a:solidFill>
              </a:rPr>
              <a:t>Pipe Valve 2</a:t>
            </a:r>
          </a:p>
        </p:txBody>
      </p:sp>
      <p:sp>
        <p:nvSpPr>
          <p:cNvPr id="117" name="Text Placeholder 116">
            <a:extLst>
              <a:ext uri="{FF2B5EF4-FFF2-40B4-BE49-F238E27FC236}">
                <a16:creationId xmlns:a16="http://schemas.microsoft.com/office/drawing/2014/main" id="{10C93B15-09A4-4044-A63A-9F67690A5770}"/>
              </a:ext>
            </a:extLst>
          </p:cNvPr>
          <p:cNvSpPr>
            <a:spLocks noGrp="1"/>
          </p:cNvSpPr>
          <p:nvPr>
            <p:ph type="body" sz="quarter" idx="97"/>
          </p:nvPr>
        </p:nvSpPr>
        <p:spPr>
          <a:xfrm>
            <a:off x="7092610" y="4854143"/>
            <a:ext cx="908050" cy="303213"/>
          </a:xfrm>
        </p:spPr>
        <p:txBody>
          <a:bodyPr/>
          <a:lstStyle/>
          <a:p>
            <a:r>
              <a:rPr lang="en-US">
                <a:solidFill>
                  <a:schemeClr val="bg1">
                    <a:lumMod val="75000"/>
                  </a:schemeClr>
                </a:solidFill>
              </a:rPr>
              <a:t>Pipelines</a:t>
            </a:r>
          </a:p>
          <a:p>
            <a:endParaRPr lang="en-US">
              <a:solidFill>
                <a:schemeClr val="bg1">
                  <a:lumMod val="75000"/>
                </a:schemeClr>
              </a:solidFill>
            </a:endParaRPr>
          </a:p>
        </p:txBody>
      </p:sp>
      <p:sp>
        <p:nvSpPr>
          <p:cNvPr id="119" name="Text Placeholder 118">
            <a:extLst>
              <a:ext uri="{FF2B5EF4-FFF2-40B4-BE49-F238E27FC236}">
                <a16:creationId xmlns:a16="http://schemas.microsoft.com/office/drawing/2014/main" id="{6E0E8752-9BEB-488F-81A2-6413556AB43D}"/>
              </a:ext>
            </a:extLst>
          </p:cNvPr>
          <p:cNvSpPr>
            <a:spLocks noGrp="1"/>
          </p:cNvSpPr>
          <p:nvPr>
            <p:ph type="body" sz="quarter" idx="99"/>
          </p:nvPr>
        </p:nvSpPr>
        <p:spPr>
          <a:xfrm>
            <a:off x="8060256" y="4854143"/>
            <a:ext cx="908050" cy="303213"/>
          </a:xfrm>
        </p:spPr>
        <p:txBody>
          <a:bodyPr/>
          <a:lstStyle/>
          <a:p>
            <a:r>
              <a:rPr lang="en-US">
                <a:solidFill>
                  <a:schemeClr val="bg1">
                    <a:lumMod val="75000"/>
                  </a:schemeClr>
                </a:solidFill>
              </a:rPr>
              <a:t>Piping</a:t>
            </a:r>
          </a:p>
        </p:txBody>
      </p:sp>
      <p:sp>
        <p:nvSpPr>
          <p:cNvPr id="121" name="Text Placeholder 120">
            <a:extLst>
              <a:ext uri="{FF2B5EF4-FFF2-40B4-BE49-F238E27FC236}">
                <a16:creationId xmlns:a16="http://schemas.microsoft.com/office/drawing/2014/main" id="{E0229821-42C8-46C4-8284-D7500687DA69}"/>
              </a:ext>
            </a:extLst>
          </p:cNvPr>
          <p:cNvSpPr>
            <a:spLocks noGrp="1"/>
          </p:cNvSpPr>
          <p:nvPr>
            <p:ph type="body" sz="quarter" idx="101"/>
          </p:nvPr>
        </p:nvSpPr>
        <p:spPr>
          <a:xfrm>
            <a:off x="9027902" y="4854143"/>
            <a:ext cx="908050" cy="303213"/>
          </a:xfrm>
        </p:spPr>
        <p:txBody>
          <a:bodyPr/>
          <a:lstStyle/>
          <a:p>
            <a:r>
              <a:rPr lang="en-US">
                <a:solidFill>
                  <a:schemeClr val="bg1">
                    <a:lumMod val="75000"/>
                  </a:schemeClr>
                </a:solidFill>
              </a:rPr>
              <a:t>Refinery Plant</a:t>
            </a:r>
          </a:p>
        </p:txBody>
      </p:sp>
      <p:sp>
        <p:nvSpPr>
          <p:cNvPr id="123" name="Text Placeholder 122">
            <a:extLst>
              <a:ext uri="{FF2B5EF4-FFF2-40B4-BE49-F238E27FC236}">
                <a16:creationId xmlns:a16="http://schemas.microsoft.com/office/drawing/2014/main" id="{B54AAC8C-641F-4D06-84FA-ECBEBF983900}"/>
              </a:ext>
            </a:extLst>
          </p:cNvPr>
          <p:cNvSpPr>
            <a:spLocks noGrp="1"/>
          </p:cNvSpPr>
          <p:nvPr>
            <p:ph type="body" sz="quarter" idx="103"/>
          </p:nvPr>
        </p:nvSpPr>
        <p:spPr>
          <a:xfrm>
            <a:off x="9995548" y="4854143"/>
            <a:ext cx="908050" cy="303213"/>
          </a:xfrm>
        </p:spPr>
        <p:txBody>
          <a:bodyPr/>
          <a:lstStyle/>
          <a:p>
            <a:r>
              <a:rPr lang="en-US">
                <a:solidFill>
                  <a:schemeClr val="bg1">
                    <a:lumMod val="75000"/>
                  </a:schemeClr>
                </a:solidFill>
              </a:rPr>
              <a:t>Chemical 1</a:t>
            </a:r>
          </a:p>
        </p:txBody>
      </p:sp>
      <p:sp>
        <p:nvSpPr>
          <p:cNvPr id="125" name="Text Placeholder 124">
            <a:extLst>
              <a:ext uri="{FF2B5EF4-FFF2-40B4-BE49-F238E27FC236}">
                <a16:creationId xmlns:a16="http://schemas.microsoft.com/office/drawing/2014/main" id="{6C8191A1-F3B9-4D6E-A8E9-C01F2669754A}"/>
              </a:ext>
            </a:extLst>
          </p:cNvPr>
          <p:cNvSpPr>
            <a:spLocks noGrp="1"/>
          </p:cNvSpPr>
          <p:nvPr>
            <p:ph type="body" sz="quarter" idx="105"/>
          </p:nvPr>
        </p:nvSpPr>
        <p:spPr>
          <a:xfrm>
            <a:off x="10963194" y="4854143"/>
            <a:ext cx="908050" cy="303213"/>
          </a:xfrm>
        </p:spPr>
        <p:txBody>
          <a:bodyPr/>
          <a:lstStyle/>
          <a:p>
            <a:r>
              <a:rPr lang="en-US">
                <a:solidFill>
                  <a:schemeClr val="bg1">
                    <a:lumMod val="75000"/>
                  </a:schemeClr>
                </a:solidFill>
              </a:rPr>
              <a:t>Chemical 2</a:t>
            </a:r>
          </a:p>
        </p:txBody>
      </p:sp>
      <p:sp>
        <p:nvSpPr>
          <p:cNvPr id="127" name="Text Placeholder 126">
            <a:extLst>
              <a:ext uri="{FF2B5EF4-FFF2-40B4-BE49-F238E27FC236}">
                <a16:creationId xmlns:a16="http://schemas.microsoft.com/office/drawing/2014/main" id="{C6368B19-DC17-4F14-B129-06B00DF8BB1B}"/>
              </a:ext>
            </a:extLst>
          </p:cNvPr>
          <p:cNvSpPr>
            <a:spLocks noGrp="1"/>
          </p:cNvSpPr>
          <p:nvPr>
            <p:ph type="body" sz="quarter" idx="107"/>
          </p:nvPr>
        </p:nvSpPr>
        <p:spPr>
          <a:xfrm>
            <a:off x="319088" y="5788498"/>
            <a:ext cx="908050" cy="303213"/>
          </a:xfrm>
        </p:spPr>
        <p:txBody>
          <a:bodyPr/>
          <a:lstStyle/>
          <a:p>
            <a:r>
              <a:rPr lang="en-US">
                <a:solidFill>
                  <a:schemeClr val="bg1">
                    <a:lumMod val="75000"/>
                  </a:schemeClr>
                </a:solidFill>
              </a:rPr>
              <a:t>Chemical 3</a:t>
            </a:r>
          </a:p>
        </p:txBody>
      </p:sp>
      <p:sp>
        <p:nvSpPr>
          <p:cNvPr id="129" name="Text Placeholder 128">
            <a:extLst>
              <a:ext uri="{FF2B5EF4-FFF2-40B4-BE49-F238E27FC236}">
                <a16:creationId xmlns:a16="http://schemas.microsoft.com/office/drawing/2014/main" id="{7022B901-07D9-4FF5-B897-604A0BB7287C}"/>
              </a:ext>
            </a:extLst>
          </p:cNvPr>
          <p:cNvSpPr>
            <a:spLocks noGrp="1"/>
          </p:cNvSpPr>
          <p:nvPr>
            <p:ph type="body" sz="quarter" idx="109"/>
          </p:nvPr>
        </p:nvSpPr>
        <p:spPr>
          <a:xfrm>
            <a:off x="1286734" y="5788498"/>
            <a:ext cx="908050" cy="303213"/>
          </a:xfrm>
        </p:spPr>
        <p:txBody>
          <a:bodyPr/>
          <a:lstStyle/>
          <a:p>
            <a:r>
              <a:rPr lang="en-US">
                <a:solidFill>
                  <a:schemeClr val="bg1">
                    <a:lumMod val="75000"/>
                  </a:schemeClr>
                </a:solidFill>
              </a:rPr>
              <a:t>Chemical 4</a:t>
            </a:r>
          </a:p>
        </p:txBody>
      </p:sp>
      <p:sp>
        <p:nvSpPr>
          <p:cNvPr id="131" name="Text Placeholder 130">
            <a:extLst>
              <a:ext uri="{FF2B5EF4-FFF2-40B4-BE49-F238E27FC236}">
                <a16:creationId xmlns:a16="http://schemas.microsoft.com/office/drawing/2014/main" id="{E520FD45-9FF9-4F93-AF29-40E1E0E011AB}"/>
              </a:ext>
            </a:extLst>
          </p:cNvPr>
          <p:cNvSpPr>
            <a:spLocks noGrp="1"/>
          </p:cNvSpPr>
          <p:nvPr>
            <p:ph type="body" sz="quarter" idx="111"/>
          </p:nvPr>
        </p:nvSpPr>
        <p:spPr>
          <a:xfrm>
            <a:off x="2254380" y="5788498"/>
            <a:ext cx="908050" cy="303213"/>
          </a:xfrm>
        </p:spPr>
        <p:txBody>
          <a:bodyPr/>
          <a:lstStyle/>
          <a:p>
            <a:r>
              <a:rPr lang="en-US">
                <a:solidFill>
                  <a:schemeClr val="bg1">
                    <a:lumMod val="75000"/>
                  </a:schemeClr>
                </a:solidFill>
              </a:rPr>
              <a:t>Dump Truck 1</a:t>
            </a:r>
          </a:p>
        </p:txBody>
      </p:sp>
      <p:sp>
        <p:nvSpPr>
          <p:cNvPr id="133" name="Text Placeholder 132">
            <a:extLst>
              <a:ext uri="{FF2B5EF4-FFF2-40B4-BE49-F238E27FC236}">
                <a16:creationId xmlns:a16="http://schemas.microsoft.com/office/drawing/2014/main" id="{09C641FE-235E-44D7-8C3F-984542F4B8F0}"/>
              </a:ext>
            </a:extLst>
          </p:cNvPr>
          <p:cNvSpPr>
            <a:spLocks noGrp="1"/>
          </p:cNvSpPr>
          <p:nvPr>
            <p:ph type="body" sz="quarter" idx="113"/>
          </p:nvPr>
        </p:nvSpPr>
        <p:spPr>
          <a:xfrm>
            <a:off x="3222026" y="5788498"/>
            <a:ext cx="908050" cy="303213"/>
          </a:xfrm>
        </p:spPr>
        <p:txBody>
          <a:bodyPr/>
          <a:lstStyle/>
          <a:p>
            <a:r>
              <a:rPr lang="en-US">
                <a:solidFill>
                  <a:schemeClr val="bg1">
                    <a:lumMod val="75000"/>
                  </a:schemeClr>
                </a:solidFill>
              </a:rPr>
              <a:t>Cement Truck</a:t>
            </a:r>
          </a:p>
        </p:txBody>
      </p:sp>
      <p:sp>
        <p:nvSpPr>
          <p:cNvPr id="135" name="Text Placeholder 134">
            <a:extLst>
              <a:ext uri="{FF2B5EF4-FFF2-40B4-BE49-F238E27FC236}">
                <a16:creationId xmlns:a16="http://schemas.microsoft.com/office/drawing/2014/main" id="{C0D4DD58-5C8B-4C37-9B3B-EFA680CA975D}"/>
              </a:ext>
            </a:extLst>
          </p:cNvPr>
          <p:cNvSpPr>
            <a:spLocks noGrp="1"/>
          </p:cNvSpPr>
          <p:nvPr>
            <p:ph type="body" sz="quarter" idx="115"/>
          </p:nvPr>
        </p:nvSpPr>
        <p:spPr>
          <a:xfrm>
            <a:off x="4189672" y="5788498"/>
            <a:ext cx="908050" cy="303213"/>
          </a:xfrm>
        </p:spPr>
        <p:txBody>
          <a:bodyPr/>
          <a:lstStyle/>
          <a:p>
            <a:r>
              <a:rPr lang="en-US">
                <a:solidFill>
                  <a:schemeClr val="bg1">
                    <a:lumMod val="75000"/>
                  </a:schemeClr>
                </a:solidFill>
              </a:rPr>
              <a:t>Mine Cart</a:t>
            </a:r>
          </a:p>
        </p:txBody>
      </p:sp>
      <p:sp>
        <p:nvSpPr>
          <p:cNvPr id="137" name="Text Placeholder 136">
            <a:extLst>
              <a:ext uri="{FF2B5EF4-FFF2-40B4-BE49-F238E27FC236}">
                <a16:creationId xmlns:a16="http://schemas.microsoft.com/office/drawing/2014/main" id="{BBD9221D-B51D-4BE2-989C-4C43DDFB972D}"/>
              </a:ext>
            </a:extLst>
          </p:cNvPr>
          <p:cNvSpPr>
            <a:spLocks noGrp="1"/>
          </p:cNvSpPr>
          <p:nvPr>
            <p:ph type="body" sz="quarter" idx="117"/>
          </p:nvPr>
        </p:nvSpPr>
        <p:spPr>
          <a:xfrm>
            <a:off x="5157318" y="5788498"/>
            <a:ext cx="908050" cy="303213"/>
          </a:xfrm>
        </p:spPr>
        <p:txBody>
          <a:bodyPr/>
          <a:lstStyle/>
          <a:p>
            <a:r>
              <a:rPr lang="en-US">
                <a:solidFill>
                  <a:schemeClr val="bg1">
                    <a:lumMod val="75000"/>
                  </a:schemeClr>
                </a:solidFill>
              </a:rPr>
              <a:t>Dump Truck 2</a:t>
            </a:r>
          </a:p>
        </p:txBody>
      </p:sp>
      <p:sp>
        <p:nvSpPr>
          <p:cNvPr id="139" name="Text Placeholder 138">
            <a:extLst>
              <a:ext uri="{FF2B5EF4-FFF2-40B4-BE49-F238E27FC236}">
                <a16:creationId xmlns:a16="http://schemas.microsoft.com/office/drawing/2014/main" id="{406E52BD-08E6-450D-B289-4ACF0D1A510D}"/>
              </a:ext>
            </a:extLst>
          </p:cNvPr>
          <p:cNvSpPr>
            <a:spLocks noGrp="1"/>
          </p:cNvSpPr>
          <p:nvPr>
            <p:ph type="body" sz="quarter" idx="119"/>
          </p:nvPr>
        </p:nvSpPr>
        <p:spPr>
          <a:xfrm>
            <a:off x="6124964" y="5788498"/>
            <a:ext cx="908050" cy="303213"/>
          </a:xfrm>
        </p:spPr>
        <p:txBody>
          <a:bodyPr/>
          <a:lstStyle/>
          <a:p>
            <a:r>
              <a:rPr lang="en-US">
                <a:solidFill>
                  <a:schemeClr val="bg1">
                    <a:lumMod val="75000"/>
                  </a:schemeClr>
                </a:solidFill>
              </a:rPr>
              <a:t>Skid Loader</a:t>
            </a:r>
          </a:p>
        </p:txBody>
      </p:sp>
      <p:sp>
        <p:nvSpPr>
          <p:cNvPr id="141" name="Text Placeholder 140">
            <a:extLst>
              <a:ext uri="{FF2B5EF4-FFF2-40B4-BE49-F238E27FC236}">
                <a16:creationId xmlns:a16="http://schemas.microsoft.com/office/drawing/2014/main" id="{CCF9788E-1FC8-4CA7-8AEC-E0CEE2F5EADF}"/>
              </a:ext>
            </a:extLst>
          </p:cNvPr>
          <p:cNvSpPr>
            <a:spLocks noGrp="1"/>
          </p:cNvSpPr>
          <p:nvPr>
            <p:ph type="body" sz="quarter" idx="121"/>
          </p:nvPr>
        </p:nvSpPr>
        <p:spPr>
          <a:xfrm>
            <a:off x="7092610" y="5788498"/>
            <a:ext cx="908050" cy="303213"/>
          </a:xfrm>
        </p:spPr>
        <p:txBody>
          <a:bodyPr/>
          <a:lstStyle/>
          <a:p>
            <a:r>
              <a:rPr lang="en-US">
                <a:solidFill>
                  <a:schemeClr val="bg1">
                    <a:lumMod val="75000"/>
                  </a:schemeClr>
                </a:solidFill>
              </a:rPr>
              <a:t>Crane Truck</a:t>
            </a:r>
          </a:p>
        </p:txBody>
      </p:sp>
      <p:sp>
        <p:nvSpPr>
          <p:cNvPr id="143" name="Text Placeholder 142">
            <a:extLst>
              <a:ext uri="{FF2B5EF4-FFF2-40B4-BE49-F238E27FC236}">
                <a16:creationId xmlns:a16="http://schemas.microsoft.com/office/drawing/2014/main" id="{40EE740E-6D6E-4DD7-96D1-F4707D64289B}"/>
              </a:ext>
            </a:extLst>
          </p:cNvPr>
          <p:cNvSpPr>
            <a:spLocks noGrp="1"/>
          </p:cNvSpPr>
          <p:nvPr>
            <p:ph type="body" sz="quarter" idx="123"/>
          </p:nvPr>
        </p:nvSpPr>
        <p:spPr>
          <a:xfrm>
            <a:off x="8060256" y="5788498"/>
            <a:ext cx="908050" cy="303213"/>
          </a:xfrm>
        </p:spPr>
        <p:txBody>
          <a:bodyPr/>
          <a:lstStyle/>
          <a:p>
            <a:r>
              <a:rPr lang="en-US">
                <a:solidFill>
                  <a:schemeClr val="bg1">
                    <a:lumMod val="75000"/>
                  </a:schemeClr>
                </a:solidFill>
              </a:rPr>
              <a:t>Bike</a:t>
            </a:r>
          </a:p>
        </p:txBody>
      </p:sp>
      <p:sp>
        <p:nvSpPr>
          <p:cNvPr id="145" name="Text Placeholder 144">
            <a:extLst>
              <a:ext uri="{FF2B5EF4-FFF2-40B4-BE49-F238E27FC236}">
                <a16:creationId xmlns:a16="http://schemas.microsoft.com/office/drawing/2014/main" id="{BA82C1C7-4E10-4B33-9413-812069373E2E}"/>
              </a:ext>
            </a:extLst>
          </p:cNvPr>
          <p:cNvSpPr>
            <a:spLocks noGrp="1"/>
          </p:cNvSpPr>
          <p:nvPr>
            <p:ph type="body" sz="quarter" idx="125"/>
          </p:nvPr>
        </p:nvSpPr>
        <p:spPr>
          <a:xfrm>
            <a:off x="9027902" y="5788498"/>
            <a:ext cx="908050" cy="303213"/>
          </a:xfrm>
        </p:spPr>
        <p:txBody>
          <a:bodyPr/>
          <a:lstStyle/>
          <a:p>
            <a:r>
              <a:rPr lang="en-US">
                <a:solidFill>
                  <a:schemeClr val="bg1">
                    <a:lumMod val="75000"/>
                  </a:schemeClr>
                </a:solidFill>
              </a:rPr>
              <a:t>Auto</a:t>
            </a:r>
          </a:p>
        </p:txBody>
      </p:sp>
      <p:sp>
        <p:nvSpPr>
          <p:cNvPr id="147" name="Text Placeholder 146">
            <a:extLst>
              <a:ext uri="{FF2B5EF4-FFF2-40B4-BE49-F238E27FC236}">
                <a16:creationId xmlns:a16="http://schemas.microsoft.com/office/drawing/2014/main" id="{934766D5-B5E6-4248-9026-605EC19D6171}"/>
              </a:ext>
            </a:extLst>
          </p:cNvPr>
          <p:cNvSpPr>
            <a:spLocks noGrp="1"/>
          </p:cNvSpPr>
          <p:nvPr>
            <p:ph type="body" sz="quarter" idx="127"/>
          </p:nvPr>
        </p:nvSpPr>
        <p:spPr>
          <a:xfrm>
            <a:off x="9995548" y="5788498"/>
            <a:ext cx="908050" cy="303213"/>
          </a:xfrm>
        </p:spPr>
        <p:txBody>
          <a:bodyPr/>
          <a:lstStyle/>
          <a:p>
            <a:r>
              <a:rPr lang="en-US">
                <a:solidFill>
                  <a:schemeClr val="bg1">
                    <a:lumMod val="75000"/>
                  </a:schemeClr>
                </a:solidFill>
              </a:rPr>
              <a:t>Tunnel Train</a:t>
            </a:r>
          </a:p>
        </p:txBody>
      </p:sp>
      <p:sp>
        <p:nvSpPr>
          <p:cNvPr id="149" name="Text Placeholder 148">
            <a:extLst>
              <a:ext uri="{FF2B5EF4-FFF2-40B4-BE49-F238E27FC236}">
                <a16:creationId xmlns:a16="http://schemas.microsoft.com/office/drawing/2014/main" id="{46412A53-8C87-4EE6-8000-F837BD0409E8}"/>
              </a:ext>
            </a:extLst>
          </p:cNvPr>
          <p:cNvSpPr>
            <a:spLocks noGrp="1"/>
          </p:cNvSpPr>
          <p:nvPr>
            <p:ph type="body" sz="quarter" idx="129"/>
          </p:nvPr>
        </p:nvSpPr>
        <p:spPr>
          <a:xfrm>
            <a:off x="10963194" y="5788498"/>
            <a:ext cx="908050" cy="303213"/>
          </a:xfrm>
        </p:spPr>
        <p:txBody>
          <a:bodyPr/>
          <a:lstStyle/>
          <a:p>
            <a:r>
              <a:rPr lang="en-US">
                <a:solidFill>
                  <a:schemeClr val="bg1">
                    <a:lumMod val="75000"/>
                  </a:schemeClr>
                </a:solidFill>
              </a:rPr>
              <a:t>Speed Train</a:t>
            </a:r>
          </a:p>
        </p:txBody>
      </p:sp>
      <p:sp>
        <p:nvSpPr>
          <p:cNvPr id="130" name="Freeform 12">
            <a:extLst>
              <a:ext uri="{FF2B5EF4-FFF2-40B4-BE49-F238E27FC236}">
                <a16:creationId xmlns:a16="http://schemas.microsoft.com/office/drawing/2014/main" id="{4632E971-0A15-452F-B486-A50B2674C9F9}"/>
              </a:ext>
            </a:extLst>
          </p:cNvPr>
          <p:cNvSpPr>
            <a:spLocks noChangeAspect="1" noEditPoints="1"/>
          </p:cNvSpPr>
          <p:nvPr/>
        </p:nvSpPr>
        <p:spPr bwMode="auto">
          <a:xfrm>
            <a:off x="573088" y="1468382"/>
            <a:ext cx="400050" cy="387350"/>
          </a:xfrm>
          <a:custGeom>
            <a:avLst/>
            <a:gdLst>
              <a:gd name="T0" fmla="*/ 96 w 256"/>
              <a:gd name="T1" fmla="*/ 178 h 248"/>
              <a:gd name="T2" fmla="*/ 72 w 256"/>
              <a:gd name="T3" fmla="*/ 176 h 248"/>
              <a:gd name="T4" fmla="*/ 8 w 256"/>
              <a:gd name="T5" fmla="*/ 127 h 248"/>
              <a:gd name="T6" fmla="*/ 93 w 256"/>
              <a:gd name="T7" fmla="*/ 146 h 248"/>
              <a:gd name="T8" fmla="*/ 91 w 256"/>
              <a:gd name="T9" fmla="*/ 139 h 248"/>
              <a:gd name="T10" fmla="*/ 8 w 256"/>
              <a:gd name="T11" fmla="*/ 109 h 248"/>
              <a:gd name="T12" fmla="*/ 72 w 256"/>
              <a:gd name="T13" fmla="*/ 108 h 248"/>
              <a:gd name="T14" fmla="*/ 96 w 256"/>
              <a:gd name="T15" fmla="*/ 102 h 248"/>
              <a:gd name="T16" fmla="*/ 72 w 256"/>
              <a:gd name="T17" fmla="*/ 100 h 248"/>
              <a:gd name="T18" fmla="*/ 8 w 256"/>
              <a:gd name="T19" fmla="*/ 50 h 248"/>
              <a:gd name="T20" fmla="*/ 136 w 256"/>
              <a:gd name="T21" fmla="*/ 50 h 248"/>
              <a:gd name="T22" fmla="*/ 140 w 256"/>
              <a:gd name="T23" fmla="*/ 56 h 248"/>
              <a:gd name="T24" fmla="*/ 144 w 256"/>
              <a:gd name="T25" fmla="*/ 36 h 248"/>
              <a:gd name="T26" fmla="*/ 144 w 256"/>
              <a:gd name="T27" fmla="*/ 34 h 248"/>
              <a:gd name="T28" fmla="*/ 0 w 256"/>
              <a:gd name="T29" fmla="*/ 34 h 248"/>
              <a:gd name="T30" fmla="*/ 0 w 256"/>
              <a:gd name="T31" fmla="*/ 36 h 248"/>
              <a:gd name="T32" fmla="*/ 0 w 256"/>
              <a:gd name="T33" fmla="*/ 68 h 248"/>
              <a:gd name="T34" fmla="*/ 0 w 256"/>
              <a:gd name="T35" fmla="*/ 146 h 248"/>
              <a:gd name="T36" fmla="*/ 93 w 256"/>
              <a:gd name="T37" fmla="*/ 183 h 248"/>
              <a:gd name="T38" fmla="*/ 136 w 256"/>
              <a:gd name="T39" fmla="*/ 34 h 248"/>
              <a:gd name="T40" fmla="*/ 8 w 256"/>
              <a:gd name="T41" fmla="*/ 34 h 248"/>
              <a:gd name="T42" fmla="*/ 256 w 256"/>
              <a:gd name="T43" fmla="*/ 98 h 248"/>
              <a:gd name="T44" fmla="*/ 112 w 256"/>
              <a:gd name="T45" fmla="*/ 98 h 248"/>
              <a:gd name="T46" fmla="*/ 112 w 256"/>
              <a:gd name="T47" fmla="*/ 100 h 248"/>
              <a:gd name="T48" fmla="*/ 112 w 256"/>
              <a:gd name="T49" fmla="*/ 132 h 248"/>
              <a:gd name="T50" fmla="*/ 112 w 256"/>
              <a:gd name="T51" fmla="*/ 210 h 248"/>
              <a:gd name="T52" fmla="*/ 256 w 256"/>
              <a:gd name="T53" fmla="*/ 210 h 248"/>
              <a:gd name="T54" fmla="*/ 256 w 256"/>
              <a:gd name="T55" fmla="*/ 132 h 248"/>
              <a:gd name="T56" fmla="*/ 256 w 256"/>
              <a:gd name="T57" fmla="*/ 100 h 248"/>
              <a:gd name="T58" fmla="*/ 256 w 256"/>
              <a:gd name="T59" fmla="*/ 98 h 248"/>
              <a:gd name="T60" fmla="*/ 184 w 256"/>
              <a:gd name="T61" fmla="*/ 240 h 248"/>
              <a:gd name="T62" fmla="*/ 120 w 256"/>
              <a:gd name="T63" fmla="*/ 191 h 248"/>
              <a:gd name="T64" fmla="*/ 248 w 256"/>
              <a:gd name="T65" fmla="*/ 191 h 248"/>
              <a:gd name="T66" fmla="*/ 248 w 256"/>
              <a:gd name="T67" fmla="*/ 173 h 248"/>
              <a:gd name="T68" fmla="*/ 120 w 256"/>
              <a:gd name="T69" fmla="*/ 173 h 248"/>
              <a:gd name="T70" fmla="*/ 184 w 256"/>
              <a:gd name="T71" fmla="*/ 172 h 248"/>
              <a:gd name="T72" fmla="*/ 248 w 256"/>
              <a:gd name="T73" fmla="*/ 173 h 248"/>
              <a:gd name="T74" fmla="*/ 184 w 256"/>
              <a:gd name="T75" fmla="*/ 164 h 248"/>
              <a:gd name="T76" fmla="*/ 120 w 256"/>
              <a:gd name="T77" fmla="*/ 114 h 248"/>
              <a:gd name="T78" fmla="*/ 248 w 256"/>
              <a:gd name="T79" fmla="*/ 114 h 248"/>
              <a:gd name="T80" fmla="*/ 184 w 256"/>
              <a:gd name="T81" fmla="*/ 124 h 248"/>
              <a:gd name="T82" fmla="*/ 184 w 256"/>
              <a:gd name="T83" fmla="*/ 72 h 248"/>
              <a:gd name="T84" fmla="*/ 184 w 256"/>
              <a:gd name="T85" fmla="*/ 124 h 248"/>
              <a:gd name="T86" fmla="*/ 180 w 256"/>
              <a:gd name="T87" fmla="*/ 52 h 248"/>
              <a:gd name="T88" fmla="*/ 188 w 256"/>
              <a:gd name="T89" fmla="*/ 36 h 248"/>
              <a:gd name="T90" fmla="*/ 156 w 256"/>
              <a:gd name="T91" fmla="*/ 20 h 248"/>
              <a:gd name="T92" fmla="*/ 172 w 256"/>
              <a:gd name="T93" fmla="*/ 28 h 248"/>
              <a:gd name="T94" fmla="*/ 76 w 256"/>
              <a:gd name="T95" fmla="*/ 212 h 248"/>
              <a:gd name="T96" fmla="*/ 68 w 256"/>
              <a:gd name="T97" fmla="*/ 196 h 248"/>
              <a:gd name="T98" fmla="*/ 84 w 256"/>
              <a:gd name="T99" fmla="*/ 228 h 248"/>
              <a:gd name="T100" fmla="*/ 100 w 256"/>
              <a:gd name="T101" fmla="*/ 220 h 248"/>
              <a:gd name="T102" fmla="*/ 76 w 256"/>
              <a:gd name="T103" fmla="*/ 212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48">
                <a:moveTo>
                  <a:pt x="93" y="183"/>
                </a:moveTo>
                <a:cubicBezTo>
                  <a:pt x="95" y="182"/>
                  <a:pt x="96" y="180"/>
                  <a:pt x="96" y="178"/>
                </a:cubicBezTo>
                <a:cubicBezTo>
                  <a:pt x="96" y="176"/>
                  <a:pt x="94" y="174"/>
                  <a:pt x="91" y="175"/>
                </a:cubicBezTo>
                <a:cubicBezTo>
                  <a:pt x="85" y="176"/>
                  <a:pt x="79" y="176"/>
                  <a:pt x="72" y="176"/>
                </a:cubicBezTo>
                <a:cubicBezTo>
                  <a:pt x="36" y="176"/>
                  <a:pt x="8" y="163"/>
                  <a:pt x="8" y="146"/>
                </a:cubicBezTo>
                <a:cubicBezTo>
                  <a:pt x="8" y="127"/>
                  <a:pt x="8" y="127"/>
                  <a:pt x="8" y="127"/>
                </a:cubicBezTo>
                <a:cubicBezTo>
                  <a:pt x="20" y="140"/>
                  <a:pt x="44" y="148"/>
                  <a:pt x="72" y="148"/>
                </a:cubicBezTo>
                <a:cubicBezTo>
                  <a:pt x="79" y="148"/>
                  <a:pt x="86" y="147"/>
                  <a:pt x="93" y="146"/>
                </a:cubicBezTo>
                <a:cubicBezTo>
                  <a:pt x="95" y="146"/>
                  <a:pt x="96" y="144"/>
                  <a:pt x="96" y="142"/>
                </a:cubicBezTo>
                <a:cubicBezTo>
                  <a:pt x="96" y="140"/>
                  <a:pt x="94" y="138"/>
                  <a:pt x="91" y="139"/>
                </a:cubicBezTo>
                <a:cubicBezTo>
                  <a:pt x="85" y="140"/>
                  <a:pt x="79" y="140"/>
                  <a:pt x="72" y="140"/>
                </a:cubicBezTo>
                <a:cubicBezTo>
                  <a:pt x="37" y="140"/>
                  <a:pt x="8" y="126"/>
                  <a:pt x="8" y="109"/>
                </a:cubicBezTo>
                <a:cubicBezTo>
                  <a:pt x="8" y="86"/>
                  <a:pt x="8" y="86"/>
                  <a:pt x="8" y="86"/>
                </a:cubicBezTo>
                <a:cubicBezTo>
                  <a:pt x="20" y="99"/>
                  <a:pt x="44" y="108"/>
                  <a:pt x="72" y="108"/>
                </a:cubicBezTo>
                <a:cubicBezTo>
                  <a:pt x="79" y="108"/>
                  <a:pt x="86" y="107"/>
                  <a:pt x="93" y="106"/>
                </a:cubicBezTo>
                <a:cubicBezTo>
                  <a:pt x="95" y="106"/>
                  <a:pt x="96" y="104"/>
                  <a:pt x="96" y="102"/>
                </a:cubicBezTo>
                <a:cubicBezTo>
                  <a:pt x="96" y="100"/>
                  <a:pt x="94" y="98"/>
                  <a:pt x="91" y="98"/>
                </a:cubicBezTo>
                <a:cubicBezTo>
                  <a:pt x="85" y="99"/>
                  <a:pt x="79" y="100"/>
                  <a:pt x="72" y="100"/>
                </a:cubicBezTo>
                <a:cubicBezTo>
                  <a:pt x="37" y="100"/>
                  <a:pt x="8" y="85"/>
                  <a:pt x="8" y="67"/>
                </a:cubicBezTo>
                <a:cubicBezTo>
                  <a:pt x="8" y="50"/>
                  <a:pt x="8" y="50"/>
                  <a:pt x="8" y="50"/>
                </a:cubicBezTo>
                <a:cubicBezTo>
                  <a:pt x="20" y="61"/>
                  <a:pt x="44" y="68"/>
                  <a:pt x="72" y="68"/>
                </a:cubicBezTo>
                <a:cubicBezTo>
                  <a:pt x="100" y="68"/>
                  <a:pt x="124" y="61"/>
                  <a:pt x="136" y="50"/>
                </a:cubicBezTo>
                <a:cubicBezTo>
                  <a:pt x="136" y="52"/>
                  <a:pt x="136" y="52"/>
                  <a:pt x="136" y="52"/>
                </a:cubicBezTo>
                <a:cubicBezTo>
                  <a:pt x="136" y="54"/>
                  <a:pt x="138" y="56"/>
                  <a:pt x="140" y="56"/>
                </a:cubicBezTo>
                <a:cubicBezTo>
                  <a:pt x="142" y="56"/>
                  <a:pt x="144" y="54"/>
                  <a:pt x="144" y="52"/>
                </a:cubicBezTo>
                <a:cubicBezTo>
                  <a:pt x="144" y="36"/>
                  <a:pt x="144" y="36"/>
                  <a:pt x="144" y="36"/>
                </a:cubicBezTo>
                <a:cubicBezTo>
                  <a:pt x="144" y="36"/>
                  <a:pt x="144" y="36"/>
                  <a:pt x="144" y="35"/>
                </a:cubicBezTo>
                <a:cubicBezTo>
                  <a:pt x="144" y="35"/>
                  <a:pt x="144" y="34"/>
                  <a:pt x="144" y="34"/>
                </a:cubicBezTo>
                <a:cubicBezTo>
                  <a:pt x="144" y="15"/>
                  <a:pt x="112" y="0"/>
                  <a:pt x="72" y="0"/>
                </a:cubicBezTo>
                <a:cubicBezTo>
                  <a:pt x="32" y="0"/>
                  <a:pt x="0" y="15"/>
                  <a:pt x="0" y="34"/>
                </a:cubicBezTo>
                <a:cubicBezTo>
                  <a:pt x="0" y="34"/>
                  <a:pt x="0" y="35"/>
                  <a:pt x="0" y="35"/>
                </a:cubicBezTo>
                <a:cubicBezTo>
                  <a:pt x="0" y="36"/>
                  <a:pt x="0" y="36"/>
                  <a:pt x="0" y="36"/>
                </a:cubicBezTo>
                <a:cubicBezTo>
                  <a:pt x="0" y="67"/>
                  <a:pt x="0" y="67"/>
                  <a:pt x="0" y="67"/>
                </a:cubicBezTo>
                <a:cubicBezTo>
                  <a:pt x="0" y="68"/>
                  <a:pt x="0" y="68"/>
                  <a:pt x="0" y="68"/>
                </a:cubicBezTo>
                <a:cubicBezTo>
                  <a:pt x="0" y="68"/>
                  <a:pt x="0" y="68"/>
                  <a:pt x="0" y="68"/>
                </a:cubicBezTo>
                <a:cubicBezTo>
                  <a:pt x="0" y="146"/>
                  <a:pt x="0" y="146"/>
                  <a:pt x="0" y="146"/>
                </a:cubicBezTo>
                <a:cubicBezTo>
                  <a:pt x="0" y="168"/>
                  <a:pt x="30" y="184"/>
                  <a:pt x="72" y="184"/>
                </a:cubicBezTo>
                <a:cubicBezTo>
                  <a:pt x="79" y="184"/>
                  <a:pt x="86" y="184"/>
                  <a:pt x="93" y="183"/>
                </a:cubicBezTo>
                <a:close/>
                <a:moveTo>
                  <a:pt x="72" y="8"/>
                </a:moveTo>
                <a:cubicBezTo>
                  <a:pt x="110" y="8"/>
                  <a:pt x="136" y="22"/>
                  <a:pt x="136" y="34"/>
                </a:cubicBezTo>
                <a:cubicBezTo>
                  <a:pt x="136" y="46"/>
                  <a:pt x="110" y="60"/>
                  <a:pt x="72" y="60"/>
                </a:cubicBezTo>
                <a:cubicBezTo>
                  <a:pt x="34" y="60"/>
                  <a:pt x="8" y="46"/>
                  <a:pt x="8" y="34"/>
                </a:cubicBezTo>
                <a:cubicBezTo>
                  <a:pt x="8" y="22"/>
                  <a:pt x="34" y="8"/>
                  <a:pt x="72" y="8"/>
                </a:cubicBezTo>
                <a:close/>
                <a:moveTo>
                  <a:pt x="256" y="98"/>
                </a:moveTo>
                <a:cubicBezTo>
                  <a:pt x="256" y="79"/>
                  <a:pt x="224" y="64"/>
                  <a:pt x="184" y="64"/>
                </a:cubicBezTo>
                <a:cubicBezTo>
                  <a:pt x="144" y="64"/>
                  <a:pt x="112" y="79"/>
                  <a:pt x="112" y="98"/>
                </a:cubicBezTo>
                <a:cubicBezTo>
                  <a:pt x="112" y="98"/>
                  <a:pt x="112" y="99"/>
                  <a:pt x="112" y="99"/>
                </a:cubicBezTo>
                <a:cubicBezTo>
                  <a:pt x="112" y="100"/>
                  <a:pt x="112" y="100"/>
                  <a:pt x="112" y="100"/>
                </a:cubicBezTo>
                <a:cubicBezTo>
                  <a:pt x="112" y="131"/>
                  <a:pt x="112" y="131"/>
                  <a:pt x="112" y="131"/>
                </a:cubicBezTo>
                <a:cubicBezTo>
                  <a:pt x="112" y="132"/>
                  <a:pt x="112" y="132"/>
                  <a:pt x="112" y="132"/>
                </a:cubicBezTo>
                <a:cubicBezTo>
                  <a:pt x="112" y="132"/>
                  <a:pt x="112" y="132"/>
                  <a:pt x="112" y="132"/>
                </a:cubicBezTo>
                <a:cubicBezTo>
                  <a:pt x="112" y="210"/>
                  <a:pt x="112" y="210"/>
                  <a:pt x="112" y="210"/>
                </a:cubicBezTo>
                <a:cubicBezTo>
                  <a:pt x="112" y="232"/>
                  <a:pt x="142" y="248"/>
                  <a:pt x="184" y="248"/>
                </a:cubicBezTo>
                <a:cubicBezTo>
                  <a:pt x="226" y="248"/>
                  <a:pt x="256" y="232"/>
                  <a:pt x="256" y="210"/>
                </a:cubicBezTo>
                <a:cubicBezTo>
                  <a:pt x="256" y="132"/>
                  <a:pt x="256" y="132"/>
                  <a:pt x="256" y="132"/>
                </a:cubicBezTo>
                <a:cubicBezTo>
                  <a:pt x="256" y="132"/>
                  <a:pt x="256" y="132"/>
                  <a:pt x="256" y="132"/>
                </a:cubicBezTo>
                <a:cubicBezTo>
                  <a:pt x="256" y="132"/>
                  <a:pt x="256" y="132"/>
                  <a:pt x="256" y="131"/>
                </a:cubicBezTo>
                <a:cubicBezTo>
                  <a:pt x="256" y="100"/>
                  <a:pt x="256" y="100"/>
                  <a:pt x="256" y="100"/>
                </a:cubicBezTo>
                <a:cubicBezTo>
                  <a:pt x="256" y="100"/>
                  <a:pt x="256" y="100"/>
                  <a:pt x="256" y="99"/>
                </a:cubicBezTo>
                <a:cubicBezTo>
                  <a:pt x="256" y="99"/>
                  <a:pt x="256" y="98"/>
                  <a:pt x="256" y="98"/>
                </a:cubicBezTo>
                <a:close/>
                <a:moveTo>
                  <a:pt x="248" y="210"/>
                </a:moveTo>
                <a:cubicBezTo>
                  <a:pt x="248" y="227"/>
                  <a:pt x="220" y="240"/>
                  <a:pt x="184" y="240"/>
                </a:cubicBezTo>
                <a:cubicBezTo>
                  <a:pt x="148" y="240"/>
                  <a:pt x="120" y="227"/>
                  <a:pt x="120" y="210"/>
                </a:cubicBezTo>
                <a:cubicBezTo>
                  <a:pt x="120" y="191"/>
                  <a:pt x="120" y="191"/>
                  <a:pt x="120" y="191"/>
                </a:cubicBezTo>
                <a:cubicBezTo>
                  <a:pt x="132" y="204"/>
                  <a:pt x="156" y="212"/>
                  <a:pt x="184" y="212"/>
                </a:cubicBezTo>
                <a:cubicBezTo>
                  <a:pt x="212" y="212"/>
                  <a:pt x="236" y="204"/>
                  <a:pt x="248" y="191"/>
                </a:cubicBezTo>
                <a:lnTo>
                  <a:pt x="248" y="210"/>
                </a:lnTo>
                <a:close/>
                <a:moveTo>
                  <a:pt x="248" y="173"/>
                </a:moveTo>
                <a:cubicBezTo>
                  <a:pt x="248" y="190"/>
                  <a:pt x="219" y="204"/>
                  <a:pt x="184" y="204"/>
                </a:cubicBezTo>
                <a:cubicBezTo>
                  <a:pt x="149" y="204"/>
                  <a:pt x="120" y="190"/>
                  <a:pt x="120" y="173"/>
                </a:cubicBezTo>
                <a:cubicBezTo>
                  <a:pt x="120" y="150"/>
                  <a:pt x="120" y="150"/>
                  <a:pt x="120" y="150"/>
                </a:cubicBezTo>
                <a:cubicBezTo>
                  <a:pt x="132" y="163"/>
                  <a:pt x="156" y="172"/>
                  <a:pt x="184" y="172"/>
                </a:cubicBezTo>
                <a:cubicBezTo>
                  <a:pt x="212" y="172"/>
                  <a:pt x="236" y="163"/>
                  <a:pt x="248" y="150"/>
                </a:cubicBezTo>
                <a:lnTo>
                  <a:pt x="248" y="173"/>
                </a:lnTo>
                <a:close/>
                <a:moveTo>
                  <a:pt x="248" y="131"/>
                </a:moveTo>
                <a:cubicBezTo>
                  <a:pt x="248" y="149"/>
                  <a:pt x="219" y="164"/>
                  <a:pt x="184" y="164"/>
                </a:cubicBezTo>
                <a:cubicBezTo>
                  <a:pt x="149" y="164"/>
                  <a:pt x="120" y="149"/>
                  <a:pt x="120" y="131"/>
                </a:cubicBezTo>
                <a:cubicBezTo>
                  <a:pt x="120" y="114"/>
                  <a:pt x="120" y="114"/>
                  <a:pt x="120" y="114"/>
                </a:cubicBezTo>
                <a:cubicBezTo>
                  <a:pt x="132" y="125"/>
                  <a:pt x="156" y="132"/>
                  <a:pt x="184" y="132"/>
                </a:cubicBezTo>
                <a:cubicBezTo>
                  <a:pt x="212" y="132"/>
                  <a:pt x="236" y="125"/>
                  <a:pt x="248" y="114"/>
                </a:cubicBezTo>
                <a:lnTo>
                  <a:pt x="248" y="131"/>
                </a:lnTo>
                <a:close/>
                <a:moveTo>
                  <a:pt x="184" y="124"/>
                </a:moveTo>
                <a:cubicBezTo>
                  <a:pt x="146" y="124"/>
                  <a:pt x="120" y="110"/>
                  <a:pt x="120" y="98"/>
                </a:cubicBezTo>
                <a:cubicBezTo>
                  <a:pt x="120" y="86"/>
                  <a:pt x="146" y="72"/>
                  <a:pt x="184" y="72"/>
                </a:cubicBezTo>
                <a:cubicBezTo>
                  <a:pt x="222" y="72"/>
                  <a:pt x="248" y="86"/>
                  <a:pt x="248" y="98"/>
                </a:cubicBezTo>
                <a:cubicBezTo>
                  <a:pt x="248" y="110"/>
                  <a:pt x="222" y="124"/>
                  <a:pt x="184" y="124"/>
                </a:cubicBezTo>
                <a:close/>
                <a:moveTo>
                  <a:pt x="180" y="36"/>
                </a:moveTo>
                <a:cubicBezTo>
                  <a:pt x="180" y="52"/>
                  <a:pt x="180" y="52"/>
                  <a:pt x="180" y="52"/>
                </a:cubicBezTo>
                <a:cubicBezTo>
                  <a:pt x="188" y="52"/>
                  <a:pt x="188" y="52"/>
                  <a:pt x="188" y="52"/>
                </a:cubicBezTo>
                <a:cubicBezTo>
                  <a:pt x="188" y="36"/>
                  <a:pt x="188" y="36"/>
                  <a:pt x="188" y="36"/>
                </a:cubicBezTo>
                <a:cubicBezTo>
                  <a:pt x="188" y="27"/>
                  <a:pt x="181" y="20"/>
                  <a:pt x="172" y="20"/>
                </a:cubicBezTo>
                <a:cubicBezTo>
                  <a:pt x="156" y="20"/>
                  <a:pt x="156" y="20"/>
                  <a:pt x="156" y="20"/>
                </a:cubicBezTo>
                <a:cubicBezTo>
                  <a:pt x="156" y="28"/>
                  <a:pt x="156" y="28"/>
                  <a:pt x="156" y="28"/>
                </a:cubicBezTo>
                <a:cubicBezTo>
                  <a:pt x="172" y="28"/>
                  <a:pt x="172" y="28"/>
                  <a:pt x="172" y="28"/>
                </a:cubicBezTo>
                <a:cubicBezTo>
                  <a:pt x="176" y="28"/>
                  <a:pt x="180" y="32"/>
                  <a:pt x="180" y="36"/>
                </a:cubicBezTo>
                <a:close/>
                <a:moveTo>
                  <a:pt x="76" y="212"/>
                </a:moveTo>
                <a:cubicBezTo>
                  <a:pt x="76" y="196"/>
                  <a:pt x="76" y="196"/>
                  <a:pt x="76" y="196"/>
                </a:cubicBezTo>
                <a:cubicBezTo>
                  <a:pt x="68" y="196"/>
                  <a:pt x="68" y="196"/>
                  <a:pt x="68" y="196"/>
                </a:cubicBezTo>
                <a:cubicBezTo>
                  <a:pt x="68" y="212"/>
                  <a:pt x="68" y="212"/>
                  <a:pt x="68" y="212"/>
                </a:cubicBezTo>
                <a:cubicBezTo>
                  <a:pt x="68" y="221"/>
                  <a:pt x="75" y="228"/>
                  <a:pt x="84" y="228"/>
                </a:cubicBezTo>
                <a:cubicBezTo>
                  <a:pt x="100" y="228"/>
                  <a:pt x="100" y="228"/>
                  <a:pt x="100" y="228"/>
                </a:cubicBezTo>
                <a:cubicBezTo>
                  <a:pt x="100" y="220"/>
                  <a:pt x="100" y="220"/>
                  <a:pt x="100" y="220"/>
                </a:cubicBezTo>
                <a:cubicBezTo>
                  <a:pt x="84" y="220"/>
                  <a:pt x="84" y="220"/>
                  <a:pt x="84" y="220"/>
                </a:cubicBezTo>
                <a:cubicBezTo>
                  <a:pt x="80" y="220"/>
                  <a:pt x="76" y="216"/>
                  <a:pt x="76" y="21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 name="Freeform 16">
            <a:extLst>
              <a:ext uri="{FF2B5EF4-FFF2-40B4-BE49-F238E27FC236}">
                <a16:creationId xmlns:a16="http://schemas.microsoft.com/office/drawing/2014/main" id="{47D663A2-7FE1-48B5-ABF1-1CB8BAAC36B7}"/>
              </a:ext>
            </a:extLst>
          </p:cNvPr>
          <p:cNvSpPr>
            <a:spLocks noChangeAspect="1" noEditPoints="1"/>
          </p:cNvSpPr>
          <p:nvPr/>
        </p:nvSpPr>
        <p:spPr bwMode="auto">
          <a:xfrm>
            <a:off x="1541528" y="1462032"/>
            <a:ext cx="398462" cy="400050"/>
          </a:xfrm>
          <a:custGeom>
            <a:avLst/>
            <a:gdLst>
              <a:gd name="T0" fmla="*/ 137 w 256"/>
              <a:gd name="T1" fmla="*/ 57 h 256"/>
              <a:gd name="T2" fmla="*/ 113 w 256"/>
              <a:gd name="T3" fmla="*/ 36 h 256"/>
              <a:gd name="T4" fmla="*/ 246 w 256"/>
              <a:gd name="T5" fmla="*/ 69 h 256"/>
              <a:gd name="T6" fmla="*/ 251 w 256"/>
              <a:gd name="T7" fmla="*/ 72 h 256"/>
              <a:gd name="T8" fmla="*/ 172 w 256"/>
              <a:gd name="T9" fmla="*/ 0 h 256"/>
              <a:gd name="T10" fmla="*/ 96 w 256"/>
              <a:gd name="T11" fmla="*/ 33 h 256"/>
              <a:gd name="T12" fmla="*/ 41 w 256"/>
              <a:gd name="T13" fmla="*/ 96 h 256"/>
              <a:gd name="T14" fmla="*/ 0 w 256"/>
              <a:gd name="T15" fmla="*/ 132 h 256"/>
              <a:gd name="T16" fmla="*/ 92 w 256"/>
              <a:gd name="T17" fmla="*/ 168 h 256"/>
              <a:gd name="T18" fmla="*/ 92 w 256"/>
              <a:gd name="T19" fmla="*/ 160 h 256"/>
              <a:gd name="T20" fmla="*/ 8 w 256"/>
              <a:gd name="T21" fmla="*/ 132 h 256"/>
              <a:gd name="T22" fmla="*/ 44 w 256"/>
              <a:gd name="T23" fmla="*/ 105 h 256"/>
              <a:gd name="T24" fmla="*/ 49 w 256"/>
              <a:gd name="T25" fmla="*/ 101 h 256"/>
              <a:gd name="T26" fmla="*/ 96 w 256"/>
              <a:gd name="T27" fmla="*/ 41 h 256"/>
              <a:gd name="T28" fmla="*/ 106 w 256"/>
              <a:gd name="T29" fmla="*/ 42 h 256"/>
              <a:gd name="T30" fmla="*/ 256 w 256"/>
              <a:gd name="T31" fmla="*/ 106 h 256"/>
              <a:gd name="T32" fmla="*/ 112 w 256"/>
              <a:gd name="T33" fmla="*/ 106 h 256"/>
              <a:gd name="T34" fmla="*/ 112 w 256"/>
              <a:gd name="T35" fmla="*/ 108 h 256"/>
              <a:gd name="T36" fmla="*/ 112 w 256"/>
              <a:gd name="T37" fmla="*/ 140 h 256"/>
              <a:gd name="T38" fmla="*/ 112 w 256"/>
              <a:gd name="T39" fmla="*/ 218 h 256"/>
              <a:gd name="T40" fmla="*/ 256 w 256"/>
              <a:gd name="T41" fmla="*/ 218 h 256"/>
              <a:gd name="T42" fmla="*/ 256 w 256"/>
              <a:gd name="T43" fmla="*/ 140 h 256"/>
              <a:gd name="T44" fmla="*/ 256 w 256"/>
              <a:gd name="T45" fmla="*/ 108 h 256"/>
              <a:gd name="T46" fmla="*/ 256 w 256"/>
              <a:gd name="T47" fmla="*/ 106 h 256"/>
              <a:gd name="T48" fmla="*/ 184 w 256"/>
              <a:gd name="T49" fmla="*/ 248 h 256"/>
              <a:gd name="T50" fmla="*/ 120 w 256"/>
              <a:gd name="T51" fmla="*/ 199 h 256"/>
              <a:gd name="T52" fmla="*/ 248 w 256"/>
              <a:gd name="T53" fmla="*/ 199 h 256"/>
              <a:gd name="T54" fmla="*/ 248 w 256"/>
              <a:gd name="T55" fmla="*/ 181 h 256"/>
              <a:gd name="T56" fmla="*/ 120 w 256"/>
              <a:gd name="T57" fmla="*/ 181 h 256"/>
              <a:gd name="T58" fmla="*/ 184 w 256"/>
              <a:gd name="T59" fmla="*/ 180 h 256"/>
              <a:gd name="T60" fmla="*/ 248 w 256"/>
              <a:gd name="T61" fmla="*/ 181 h 256"/>
              <a:gd name="T62" fmla="*/ 184 w 256"/>
              <a:gd name="T63" fmla="*/ 172 h 256"/>
              <a:gd name="T64" fmla="*/ 120 w 256"/>
              <a:gd name="T65" fmla="*/ 122 h 256"/>
              <a:gd name="T66" fmla="*/ 248 w 256"/>
              <a:gd name="T67" fmla="*/ 122 h 256"/>
              <a:gd name="T68" fmla="*/ 184 w 256"/>
              <a:gd name="T69" fmla="*/ 132 h 256"/>
              <a:gd name="T70" fmla="*/ 184 w 256"/>
              <a:gd name="T71" fmla="*/ 80 h 256"/>
              <a:gd name="T72" fmla="*/ 184 w 256"/>
              <a:gd name="T73" fmla="*/ 1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56" h="256">
                <a:moveTo>
                  <a:pt x="131" y="57"/>
                </a:moveTo>
                <a:cubicBezTo>
                  <a:pt x="133" y="58"/>
                  <a:pt x="135" y="58"/>
                  <a:pt x="137" y="57"/>
                </a:cubicBezTo>
                <a:cubicBezTo>
                  <a:pt x="139" y="55"/>
                  <a:pt x="139" y="53"/>
                  <a:pt x="137" y="51"/>
                </a:cubicBezTo>
                <a:cubicBezTo>
                  <a:pt x="131" y="44"/>
                  <a:pt x="122" y="39"/>
                  <a:pt x="113" y="36"/>
                </a:cubicBezTo>
                <a:cubicBezTo>
                  <a:pt x="128" y="18"/>
                  <a:pt x="149" y="8"/>
                  <a:pt x="172" y="8"/>
                </a:cubicBezTo>
                <a:cubicBezTo>
                  <a:pt x="208" y="8"/>
                  <a:pt x="239" y="34"/>
                  <a:pt x="246" y="69"/>
                </a:cubicBezTo>
                <a:cubicBezTo>
                  <a:pt x="247" y="71"/>
                  <a:pt x="249" y="72"/>
                  <a:pt x="250" y="72"/>
                </a:cubicBezTo>
                <a:cubicBezTo>
                  <a:pt x="251" y="72"/>
                  <a:pt x="251" y="72"/>
                  <a:pt x="251" y="72"/>
                </a:cubicBezTo>
                <a:cubicBezTo>
                  <a:pt x="253" y="71"/>
                  <a:pt x="255" y="69"/>
                  <a:pt x="254" y="67"/>
                </a:cubicBezTo>
                <a:cubicBezTo>
                  <a:pt x="246" y="28"/>
                  <a:pt x="212" y="0"/>
                  <a:pt x="172" y="0"/>
                </a:cubicBezTo>
                <a:cubicBezTo>
                  <a:pt x="146" y="0"/>
                  <a:pt x="121" y="13"/>
                  <a:pt x="105" y="34"/>
                </a:cubicBezTo>
                <a:cubicBezTo>
                  <a:pt x="102" y="33"/>
                  <a:pt x="99" y="33"/>
                  <a:pt x="96" y="33"/>
                </a:cubicBezTo>
                <a:cubicBezTo>
                  <a:pt x="65" y="33"/>
                  <a:pt x="40" y="58"/>
                  <a:pt x="40" y="89"/>
                </a:cubicBezTo>
                <a:cubicBezTo>
                  <a:pt x="40" y="91"/>
                  <a:pt x="40" y="94"/>
                  <a:pt x="41" y="96"/>
                </a:cubicBezTo>
                <a:cubicBezTo>
                  <a:pt x="39" y="96"/>
                  <a:pt x="38" y="96"/>
                  <a:pt x="36" y="96"/>
                </a:cubicBezTo>
                <a:cubicBezTo>
                  <a:pt x="16" y="96"/>
                  <a:pt x="0" y="112"/>
                  <a:pt x="0" y="132"/>
                </a:cubicBezTo>
                <a:cubicBezTo>
                  <a:pt x="0" y="152"/>
                  <a:pt x="16" y="168"/>
                  <a:pt x="36" y="168"/>
                </a:cubicBezTo>
                <a:cubicBezTo>
                  <a:pt x="92" y="168"/>
                  <a:pt x="92" y="168"/>
                  <a:pt x="92" y="168"/>
                </a:cubicBezTo>
                <a:cubicBezTo>
                  <a:pt x="94" y="168"/>
                  <a:pt x="96" y="166"/>
                  <a:pt x="96" y="164"/>
                </a:cubicBezTo>
                <a:cubicBezTo>
                  <a:pt x="96" y="162"/>
                  <a:pt x="94" y="160"/>
                  <a:pt x="92" y="160"/>
                </a:cubicBezTo>
                <a:cubicBezTo>
                  <a:pt x="36" y="160"/>
                  <a:pt x="36" y="160"/>
                  <a:pt x="36" y="160"/>
                </a:cubicBezTo>
                <a:cubicBezTo>
                  <a:pt x="21" y="160"/>
                  <a:pt x="8" y="147"/>
                  <a:pt x="8" y="132"/>
                </a:cubicBezTo>
                <a:cubicBezTo>
                  <a:pt x="8" y="117"/>
                  <a:pt x="21" y="104"/>
                  <a:pt x="36" y="104"/>
                </a:cubicBezTo>
                <a:cubicBezTo>
                  <a:pt x="39" y="104"/>
                  <a:pt x="42" y="104"/>
                  <a:pt x="44" y="105"/>
                </a:cubicBezTo>
                <a:cubicBezTo>
                  <a:pt x="46" y="106"/>
                  <a:pt x="47" y="105"/>
                  <a:pt x="48" y="104"/>
                </a:cubicBezTo>
                <a:cubicBezTo>
                  <a:pt x="49" y="103"/>
                  <a:pt x="50" y="102"/>
                  <a:pt x="49" y="101"/>
                </a:cubicBezTo>
                <a:cubicBezTo>
                  <a:pt x="48" y="97"/>
                  <a:pt x="48" y="93"/>
                  <a:pt x="48" y="89"/>
                </a:cubicBezTo>
                <a:cubicBezTo>
                  <a:pt x="48" y="63"/>
                  <a:pt x="70" y="41"/>
                  <a:pt x="96" y="41"/>
                </a:cubicBezTo>
                <a:cubicBezTo>
                  <a:pt x="99" y="41"/>
                  <a:pt x="102" y="41"/>
                  <a:pt x="106" y="42"/>
                </a:cubicBezTo>
                <a:cubicBezTo>
                  <a:pt x="106" y="42"/>
                  <a:pt x="106" y="42"/>
                  <a:pt x="106" y="42"/>
                </a:cubicBezTo>
                <a:cubicBezTo>
                  <a:pt x="116" y="44"/>
                  <a:pt x="124" y="49"/>
                  <a:pt x="131" y="57"/>
                </a:cubicBezTo>
                <a:close/>
                <a:moveTo>
                  <a:pt x="256" y="106"/>
                </a:moveTo>
                <a:cubicBezTo>
                  <a:pt x="256" y="87"/>
                  <a:pt x="224" y="72"/>
                  <a:pt x="184" y="72"/>
                </a:cubicBezTo>
                <a:cubicBezTo>
                  <a:pt x="144" y="72"/>
                  <a:pt x="112" y="87"/>
                  <a:pt x="112" y="106"/>
                </a:cubicBezTo>
                <a:cubicBezTo>
                  <a:pt x="112" y="106"/>
                  <a:pt x="112" y="107"/>
                  <a:pt x="112" y="107"/>
                </a:cubicBezTo>
                <a:cubicBezTo>
                  <a:pt x="112" y="108"/>
                  <a:pt x="112" y="108"/>
                  <a:pt x="112" y="108"/>
                </a:cubicBezTo>
                <a:cubicBezTo>
                  <a:pt x="112" y="139"/>
                  <a:pt x="112" y="139"/>
                  <a:pt x="112" y="139"/>
                </a:cubicBezTo>
                <a:cubicBezTo>
                  <a:pt x="112" y="140"/>
                  <a:pt x="112" y="140"/>
                  <a:pt x="112" y="140"/>
                </a:cubicBezTo>
                <a:cubicBezTo>
                  <a:pt x="112" y="140"/>
                  <a:pt x="112" y="140"/>
                  <a:pt x="112" y="140"/>
                </a:cubicBezTo>
                <a:cubicBezTo>
                  <a:pt x="112" y="218"/>
                  <a:pt x="112" y="218"/>
                  <a:pt x="112" y="218"/>
                </a:cubicBezTo>
                <a:cubicBezTo>
                  <a:pt x="112" y="240"/>
                  <a:pt x="142" y="256"/>
                  <a:pt x="184" y="256"/>
                </a:cubicBezTo>
                <a:cubicBezTo>
                  <a:pt x="226" y="256"/>
                  <a:pt x="256" y="240"/>
                  <a:pt x="256" y="218"/>
                </a:cubicBezTo>
                <a:cubicBezTo>
                  <a:pt x="256" y="140"/>
                  <a:pt x="256" y="140"/>
                  <a:pt x="256" y="140"/>
                </a:cubicBezTo>
                <a:cubicBezTo>
                  <a:pt x="256" y="140"/>
                  <a:pt x="256" y="140"/>
                  <a:pt x="256" y="140"/>
                </a:cubicBezTo>
                <a:cubicBezTo>
                  <a:pt x="256" y="140"/>
                  <a:pt x="256" y="140"/>
                  <a:pt x="256" y="139"/>
                </a:cubicBezTo>
                <a:cubicBezTo>
                  <a:pt x="256" y="108"/>
                  <a:pt x="256" y="108"/>
                  <a:pt x="256" y="108"/>
                </a:cubicBezTo>
                <a:cubicBezTo>
                  <a:pt x="256" y="108"/>
                  <a:pt x="256" y="108"/>
                  <a:pt x="256" y="107"/>
                </a:cubicBezTo>
                <a:cubicBezTo>
                  <a:pt x="256" y="107"/>
                  <a:pt x="256" y="106"/>
                  <a:pt x="256" y="106"/>
                </a:cubicBezTo>
                <a:close/>
                <a:moveTo>
                  <a:pt x="248" y="218"/>
                </a:moveTo>
                <a:cubicBezTo>
                  <a:pt x="248" y="235"/>
                  <a:pt x="220" y="248"/>
                  <a:pt x="184" y="248"/>
                </a:cubicBezTo>
                <a:cubicBezTo>
                  <a:pt x="148" y="248"/>
                  <a:pt x="120" y="235"/>
                  <a:pt x="120" y="218"/>
                </a:cubicBezTo>
                <a:cubicBezTo>
                  <a:pt x="120" y="199"/>
                  <a:pt x="120" y="199"/>
                  <a:pt x="120" y="199"/>
                </a:cubicBezTo>
                <a:cubicBezTo>
                  <a:pt x="132" y="212"/>
                  <a:pt x="156" y="220"/>
                  <a:pt x="184" y="220"/>
                </a:cubicBezTo>
                <a:cubicBezTo>
                  <a:pt x="212" y="220"/>
                  <a:pt x="236" y="212"/>
                  <a:pt x="248" y="199"/>
                </a:cubicBezTo>
                <a:lnTo>
                  <a:pt x="248" y="218"/>
                </a:lnTo>
                <a:close/>
                <a:moveTo>
                  <a:pt x="248" y="181"/>
                </a:moveTo>
                <a:cubicBezTo>
                  <a:pt x="248" y="198"/>
                  <a:pt x="219" y="212"/>
                  <a:pt x="184" y="212"/>
                </a:cubicBezTo>
                <a:cubicBezTo>
                  <a:pt x="149" y="212"/>
                  <a:pt x="120" y="198"/>
                  <a:pt x="120" y="181"/>
                </a:cubicBezTo>
                <a:cubicBezTo>
                  <a:pt x="120" y="158"/>
                  <a:pt x="120" y="158"/>
                  <a:pt x="120" y="158"/>
                </a:cubicBezTo>
                <a:cubicBezTo>
                  <a:pt x="132" y="171"/>
                  <a:pt x="156" y="180"/>
                  <a:pt x="184" y="180"/>
                </a:cubicBezTo>
                <a:cubicBezTo>
                  <a:pt x="212" y="180"/>
                  <a:pt x="236" y="171"/>
                  <a:pt x="248" y="158"/>
                </a:cubicBezTo>
                <a:lnTo>
                  <a:pt x="248" y="181"/>
                </a:lnTo>
                <a:close/>
                <a:moveTo>
                  <a:pt x="248" y="139"/>
                </a:moveTo>
                <a:cubicBezTo>
                  <a:pt x="248" y="157"/>
                  <a:pt x="219" y="172"/>
                  <a:pt x="184" y="172"/>
                </a:cubicBezTo>
                <a:cubicBezTo>
                  <a:pt x="149" y="172"/>
                  <a:pt x="120" y="157"/>
                  <a:pt x="120" y="139"/>
                </a:cubicBezTo>
                <a:cubicBezTo>
                  <a:pt x="120" y="122"/>
                  <a:pt x="120" y="122"/>
                  <a:pt x="120" y="122"/>
                </a:cubicBezTo>
                <a:cubicBezTo>
                  <a:pt x="132" y="133"/>
                  <a:pt x="156" y="140"/>
                  <a:pt x="184" y="140"/>
                </a:cubicBezTo>
                <a:cubicBezTo>
                  <a:pt x="212" y="140"/>
                  <a:pt x="236" y="133"/>
                  <a:pt x="248" y="122"/>
                </a:cubicBezTo>
                <a:lnTo>
                  <a:pt x="248" y="139"/>
                </a:lnTo>
                <a:close/>
                <a:moveTo>
                  <a:pt x="184" y="132"/>
                </a:moveTo>
                <a:cubicBezTo>
                  <a:pt x="146" y="132"/>
                  <a:pt x="120" y="118"/>
                  <a:pt x="120" y="106"/>
                </a:cubicBezTo>
                <a:cubicBezTo>
                  <a:pt x="120" y="94"/>
                  <a:pt x="146" y="80"/>
                  <a:pt x="184" y="80"/>
                </a:cubicBezTo>
                <a:cubicBezTo>
                  <a:pt x="222" y="80"/>
                  <a:pt x="248" y="94"/>
                  <a:pt x="248" y="106"/>
                </a:cubicBezTo>
                <a:cubicBezTo>
                  <a:pt x="248" y="118"/>
                  <a:pt x="222" y="132"/>
                  <a:pt x="184" y="13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0" name="Freeform 20">
            <a:extLst>
              <a:ext uri="{FF2B5EF4-FFF2-40B4-BE49-F238E27FC236}">
                <a16:creationId xmlns:a16="http://schemas.microsoft.com/office/drawing/2014/main" id="{10AACE6E-8028-4099-B903-DC2FAC96B054}"/>
              </a:ext>
            </a:extLst>
          </p:cNvPr>
          <p:cNvSpPr>
            <a:spLocks noChangeAspect="1" noEditPoints="1"/>
          </p:cNvSpPr>
          <p:nvPr/>
        </p:nvSpPr>
        <p:spPr bwMode="auto">
          <a:xfrm>
            <a:off x="2508380" y="1465207"/>
            <a:ext cx="400050" cy="393700"/>
          </a:xfrm>
          <a:custGeom>
            <a:avLst/>
            <a:gdLst>
              <a:gd name="T0" fmla="*/ 215 w 256"/>
              <a:gd name="T1" fmla="*/ 96 h 252"/>
              <a:gd name="T2" fmla="*/ 160 w 256"/>
              <a:gd name="T3" fmla="*/ 33 h 252"/>
              <a:gd name="T4" fmla="*/ 86 w 256"/>
              <a:gd name="T5" fmla="*/ 0 h 252"/>
              <a:gd name="T6" fmla="*/ 50 w 256"/>
              <a:gd name="T7" fmla="*/ 164 h 252"/>
              <a:gd name="T8" fmla="*/ 52 w 256"/>
              <a:gd name="T9" fmla="*/ 244 h 252"/>
              <a:gd name="T10" fmla="*/ 208 w 256"/>
              <a:gd name="T11" fmla="*/ 252 h 252"/>
              <a:gd name="T12" fmla="*/ 216 w 256"/>
              <a:gd name="T13" fmla="*/ 168 h 252"/>
              <a:gd name="T14" fmla="*/ 256 w 256"/>
              <a:gd name="T15" fmla="*/ 132 h 252"/>
              <a:gd name="T16" fmla="*/ 60 w 256"/>
              <a:gd name="T17" fmla="*/ 244 h 252"/>
              <a:gd name="T18" fmla="*/ 208 w 256"/>
              <a:gd name="T19" fmla="*/ 196 h 252"/>
              <a:gd name="T20" fmla="*/ 60 w 256"/>
              <a:gd name="T21" fmla="*/ 244 h 252"/>
              <a:gd name="T22" fmla="*/ 60 w 256"/>
              <a:gd name="T23" fmla="*/ 140 h 252"/>
              <a:gd name="T24" fmla="*/ 208 w 256"/>
              <a:gd name="T25" fmla="*/ 188 h 252"/>
              <a:gd name="T26" fmla="*/ 220 w 256"/>
              <a:gd name="T27" fmla="*/ 160 h 252"/>
              <a:gd name="T28" fmla="*/ 216 w 256"/>
              <a:gd name="T29" fmla="*/ 140 h 252"/>
              <a:gd name="T30" fmla="*/ 60 w 256"/>
              <a:gd name="T31" fmla="*/ 132 h 252"/>
              <a:gd name="T32" fmla="*/ 52 w 256"/>
              <a:gd name="T33" fmla="*/ 156 h 252"/>
              <a:gd name="T34" fmla="*/ 86 w 256"/>
              <a:gd name="T35" fmla="*/ 8 h 252"/>
              <a:gd name="T36" fmla="*/ 119 w 256"/>
              <a:gd name="T37" fmla="*/ 51 h 252"/>
              <a:gd name="T38" fmla="*/ 125 w 256"/>
              <a:gd name="T39" fmla="*/ 57 h 252"/>
              <a:gd name="T40" fmla="*/ 208 w 256"/>
              <a:gd name="T41" fmla="*/ 89 h 252"/>
              <a:gd name="T42" fmla="*/ 208 w 256"/>
              <a:gd name="T43" fmla="*/ 104 h 252"/>
              <a:gd name="T44" fmla="*/ 220 w 256"/>
              <a:gd name="T45" fmla="*/ 104 h 252"/>
              <a:gd name="T46" fmla="*/ 220 w 256"/>
              <a:gd name="T47" fmla="*/ 160 h 252"/>
              <a:gd name="T48" fmla="*/ 120 w 256"/>
              <a:gd name="T49" fmla="*/ 224 h 252"/>
              <a:gd name="T50" fmla="*/ 104 w 256"/>
              <a:gd name="T51" fmla="*/ 216 h 252"/>
              <a:gd name="T52" fmla="*/ 76 w 256"/>
              <a:gd name="T53" fmla="*/ 224 h 252"/>
              <a:gd name="T54" fmla="*/ 92 w 256"/>
              <a:gd name="T55" fmla="*/ 216 h 252"/>
              <a:gd name="T56" fmla="*/ 76 w 256"/>
              <a:gd name="T57" fmla="*/ 224 h 252"/>
              <a:gd name="T58" fmla="*/ 92 w 256"/>
              <a:gd name="T59" fmla="*/ 168 h 252"/>
              <a:gd name="T60" fmla="*/ 76 w 256"/>
              <a:gd name="T61" fmla="*/ 160 h 252"/>
              <a:gd name="T62" fmla="*/ 104 w 256"/>
              <a:gd name="T63" fmla="*/ 168 h 252"/>
              <a:gd name="T64" fmla="*/ 120 w 256"/>
              <a:gd name="T65" fmla="*/ 160 h 252"/>
              <a:gd name="T66" fmla="*/ 104 w 256"/>
              <a:gd name="T67" fmla="*/ 16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252">
                <a:moveTo>
                  <a:pt x="220" y="96"/>
                </a:moveTo>
                <a:cubicBezTo>
                  <a:pt x="218" y="96"/>
                  <a:pt x="217" y="96"/>
                  <a:pt x="215" y="96"/>
                </a:cubicBezTo>
                <a:cubicBezTo>
                  <a:pt x="216" y="94"/>
                  <a:pt x="216" y="91"/>
                  <a:pt x="216" y="89"/>
                </a:cubicBezTo>
                <a:cubicBezTo>
                  <a:pt x="216" y="58"/>
                  <a:pt x="191" y="33"/>
                  <a:pt x="160" y="33"/>
                </a:cubicBezTo>
                <a:cubicBezTo>
                  <a:pt x="158" y="33"/>
                  <a:pt x="156" y="33"/>
                  <a:pt x="154" y="33"/>
                </a:cubicBezTo>
                <a:cubicBezTo>
                  <a:pt x="138" y="12"/>
                  <a:pt x="113" y="0"/>
                  <a:pt x="86" y="0"/>
                </a:cubicBezTo>
                <a:cubicBezTo>
                  <a:pt x="39" y="0"/>
                  <a:pt x="0" y="39"/>
                  <a:pt x="0" y="86"/>
                </a:cubicBezTo>
                <a:cubicBezTo>
                  <a:pt x="0" y="120"/>
                  <a:pt x="20" y="150"/>
                  <a:pt x="50" y="164"/>
                </a:cubicBezTo>
                <a:cubicBezTo>
                  <a:pt x="51" y="165"/>
                  <a:pt x="51" y="165"/>
                  <a:pt x="52" y="165"/>
                </a:cubicBezTo>
                <a:cubicBezTo>
                  <a:pt x="52" y="244"/>
                  <a:pt x="52" y="244"/>
                  <a:pt x="52" y="244"/>
                </a:cubicBezTo>
                <a:cubicBezTo>
                  <a:pt x="52" y="248"/>
                  <a:pt x="56" y="252"/>
                  <a:pt x="60" y="252"/>
                </a:cubicBezTo>
                <a:cubicBezTo>
                  <a:pt x="208" y="252"/>
                  <a:pt x="208" y="252"/>
                  <a:pt x="208" y="252"/>
                </a:cubicBezTo>
                <a:cubicBezTo>
                  <a:pt x="212" y="252"/>
                  <a:pt x="216" y="248"/>
                  <a:pt x="216" y="244"/>
                </a:cubicBezTo>
                <a:cubicBezTo>
                  <a:pt x="216" y="168"/>
                  <a:pt x="216" y="168"/>
                  <a:pt x="216" y="168"/>
                </a:cubicBezTo>
                <a:cubicBezTo>
                  <a:pt x="220" y="168"/>
                  <a:pt x="220" y="168"/>
                  <a:pt x="220" y="168"/>
                </a:cubicBezTo>
                <a:cubicBezTo>
                  <a:pt x="240" y="168"/>
                  <a:pt x="256" y="152"/>
                  <a:pt x="256" y="132"/>
                </a:cubicBezTo>
                <a:cubicBezTo>
                  <a:pt x="256" y="112"/>
                  <a:pt x="240" y="96"/>
                  <a:pt x="220" y="96"/>
                </a:cubicBezTo>
                <a:close/>
                <a:moveTo>
                  <a:pt x="60" y="244"/>
                </a:moveTo>
                <a:cubicBezTo>
                  <a:pt x="60" y="196"/>
                  <a:pt x="60" y="196"/>
                  <a:pt x="60" y="196"/>
                </a:cubicBezTo>
                <a:cubicBezTo>
                  <a:pt x="208" y="196"/>
                  <a:pt x="208" y="196"/>
                  <a:pt x="208" y="196"/>
                </a:cubicBezTo>
                <a:cubicBezTo>
                  <a:pt x="208" y="244"/>
                  <a:pt x="208" y="244"/>
                  <a:pt x="208" y="244"/>
                </a:cubicBezTo>
                <a:lnTo>
                  <a:pt x="60" y="244"/>
                </a:lnTo>
                <a:close/>
                <a:moveTo>
                  <a:pt x="60" y="188"/>
                </a:moveTo>
                <a:cubicBezTo>
                  <a:pt x="60" y="140"/>
                  <a:pt x="60" y="140"/>
                  <a:pt x="60" y="140"/>
                </a:cubicBezTo>
                <a:cubicBezTo>
                  <a:pt x="208" y="140"/>
                  <a:pt x="208" y="140"/>
                  <a:pt x="208" y="140"/>
                </a:cubicBezTo>
                <a:cubicBezTo>
                  <a:pt x="208" y="188"/>
                  <a:pt x="208" y="188"/>
                  <a:pt x="208" y="188"/>
                </a:cubicBezTo>
                <a:lnTo>
                  <a:pt x="60" y="188"/>
                </a:lnTo>
                <a:close/>
                <a:moveTo>
                  <a:pt x="220" y="160"/>
                </a:moveTo>
                <a:cubicBezTo>
                  <a:pt x="216" y="160"/>
                  <a:pt x="216" y="160"/>
                  <a:pt x="216" y="160"/>
                </a:cubicBezTo>
                <a:cubicBezTo>
                  <a:pt x="216" y="140"/>
                  <a:pt x="216" y="140"/>
                  <a:pt x="216" y="140"/>
                </a:cubicBezTo>
                <a:cubicBezTo>
                  <a:pt x="216" y="136"/>
                  <a:pt x="212" y="132"/>
                  <a:pt x="208" y="132"/>
                </a:cubicBezTo>
                <a:cubicBezTo>
                  <a:pt x="60" y="132"/>
                  <a:pt x="60" y="132"/>
                  <a:pt x="60" y="132"/>
                </a:cubicBezTo>
                <a:cubicBezTo>
                  <a:pt x="56" y="132"/>
                  <a:pt x="52" y="136"/>
                  <a:pt x="52" y="140"/>
                </a:cubicBezTo>
                <a:cubicBezTo>
                  <a:pt x="52" y="156"/>
                  <a:pt x="52" y="156"/>
                  <a:pt x="52" y="156"/>
                </a:cubicBezTo>
                <a:cubicBezTo>
                  <a:pt x="25" y="143"/>
                  <a:pt x="8" y="116"/>
                  <a:pt x="8" y="86"/>
                </a:cubicBezTo>
                <a:cubicBezTo>
                  <a:pt x="8" y="43"/>
                  <a:pt x="43" y="8"/>
                  <a:pt x="86" y="8"/>
                </a:cubicBezTo>
                <a:cubicBezTo>
                  <a:pt x="109" y="8"/>
                  <a:pt x="130" y="18"/>
                  <a:pt x="145" y="35"/>
                </a:cubicBezTo>
                <a:cubicBezTo>
                  <a:pt x="135" y="38"/>
                  <a:pt x="126" y="43"/>
                  <a:pt x="119" y="51"/>
                </a:cubicBezTo>
                <a:cubicBezTo>
                  <a:pt x="117" y="53"/>
                  <a:pt x="117" y="55"/>
                  <a:pt x="119" y="57"/>
                </a:cubicBezTo>
                <a:cubicBezTo>
                  <a:pt x="121" y="58"/>
                  <a:pt x="123" y="58"/>
                  <a:pt x="125" y="57"/>
                </a:cubicBezTo>
                <a:cubicBezTo>
                  <a:pt x="134" y="47"/>
                  <a:pt x="146" y="41"/>
                  <a:pt x="160" y="41"/>
                </a:cubicBezTo>
                <a:cubicBezTo>
                  <a:pt x="186" y="41"/>
                  <a:pt x="208" y="63"/>
                  <a:pt x="208" y="89"/>
                </a:cubicBezTo>
                <a:cubicBezTo>
                  <a:pt x="208" y="93"/>
                  <a:pt x="208" y="97"/>
                  <a:pt x="207" y="100"/>
                </a:cubicBezTo>
                <a:cubicBezTo>
                  <a:pt x="206" y="102"/>
                  <a:pt x="207" y="103"/>
                  <a:pt x="208" y="104"/>
                </a:cubicBezTo>
                <a:cubicBezTo>
                  <a:pt x="209" y="105"/>
                  <a:pt x="210" y="106"/>
                  <a:pt x="212" y="105"/>
                </a:cubicBezTo>
                <a:cubicBezTo>
                  <a:pt x="214" y="104"/>
                  <a:pt x="217" y="104"/>
                  <a:pt x="220" y="104"/>
                </a:cubicBezTo>
                <a:cubicBezTo>
                  <a:pt x="235" y="104"/>
                  <a:pt x="248" y="117"/>
                  <a:pt x="248" y="132"/>
                </a:cubicBezTo>
                <a:cubicBezTo>
                  <a:pt x="248" y="147"/>
                  <a:pt x="235" y="160"/>
                  <a:pt x="220" y="160"/>
                </a:cubicBezTo>
                <a:close/>
                <a:moveTo>
                  <a:pt x="104" y="224"/>
                </a:moveTo>
                <a:cubicBezTo>
                  <a:pt x="120" y="224"/>
                  <a:pt x="120" y="224"/>
                  <a:pt x="120" y="224"/>
                </a:cubicBezTo>
                <a:cubicBezTo>
                  <a:pt x="120" y="216"/>
                  <a:pt x="120" y="216"/>
                  <a:pt x="120" y="216"/>
                </a:cubicBezTo>
                <a:cubicBezTo>
                  <a:pt x="104" y="216"/>
                  <a:pt x="104" y="216"/>
                  <a:pt x="104" y="216"/>
                </a:cubicBezTo>
                <a:lnTo>
                  <a:pt x="104" y="224"/>
                </a:lnTo>
                <a:close/>
                <a:moveTo>
                  <a:pt x="76" y="224"/>
                </a:moveTo>
                <a:cubicBezTo>
                  <a:pt x="92" y="224"/>
                  <a:pt x="92" y="224"/>
                  <a:pt x="92" y="224"/>
                </a:cubicBezTo>
                <a:cubicBezTo>
                  <a:pt x="92" y="216"/>
                  <a:pt x="92" y="216"/>
                  <a:pt x="92" y="216"/>
                </a:cubicBezTo>
                <a:cubicBezTo>
                  <a:pt x="76" y="216"/>
                  <a:pt x="76" y="216"/>
                  <a:pt x="76" y="216"/>
                </a:cubicBezTo>
                <a:lnTo>
                  <a:pt x="76" y="224"/>
                </a:lnTo>
                <a:close/>
                <a:moveTo>
                  <a:pt x="76" y="168"/>
                </a:moveTo>
                <a:cubicBezTo>
                  <a:pt x="92" y="168"/>
                  <a:pt x="92" y="168"/>
                  <a:pt x="92" y="168"/>
                </a:cubicBezTo>
                <a:cubicBezTo>
                  <a:pt x="92" y="160"/>
                  <a:pt x="92" y="160"/>
                  <a:pt x="92" y="160"/>
                </a:cubicBezTo>
                <a:cubicBezTo>
                  <a:pt x="76" y="160"/>
                  <a:pt x="76" y="160"/>
                  <a:pt x="76" y="160"/>
                </a:cubicBezTo>
                <a:lnTo>
                  <a:pt x="76" y="168"/>
                </a:lnTo>
                <a:close/>
                <a:moveTo>
                  <a:pt x="104" y="168"/>
                </a:moveTo>
                <a:cubicBezTo>
                  <a:pt x="120" y="168"/>
                  <a:pt x="120" y="168"/>
                  <a:pt x="120" y="168"/>
                </a:cubicBezTo>
                <a:cubicBezTo>
                  <a:pt x="120" y="160"/>
                  <a:pt x="120" y="160"/>
                  <a:pt x="120" y="160"/>
                </a:cubicBezTo>
                <a:cubicBezTo>
                  <a:pt x="104" y="160"/>
                  <a:pt x="104" y="160"/>
                  <a:pt x="104" y="160"/>
                </a:cubicBezTo>
                <a:lnTo>
                  <a:pt x="104" y="16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 name="Freeform 24">
            <a:extLst>
              <a:ext uri="{FF2B5EF4-FFF2-40B4-BE49-F238E27FC236}">
                <a16:creationId xmlns:a16="http://schemas.microsoft.com/office/drawing/2014/main" id="{60E94B03-2261-4874-9029-0809E6348F3F}"/>
              </a:ext>
            </a:extLst>
          </p:cNvPr>
          <p:cNvSpPr>
            <a:spLocks noChangeAspect="1" noEditPoints="1"/>
          </p:cNvSpPr>
          <p:nvPr/>
        </p:nvSpPr>
        <p:spPr bwMode="auto">
          <a:xfrm>
            <a:off x="3476026" y="1462032"/>
            <a:ext cx="400050" cy="400050"/>
          </a:xfrm>
          <a:custGeom>
            <a:avLst/>
            <a:gdLst>
              <a:gd name="T0" fmla="*/ 141 w 256"/>
              <a:gd name="T1" fmla="*/ 254 h 256"/>
              <a:gd name="T2" fmla="*/ 101 w 256"/>
              <a:gd name="T3" fmla="*/ 186 h 256"/>
              <a:gd name="T4" fmla="*/ 120 w 256"/>
              <a:gd name="T5" fmla="*/ 184 h 256"/>
              <a:gd name="T6" fmla="*/ 124 w 256"/>
              <a:gd name="T7" fmla="*/ 128 h 256"/>
              <a:gd name="T8" fmla="*/ 104 w 256"/>
              <a:gd name="T9" fmla="*/ 79 h 256"/>
              <a:gd name="T10" fmla="*/ 84 w 256"/>
              <a:gd name="T11" fmla="*/ 128 h 256"/>
              <a:gd name="T12" fmla="*/ 88 w 256"/>
              <a:gd name="T13" fmla="*/ 164 h 256"/>
              <a:gd name="T14" fmla="*/ 0 w 256"/>
              <a:gd name="T15" fmla="*/ 84 h 256"/>
              <a:gd name="T16" fmla="*/ 151 w 256"/>
              <a:gd name="T17" fmla="*/ 34 h 256"/>
              <a:gd name="T18" fmla="*/ 216 w 256"/>
              <a:gd name="T19" fmla="*/ 89 h 256"/>
              <a:gd name="T20" fmla="*/ 220 w 256"/>
              <a:gd name="T21" fmla="*/ 96 h 256"/>
              <a:gd name="T22" fmla="*/ 220 w 256"/>
              <a:gd name="T23" fmla="*/ 168 h 256"/>
              <a:gd name="T24" fmla="*/ 168 w 256"/>
              <a:gd name="T25" fmla="*/ 184 h 256"/>
              <a:gd name="T26" fmla="*/ 187 w 256"/>
              <a:gd name="T27" fmla="*/ 186 h 256"/>
              <a:gd name="T28" fmla="*/ 147 w 256"/>
              <a:gd name="T29" fmla="*/ 254 h 256"/>
              <a:gd name="T30" fmla="*/ 111 w 256"/>
              <a:gd name="T31" fmla="*/ 192 h 256"/>
              <a:gd name="T32" fmla="*/ 177 w 256"/>
              <a:gd name="T33" fmla="*/ 192 h 256"/>
              <a:gd name="T34" fmla="*/ 160 w 256"/>
              <a:gd name="T35" fmla="*/ 188 h 256"/>
              <a:gd name="T36" fmla="*/ 164 w 256"/>
              <a:gd name="T37" fmla="*/ 160 h 256"/>
              <a:gd name="T38" fmla="*/ 248 w 256"/>
              <a:gd name="T39" fmla="*/ 132 h 256"/>
              <a:gd name="T40" fmla="*/ 212 w 256"/>
              <a:gd name="T41" fmla="*/ 105 h 256"/>
              <a:gd name="T42" fmla="*/ 207 w 256"/>
              <a:gd name="T43" fmla="*/ 100 h 256"/>
              <a:gd name="T44" fmla="*/ 160 w 256"/>
              <a:gd name="T45" fmla="*/ 41 h 256"/>
              <a:gd name="T46" fmla="*/ 150 w 256"/>
              <a:gd name="T47" fmla="*/ 42 h 256"/>
              <a:gd name="T48" fmla="*/ 119 w 256"/>
              <a:gd name="T49" fmla="*/ 57 h 256"/>
              <a:gd name="T50" fmla="*/ 143 w 256"/>
              <a:gd name="T51" fmla="*/ 36 h 256"/>
              <a:gd name="T52" fmla="*/ 8 w 256"/>
              <a:gd name="T53" fmla="*/ 84 h 256"/>
              <a:gd name="T54" fmla="*/ 80 w 256"/>
              <a:gd name="T55" fmla="*/ 136 h 256"/>
              <a:gd name="T56" fmla="*/ 60 w 256"/>
              <a:gd name="T57" fmla="*/ 134 h 256"/>
              <a:gd name="T58" fmla="*/ 101 w 256"/>
              <a:gd name="T59" fmla="*/ 70 h 256"/>
              <a:gd name="T60" fmla="*/ 147 w 256"/>
              <a:gd name="T61" fmla="*/ 130 h 256"/>
              <a:gd name="T62" fmla="*/ 144 w 256"/>
              <a:gd name="T63" fmla="*/ 136 h 256"/>
              <a:gd name="T64" fmla="*/ 128 w 256"/>
              <a:gd name="T65" fmla="*/ 188 h 256"/>
              <a:gd name="T66" fmla="*/ 111 w 256"/>
              <a:gd name="T67" fmla="*/ 1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256">
                <a:moveTo>
                  <a:pt x="144" y="256"/>
                </a:moveTo>
                <a:cubicBezTo>
                  <a:pt x="143" y="256"/>
                  <a:pt x="141" y="255"/>
                  <a:pt x="141" y="254"/>
                </a:cubicBezTo>
                <a:cubicBezTo>
                  <a:pt x="101" y="190"/>
                  <a:pt x="101" y="190"/>
                  <a:pt x="101" y="190"/>
                </a:cubicBezTo>
                <a:cubicBezTo>
                  <a:pt x="100" y="189"/>
                  <a:pt x="100" y="187"/>
                  <a:pt x="101" y="186"/>
                </a:cubicBezTo>
                <a:cubicBezTo>
                  <a:pt x="101" y="185"/>
                  <a:pt x="103" y="184"/>
                  <a:pt x="104" y="184"/>
                </a:cubicBezTo>
                <a:cubicBezTo>
                  <a:pt x="120" y="184"/>
                  <a:pt x="120" y="184"/>
                  <a:pt x="120" y="184"/>
                </a:cubicBezTo>
                <a:cubicBezTo>
                  <a:pt x="120" y="132"/>
                  <a:pt x="120" y="132"/>
                  <a:pt x="120" y="132"/>
                </a:cubicBezTo>
                <a:cubicBezTo>
                  <a:pt x="120" y="130"/>
                  <a:pt x="122" y="128"/>
                  <a:pt x="124" y="128"/>
                </a:cubicBezTo>
                <a:cubicBezTo>
                  <a:pt x="137" y="128"/>
                  <a:pt x="137" y="128"/>
                  <a:pt x="137" y="128"/>
                </a:cubicBezTo>
                <a:cubicBezTo>
                  <a:pt x="104" y="79"/>
                  <a:pt x="104" y="79"/>
                  <a:pt x="104" y="79"/>
                </a:cubicBezTo>
                <a:cubicBezTo>
                  <a:pt x="71" y="128"/>
                  <a:pt x="71" y="128"/>
                  <a:pt x="71" y="128"/>
                </a:cubicBezTo>
                <a:cubicBezTo>
                  <a:pt x="84" y="128"/>
                  <a:pt x="84" y="128"/>
                  <a:pt x="84" y="128"/>
                </a:cubicBezTo>
                <a:cubicBezTo>
                  <a:pt x="86" y="128"/>
                  <a:pt x="88" y="130"/>
                  <a:pt x="88" y="132"/>
                </a:cubicBezTo>
                <a:cubicBezTo>
                  <a:pt x="88" y="164"/>
                  <a:pt x="88" y="164"/>
                  <a:pt x="88" y="164"/>
                </a:cubicBezTo>
                <a:cubicBezTo>
                  <a:pt x="88" y="166"/>
                  <a:pt x="86" y="168"/>
                  <a:pt x="84" y="168"/>
                </a:cubicBezTo>
                <a:cubicBezTo>
                  <a:pt x="38" y="168"/>
                  <a:pt x="0" y="130"/>
                  <a:pt x="0" y="84"/>
                </a:cubicBezTo>
                <a:cubicBezTo>
                  <a:pt x="0" y="38"/>
                  <a:pt x="38" y="0"/>
                  <a:pt x="84" y="0"/>
                </a:cubicBezTo>
                <a:cubicBezTo>
                  <a:pt x="110" y="0"/>
                  <a:pt x="135" y="13"/>
                  <a:pt x="151" y="34"/>
                </a:cubicBezTo>
                <a:cubicBezTo>
                  <a:pt x="154" y="33"/>
                  <a:pt x="157" y="33"/>
                  <a:pt x="160" y="33"/>
                </a:cubicBezTo>
                <a:cubicBezTo>
                  <a:pt x="191" y="33"/>
                  <a:pt x="216" y="58"/>
                  <a:pt x="216" y="89"/>
                </a:cubicBezTo>
                <a:cubicBezTo>
                  <a:pt x="216" y="91"/>
                  <a:pt x="216" y="94"/>
                  <a:pt x="215" y="96"/>
                </a:cubicBezTo>
                <a:cubicBezTo>
                  <a:pt x="217" y="96"/>
                  <a:pt x="218" y="96"/>
                  <a:pt x="220" y="96"/>
                </a:cubicBezTo>
                <a:cubicBezTo>
                  <a:pt x="240" y="96"/>
                  <a:pt x="256" y="112"/>
                  <a:pt x="256" y="132"/>
                </a:cubicBezTo>
                <a:cubicBezTo>
                  <a:pt x="256" y="152"/>
                  <a:pt x="240" y="168"/>
                  <a:pt x="220" y="168"/>
                </a:cubicBezTo>
                <a:cubicBezTo>
                  <a:pt x="168" y="168"/>
                  <a:pt x="168" y="168"/>
                  <a:pt x="168" y="168"/>
                </a:cubicBezTo>
                <a:cubicBezTo>
                  <a:pt x="168" y="184"/>
                  <a:pt x="168" y="184"/>
                  <a:pt x="168" y="184"/>
                </a:cubicBezTo>
                <a:cubicBezTo>
                  <a:pt x="184" y="184"/>
                  <a:pt x="184" y="184"/>
                  <a:pt x="184" y="184"/>
                </a:cubicBezTo>
                <a:cubicBezTo>
                  <a:pt x="185" y="184"/>
                  <a:pt x="187" y="185"/>
                  <a:pt x="187" y="186"/>
                </a:cubicBezTo>
                <a:cubicBezTo>
                  <a:pt x="188" y="187"/>
                  <a:pt x="188" y="189"/>
                  <a:pt x="187" y="190"/>
                </a:cubicBezTo>
                <a:cubicBezTo>
                  <a:pt x="147" y="254"/>
                  <a:pt x="147" y="254"/>
                  <a:pt x="147" y="254"/>
                </a:cubicBezTo>
                <a:cubicBezTo>
                  <a:pt x="147" y="255"/>
                  <a:pt x="145" y="256"/>
                  <a:pt x="144" y="256"/>
                </a:cubicBezTo>
                <a:close/>
                <a:moveTo>
                  <a:pt x="111" y="192"/>
                </a:moveTo>
                <a:cubicBezTo>
                  <a:pt x="144" y="244"/>
                  <a:pt x="144" y="244"/>
                  <a:pt x="144" y="244"/>
                </a:cubicBezTo>
                <a:cubicBezTo>
                  <a:pt x="177" y="192"/>
                  <a:pt x="177" y="192"/>
                  <a:pt x="177" y="192"/>
                </a:cubicBezTo>
                <a:cubicBezTo>
                  <a:pt x="164" y="192"/>
                  <a:pt x="164" y="192"/>
                  <a:pt x="164" y="192"/>
                </a:cubicBezTo>
                <a:cubicBezTo>
                  <a:pt x="162" y="192"/>
                  <a:pt x="160" y="190"/>
                  <a:pt x="160" y="188"/>
                </a:cubicBezTo>
                <a:cubicBezTo>
                  <a:pt x="160" y="164"/>
                  <a:pt x="160" y="164"/>
                  <a:pt x="160" y="164"/>
                </a:cubicBezTo>
                <a:cubicBezTo>
                  <a:pt x="160" y="162"/>
                  <a:pt x="162" y="160"/>
                  <a:pt x="164" y="160"/>
                </a:cubicBezTo>
                <a:cubicBezTo>
                  <a:pt x="220" y="160"/>
                  <a:pt x="220" y="160"/>
                  <a:pt x="220" y="160"/>
                </a:cubicBezTo>
                <a:cubicBezTo>
                  <a:pt x="235" y="160"/>
                  <a:pt x="248" y="147"/>
                  <a:pt x="248" y="132"/>
                </a:cubicBezTo>
                <a:cubicBezTo>
                  <a:pt x="248" y="117"/>
                  <a:pt x="235" y="104"/>
                  <a:pt x="220" y="104"/>
                </a:cubicBezTo>
                <a:cubicBezTo>
                  <a:pt x="217" y="104"/>
                  <a:pt x="214" y="104"/>
                  <a:pt x="212" y="105"/>
                </a:cubicBezTo>
                <a:cubicBezTo>
                  <a:pt x="210" y="106"/>
                  <a:pt x="209" y="105"/>
                  <a:pt x="208" y="104"/>
                </a:cubicBezTo>
                <a:cubicBezTo>
                  <a:pt x="207" y="103"/>
                  <a:pt x="206" y="102"/>
                  <a:pt x="207" y="100"/>
                </a:cubicBezTo>
                <a:cubicBezTo>
                  <a:pt x="208" y="97"/>
                  <a:pt x="208" y="93"/>
                  <a:pt x="208" y="89"/>
                </a:cubicBezTo>
                <a:cubicBezTo>
                  <a:pt x="208" y="63"/>
                  <a:pt x="186" y="41"/>
                  <a:pt x="160" y="41"/>
                </a:cubicBezTo>
                <a:cubicBezTo>
                  <a:pt x="157" y="41"/>
                  <a:pt x="154" y="41"/>
                  <a:pt x="151" y="42"/>
                </a:cubicBezTo>
                <a:cubicBezTo>
                  <a:pt x="150" y="42"/>
                  <a:pt x="150" y="42"/>
                  <a:pt x="150" y="42"/>
                </a:cubicBezTo>
                <a:cubicBezTo>
                  <a:pt x="140" y="44"/>
                  <a:pt x="132" y="49"/>
                  <a:pt x="125" y="57"/>
                </a:cubicBezTo>
                <a:cubicBezTo>
                  <a:pt x="123" y="58"/>
                  <a:pt x="121" y="58"/>
                  <a:pt x="119" y="57"/>
                </a:cubicBezTo>
                <a:cubicBezTo>
                  <a:pt x="117" y="55"/>
                  <a:pt x="117" y="53"/>
                  <a:pt x="119" y="51"/>
                </a:cubicBezTo>
                <a:cubicBezTo>
                  <a:pt x="125" y="44"/>
                  <a:pt x="134" y="39"/>
                  <a:pt x="143" y="36"/>
                </a:cubicBezTo>
                <a:cubicBezTo>
                  <a:pt x="128" y="18"/>
                  <a:pt x="107" y="8"/>
                  <a:pt x="84" y="8"/>
                </a:cubicBezTo>
                <a:cubicBezTo>
                  <a:pt x="42" y="8"/>
                  <a:pt x="8" y="42"/>
                  <a:pt x="8" y="84"/>
                </a:cubicBezTo>
                <a:cubicBezTo>
                  <a:pt x="8" y="125"/>
                  <a:pt x="40" y="158"/>
                  <a:pt x="80" y="160"/>
                </a:cubicBezTo>
                <a:cubicBezTo>
                  <a:pt x="80" y="136"/>
                  <a:pt x="80" y="136"/>
                  <a:pt x="80" y="136"/>
                </a:cubicBezTo>
                <a:cubicBezTo>
                  <a:pt x="64" y="136"/>
                  <a:pt x="64" y="136"/>
                  <a:pt x="64" y="136"/>
                </a:cubicBezTo>
                <a:cubicBezTo>
                  <a:pt x="63" y="136"/>
                  <a:pt x="61" y="135"/>
                  <a:pt x="60" y="134"/>
                </a:cubicBezTo>
                <a:cubicBezTo>
                  <a:pt x="60" y="133"/>
                  <a:pt x="60" y="131"/>
                  <a:pt x="61" y="130"/>
                </a:cubicBezTo>
                <a:cubicBezTo>
                  <a:pt x="101" y="70"/>
                  <a:pt x="101" y="70"/>
                  <a:pt x="101" y="70"/>
                </a:cubicBezTo>
                <a:cubicBezTo>
                  <a:pt x="102" y="68"/>
                  <a:pt x="106" y="68"/>
                  <a:pt x="107" y="70"/>
                </a:cubicBezTo>
                <a:cubicBezTo>
                  <a:pt x="147" y="130"/>
                  <a:pt x="147" y="130"/>
                  <a:pt x="147" y="130"/>
                </a:cubicBezTo>
                <a:cubicBezTo>
                  <a:pt x="148" y="131"/>
                  <a:pt x="148" y="133"/>
                  <a:pt x="148" y="134"/>
                </a:cubicBezTo>
                <a:cubicBezTo>
                  <a:pt x="147" y="135"/>
                  <a:pt x="145" y="136"/>
                  <a:pt x="144" y="136"/>
                </a:cubicBezTo>
                <a:cubicBezTo>
                  <a:pt x="128" y="136"/>
                  <a:pt x="128" y="136"/>
                  <a:pt x="128" y="136"/>
                </a:cubicBezTo>
                <a:cubicBezTo>
                  <a:pt x="128" y="188"/>
                  <a:pt x="128" y="188"/>
                  <a:pt x="128" y="188"/>
                </a:cubicBezTo>
                <a:cubicBezTo>
                  <a:pt x="128" y="190"/>
                  <a:pt x="126" y="192"/>
                  <a:pt x="124" y="192"/>
                </a:cubicBezTo>
                <a:lnTo>
                  <a:pt x="111" y="1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1" name="Freeform 28">
            <a:extLst>
              <a:ext uri="{FF2B5EF4-FFF2-40B4-BE49-F238E27FC236}">
                <a16:creationId xmlns:a16="http://schemas.microsoft.com/office/drawing/2014/main" id="{28726653-0271-46A0-9687-4FEECE9BDA9F}"/>
              </a:ext>
            </a:extLst>
          </p:cNvPr>
          <p:cNvSpPr>
            <a:spLocks noChangeAspect="1" noEditPoints="1"/>
          </p:cNvSpPr>
          <p:nvPr/>
        </p:nvSpPr>
        <p:spPr bwMode="auto">
          <a:xfrm>
            <a:off x="4456372" y="1462032"/>
            <a:ext cx="374650" cy="400050"/>
          </a:xfrm>
          <a:custGeom>
            <a:avLst/>
            <a:gdLst>
              <a:gd name="T0" fmla="*/ 54 w 240"/>
              <a:gd name="T1" fmla="*/ 112 h 256"/>
              <a:gd name="T2" fmla="*/ 58 w 240"/>
              <a:gd name="T3" fmla="*/ 112 h 256"/>
              <a:gd name="T4" fmla="*/ 75 w 240"/>
              <a:gd name="T5" fmla="*/ 95 h 256"/>
              <a:gd name="T6" fmla="*/ 69 w 240"/>
              <a:gd name="T7" fmla="*/ 89 h 256"/>
              <a:gd name="T8" fmla="*/ 120 w 240"/>
              <a:gd name="T9" fmla="*/ 48 h 256"/>
              <a:gd name="T10" fmla="*/ 120 w 240"/>
              <a:gd name="T11" fmla="*/ 168 h 256"/>
              <a:gd name="T12" fmla="*/ 59 w 240"/>
              <a:gd name="T13" fmla="*/ 128 h 256"/>
              <a:gd name="T14" fmla="*/ 120 w 240"/>
              <a:gd name="T15" fmla="*/ 176 h 256"/>
              <a:gd name="T16" fmla="*/ 120 w 240"/>
              <a:gd name="T17" fmla="*/ 40 h 256"/>
              <a:gd name="T18" fmla="*/ 43 w 240"/>
              <a:gd name="T19" fmla="*/ 89 h 256"/>
              <a:gd name="T20" fmla="*/ 37 w 240"/>
              <a:gd name="T21" fmla="*/ 95 h 256"/>
              <a:gd name="T22" fmla="*/ 120 w 240"/>
              <a:gd name="T23" fmla="*/ 68 h 256"/>
              <a:gd name="T24" fmla="*/ 116 w 240"/>
              <a:gd name="T25" fmla="*/ 108 h 256"/>
              <a:gd name="T26" fmla="*/ 133 w 240"/>
              <a:gd name="T27" fmla="*/ 127 h 256"/>
              <a:gd name="T28" fmla="*/ 139 w 240"/>
              <a:gd name="T29" fmla="*/ 127 h 256"/>
              <a:gd name="T30" fmla="*/ 124 w 240"/>
              <a:gd name="T31" fmla="*/ 106 h 256"/>
              <a:gd name="T32" fmla="*/ 120 w 240"/>
              <a:gd name="T33" fmla="*/ 68 h 256"/>
              <a:gd name="T34" fmla="*/ 216 w 240"/>
              <a:gd name="T35" fmla="*/ 236 h 256"/>
              <a:gd name="T36" fmla="*/ 196 w 240"/>
              <a:gd name="T37" fmla="*/ 228 h 256"/>
              <a:gd name="T38" fmla="*/ 240 w 240"/>
              <a:gd name="T39" fmla="*/ 224 h 256"/>
              <a:gd name="T40" fmla="*/ 240 w 240"/>
              <a:gd name="T41" fmla="*/ 220 h 256"/>
              <a:gd name="T42" fmla="*/ 209 w 240"/>
              <a:gd name="T43" fmla="*/ 0 h 256"/>
              <a:gd name="T44" fmla="*/ 15 w 240"/>
              <a:gd name="T45" fmla="*/ 15 h 256"/>
              <a:gd name="T46" fmla="*/ 0 w 240"/>
              <a:gd name="T47" fmla="*/ 220 h 256"/>
              <a:gd name="T48" fmla="*/ 16 w 240"/>
              <a:gd name="T49" fmla="*/ 256 h 256"/>
              <a:gd name="T50" fmla="*/ 240 w 240"/>
              <a:gd name="T51" fmla="*/ 240 h 256"/>
              <a:gd name="T52" fmla="*/ 240 w 240"/>
              <a:gd name="T53" fmla="*/ 228 h 256"/>
              <a:gd name="T54" fmla="*/ 23 w 240"/>
              <a:gd name="T55" fmla="*/ 15 h 256"/>
              <a:gd name="T56" fmla="*/ 209 w 240"/>
              <a:gd name="T57" fmla="*/ 8 h 256"/>
              <a:gd name="T58" fmla="*/ 231 w 240"/>
              <a:gd name="T59" fmla="*/ 210 h 256"/>
              <a:gd name="T60" fmla="*/ 16 w 240"/>
              <a:gd name="T61" fmla="*/ 208 h 256"/>
              <a:gd name="T62" fmla="*/ 23 w 240"/>
              <a:gd name="T63" fmla="*/ 15 h 256"/>
              <a:gd name="T64" fmla="*/ 224 w 240"/>
              <a:gd name="T65" fmla="*/ 248 h 256"/>
              <a:gd name="T66" fmla="*/ 8 w 240"/>
              <a:gd name="T67" fmla="*/ 240 h 256"/>
              <a:gd name="T68" fmla="*/ 16 w 240"/>
              <a:gd name="T69" fmla="*/ 216 h 256"/>
              <a:gd name="T70" fmla="*/ 232 w 240"/>
              <a:gd name="T7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0" h="256">
                <a:moveTo>
                  <a:pt x="53" y="111"/>
                </a:moveTo>
                <a:cubicBezTo>
                  <a:pt x="54" y="111"/>
                  <a:pt x="54" y="111"/>
                  <a:pt x="54" y="112"/>
                </a:cubicBezTo>
                <a:cubicBezTo>
                  <a:pt x="55" y="112"/>
                  <a:pt x="55" y="112"/>
                  <a:pt x="56" y="112"/>
                </a:cubicBezTo>
                <a:cubicBezTo>
                  <a:pt x="57" y="112"/>
                  <a:pt x="57" y="112"/>
                  <a:pt x="58" y="112"/>
                </a:cubicBezTo>
                <a:cubicBezTo>
                  <a:pt x="58" y="111"/>
                  <a:pt x="58" y="111"/>
                  <a:pt x="59" y="111"/>
                </a:cubicBezTo>
                <a:cubicBezTo>
                  <a:pt x="75" y="95"/>
                  <a:pt x="75" y="95"/>
                  <a:pt x="75" y="95"/>
                </a:cubicBezTo>
                <a:cubicBezTo>
                  <a:pt x="76" y="93"/>
                  <a:pt x="76" y="91"/>
                  <a:pt x="75" y="89"/>
                </a:cubicBezTo>
                <a:cubicBezTo>
                  <a:pt x="73" y="88"/>
                  <a:pt x="71" y="88"/>
                  <a:pt x="69" y="89"/>
                </a:cubicBezTo>
                <a:cubicBezTo>
                  <a:pt x="61" y="97"/>
                  <a:pt x="61" y="97"/>
                  <a:pt x="61" y="97"/>
                </a:cubicBezTo>
                <a:cubicBezTo>
                  <a:pt x="66" y="69"/>
                  <a:pt x="91" y="48"/>
                  <a:pt x="120" y="48"/>
                </a:cubicBezTo>
                <a:cubicBezTo>
                  <a:pt x="153" y="48"/>
                  <a:pt x="180" y="75"/>
                  <a:pt x="180" y="108"/>
                </a:cubicBezTo>
                <a:cubicBezTo>
                  <a:pt x="180" y="141"/>
                  <a:pt x="153" y="168"/>
                  <a:pt x="120" y="168"/>
                </a:cubicBezTo>
                <a:cubicBezTo>
                  <a:pt x="95" y="168"/>
                  <a:pt x="74" y="153"/>
                  <a:pt x="64" y="131"/>
                </a:cubicBezTo>
                <a:cubicBezTo>
                  <a:pt x="64" y="128"/>
                  <a:pt x="61" y="127"/>
                  <a:pt x="59" y="128"/>
                </a:cubicBezTo>
                <a:cubicBezTo>
                  <a:pt x="57" y="129"/>
                  <a:pt x="56" y="131"/>
                  <a:pt x="57" y="134"/>
                </a:cubicBezTo>
                <a:cubicBezTo>
                  <a:pt x="67" y="159"/>
                  <a:pt x="92" y="176"/>
                  <a:pt x="120" y="176"/>
                </a:cubicBezTo>
                <a:cubicBezTo>
                  <a:pt x="157" y="176"/>
                  <a:pt x="188" y="145"/>
                  <a:pt x="188" y="108"/>
                </a:cubicBezTo>
                <a:cubicBezTo>
                  <a:pt x="188" y="71"/>
                  <a:pt x="157" y="40"/>
                  <a:pt x="120" y="40"/>
                </a:cubicBezTo>
                <a:cubicBezTo>
                  <a:pt x="86" y="40"/>
                  <a:pt x="57" y="66"/>
                  <a:pt x="53" y="99"/>
                </a:cubicBezTo>
                <a:cubicBezTo>
                  <a:pt x="43" y="89"/>
                  <a:pt x="43" y="89"/>
                  <a:pt x="43" y="89"/>
                </a:cubicBezTo>
                <a:cubicBezTo>
                  <a:pt x="41" y="88"/>
                  <a:pt x="39" y="88"/>
                  <a:pt x="37" y="89"/>
                </a:cubicBezTo>
                <a:cubicBezTo>
                  <a:pt x="36" y="91"/>
                  <a:pt x="36" y="93"/>
                  <a:pt x="37" y="95"/>
                </a:cubicBezTo>
                <a:lnTo>
                  <a:pt x="53" y="111"/>
                </a:lnTo>
                <a:close/>
                <a:moveTo>
                  <a:pt x="120" y="68"/>
                </a:moveTo>
                <a:cubicBezTo>
                  <a:pt x="118" y="68"/>
                  <a:pt x="116" y="70"/>
                  <a:pt x="116" y="72"/>
                </a:cubicBezTo>
                <a:cubicBezTo>
                  <a:pt x="116" y="108"/>
                  <a:pt x="116" y="108"/>
                  <a:pt x="116" y="108"/>
                </a:cubicBezTo>
                <a:cubicBezTo>
                  <a:pt x="116" y="109"/>
                  <a:pt x="116" y="110"/>
                  <a:pt x="117" y="111"/>
                </a:cubicBezTo>
                <a:cubicBezTo>
                  <a:pt x="133" y="127"/>
                  <a:pt x="133" y="127"/>
                  <a:pt x="133" y="127"/>
                </a:cubicBezTo>
                <a:cubicBezTo>
                  <a:pt x="134" y="128"/>
                  <a:pt x="135" y="128"/>
                  <a:pt x="136" y="128"/>
                </a:cubicBezTo>
                <a:cubicBezTo>
                  <a:pt x="137" y="128"/>
                  <a:pt x="138" y="128"/>
                  <a:pt x="139" y="127"/>
                </a:cubicBezTo>
                <a:cubicBezTo>
                  <a:pt x="140" y="125"/>
                  <a:pt x="140" y="123"/>
                  <a:pt x="139" y="121"/>
                </a:cubicBezTo>
                <a:cubicBezTo>
                  <a:pt x="124" y="106"/>
                  <a:pt x="124" y="106"/>
                  <a:pt x="124" y="106"/>
                </a:cubicBezTo>
                <a:cubicBezTo>
                  <a:pt x="124" y="72"/>
                  <a:pt x="124" y="72"/>
                  <a:pt x="124" y="72"/>
                </a:cubicBezTo>
                <a:cubicBezTo>
                  <a:pt x="124" y="70"/>
                  <a:pt x="122" y="68"/>
                  <a:pt x="120" y="68"/>
                </a:cubicBezTo>
                <a:close/>
                <a:moveTo>
                  <a:pt x="196" y="236"/>
                </a:moveTo>
                <a:cubicBezTo>
                  <a:pt x="216" y="236"/>
                  <a:pt x="216" y="236"/>
                  <a:pt x="216" y="236"/>
                </a:cubicBezTo>
                <a:cubicBezTo>
                  <a:pt x="216" y="228"/>
                  <a:pt x="216" y="228"/>
                  <a:pt x="216" y="228"/>
                </a:cubicBezTo>
                <a:cubicBezTo>
                  <a:pt x="196" y="228"/>
                  <a:pt x="196" y="228"/>
                  <a:pt x="196" y="228"/>
                </a:cubicBezTo>
                <a:lnTo>
                  <a:pt x="196" y="236"/>
                </a:lnTo>
                <a:close/>
                <a:moveTo>
                  <a:pt x="240" y="224"/>
                </a:moveTo>
                <a:cubicBezTo>
                  <a:pt x="240" y="224"/>
                  <a:pt x="240" y="224"/>
                  <a:pt x="240" y="224"/>
                </a:cubicBezTo>
                <a:cubicBezTo>
                  <a:pt x="240" y="220"/>
                  <a:pt x="240" y="220"/>
                  <a:pt x="240" y="220"/>
                </a:cubicBezTo>
                <a:cubicBezTo>
                  <a:pt x="225" y="15"/>
                  <a:pt x="225" y="15"/>
                  <a:pt x="225" y="15"/>
                </a:cubicBezTo>
                <a:cubicBezTo>
                  <a:pt x="224" y="7"/>
                  <a:pt x="217" y="0"/>
                  <a:pt x="209" y="0"/>
                </a:cubicBezTo>
                <a:cubicBezTo>
                  <a:pt x="31" y="0"/>
                  <a:pt x="31" y="0"/>
                  <a:pt x="31" y="0"/>
                </a:cubicBezTo>
                <a:cubicBezTo>
                  <a:pt x="23" y="0"/>
                  <a:pt x="16" y="7"/>
                  <a:pt x="15" y="15"/>
                </a:cubicBezTo>
                <a:cubicBezTo>
                  <a:pt x="0" y="220"/>
                  <a:pt x="0" y="220"/>
                  <a:pt x="0" y="220"/>
                </a:cubicBezTo>
                <a:cubicBezTo>
                  <a:pt x="0" y="220"/>
                  <a:pt x="0" y="220"/>
                  <a:pt x="0" y="220"/>
                </a:cubicBezTo>
                <a:cubicBezTo>
                  <a:pt x="0" y="240"/>
                  <a:pt x="0" y="240"/>
                  <a:pt x="0" y="240"/>
                </a:cubicBezTo>
                <a:cubicBezTo>
                  <a:pt x="0" y="249"/>
                  <a:pt x="7" y="256"/>
                  <a:pt x="16" y="256"/>
                </a:cubicBezTo>
                <a:cubicBezTo>
                  <a:pt x="224" y="256"/>
                  <a:pt x="224" y="256"/>
                  <a:pt x="224" y="256"/>
                </a:cubicBezTo>
                <a:cubicBezTo>
                  <a:pt x="233" y="256"/>
                  <a:pt x="240" y="249"/>
                  <a:pt x="240" y="240"/>
                </a:cubicBezTo>
                <a:cubicBezTo>
                  <a:pt x="240" y="228"/>
                  <a:pt x="240" y="228"/>
                  <a:pt x="240" y="228"/>
                </a:cubicBezTo>
                <a:cubicBezTo>
                  <a:pt x="240" y="228"/>
                  <a:pt x="240" y="228"/>
                  <a:pt x="240" y="228"/>
                </a:cubicBezTo>
                <a:lnTo>
                  <a:pt x="240" y="224"/>
                </a:lnTo>
                <a:close/>
                <a:moveTo>
                  <a:pt x="23" y="15"/>
                </a:moveTo>
                <a:cubicBezTo>
                  <a:pt x="23" y="11"/>
                  <a:pt x="27" y="8"/>
                  <a:pt x="31" y="8"/>
                </a:cubicBezTo>
                <a:cubicBezTo>
                  <a:pt x="209" y="8"/>
                  <a:pt x="209" y="8"/>
                  <a:pt x="209" y="8"/>
                </a:cubicBezTo>
                <a:cubicBezTo>
                  <a:pt x="213" y="8"/>
                  <a:pt x="217" y="11"/>
                  <a:pt x="217" y="15"/>
                </a:cubicBezTo>
                <a:cubicBezTo>
                  <a:pt x="231" y="210"/>
                  <a:pt x="231" y="210"/>
                  <a:pt x="231" y="210"/>
                </a:cubicBezTo>
                <a:cubicBezTo>
                  <a:pt x="229" y="209"/>
                  <a:pt x="227" y="208"/>
                  <a:pt x="224" y="208"/>
                </a:cubicBezTo>
                <a:cubicBezTo>
                  <a:pt x="16" y="208"/>
                  <a:pt x="16" y="208"/>
                  <a:pt x="16" y="208"/>
                </a:cubicBezTo>
                <a:cubicBezTo>
                  <a:pt x="13" y="208"/>
                  <a:pt x="11" y="209"/>
                  <a:pt x="9" y="210"/>
                </a:cubicBezTo>
                <a:lnTo>
                  <a:pt x="23" y="15"/>
                </a:lnTo>
                <a:close/>
                <a:moveTo>
                  <a:pt x="232" y="240"/>
                </a:moveTo>
                <a:cubicBezTo>
                  <a:pt x="232" y="244"/>
                  <a:pt x="228" y="248"/>
                  <a:pt x="224" y="248"/>
                </a:cubicBezTo>
                <a:cubicBezTo>
                  <a:pt x="16" y="248"/>
                  <a:pt x="16" y="248"/>
                  <a:pt x="16" y="248"/>
                </a:cubicBezTo>
                <a:cubicBezTo>
                  <a:pt x="12" y="248"/>
                  <a:pt x="8" y="244"/>
                  <a:pt x="8" y="240"/>
                </a:cubicBezTo>
                <a:cubicBezTo>
                  <a:pt x="8" y="224"/>
                  <a:pt x="8" y="224"/>
                  <a:pt x="8" y="224"/>
                </a:cubicBezTo>
                <a:cubicBezTo>
                  <a:pt x="8" y="220"/>
                  <a:pt x="12" y="216"/>
                  <a:pt x="16" y="216"/>
                </a:cubicBezTo>
                <a:cubicBezTo>
                  <a:pt x="224" y="216"/>
                  <a:pt x="224" y="216"/>
                  <a:pt x="224" y="216"/>
                </a:cubicBezTo>
                <a:cubicBezTo>
                  <a:pt x="228" y="216"/>
                  <a:pt x="232" y="220"/>
                  <a:pt x="232" y="224"/>
                </a:cubicBezTo>
                <a:lnTo>
                  <a:pt x="232" y="24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28" name="Freeform 32">
            <a:extLst>
              <a:ext uri="{FF2B5EF4-FFF2-40B4-BE49-F238E27FC236}">
                <a16:creationId xmlns:a16="http://schemas.microsoft.com/office/drawing/2014/main" id="{F98BD8C9-5E26-4283-8F49-807FAD153F39}"/>
              </a:ext>
            </a:extLst>
          </p:cNvPr>
          <p:cNvSpPr>
            <a:spLocks noChangeAspect="1" noEditPoints="1"/>
          </p:cNvSpPr>
          <p:nvPr/>
        </p:nvSpPr>
        <p:spPr bwMode="auto">
          <a:xfrm>
            <a:off x="5411318" y="1462032"/>
            <a:ext cx="400050" cy="400050"/>
          </a:xfrm>
          <a:custGeom>
            <a:avLst/>
            <a:gdLst>
              <a:gd name="T0" fmla="*/ 160 w 256"/>
              <a:gd name="T1" fmla="*/ 108 h 256"/>
              <a:gd name="T2" fmla="*/ 96 w 256"/>
              <a:gd name="T3" fmla="*/ 100 h 256"/>
              <a:gd name="T4" fmla="*/ 160 w 256"/>
              <a:gd name="T5" fmla="*/ 84 h 256"/>
              <a:gd name="T6" fmla="*/ 96 w 256"/>
              <a:gd name="T7" fmla="*/ 92 h 256"/>
              <a:gd name="T8" fmla="*/ 160 w 256"/>
              <a:gd name="T9" fmla="*/ 84 h 256"/>
              <a:gd name="T10" fmla="*/ 72 w 256"/>
              <a:gd name="T11" fmla="*/ 248 h 256"/>
              <a:gd name="T12" fmla="*/ 64 w 256"/>
              <a:gd name="T13" fmla="*/ 232 h 256"/>
              <a:gd name="T14" fmla="*/ 68 w 256"/>
              <a:gd name="T15" fmla="*/ 256 h 256"/>
              <a:gd name="T16" fmla="*/ 192 w 256"/>
              <a:gd name="T17" fmla="*/ 252 h 256"/>
              <a:gd name="T18" fmla="*/ 184 w 256"/>
              <a:gd name="T19" fmla="*/ 232 h 256"/>
              <a:gd name="T20" fmla="*/ 96 w 256"/>
              <a:gd name="T21" fmla="*/ 172 h 256"/>
              <a:gd name="T22" fmla="*/ 80 w 256"/>
              <a:gd name="T23" fmla="*/ 174 h 256"/>
              <a:gd name="T24" fmla="*/ 125 w 256"/>
              <a:gd name="T25" fmla="*/ 231 h 256"/>
              <a:gd name="T26" fmla="*/ 131 w 256"/>
              <a:gd name="T27" fmla="*/ 231 h 256"/>
              <a:gd name="T28" fmla="*/ 176 w 256"/>
              <a:gd name="T29" fmla="*/ 174 h 256"/>
              <a:gd name="T30" fmla="*/ 160 w 256"/>
              <a:gd name="T31" fmla="*/ 172 h 256"/>
              <a:gd name="T32" fmla="*/ 156 w 256"/>
              <a:gd name="T33" fmla="*/ 116 h 256"/>
              <a:gd name="T34" fmla="*/ 96 w 256"/>
              <a:gd name="T35" fmla="*/ 120 h 256"/>
              <a:gd name="T36" fmla="*/ 100 w 256"/>
              <a:gd name="T37" fmla="*/ 180 h 256"/>
              <a:gd name="T38" fmla="*/ 104 w 256"/>
              <a:gd name="T39" fmla="*/ 124 h 256"/>
              <a:gd name="T40" fmla="*/ 152 w 256"/>
              <a:gd name="T41" fmla="*/ 176 h 256"/>
              <a:gd name="T42" fmla="*/ 163 w 256"/>
              <a:gd name="T43" fmla="*/ 180 h 256"/>
              <a:gd name="T44" fmla="*/ 93 w 256"/>
              <a:gd name="T45" fmla="*/ 180 h 256"/>
              <a:gd name="T46" fmla="*/ 256 w 256"/>
              <a:gd name="T47" fmla="*/ 62 h 256"/>
              <a:gd name="T48" fmla="*/ 195 w 256"/>
              <a:gd name="T49" fmla="*/ 1 h 256"/>
              <a:gd name="T50" fmla="*/ 12 w 256"/>
              <a:gd name="T51" fmla="*/ 0 h 256"/>
              <a:gd name="T52" fmla="*/ 0 w 256"/>
              <a:gd name="T53" fmla="*/ 232 h 256"/>
              <a:gd name="T54" fmla="*/ 8 w 256"/>
              <a:gd name="T55" fmla="*/ 12 h 256"/>
              <a:gd name="T56" fmla="*/ 190 w 256"/>
              <a:gd name="T57" fmla="*/ 8 h 256"/>
              <a:gd name="T58" fmla="*/ 196 w 256"/>
              <a:gd name="T59" fmla="*/ 60 h 256"/>
              <a:gd name="T60" fmla="*/ 192 w 256"/>
              <a:gd name="T61" fmla="*/ 40 h 256"/>
              <a:gd name="T62" fmla="*/ 188 w 256"/>
              <a:gd name="T63" fmla="*/ 60 h 256"/>
              <a:gd name="T64" fmla="*/ 248 w 256"/>
              <a:gd name="T65" fmla="*/ 68 h 256"/>
              <a:gd name="T66" fmla="*/ 256 w 256"/>
              <a:gd name="T67" fmla="*/ 232 h 256"/>
              <a:gd name="T68" fmla="*/ 256 w 256"/>
              <a:gd name="T69" fmla="*/ 6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6" h="256">
                <a:moveTo>
                  <a:pt x="96" y="108"/>
                </a:moveTo>
                <a:cubicBezTo>
                  <a:pt x="160" y="108"/>
                  <a:pt x="160" y="108"/>
                  <a:pt x="160" y="108"/>
                </a:cubicBezTo>
                <a:cubicBezTo>
                  <a:pt x="160" y="100"/>
                  <a:pt x="160" y="100"/>
                  <a:pt x="160" y="100"/>
                </a:cubicBezTo>
                <a:cubicBezTo>
                  <a:pt x="96" y="100"/>
                  <a:pt x="96" y="100"/>
                  <a:pt x="96" y="100"/>
                </a:cubicBezTo>
                <a:lnTo>
                  <a:pt x="96" y="108"/>
                </a:lnTo>
                <a:close/>
                <a:moveTo>
                  <a:pt x="160" y="84"/>
                </a:moveTo>
                <a:cubicBezTo>
                  <a:pt x="96" y="84"/>
                  <a:pt x="96" y="84"/>
                  <a:pt x="96" y="84"/>
                </a:cubicBezTo>
                <a:cubicBezTo>
                  <a:pt x="96" y="92"/>
                  <a:pt x="96" y="92"/>
                  <a:pt x="96" y="92"/>
                </a:cubicBezTo>
                <a:cubicBezTo>
                  <a:pt x="160" y="92"/>
                  <a:pt x="160" y="92"/>
                  <a:pt x="160" y="92"/>
                </a:cubicBezTo>
                <a:lnTo>
                  <a:pt x="160" y="84"/>
                </a:lnTo>
                <a:close/>
                <a:moveTo>
                  <a:pt x="184" y="248"/>
                </a:moveTo>
                <a:cubicBezTo>
                  <a:pt x="72" y="248"/>
                  <a:pt x="72" y="248"/>
                  <a:pt x="72" y="248"/>
                </a:cubicBezTo>
                <a:cubicBezTo>
                  <a:pt x="72" y="232"/>
                  <a:pt x="72" y="232"/>
                  <a:pt x="72" y="232"/>
                </a:cubicBezTo>
                <a:cubicBezTo>
                  <a:pt x="64" y="232"/>
                  <a:pt x="64" y="232"/>
                  <a:pt x="64" y="232"/>
                </a:cubicBezTo>
                <a:cubicBezTo>
                  <a:pt x="64" y="252"/>
                  <a:pt x="64" y="252"/>
                  <a:pt x="64" y="252"/>
                </a:cubicBezTo>
                <a:cubicBezTo>
                  <a:pt x="64" y="254"/>
                  <a:pt x="66" y="256"/>
                  <a:pt x="68" y="256"/>
                </a:cubicBezTo>
                <a:cubicBezTo>
                  <a:pt x="188" y="256"/>
                  <a:pt x="188" y="256"/>
                  <a:pt x="188" y="256"/>
                </a:cubicBezTo>
                <a:cubicBezTo>
                  <a:pt x="190" y="256"/>
                  <a:pt x="192" y="254"/>
                  <a:pt x="192" y="252"/>
                </a:cubicBezTo>
                <a:cubicBezTo>
                  <a:pt x="192" y="232"/>
                  <a:pt x="192" y="232"/>
                  <a:pt x="192" y="232"/>
                </a:cubicBezTo>
                <a:cubicBezTo>
                  <a:pt x="184" y="232"/>
                  <a:pt x="184" y="232"/>
                  <a:pt x="184" y="232"/>
                </a:cubicBezTo>
                <a:lnTo>
                  <a:pt x="184" y="248"/>
                </a:lnTo>
                <a:close/>
                <a:moveTo>
                  <a:pt x="96" y="172"/>
                </a:moveTo>
                <a:cubicBezTo>
                  <a:pt x="84" y="172"/>
                  <a:pt x="84" y="172"/>
                  <a:pt x="84" y="172"/>
                </a:cubicBezTo>
                <a:cubicBezTo>
                  <a:pt x="82" y="172"/>
                  <a:pt x="81" y="173"/>
                  <a:pt x="80" y="174"/>
                </a:cubicBezTo>
                <a:cubicBezTo>
                  <a:pt x="80" y="176"/>
                  <a:pt x="80" y="177"/>
                  <a:pt x="81" y="179"/>
                </a:cubicBezTo>
                <a:cubicBezTo>
                  <a:pt x="125" y="231"/>
                  <a:pt x="125" y="231"/>
                  <a:pt x="125" y="231"/>
                </a:cubicBezTo>
                <a:cubicBezTo>
                  <a:pt x="126" y="231"/>
                  <a:pt x="127" y="232"/>
                  <a:pt x="128" y="232"/>
                </a:cubicBezTo>
                <a:cubicBezTo>
                  <a:pt x="129" y="232"/>
                  <a:pt x="130" y="231"/>
                  <a:pt x="131" y="231"/>
                </a:cubicBezTo>
                <a:cubicBezTo>
                  <a:pt x="175" y="179"/>
                  <a:pt x="175" y="179"/>
                  <a:pt x="175" y="179"/>
                </a:cubicBezTo>
                <a:cubicBezTo>
                  <a:pt x="176" y="177"/>
                  <a:pt x="176" y="176"/>
                  <a:pt x="176" y="174"/>
                </a:cubicBezTo>
                <a:cubicBezTo>
                  <a:pt x="175" y="173"/>
                  <a:pt x="174" y="172"/>
                  <a:pt x="172" y="172"/>
                </a:cubicBezTo>
                <a:cubicBezTo>
                  <a:pt x="160" y="172"/>
                  <a:pt x="160" y="172"/>
                  <a:pt x="160" y="172"/>
                </a:cubicBezTo>
                <a:cubicBezTo>
                  <a:pt x="160" y="120"/>
                  <a:pt x="160" y="120"/>
                  <a:pt x="160" y="120"/>
                </a:cubicBezTo>
                <a:cubicBezTo>
                  <a:pt x="160" y="118"/>
                  <a:pt x="158" y="116"/>
                  <a:pt x="156" y="116"/>
                </a:cubicBezTo>
                <a:cubicBezTo>
                  <a:pt x="100" y="116"/>
                  <a:pt x="100" y="116"/>
                  <a:pt x="100" y="116"/>
                </a:cubicBezTo>
                <a:cubicBezTo>
                  <a:pt x="98" y="116"/>
                  <a:pt x="96" y="118"/>
                  <a:pt x="96" y="120"/>
                </a:cubicBezTo>
                <a:lnTo>
                  <a:pt x="96" y="172"/>
                </a:lnTo>
                <a:close/>
                <a:moveTo>
                  <a:pt x="100" y="180"/>
                </a:moveTo>
                <a:cubicBezTo>
                  <a:pt x="102" y="180"/>
                  <a:pt x="104" y="178"/>
                  <a:pt x="104" y="176"/>
                </a:cubicBezTo>
                <a:cubicBezTo>
                  <a:pt x="104" y="124"/>
                  <a:pt x="104" y="124"/>
                  <a:pt x="104" y="124"/>
                </a:cubicBezTo>
                <a:cubicBezTo>
                  <a:pt x="152" y="124"/>
                  <a:pt x="152" y="124"/>
                  <a:pt x="152" y="124"/>
                </a:cubicBezTo>
                <a:cubicBezTo>
                  <a:pt x="152" y="176"/>
                  <a:pt x="152" y="176"/>
                  <a:pt x="152" y="176"/>
                </a:cubicBezTo>
                <a:cubicBezTo>
                  <a:pt x="152" y="178"/>
                  <a:pt x="154" y="180"/>
                  <a:pt x="156" y="180"/>
                </a:cubicBezTo>
                <a:cubicBezTo>
                  <a:pt x="163" y="180"/>
                  <a:pt x="163" y="180"/>
                  <a:pt x="163" y="180"/>
                </a:cubicBezTo>
                <a:cubicBezTo>
                  <a:pt x="128" y="222"/>
                  <a:pt x="128" y="222"/>
                  <a:pt x="128" y="222"/>
                </a:cubicBezTo>
                <a:cubicBezTo>
                  <a:pt x="93" y="180"/>
                  <a:pt x="93" y="180"/>
                  <a:pt x="93" y="180"/>
                </a:cubicBezTo>
                <a:lnTo>
                  <a:pt x="100" y="180"/>
                </a:lnTo>
                <a:close/>
                <a:moveTo>
                  <a:pt x="256" y="62"/>
                </a:moveTo>
                <a:cubicBezTo>
                  <a:pt x="255" y="62"/>
                  <a:pt x="255" y="62"/>
                  <a:pt x="255" y="61"/>
                </a:cubicBezTo>
                <a:cubicBezTo>
                  <a:pt x="195" y="1"/>
                  <a:pt x="195" y="1"/>
                  <a:pt x="195" y="1"/>
                </a:cubicBezTo>
                <a:cubicBezTo>
                  <a:pt x="194" y="0"/>
                  <a:pt x="193" y="0"/>
                  <a:pt x="192" y="0"/>
                </a:cubicBezTo>
                <a:cubicBezTo>
                  <a:pt x="12" y="0"/>
                  <a:pt x="12" y="0"/>
                  <a:pt x="12" y="0"/>
                </a:cubicBezTo>
                <a:cubicBezTo>
                  <a:pt x="5" y="0"/>
                  <a:pt x="0" y="5"/>
                  <a:pt x="0" y="12"/>
                </a:cubicBezTo>
                <a:cubicBezTo>
                  <a:pt x="0" y="232"/>
                  <a:pt x="0" y="232"/>
                  <a:pt x="0" y="232"/>
                </a:cubicBezTo>
                <a:cubicBezTo>
                  <a:pt x="8" y="232"/>
                  <a:pt x="8" y="232"/>
                  <a:pt x="8" y="232"/>
                </a:cubicBezTo>
                <a:cubicBezTo>
                  <a:pt x="8" y="12"/>
                  <a:pt x="8" y="12"/>
                  <a:pt x="8" y="12"/>
                </a:cubicBezTo>
                <a:cubicBezTo>
                  <a:pt x="8" y="10"/>
                  <a:pt x="10" y="8"/>
                  <a:pt x="12" y="8"/>
                </a:cubicBezTo>
                <a:cubicBezTo>
                  <a:pt x="190" y="8"/>
                  <a:pt x="190" y="8"/>
                  <a:pt x="190" y="8"/>
                </a:cubicBezTo>
                <a:cubicBezTo>
                  <a:pt x="242" y="60"/>
                  <a:pt x="242" y="60"/>
                  <a:pt x="242" y="60"/>
                </a:cubicBezTo>
                <a:cubicBezTo>
                  <a:pt x="196" y="60"/>
                  <a:pt x="196" y="60"/>
                  <a:pt x="196" y="60"/>
                </a:cubicBezTo>
                <a:cubicBezTo>
                  <a:pt x="196" y="44"/>
                  <a:pt x="196" y="44"/>
                  <a:pt x="196" y="44"/>
                </a:cubicBezTo>
                <a:cubicBezTo>
                  <a:pt x="196" y="42"/>
                  <a:pt x="194" y="40"/>
                  <a:pt x="192" y="40"/>
                </a:cubicBezTo>
                <a:cubicBezTo>
                  <a:pt x="190" y="40"/>
                  <a:pt x="188" y="42"/>
                  <a:pt x="188" y="44"/>
                </a:cubicBezTo>
                <a:cubicBezTo>
                  <a:pt x="188" y="60"/>
                  <a:pt x="188" y="60"/>
                  <a:pt x="188" y="60"/>
                </a:cubicBezTo>
                <a:cubicBezTo>
                  <a:pt x="188" y="64"/>
                  <a:pt x="192" y="68"/>
                  <a:pt x="196" y="68"/>
                </a:cubicBezTo>
                <a:cubicBezTo>
                  <a:pt x="248" y="68"/>
                  <a:pt x="248" y="68"/>
                  <a:pt x="248" y="68"/>
                </a:cubicBezTo>
                <a:cubicBezTo>
                  <a:pt x="248" y="232"/>
                  <a:pt x="248" y="232"/>
                  <a:pt x="248" y="232"/>
                </a:cubicBezTo>
                <a:cubicBezTo>
                  <a:pt x="256" y="232"/>
                  <a:pt x="256" y="232"/>
                  <a:pt x="256" y="232"/>
                </a:cubicBezTo>
                <a:cubicBezTo>
                  <a:pt x="256" y="64"/>
                  <a:pt x="256" y="64"/>
                  <a:pt x="256" y="64"/>
                </a:cubicBezTo>
                <a:cubicBezTo>
                  <a:pt x="256" y="63"/>
                  <a:pt x="256" y="63"/>
                  <a:pt x="256" y="6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34" name="Freeform 36">
            <a:extLst>
              <a:ext uri="{FF2B5EF4-FFF2-40B4-BE49-F238E27FC236}">
                <a16:creationId xmlns:a16="http://schemas.microsoft.com/office/drawing/2014/main" id="{770A7F50-1E3C-47C2-A999-558129FE9DE4}"/>
              </a:ext>
            </a:extLst>
          </p:cNvPr>
          <p:cNvSpPr>
            <a:spLocks noChangeAspect="1" noEditPoints="1"/>
          </p:cNvSpPr>
          <p:nvPr/>
        </p:nvSpPr>
        <p:spPr bwMode="auto">
          <a:xfrm>
            <a:off x="6378964" y="1462032"/>
            <a:ext cx="400050" cy="400050"/>
          </a:xfrm>
          <a:custGeom>
            <a:avLst/>
            <a:gdLst>
              <a:gd name="T0" fmla="*/ 255 w 256"/>
              <a:gd name="T1" fmla="*/ 61 h 256"/>
              <a:gd name="T2" fmla="*/ 192 w 256"/>
              <a:gd name="T3" fmla="*/ 0 h 256"/>
              <a:gd name="T4" fmla="*/ 0 w 256"/>
              <a:gd name="T5" fmla="*/ 12 h 256"/>
              <a:gd name="T6" fmla="*/ 8 w 256"/>
              <a:gd name="T7" fmla="*/ 232 h 256"/>
              <a:gd name="T8" fmla="*/ 12 w 256"/>
              <a:gd name="T9" fmla="*/ 8 h 256"/>
              <a:gd name="T10" fmla="*/ 242 w 256"/>
              <a:gd name="T11" fmla="*/ 60 h 256"/>
              <a:gd name="T12" fmla="*/ 196 w 256"/>
              <a:gd name="T13" fmla="*/ 44 h 256"/>
              <a:gd name="T14" fmla="*/ 188 w 256"/>
              <a:gd name="T15" fmla="*/ 44 h 256"/>
              <a:gd name="T16" fmla="*/ 196 w 256"/>
              <a:gd name="T17" fmla="*/ 68 h 256"/>
              <a:gd name="T18" fmla="*/ 248 w 256"/>
              <a:gd name="T19" fmla="*/ 232 h 256"/>
              <a:gd name="T20" fmla="*/ 256 w 256"/>
              <a:gd name="T21" fmla="*/ 64 h 256"/>
              <a:gd name="T22" fmla="*/ 128 w 256"/>
              <a:gd name="T23" fmla="*/ 100 h 256"/>
              <a:gd name="T24" fmla="*/ 104 w 256"/>
              <a:gd name="T25" fmla="*/ 132 h 256"/>
              <a:gd name="T26" fmla="*/ 112 w 256"/>
              <a:gd name="T27" fmla="*/ 124 h 256"/>
              <a:gd name="T28" fmla="*/ 144 w 256"/>
              <a:gd name="T29" fmla="*/ 124 h 256"/>
              <a:gd name="T30" fmla="*/ 152 w 256"/>
              <a:gd name="T31" fmla="*/ 132 h 256"/>
              <a:gd name="T32" fmla="*/ 128 w 256"/>
              <a:gd name="T33" fmla="*/ 100 h 256"/>
              <a:gd name="T34" fmla="*/ 176 w 256"/>
              <a:gd name="T35" fmla="*/ 144 h 256"/>
              <a:gd name="T36" fmla="*/ 128 w 256"/>
              <a:gd name="T37" fmla="*/ 76 h 256"/>
              <a:gd name="T38" fmla="*/ 80 w 256"/>
              <a:gd name="T39" fmla="*/ 144 h 256"/>
              <a:gd name="T40" fmla="*/ 64 w 256"/>
              <a:gd name="T41" fmla="*/ 156 h 256"/>
              <a:gd name="T42" fmla="*/ 76 w 256"/>
              <a:gd name="T43" fmla="*/ 256 h 256"/>
              <a:gd name="T44" fmla="*/ 192 w 256"/>
              <a:gd name="T45" fmla="*/ 244 h 256"/>
              <a:gd name="T46" fmla="*/ 180 w 256"/>
              <a:gd name="T47" fmla="*/ 144 h 256"/>
              <a:gd name="T48" fmla="*/ 128 w 256"/>
              <a:gd name="T49" fmla="*/ 84 h 256"/>
              <a:gd name="T50" fmla="*/ 168 w 256"/>
              <a:gd name="T51" fmla="*/ 144 h 256"/>
              <a:gd name="T52" fmla="*/ 88 w 256"/>
              <a:gd name="T53" fmla="*/ 124 h 256"/>
              <a:gd name="T54" fmla="*/ 151 w 256"/>
              <a:gd name="T55" fmla="*/ 224 h 256"/>
              <a:gd name="T56" fmla="*/ 184 w 256"/>
              <a:gd name="T57" fmla="*/ 208 h 256"/>
              <a:gd name="T58" fmla="*/ 142 w 256"/>
              <a:gd name="T59" fmla="*/ 224 h 256"/>
              <a:gd name="T60" fmla="*/ 122 w 256"/>
              <a:gd name="T61" fmla="*/ 208 h 256"/>
              <a:gd name="T62" fmla="*/ 142 w 256"/>
              <a:gd name="T63" fmla="*/ 224 h 256"/>
              <a:gd name="T64" fmla="*/ 88 w 256"/>
              <a:gd name="T65" fmla="*/ 200 h 256"/>
              <a:gd name="T66" fmla="*/ 113 w 256"/>
              <a:gd name="T67" fmla="*/ 208 h 256"/>
              <a:gd name="T68" fmla="*/ 88 w 256"/>
              <a:gd name="T69" fmla="*/ 224 h 256"/>
              <a:gd name="T70" fmla="*/ 184 w 256"/>
              <a:gd name="T71" fmla="*/ 232 h 256"/>
              <a:gd name="T72" fmla="*/ 180 w 256"/>
              <a:gd name="T73" fmla="*/ 248 h 256"/>
              <a:gd name="T74" fmla="*/ 72 w 256"/>
              <a:gd name="T75" fmla="*/ 244 h 256"/>
              <a:gd name="T76" fmla="*/ 76 w 256"/>
              <a:gd name="T77" fmla="*/ 152 h 256"/>
              <a:gd name="T78" fmla="*/ 184 w 256"/>
              <a:gd name="T79" fmla="*/ 1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6" h="256">
                <a:moveTo>
                  <a:pt x="256" y="62"/>
                </a:moveTo>
                <a:cubicBezTo>
                  <a:pt x="255" y="62"/>
                  <a:pt x="255" y="62"/>
                  <a:pt x="255" y="61"/>
                </a:cubicBezTo>
                <a:cubicBezTo>
                  <a:pt x="195" y="1"/>
                  <a:pt x="195" y="1"/>
                  <a:pt x="195" y="1"/>
                </a:cubicBezTo>
                <a:cubicBezTo>
                  <a:pt x="194" y="0"/>
                  <a:pt x="193" y="0"/>
                  <a:pt x="192" y="0"/>
                </a:cubicBezTo>
                <a:cubicBezTo>
                  <a:pt x="12" y="0"/>
                  <a:pt x="12" y="0"/>
                  <a:pt x="12" y="0"/>
                </a:cubicBezTo>
                <a:cubicBezTo>
                  <a:pt x="5" y="0"/>
                  <a:pt x="0" y="5"/>
                  <a:pt x="0" y="12"/>
                </a:cubicBezTo>
                <a:cubicBezTo>
                  <a:pt x="0" y="232"/>
                  <a:pt x="0" y="232"/>
                  <a:pt x="0" y="232"/>
                </a:cubicBezTo>
                <a:cubicBezTo>
                  <a:pt x="8" y="232"/>
                  <a:pt x="8" y="232"/>
                  <a:pt x="8" y="232"/>
                </a:cubicBezTo>
                <a:cubicBezTo>
                  <a:pt x="8" y="12"/>
                  <a:pt x="8" y="12"/>
                  <a:pt x="8" y="12"/>
                </a:cubicBezTo>
                <a:cubicBezTo>
                  <a:pt x="8" y="10"/>
                  <a:pt x="10" y="8"/>
                  <a:pt x="12" y="8"/>
                </a:cubicBezTo>
                <a:cubicBezTo>
                  <a:pt x="190" y="8"/>
                  <a:pt x="190" y="8"/>
                  <a:pt x="190" y="8"/>
                </a:cubicBezTo>
                <a:cubicBezTo>
                  <a:pt x="242" y="60"/>
                  <a:pt x="242" y="60"/>
                  <a:pt x="242" y="60"/>
                </a:cubicBezTo>
                <a:cubicBezTo>
                  <a:pt x="196" y="60"/>
                  <a:pt x="196" y="60"/>
                  <a:pt x="196" y="60"/>
                </a:cubicBezTo>
                <a:cubicBezTo>
                  <a:pt x="196" y="44"/>
                  <a:pt x="196" y="44"/>
                  <a:pt x="196" y="44"/>
                </a:cubicBezTo>
                <a:cubicBezTo>
                  <a:pt x="196" y="42"/>
                  <a:pt x="194" y="40"/>
                  <a:pt x="192" y="40"/>
                </a:cubicBezTo>
                <a:cubicBezTo>
                  <a:pt x="190" y="40"/>
                  <a:pt x="188" y="42"/>
                  <a:pt x="188" y="44"/>
                </a:cubicBezTo>
                <a:cubicBezTo>
                  <a:pt x="188" y="60"/>
                  <a:pt x="188" y="60"/>
                  <a:pt x="188" y="60"/>
                </a:cubicBezTo>
                <a:cubicBezTo>
                  <a:pt x="188" y="64"/>
                  <a:pt x="192" y="68"/>
                  <a:pt x="196" y="68"/>
                </a:cubicBezTo>
                <a:cubicBezTo>
                  <a:pt x="248" y="68"/>
                  <a:pt x="248" y="68"/>
                  <a:pt x="248" y="68"/>
                </a:cubicBezTo>
                <a:cubicBezTo>
                  <a:pt x="248" y="232"/>
                  <a:pt x="248" y="232"/>
                  <a:pt x="248" y="232"/>
                </a:cubicBezTo>
                <a:cubicBezTo>
                  <a:pt x="256" y="232"/>
                  <a:pt x="256" y="232"/>
                  <a:pt x="256" y="232"/>
                </a:cubicBezTo>
                <a:cubicBezTo>
                  <a:pt x="256" y="64"/>
                  <a:pt x="256" y="64"/>
                  <a:pt x="256" y="64"/>
                </a:cubicBezTo>
                <a:cubicBezTo>
                  <a:pt x="256" y="63"/>
                  <a:pt x="256" y="63"/>
                  <a:pt x="256" y="62"/>
                </a:cubicBezTo>
                <a:close/>
                <a:moveTo>
                  <a:pt x="128" y="100"/>
                </a:moveTo>
                <a:cubicBezTo>
                  <a:pt x="115" y="100"/>
                  <a:pt x="104" y="111"/>
                  <a:pt x="104" y="124"/>
                </a:cubicBezTo>
                <a:cubicBezTo>
                  <a:pt x="104" y="132"/>
                  <a:pt x="104" y="132"/>
                  <a:pt x="104" y="132"/>
                </a:cubicBezTo>
                <a:cubicBezTo>
                  <a:pt x="112" y="132"/>
                  <a:pt x="112" y="132"/>
                  <a:pt x="112" y="132"/>
                </a:cubicBezTo>
                <a:cubicBezTo>
                  <a:pt x="112" y="124"/>
                  <a:pt x="112" y="124"/>
                  <a:pt x="112" y="124"/>
                </a:cubicBezTo>
                <a:cubicBezTo>
                  <a:pt x="112" y="115"/>
                  <a:pt x="119" y="108"/>
                  <a:pt x="128" y="108"/>
                </a:cubicBezTo>
                <a:cubicBezTo>
                  <a:pt x="137" y="108"/>
                  <a:pt x="144" y="115"/>
                  <a:pt x="144" y="124"/>
                </a:cubicBezTo>
                <a:cubicBezTo>
                  <a:pt x="144" y="132"/>
                  <a:pt x="144" y="132"/>
                  <a:pt x="144" y="132"/>
                </a:cubicBezTo>
                <a:cubicBezTo>
                  <a:pt x="152" y="132"/>
                  <a:pt x="152" y="132"/>
                  <a:pt x="152" y="132"/>
                </a:cubicBezTo>
                <a:cubicBezTo>
                  <a:pt x="152" y="124"/>
                  <a:pt x="152" y="124"/>
                  <a:pt x="152" y="124"/>
                </a:cubicBezTo>
                <a:cubicBezTo>
                  <a:pt x="152" y="111"/>
                  <a:pt x="141" y="100"/>
                  <a:pt x="128" y="100"/>
                </a:cubicBezTo>
                <a:close/>
                <a:moveTo>
                  <a:pt x="180" y="144"/>
                </a:moveTo>
                <a:cubicBezTo>
                  <a:pt x="176" y="144"/>
                  <a:pt x="176" y="144"/>
                  <a:pt x="176" y="144"/>
                </a:cubicBezTo>
                <a:cubicBezTo>
                  <a:pt x="176" y="124"/>
                  <a:pt x="176" y="124"/>
                  <a:pt x="176" y="124"/>
                </a:cubicBezTo>
                <a:cubicBezTo>
                  <a:pt x="176" y="98"/>
                  <a:pt x="154" y="76"/>
                  <a:pt x="128" y="76"/>
                </a:cubicBezTo>
                <a:cubicBezTo>
                  <a:pt x="102" y="76"/>
                  <a:pt x="80" y="98"/>
                  <a:pt x="80" y="124"/>
                </a:cubicBezTo>
                <a:cubicBezTo>
                  <a:pt x="80" y="144"/>
                  <a:pt x="80" y="144"/>
                  <a:pt x="80" y="144"/>
                </a:cubicBezTo>
                <a:cubicBezTo>
                  <a:pt x="76" y="144"/>
                  <a:pt x="76" y="144"/>
                  <a:pt x="76" y="144"/>
                </a:cubicBezTo>
                <a:cubicBezTo>
                  <a:pt x="69" y="144"/>
                  <a:pt x="64" y="149"/>
                  <a:pt x="64" y="156"/>
                </a:cubicBezTo>
                <a:cubicBezTo>
                  <a:pt x="64" y="244"/>
                  <a:pt x="64" y="244"/>
                  <a:pt x="64" y="244"/>
                </a:cubicBezTo>
                <a:cubicBezTo>
                  <a:pt x="64" y="251"/>
                  <a:pt x="69" y="256"/>
                  <a:pt x="76" y="256"/>
                </a:cubicBezTo>
                <a:cubicBezTo>
                  <a:pt x="180" y="256"/>
                  <a:pt x="180" y="256"/>
                  <a:pt x="180" y="256"/>
                </a:cubicBezTo>
                <a:cubicBezTo>
                  <a:pt x="187" y="256"/>
                  <a:pt x="192" y="251"/>
                  <a:pt x="192" y="244"/>
                </a:cubicBezTo>
                <a:cubicBezTo>
                  <a:pt x="192" y="156"/>
                  <a:pt x="192" y="156"/>
                  <a:pt x="192" y="156"/>
                </a:cubicBezTo>
                <a:cubicBezTo>
                  <a:pt x="192" y="149"/>
                  <a:pt x="187" y="144"/>
                  <a:pt x="180" y="144"/>
                </a:cubicBezTo>
                <a:close/>
                <a:moveTo>
                  <a:pt x="88" y="124"/>
                </a:moveTo>
                <a:cubicBezTo>
                  <a:pt x="88" y="102"/>
                  <a:pt x="106" y="84"/>
                  <a:pt x="128" y="84"/>
                </a:cubicBezTo>
                <a:cubicBezTo>
                  <a:pt x="150" y="84"/>
                  <a:pt x="168" y="102"/>
                  <a:pt x="168" y="124"/>
                </a:cubicBezTo>
                <a:cubicBezTo>
                  <a:pt x="168" y="144"/>
                  <a:pt x="168" y="144"/>
                  <a:pt x="168" y="144"/>
                </a:cubicBezTo>
                <a:cubicBezTo>
                  <a:pt x="88" y="144"/>
                  <a:pt x="88" y="144"/>
                  <a:pt x="88" y="144"/>
                </a:cubicBezTo>
                <a:lnTo>
                  <a:pt x="88" y="124"/>
                </a:lnTo>
                <a:close/>
                <a:moveTo>
                  <a:pt x="184" y="224"/>
                </a:moveTo>
                <a:cubicBezTo>
                  <a:pt x="151" y="224"/>
                  <a:pt x="151" y="224"/>
                  <a:pt x="151" y="224"/>
                </a:cubicBezTo>
                <a:cubicBezTo>
                  <a:pt x="162" y="208"/>
                  <a:pt x="162" y="208"/>
                  <a:pt x="162" y="208"/>
                </a:cubicBezTo>
                <a:cubicBezTo>
                  <a:pt x="184" y="208"/>
                  <a:pt x="184" y="208"/>
                  <a:pt x="184" y="208"/>
                </a:cubicBezTo>
                <a:lnTo>
                  <a:pt x="184" y="224"/>
                </a:lnTo>
                <a:close/>
                <a:moveTo>
                  <a:pt x="142" y="224"/>
                </a:moveTo>
                <a:cubicBezTo>
                  <a:pt x="111" y="224"/>
                  <a:pt x="111" y="224"/>
                  <a:pt x="111" y="224"/>
                </a:cubicBezTo>
                <a:cubicBezTo>
                  <a:pt x="122" y="208"/>
                  <a:pt x="122" y="208"/>
                  <a:pt x="122" y="208"/>
                </a:cubicBezTo>
                <a:cubicBezTo>
                  <a:pt x="153" y="208"/>
                  <a:pt x="153" y="208"/>
                  <a:pt x="153" y="208"/>
                </a:cubicBezTo>
                <a:lnTo>
                  <a:pt x="142" y="224"/>
                </a:lnTo>
                <a:close/>
                <a:moveTo>
                  <a:pt x="184" y="200"/>
                </a:moveTo>
                <a:cubicBezTo>
                  <a:pt x="88" y="200"/>
                  <a:pt x="88" y="200"/>
                  <a:pt x="88" y="200"/>
                </a:cubicBezTo>
                <a:cubicBezTo>
                  <a:pt x="88" y="208"/>
                  <a:pt x="88" y="208"/>
                  <a:pt x="88" y="208"/>
                </a:cubicBezTo>
                <a:cubicBezTo>
                  <a:pt x="113" y="208"/>
                  <a:pt x="113" y="208"/>
                  <a:pt x="113" y="208"/>
                </a:cubicBezTo>
                <a:cubicBezTo>
                  <a:pt x="102" y="224"/>
                  <a:pt x="102" y="224"/>
                  <a:pt x="102" y="224"/>
                </a:cubicBezTo>
                <a:cubicBezTo>
                  <a:pt x="88" y="224"/>
                  <a:pt x="88" y="224"/>
                  <a:pt x="88" y="224"/>
                </a:cubicBezTo>
                <a:cubicBezTo>
                  <a:pt x="88" y="232"/>
                  <a:pt x="88" y="232"/>
                  <a:pt x="88" y="232"/>
                </a:cubicBezTo>
                <a:cubicBezTo>
                  <a:pt x="184" y="232"/>
                  <a:pt x="184" y="232"/>
                  <a:pt x="184" y="232"/>
                </a:cubicBezTo>
                <a:cubicBezTo>
                  <a:pt x="184" y="244"/>
                  <a:pt x="184" y="244"/>
                  <a:pt x="184" y="244"/>
                </a:cubicBezTo>
                <a:cubicBezTo>
                  <a:pt x="184" y="246"/>
                  <a:pt x="182" y="248"/>
                  <a:pt x="180" y="248"/>
                </a:cubicBezTo>
                <a:cubicBezTo>
                  <a:pt x="76" y="248"/>
                  <a:pt x="76" y="248"/>
                  <a:pt x="76" y="248"/>
                </a:cubicBezTo>
                <a:cubicBezTo>
                  <a:pt x="74" y="248"/>
                  <a:pt x="72" y="246"/>
                  <a:pt x="72" y="244"/>
                </a:cubicBezTo>
                <a:cubicBezTo>
                  <a:pt x="72" y="156"/>
                  <a:pt x="72" y="156"/>
                  <a:pt x="72" y="156"/>
                </a:cubicBezTo>
                <a:cubicBezTo>
                  <a:pt x="72" y="154"/>
                  <a:pt x="74" y="152"/>
                  <a:pt x="76" y="152"/>
                </a:cubicBezTo>
                <a:cubicBezTo>
                  <a:pt x="180" y="152"/>
                  <a:pt x="180" y="152"/>
                  <a:pt x="180" y="152"/>
                </a:cubicBezTo>
                <a:cubicBezTo>
                  <a:pt x="182" y="152"/>
                  <a:pt x="184" y="154"/>
                  <a:pt x="184" y="156"/>
                </a:cubicBezTo>
                <a:lnTo>
                  <a:pt x="184" y="20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0" name="Freeform 40">
            <a:extLst>
              <a:ext uri="{FF2B5EF4-FFF2-40B4-BE49-F238E27FC236}">
                <a16:creationId xmlns:a16="http://schemas.microsoft.com/office/drawing/2014/main" id="{47CFC5EB-5D51-4A3F-ACE5-5BD4473B7EBB}"/>
              </a:ext>
            </a:extLst>
          </p:cNvPr>
          <p:cNvSpPr>
            <a:spLocks noChangeAspect="1" noEditPoints="1"/>
          </p:cNvSpPr>
          <p:nvPr/>
        </p:nvSpPr>
        <p:spPr bwMode="auto">
          <a:xfrm>
            <a:off x="7346610" y="1462032"/>
            <a:ext cx="400050" cy="400050"/>
          </a:xfrm>
          <a:custGeom>
            <a:avLst/>
            <a:gdLst>
              <a:gd name="T0" fmla="*/ 176 w 256"/>
              <a:gd name="T1" fmla="*/ 64 h 256"/>
              <a:gd name="T2" fmla="*/ 184 w 256"/>
              <a:gd name="T3" fmla="*/ 92 h 256"/>
              <a:gd name="T4" fmla="*/ 176 w 256"/>
              <a:gd name="T5" fmla="*/ 0 h 256"/>
              <a:gd name="T6" fmla="*/ 0 w 256"/>
              <a:gd name="T7" fmla="*/ 8 h 256"/>
              <a:gd name="T8" fmla="*/ 8 w 256"/>
              <a:gd name="T9" fmla="*/ 120 h 256"/>
              <a:gd name="T10" fmla="*/ 44 w 256"/>
              <a:gd name="T11" fmla="*/ 112 h 256"/>
              <a:gd name="T12" fmla="*/ 8 w 256"/>
              <a:gd name="T13" fmla="*/ 64 h 256"/>
              <a:gd name="T14" fmla="*/ 176 w 256"/>
              <a:gd name="T15" fmla="*/ 8 h 256"/>
              <a:gd name="T16" fmla="*/ 8 w 256"/>
              <a:gd name="T17" fmla="*/ 56 h 256"/>
              <a:gd name="T18" fmla="*/ 52 w 256"/>
              <a:gd name="T19" fmla="*/ 36 h 256"/>
              <a:gd name="T20" fmla="*/ 68 w 256"/>
              <a:gd name="T21" fmla="*/ 28 h 256"/>
              <a:gd name="T22" fmla="*/ 52 w 256"/>
              <a:gd name="T23" fmla="*/ 36 h 256"/>
              <a:gd name="T24" fmla="*/ 40 w 256"/>
              <a:gd name="T25" fmla="*/ 36 h 256"/>
              <a:gd name="T26" fmla="*/ 24 w 256"/>
              <a:gd name="T27" fmla="*/ 28 h 256"/>
              <a:gd name="T28" fmla="*/ 40 w 256"/>
              <a:gd name="T29" fmla="*/ 92 h 256"/>
              <a:gd name="T30" fmla="*/ 24 w 256"/>
              <a:gd name="T31" fmla="*/ 84 h 256"/>
              <a:gd name="T32" fmla="*/ 40 w 256"/>
              <a:gd name="T33" fmla="*/ 92 h 256"/>
              <a:gd name="T34" fmla="*/ 52 w 256"/>
              <a:gd name="T35" fmla="*/ 84 h 256"/>
              <a:gd name="T36" fmla="*/ 68 w 256"/>
              <a:gd name="T37" fmla="*/ 92 h 256"/>
              <a:gd name="T38" fmla="*/ 244 w 256"/>
              <a:gd name="T39" fmla="*/ 108 h 256"/>
              <a:gd name="T40" fmla="*/ 60 w 256"/>
              <a:gd name="T41" fmla="*/ 120 h 256"/>
              <a:gd name="T42" fmla="*/ 72 w 256"/>
              <a:gd name="T43" fmla="*/ 256 h 256"/>
              <a:gd name="T44" fmla="*/ 256 w 256"/>
              <a:gd name="T45" fmla="*/ 244 h 256"/>
              <a:gd name="T46" fmla="*/ 244 w 256"/>
              <a:gd name="T47" fmla="*/ 108 h 256"/>
              <a:gd name="T48" fmla="*/ 244 w 256"/>
              <a:gd name="T49" fmla="*/ 248 h 256"/>
              <a:gd name="T50" fmla="*/ 68 w 256"/>
              <a:gd name="T51" fmla="*/ 244 h 256"/>
              <a:gd name="T52" fmla="*/ 72 w 256"/>
              <a:gd name="T53" fmla="*/ 116 h 256"/>
              <a:gd name="T54" fmla="*/ 248 w 256"/>
              <a:gd name="T55" fmla="*/ 120 h 256"/>
              <a:gd name="T56" fmla="*/ 231 w 256"/>
              <a:gd name="T57" fmla="*/ 133 h 256"/>
              <a:gd name="T58" fmla="*/ 171 w 256"/>
              <a:gd name="T59" fmla="*/ 184 h 256"/>
              <a:gd name="T60" fmla="*/ 91 w 256"/>
              <a:gd name="T61" fmla="*/ 133 h 256"/>
              <a:gd name="T62" fmla="*/ 85 w 256"/>
              <a:gd name="T63" fmla="*/ 139 h 256"/>
              <a:gd name="T64" fmla="*/ 85 w 256"/>
              <a:gd name="T65" fmla="*/ 225 h 256"/>
              <a:gd name="T66" fmla="*/ 88 w 256"/>
              <a:gd name="T67" fmla="*/ 232 h 256"/>
              <a:gd name="T68" fmla="*/ 139 w 256"/>
              <a:gd name="T69" fmla="*/ 190 h 256"/>
              <a:gd name="T70" fmla="*/ 176 w 256"/>
              <a:gd name="T71" fmla="*/ 190 h 256"/>
              <a:gd name="T72" fmla="*/ 228 w 256"/>
              <a:gd name="T73" fmla="*/ 232 h 256"/>
              <a:gd name="T74" fmla="*/ 231 w 256"/>
              <a:gd name="T75" fmla="*/ 225 h 256"/>
              <a:gd name="T76" fmla="*/ 231 w 256"/>
              <a:gd name="T77" fmla="*/ 13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6" h="256">
                <a:moveTo>
                  <a:pt x="8" y="64"/>
                </a:moveTo>
                <a:cubicBezTo>
                  <a:pt x="176" y="64"/>
                  <a:pt x="176" y="64"/>
                  <a:pt x="176" y="64"/>
                </a:cubicBezTo>
                <a:cubicBezTo>
                  <a:pt x="176" y="92"/>
                  <a:pt x="176" y="92"/>
                  <a:pt x="176" y="92"/>
                </a:cubicBezTo>
                <a:cubicBezTo>
                  <a:pt x="184" y="92"/>
                  <a:pt x="184" y="92"/>
                  <a:pt x="184" y="92"/>
                </a:cubicBezTo>
                <a:cubicBezTo>
                  <a:pt x="184" y="8"/>
                  <a:pt x="184" y="8"/>
                  <a:pt x="184" y="8"/>
                </a:cubicBezTo>
                <a:cubicBezTo>
                  <a:pt x="184" y="4"/>
                  <a:pt x="180" y="0"/>
                  <a:pt x="176" y="0"/>
                </a:cubicBezTo>
                <a:cubicBezTo>
                  <a:pt x="8" y="0"/>
                  <a:pt x="8" y="0"/>
                  <a:pt x="8" y="0"/>
                </a:cubicBezTo>
                <a:cubicBezTo>
                  <a:pt x="4" y="0"/>
                  <a:pt x="0" y="4"/>
                  <a:pt x="0" y="8"/>
                </a:cubicBezTo>
                <a:cubicBezTo>
                  <a:pt x="0" y="112"/>
                  <a:pt x="0" y="112"/>
                  <a:pt x="0" y="112"/>
                </a:cubicBezTo>
                <a:cubicBezTo>
                  <a:pt x="0" y="116"/>
                  <a:pt x="4" y="120"/>
                  <a:pt x="8" y="120"/>
                </a:cubicBezTo>
                <a:cubicBezTo>
                  <a:pt x="44" y="120"/>
                  <a:pt x="44" y="120"/>
                  <a:pt x="44" y="120"/>
                </a:cubicBezTo>
                <a:cubicBezTo>
                  <a:pt x="44" y="112"/>
                  <a:pt x="44" y="112"/>
                  <a:pt x="44" y="112"/>
                </a:cubicBezTo>
                <a:cubicBezTo>
                  <a:pt x="8" y="112"/>
                  <a:pt x="8" y="112"/>
                  <a:pt x="8" y="112"/>
                </a:cubicBezTo>
                <a:lnTo>
                  <a:pt x="8" y="64"/>
                </a:lnTo>
                <a:close/>
                <a:moveTo>
                  <a:pt x="8" y="8"/>
                </a:moveTo>
                <a:cubicBezTo>
                  <a:pt x="176" y="8"/>
                  <a:pt x="176" y="8"/>
                  <a:pt x="176" y="8"/>
                </a:cubicBezTo>
                <a:cubicBezTo>
                  <a:pt x="176" y="56"/>
                  <a:pt x="176" y="56"/>
                  <a:pt x="176" y="56"/>
                </a:cubicBezTo>
                <a:cubicBezTo>
                  <a:pt x="8" y="56"/>
                  <a:pt x="8" y="56"/>
                  <a:pt x="8" y="56"/>
                </a:cubicBezTo>
                <a:lnTo>
                  <a:pt x="8" y="8"/>
                </a:lnTo>
                <a:close/>
                <a:moveTo>
                  <a:pt x="52" y="36"/>
                </a:moveTo>
                <a:cubicBezTo>
                  <a:pt x="68" y="36"/>
                  <a:pt x="68" y="36"/>
                  <a:pt x="68" y="36"/>
                </a:cubicBezTo>
                <a:cubicBezTo>
                  <a:pt x="68" y="28"/>
                  <a:pt x="68" y="28"/>
                  <a:pt x="68" y="28"/>
                </a:cubicBezTo>
                <a:cubicBezTo>
                  <a:pt x="52" y="28"/>
                  <a:pt x="52" y="28"/>
                  <a:pt x="52" y="28"/>
                </a:cubicBezTo>
                <a:lnTo>
                  <a:pt x="52" y="36"/>
                </a:lnTo>
                <a:close/>
                <a:moveTo>
                  <a:pt x="24" y="36"/>
                </a:moveTo>
                <a:cubicBezTo>
                  <a:pt x="40" y="36"/>
                  <a:pt x="40" y="36"/>
                  <a:pt x="40" y="36"/>
                </a:cubicBezTo>
                <a:cubicBezTo>
                  <a:pt x="40" y="28"/>
                  <a:pt x="40" y="28"/>
                  <a:pt x="40" y="28"/>
                </a:cubicBezTo>
                <a:cubicBezTo>
                  <a:pt x="24" y="28"/>
                  <a:pt x="24" y="28"/>
                  <a:pt x="24" y="28"/>
                </a:cubicBezTo>
                <a:lnTo>
                  <a:pt x="24" y="36"/>
                </a:lnTo>
                <a:close/>
                <a:moveTo>
                  <a:pt x="40" y="92"/>
                </a:moveTo>
                <a:cubicBezTo>
                  <a:pt x="40" y="84"/>
                  <a:pt x="40" y="84"/>
                  <a:pt x="40" y="84"/>
                </a:cubicBezTo>
                <a:cubicBezTo>
                  <a:pt x="24" y="84"/>
                  <a:pt x="24" y="84"/>
                  <a:pt x="24" y="84"/>
                </a:cubicBezTo>
                <a:cubicBezTo>
                  <a:pt x="24" y="92"/>
                  <a:pt x="24" y="92"/>
                  <a:pt x="24" y="92"/>
                </a:cubicBezTo>
                <a:lnTo>
                  <a:pt x="40" y="92"/>
                </a:lnTo>
                <a:close/>
                <a:moveTo>
                  <a:pt x="68" y="84"/>
                </a:moveTo>
                <a:cubicBezTo>
                  <a:pt x="52" y="84"/>
                  <a:pt x="52" y="84"/>
                  <a:pt x="52" y="84"/>
                </a:cubicBezTo>
                <a:cubicBezTo>
                  <a:pt x="52" y="92"/>
                  <a:pt x="52" y="92"/>
                  <a:pt x="52" y="92"/>
                </a:cubicBezTo>
                <a:cubicBezTo>
                  <a:pt x="68" y="92"/>
                  <a:pt x="68" y="92"/>
                  <a:pt x="68" y="92"/>
                </a:cubicBezTo>
                <a:lnTo>
                  <a:pt x="68" y="84"/>
                </a:lnTo>
                <a:close/>
                <a:moveTo>
                  <a:pt x="244" y="108"/>
                </a:moveTo>
                <a:cubicBezTo>
                  <a:pt x="72" y="108"/>
                  <a:pt x="72" y="108"/>
                  <a:pt x="72" y="108"/>
                </a:cubicBezTo>
                <a:cubicBezTo>
                  <a:pt x="65" y="108"/>
                  <a:pt x="60" y="113"/>
                  <a:pt x="60" y="120"/>
                </a:cubicBezTo>
                <a:cubicBezTo>
                  <a:pt x="60" y="244"/>
                  <a:pt x="60" y="244"/>
                  <a:pt x="60" y="244"/>
                </a:cubicBezTo>
                <a:cubicBezTo>
                  <a:pt x="60" y="251"/>
                  <a:pt x="65" y="256"/>
                  <a:pt x="72" y="256"/>
                </a:cubicBezTo>
                <a:cubicBezTo>
                  <a:pt x="244" y="256"/>
                  <a:pt x="244" y="256"/>
                  <a:pt x="244" y="256"/>
                </a:cubicBezTo>
                <a:cubicBezTo>
                  <a:pt x="251" y="256"/>
                  <a:pt x="256" y="251"/>
                  <a:pt x="256" y="244"/>
                </a:cubicBezTo>
                <a:cubicBezTo>
                  <a:pt x="256" y="120"/>
                  <a:pt x="256" y="120"/>
                  <a:pt x="256" y="120"/>
                </a:cubicBezTo>
                <a:cubicBezTo>
                  <a:pt x="256" y="113"/>
                  <a:pt x="251" y="108"/>
                  <a:pt x="244" y="108"/>
                </a:cubicBezTo>
                <a:close/>
                <a:moveTo>
                  <a:pt x="248" y="244"/>
                </a:moveTo>
                <a:cubicBezTo>
                  <a:pt x="248" y="246"/>
                  <a:pt x="246" y="248"/>
                  <a:pt x="244" y="248"/>
                </a:cubicBezTo>
                <a:cubicBezTo>
                  <a:pt x="72" y="248"/>
                  <a:pt x="72" y="248"/>
                  <a:pt x="72" y="248"/>
                </a:cubicBezTo>
                <a:cubicBezTo>
                  <a:pt x="70" y="248"/>
                  <a:pt x="68" y="246"/>
                  <a:pt x="68" y="244"/>
                </a:cubicBezTo>
                <a:cubicBezTo>
                  <a:pt x="68" y="120"/>
                  <a:pt x="68" y="120"/>
                  <a:pt x="68" y="120"/>
                </a:cubicBezTo>
                <a:cubicBezTo>
                  <a:pt x="68" y="118"/>
                  <a:pt x="70" y="116"/>
                  <a:pt x="72" y="116"/>
                </a:cubicBezTo>
                <a:cubicBezTo>
                  <a:pt x="244" y="116"/>
                  <a:pt x="244" y="116"/>
                  <a:pt x="244" y="116"/>
                </a:cubicBezTo>
                <a:cubicBezTo>
                  <a:pt x="246" y="116"/>
                  <a:pt x="248" y="118"/>
                  <a:pt x="248" y="120"/>
                </a:cubicBezTo>
                <a:lnTo>
                  <a:pt x="248" y="244"/>
                </a:lnTo>
                <a:close/>
                <a:moveTo>
                  <a:pt x="231" y="133"/>
                </a:moveTo>
                <a:cubicBezTo>
                  <a:pt x="229" y="132"/>
                  <a:pt x="227" y="132"/>
                  <a:pt x="225" y="133"/>
                </a:cubicBezTo>
                <a:cubicBezTo>
                  <a:pt x="171" y="184"/>
                  <a:pt x="171" y="184"/>
                  <a:pt x="171" y="184"/>
                </a:cubicBezTo>
                <a:cubicBezTo>
                  <a:pt x="163" y="190"/>
                  <a:pt x="152" y="190"/>
                  <a:pt x="145" y="184"/>
                </a:cubicBezTo>
                <a:cubicBezTo>
                  <a:pt x="91" y="133"/>
                  <a:pt x="91" y="133"/>
                  <a:pt x="91" y="133"/>
                </a:cubicBezTo>
                <a:cubicBezTo>
                  <a:pt x="89" y="132"/>
                  <a:pt x="87" y="132"/>
                  <a:pt x="85" y="133"/>
                </a:cubicBezTo>
                <a:cubicBezTo>
                  <a:pt x="84" y="135"/>
                  <a:pt x="84" y="137"/>
                  <a:pt x="85" y="139"/>
                </a:cubicBezTo>
                <a:cubicBezTo>
                  <a:pt x="134" y="185"/>
                  <a:pt x="134" y="185"/>
                  <a:pt x="134" y="185"/>
                </a:cubicBezTo>
                <a:cubicBezTo>
                  <a:pt x="85" y="225"/>
                  <a:pt x="85" y="225"/>
                  <a:pt x="85" y="225"/>
                </a:cubicBezTo>
                <a:cubicBezTo>
                  <a:pt x="84" y="226"/>
                  <a:pt x="84" y="229"/>
                  <a:pt x="85" y="231"/>
                </a:cubicBezTo>
                <a:cubicBezTo>
                  <a:pt x="86" y="232"/>
                  <a:pt x="87" y="232"/>
                  <a:pt x="88" y="232"/>
                </a:cubicBezTo>
                <a:cubicBezTo>
                  <a:pt x="89" y="232"/>
                  <a:pt x="90" y="232"/>
                  <a:pt x="91" y="231"/>
                </a:cubicBezTo>
                <a:cubicBezTo>
                  <a:pt x="139" y="190"/>
                  <a:pt x="139" y="190"/>
                  <a:pt x="139" y="190"/>
                </a:cubicBezTo>
                <a:cubicBezTo>
                  <a:pt x="145" y="195"/>
                  <a:pt x="151" y="197"/>
                  <a:pt x="158" y="197"/>
                </a:cubicBezTo>
                <a:cubicBezTo>
                  <a:pt x="164" y="197"/>
                  <a:pt x="170" y="195"/>
                  <a:pt x="176" y="190"/>
                </a:cubicBezTo>
                <a:cubicBezTo>
                  <a:pt x="225" y="231"/>
                  <a:pt x="225" y="231"/>
                  <a:pt x="225" y="231"/>
                </a:cubicBezTo>
                <a:cubicBezTo>
                  <a:pt x="226" y="232"/>
                  <a:pt x="227" y="232"/>
                  <a:pt x="228" y="232"/>
                </a:cubicBezTo>
                <a:cubicBezTo>
                  <a:pt x="229" y="232"/>
                  <a:pt x="230" y="232"/>
                  <a:pt x="231" y="231"/>
                </a:cubicBezTo>
                <a:cubicBezTo>
                  <a:pt x="232" y="229"/>
                  <a:pt x="232" y="226"/>
                  <a:pt x="231" y="225"/>
                </a:cubicBezTo>
                <a:cubicBezTo>
                  <a:pt x="182" y="185"/>
                  <a:pt x="182" y="185"/>
                  <a:pt x="182" y="185"/>
                </a:cubicBezTo>
                <a:cubicBezTo>
                  <a:pt x="231" y="139"/>
                  <a:pt x="231" y="139"/>
                  <a:pt x="231" y="139"/>
                </a:cubicBezTo>
                <a:cubicBezTo>
                  <a:pt x="232" y="137"/>
                  <a:pt x="232" y="135"/>
                  <a:pt x="231" y="13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5" name="Freeform 44">
            <a:extLst>
              <a:ext uri="{FF2B5EF4-FFF2-40B4-BE49-F238E27FC236}">
                <a16:creationId xmlns:a16="http://schemas.microsoft.com/office/drawing/2014/main" id="{A4A651BE-F689-41D5-BDD3-6420FB0B08A2}"/>
              </a:ext>
            </a:extLst>
          </p:cNvPr>
          <p:cNvSpPr>
            <a:spLocks noChangeAspect="1" noEditPoints="1"/>
          </p:cNvSpPr>
          <p:nvPr/>
        </p:nvSpPr>
        <p:spPr bwMode="auto">
          <a:xfrm>
            <a:off x="8314256" y="1509657"/>
            <a:ext cx="400050" cy="304800"/>
          </a:xfrm>
          <a:custGeom>
            <a:avLst/>
            <a:gdLst>
              <a:gd name="T0" fmla="*/ 8 w 256"/>
              <a:gd name="T1" fmla="*/ 12 h 196"/>
              <a:gd name="T2" fmla="*/ 196 w 256"/>
              <a:gd name="T3" fmla="*/ 8 h 196"/>
              <a:gd name="T4" fmla="*/ 200 w 256"/>
              <a:gd name="T5" fmla="*/ 16 h 196"/>
              <a:gd name="T6" fmla="*/ 208 w 256"/>
              <a:gd name="T7" fmla="*/ 12 h 196"/>
              <a:gd name="T8" fmla="*/ 12 w 256"/>
              <a:gd name="T9" fmla="*/ 0 h 196"/>
              <a:gd name="T10" fmla="*/ 0 w 256"/>
              <a:gd name="T11" fmla="*/ 128 h 196"/>
              <a:gd name="T12" fmla="*/ 16 w 256"/>
              <a:gd name="T13" fmla="*/ 140 h 196"/>
              <a:gd name="T14" fmla="*/ 12 w 256"/>
              <a:gd name="T15" fmla="*/ 132 h 196"/>
              <a:gd name="T16" fmla="*/ 32 w 256"/>
              <a:gd name="T17" fmla="*/ 156 h 196"/>
              <a:gd name="T18" fmla="*/ 36 w 256"/>
              <a:gd name="T19" fmla="*/ 36 h 196"/>
              <a:gd name="T20" fmla="*/ 224 w 256"/>
              <a:gd name="T21" fmla="*/ 40 h 196"/>
              <a:gd name="T22" fmla="*/ 232 w 256"/>
              <a:gd name="T23" fmla="*/ 44 h 196"/>
              <a:gd name="T24" fmla="*/ 220 w 256"/>
              <a:gd name="T25" fmla="*/ 28 h 196"/>
              <a:gd name="T26" fmla="*/ 24 w 256"/>
              <a:gd name="T27" fmla="*/ 40 h 196"/>
              <a:gd name="T28" fmla="*/ 36 w 256"/>
              <a:gd name="T29" fmla="*/ 168 h 196"/>
              <a:gd name="T30" fmla="*/ 40 w 256"/>
              <a:gd name="T31" fmla="*/ 160 h 196"/>
              <a:gd name="T32" fmla="*/ 32 w 256"/>
              <a:gd name="T33" fmla="*/ 156 h 196"/>
              <a:gd name="T34" fmla="*/ 60 w 256"/>
              <a:gd name="T35" fmla="*/ 56 h 196"/>
              <a:gd name="T36" fmla="*/ 48 w 256"/>
              <a:gd name="T37" fmla="*/ 184 h 196"/>
              <a:gd name="T38" fmla="*/ 244 w 256"/>
              <a:gd name="T39" fmla="*/ 196 h 196"/>
              <a:gd name="T40" fmla="*/ 256 w 256"/>
              <a:gd name="T41" fmla="*/ 68 h 196"/>
              <a:gd name="T42" fmla="*/ 248 w 256"/>
              <a:gd name="T43" fmla="*/ 171 h 196"/>
              <a:gd name="T44" fmla="*/ 182 w 256"/>
              <a:gd name="T45" fmla="*/ 137 h 196"/>
              <a:gd name="T46" fmla="*/ 248 w 256"/>
              <a:gd name="T47" fmla="*/ 184 h 196"/>
              <a:gd name="T48" fmla="*/ 60 w 256"/>
              <a:gd name="T49" fmla="*/ 188 h 196"/>
              <a:gd name="T50" fmla="*/ 56 w 256"/>
              <a:gd name="T51" fmla="*/ 181 h 196"/>
              <a:gd name="T52" fmla="*/ 117 w 256"/>
              <a:gd name="T53" fmla="*/ 130 h 196"/>
              <a:gd name="T54" fmla="*/ 56 w 256"/>
              <a:gd name="T55" fmla="*/ 79 h 196"/>
              <a:gd name="T56" fmla="*/ 152 w 256"/>
              <a:gd name="T57" fmla="*/ 140 h 196"/>
              <a:gd name="T58" fmla="*/ 248 w 256"/>
              <a:gd name="T59" fmla="*/ 79 h 196"/>
              <a:gd name="T60" fmla="*/ 248 w 256"/>
              <a:gd name="T61" fmla="*/ 70 h 196"/>
              <a:gd name="T62" fmla="*/ 56 w 256"/>
              <a:gd name="T63" fmla="*/ 70 h 196"/>
              <a:gd name="T64" fmla="*/ 60 w 256"/>
              <a:gd name="T65" fmla="*/ 64 h 196"/>
              <a:gd name="T66" fmla="*/ 248 w 256"/>
              <a:gd name="T67" fmla="*/ 68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196">
                <a:moveTo>
                  <a:pt x="8" y="128"/>
                </a:moveTo>
                <a:cubicBezTo>
                  <a:pt x="8" y="12"/>
                  <a:pt x="8" y="12"/>
                  <a:pt x="8" y="12"/>
                </a:cubicBezTo>
                <a:cubicBezTo>
                  <a:pt x="8" y="10"/>
                  <a:pt x="10" y="8"/>
                  <a:pt x="12" y="8"/>
                </a:cubicBezTo>
                <a:cubicBezTo>
                  <a:pt x="196" y="8"/>
                  <a:pt x="196" y="8"/>
                  <a:pt x="196" y="8"/>
                </a:cubicBezTo>
                <a:cubicBezTo>
                  <a:pt x="198" y="8"/>
                  <a:pt x="200" y="10"/>
                  <a:pt x="200" y="12"/>
                </a:cubicBezTo>
                <a:cubicBezTo>
                  <a:pt x="200" y="16"/>
                  <a:pt x="200" y="16"/>
                  <a:pt x="200" y="16"/>
                </a:cubicBezTo>
                <a:cubicBezTo>
                  <a:pt x="208" y="16"/>
                  <a:pt x="208" y="16"/>
                  <a:pt x="208" y="16"/>
                </a:cubicBezTo>
                <a:cubicBezTo>
                  <a:pt x="208" y="12"/>
                  <a:pt x="208" y="12"/>
                  <a:pt x="208" y="12"/>
                </a:cubicBezTo>
                <a:cubicBezTo>
                  <a:pt x="208" y="5"/>
                  <a:pt x="203" y="0"/>
                  <a:pt x="196" y="0"/>
                </a:cubicBezTo>
                <a:cubicBezTo>
                  <a:pt x="12" y="0"/>
                  <a:pt x="12" y="0"/>
                  <a:pt x="12" y="0"/>
                </a:cubicBezTo>
                <a:cubicBezTo>
                  <a:pt x="5" y="0"/>
                  <a:pt x="0" y="5"/>
                  <a:pt x="0" y="12"/>
                </a:cubicBezTo>
                <a:cubicBezTo>
                  <a:pt x="0" y="128"/>
                  <a:pt x="0" y="128"/>
                  <a:pt x="0" y="128"/>
                </a:cubicBezTo>
                <a:cubicBezTo>
                  <a:pt x="0" y="135"/>
                  <a:pt x="5" y="140"/>
                  <a:pt x="12" y="140"/>
                </a:cubicBezTo>
                <a:cubicBezTo>
                  <a:pt x="16" y="140"/>
                  <a:pt x="16" y="140"/>
                  <a:pt x="16" y="140"/>
                </a:cubicBezTo>
                <a:cubicBezTo>
                  <a:pt x="16" y="132"/>
                  <a:pt x="16" y="132"/>
                  <a:pt x="16" y="132"/>
                </a:cubicBezTo>
                <a:cubicBezTo>
                  <a:pt x="12" y="132"/>
                  <a:pt x="12" y="132"/>
                  <a:pt x="12" y="132"/>
                </a:cubicBezTo>
                <a:cubicBezTo>
                  <a:pt x="10" y="132"/>
                  <a:pt x="8" y="130"/>
                  <a:pt x="8" y="128"/>
                </a:cubicBezTo>
                <a:close/>
                <a:moveTo>
                  <a:pt x="32" y="156"/>
                </a:moveTo>
                <a:cubicBezTo>
                  <a:pt x="32" y="40"/>
                  <a:pt x="32" y="40"/>
                  <a:pt x="32" y="40"/>
                </a:cubicBezTo>
                <a:cubicBezTo>
                  <a:pt x="32" y="38"/>
                  <a:pt x="34" y="36"/>
                  <a:pt x="36" y="36"/>
                </a:cubicBezTo>
                <a:cubicBezTo>
                  <a:pt x="220" y="36"/>
                  <a:pt x="220" y="36"/>
                  <a:pt x="220" y="36"/>
                </a:cubicBezTo>
                <a:cubicBezTo>
                  <a:pt x="222" y="36"/>
                  <a:pt x="224" y="38"/>
                  <a:pt x="224" y="40"/>
                </a:cubicBezTo>
                <a:cubicBezTo>
                  <a:pt x="224" y="44"/>
                  <a:pt x="224" y="44"/>
                  <a:pt x="224" y="44"/>
                </a:cubicBezTo>
                <a:cubicBezTo>
                  <a:pt x="232" y="44"/>
                  <a:pt x="232" y="44"/>
                  <a:pt x="232" y="44"/>
                </a:cubicBezTo>
                <a:cubicBezTo>
                  <a:pt x="232" y="40"/>
                  <a:pt x="232" y="40"/>
                  <a:pt x="232" y="40"/>
                </a:cubicBezTo>
                <a:cubicBezTo>
                  <a:pt x="232" y="33"/>
                  <a:pt x="227" y="28"/>
                  <a:pt x="220" y="28"/>
                </a:cubicBezTo>
                <a:cubicBezTo>
                  <a:pt x="36" y="28"/>
                  <a:pt x="36" y="28"/>
                  <a:pt x="36" y="28"/>
                </a:cubicBezTo>
                <a:cubicBezTo>
                  <a:pt x="29" y="28"/>
                  <a:pt x="24" y="33"/>
                  <a:pt x="24" y="40"/>
                </a:cubicBezTo>
                <a:cubicBezTo>
                  <a:pt x="24" y="156"/>
                  <a:pt x="24" y="156"/>
                  <a:pt x="24" y="156"/>
                </a:cubicBezTo>
                <a:cubicBezTo>
                  <a:pt x="24" y="163"/>
                  <a:pt x="29" y="168"/>
                  <a:pt x="36" y="168"/>
                </a:cubicBezTo>
                <a:cubicBezTo>
                  <a:pt x="40" y="168"/>
                  <a:pt x="40" y="168"/>
                  <a:pt x="40" y="168"/>
                </a:cubicBezTo>
                <a:cubicBezTo>
                  <a:pt x="40" y="160"/>
                  <a:pt x="40" y="160"/>
                  <a:pt x="40" y="160"/>
                </a:cubicBezTo>
                <a:cubicBezTo>
                  <a:pt x="36" y="160"/>
                  <a:pt x="36" y="160"/>
                  <a:pt x="36" y="160"/>
                </a:cubicBezTo>
                <a:cubicBezTo>
                  <a:pt x="34" y="160"/>
                  <a:pt x="32" y="158"/>
                  <a:pt x="32" y="156"/>
                </a:cubicBezTo>
                <a:close/>
                <a:moveTo>
                  <a:pt x="244" y="56"/>
                </a:moveTo>
                <a:cubicBezTo>
                  <a:pt x="60" y="56"/>
                  <a:pt x="60" y="56"/>
                  <a:pt x="60" y="56"/>
                </a:cubicBezTo>
                <a:cubicBezTo>
                  <a:pt x="53" y="56"/>
                  <a:pt x="48" y="61"/>
                  <a:pt x="48" y="68"/>
                </a:cubicBezTo>
                <a:cubicBezTo>
                  <a:pt x="48" y="184"/>
                  <a:pt x="48" y="184"/>
                  <a:pt x="48" y="184"/>
                </a:cubicBezTo>
                <a:cubicBezTo>
                  <a:pt x="48" y="191"/>
                  <a:pt x="53" y="196"/>
                  <a:pt x="60" y="196"/>
                </a:cubicBezTo>
                <a:cubicBezTo>
                  <a:pt x="244" y="196"/>
                  <a:pt x="244" y="196"/>
                  <a:pt x="244" y="196"/>
                </a:cubicBezTo>
                <a:cubicBezTo>
                  <a:pt x="251" y="196"/>
                  <a:pt x="256" y="191"/>
                  <a:pt x="256" y="184"/>
                </a:cubicBezTo>
                <a:cubicBezTo>
                  <a:pt x="256" y="68"/>
                  <a:pt x="256" y="68"/>
                  <a:pt x="256" y="68"/>
                </a:cubicBezTo>
                <a:cubicBezTo>
                  <a:pt x="256" y="61"/>
                  <a:pt x="251" y="56"/>
                  <a:pt x="244" y="56"/>
                </a:cubicBezTo>
                <a:close/>
                <a:moveTo>
                  <a:pt x="248" y="171"/>
                </a:moveTo>
                <a:cubicBezTo>
                  <a:pt x="187" y="130"/>
                  <a:pt x="187" y="130"/>
                  <a:pt x="187" y="130"/>
                </a:cubicBezTo>
                <a:cubicBezTo>
                  <a:pt x="182" y="137"/>
                  <a:pt x="182" y="137"/>
                  <a:pt x="182" y="137"/>
                </a:cubicBezTo>
                <a:cubicBezTo>
                  <a:pt x="248" y="181"/>
                  <a:pt x="248" y="181"/>
                  <a:pt x="248" y="181"/>
                </a:cubicBezTo>
                <a:cubicBezTo>
                  <a:pt x="248" y="184"/>
                  <a:pt x="248" y="184"/>
                  <a:pt x="248" y="184"/>
                </a:cubicBezTo>
                <a:cubicBezTo>
                  <a:pt x="248" y="186"/>
                  <a:pt x="246" y="188"/>
                  <a:pt x="244" y="188"/>
                </a:cubicBezTo>
                <a:cubicBezTo>
                  <a:pt x="60" y="188"/>
                  <a:pt x="60" y="188"/>
                  <a:pt x="60" y="188"/>
                </a:cubicBezTo>
                <a:cubicBezTo>
                  <a:pt x="58" y="188"/>
                  <a:pt x="56" y="186"/>
                  <a:pt x="56" y="184"/>
                </a:cubicBezTo>
                <a:cubicBezTo>
                  <a:pt x="56" y="181"/>
                  <a:pt x="56" y="181"/>
                  <a:pt x="56" y="181"/>
                </a:cubicBezTo>
                <a:cubicBezTo>
                  <a:pt x="122" y="137"/>
                  <a:pt x="122" y="137"/>
                  <a:pt x="122" y="137"/>
                </a:cubicBezTo>
                <a:cubicBezTo>
                  <a:pt x="117" y="130"/>
                  <a:pt x="117" y="130"/>
                  <a:pt x="117" y="130"/>
                </a:cubicBezTo>
                <a:cubicBezTo>
                  <a:pt x="56" y="171"/>
                  <a:pt x="56" y="171"/>
                  <a:pt x="56" y="171"/>
                </a:cubicBezTo>
                <a:cubicBezTo>
                  <a:pt x="56" y="79"/>
                  <a:pt x="56" y="79"/>
                  <a:pt x="56" y="79"/>
                </a:cubicBezTo>
                <a:cubicBezTo>
                  <a:pt x="150" y="139"/>
                  <a:pt x="150" y="139"/>
                  <a:pt x="150" y="139"/>
                </a:cubicBezTo>
                <a:cubicBezTo>
                  <a:pt x="151" y="140"/>
                  <a:pt x="151" y="140"/>
                  <a:pt x="152" y="140"/>
                </a:cubicBezTo>
                <a:cubicBezTo>
                  <a:pt x="153" y="140"/>
                  <a:pt x="154" y="140"/>
                  <a:pt x="154" y="139"/>
                </a:cubicBezTo>
                <a:cubicBezTo>
                  <a:pt x="248" y="79"/>
                  <a:pt x="248" y="79"/>
                  <a:pt x="248" y="79"/>
                </a:cubicBezTo>
                <a:lnTo>
                  <a:pt x="248" y="171"/>
                </a:lnTo>
                <a:close/>
                <a:moveTo>
                  <a:pt x="248" y="70"/>
                </a:moveTo>
                <a:cubicBezTo>
                  <a:pt x="152" y="131"/>
                  <a:pt x="152" y="131"/>
                  <a:pt x="152" y="131"/>
                </a:cubicBezTo>
                <a:cubicBezTo>
                  <a:pt x="56" y="70"/>
                  <a:pt x="56" y="70"/>
                  <a:pt x="56" y="70"/>
                </a:cubicBezTo>
                <a:cubicBezTo>
                  <a:pt x="56" y="68"/>
                  <a:pt x="56" y="68"/>
                  <a:pt x="56" y="68"/>
                </a:cubicBezTo>
                <a:cubicBezTo>
                  <a:pt x="56" y="66"/>
                  <a:pt x="58" y="64"/>
                  <a:pt x="60" y="64"/>
                </a:cubicBezTo>
                <a:cubicBezTo>
                  <a:pt x="244" y="64"/>
                  <a:pt x="244" y="64"/>
                  <a:pt x="244" y="64"/>
                </a:cubicBezTo>
                <a:cubicBezTo>
                  <a:pt x="246" y="64"/>
                  <a:pt x="248" y="66"/>
                  <a:pt x="248" y="68"/>
                </a:cubicBezTo>
                <a:lnTo>
                  <a:pt x="248" y="7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8" name="Freeform 48">
            <a:extLst>
              <a:ext uri="{FF2B5EF4-FFF2-40B4-BE49-F238E27FC236}">
                <a16:creationId xmlns:a16="http://schemas.microsoft.com/office/drawing/2014/main" id="{EEB87D26-BE4D-4F69-B725-55DA3259F92C}"/>
              </a:ext>
            </a:extLst>
          </p:cNvPr>
          <p:cNvSpPr>
            <a:spLocks noChangeAspect="1" noEditPoints="1"/>
          </p:cNvSpPr>
          <p:nvPr/>
        </p:nvSpPr>
        <p:spPr bwMode="auto">
          <a:xfrm>
            <a:off x="9281902" y="1512038"/>
            <a:ext cx="400050" cy="300038"/>
          </a:xfrm>
          <a:custGeom>
            <a:avLst/>
            <a:gdLst>
              <a:gd name="T0" fmla="*/ 248 w 256"/>
              <a:gd name="T1" fmla="*/ 160 h 192"/>
              <a:gd name="T2" fmla="*/ 228 w 256"/>
              <a:gd name="T3" fmla="*/ 0 h 192"/>
              <a:gd name="T4" fmla="*/ 8 w 256"/>
              <a:gd name="T5" fmla="*/ 20 h 192"/>
              <a:gd name="T6" fmla="*/ 4 w 256"/>
              <a:gd name="T7" fmla="*/ 160 h 192"/>
              <a:gd name="T8" fmla="*/ 28 w 256"/>
              <a:gd name="T9" fmla="*/ 192 h 192"/>
              <a:gd name="T10" fmla="*/ 256 w 256"/>
              <a:gd name="T11" fmla="*/ 164 h 192"/>
              <a:gd name="T12" fmla="*/ 16 w 256"/>
              <a:gd name="T13" fmla="*/ 20 h 192"/>
              <a:gd name="T14" fmla="*/ 228 w 256"/>
              <a:gd name="T15" fmla="*/ 8 h 192"/>
              <a:gd name="T16" fmla="*/ 240 w 256"/>
              <a:gd name="T17" fmla="*/ 160 h 192"/>
              <a:gd name="T18" fmla="*/ 228 w 256"/>
              <a:gd name="T19" fmla="*/ 24 h 192"/>
              <a:gd name="T20" fmla="*/ 32 w 256"/>
              <a:gd name="T21" fmla="*/ 20 h 192"/>
              <a:gd name="T22" fmla="*/ 28 w 256"/>
              <a:gd name="T23" fmla="*/ 160 h 192"/>
              <a:gd name="T24" fmla="*/ 16 w 256"/>
              <a:gd name="T25" fmla="*/ 20 h 192"/>
              <a:gd name="T26" fmla="*/ 220 w 256"/>
              <a:gd name="T27" fmla="*/ 160 h 192"/>
              <a:gd name="T28" fmla="*/ 160 w 256"/>
              <a:gd name="T29" fmla="*/ 164 h 192"/>
              <a:gd name="T30" fmla="*/ 100 w 256"/>
              <a:gd name="T31" fmla="*/ 168 h 192"/>
              <a:gd name="T32" fmla="*/ 92 w 256"/>
              <a:gd name="T33" fmla="*/ 160 h 192"/>
              <a:gd name="T34" fmla="*/ 36 w 256"/>
              <a:gd name="T35" fmla="*/ 28 h 192"/>
              <a:gd name="T36" fmla="*/ 228 w 256"/>
              <a:gd name="T37" fmla="*/ 184 h 192"/>
              <a:gd name="T38" fmla="*/ 8 w 256"/>
              <a:gd name="T39" fmla="*/ 168 h 192"/>
              <a:gd name="T40" fmla="*/ 100 w 256"/>
              <a:gd name="T41" fmla="*/ 176 h 192"/>
              <a:gd name="T42" fmla="*/ 167 w 256"/>
              <a:gd name="T43" fmla="*/ 168 h 192"/>
              <a:gd name="T44" fmla="*/ 228 w 256"/>
              <a:gd name="T45" fmla="*/ 184 h 192"/>
              <a:gd name="T46" fmla="*/ 185 w 256"/>
              <a:gd name="T47" fmla="*/ 69 h 192"/>
              <a:gd name="T48" fmla="*/ 167 w 256"/>
              <a:gd name="T49" fmla="*/ 99 h 192"/>
              <a:gd name="T50" fmla="*/ 130 w 256"/>
              <a:gd name="T51" fmla="*/ 100 h 192"/>
              <a:gd name="T52" fmla="*/ 110 w 256"/>
              <a:gd name="T53" fmla="*/ 100 h 192"/>
              <a:gd name="T54" fmla="*/ 130 w 256"/>
              <a:gd name="T55" fmla="*/ 100 h 192"/>
              <a:gd name="T56" fmla="*/ 81 w 256"/>
              <a:gd name="T57" fmla="*/ 97 h 192"/>
              <a:gd name="T58" fmla="*/ 71 w 256"/>
              <a:gd name="T59" fmla="*/ 119 h 192"/>
              <a:gd name="T60" fmla="*/ 96 w 256"/>
              <a:gd name="T61" fmla="*/ 96 h 192"/>
              <a:gd name="T62" fmla="*/ 96 w 256"/>
              <a:gd name="T63" fmla="*/ 80 h 192"/>
              <a:gd name="T64" fmla="*/ 96 w 256"/>
              <a:gd name="T65" fmla="*/ 96 h 192"/>
              <a:gd name="T66" fmla="*/ 64 w 256"/>
              <a:gd name="T67" fmla="*/ 128 h 192"/>
              <a:gd name="T68" fmla="*/ 48 w 256"/>
              <a:gd name="T69" fmla="*/ 128 h 192"/>
              <a:gd name="T70" fmla="*/ 148 w 256"/>
              <a:gd name="T71" fmla="*/ 120 h 192"/>
              <a:gd name="T72" fmla="*/ 148 w 256"/>
              <a:gd name="T73" fmla="*/ 104 h 192"/>
              <a:gd name="T74" fmla="*/ 148 w 256"/>
              <a:gd name="T75" fmla="*/ 120 h 192"/>
              <a:gd name="T76" fmla="*/ 208 w 256"/>
              <a:gd name="T77" fmla="*/ 60 h 192"/>
              <a:gd name="T78" fmla="*/ 192 w 256"/>
              <a:gd name="T79" fmla="*/ 6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6" h="192">
                <a:moveTo>
                  <a:pt x="252" y="160"/>
                </a:moveTo>
                <a:cubicBezTo>
                  <a:pt x="248" y="160"/>
                  <a:pt x="248" y="160"/>
                  <a:pt x="248" y="160"/>
                </a:cubicBezTo>
                <a:cubicBezTo>
                  <a:pt x="248" y="20"/>
                  <a:pt x="248" y="20"/>
                  <a:pt x="248" y="20"/>
                </a:cubicBezTo>
                <a:cubicBezTo>
                  <a:pt x="248" y="9"/>
                  <a:pt x="239" y="0"/>
                  <a:pt x="228" y="0"/>
                </a:cubicBezTo>
                <a:cubicBezTo>
                  <a:pt x="28" y="0"/>
                  <a:pt x="28" y="0"/>
                  <a:pt x="28" y="0"/>
                </a:cubicBezTo>
                <a:cubicBezTo>
                  <a:pt x="17" y="0"/>
                  <a:pt x="8" y="9"/>
                  <a:pt x="8" y="20"/>
                </a:cubicBezTo>
                <a:cubicBezTo>
                  <a:pt x="8" y="160"/>
                  <a:pt x="8" y="160"/>
                  <a:pt x="8" y="160"/>
                </a:cubicBezTo>
                <a:cubicBezTo>
                  <a:pt x="4" y="160"/>
                  <a:pt x="4" y="160"/>
                  <a:pt x="4" y="160"/>
                </a:cubicBezTo>
                <a:cubicBezTo>
                  <a:pt x="2" y="160"/>
                  <a:pt x="0" y="162"/>
                  <a:pt x="0" y="164"/>
                </a:cubicBezTo>
                <a:cubicBezTo>
                  <a:pt x="0" y="179"/>
                  <a:pt x="13" y="192"/>
                  <a:pt x="28" y="192"/>
                </a:cubicBezTo>
                <a:cubicBezTo>
                  <a:pt x="228" y="192"/>
                  <a:pt x="228" y="192"/>
                  <a:pt x="228" y="192"/>
                </a:cubicBezTo>
                <a:cubicBezTo>
                  <a:pt x="243" y="192"/>
                  <a:pt x="256" y="179"/>
                  <a:pt x="256" y="164"/>
                </a:cubicBezTo>
                <a:cubicBezTo>
                  <a:pt x="256" y="162"/>
                  <a:pt x="254" y="160"/>
                  <a:pt x="252" y="160"/>
                </a:cubicBezTo>
                <a:close/>
                <a:moveTo>
                  <a:pt x="16" y="20"/>
                </a:moveTo>
                <a:cubicBezTo>
                  <a:pt x="16" y="13"/>
                  <a:pt x="21" y="8"/>
                  <a:pt x="28" y="8"/>
                </a:cubicBezTo>
                <a:cubicBezTo>
                  <a:pt x="228" y="8"/>
                  <a:pt x="228" y="8"/>
                  <a:pt x="228" y="8"/>
                </a:cubicBezTo>
                <a:cubicBezTo>
                  <a:pt x="235" y="8"/>
                  <a:pt x="240" y="13"/>
                  <a:pt x="240" y="20"/>
                </a:cubicBezTo>
                <a:cubicBezTo>
                  <a:pt x="240" y="160"/>
                  <a:pt x="240" y="160"/>
                  <a:pt x="240" y="160"/>
                </a:cubicBezTo>
                <a:cubicBezTo>
                  <a:pt x="228" y="160"/>
                  <a:pt x="228" y="160"/>
                  <a:pt x="228" y="160"/>
                </a:cubicBezTo>
                <a:cubicBezTo>
                  <a:pt x="228" y="24"/>
                  <a:pt x="228" y="24"/>
                  <a:pt x="228" y="24"/>
                </a:cubicBezTo>
                <a:cubicBezTo>
                  <a:pt x="228" y="22"/>
                  <a:pt x="226" y="20"/>
                  <a:pt x="224" y="20"/>
                </a:cubicBezTo>
                <a:cubicBezTo>
                  <a:pt x="32" y="20"/>
                  <a:pt x="32" y="20"/>
                  <a:pt x="32" y="20"/>
                </a:cubicBezTo>
                <a:cubicBezTo>
                  <a:pt x="30" y="20"/>
                  <a:pt x="28" y="22"/>
                  <a:pt x="28" y="24"/>
                </a:cubicBezTo>
                <a:cubicBezTo>
                  <a:pt x="28" y="160"/>
                  <a:pt x="28" y="160"/>
                  <a:pt x="28" y="160"/>
                </a:cubicBezTo>
                <a:cubicBezTo>
                  <a:pt x="16" y="160"/>
                  <a:pt x="16" y="160"/>
                  <a:pt x="16" y="160"/>
                </a:cubicBezTo>
                <a:lnTo>
                  <a:pt x="16" y="20"/>
                </a:lnTo>
                <a:close/>
                <a:moveTo>
                  <a:pt x="220" y="28"/>
                </a:moveTo>
                <a:cubicBezTo>
                  <a:pt x="220" y="160"/>
                  <a:pt x="220" y="160"/>
                  <a:pt x="220" y="160"/>
                </a:cubicBezTo>
                <a:cubicBezTo>
                  <a:pt x="164" y="160"/>
                  <a:pt x="164" y="160"/>
                  <a:pt x="164" y="160"/>
                </a:cubicBezTo>
                <a:cubicBezTo>
                  <a:pt x="162" y="160"/>
                  <a:pt x="160" y="162"/>
                  <a:pt x="160" y="164"/>
                </a:cubicBezTo>
                <a:cubicBezTo>
                  <a:pt x="160" y="166"/>
                  <a:pt x="158" y="168"/>
                  <a:pt x="156" y="168"/>
                </a:cubicBezTo>
                <a:cubicBezTo>
                  <a:pt x="100" y="168"/>
                  <a:pt x="100" y="168"/>
                  <a:pt x="100" y="168"/>
                </a:cubicBezTo>
                <a:cubicBezTo>
                  <a:pt x="98" y="168"/>
                  <a:pt x="96" y="166"/>
                  <a:pt x="96" y="164"/>
                </a:cubicBezTo>
                <a:cubicBezTo>
                  <a:pt x="96" y="162"/>
                  <a:pt x="94" y="160"/>
                  <a:pt x="92" y="160"/>
                </a:cubicBezTo>
                <a:cubicBezTo>
                  <a:pt x="36" y="160"/>
                  <a:pt x="36" y="160"/>
                  <a:pt x="36" y="160"/>
                </a:cubicBezTo>
                <a:cubicBezTo>
                  <a:pt x="36" y="28"/>
                  <a:pt x="36" y="28"/>
                  <a:pt x="36" y="28"/>
                </a:cubicBezTo>
                <a:lnTo>
                  <a:pt x="220" y="28"/>
                </a:lnTo>
                <a:close/>
                <a:moveTo>
                  <a:pt x="228" y="184"/>
                </a:moveTo>
                <a:cubicBezTo>
                  <a:pt x="28" y="184"/>
                  <a:pt x="28" y="184"/>
                  <a:pt x="28" y="184"/>
                </a:cubicBezTo>
                <a:cubicBezTo>
                  <a:pt x="18" y="184"/>
                  <a:pt x="10" y="177"/>
                  <a:pt x="8" y="168"/>
                </a:cubicBezTo>
                <a:cubicBezTo>
                  <a:pt x="89" y="168"/>
                  <a:pt x="89" y="168"/>
                  <a:pt x="89" y="168"/>
                </a:cubicBezTo>
                <a:cubicBezTo>
                  <a:pt x="90" y="173"/>
                  <a:pt x="95" y="176"/>
                  <a:pt x="100" y="176"/>
                </a:cubicBezTo>
                <a:cubicBezTo>
                  <a:pt x="156" y="176"/>
                  <a:pt x="156" y="176"/>
                  <a:pt x="156" y="176"/>
                </a:cubicBezTo>
                <a:cubicBezTo>
                  <a:pt x="161" y="176"/>
                  <a:pt x="166" y="173"/>
                  <a:pt x="167" y="168"/>
                </a:cubicBezTo>
                <a:cubicBezTo>
                  <a:pt x="248" y="168"/>
                  <a:pt x="248" y="168"/>
                  <a:pt x="248" y="168"/>
                </a:cubicBezTo>
                <a:cubicBezTo>
                  <a:pt x="246" y="177"/>
                  <a:pt x="238" y="184"/>
                  <a:pt x="228" y="184"/>
                </a:cubicBezTo>
                <a:close/>
                <a:moveTo>
                  <a:pt x="191" y="75"/>
                </a:moveTo>
                <a:cubicBezTo>
                  <a:pt x="185" y="69"/>
                  <a:pt x="185" y="69"/>
                  <a:pt x="185" y="69"/>
                </a:cubicBezTo>
                <a:cubicBezTo>
                  <a:pt x="161" y="93"/>
                  <a:pt x="161" y="93"/>
                  <a:pt x="161" y="93"/>
                </a:cubicBezTo>
                <a:cubicBezTo>
                  <a:pt x="167" y="99"/>
                  <a:pt x="167" y="99"/>
                  <a:pt x="167" y="99"/>
                </a:cubicBezTo>
                <a:lnTo>
                  <a:pt x="191" y="75"/>
                </a:lnTo>
                <a:close/>
                <a:moveTo>
                  <a:pt x="130" y="100"/>
                </a:moveTo>
                <a:cubicBezTo>
                  <a:pt x="114" y="92"/>
                  <a:pt x="114" y="92"/>
                  <a:pt x="114" y="92"/>
                </a:cubicBezTo>
                <a:cubicBezTo>
                  <a:pt x="110" y="100"/>
                  <a:pt x="110" y="100"/>
                  <a:pt x="110" y="100"/>
                </a:cubicBezTo>
                <a:cubicBezTo>
                  <a:pt x="126" y="108"/>
                  <a:pt x="126" y="108"/>
                  <a:pt x="126" y="108"/>
                </a:cubicBezTo>
                <a:lnTo>
                  <a:pt x="130" y="100"/>
                </a:lnTo>
                <a:close/>
                <a:moveTo>
                  <a:pt x="87" y="103"/>
                </a:moveTo>
                <a:cubicBezTo>
                  <a:pt x="81" y="97"/>
                  <a:pt x="81" y="97"/>
                  <a:pt x="81" y="97"/>
                </a:cubicBezTo>
                <a:cubicBezTo>
                  <a:pt x="65" y="113"/>
                  <a:pt x="65" y="113"/>
                  <a:pt x="65" y="113"/>
                </a:cubicBezTo>
                <a:cubicBezTo>
                  <a:pt x="71" y="119"/>
                  <a:pt x="71" y="119"/>
                  <a:pt x="71" y="119"/>
                </a:cubicBezTo>
                <a:lnTo>
                  <a:pt x="87" y="103"/>
                </a:lnTo>
                <a:close/>
                <a:moveTo>
                  <a:pt x="96" y="96"/>
                </a:moveTo>
                <a:cubicBezTo>
                  <a:pt x="100" y="96"/>
                  <a:pt x="104" y="92"/>
                  <a:pt x="104" y="88"/>
                </a:cubicBezTo>
                <a:cubicBezTo>
                  <a:pt x="104" y="84"/>
                  <a:pt x="100" y="80"/>
                  <a:pt x="96" y="80"/>
                </a:cubicBezTo>
                <a:cubicBezTo>
                  <a:pt x="92" y="80"/>
                  <a:pt x="88" y="84"/>
                  <a:pt x="88" y="88"/>
                </a:cubicBezTo>
                <a:cubicBezTo>
                  <a:pt x="88" y="92"/>
                  <a:pt x="92" y="96"/>
                  <a:pt x="96" y="96"/>
                </a:cubicBezTo>
                <a:close/>
                <a:moveTo>
                  <a:pt x="56" y="136"/>
                </a:moveTo>
                <a:cubicBezTo>
                  <a:pt x="60" y="136"/>
                  <a:pt x="64" y="132"/>
                  <a:pt x="64" y="128"/>
                </a:cubicBezTo>
                <a:cubicBezTo>
                  <a:pt x="64" y="124"/>
                  <a:pt x="60" y="120"/>
                  <a:pt x="56" y="120"/>
                </a:cubicBezTo>
                <a:cubicBezTo>
                  <a:pt x="52" y="120"/>
                  <a:pt x="48" y="124"/>
                  <a:pt x="48" y="128"/>
                </a:cubicBezTo>
                <a:cubicBezTo>
                  <a:pt x="48" y="132"/>
                  <a:pt x="52" y="136"/>
                  <a:pt x="56" y="136"/>
                </a:cubicBezTo>
                <a:close/>
                <a:moveTo>
                  <a:pt x="148" y="120"/>
                </a:moveTo>
                <a:cubicBezTo>
                  <a:pt x="152" y="120"/>
                  <a:pt x="156" y="116"/>
                  <a:pt x="156" y="112"/>
                </a:cubicBezTo>
                <a:cubicBezTo>
                  <a:pt x="156" y="108"/>
                  <a:pt x="152" y="104"/>
                  <a:pt x="148" y="104"/>
                </a:cubicBezTo>
                <a:cubicBezTo>
                  <a:pt x="144" y="104"/>
                  <a:pt x="140" y="108"/>
                  <a:pt x="140" y="112"/>
                </a:cubicBezTo>
                <a:cubicBezTo>
                  <a:pt x="140" y="116"/>
                  <a:pt x="144" y="120"/>
                  <a:pt x="148" y="120"/>
                </a:cubicBezTo>
                <a:close/>
                <a:moveTo>
                  <a:pt x="200" y="68"/>
                </a:moveTo>
                <a:cubicBezTo>
                  <a:pt x="204" y="68"/>
                  <a:pt x="208" y="64"/>
                  <a:pt x="208" y="60"/>
                </a:cubicBezTo>
                <a:cubicBezTo>
                  <a:pt x="208" y="56"/>
                  <a:pt x="204" y="52"/>
                  <a:pt x="200" y="52"/>
                </a:cubicBezTo>
                <a:cubicBezTo>
                  <a:pt x="196" y="52"/>
                  <a:pt x="192" y="56"/>
                  <a:pt x="192" y="60"/>
                </a:cubicBezTo>
                <a:cubicBezTo>
                  <a:pt x="192" y="64"/>
                  <a:pt x="196" y="68"/>
                  <a:pt x="200" y="6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1" name="Freeform 52">
            <a:extLst>
              <a:ext uri="{FF2B5EF4-FFF2-40B4-BE49-F238E27FC236}">
                <a16:creationId xmlns:a16="http://schemas.microsoft.com/office/drawing/2014/main" id="{326C2659-14D2-4DE8-9B9B-C7BD379870B8}"/>
              </a:ext>
            </a:extLst>
          </p:cNvPr>
          <p:cNvSpPr>
            <a:spLocks noChangeAspect="1" noEditPoints="1"/>
          </p:cNvSpPr>
          <p:nvPr/>
        </p:nvSpPr>
        <p:spPr bwMode="auto">
          <a:xfrm>
            <a:off x="10281298" y="1462032"/>
            <a:ext cx="336550" cy="400050"/>
          </a:xfrm>
          <a:custGeom>
            <a:avLst/>
            <a:gdLst>
              <a:gd name="T0" fmla="*/ 124 w 216"/>
              <a:gd name="T1" fmla="*/ 32 h 256"/>
              <a:gd name="T2" fmla="*/ 140 w 216"/>
              <a:gd name="T3" fmla="*/ 28 h 256"/>
              <a:gd name="T4" fmla="*/ 128 w 216"/>
              <a:gd name="T5" fmla="*/ 0 h 256"/>
              <a:gd name="T6" fmla="*/ 76 w 216"/>
              <a:gd name="T7" fmla="*/ 12 h 256"/>
              <a:gd name="T8" fmla="*/ 80 w 216"/>
              <a:gd name="T9" fmla="*/ 32 h 256"/>
              <a:gd name="T10" fmla="*/ 92 w 216"/>
              <a:gd name="T11" fmla="*/ 41 h 256"/>
              <a:gd name="T12" fmla="*/ 108 w 216"/>
              <a:gd name="T13" fmla="*/ 256 h 256"/>
              <a:gd name="T14" fmla="*/ 124 w 216"/>
              <a:gd name="T15" fmla="*/ 41 h 256"/>
              <a:gd name="T16" fmla="*/ 84 w 216"/>
              <a:gd name="T17" fmla="*/ 12 h 256"/>
              <a:gd name="T18" fmla="*/ 128 w 216"/>
              <a:gd name="T19" fmla="*/ 8 h 256"/>
              <a:gd name="T20" fmla="*/ 132 w 216"/>
              <a:gd name="T21" fmla="*/ 24 h 256"/>
              <a:gd name="T22" fmla="*/ 112 w 216"/>
              <a:gd name="T23" fmla="*/ 32 h 256"/>
              <a:gd name="T24" fmla="*/ 116 w 216"/>
              <a:gd name="T25" fmla="*/ 40 h 256"/>
              <a:gd name="T26" fmla="*/ 100 w 216"/>
              <a:gd name="T27" fmla="*/ 40 h 256"/>
              <a:gd name="T28" fmla="*/ 96 w 216"/>
              <a:gd name="T29" fmla="*/ 24 h 256"/>
              <a:gd name="T30" fmla="*/ 108 w 216"/>
              <a:gd name="T31" fmla="*/ 248 h 256"/>
              <a:gd name="T32" fmla="*/ 108 w 216"/>
              <a:gd name="T33" fmla="*/ 48 h 256"/>
              <a:gd name="T34" fmla="*/ 108 w 216"/>
              <a:gd name="T35" fmla="*/ 248 h 256"/>
              <a:gd name="T36" fmla="*/ 104 w 216"/>
              <a:gd name="T37" fmla="*/ 76 h 256"/>
              <a:gd name="T38" fmla="*/ 176 w 216"/>
              <a:gd name="T39" fmla="*/ 148 h 256"/>
              <a:gd name="T40" fmla="*/ 44 w 216"/>
              <a:gd name="T41" fmla="*/ 171 h 256"/>
              <a:gd name="T42" fmla="*/ 36 w 216"/>
              <a:gd name="T43" fmla="*/ 173 h 256"/>
              <a:gd name="T44" fmla="*/ 184 w 216"/>
              <a:gd name="T45" fmla="*/ 148 h 256"/>
              <a:gd name="T46" fmla="*/ 108 w 216"/>
              <a:gd name="T47" fmla="*/ 164 h 256"/>
              <a:gd name="T48" fmla="*/ 124 w 216"/>
              <a:gd name="T49" fmla="*/ 152 h 256"/>
              <a:gd name="T50" fmla="*/ 140 w 216"/>
              <a:gd name="T51" fmla="*/ 148 h 256"/>
              <a:gd name="T52" fmla="*/ 124 w 216"/>
              <a:gd name="T53" fmla="*/ 144 h 256"/>
              <a:gd name="T54" fmla="*/ 108 w 216"/>
              <a:gd name="T55" fmla="*/ 132 h 256"/>
              <a:gd name="T56" fmla="*/ 36 w 216"/>
              <a:gd name="T57" fmla="*/ 144 h 256"/>
              <a:gd name="T58" fmla="*/ 36 w 216"/>
              <a:gd name="T59" fmla="*/ 152 h 256"/>
              <a:gd name="T60" fmla="*/ 108 w 216"/>
              <a:gd name="T61" fmla="*/ 164 h 256"/>
              <a:gd name="T62" fmla="*/ 116 w 216"/>
              <a:gd name="T63" fmla="*/ 148 h 256"/>
              <a:gd name="T64" fmla="*/ 100 w 216"/>
              <a:gd name="T65" fmla="*/ 1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 h="256">
                <a:moveTo>
                  <a:pt x="124" y="41"/>
                </a:moveTo>
                <a:cubicBezTo>
                  <a:pt x="124" y="32"/>
                  <a:pt x="124" y="32"/>
                  <a:pt x="124" y="32"/>
                </a:cubicBezTo>
                <a:cubicBezTo>
                  <a:pt x="136" y="32"/>
                  <a:pt x="136" y="32"/>
                  <a:pt x="136" y="32"/>
                </a:cubicBezTo>
                <a:cubicBezTo>
                  <a:pt x="138" y="32"/>
                  <a:pt x="140" y="30"/>
                  <a:pt x="140" y="28"/>
                </a:cubicBezTo>
                <a:cubicBezTo>
                  <a:pt x="140" y="12"/>
                  <a:pt x="140" y="12"/>
                  <a:pt x="140" y="12"/>
                </a:cubicBezTo>
                <a:cubicBezTo>
                  <a:pt x="140" y="5"/>
                  <a:pt x="135" y="0"/>
                  <a:pt x="128" y="0"/>
                </a:cubicBezTo>
                <a:cubicBezTo>
                  <a:pt x="88" y="0"/>
                  <a:pt x="88" y="0"/>
                  <a:pt x="88" y="0"/>
                </a:cubicBezTo>
                <a:cubicBezTo>
                  <a:pt x="81" y="0"/>
                  <a:pt x="76" y="5"/>
                  <a:pt x="76" y="12"/>
                </a:cubicBezTo>
                <a:cubicBezTo>
                  <a:pt x="76" y="28"/>
                  <a:pt x="76" y="28"/>
                  <a:pt x="76" y="28"/>
                </a:cubicBezTo>
                <a:cubicBezTo>
                  <a:pt x="76" y="30"/>
                  <a:pt x="78" y="32"/>
                  <a:pt x="80" y="32"/>
                </a:cubicBezTo>
                <a:cubicBezTo>
                  <a:pt x="92" y="32"/>
                  <a:pt x="92" y="32"/>
                  <a:pt x="92" y="32"/>
                </a:cubicBezTo>
                <a:cubicBezTo>
                  <a:pt x="92" y="41"/>
                  <a:pt x="92" y="41"/>
                  <a:pt x="92" y="41"/>
                </a:cubicBezTo>
                <a:cubicBezTo>
                  <a:pt x="40" y="49"/>
                  <a:pt x="0" y="94"/>
                  <a:pt x="0" y="148"/>
                </a:cubicBezTo>
                <a:cubicBezTo>
                  <a:pt x="0" y="208"/>
                  <a:pt x="48" y="256"/>
                  <a:pt x="108" y="256"/>
                </a:cubicBezTo>
                <a:cubicBezTo>
                  <a:pt x="168" y="256"/>
                  <a:pt x="216" y="208"/>
                  <a:pt x="216" y="148"/>
                </a:cubicBezTo>
                <a:cubicBezTo>
                  <a:pt x="216" y="94"/>
                  <a:pt x="176" y="49"/>
                  <a:pt x="124" y="41"/>
                </a:cubicBezTo>
                <a:close/>
                <a:moveTo>
                  <a:pt x="84" y="24"/>
                </a:moveTo>
                <a:cubicBezTo>
                  <a:pt x="84" y="12"/>
                  <a:pt x="84" y="12"/>
                  <a:pt x="84" y="12"/>
                </a:cubicBezTo>
                <a:cubicBezTo>
                  <a:pt x="84" y="10"/>
                  <a:pt x="86" y="8"/>
                  <a:pt x="88" y="8"/>
                </a:cubicBezTo>
                <a:cubicBezTo>
                  <a:pt x="128" y="8"/>
                  <a:pt x="128" y="8"/>
                  <a:pt x="128" y="8"/>
                </a:cubicBezTo>
                <a:cubicBezTo>
                  <a:pt x="130" y="8"/>
                  <a:pt x="132" y="10"/>
                  <a:pt x="132" y="12"/>
                </a:cubicBezTo>
                <a:cubicBezTo>
                  <a:pt x="132" y="24"/>
                  <a:pt x="132" y="24"/>
                  <a:pt x="132" y="24"/>
                </a:cubicBezTo>
                <a:cubicBezTo>
                  <a:pt x="112" y="24"/>
                  <a:pt x="112" y="24"/>
                  <a:pt x="112" y="24"/>
                </a:cubicBezTo>
                <a:cubicBezTo>
                  <a:pt x="112" y="32"/>
                  <a:pt x="112" y="32"/>
                  <a:pt x="112" y="32"/>
                </a:cubicBezTo>
                <a:cubicBezTo>
                  <a:pt x="116" y="32"/>
                  <a:pt x="116" y="32"/>
                  <a:pt x="116" y="32"/>
                </a:cubicBezTo>
                <a:cubicBezTo>
                  <a:pt x="116" y="40"/>
                  <a:pt x="116" y="40"/>
                  <a:pt x="116" y="40"/>
                </a:cubicBezTo>
                <a:cubicBezTo>
                  <a:pt x="113" y="40"/>
                  <a:pt x="111" y="40"/>
                  <a:pt x="108" y="40"/>
                </a:cubicBezTo>
                <a:cubicBezTo>
                  <a:pt x="105" y="40"/>
                  <a:pt x="103" y="40"/>
                  <a:pt x="100" y="40"/>
                </a:cubicBezTo>
                <a:cubicBezTo>
                  <a:pt x="100" y="28"/>
                  <a:pt x="100" y="28"/>
                  <a:pt x="100" y="28"/>
                </a:cubicBezTo>
                <a:cubicBezTo>
                  <a:pt x="100" y="26"/>
                  <a:pt x="98" y="24"/>
                  <a:pt x="96" y="24"/>
                </a:cubicBezTo>
                <a:lnTo>
                  <a:pt x="84" y="24"/>
                </a:lnTo>
                <a:close/>
                <a:moveTo>
                  <a:pt x="108" y="248"/>
                </a:moveTo>
                <a:cubicBezTo>
                  <a:pt x="53" y="248"/>
                  <a:pt x="8" y="203"/>
                  <a:pt x="8" y="148"/>
                </a:cubicBezTo>
                <a:cubicBezTo>
                  <a:pt x="8" y="93"/>
                  <a:pt x="53" y="48"/>
                  <a:pt x="108" y="48"/>
                </a:cubicBezTo>
                <a:cubicBezTo>
                  <a:pt x="163" y="48"/>
                  <a:pt x="208" y="93"/>
                  <a:pt x="208" y="148"/>
                </a:cubicBezTo>
                <a:cubicBezTo>
                  <a:pt x="208" y="203"/>
                  <a:pt x="163" y="248"/>
                  <a:pt x="108" y="248"/>
                </a:cubicBezTo>
                <a:close/>
                <a:moveTo>
                  <a:pt x="108" y="72"/>
                </a:moveTo>
                <a:cubicBezTo>
                  <a:pt x="106" y="72"/>
                  <a:pt x="104" y="74"/>
                  <a:pt x="104" y="76"/>
                </a:cubicBezTo>
                <a:cubicBezTo>
                  <a:pt x="104" y="78"/>
                  <a:pt x="106" y="80"/>
                  <a:pt x="108" y="80"/>
                </a:cubicBezTo>
                <a:cubicBezTo>
                  <a:pt x="145" y="80"/>
                  <a:pt x="176" y="111"/>
                  <a:pt x="176" y="148"/>
                </a:cubicBezTo>
                <a:cubicBezTo>
                  <a:pt x="176" y="185"/>
                  <a:pt x="145" y="216"/>
                  <a:pt x="108" y="216"/>
                </a:cubicBezTo>
                <a:cubicBezTo>
                  <a:pt x="79" y="216"/>
                  <a:pt x="53" y="198"/>
                  <a:pt x="44" y="171"/>
                </a:cubicBezTo>
                <a:cubicBezTo>
                  <a:pt x="43" y="169"/>
                  <a:pt x="41" y="167"/>
                  <a:pt x="39" y="168"/>
                </a:cubicBezTo>
                <a:cubicBezTo>
                  <a:pt x="37" y="169"/>
                  <a:pt x="36" y="171"/>
                  <a:pt x="36" y="173"/>
                </a:cubicBezTo>
                <a:cubicBezTo>
                  <a:pt x="47" y="204"/>
                  <a:pt x="76" y="224"/>
                  <a:pt x="108" y="224"/>
                </a:cubicBezTo>
                <a:cubicBezTo>
                  <a:pt x="150" y="224"/>
                  <a:pt x="184" y="190"/>
                  <a:pt x="184" y="148"/>
                </a:cubicBezTo>
                <a:cubicBezTo>
                  <a:pt x="184" y="106"/>
                  <a:pt x="150" y="72"/>
                  <a:pt x="108" y="72"/>
                </a:cubicBezTo>
                <a:close/>
                <a:moveTo>
                  <a:pt x="108" y="164"/>
                </a:moveTo>
                <a:cubicBezTo>
                  <a:pt x="115" y="164"/>
                  <a:pt x="122" y="159"/>
                  <a:pt x="123" y="152"/>
                </a:cubicBezTo>
                <a:cubicBezTo>
                  <a:pt x="124" y="152"/>
                  <a:pt x="124" y="152"/>
                  <a:pt x="124" y="152"/>
                </a:cubicBezTo>
                <a:cubicBezTo>
                  <a:pt x="136" y="152"/>
                  <a:pt x="136" y="152"/>
                  <a:pt x="136" y="152"/>
                </a:cubicBezTo>
                <a:cubicBezTo>
                  <a:pt x="138" y="152"/>
                  <a:pt x="140" y="150"/>
                  <a:pt x="140" y="148"/>
                </a:cubicBezTo>
                <a:cubicBezTo>
                  <a:pt x="140" y="146"/>
                  <a:pt x="138" y="144"/>
                  <a:pt x="136" y="144"/>
                </a:cubicBezTo>
                <a:cubicBezTo>
                  <a:pt x="124" y="144"/>
                  <a:pt x="124" y="144"/>
                  <a:pt x="124" y="144"/>
                </a:cubicBezTo>
                <a:cubicBezTo>
                  <a:pt x="124" y="144"/>
                  <a:pt x="124" y="144"/>
                  <a:pt x="123" y="144"/>
                </a:cubicBezTo>
                <a:cubicBezTo>
                  <a:pt x="122" y="137"/>
                  <a:pt x="115" y="132"/>
                  <a:pt x="108" y="132"/>
                </a:cubicBezTo>
                <a:cubicBezTo>
                  <a:pt x="101" y="132"/>
                  <a:pt x="94" y="137"/>
                  <a:pt x="93" y="144"/>
                </a:cubicBezTo>
                <a:cubicBezTo>
                  <a:pt x="36" y="144"/>
                  <a:pt x="36" y="144"/>
                  <a:pt x="36" y="144"/>
                </a:cubicBezTo>
                <a:cubicBezTo>
                  <a:pt x="34" y="144"/>
                  <a:pt x="32" y="146"/>
                  <a:pt x="32" y="148"/>
                </a:cubicBezTo>
                <a:cubicBezTo>
                  <a:pt x="32" y="150"/>
                  <a:pt x="34" y="152"/>
                  <a:pt x="36" y="152"/>
                </a:cubicBezTo>
                <a:cubicBezTo>
                  <a:pt x="93" y="152"/>
                  <a:pt x="93" y="152"/>
                  <a:pt x="93" y="152"/>
                </a:cubicBezTo>
                <a:cubicBezTo>
                  <a:pt x="94" y="159"/>
                  <a:pt x="101" y="164"/>
                  <a:pt x="108" y="164"/>
                </a:cubicBezTo>
                <a:close/>
                <a:moveTo>
                  <a:pt x="108" y="140"/>
                </a:moveTo>
                <a:cubicBezTo>
                  <a:pt x="112" y="140"/>
                  <a:pt x="116" y="144"/>
                  <a:pt x="116" y="148"/>
                </a:cubicBezTo>
                <a:cubicBezTo>
                  <a:pt x="116" y="152"/>
                  <a:pt x="112" y="156"/>
                  <a:pt x="108" y="156"/>
                </a:cubicBezTo>
                <a:cubicBezTo>
                  <a:pt x="104" y="156"/>
                  <a:pt x="100" y="152"/>
                  <a:pt x="100" y="148"/>
                </a:cubicBezTo>
                <a:cubicBezTo>
                  <a:pt x="100" y="144"/>
                  <a:pt x="104" y="140"/>
                  <a:pt x="108"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4" name="Freeform 56">
            <a:extLst>
              <a:ext uri="{FF2B5EF4-FFF2-40B4-BE49-F238E27FC236}">
                <a16:creationId xmlns:a16="http://schemas.microsoft.com/office/drawing/2014/main" id="{6F0D02CF-82ED-4E21-B950-78A2BA8485CB}"/>
              </a:ext>
            </a:extLst>
          </p:cNvPr>
          <p:cNvSpPr>
            <a:spLocks noChangeAspect="1" noEditPoints="1"/>
          </p:cNvSpPr>
          <p:nvPr/>
        </p:nvSpPr>
        <p:spPr bwMode="auto">
          <a:xfrm>
            <a:off x="11217194" y="1462032"/>
            <a:ext cx="400050" cy="400050"/>
          </a:xfrm>
          <a:custGeom>
            <a:avLst/>
            <a:gdLst>
              <a:gd name="T0" fmla="*/ 120 w 256"/>
              <a:gd name="T1" fmla="*/ 188 h 256"/>
              <a:gd name="T2" fmla="*/ 256 w 256"/>
              <a:gd name="T3" fmla="*/ 188 h 256"/>
              <a:gd name="T4" fmla="*/ 188 w 256"/>
              <a:gd name="T5" fmla="*/ 248 h 256"/>
              <a:gd name="T6" fmla="*/ 188 w 256"/>
              <a:gd name="T7" fmla="*/ 128 h 256"/>
              <a:gd name="T8" fmla="*/ 188 w 256"/>
              <a:gd name="T9" fmla="*/ 248 h 256"/>
              <a:gd name="T10" fmla="*/ 192 w 256"/>
              <a:gd name="T11" fmla="*/ 184 h 256"/>
              <a:gd name="T12" fmla="*/ 188 w 256"/>
              <a:gd name="T13" fmla="*/ 148 h 256"/>
              <a:gd name="T14" fmla="*/ 184 w 256"/>
              <a:gd name="T15" fmla="*/ 188 h 256"/>
              <a:gd name="T16" fmla="*/ 224 w 256"/>
              <a:gd name="T17" fmla="*/ 192 h 256"/>
              <a:gd name="T18" fmla="*/ 224 w 256"/>
              <a:gd name="T19" fmla="*/ 184 h 256"/>
              <a:gd name="T20" fmla="*/ 12 w 256"/>
              <a:gd name="T21" fmla="*/ 204 h 256"/>
              <a:gd name="T22" fmla="*/ 8 w 256"/>
              <a:gd name="T23" fmla="*/ 24 h 256"/>
              <a:gd name="T24" fmla="*/ 40 w 256"/>
              <a:gd name="T25" fmla="*/ 20 h 256"/>
              <a:gd name="T26" fmla="*/ 44 w 256"/>
              <a:gd name="T27" fmla="*/ 32 h 256"/>
              <a:gd name="T28" fmla="*/ 48 w 256"/>
              <a:gd name="T29" fmla="*/ 20 h 256"/>
              <a:gd name="T30" fmla="*/ 76 w 256"/>
              <a:gd name="T31" fmla="*/ 28 h 256"/>
              <a:gd name="T32" fmla="*/ 84 w 256"/>
              <a:gd name="T33" fmla="*/ 28 h 256"/>
              <a:gd name="T34" fmla="*/ 112 w 256"/>
              <a:gd name="T35" fmla="*/ 20 h 256"/>
              <a:gd name="T36" fmla="*/ 116 w 256"/>
              <a:gd name="T37" fmla="*/ 32 h 256"/>
              <a:gd name="T38" fmla="*/ 120 w 256"/>
              <a:gd name="T39" fmla="*/ 20 h 256"/>
              <a:gd name="T40" fmla="*/ 148 w 256"/>
              <a:gd name="T41" fmla="*/ 28 h 256"/>
              <a:gd name="T42" fmla="*/ 156 w 256"/>
              <a:gd name="T43" fmla="*/ 28 h 256"/>
              <a:gd name="T44" fmla="*/ 184 w 256"/>
              <a:gd name="T45" fmla="*/ 20 h 256"/>
              <a:gd name="T46" fmla="*/ 188 w 256"/>
              <a:gd name="T47" fmla="*/ 32 h 256"/>
              <a:gd name="T48" fmla="*/ 192 w 256"/>
              <a:gd name="T49" fmla="*/ 20 h 256"/>
              <a:gd name="T50" fmla="*/ 224 w 256"/>
              <a:gd name="T51" fmla="*/ 24 h 256"/>
              <a:gd name="T52" fmla="*/ 228 w 256"/>
              <a:gd name="T53" fmla="*/ 116 h 256"/>
              <a:gd name="T54" fmla="*/ 232 w 256"/>
              <a:gd name="T55" fmla="*/ 24 h 256"/>
              <a:gd name="T56" fmla="*/ 192 w 256"/>
              <a:gd name="T57" fmla="*/ 12 h 256"/>
              <a:gd name="T58" fmla="*/ 188 w 256"/>
              <a:gd name="T59" fmla="*/ 0 h 256"/>
              <a:gd name="T60" fmla="*/ 184 w 256"/>
              <a:gd name="T61" fmla="*/ 12 h 256"/>
              <a:gd name="T62" fmla="*/ 156 w 256"/>
              <a:gd name="T63" fmla="*/ 4 h 256"/>
              <a:gd name="T64" fmla="*/ 148 w 256"/>
              <a:gd name="T65" fmla="*/ 4 h 256"/>
              <a:gd name="T66" fmla="*/ 120 w 256"/>
              <a:gd name="T67" fmla="*/ 12 h 256"/>
              <a:gd name="T68" fmla="*/ 116 w 256"/>
              <a:gd name="T69" fmla="*/ 0 h 256"/>
              <a:gd name="T70" fmla="*/ 112 w 256"/>
              <a:gd name="T71" fmla="*/ 12 h 256"/>
              <a:gd name="T72" fmla="*/ 84 w 256"/>
              <a:gd name="T73" fmla="*/ 4 h 256"/>
              <a:gd name="T74" fmla="*/ 76 w 256"/>
              <a:gd name="T75" fmla="*/ 4 h 256"/>
              <a:gd name="T76" fmla="*/ 48 w 256"/>
              <a:gd name="T77" fmla="*/ 12 h 256"/>
              <a:gd name="T78" fmla="*/ 44 w 256"/>
              <a:gd name="T79" fmla="*/ 0 h 256"/>
              <a:gd name="T80" fmla="*/ 40 w 256"/>
              <a:gd name="T81" fmla="*/ 12 h 256"/>
              <a:gd name="T82" fmla="*/ 0 w 256"/>
              <a:gd name="T83" fmla="*/ 24 h 256"/>
              <a:gd name="T84" fmla="*/ 12 w 256"/>
              <a:gd name="T85" fmla="*/ 212 h 256"/>
              <a:gd name="T86" fmla="*/ 108 w 256"/>
              <a:gd name="T87" fmla="*/ 208 h 256"/>
              <a:gd name="T88" fmla="*/ 24 w 256"/>
              <a:gd name="T89" fmla="*/ 64 h 256"/>
              <a:gd name="T90" fmla="*/ 208 w 256"/>
              <a:gd name="T91" fmla="*/ 56 h 256"/>
              <a:gd name="T92" fmla="*/ 24 w 256"/>
              <a:gd name="T93" fmla="*/ 6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56">
                <a:moveTo>
                  <a:pt x="188" y="120"/>
                </a:moveTo>
                <a:cubicBezTo>
                  <a:pt x="151" y="120"/>
                  <a:pt x="120" y="151"/>
                  <a:pt x="120" y="188"/>
                </a:cubicBezTo>
                <a:cubicBezTo>
                  <a:pt x="120" y="225"/>
                  <a:pt x="151" y="256"/>
                  <a:pt x="188" y="256"/>
                </a:cubicBezTo>
                <a:cubicBezTo>
                  <a:pt x="225" y="256"/>
                  <a:pt x="256" y="225"/>
                  <a:pt x="256" y="188"/>
                </a:cubicBezTo>
                <a:cubicBezTo>
                  <a:pt x="256" y="151"/>
                  <a:pt x="225" y="120"/>
                  <a:pt x="188" y="120"/>
                </a:cubicBezTo>
                <a:close/>
                <a:moveTo>
                  <a:pt x="188" y="248"/>
                </a:moveTo>
                <a:cubicBezTo>
                  <a:pt x="155" y="248"/>
                  <a:pt x="128" y="221"/>
                  <a:pt x="128" y="188"/>
                </a:cubicBezTo>
                <a:cubicBezTo>
                  <a:pt x="128" y="155"/>
                  <a:pt x="155" y="128"/>
                  <a:pt x="188" y="128"/>
                </a:cubicBezTo>
                <a:cubicBezTo>
                  <a:pt x="221" y="128"/>
                  <a:pt x="248" y="155"/>
                  <a:pt x="248" y="188"/>
                </a:cubicBezTo>
                <a:cubicBezTo>
                  <a:pt x="248" y="221"/>
                  <a:pt x="221" y="248"/>
                  <a:pt x="188" y="248"/>
                </a:cubicBezTo>
                <a:close/>
                <a:moveTo>
                  <a:pt x="224" y="184"/>
                </a:moveTo>
                <a:cubicBezTo>
                  <a:pt x="192" y="184"/>
                  <a:pt x="192" y="184"/>
                  <a:pt x="192" y="184"/>
                </a:cubicBezTo>
                <a:cubicBezTo>
                  <a:pt x="192" y="152"/>
                  <a:pt x="192" y="152"/>
                  <a:pt x="192" y="152"/>
                </a:cubicBezTo>
                <a:cubicBezTo>
                  <a:pt x="192" y="150"/>
                  <a:pt x="190" y="148"/>
                  <a:pt x="188" y="148"/>
                </a:cubicBezTo>
                <a:cubicBezTo>
                  <a:pt x="186" y="148"/>
                  <a:pt x="184" y="150"/>
                  <a:pt x="184" y="152"/>
                </a:cubicBezTo>
                <a:cubicBezTo>
                  <a:pt x="184" y="188"/>
                  <a:pt x="184" y="188"/>
                  <a:pt x="184" y="188"/>
                </a:cubicBezTo>
                <a:cubicBezTo>
                  <a:pt x="184" y="190"/>
                  <a:pt x="186" y="192"/>
                  <a:pt x="188" y="192"/>
                </a:cubicBezTo>
                <a:cubicBezTo>
                  <a:pt x="224" y="192"/>
                  <a:pt x="224" y="192"/>
                  <a:pt x="224" y="192"/>
                </a:cubicBezTo>
                <a:cubicBezTo>
                  <a:pt x="226" y="192"/>
                  <a:pt x="228" y="190"/>
                  <a:pt x="228" y="188"/>
                </a:cubicBezTo>
                <a:cubicBezTo>
                  <a:pt x="228" y="186"/>
                  <a:pt x="226" y="184"/>
                  <a:pt x="224" y="184"/>
                </a:cubicBezTo>
                <a:close/>
                <a:moveTo>
                  <a:pt x="104" y="204"/>
                </a:moveTo>
                <a:cubicBezTo>
                  <a:pt x="12" y="204"/>
                  <a:pt x="12" y="204"/>
                  <a:pt x="12" y="204"/>
                </a:cubicBezTo>
                <a:cubicBezTo>
                  <a:pt x="10" y="204"/>
                  <a:pt x="8" y="202"/>
                  <a:pt x="8" y="200"/>
                </a:cubicBezTo>
                <a:cubicBezTo>
                  <a:pt x="8" y="24"/>
                  <a:pt x="8" y="24"/>
                  <a:pt x="8" y="24"/>
                </a:cubicBezTo>
                <a:cubicBezTo>
                  <a:pt x="8" y="22"/>
                  <a:pt x="10" y="20"/>
                  <a:pt x="12" y="20"/>
                </a:cubicBezTo>
                <a:cubicBezTo>
                  <a:pt x="40" y="20"/>
                  <a:pt x="40" y="20"/>
                  <a:pt x="40" y="20"/>
                </a:cubicBezTo>
                <a:cubicBezTo>
                  <a:pt x="40" y="28"/>
                  <a:pt x="40" y="28"/>
                  <a:pt x="40" y="28"/>
                </a:cubicBezTo>
                <a:cubicBezTo>
                  <a:pt x="40" y="30"/>
                  <a:pt x="42" y="32"/>
                  <a:pt x="44" y="32"/>
                </a:cubicBezTo>
                <a:cubicBezTo>
                  <a:pt x="46" y="32"/>
                  <a:pt x="48" y="30"/>
                  <a:pt x="48" y="28"/>
                </a:cubicBezTo>
                <a:cubicBezTo>
                  <a:pt x="48" y="20"/>
                  <a:pt x="48" y="20"/>
                  <a:pt x="48" y="20"/>
                </a:cubicBezTo>
                <a:cubicBezTo>
                  <a:pt x="76" y="20"/>
                  <a:pt x="76" y="20"/>
                  <a:pt x="76" y="20"/>
                </a:cubicBezTo>
                <a:cubicBezTo>
                  <a:pt x="76" y="28"/>
                  <a:pt x="76" y="28"/>
                  <a:pt x="76" y="28"/>
                </a:cubicBezTo>
                <a:cubicBezTo>
                  <a:pt x="76" y="30"/>
                  <a:pt x="78" y="32"/>
                  <a:pt x="80" y="32"/>
                </a:cubicBezTo>
                <a:cubicBezTo>
                  <a:pt x="82" y="32"/>
                  <a:pt x="84" y="30"/>
                  <a:pt x="84" y="28"/>
                </a:cubicBezTo>
                <a:cubicBezTo>
                  <a:pt x="84" y="20"/>
                  <a:pt x="84" y="20"/>
                  <a:pt x="84" y="20"/>
                </a:cubicBezTo>
                <a:cubicBezTo>
                  <a:pt x="112" y="20"/>
                  <a:pt x="112" y="20"/>
                  <a:pt x="112" y="20"/>
                </a:cubicBezTo>
                <a:cubicBezTo>
                  <a:pt x="112" y="28"/>
                  <a:pt x="112" y="28"/>
                  <a:pt x="112" y="28"/>
                </a:cubicBezTo>
                <a:cubicBezTo>
                  <a:pt x="112" y="30"/>
                  <a:pt x="114" y="32"/>
                  <a:pt x="116" y="32"/>
                </a:cubicBezTo>
                <a:cubicBezTo>
                  <a:pt x="118" y="32"/>
                  <a:pt x="120" y="30"/>
                  <a:pt x="120" y="28"/>
                </a:cubicBezTo>
                <a:cubicBezTo>
                  <a:pt x="120" y="20"/>
                  <a:pt x="120" y="20"/>
                  <a:pt x="120" y="20"/>
                </a:cubicBezTo>
                <a:cubicBezTo>
                  <a:pt x="148" y="20"/>
                  <a:pt x="148" y="20"/>
                  <a:pt x="148" y="20"/>
                </a:cubicBezTo>
                <a:cubicBezTo>
                  <a:pt x="148" y="28"/>
                  <a:pt x="148" y="28"/>
                  <a:pt x="148" y="28"/>
                </a:cubicBezTo>
                <a:cubicBezTo>
                  <a:pt x="148" y="30"/>
                  <a:pt x="150" y="32"/>
                  <a:pt x="152" y="32"/>
                </a:cubicBezTo>
                <a:cubicBezTo>
                  <a:pt x="154" y="32"/>
                  <a:pt x="156" y="30"/>
                  <a:pt x="156" y="28"/>
                </a:cubicBezTo>
                <a:cubicBezTo>
                  <a:pt x="156" y="20"/>
                  <a:pt x="156" y="20"/>
                  <a:pt x="156" y="20"/>
                </a:cubicBezTo>
                <a:cubicBezTo>
                  <a:pt x="184" y="20"/>
                  <a:pt x="184" y="20"/>
                  <a:pt x="184" y="20"/>
                </a:cubicBezTo>
                <a:cubicBezTo>
                  <a:pt x="184" y="28"/>
                  <a:pt x="184" y="28"/>
                  <a:pt x="184" y="28"/>
                </a:cubicBezTo>
                <a:cubicBezTo>
                  <a:pt x="184" y="30"/>
                  <a:pt x="186" y="32"/>
                  <a:pt x="188" y="32"/>
                </a:cubicBezTo>
                <a:cubicBezTo>
                  <a:pt x="190" y="32"/>
                  <a:pt x="192" y="30"/>
                  <a:pt x="192" y="28"/>
                </a:cubicBezTo>
                <a:cubicBezTo>
                  <a:pt x="192" y="20"/>
                  <a:pt x="192" y="20"/>
                  <a:pt x="192" y="20"/>
                </a:cubicBezTo>
                <a:cubicBezTo>
                  <a:pt x="220" y="20"/>
                  <a:pt x="220" y="20"/>
                  <a:pt x="220" y="20"/>
                </a:cubicBezTo>
                <a:cubicBezTo>
                  <a:pt x="222" y="20"/>
                  <a:pt x="224" y="22"/>
                  <a:pt x="224" y="24"/>
                </a:cubicBezTo>
                <a:cubicBezTo>
                  <a:pt x="224" y="112"/>
                  <a:pt x="224" y="112"/>
                  <a:pt x="224" y="112"/>
                </a:cubicBezTo>
                <a:cubicBezTo>
                  <a:pt x="224" y="114"/>
                  <a:pt x="226" y="116"/>
                  <a:pt x="228" y="116"/>
                </a:cubicBezTo>
                <a:cubicBezTo>
                  <a:pt x="230" y="116"/>
                  <a:pt x="232" y="114"/>
                  <a:pt x="232" y="112"/>
                </a:cubicBezTo>
                <a:cubicBezTo>
                  <a:pt x="232" y="24"/>
                  <a:pt x="232" y="24"/>
                  <a:pt x="232" y="24"/>
                </a:cubicBezTo>
                <a:cubicBezTo>
                  <a:pt x="232" y="17"/>
                  <a:pt x="227" y="12"/>
                  <a:pt x="220" y="12"/>
                </a:cubicBezTo>
                <a:cubicBezTo>
                  <a:pt x="192" y="12"/>
                  <a:pt x="192" y="12"/>
                  <a:pt x="192" y="12"/>
                </a:cubicBezTo>
                <a:cubicBezTo>
                  <a:pt x="192" y="4"/>
                  <a:pt x="192" y="4"/>
                  <a:pt x="192" y="4"/>
                </a:cubicBezTo>
                <a:cubicBezTo>
                  <a:pt x="192" y="2"/>
                  <a:pt x="190" y="0"/>
                  <a:pt x="188" y="0"/>
                </a:cubicBezTo>
                <a:cubicBezTo>
                  <a:pt x="186" y="0"/>
                  <a:pt x="184" y="2"/>
                  <a:pt x="184" y="4"/>
                </a:cubicBezTo>
                <a:cubicBezTo>
                  <a:pt x="184" y="12"/>
                  <a:pt x="184" y="12"/>
                  <a:pt x="184" y="12"/>
                </a:cubicBezTo>
                <a:cubicBezTo>
                  <a:pt x="156" y="12"/>
                  <a:pt x="156" y="12"/>
                  <a:pt x="156" y="12"/>
                </a:cubicBezTo>
                <a:cubicBezTo>
                  <a:pt x="156" y="4"/>
                  <a:pt x="156" y="4"/>
                  <a:pt x="156" y="4"/>
                </a:cubicBezTo>
                <a:cubicBezTo>
                  <a:pt x="156" y="2"/>
                  <a:pt x="154" y="0"/>
                  <a:pt x="152" y="0"/>
                </a:cubicBezTo>
                <a:cubicBezTo>
                  <a:pt x="150" y="0"/>
                  <a:pt x="148" y="2"/>
                  <a:pt x="148" y="4"/>
                </a:cubicBezTo>
                <a:cubicBezTo>
                  <a:pt x="148" y="12"/>
                  <a:pt x="148" y="12"/>
                  <a:pt x="148" y="12"/>
                </a:cubicBezTo>
                <a:cubicBezTo>
                  <a:pt x="120" y="12"/>
                  <a:pt x="120" y="12"/>
                  <a:pt x="120" y="12"/>
                </a:cubicBezTo>
                <a:cubicBezTo>
                  <a:pt x="120" y="4"/>
                  <a:pt x="120" y="4"/>
                  <a:pt x="120" y="4"/>
                </a:cubicBezTo>
                <a:cubicBezTo>
                  <a:pt x="120" y="2"/>
                  <a:pt x="118" y="0"/>
                  <a:pt x="116" y="0"/>
                </a:cubicBezTo>
                <a:cubicBezTo>
                  <a:pt x="114" y="0"/>
                  <a:pt x="112" y="2"/>
                  <a:pt x="112" y="4"/>
                </a:cubicBezTo>
                <a:cubicBezTo>
                  <a:pt x="112" y="12"/>
                  <a:pt x="112" y="12"/>
                  <a:pt x="112" y="12"/>
                </a:cubicBezTo>
                <a:cubicBezTo>
                  <a:pt x="84" y="12"/>
                  <a:pt x="84" y="12"/>
                  <a:pt x="84" y="12"/>
                </a:cubicBezTo>
                <a:cubicBezTo>
                  <a:pt x="84" y="4"/>
                  <a:pt x="84" y="4"/>
                  <a:pt x="84" y="4"/>
                </a:cubicBezTo>
                <a:cubicBezTo>
                  <a:pt x="84" y="2"/>
                  <a:pt x="82" y="0"/>
                  <a:pt x="80" y="0"/>
                </a:cubicBezTo>
                <a:cubicBezTo>
                  <a:pt x="78" y="0"/>
                  <a:pt x="76" y="2"/>
                  <a:pt x="76" y="4"/>
                </a:cubicBezTo>
                <a:cubicBezTo>
                  <a:pt x="76" y="12"/>
                  <a:pt x="76" y="12"/>
                  <a:pt x="76" y="12"/>
                </a:cubicBezTo>
                <a:cubicBezTo>
                  <a:pt x="48" y="12"/>
                  <a:pt x="48" y="12"/>
                  <a:pt x="48" y="12"/>
                </a:cubicBezTo>
                <a:cubicBezTo>
                  <a:pt x="48" y="4"/>
                  <a:pt x="48" y="4"/>
                  <a:pt x="48" y="4"/>
                </a:cubicBezTo>
                <a:cubicBezTo>
                  <a:pt x="48" y="2"/>
                  <a:pt x="46" y="0"/>
                  <a:pt x="44" y="0"/>
                </a:cubicBezTo>
                <a:cubicBezTo>
                  <a:pt x="42" y="0"/>
                  <a:pt x="40" y="2"/>
                  <a:pt x="40" y="4"/>
                </a:cubicBezTo>
                <a:cubicBezTo>
                  <a:pt x="40" y="12"/>
                  <a:pt x="40" y="12"/>
                  <a:pt x="40" y="12"/>
                </a:cubicBezTo>
                <a:cubicBezTo>
                  <a:pt x="12" y="12"/>
                  <a:pt x="12" y="12"/>
                  <a:pt x="12" y="12"/>
                </a:cubicBezTo>
                <a:cubicBezTo>
                  <a:pt x="5" y="12"/>
                  <a:pt x="0" y="17"/>
                  <a:pt x="0" y="24"/>
                </a:cubicBezTo>
                <a:cubicBezTo>
                  <a:pt x="0" y="200"/>
                  <a:pt x="0" y="200"/>
                  <a:pt x="0" y="200"/>
                </a:cubicBezTo>
                <a:cubicBezTo>
                  <a:pt x="0" y="207"/>
                  <a:pt x="5" y="212"/>
                  <a:pt x="12" y="212"/>
                </a:cubicBezTo>
                <a:cubicBezTo>
                  <a:pt x="104" y="212"/>
                  <a:pt x="104" y="212"/>
                  <a:pt x="104" y="212"/>
                </a:cubicBezTo>
                <a:cubicBezTo>
                  <a:pt x="106" y="212"/>
                  <a:pt x="108" y="210"/>
                  <a:pt x="108" y="208"/>
                </a:cubicBezTo>
                <a:cubicBezTo>
                  <a:pt x="108" y="206"/>
                  <a:pt x="106" y="204"/>
                  <a:pt x="104" y="204"/>
                </a:cubicBezTo>
                <a:close/>
                <a:moveTo>
                  <a:pt x="24" y="64"/>
                </a:moveTo>
                <a:cubicBezTo>
                  <a:pt x="208" y="64"/>
                  <a:pt x="208" y="64"/>
                  <a:pt x="208" y="64"/>
                </a:cubicBezTo>
                <a:cubicBezTo>
                  <a:pt x="208" y="56"/>
                  <a:pt x="208" y="56"/>
                  <a:pt x="208" y="56"/>
                </a:cubicBezTo>
                <a:cubicBezTo>
                  <a:pt x="24" y="56"/>
                  <a:pt x="24" y="56"/>
                  <a:pt x="24" y="56"/>
                </a:cubicBezTo>
                <a:lnTo>
                  <a:pt x="24" y="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66" name="Freeform 60">
            <a:extLst>
              <a:ext uri="{FF2B5EF4-FFF2-40B4-BE49-F238E27FC236}">
                <a16:creationId xmlns:a16="http://schemas.microsoft.com/office/drawing/2014/main" id="{7E3CF6A6-39FF-403C-ABD3-C1B2499A58CF}"/>
              </a:ext>
            </a:extLst>
          </p:cNvPr>
          <p:cNvSpPr>
            <a:spLocks noChangeAspect="1" noEditPoints="1"/>
          </p:cNvSpPr>
          <p:nvPr/>
        </p:nvSpPr>
        <p:spPr bwMode="auto">
          <a:xfrm>
            <a:off x="573088" y="2441575"/>
            <a:ext cx="400050" cy="374650"/>
          </a:xfrm>
          <a:custGeom>
            <a:avLst/>
            <a:gdLst>
              <a:gd name="T0" fmla="*/ 140 w 256"/>
              <a:gd name="T1" fmla="*/ 24 h 240"/>
              <a:gd name="T2" fmla="*/ 236 w 256"/>
              <a:gd name="T3" fmla="*/ 16 h 240"/>
              <a:gd name="T4" fmla="*/ 236 w 256"/>
              <a:gd name="T5" fmla="*/ 24 h 240"/>
              <a:gd name="T6" fmla="*/ 200 w 256"/>
              <a:gd name="T7" fmla="*/ 226 h 240"/>
              <a:gd name="T8" fmla="*/ 224 w 256"/>
              <a:gd name="T9" fmla="*/ 184 h 240"/>
              <a:gd name="T10" fmla="*/ 192 w 256"/>
              <a:gd name="T11" fmla="*/ 192 h 240"/>
              <a:gd name="T12" fmla="*/ 8 w 256"/>
              <a:gd name="T13" fmla="*/ 220 h 240"/>
              <a:gd name="T14" fmla="*/ 52 w 256"/>
              <a:gd name="T15" fmla="*/ 24 h 240"/>
              <a:gd name="T16" fmla="*/ 0 w 256"/>
              <a:gd name="T17" fmla="*/ 36 h 240"/>
              <a:gd name="T18" fmla="*/ 196 w 256"/>
              <a:gd name="T19" fmla="*/ 240 h 240"/>
              <a:gd name="T20" fmla="*/ 256 w 256"/>
              <a:gd name="T21" fmla="*/ 180 h 240"/>
              <a:gd name="T22" fmla="*/ 116 w 256"/>
              <a:gd name="T23" fmla="*/ 16 h 240"/>
              <a:gd name="T24" fmla="*/ 116 w 256"/>
              <a:gd name="T25" fmla="*/ 24 h 240"/>
              <a:gd name="T26" fmla="*/ 28 w 256"/>
              <a:gd name="T27" fmla="*/ 72 h 240"/>
              <a:gd name="T28" fmla="*/ 228 w 256"/>
              <a:gd name="T29" fmla="*/ 80 h 240"/>
              <a:gd name="T30" fmla="*/ 228 w 256"/>
              <a:gd name="T31" fmla="*/ 104 h 240"/>
              <a:gd name="T32" fmla="*/ 192 w 256"/>
              <a:gd name="T33" fmla="*/ 140 h 240"/>
              <a:gd name="T34" fmla="*/ 232 w 256"/>
              <a:gd name="T35" fmla="*/ 140 h 240"/>
              <a:gd name="T36" fmla="*/ 224 w 256"/>
              <a:gd name="T37" fmla="*/ 136 h 240"/>
              <a:gd name="T38" fmla="*/ 224 w 256"/>
              <a:gd name="T39" fmla="*/ 112 h 240"/>
              <a:gd name="T40" fmla="*/ 140 w 256"/>
              <a:gd name="T41" fmla="*/ 160 h 240"/>
              <a:gd name="T42" fmla="*/ 140 w 256"/>
              <a:gd name="T43" fmla="*/ 200 h 240"/>
              <a:gd name="T44" fmla="*/ 176 w 256"/>
              <a:gd name="T45" fmla="*/ 164 h 240"/>
              <a:gd name="T46" fmla="*/ 144 w 256"/>
              <a:gd name="T47" fmla="*/ 192 h 240"/>
              <a:gd name="T48" fmla="*/ 168 w 256"/>
              <a:gd name="T49" fmla="*/ 192 h 240"/>
              <a:gd name="T50" fmla="*/ 140 w 256"/>
              <a:gd name="T51" fmla="*/ 104 h 240"/>
              <a:gd name="T52" fmla="*/ 140 w 256"/>
              <a:gd name="T53" fmla="*/ 144 h 240"/>
              <a:gd name="T54" fmla="*/ 176 w 256"/>
              <a:gd name="T55" fmla="*/ 108 h 240"/>
              <a:gd name="T56" fmla="*/ 144 w 256"/>
              <a:gd name="T57" fmla="*/ 112 h 240"/>
              <a:gd name="T58" fmla="*/ 64 w 256"/>
              <a:gd name="T59" fmla="*/ 108 h 240"/>
              <a:gd name="T60" fmla="*/ 24 w 256"/>
              <a:gd name="T61" fmla="*/ 108 h 240"/>
              <a:gd name="T62" fmla="*/ 60 w 256"/>
              <a:gd name="T63" fmla="*/ 144 h 240"/>
              <a:gd name="T64" fmla="*/ 56 w 256"/>
              <a:gd name="T65" fmla="*/ 136 h 240"/>
              <a:gd name="T66" fmla="*/ 56 w 256"/>
              <a:gd name="T67" fmla="*/ 112 h 240"/>
              <a:gd name="T68" fmla="*/ 28 w 256"/>
              <a:gd name="T69" fmla="*/ 160 h 240"/>
              <a:gd name="T70" fmla="*/ 28 w 256"/>
              <a:gd name="T71" fmla="*/ 200 h 240"/>
              <a:gd name="T72" fmla="*/ 64 w 256"/>
              <a:gd name="T73" fmla="*/ 164 h 240"/>
              <a:gd name="T74" fmla="*/ 32 w 256"/>
              <a:gd name="T75" fmla="*/ 192 h 240"/>
              <a:gd name="T76" fmla="*/ 56 w 256"/>
              <a:gd name="T77" fmla="*/ 192 h 240"/>
              <a:gd name="T78" fmla="*/ 96 w 256"/>
              <a:gd name="T79" fmla="*/ 133 h 240"/>
              <a:gd name="T80" fmla="*/ 77 w 256"/>
              <a:gd name="T81" fmla="*/ 122 h 240"/>
              <a:gd name="T82" fmla="*/ 96 w 256"/>
              <a:gd name="T83" fmla="*/ 144 h 240"/>
              <a:gd name="T84" fmla="*/ 122 w 256"/>
              <a:gd name="T85" fmla="*/ 97 h 240"/>
              <a:gd name="T86" fmla="*/ 80 w 256"/>
              <a:gd name="T87" fmla="*/ 196 h 240"/>
              <a:gd name="T88" fmla="*/ 120 w 256"/>
              <a:gd name="T89" fmla="*/ 196 h 240"/>
              <a:gd name="T90" fmla="*/ 84 w 256"/>
              <a:gd name="T91" fmla="*/ 160 h 240"/>
              <a:gd name="T92" fmla="*/ 88 w 256"/>
              <a:gd name="T93" fmla="*/ 168 h 240"/>
              <a:gd name="T94" fmla="*/ 64 w 256"/>
              <a:gd name="T95" fmla="*/ 56 h 240"/>
              <a:gd name="T96" fmla="*/ 68 w 256"/>
              <a:gd name="T97" fmla="*/ 40 h 240"/>
              <a:gd name="T98" fmla="*/ 60 w 256"/>
              <a:gd name="T99" fmla="*/ 4 h 240"/>
              <a:gd name="T100" fmla="*/ 56 w 256"/>
              <a:gd name="T101" fmla="*/ 48 h 240"/>
              <a:gd name="T102" fmla="*/ 136 w 256"/>
              <a:gd name="T103" fmla="*/ 48 h 240"/>
              <a:gd name="T104" fmla="*/ 132 w 256"/>
              <a:gd name="T105" fmla="*/ 4 h 240"/>
              <a:gd name="T106" fmla="*/ 124 w 256"/>
              <a:gd name="T107" fmla="*/ 40 h 240"/>
              <a:gd name="T108" fmla="*/ 128 w 256"/>
              <a:gd name="T109" fmla="*/ 56 h 240"/>
              <a:gd name="T110" fmla="*/ 200 w 256"/>
              <a:gd name="T111" fmla="*/ 41 h 240"/>
              <a:gd name="T112" fmla="*/ 196 w 256"/>
              <a:gd name="T113" fmla="*/ 0 h 240"/>
              <a:gd name="T114" fmla="*/ 192 w 256"/>
              <a:gd name="T115" fmla="*/ 4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240">
                <a:moveTo>
                  <a:pt x="184" y="16"/>
                </a:moveTo>
                <a:cubicBezTo>
                  <a:pt x="140" y="16"/>
                  <a:pt x="140" y="16"/>
                  <a:pt x="140" y="16"/>
                </a:cubicBezTo>
                <a:cubicBezTo>
                  <a:pt x="140" y="24"/>
                  <a:pt x="140" y="24"/>
                  <a:pt x="140" y="24"/>
                </a:cubicBezTo>
                <a:cubicBezTo>
                  <a:pt x="184" y="24"/>
                  <a:pt x="184" y="24"/>
                  <a:pt x="184" y="24"/>
                </a:cubicBezTo>
                <a:lnTo>
                  <a:pt x="184" y="16"/>
                </a:lnTo>
                <a:close/>
                <a:moveTo>
                  <a:pt x="236" y="16"/>
                </a:moveTo>
                <a:cubicBezTo>
                  <a:pt x="208" y="16"/>
                  <a:pt x="208" y="16"/>
                  <a:pt x="208" y="16"/>
                </a:cubicBezTo>
                <a:cubicBezTo>
                  <a:pt x="208" y="24"/>
                  <a:pt x="208" y="24"/>
                  <a:pt x="208" y="24"/>
                </a:cubicBezTo>
                <a:cubicBezTo>
                  <a:pt x="236" y="24"/>
                  <a:pt x="236" y="24"/>
                  <a:pt x="236" y="24"/>
                </a:cubicBezTo>
                <a:cubicBezTo>
                  <a:pt x="243" y="24"/>
                  <a:pt x="248" y="29"/>
                  <a:pt x="248" y="36"/>
                </a:cubicBezTo>
                <a:cubicBezTo>
                  <a:pt x="248" y="178"/>
                  <a:pt x="248" y="178"/>
                  <a:pt x="248" y="178"/>
                </a:cubicBezTo>
                <a:cubicBezTo>
                  <a:pt x="200" y="226"/>
                  <a:pt x="200" y="226"/>
                  <a:pt x="200" y="226"/>
                </a:cubicBezTo>
                <a:cubicBezTo>
                  <a:pt x="200" y="192"/>
                  <a:pt x="200" y="192"/>
                  <a:pt x="200" y="192"/>
                </a:cubicBezTo>
                <a:cubicBezTo>
                  <a:pt x="200" y="188"/>
                  <a:pt x="204" y="184"/>
                  <a:pt x="208" y="184"/>
                </a:cubicBezTo>
                <a:cubicBezTo>
                  <a:pt x="224" y="184"/>
                  <a:pt x="224" y="184"/>
                  <a:pt x="224" y="184"/>
                </a:cubicBezTo>
                <a:cubicBezTo>
                  <a:pt x="224" y="176"/>
                  <a:pt x="224" y="176"/>
                  <a:pt x="224" y="176"/>
                </a:cubicBezTo>
                <a:cubicBezTo>
                  <a:pt x="208" y="176"/>
                  <a:pt x="208" y="176"/>
                  <a:pt x="208" y="176"/>
                </a:cubicBezTo>
                <a:cubicBezTo>
                  <a:pt x="199" y="176"/>
                  <a:pt x="192" y="183"/>
                  <a:pt x="192" y="192"/>
                </a:cubicBezTo>
                <a:cubicBezTo>
                  <a:pt x="192" y="232"/>
                  <a:pt x="192" y="232"/>
                  <a:pt x="192" y="232"/>
                </a:cubicBezTo>
                <a:cubicBezTo>
                  <a:pt x="20" y="232"/>
                  <a:pt x="20" y="232"/>
                  <a:pt x="20" y="232"/>
                </a:cubicBezTo>
                <a:cubicBezTo>
                  <a:pt x="13" y="232"/>
                  <a:pt x="8" y="227"/>
                  <a:pt x="8" y="220"/>
                </a:cubicBezTo>
                <a:cubicBezTo>
                  <a:pt x="8" y="36"/>
                  <a:pt x="8" y="36"/>
                  <a:pt x="8" y="36"/>
                </a:cubicBezTo>
                <a:cubicBezTo>
                  <a:pt x="8" y="29"/>
                  <a:pt x="13" y="24"/>
                  <a:pt x="20" y="24"/>
                </a:cubicBezTo>
                <a:cubicBezTo>
                  <a:pt x="52" y="24"/>
                  <a:pt x="52" y="24"/>
                  <a:pt x="52" y="24"/>
                </a:cubicBezTo>
                <a:cubicBezTo>
                  <a:pt x="52" y="16"/>
                  <a:pt x="52" y="16"/>
                  <a:pt x="52" y="16"/>
                </a:cubicBezTo>
                <a:cubicBezTo>
                  <a:pt x="20" y="16"/>
                  <a:pt x="20" y="16"/>
                  <a:pt x="20" y="16"/>
                </a:cubicBezTo>
                <a:cubicBezTo>
                  <a:pt x="9" y="16"/>
                  <a:pt x="0" y="25"/>
                  <a:pt x="0" y="36"/>
                </a:cubicBezTo>
                <a:cubicBezTo>
                  <a:pt x="0" y="220"/>
                  <a:pt x="0" y="220"/>
                  <a:pt x="0" y="220"/>
                </a:cubicBezTo>
                <a:cubicBezTo>
                  <a:pt x="0" y="231"/>
                  <a:pt x="9" y="240"/>
                  <a:pt x="20" y="240"/>
                </a:cubicBezTo>
                <a:cubicBezTo>
                  <a:pt x="196" y="240"/>
                  <a:pt x="196" y="240"/>
                  <a:pt x="196" y="240"/>
                </a:cubicBezTo>
                <a:cubicBezTo>
                  <a:pt x="197" y="240"/>
                  <a:pt x="198" y="240"/>
                  <a:pt x="199" y="239"/>
                </a:cubicBezTo>
                <a:cubicBezTo>
                  <a:pt x="255" y="183"/>
                  <a:pt x="255" y="183"/>
                  <a:pt x="255" y="183"/>
                </a:cubicBezTo>
                <a:cubicBezTo>
                  <a:pt x="256" y="182"/>
                  <a:pt x="256" y="181"/>
                  <a:pt x="256" y="180"/>
                </a:cubicBezTo>
                <a:cubicBezTo>
                  <a:pt x="256" y="36"/>
                  <a:pt x="256" y="36"/>
                  <a:pt x="256" y="36"/>
                </a:cubicBezTo>
                <a:cubicBezTo>
                  <a:pt x="256" y="25"/>
                  <a:pt x="247" y="16"/>
                  <a:pt x="236" y="16"/>
                </a:cubicBezTo>
                <a:close/>
                <a:moveTo>
                  <a:pt x="116" y="16"/>
                </a:moveTo>
                <a:cubicBezTo>
                  <a:pt x="76" y="16"/>
                  <a:pt x="76" y="16"/>
                  <a:pt x="76" y="16"/>
                </a:cubicBezTo>
                <a:cubicBezTo>
                  <a:pt x="76" y="24"/>
                  <a:pt x="76" y="24"/>
                  <a:pt x="76" y="24"/>
                </a:cubicBezTo>
                <a:cubicBezTo>
                  <a:pt x="116" y="24"/>
                  <a:pt x="116" y="24"/>
                  <a:pt x="116" y="24"/>
                </a:cubicBezTo>
                <a:lnTo>
                  <a:pt x="116" y="16"/>
                </a:lnTo>
                <a:close/>
                <a:moveTo>
                  <a:pt x="228" y="72"/>
                </a:moveTo>
                <a:cubicBezTo>
                  <a:pt x="28" y="72"/>
                  <a:pt x="28" y="72"/>
                  <a:pt x="28" y="72"/>
                </a:cubicBezTo>
                <a:cubicBezTo>
                  <a:pt x="26" y="72"/>
                  <a:pt x="24" y="74"/>
                  <a:pt x="24" y="76"/>
                </a:cubicBezTo>
                <a:cubicBezTo>
                  <a:pt x="24" y="78"/>
                  <a:pt x="26" y="80"/>
                  <a:pt x="28" y="80"/>
                </a:cubicBezTo>
                <a:cubicBezTo>
                  <a:pt x="228" y="80"/>
                  <a:pt x="228" y="80"/>
                  <a:pt x="228" y="80"/>
                </a:cubicBezTo>
                <a:cubicBezTo>
                  <a:pt x="230" y="80"/>
                  <a:pt x="232" y="78"/>
                  <a:pt x="232" y="76"/>
                </a:cubicBezTo>
                <a:cubicBezTo>
                  <a:pt x="232" y="74"/>
                  <a:pt x="230" y="72"/>
                  <a:pt x="228" y="72"/>
                </a:cubicBezTo>
                <a:close/>
                <a:moveTo>
                  <a:pt x="228" y="104"/>
                </a:moveTo>
                <a:cubicBezTo>
                  <a:pt x="196" y="104"/>
                  <a:pt x="196" y="104"/>
                  <a:pt x="196" y="104"/>
                </a:cubicBezTo>
                <a:cubicBezTo>
                  <a:pt x="194" y="104"/>
                  <a:pt x="192" y="106"/>
                  <a:pt x="192" y="108"/>
                </a:cubicBezTo>
                <a:cubicBezTo>
                  <a:pt x="192" y="140"/>
                  <a:pt x="192" y="140"/>
                  <a:pt x="192" y="140"/>
                </a:cubicBezTo>
                <a:cubicBezTo>
                  <a:pt x="192" y="142"/>
                  <a:pt x="194" y="144"/>
                  <a:pt x="196" y="144"/>
                </a:cubicBezTo>
                <a:cubicBezTo>
                  <a:pt x="228" y="144"/>
                  <a:pt x="228" y="144"/>
                  <a:pt x="228" y="144"/>
                </a:cubicBezTo>
                <a:cubicBezTo>
                  <a:pt x="230" y="144"/>
                  <a:pt x="232" y="142"/>
                  <a:pt x="232" y="140"/>
                </a:cubicBezTo>
                <a:cubicBezTo>
                  <a:pt x="232" y="108"/>
                  <a:pt x="232" y="108"/>
                  <a:pt x="232" y="108"/>
                </a:cubicBezTo>
                <a:cubicBezTo>
                  <a:pt x="232" y="106"/>
                  <a:pt x="230" y="104"/>
                  <a:pt x="228" y="104"/>
                </a:cubicBezTo>
                <a:close/>
                <a:moveTo>
                  <a:pt x="224" y="136"/>
                </a:moveTo>
                <a:cubicBezTo>
                  <a:pt x="200" y="136"/>
                  <a:pt x="200" y="136"/>
                  <a:pt x="200" y="136"/>
                </a:cubicBezTo>
                <a:cubicBezTo>
                  <a:pt x="200" y="112"/>
                  <a:pt x="200" y="112"/>
                  <a:pt x="200" y="112"/>
                </a:cubicBezTo>
                <a:cubicBezTo>
                  <a:pt x="224" y="112"/>
                  <a:pt x="224" y="112"/>
                  <a:pt x="224" y="112"/>
                </a:cubicBezTo>
                <a:lnTo>
                  <a:pt x="224" y="136"/>
                </a:lnTo>
                <a:close/>
                <a:moveTo>
                  <a:pt x="172" y="160"/>
                </a:moveTo>
                <a:cubicBezTo>
                  <a:pt x="140" y="160"/>
                  <a:pt x="140" y="160"/>
                  <a:pt x="140" y="160"/>
                </a:cubicBezTo>
                <a:cubicBezTo>
                  <a:pt x="138" y="160"/>
                  <a:pt x="136" y="162"/>
                  <a:pt x="136" y="164"/>
                </a:cubicBezTo>
                <a:cubicBezTo>
                  <a:pt x="136" y="196"/>
                  <a:pt x="136" y="196"/>
                  <a:pt x="136" y="196"/>
                </a:cubicBezTo>
                <a:cubicBezTo>
                  <a:pt x="136" y="198"/>
                  <a:pt x="138" y="200"/>
                  <a:pt x="140" y="200"/>
                </a:cubicBezTo>
                <a:cubicBezTo>
                  <a:pt x="172" y="200"/>
                  <a:pt x="172" y="200"/>
                  <a:pt x="172" y="200"/>
                </a:cubicBezTo>
                <a:cubicBezTo>
                  <a:pt x="174" y="200"/>
                  <a:pt x="176" y="198"/>
                  <a:pt x="176" y="196"/>
                </a:cubicBezTo>
                <a:cubicBezTo>
                  <a:pt x="176" y="164"/>
                  <a:pt x="176" y="164"/>
                  <a:pt x="176" y="164"/>
                </a:cubicBezTo>
                <a:cubicBezTo>
                  <a:pt x="176" y="162"/>
                  <a:pt x="174" y="160"/>
                  <a:pt x="172" y="160"/>
                </a:cubicBezTo>
                <a:close/>
                <a:moveTo>
                  <a:pt x="168" y="192"/>
                </a:moveTo>
                <a:cubicBezTo>
                  <a:pt x="144" y="192"/>
                  <a:pt x="144" y="192"/>
                  <a:pt x="144" y="192"/>
                </a:cubicBezTo>
                <a:cubicBezTo>
                  <a:pt x="144" y="168"/>
                  <a:pt x="144" y="168"/>
                  <a:pt x="144" y="168"/>
                </a:cubicBezTo>
                <a:cubicBezTo>
                  <a:pt x="168" y="168"/>
                  <a:pt x="168" y="168"/>
                  <a:pt x="168" y="168"/>
                </a:cubicBezTo>
                <a:lnTo>
                  <a:pt x="168" y="192"/>
                </a:lnTo>
                <a:close/>
                <a:moveTo>
                  <a:pt x="176" y="108"/>
                </a:moveTo>
                <a:cubicBezTo>
                  <a:pt x="176" y="106"/>
                  <a:pt x="174" y="104"/>
                  <a:pt x="172" y="104"/>
                </a:cubicBezTo>
                <a:cubicBezTo>
                  <a:pt x="140" y="104"/>
                  <a:pt x="140" y="104"/>
                  <a:pt x="140" y="104"/>
                </a:cubicBezTo>
                <a:cubicBezTo>
                  <a:pt x="138" y="104"/>
                  <a:pt x="136" y="106"/>
                  <a:pt x="136" y="108"/>
                </a:cubicBezTo>
                <a:cubicBezTo>
                  <a:pt x="136" y="140"/>
                  <a:pt x="136" y="140"/>
                  <a:pt x="136" y="140"/>
                </a:cubicBezTo>
                <a:cubicBezTo>
                  <a:pt x="136" y="142"/>
                  <a:pt x="138" y="144"/>
                  <a:pt x="140" y="144"/>
                </a:cubicBezTo>
                <a:cubicBezTo>
                  <a:pt x="172" y="144"/>
                  <a:pt x="172" y="144"/>
                  <a:pt x="172" y="144"/>
                </a:cubicBezTo>
                <a:cubicBezTo>
                  <a:pt x="174" y="144"/>
                  <a:pt x="176" y="142"/>
                  <a:pt x="176" y="140"/>
                </a:cubicBezTo>
                <a:lnTo>
                  <a:pt x="176" y="108"/>
                </a:lnTo>
                <a:close/>
                <a:moveTo>
                  <a:pt x="168" y="136"/>
                </a:moveTo>
                <a:cubicBezTo>
                  <a:pt x="144" y="136"/>
                  <a:pt x="144" y="136"/>
                  <a:pt x="144" y="136"/>
                </a:cubicBezTo>
                <a:cubicBezTo>
                  <a:pt x="144" y="112"/>
                  <a:pt x="144" y="112"/>
                  <a:pt x="144" y="112"/>
                </a:cubicBezTo>
                <a:cubicBezTo>
                  <a:pt x="168" y="112"/>
                  <a:pt x="168" y="112"/>
                  <a:pt x="168" y="112"/>
                </a:cubicBezTo>
                <a:lnTo>
                  <a:pt x="168" y="136"/>
                </a:lnTo>
                <a:close/>
                <a:moveTo>
                  <a:pt x="64" y="108"/>
                </a:moveTo>
                <a:cubicBezTo>
                  <a:pt x="64" y="106"/>
                  <a:pt x="62" y="104"/>
                  <a:pt x="60" y="104"/>
                </a:cubicBezTo>
                <a:cubicBezTo>
                  <a:pt x="28" y="104"/>
                  <a:pt x="28" y="104"/>
                  <a:pt x="28" y="104"/>
                </a:cubicBezTo>
                <a:cubicBezTo>
                  <a:pt x="26" y="104"/>
                  <a:pt x="24" y="106"/>
                  <a:pt x="24" y="108"/>
                </a:cubicBezTo>
                <a:cubicBezTo>
                  <a:pt x="24" y="140"/>
                  <a:pt x="24" y="140"/>
                  <a:pt x="24" y="140"/>
                </a:cubicBezTo>
                <a:cubicBezTo>
                  <a:pt x="24" y="142"/>
                  <a:pt x="26" y="144"/>
                  <a:pt x="28" y="144"/>
                </a:cubicBezTo>
                <a:cubicBezTo>
                  <a:pt x="60" y="144"/>
                  <a:pt x="60" y="144"/>
                  <a:pt x="60" y="144"/>
                </a:cubicBezTo>
                <a:cubicBezTo>
                  <a:pt x="62" y="144"/>
                  <a:pt x="64" y="142"/>
                  <a:pt x="64" y="140"/>
                </a:cubicBezTo>
                <a:lnTo>
                  <a:pt x="64" y="108"/>
                </a:lnTo>
                <a:close/>
                <a:moveTo>
                  <a:pt x="56" y="136"/>
                </a:moveTo>
                <a:cubicBezTo>
                  <a:pt x="32" y="136"/>
                  <a:pt x="32" y="136"/>
                  <a:pt x="32" y="136"/>
                </a:cubicBezTo>
                <a:cubicBezTo>
                  <a:pt x="32" y="112"/>
                  <a:pt x="32" y="112"/>
                  <a:pt x="32" y="112"/>
                </a:cubicBezTo>
                <a:cubicBezTo>
                  <a:pt x="56" y="112"/>
                  <a:pt x="56" y="112"/>
                  <a:pt x="56" y="112"/>
                </a:cubicBezTo>
                <a:lnTo>
                  <a:pt x="56" y="136"/>
                </a:lnTo>
                <a:close/>
                <a:moveTo>
                  <a:pt x="60" y="160"/>
                </a:moveTo>
                <a:cubicBezTo>
                  <a:pt x="28" y="160"/>
                  <a:pt x="28" y="160"/>
                  <a:pt x="28" y="160"/>
                </a:cubicBezTo>
                <a:cubicBezTo>
                  <a:pt x="26" y="160"/>
                  <a:pt x="24" y="162"/>
                  <a:pt x="24" y="164"/>
                </a:cubicBezTo>
                <a:cubicBezTo>
                  <a:pt x="24" y="196"/>
                  <a:pt x="24" y="196"/>
                  <a:pt x="24" y="196"/>
                </a:cubicBezTo>
                <a:cubicBezTo>
                  <a:pt x="24" y="198"/>
                  <a:pt x="26" y="200"/>
                  <a:pt x="28" y="200"/>
                </a:cubicBezTo>
                <a:cubicBezTo>
                  <a:pt x="60" y="200"/>
                  <a:pt x="60" y="200"/>
                  <a:pt x="60" y="200"/>
                </a:cubicBezTo>
                <a:cubicBezTo>
                  <a:pt x="62" y="200"/>
                  <a:pt x="64" y="198"/>
                  <a:pt x="64" y="196"/>
                </a:cubicBezTo>
                <a:cubicBezTo>
                  <a:pt x="64" y="164"/>
                  <a:pt x="64" y="164"/>
                  <a:pt x="64" y="164"/>
                </a:cubicBezTo>
                <a:cubicBezTo>
                  <a:pt x="64" y="162"/>
                  <a:pt x="62" y="160"/>
                  <a:pt x="60" y="160"/>
                </a:cubicBezTo>
                <a:close/>
                <a:moveTo>
                  <a:pt x="56" y="192"/>
                </a:moveTo>
                <a:cubicBezTo>
                  <a:pt x="32" y="192"/>
                  <a:pt x="32" y="192"/>
                  <a:pt x="32" y="192"/>
                </a:cubicBezTo>
                <a:cubicBezTo>
                  <a:pt x="32" y="168"/>
                  <a:pt x="32" y="168"/>
                  <a:pt x="32" y="168"/>
                </a:cubicBezTo>
                <a:cubicBezTo>
                  <a:pt x="56" y="168"/>
                  <a:pt x="56" y="168"/>
                  <a:pt x="56" y="168"/>
                </a:cubicBezTo>
                <a:lnTo>
                  <a:pt x="56" y="192"/>
                </a:lnTo>
                <a:close/>
                <a:moveTo>
                  <a:pt x="122" y="97"/>
                </a:moveTo>
                <a:cubicBezTo>
                  <a:pt x="120" y="95"/>
                  <a:pt x="118" y="96"/>
                  <a:pt x="117" y="98"/>
                </a:cubicBezTo>
                <a:cubicBezTo>
                  <a:pt x="96" y="133"/>
                  <a:pt x="96" y="133"/>
                  <a:pt x="96" y="133"/>
                </a:cubicBezTo>
                <a:cubicBezTo>
                  <a:pt x="83" y="118"/>
                  <a:pt x="83" y="118"/>
                  <a:pt x="83" y="118"/>
                </a:cubicBezTo>
                <a:cubicBezTo>
                  <a:pt x="82" y="116"/>
                  <a:pt x="79" y="115"/>
                  <a:pt x="78" y="117"/>
                </a:cubicBezTo>
                <a:cubicBezTo>
                  <a:pt x="76" y="118"/>
                  <a:pt x="75" y="121"/>
                  <a:pt x="77" y="122"/>
                </a:cubicBezTo>
                <a:cubicBezTo>
                  <a:pt x="93" y="142"/>
                  <a:pt x="93" y="142"/>
                  <a:pt x="93" y="142"/>
                </a:cubicBezTo>
                <a:cubicBezTo>
                  <a:pt x="94" y="143"/>
                  <a:pt x="95" y="144"/>
                  <a:pt x="96" y="144"/>
                </a:cubicBezTo>
                <a:cubicBezTo>
                  <a:pt x="96" y="144"/>
                  <a:pt x="96" y="144"/>
                  <a:pt x="96" y="144"/>
                </a:cubicBezTo>
                <a:cubicBezTo>
                  <a:pt x="98" y="144"/>
                  <a:pt x="99" y="143"/>
                  <a:pt x="99" y="142"/>
                </a:cubicBezTo>
                <a:cubicBezTo>
                  <a:pt x="123" y="102"/>
                  <a:pt x="123" y="102"/>
                  <a:pt x="123" y="102"/>
                </a:cubicBezTo>
                <a:cubicBezTo>
                  <a:pt x="125" y="100"/>
                  <a:pt x="124" y="98"/>
                  <a:pt x="122" y="97"/>
                </a:cubicBezTo>
                <a:close/>
                <a:moveTo>
                  <a:pt x="84" y="160"/>
                </a:moveTo>
                <a:cubicBezTo>
                  <a:pt x="82" y="160"/>
                  <a:pt x="80" y="162"/>
                  <a:pt x="80" y="164"/>
                </a:cubicBezTo>
                <a:cubicBezTo>
                  <a:pt x="80" y="196"/>
                  <a:pt x="80" y="196"/>
                  <a:pt x="80" y="196"/>
                </a:cubicBezTo>
                <a:cubicBezTo>
                  <a:pt x="80" y="198"/>
                  <a:pt x="82" y="200"/>
                  <a:pt x="84" y="200"/>
                </a:cubicBezTo>
                <a:cubicBezTo>
                  <a:pt x="116" y="200"/>
                  <a:pt x="116" y="200"/>
                  <a:pt x="116" y="200"/>
                </a:cubicBezTo>
                <a:cubicBezTo>
                  <a:pt x="118" y="200"/>
                  <a:pt x="120" y="198"/>
                  <a:pt x="120" y="196"/>
                </a:cubicBezTo>
                <a:cubicBezTo>
                  <a:pt x="120" y="164"/>
                  <a:pt x="120" y="164"/>
                  <a:pt x="120" y="164"/>
                </a:cubicBezTo>
                <a:cubicBezTo>
                  <a:pt x="120" y="162"/>
                  <a:pt x="118" y="160"/>
                  <a:pt x="116" y="160"/>
                </a:cubicBezTo>
                <a:lnTo>
                  <a:pt x="84" y="160"/>
                </a:lnTo>
                <a:close/>
                <a:moveTo>
                  <a:pt x="112" y="192"/>
                </a:moveTo>
                <a:cubicBezTo>
                  <a:pt x="88" y="192"/>
                  <a:pt x="88" y="192"/>
                  <a:pt x="88" y="192"/>
                </a:cubicBezTo>
                <a:cubicBezTo>
                  <a:pt x="88" y="168"/>
                  <a:pt x="88" y="168"/>
                  <a:pt x="88" y="168"/>
                </a:cubicBezTo>
                <a:cubicBezTo>
                  <a:pt x="112" y="168"/>
                  <a:pt x="112" y="168"/>
                  <a:pt x="112" y="168"/>
                </a:cubicBezTo>
                <a:lnTo>
                  <a:pt x="112" y="192"/>
                </a:lnTo>
                <a:close/>
                <a:moveTo>
                  <a:pt x="64" y="56"/>
                </a:moveTo>
                <a:cubicBezTo>
                  <a:pt x="68" y="56"/>
                  <a:pt x="72" y="52"/>
                  <a:pt x="72" y="48"/>
                </a:cubicBezTo>
                <a:cubicBezTo>
                  <a:pt x="72" y="45"/>
                  <a:pt x="70" y="42"/>
                  <a:pt x="68" y="41"/>
                </a:cubicBezTo>
                <a:cubicBezTo>
                  <a:pt x="68" y="41"/>
                  <a:pt x="68" y="40"/>
                  <a:pt x="68" y="40"/>
                </a:cubicBezTo>
                <a:cubicBezTo>
                  <a:pt x="68" y="4"/>
                  <a:pt x="68" y="4"/>
                  <a:pt x="68" y="4"/>
                </a:cubicBezTo>
                <a:cubicBezTo>
                  <a:pt x="68" y="2"/>
                  <a:pt x="66" y="0"/>
                  <a:pt x="64" y="0"/>
                </a:cubicBezTo>
                <a:cubicBezTo>
                  <a:pt x="62" y="0"/>
                  <a:pt x="60" y="2"/>
                  <a:pt x="60" y="4"/>
                </a:cubicBezTo>
                <a:cubicBezTo>
                  <a:pt x="60" y="40"/>
                  <a:pt x="60" y="40"/>
                  <a:pt x="60" y="40"/>
                </a:cubicBezTo>
                <a:cubicBezTo>
                  <a:pt x="60" y="40"/>
                  <a:pt x="60" y="41"/>
                  <a:pt x="60" y="41"/>
                </a:cubicBezTo>
                <a:cubicBezTo>
                  <a:pt x="58" y="42"/>
                  <a:pt x="56" y="45"/>
                  <a:pt x="56" y="48"/>
                </a:cubicBezTo>
                <a:cubicBezTo>
                  <a:pt x="56" y="52"/>
                  <a:pt x="60" y="56"/>
                  <a:pt x="64" y="56"/>
                </a:cubicBezTo>
                <a:close/>
                <a:moveTo>
                  <a:pt x="128" y="56"/>
                </a:moveTo>
                <a:cubicBezTo>
                  <a:pt x="132" y="56"/>
                  <a:pt x="136" y="52"/>
                  <a:pt x="136" y="48"/>
                </a:cubicBezTo>
                <a:cubicBezTo>
                  <a:pt x="136" y="45"/>
                  <a:pt x="134" y="42"/>
                  <a:pt x="132" y="41"/>
                </a:cubicBezTo>
                <a:cubicBezTo>
                  <a:pt x="132" y="41"/>
                  <a:pt x="132" y="40"/>
                  <a:pt x="132" y="40"/>
                </a:cubicBezTo>
                <a:cubicBezTo>
                  <a:pt x="132" y="4"/>
                  <a:pt x="132" y="4"/>
                  <a:pt x="132" y="4"/>
                </a:cubicBezTo>
                <a:cubicBezTo>
                  <a:pt x="132" y="2"/>
                  <a:pt x="130" y="0"/>
                  <a:pt x="128" y="0"/>
                </a:cubicBezTo>
                <a:cubicBezTo>
                  <a:pt x="126" y="0"/>
                  <a:pt x="124" y="2"/>
                  <a:pt x="124" y="4"/>
                </a:cubicBezTo>
                <a:cubicBezTo>
                  <a:pt x="124" y="40"/>
                  <a:pt x="124" y="40"/>
                  <a:pt x="124" y="40"/>
                </a:cubicBezTo>
                <a:cubicBezTo>
                  <a:pt x="124" y="40"/>
                  <a:pt x="124" y="41"/>
                  <a:pt x="124" y="41"/>
                </a:cubicBezTo>
                <a:cubicBezTo>
                  <a:pt x="122" y="42"/>
                  <a:pt x="120" y="45"/>
                  <a:pt x="120" y="48"/>
                </a:cubicBezTo>
                <a:cubicBezTo>
                  <a:pt x="120" y="52"/>
                  <a:pt x="124" y="56"/>
                  <a:pt x="128" y="56"/>
                </a:cubicBezTo>
                <a:close/>
                <a:moveTo>
                  <a:pt x="196" y="56"/>
                </a:moveTo>
                <a:cubicBezTo>
                  <a:pt x="200" y="56"/>
                  <a:pt x="204" y="52"/>
                  <a:pt x="204" y="48"/>
                </a:cubicBezTo>
                <a:cubicBezTo>
                  <a:pt x="204" y="45"/>
                  <a:pt x="202" y="42"/>
                  <a:pt x="200" y="41"/>
                </a:cubicBezTo>
                <a:cubicBezTo>
                  <a:pt x="200" y="41"/>
                  <a:pt x="200" y="40"/>
                  <a:pt x="200" y="40"/>
                </a:cubicBezTo>
                <a:cubicBezTo>
                  <a:pt x="200" y="4"/>
                  <a:pt x="200" y="4"/>
                  <a:pt x="200" y="4"/>
                </a:cubicBezTo>
                <a:cubicBezTo>
                  <a:pt x="200" y="2"/>
                  <a:pt x="198" y="0"/>
                  <a:pt x="196" y="0"/>
                </a:cubicBezTo>
                <a:cubicBezTo>
                  <a:pt x="194" y="0"/>
                  <a:pt x="192" y="2"/>
                  <a:pt x="192" y="4"/>
                </a:cubicBezTo>
                <a:cubicBezTo>
                  <a:pt x="192" y="40"/>
                  <a:pt x="192" y="40"/>
                  <a:pt x="192" y="40"/>
                </a:cubicBezTo>
                <a:cubicBezTo>
                  <a:pt x="192" y="40"/>
                  <a:pt x="192" y="41"/>
                  <a:pt x="192" y="41"/>
                </a:cubicBezTo>
                <a:cubicBezTo>
                  <a:pt x="190" y="42"/>
                  <a:pt x="188" y="45"/>
                  <a:pt x="188" y="48"/>
                </a:cubicBezTo>
                <a:cubicBezTo>
                  <a:pt x="188" y="52"/>
                  <a:pt x="192" y="56"/>
                  <a:pt x="196" y="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0" name="Freeform 64">
            <a:extLst>
              <a:ext uri="{FF2B5EF4-FFF2-40B4-BE49-F238E27FC236}">
                <a16:creationId xmlns:a16="http://schemas.microsoft.com/office/drawing/2014/main" id="{71624390-8C3D-4B63-A9D8-B5152E2967F8}"/>
              </a:ext>
            </a:extLst>
          </p:cNvPr>
          <p:cNvSpPr>
            <a:spLocks noChangeAspect="1" noEditPoints="1"/>
          </p:cNvSpPr>
          <p:nvPr/>
        </p:nvSpPr>
        <p:spPr bwMode="auto">
          <a:xfrm>
            <a:off x="1541528" y="2419997"/>
            <a:ext cx="398462" cy="400050"/>
          </a:xfrm>
          <a:custGeom>
            <a:avLst/>
            <a:gdLst>
              <a:gd name="T0" fmla="*/ 156 w 256"/>
              <a:gd name="T1" fmla="*/ 224 h 256"/>
              <a:gd name="T2" fmla="*/ 152 w 256"/>
              <a:gd name="T3" fmla="*/ 232 h 256"/>
              <a:gd name="T4" fmla="*/ 104 w 256"/>
              <a:gd name="T5" fmla="*/ 228 h 256"/>
              <a:gd name="T6" fmla="*/ 4 w 256"/>
              <a:gd name="T7" fmla="*/ 224 h 256"/>
              <a:gd name="T8" fmla="*/ 28 w 256"/>
              <a:gd name="T9" fmla="*/ 256 h 256"/>
              <a:gd name="T10" fmla="*/ 256 w 256"/>
              <a:gd name="T11" fmla="*/ 228 h 256"/>
              <a:gd name="T12" fmla="*/ 228 w 256"/>
              <a:gd name="T13" fmla="*/ 248 h 256"/>
              <a:gd name="T14" fmla="*/ 8 w 256"/>
              <a:gd name="T15" fmla="*/ 232 h 256"/>
              <a:gd name="T16" fmla="*/ 96 w 256"/>
              <a:gd name="T17" fmla="*/ 236 h 256"/>
              <a:gd name="T18" fmla="*/ 156 w 256"/>
              <a:gd name="T19" fmla="*/ 240 h 256"/>
              <a:gd name="T20" fmla="*/ 160 w 256"/>
              <a:gd name="T21" fmla="*/ 232 h 256"/>
              <a:gd name="T22" fmla="*/ 228 w 256"/>
              <a:gd name="T23" fmla="*/ 248 h 256"/>
              <a:gd name="T24" fmla="*/ 232 w 256"/>
              <a:gd name="T25" fmla="*/ 216 h 256"/>
              <a:gd name="T26" fmla="*/ 240 w 256"/>
              <a:gd name="T27" fmla="*/ 100 h 256"/>
              <a:gd name="T28" fmla="*/ 220 w 256"/>
              <a:gd name="T29" fmla="*/ 88 h 256"/>
              <a:gd name="T30" fmla="*/ 24 w 256"/>
              <a:gd name="T31" fmla="*/ 100 h 256"/>
              <a:gd name="T32" fmla="*/ 36 w 256"/>
              <a:gd name="T33" fmla="*/ 80 h 256"/>
              <a:gd name="T34" fmla="*/ 16 w 256"/>
              <a:gd name="T35" fmla="*/ 216 h 256"/>
              <a:gd name="T36" fmla="*/ 24 w 256"/>
              <a:gd name="T37" fmla="*/ 100 h 256"/>
              <a:gd name="T38" fmla="*/ 132 w 256"/>
              <a:gd name="T39" fmla="*/ 108 h 256"/>
              <a:gd name="T40" fmla="*/ 132 w 256"/>
              <a:gd name="T41" fmla="*/ 116 h 256"/>
              <a:gd name="T42" fmla="*/ 184 w 256"/>
              <a:gd name="T43" fmla="*/ 112 h 256"/>
              <a:gd name="T44" fmla="*/ 52 w 256"/>
              <a:gd name="T45" fmla="*/ 12 h 256"/>
              <a:gd name="T46" fmla="*/ 200 w 256"/>
              <a:gd name="T47" fmla="*/ 8 h 256"/>
              <a:gd name="T48" fmla="*/ 204 w 256"/>
              <a:gd name="T49" fmla="*/ 204 h 256"/>
              <a:gd name="T50" fmla="*/ 212 w 256"/>
              <a:gd name="T51" fmla="*/ 12 h 256"/>
              <a:gd name="T52" fmla="*/ 56 w 256"/>
              <a:gd name="T53" fmla="*/ 0 h 256"/>
              <a:gd name="T54" fmla="*/ 44 w 256"/>
              <a:gd name="T55" fmla="*/ 204 h 256"/>
              <a:gd name="T56" fmla="*/ 52 w 256"/>
              <a:gd name="T57" fmla="*/ 12 h 256"/>
              <a:gd name="T58" fmla="*/ 108 w 256"/>
              <a:gd name="T59" fmla="*/ 36 h 256"/>
              <a:gd name="T60" fmla="*/ 76 w 256"/>
              <a:gd name="T61" fmla="*/ 40 h 256"/>
              <a:gd name="T62" fmla="*/ 80 w 256"/>
              <a:gd name="T63" fmla="*/ 72 h 256"/>
              <a:gd name="T64" fmla="*/ 112 w 256"/>
              <a:gd name="T65" fmla="*/ 68 h 256"/>
              <a:gd name="T66" fmla="*/ 104 w 256"/>
              <a:gd name="T67" fmla="*/ 64 h 256"/>
              <a:gd name="T68" fmla="*/ 84 w 256"/>
              <a:gd name="T69" fmla="*/ 44 h 256"/>
              <a:gd name="T70" fmla="*/ 104 w 256"/>
              <a:gd name="T71" fmla="*/ 64 h 256"/>
              <a:gd name="T72" fmla="*/ 80 w 256"/>
              <a:gd name="T73" fmla="*/ 188 h 256"/>
              <a:gd name="T74" fmla="*/ 112 w 256"/>
              <a:gd name="T75" fmla="*/ 184 h 256"/>
              <a:gd name="T76" fmla="*/ 108 w 256"/>
              <a:gd name="T77" fmla="*/ 152 h 256"/>
              <a:gd name="T78" fmla="*/ 76 w 256"/>
              <a:gd name="T79" fmla="*/ 156 h 256"/>
              <a:gd name="T80" fmla="*/ 84 w 256"/>
              <a:gd name="T81" fmla="*/ 160 h 256"/>
              <a:gd name="T82" fmla="*/ 104 w 256"/>
              <a:gd name="T83" fmla="*/ 180 h 256"/>
              <a:gd name="T84" fmla="*/ 84 w 256"/>
              <a:gd name="T85" fmla="*/ 160 h 256"/>
              <a:gd name="T86" fmla="*/ 92 w 256"/>
              <a:gd name="T87" fmla="*/ 124 h 256"/>
              <a:gd name="T88" fmla="*/ 95 w 256"/>
              <a:gd name="T89" fmla="*/ 122 h 256"/>
              <a:gd name="T90" fmla="*/ 110 w 256"/>
              <a:gd name="T91" fmla="*/ 93 h 256"/>
              <a:gd name="T92" fmla="*/ 91 w 256"/>
              <a:gd name="T93" fmla="*/ 114 h 256"/>
              <a:gd name="T94" fmla="*/ 77 w 256"/>
              <a:gd name="T95" fmla="*/ 105 h 256"/>
              <a:gd name="T96" fmla="*/ 89 w 256"/>
              <a:gd name="T97" fmla="*/ 123 h 256"/>
              <a:gd name="T98" fmla="*/ 132 w 256"/>
              <a:gd name="T99" fmla="*/ 164 h 256"/>
              <a:gd name="T100" fmla="*/ 132 w 256"/>
              <a:gd name="T101" fmla="*/ 172 h 256"/>
              <a:gd name="T102" fmla="*/ 184 w 256"/>
              <a:gd name="T103" fmla="*/ 168 h 256"/>
              <a:gd name="T104" fmla="*/ 180 w 256"/>
              <a:gd name="T105" fmla="*/ 52 h 256"/>
              <a:gd name="T106" fmla="*/ 128 w 256"/>
              <a:gd name="T107" fmla="*/ 56 h 256"/>
              <a:gd name="T108" fmla="*/ 180 w 256"/>
              <a:gd name="T109" fmla="*/ 60 h 256"/>
              <a:gd name="T110" fmla="*/ 180 w 256"/>
              <a:gd name="T111" fmla="*/ 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56">
                <a:moveTo>
                  <a:pt x="252" y="224"/>
                </a:moveTo>
                <a:cubicBezTo>
                  <a:pt x="156" y="224"/>
                  <a:pt x="156" y="224"/>
                  <a:pt x="156" y="224"/>
                </a:cubicBezTo>
                <a:cubicBezTo>
                  <a:pt x="154" y="224"/>
                  <a:pt x="152" y="226"/>
                  <a:pt x="152" y="228"/>
                </a:cubicBezTo>
                <a:cubicBezTo>
                  <a:pt x="152" y="232"/>
                  <a:pt x="152" y="232"/>
                  <a:pt x="152" y="232"/>
                </a:cubicBezTo>
                <a:cubicBezTo>
                  <a:pt x="104" y="232"/>
                  <a:pt x="104" y="232"/>
                  <a:pt x="104" y="232"/>
                </a:cubicBezTo>
                <a:cubicBezTo>
                  <a:pt x="104" y="228"/>
                  <a:pt x="104" y="228"/>
                  <a:pt x="104" y="228"/>
                </a:cubicBezTo>
                <a:cubicBezTo>
                  <a:pt x="104" y="226"/>
                  <a:pt x="102" y="224"/>
                  <a:pt x="100" y="224"/>
                </a:cubicBezTo>
                <a:cubicBezTo>
                  <a:pt x="4" y="224"/>
                  <a:pt x="4" y="224"/>
                  <a:pt x="4" y="224"/>
                </a:cubicBezTo>
                <a:cubicBezTo>
                  <a:pt x="2" y="224"/>
                  <a:pt x="0" y="226"/>
                  <a:pt x="0" y="228"/>
                </a:cubicBezTo>
                <a:cubicBezTo>
                  <a:pt x="0" y="243"/>
                  <a:pt x="13" y="256"/>
                  <a:pt x="28" y="256"/>
                </a:cubicBezTo>
                <a:cubicBezTo>
                  <a:pt x="228" y="256"/>
                  <a:pt x="228" y="256"/>
                  <a:pt x="228" y="256"/>
                </a:cubicBezTo>
                <a:cubicBezTo>
                  <a:pt x="243" y="256"/>
                  <a:pt x="256" y="243"/>
                  <a:pt x="256" y="228"/>
                </a:cubicBezTo>
                <a:cubicBezTo>
                  <a:pt x="256" y="226"/>
                  <a:pt x="254" y="224"/>
                  <a:pt x="252" y="224"/>
                </a:cubicBezTo>
                <a:close/>
                <a:moveTo>
                  <a:pt x="228" y="248"/>
                </a:moveTo>
                <a:cubicBezTo>
                  <a:pt x="28" y="248"/>
                  <a:pt x="28" y="248"/>
                  <a:pt x="28" y="248"/>
                </a:cubicBezTo>
                <a:cubicBezTo>
                  <a:pt x="18" y="248"/>
                  <a:pt x="10" y="241"/>
                  <a:pt x="8" y="232"/>
                </a:cubicBezTo>
                <a:cubicBezTo>
                  <a:pt x="96" y="232"/>
                  <a:pt x="96" y="232"/>
                  <a:pt x="96" y="232"/>
                </a:cubicBezTo>
                <a:cubicBezTo>
                  <a:pt x="96" y="236"/>
                  <a:pt x="96" y="236"/>
                  <a:pt x="96" y="236"/>
                </a:cubicBezTo>
                <a:cubicBezTo>
                  <a:pt x="96" y="238"/>
                  <a:pt x="98" y="240"/>
                  <a:pt x="100" y="240"/>
                </a:cubicBezTo>
                <a:cubicBezTo>
                  <a:pt x="156" y="240"/>
                  <a:pt x="156" y="240"/>
                  <a:pt x="156" y="240"/>
                </a:cubicBezTo>
                <a:cubicBezTo>
                  <a:pt x="158" y="240"/>
                  <a:pt x="160" y="238"/>
                  <a:pt x="160" y="236"/>
                </a:cubicBezTo>
                <a:cubicBezTo>
                  <a:pt x="160" y="232"/>
                  <a:pt x="160" y="232"/>
                  <a:pt x="160" y="232"/>
                </a:cubicBezTo>
                <a:cubicBezTo>
                  <a:pt x="248" y="232"/>
                  <a:pt x="248" y="232"/>
                  <a:pt x="248" y="232"/>
                </a:cubicBezTo>
                <a:cubicBezTo>
                  <a:pt x="246" y="241"/>
                  <a:pt x="238" y="248"/>
                  <a:pt x="228" y="248"/>
                </a:cubicBezTo>
                <a:close/>
                <a:moveTo>
                  <a:pt x="232" y="100"/>
                </a:moveTo>
                <a:cubicBezTo>
                  <a:pt x="232" y="216"/>
                  <a:pt x="232" y="216"/>
                  <a:pt x="232" y="216"/>
                </a:cubicBezTo>
                <a:cubicBezTo>
                  <a:pt x="240" y="216"/>
                  <a:pt x="240" y="216"/>
                  <a:pt x="240" y="216"/>
                </a:cubicBezTo>
                <a:cubicBezTo>
                  <a:pt x="240" y="100"/>
                  <a:pt x="240" y="100"/>
                  <a:pt x="240" y="100"/>
                </a:cubicBezTo>
                <a:cubicBezTo>
                  <a:pt x="240" y="89"/>
                  <a:pt x="231" y="80"/>
                  <a:pt x="220" y="80"/>
                </a:cubicBezTo>
                <a:cubicBezTo>
                  <a:pt x="220" y="88"/>
                  <a:pt x="220" y="88"/>
                  <a:pt x="220" y="88"/>
                </a:cubicBezTo>
                <a:cubicBezTo>
                  <a:pt x="227" y="88"/>
                  <a:pt x="232" y="93"/>
                  <a:pt x="232" y="100"/>
                </a:cubicBezTo>
                <a:close/>
                <a:moveTo>
                  <a:pt x="24" y="100"/>
                </a:moveTo>
                <a:cubicBezTo>
                  <a:pt x="24" y="93"/>
                  <a:pt x="29" y="88"/>
                  <a:pt x="36" y="88"/>
                </a:cubicBezTo>
                <a:cubicBezTo>
                  <a:pt x="36" y="80"/>
                  <a:pt x="36" y="80"/>
                  <a:pt x="36" y="80"/>
                </a:cubicBezTo>
                <a:cubicBezTo>
                  <a:pt x="25" y="80"/>
                  <a:pt x="16" y="89"/>
                  <a:pt x="16" y="100"/>
                </a:cubicBezTo>
                <a:cubicBezTo>
                  <a:pt x="16" y="216"/>
                  <a:pt x="16" y="216"/>
                  <a:pt x="16" y="216"/>
                </a:cubicBezTo>
                <a:cubicBezTo>
                  <a:pt x="24" y="216"/>
                  <a:pt x="24" y="216"/>
                  <a:pt x="24" y="216"/>
                </a:cubicBezTo>
                <a:lnTo>
                  <a:pt x="24" y="100"/>
                </a:lnTo>
                <a:close/>
                <a:moveTo>
                  <a:pt x="180" y="108"/>
                </a:moveTo>
                <a:cubicBezTo>
                  <a:pt x="132" y="108"/>
                  <a:pt x="132" y="108"/>
                  <a:pt x="132" y="108"/>
                </a:cubicBezTo>
                <a:cubicBezTo>
                  <a:pt x="130" y="108"/>
                  <a:pt x="128" y="110"/>
                  <a:pt x="128" y="112"/>
                </a:cubicBezTo>
                <a:cubicBezTo>
                  <a:pt x="128" y="114"/>
                  <a:pt x="130" y="116"/>
                  <a:pt x="132" y="116"/>
                </a:cubicBezTo>
                <a:cubicBezTo>
                  <a:pt x="180" y="116"/>
                  <a:pt x="180" y="116"/>
                  <a:pt x="180" y="116"/>
                </a:cubicBezTo>
                <a:cubicBezTo>
                  <a:pt x="182" y="116"/>
                  <a:pt x="184" y="114"/>
                  <a:pt x="184" y="112"/>
                </a:cubicBezTo>
                <a:cubicBezTo>
                  <a:pt x="184" y="110"/>
                  <a:pt x="182" y="108"/>
                  <a:pt x="180" y="108"/>
                </a:cubicBezTo>
                <a:close/>
                <a:moveTo>
                  <a:pt x="52" y="12"/>
                </a:moveTo>
                <a:cubicBezTo>
                  <a:pt x="52" y="10"/>
                  <a:pt x="54" y="8"/>
                  <a:pt x="56" y="8"/>
                </a:cubicBezTo>
                <a:cubicBezTo>
                  <a:pt x="200" y="8"/>
                  <a:pt x="200" y="8"/>
                  <a:pt x="200" y="8"/>
                </a:cubicBezTo>
                <a:cubicBezTo>
                  <a:pt x="202" y="8"/>
                  <a:pt x="204" y="10"/>
                  <a:pt x="204" y="12"/>
                </a:cubicBezTo>
                <a:cubicBezTo>
                  <a:pt x="204" y="204"/>
                  <a:pt x="204" y="204"/>
                  <a:pt x="204" y="204"/>
                </a:cubicBezTo>
                <a:cubicBezTo>
                  <a:pt x="212" y="204"/>
                  <a:pt x="212" y="204"/>
                  <a:pt x="212" y="204"/>
                </a:cubicBezTo>
                <a:cubicBezTo>
                  <a:pt x="212" y="12"/>
                  <a:pt x="212" y="12"/>
                  <a:pt x="212" y="12"/>
                </a:cubicBezTo>
                <a:cubicBezTo>
                  <a:pt x="212" y="5"/>
                  <a:pt x="207" y="0"/>
                  <a:pt x="200" y="0"/>
                </a:cubicBezTo>
                <a:cubicBezTo>
                  <a:pt x="56" y="0"/>
                  <a:pt x="56" y="0"/>
                  <a:pt x="56" y="0"/>
                </a:cubicBezTo>
                <a:cubicBezTo>
                  <a:pt x="49" y="0"/>
                  <a:pt x="44" y="5"/>
                  <a:pt x="44" y="12"/>
                </a:cubicBezTo>
                <a:cubicBezTo>
                  <a:pt x="44" y="204"/>
                  <a:pt x="44" y="204"/>
                  <a:pt x="44" y="204"/>
                </a:cubicBezTo>
                <a:cubicBezTo>
                  <a:pt x="52" y="204"/>
                  <a:pt x="52" y="204"/>
                  <a:pt x="52" y="204"/>
                </a:cubicBezTo>
                <a:lnTo>
                  <a:pt x="52" y="12"/>
                </a:lnTo>
                <a:close/>
                <a:moveTo>
                  <a:pt x="112" y="40"/>
                </a:moveTo>
                <a:cubicBezTo>
                  <a:pt x="112" y="38"/>
                  <a:pt x="110" y="36"/>
                  <a:pt x="108" y="36"/>
                </a:cubicBezTo>
                <a:cubicBezTo>
                  <a:pt x="80" y="36"/>
                  <a:pt x="80" y="36"/>
                  <a:pt x="80" y="36"/>
                </a:cubicBezTo>
                <a:cubicBezTo>
                  <a:pt x="78" y="36"/>
                  <a:pt x="76" y="38"/>
                  <a:pt x="76" y="40"/>
                </a:cubicBezTo>
                <a:cubicBezTo>
                  <a:pt x="76" y="68"/>
                  <a:pt x="76" y="68"/>
                  <a:pt x="76" y="68"/>
                </a:cubicBezTo>
                <a:cubicBezTo>
                  <a:pt x="76" y="70"/>
                  <a:pt x="78" y="72"/>
                  <a:pt x="80" y="72"/>
                </a:cubicBezTo>
                <a:cubicBezTo>
                  <a:pt x="108" y="72"/>
                  <a:pt x="108" y="72"/>
                  <a:pt x="108" y="72"/>
                </a:cubicBezTo>
                <a:cubicBezTo>
                  <a:pt x="110" y="72"/>
                  <a:pt x="112" y="70"/>
                  <a:pt x="112" y="68"/>
                </a:cubicBezTo>
                <a:lnTo>
                  <a:pt x="112" y="40"/>
                </a:lnTo>
                <a:close/>
                <a:moveTo>
                  <a:pt x="104" y="64"/>
                </a:moveTo>
                <a:cubicBezTo>
                  <a:pt x="84" y="64"/>
                  <a:pt x="84" y="64"/>
                  <a:pt x="84" y="64"/>
                </a:cubicBezTo>
                <a:cubicBezTo>
                  <a:pt x="84" y="44"/>
                  <a:pt x="84" y="44"/>
                  <a:pt x="84" y="44"/>
                </a:cubicBezTo>
                <a:cubicBezTo>
                  <a:pt x="104" y="44"/>
                  <a:pt x="104" y="44"/>
                  <a:pt x="104" y="44"/>
                </a:cubicBezTo>
                <a:lnTo>
                  <a:pt x="104" y="64"/>
                </a:lnTo>
                <a:close/>
                <a:moveTo>
                  <a:pt x="76" y="184"/>
                </a:moveTo>
                <a:cubicBezTo>
                  <a:pt x="76" y="186"/>
                  <a:pt x="78" y="188"/>
                  <a:pt x="80" y="188"/>
                </a:cubicBezTo>
                <a:cubicBezTo>
                  <a:pt x="108" y="188"/>
                  <a:pt x="108" y="188"/>
                  <a:pt x="108" y="188"/>
                </a:cubicBezTo>
                <a:cubicBezTo>
                  <a:pt x="110" y="188"/>
                  <a:pt x="112" y="186"/>
                  <a:pt x="112" y="184"/>
                </a:cubicBezTo>
                <a:cubicBezTo>
                  <a:pt x="112" y="156"/>
                  <a:pt x="112" y="156"/>
                  <a:pt x="112" y="156"/>
                </a:cubicBezTo>
                <a:cubicBezTo>
                  <a:pt x="112" y="154"/>
                  <a:pt x="110" y="152"/>
                  <a:pt x="108" y="152"/>
                </a:cubicBezTo>
                <a:cubicBezTo>
                  <a:pt x="80" y="152"/>
                  <a:pt x="80" y="152"/>
                  <a:pt x="80" y="152"/>
                </a:cubicBezTo>
                <a:cubicBezTo>
                  <a:pt x="78" y="152"/>
                  <a:pt x="76" y="154"/>
                  <a:pt x="76" y="156"/>
                </a:cubicBezTo>
                <a:lnTo>
                  <a:pt x="76" y="184"/>
                </a:lnTo>
                <a:close/>
                <a:moveTo>
                  <a:pt x="84" y="160"/>
                </a:moveTo>
                <a:cubicBezTo>
                  <a:pt x="104" y="160"/>
                  <a:pt x="104" y="160"/>
                  <a:pt x="104" y="160"/>
                </a:cubicBezTo>
                <a:cubicBezTo>
                  <a:pt x="104" y="180"/>
                  <a:pt x="104" y="180"/>
                  <a:pt x="104" y="180"/>
                </a:cubicBezTo>
                <a:cubicBezTo>
                  <a:pt x="84" y="180"/>
                  <a:pt x="84" y="180"/>
                  <a:pt x="84" y="180"/>
                </a:cubicBezTo>
                <a:lnTo>
                  <a:pt x="84" y="160"/>
                </a:lnTo>
                <a:close/>
                <a:moveTo>
                  <a:pt x="89" y="123"/>
                </a:moveTo>
                <a:cubicBezTo>
                  <a:pt x="90" y="124"/>
                  <a:pt x="91" y="124"/>
                  <a:pt x="92" y="124"/>
                </a:cubicBezTo>
                <a:cubicBezTo>
                  <a:pt x="92" y="124"/>
                  <a:pt x="92" y="124"/>
                  <a:pt x="92" y="124"/>
                </a:cubicBezTo>
                <a:cubicBezTo>
                  <a:pt x="94" y="124"/>
                  <a:pt x="95" y="123"/>
                  <a:pt x="95" y="122"/>
                </a:cubicBezTo>
                <a:cubicBezTo>
                  <a:pt x="111" y="98"/>
                  <a:pt x="111" y="98"/>
                  <a:pt x="111" y="98"/>
                </a:cubicBezTo>
                <a:cubicBezTo>
                  <a:pt x="113" y="96"/>
                  <a:pt x="112" y="94"/>
                  <a:pt x="110" y="93"/>
                </a:cubicBezTo>
                <a:cubicBezTo>
                  <a:pt x="108" y="91"/>
                  <a:pt x="106" y="92"/>
                  <a:pt x="105" y="94"/>
                </a:cubicBezTo>
                <a:cubicBezTo>
                  <a:pt x="91" y="114"/>
                  <a:pt x="91" y="114"/>
                  <a:pt x="91" y="114"/>
                </a:cubicBezTo>
                <a:cubicBezTo>
                  <a:pt x="83" y="105"/>
                  <a:pt x="83" y="105"/>
                  <a:pt x="83" y="105"/>
                </a:cubicBezTo>
                <a:cubicBezTo>
                  <a:pt x="81" y="104"/>
                  <a:pt x="79" y="104"/>
                  <a:pt x="77" y="105"/>
                </a:cubicBezTo>
                <a:cubicBezTo>
                  <a:pt x="76" y="107"/>
                  <a:pt x="76" y="109"/>
                  <a:pt x="77" y="111"/>
                </a:cubicBezTo>
                <a:lnTo>
                  <a:pt x="89" y="123"/>
                </a:lnTo>
                <a:close/>
                <a:moveTo>
                  <a:pt x="180" y="164"/>
                </a:moveTo>
                <a:cubicBezTo>
                  <a:pt x="132" y="164"/>
                  <a:pt x="132" y="164"/>
                  <a:pt x="132" y="164"/>
                </a:cubicBezTo>
                <a:cubicBezTo>
                  <a:pt x="130" y="164"/>
                  <a:pt x="128" y="166"/>
                  <a:pt x="128" y="168"/>
                </a:cubicBezTo>
                <a:cubicBezTo>
                  <a:pt x="128" y="170"/>
                  <a:pt x="130" y="172"/>
                  <a:pt x="132" y="172"/>
                </a:cubicBezTo>
                <a:cubicBezTo>
                  <a:pt x="180" y="172"/>
                  <a:pt x="180" y="172"/>
                  <a:pt x="180" y="172"/>
                </a:cubicBezTo>
                <a:cubicBezTo>
                  <a:pt x="182" y="172"/>
                  <a:pt x="184" y="170"/>
                  <a:pt x="184" y="168"/>
                </a:cubicBezTo>
                <a:cubicBezTo>
                  <a:pt x="184" y="166"/>
                  <a:pt x="182" y="164"/>
                  <a:pt x="180" y="164"/>
                </a:cubicBezTo>
                <a:close/>
                <a:moveTo>
                  <a:pt x="180" y="52"/>
                </a:moveTo>
                <a:cubicBezTo>
                  <a:pt x="132" y="52"/>
                  <a:pt x="132" y="52"/>
                  <a:pt x="132" y="52"/>
                </a:cubicBezTo>
                <a:cubicBezTo>
                  <a:pt x="130" y="52"/>
                  <a:pt x="128" y="54"/>
                  <a:pt x="128" y="56"/>
                </a:cubicBezTo>
                <a:cubicBezTo>
                  <a:pt x="128" y="58"/>
                  <a:pt x="130" y="60"/>
                  <a:pt x="132" y="60"/>
                </a:cubicBezTo>
                <a:cubicBezTo>
                  <a:pt x="180" y="60"/>
                  <a:pt x="180" y="60"/>
                  <a:pt x="180" y="60"/>
                </a:cubicBezTo>
                <a:cubicBezTo>
                  <a:pt x="182" y="60"/>
                  <a:pt x="184" y="58"/>
                  <a:pt x="184" y="56"/>
                </a:cubicBezTo>
                <a:cubicBezTo>
                  <a:pt x="184" y="54"/>
                  <a:pt x="182" y="52"/>
                  <a:pt x="180" y="5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4" name="Freeform 71">
            <a:extLst>
              <a:ext uri="{FF2B5EF4-FFF2-40B4-BE49-F238E27FC236}">
                <a16:creationId xmlns:a16="http://schemas.microsoft.com/office/drawing/2014/main" id="{15D7B862-2819-4A98-BE7C-D82A61EDCE30}"/>
              </a:ext>
            </a:extLst>
          </p:cNvPr>
          <p:cNvSpPr>
            <a:spLocks noChangeAspect="1" noEditPoints="1"/>
          </p:cNvSpPr>
          <p:nvPr/>
        </p:nvSpPr>
        <p:spPr bwMode="auto">
          <a:xfrm>
            <a:off x="2508380" y="2435225"/>
            <a:ext cx="400050" cy="387350"/>
          </a:xfrm>
          <a:custGeom>
            <a:avLst/>
            <a:gdLst>
              <a:gd name="T0" fmla="*/ 228 w 256"/>
              <a:gd name="T1" fmla="*/ 184 h 248"/>
              <a:gd name="T2" fmla="*/ 216 w 256"/>
              <a:gd name="T3" fmla="*/ 132 h 248"/>
              <a:gd name="T4" fmla="*/ 132 w 256"/>
              <a:gd name="T5" fmla="*/ 88 h 248"/>
              <a:gd name="T6" fmla="*/ 176 w 256"/>
              <a:gd name="T7" fmla="*/ 76 h 248"/>
              <a:gd name="T8" fmla="*/ 164 w 256"/>
              <a:gd name="T9" fmla="*/ 0 h 248"/>
              <a:gd name="T10" fmla="*/ 80 w 256"/>
              <a:gd name="T11" fmla="*/ 12 h 248"/>
              <a:gd name="T12" fmla="*/ 92 w 256"/>
              <a:gd name="T13" fmla="*/ 88 h 248"/>
              <a:gd name="T14" fmla="*/ 124 w 256"/>
              <a:gd name="T15" fmla="*/ 132 h 248"/>
              <a:gd name="T16" fmla="*/ 28 w 256"/>
              <a:gd name="T17" fmla="*/ 144 h 248"/>
              <a:gd name="T18" fmla="*/ 12 w 256"/>
              <a:gd name="T19" fmla="*/ 184 h 248"/>
              <a:gd name="T20" fmla="*/ 0 w 256"/>
              <a:gd name="T21" fmla="*/ 236 h 248"/>
              <a:gd name="T22" fmla="*/ 52 w 256"/>
              <a:gd name="T23" fmla="*/ 248 h 248"/>
              <a:gd name="T24" fmla="*/ 64 w 256"/>
              <a:gd name="T25" fmla="*/ 196 h 248"/>
              <a:gd name="T26" fmla="*/ 36 w 256"/>
              <a:gd name="T27" fmla="*/ 184 h 248"/>
              <a:gd name="T28" fmla="*/ 40 w 256"/>
              <a:gd name="T29" fmla="*/ 140 h 248"/>
              <a:gd name="T30" fmla="*/ 124 w 256"/>
              <a:gd name="T31" fmla="*/ 184 h 248"/>
              <a:gd name="T32" fmla="*/ 96 w 256"/>
              <a:gd name="T33" fmla="*/ 196 h 248"/>
              <a:gd name="T34" fmla="*/ 108 w 256"/>
              <a:gd name="T35" fmla="*/ 248 h 248"/>
              <a:gd name="T36" fmla="*/ 160 w 256"/>
              <a:gd name="T37" fmla="*/ 236 h 248"/>
              <a:gd name="T38" fmla="*/ 148 w 256"/>
              <a:gd name="T39" fmla="*/ 184 h 248"/>
              <a:gd name="T40" fmla="*/ 132 w 256"/>
              <a:gd name="T41" fmla="*/ 140 h 248"/>
              <a:gd name="T42" fmla="*/ 220 w 256"/>
              <a:gd name="T43" fmla="*/ 144 h 248"/>
              <a:gd name="T44" fmla="*/ 204 w 256"/>
              <a:gd name="T45" fmla="*/ 184 h 248"/>
              <a:gd name="T46" fmla="*/ 192 w 256"/>
              <a:gd name="T47" fmla="*/ 236 h 248"/>
              <a:gd name="T48" fmla="*/ 244 w 256"/>
              <a:gd name="T49" fmla="*/ 248 h 248"/>
              <a:gd name="T50" fmla="*/ 256 w 256"/>
              <a:gd name="T51" fmla="*/ 196 h 248"/>
              <a:gd name="T52" fmla="*/ 88 w 256"/>
              <a:gd name="T53" fmla="*/ 76 h 248"/>
              <a:gd name="T54" fmla="*/ 92 w 256"/>
              <a:gd name="T55" fmla="*/ 8 h 248"/>
              <a:gd name="T56" fmla="*/ 168 w 256"/>
              <a:gd name="T57" fmla="*/ 12 h 248"/>
              <a:gd name="T58" fmla="*/ 164 w 256"/>
              <a:gd name="T59" fmla="*/ 80 h 248"/>
              <a:gd name="T60" fmla="*/ 88 w 256"/>
              <a:gd name="T61" fmla="*/ 76 h 248"/>
              <a:gd name="T62" fmla="*/ 56 w 256"/>
              <a:gd name="T63" fmla="*/ 236 h 248"/>
              <a:gd name="T64" fmla="*/ 12 w 256"/>
              <a:gd name="T65" fmla="*/ 240 h 248"/>
              <a:gd name="T66" fmla="*/ 8 w 256"/>
              <a:gd name="T67" fmla="*/ 196 h 248"/>
              <a:gd name="T68" fmla="*/ 52 w 256"/>
              <a:gd name="T69" fmla="*/ 192 h 248"/>
              <a:gd name="T70" fmla="*/ 152 w 256"/>
              <a:gd name="T71" fmla="*/ 196 h 248"/>
              <a:gd name="T72" fmla="*/ 148 w 256"/>
              <a:gd name="T73" fmla="*/ 240 h 248"/>
              <a:gd name="T74" fmla="*/ 104 w 256"/>
              <a:gd name="T75" fmla="*/ 236 h 248"/>
              <a:gd name="T76" fmla="*/ 108 w 256"/>
              <a:gd name="T77" fmla="*/ 192 h 248"/>
              <a:gd name="T78" fmla="*/ 152 w 256"/>
              <a:gd name="T79" fmla="*/ 196 h 248"/>
              <a:gd name="T80" fmla="*/ 244 w 256"/>
              <a:gd name="T81" fmla="*/ 240 h 248"/>
              <a:gd name="T82" fmla="*/ 200 w 256"/>
              <a:gd name="T83" fmla="*/ 236 h 248"/>
              <a:gd name="T84" fmla="*/ 204 w 256"/>
              <a:gd name="T85" fmla="*/ 192 h 248"/>
              <a:gd name="T86" fmla="*/ 248 w 256"/>
              <a:gd name="T87" fmla="*/ 19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48">
                <a:moveTo>
                  <a:pt x="244" y="184"/>
                </a:moveTo>
                <a:cubicBezTo>
                  <a:pt x="228" y="184"/>
                  <a:pt x="228" y="184"/>
                  <a:pt x="228" y="184"/>
                </a:cubicBezTo>
                <a:cubicBezTo>
                  <a:pt x="228" y="144"/>
                  <a:pt x="228" y="144"/>
                  <a:pt x="228" y="144"/>
                </a:cubicBezTo>
                <a:cubicBezTo>
                  <a:pt x="228" y="137"/>
                  <a:pt x="223" y="132"/>
                  <a:pt x="216" y="132"/>
                </a:cubicBezTo>
                <a:cubicBezTo>
                  <a:pt x="132" y="132"/>
                  <a:pt x="132" y="132"/>
                  <a:pt x="132" y="132"/>
                </a:cubicBezTo>
                <a:cubicBezTo>
                  <a:pt x="132" y="88"/>
                  <a:pt x="132" y="88"/>
                  <a:pt x="132" y="88"/>
                </a:cubicBezTo>
                <a:cubicBezTo>
                  <a:pt x="164" y="88"/>
                  <a:pt x="164" y="88"/>
                  <a:pt x="164" y="88"/>
                </a:cubicBezTo>
                <a:cubicBezTo>
                  <a:pt x="170" y="88"/>
                  <a:pt x="176" y="83"/>
                  <a:pt x="176" y="76"/>
                </a:cubicBezTo>
                <a:cubicBezTo>
                  <a:pt x="176" y="12"/>
                  <a:pt x="176" y="12"/>
                  <a:pt x="176" y="12"/>
                </a:cubicBezTo>
                <a:cubicBezTo>
                  <a:pt x="176" y="5"/>
                  <a:pt x="171" y="0"/>
                  <a:pt x="164" y="0"/>
                </a:cubicBezTo>
                <a:cubicBezTo>
                  <a:pt x="92" y="0"/>
                  <a:pt x="92" y="0"/>
                  <a:pt x="92" y="0"/>
                </a:cubicBezTo>
                <a:cubicBezTo>
                  <a:pt x="86" y="0"/>
                  <a:pt x="80" y="5"/>
                  <a:pt x="80" y="12"/>
                </a:cubicBezTo>
                <a:cubicBezTo>
                  <a:pt x="80" y="76"/>
                  <a:pt x="80" y="76"/>
                  <a:pt x="80" y="76"/>
                </a:cubicBezTo>
                <a:cubicBezTo>
                  <a:pt x="80" y="83"/>
                  <a:pt x="86" y="88"/>
                  <a:pt x="92" y="88"/>
                </a:cubicBezTo>
                <a:cubicBezTo>
                  <a:pt x="124" y="88"/>
                  <a:pt x="124" y="88"/>
                  <a:pt x="124" y="88"/>
                </a:cubicBezTo>
                <a:cubicBezTo>
                  <a:pt x="124" y="132"/>
                  <a:pt x="124" y="132"/>
                  <a:pt x="124" y="132"/>
                </a:cubicBezTo>
                <a:cubicBezTo>
                  <a:pt x="40" y="132"/>
                  <a:pt x="40" y="132"/>
                  <a:pt x="40" y="132"/>
                </a:cubicBezTo>
                <a:cubicBezTo>
                  <a:pt x="33" y="132"/>
                  <a:pt x="28" y="137"/>
                  <a:pt x="28" y="144"/>
                </a:cubicBezTo>
                <a:cubicBezTo>
                  <a:pt x="28" y="184"/>
                  <a:pt x="28" y="184"/>
                  <a:pt x="28" y="184"/>
                </a:cubicBezTo>
                <a:cubicBezTo>
                  <a:pt x="12" y="184"/>
                  <a:pt x="12" y="184"/>
                  <a:pt x="12" y="184"/>
                </a:cubicBezTo>
                <a:cubicBezTo>
                  <a:pt x="5" y="184"/>
                  <a:pt x="0" y="189"/>
                  <a:pt x="0" y="196"/>
                </a:cubicBezTo>
                <a:cubicBezTo>
                  <a:pt x="0" y="236"/>
                  <a:pt x="0" y="236"/>
                  <a:pt x="0" y="236"/>
                </a:cubicBezTo>
                <a:cubicBezTo>
                  <a:pt x="0" y="243"/>
                  <a:pt x="5" y="248"/>
                  <a:pt x="12" y="248"/>
                </a:cubicBezTo>
                <a:cubicBezTo>
                  <a:pt x="52" y="248"/>
                  <a:pt x="52" y="248"/>
                  <a:pt x="52" y="248"/>
                </a:cubicBezTo>
                <a:cubicBezTo>
                  <a:pt x="59" y="248"/>
                  <a:pt x="64" y="243"/>
                  <a:pt x="64" y="236"/>
                </a:cubicBezTo>
                <a:cubicBezTo>
                  <a:pt x="64" y="196"/>
                  <a:pt x="64" y="196"/>
                  <a:pt x="64" y="196"/>
                </a:cubicBezTo>
                <a:cubicBezTo>
                  <a:pt x="64" y="189"/>
                  <a:pt x="59" y="184"/>
                  <a:pt x="52" y="184"/>
                </a:cubicBezTo>
                <a:cubicBezTo>
                  <a:pt x="36" y="184"/>
                  <a:pt x="36" y="184"/>
                  <a:pt x="36" y="184"/>
                </a:cubicBezTo>
                <a:cubicBezTo>
                  <a:pt x="36" y="144"/>
                  <a:pt x="36" y="144"/>
                  <a:pt x="36" y="144"/>
                </a:cubicBezTo>
                <a:cubicBezTo>
                  <a:pt x="36" y="142"/>
                  <a:pt x="38" y="140"/>
                  <a:pt x="40" y="140"/>
                </a:cubicBezTo>
                <a:cubicBezTo>
                  <a:pt x="124" y="140"/>
                  <a:pt x="124" y="140"/>
                  <a:pt x="124" y="140"/>
                </a:cubicBezTo>
                <a:cubicBezTo>
                  <a:pt x="124" y="184"/>
                  <a:pt x="124" y="184"/>
                  <a:pt x="124" y="184"/>
                </a:cubicBezTo>
                <a:cubicBezTo>
                  <a:pt x="108" y="184"/>
                  <a:pt x="108" y="184"/>
                  <a:pt x="108" y="184"/>
                </a:cubicBezTo>
                <a:cubicBezTo>
                  <a:pt x="101" y="184"/>
                  <a:pt x="96" y="189"/>
                  <a:pt x="96" y="196"/>
                </a:cubicBezTo>
                <a:cubicBezTo>
                  <a:pt x="96" y="236"/>
                  <a:pt x="96" y="236"/>
                  <a:pt x="96" y="236"/>
                </a:cubicBezTo>
                <a:cubicBezTo>
                  <a:pt x="96" y="243"/>
                  <a:pt x="101" y="248"/>
                  <a:pt x="108" y="248"/>
                </a:cubicBezTo>
                <a:cubicBezTo>
                  <a:pt x="148" y="248"/>
                  <a:pt x="148" y="248"/>
                  <a:pt x="148" y="248"/>
                </a:cubicBezTo>
                <a:cubicBezTo>
                  <a:pt x="155" y="248"/>
                  <a:pt x="160" y="243"/>
                  <a:pt x="160" y="236"/>
                </a:cubicBezTo>
                <a:cubicBezTo>
                  <a:pt x="160" y="196"/>
                  <a:pt x="160" y="196"/>
                  <a:pt x="160" y="196"/>
                </a:cubicBezTo>
                <a:cubicBezTo>
                  <a:pt x="160" y="189"/>
                  <a:pt x="155" y="184"/>
                  <a:pt x="148" y="184"/>
                </a:cubicBezTo>
                <a:cubicBezTo>
                  <a:pt x="132" y="184"/>
                  <a:pt x="132" y="184"/>
                  <a:pt x="132" y="184"/>
                </a:cubicBezTo>
                <a:cubicBezTo>
                  <a:pt x="132" y="140"/>
                  <a:pt x="132" y="140"/>
                  <a:pt x="132" y="140"/>
                </a:cubicBezTo>
                <a:cubicBezTo>
                  <a:pt x="216" y="140"/>
                  <a:pt x="216" y="140"/>
                  <a:pt x="216" y="140"/>
                </a:cubicBezTo>
                <a:cubicBezTo>
                  <a:pt x="218" y="140"/>
                  <a:pt x="220" y="142"/>
                  <a:pt x="220" y="144"/>
                </a:cubicBezTo>
                <a:cubicBezTo>
                  <a:pt x="220" y="184"/>
                  <a:pt x="220" y="184"/>
                  <a:pt x="220" y="184"/>
                </a:cubicBezTo>
                <a:cubicBezTo>
                  <a:pt x="204" y="184"/>
                  <a:pt x="204" y="184"/>
                  <a:pt x="204" y="184"/>
                </a:cubicBezTo>
                <a:cubicBezTo>
                  <a:pt x="197" y="184"/>
                  <a:pt x="192" y="189"/>
                  <a:pt x="192" y="196"/>
                </a:cubicBezTo>
                <a:cubicBezTo>
                  <a:pt x="192" y="236"/>
                  <a:pt x="192" y="236"/>
                  <a:pt x="192" y="236"/>
                </a:cubicBezTo>
                <a:cubicBezTo>
                  <a:pt x="192" y="243"/>
                  <a:pt x="197" y="248"/>
                  <a:pt x="204" y="248"/>
                </a:cubicBezTo>
                <a:cubicBezTo>
                  <a:pt x="244" y="248"/>
                  <a:pt x="244" y="248"/>
                  <a:pt x="244" y="248"/>
                </a:cubicBezTo>
                <a:cubicBezTo>
                  <a:pt x="251" y="248"/>
                  <a:pt x="256" y="243"/>
                  <a:pt x="256" y="236"/>
                </a:cubicBezTo>
                <a:cubicBezTo>
                  <a:pt x="256" y="196"/>
                  <a:pt x="256" y="196"/>
                  <a:pt x="256" y="196"/>
                </a:cubicBezTo>
                <a:cubicBezTo>
                  <a:pt x="256" y="189"/>
                  <a:pt x="251" y="184"/>
                  <a:pt x="244" y="184"/>
                </a:cubicBezTo>
                <a:close/>
                <a:moveTo>
                  <a:pt x="88" y="76"/>
                </a:moveTo>
                <a:cubicBezTo>
                  <a:pt x="88" y="12"/>
                  <a:pt x="88" y="12"/>
                  <a:pt x="88" y="12"/>
                </a:cubicBezTo>
                <a:cubicBezTo>
                  <a:pt x="88" y="10"/>
                  <a:pt x="90" y="8"/>
                  <a:pt x="92" y="8"/>
                </a:cubicBezTo>
                <a:cubicBezTo>
                  <a:pt x="164" y="8"/>
                  <a:pt x="164" y="8"/>
                  <a:pt x="164" y="8"/>
                </a:cubicBezTo>
                <a:cubicBezTo>
                  <a:pt x="166" y="8"/>
                  <a:pt x="168" y="10"/>
                  <a:pt x="168" y="12"/>
                </a:cubicBezTo>
                <a:cubicBezTo>
                  <a:pt x="168" y="76"/>
                  <a:pt x="168" y="76"/>
                  <a:pt x="168" y="76"/>
                </a:cubicBezTo>
                <a:cubicBezTo>
                  <a:pt x="168" y="78"/>
                  <a:pt x="166" y="80"/>
                  <a:pt x="164" y="80"/>
                </a:cubicBezTo>
                <a:cubicBezTo>
                  <a:pt x="92" y="80"/>
                  <a:pt x="92" y="80"/>
                  <a:pt x="92" y="80"/>
                </a:cubicBezTo>
                <a:cubicBezTo>
                  <a:pt x="90" y="80"/>
                  <a:pt x="88" y="78"/>
                  <a:pt x="88" y="76"/>
                </a:cubicBezTo>
                <a:close/>
                <a:moveTo>
                  <a:pt x="56" y="196"/>
                </a:moveTo>
                <a:cubicBezTo>
                  <a:pt x="56" y="236"/>
                  <a:pt x="56" y="236"/>
                  <a:pt x="56" y="236"/>
                </a:cubicBezTo>
                <a:cubicBezTo>
                  <a:pt x="56" y="238"/>
                  <a:pt x="54" y="240"/>
                  <a:pt x="52" y="240"/>
                </a:cubicBezTo>
                <a:cubicBezTo>
                  <a:pt x="12" y="240"/>
                  <a:pt x="12" y="240"/>
                  <a:pt x="12" y="240"/>
                </a:cubicBezTo>
                <a:cubicBezTo>
                  <a:pt x="10" y="240"/>
                  <a:pt x="8" y="238"/>
                  <a:pt x="8" y="236"/>
                </a:cubicBezTo>
                <a:cubicBezTo>
                  <a:pt x="8" y="196"/>
                  <a:pt x="8" y="196"/>
                  <a:pt x="8" y="196"/>
                </a:cubicBezTo>
                <a:cubicBezTo>
                  <a:pt x="8" y="194"/>
                  <a:pt x="10" y="192"/>
                  <a:pt x="12" y="192"/>
                </a:cubicBezTo>
                <a:cubicBezTo>
                  <a:pt x="52" y="192"/>
                  <a:pt x="52" y="192"/>
                  <a:pt x="52" y="192"/>
                </a:cubicBezTo>
                <a:cubicBezTo>
                  <a:pt x="54" y="192"/>
                  <a:pt x="56" y="194"/>
                  <a:pt x="56" y="196"/>
                </a:cubicBezTo>
                <a:close/>
                <a:moveTo>
                  <a:pt x="152" y="196"/>
                </a:moveTo>
                <a:cubicBezTo>
                  <a:pt x="152" y="236"/>
                  <a:pt x="152" y="236"/>
                  <a:pt x="152" y="236"/>
                </a:cubicBezTo>
                <a:cubicBezTo>
                  <a:pt x="152" y="238"/>
                  <a:pt x="150" y="240"/>
                  <a:pt x="148" y="240"/>
                </a:cubicBezTo>
                <a:cubicBezTo>
                  <a:pt x="108" y="240"/>
                  <a:pt x="108" y="240"/>
                  <a:pt x="108" y="240"/>
                </a:cubicBezTo>
                <a:cubicBezTo>
                  <a:pt x="106" y="240"/>
                  <a:pt x="104" y="238"/>
                  <a:pt x="104" y="236"/>
                </a:cubicBezTo>
                <a:cubicBezTo>
                  <a:pt x="104" y="196"/>
                  <a:pt x="104" y="196"/>
                  <a:pt x="104" y="196"/>
                </a:cubicBezTo>
                <a:cubicBezTo>
                  <a:pt x="104" y="194"/>
                  <a:pt x="106" y="192"/>
                  <a:pt x="108" y="192"/>
                </a:cubicBezTo>
                <a:cubicBezTo>
                  <a:pt x="148" y="192"/>
                  <a:pt x="148" y="192"/>
                  <a:pt x="148" y="192"/>
                </a:cubicBezTo>
                <a:cubicBezTo>
                  <a:pt x="150" y="192"/>
                  <a:pt x="152" y="194"/>
                  <a:pt x="152" y="196"/>
                </a:cubicBezTo>
                <a:close/>
                <a:moveTo>
                  <a:pt x="248" y="236"/>
                </a:moveTo>
                <a:cubicBezTo>
                  <a:pt x="248" y="238"/>
                  <a:pt x="246" y="240"/>
                  <a:pt x="244" y="240"/>
                </a:cubicBezTo>
                <a:cubicBezTo>
                  <a:pt x="204" y="240"/>
                  <a:pt x="204" y="240"/>
                  <a:pt x="204" y="240"/>
                </a:cubicBezTo>
                <a:cubicBezTo>
                  <a:pt x="202" y="240"/>
                  <a:pt x="200" y="238"/>
                  <a:pt x="200" y="236"/>
                </a:cubicBezTo>
                <a:cubicBezTo>
                  <a:pt x="200" y="196"/>
                  <a:pt x="200" y="196"/>
                  <a:pt x="200" y="196"/>
                </a:cubicBezTo>
                <a:cubicBezTo>
                  <a:pt x="200" y="194"/>
                  <a:pt x="202" y="192"/>
                  <a:pt x="204" y="192"/>
                </a:cubicBezTo>
                <a:cubicBezTo>
                  <a:pt x="244" y="192"/>
                  <a:pt x="244" y="192"/>
                  <a:pt x="244" y="192"/>
                </a:cubicBezTo>
                <a:cubicBezTo>
                  <a:pt x="246" y="192"/>
                  <a:pt x="248" y="194"/>
                  <a:pt x="248" y="196"/>
                </a:cubicBezTo>
                <a:lnTo>
                  <a:pt x="248" y="23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54" name="Freeform 75">
            <a:extLst>
              <a:ext uri="{FF2B5EF4-FFF2-40B4-BE49-F238E27FC236}">
                <a16:creationId xmlns:a16="http://schemas.microsoft.com/office/drawing/2014/main" id="{271D6A84-ABFF-4B4E-AA58-26A94F34AAE0}"/>
              </a:ext>
            </a:extLst>
          </p:cNvPr>
          <p:cNvSpPr>
            <a:spLocks noChangeAspect="1" noEditPoints="1"/>
          </p:cNvSpPr>
          <p:nvPr/>
        </p:nvSpPr>
        <p:spPr bwMode="auto">
          <a:xfrm>
            <a:off x="3476026" y="2419997"/>
            <a:ext cx="400050" cy="400050"/>
          </a:xfrm>
          <a:custGeom>
            <a:avLst/>
            <a:gdLst>
              <a:gd name="T0" fmla="*/ 256 w 256"/>
              <a:gd name="T1" fmla="*/ 120 h 256"/>
              <a:gd name="T2" fmla="*/ 228 w 256"/>
              <a:gd name="T3" fmla="*/ 92 h 256"/>
              <a:gd name="T4" fmla="*/ 132 w 256"/>
              <a:gd name="T5" fmla="*/ 64 h 256"/>
              <a:gd name="T6" fmla="*/ 168 w 256"/>
              <a:gd name="T7" fmla="*/ 12 h 256"/>
              <a:gd name="T8" fmla="*/ 88 w 256"/>
              <a:gd name="T9" fmla="*/ 12 h 256"/>
              <a:gd name="T10" fmla="*/ 124 w 256"/>
              <a:gd name="T11" fmla="*/ 64 h 256"/>
              <a:gd name="T12" fmla="*/ 28 w 256"/>
              <a:gd name="T13" fmla="*/ 92 h 256"/>
              <a:gd name="T14" fmla="*/ 0 w 256"/>
              <a:gd name="T15" fmla="*/ 120 h 256"/>
              <a:gd name="T16" fmla="*/ 52 w 256"/>
              <a:gd name="T17" fmla="*/ 172 h 256"/>
              <a:gd name="T18" fmla="*/ 96 w 256"/>
              <a:gd name="T19" fmla="*/ 144 h 256"/>
              <a:gd name="T20" fmla="*/ 124 w 256"/>
              <a:gd name="T21" fmla="*/ 172 h 256"/>
              <a:gd name="T22" fmla="*/ 96 w 256"/>
              <a:gd name="T23" fmla="*/ 204 h 256"/>
              <a:gd name="T24" fmla="*/ 148 w 256"/>
              <a:gd name="T25" fmla="*/ 256 h 256"/>
              <a:gd name="T26" fmla="*/ 148 w 256"/>
              <a:gd name="T27" fmla="*/ 192 h 256"/>
              <a:gd name="T28" fmla="*/ 148 w 256"/>
              <a:gd name="T29" fmla="*/ 172 h 256"/>
              <a:gd name="T30" fmla="*/ 192 w 256"/>
              <a:gd name="T31" fmla="*/ 144 h 256"/>
              <a:gd name="T32" fmla="*/ 220 w 256"/>
              <a:gd name="T33" fmla="*/ 172 h 256"/>
              <a:gd name="T34" fmla="*/ 192 w 256"/>
              <a:gd name="T35" fmla="*/ 204 h 256"/>
              <a:gd name="T36" fmla="*/ 244 w 256"/>
              <a:gd name="T37" fmla="*/ 256 h 256"/>
              <a:gd name="T38" fmla="*/ 244 w 256"/>
              <a:gd name="T39" fmla="*/ 192 h 256"/>
              <a:gd name="T40" fmla="*/ 244 w 256"/>
              <a:gd name="T41" fmla="*/ 172 h 256"/>
              <a:gd name="T42" fmla="*/ 100 w 256"/>
              <a:gd name="T43" fmla="*/ 8 h 256"/>
              <a:gd name="T44" fmla="*/ 160 w 256"/>
              <a:gd name="T45" fmla="*/ 52 h 256"/>
              <a:gd name="T46" fmla="*/ 96 w 256"/>
              <a:gd name="T47" fmla="*/ 52 h 256"/>
              <a:gd name="T48" fmla="*/ 148 w 256"/>
              <a:gd name="T49" fmla="*/ 248 h 256"/>
              <a:gd name="T50" fmla="*/ 104 w 256"/>
              <a:gd name="T51" fmla="*/ 204 h 256"/>
              <a:gd name="T52" fmla="*/ 152 w 256"/>
              <a:gd name="T53" fmla="*/ 204 h 256"/>
              <a:gd name="T54" fmla="*/ 244 w 256"/>
              <a:gd name="T55" fmla="*/ 248 h 256"/>
              <a:gd name="T56" fmla="*/ 200 w 256"/>
              <a:gd name="T57" fmla="*/ 204 h 256"/>
              <a:gd name="T58" fmla="*/ 248 w 256"/>
              <a:gd name="T59" fmla="*/ 204 h 256"/>
              <a:gd name="T60" fmla="*/ 12 w 256"/>
              <a:gd name="T61" fmla="*/ 164 h 256"/>
              <a:gd name="T62" fmla="*/ 12 w 256"/>
              <a:gd name="T63" fmla="*/ 116 h 256"/>
              <a:gd name="T64" fmla="*/ 56 w 256"/>
              <a:gd name="T65" fmla="*/ 160 h 256"/>
              <a:gd name="T66" fmla="*/ 52 w 256"/>
              <a:gd name="T67" fmla="*/ 108 h 256"/>
              <a:gd name="T68" fmla="*/ 40 w 256"/>
              <a:gd name="T69" fmla="*/ 88 h 256"/>
              <a:gd name="T70" fmla="*/ 108 w 256"/>
              <a:gd name="T71" fmla="*/ 108 h 256"/>
              <a:gd name="T72" fmla="*/ 64 w 256"/>
              <a:gd name="T73" fmla="*/ 136 h 256"/>
              <a:gd name="T74" fmla="*/ 108 w 256"/>
              <a:gd name="T75" fmla="*/ 164 h 256"/>
              <a:gd name="T76" fmla="*/ 108 w 256"/>
              <a:gd name="T77" fmla="*/ 116 h 256"/>
              <a:gd name="T78" fmla="*/ 152 w 256"/>
              <a:gd name="T79" fmla="*/ 160 h 256"/>
              <a:gd name="T80" fmla="*/ 148 w 256"/>
              <a:gd name="T81" fmla="*/ 108 h 256"/>
              <a:gd name="T82" fmla="*/ 216 w 256"/>
              <a:gd name="T83" fmla="*/ 88 h 256"/>
              <a:gd name="T84" fmla="*/ 204 w 256"/>
              <a:gd name="T85" fmla="*/ 108 h 256"/>
              <a:gd name="T86" fmla="*/ 160 w 256"/>
              <a:gd name="T87" fmla="*/ 136 h 256"/>
              <a:gd name="T88" fmla="*/ 204 w 256"/>
              <a:gd name="T89" fmla="*/ 116 h 256"/>
              <a:gd name="T90" fmla="*/ 248 w 256"/>
              <a:gd name="T91" fmla="*/ 160 h 256"/>
              <a:gd name="T92" fmla="*/ 200 w 256"/>
              <a:gd name="T93"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56">
                <a:moveTo>
                  <a:pt x="244" y="172"/>
                </a:moveTo>
                <a:cubicBezTo>
                  <a:pt x="251" y="172"/>
                  <a:pt x="256" y="167"/>
                  <a:pt x="256" y="160"/>
                </a:cubicBezTo>
                <a:cubicBezTo>
                  <a:pt x="256" y="120"/>
                  <a:pt x="256" y="120"/>
                  <a:pt x="256" y="120"/>
                </a:cubicBezTo>
                <a:cubicBezTo>
                  <a:pt x="256" y="113"/>
                  <a:pt x="251" y="108"/>
                  <a:pt x="244" y="108"/>
                </a:cubicBezTo>
                <a:cubicBezTo>
                  <a:pt x="228" y="108"/>
                  <a:pt x="228" y="108"/>
                  <a:pt x="228" y="108"/>
                </a:cubicBezTo>
                <a:cubicBezTo>
                  <a:pt x="228" y="92"/>
                  <a:pt x="228" y="92"/>
                  <a:pt x="228" y="92"/>
                </a:cubicBezTo>
                <a:cubicBezTo>
                  <a:pt x="228" y="85"/>
                  <a:pt x="223" y="80"/>
                  <a:pt x="216" y="80"/>
                </a:cubicBezTo>
                <a:cubicBezTo>
                  <a:pt x="132" y="80"/>
                  <a:pt x="132" y="80"/>
                  <a:pt x="132" y="80"/>
                </a:cubicBezTo>
                <a:cubicBezTo>
                  <a:pt x="132" y="64"/>
                  <a:pt x="132" y="64"/>
                  <a:pt x="132" y="64"/>
                </a:cubicBezTo>
                <a:cubicBezTo>
                  <a:pt x="156" y="64"/>
                  <a:pt x="156" y="64"/>
                  <a:pt x="156" y="64"/>
                </a:cubicBezTo>
                <a:cubicBezTo>
                  <a:pt x="163" y="64"/>
                  <a:pt x="168" y="59"/>
                  <a:pt x="168" y="52"/>
                </a:cubicBezTo>
                <a:cubicBezTo>
                  <a:pt x="168" y="12"/>
                  <a:pt x="168" y="12"/>
                  <a:pt x="168" y="12"/>
                </a:cubicBezTo>
                <a:cubicBezTo>
                  <a:pt x="168" y="5"/>
                  <a:pt x="163" y="0"/>
                  <a:pt x="156" y="0"/>
                </a:cubicBezTo>
                <a:cubicBezTo>
                  <a:pt x="100" y="0"/>
                  <a:pt x="100" y="0"/>
                  <a:pt x="100" y="0"/>
                </a:cubicBezTo>
                <a:cubicBezTo>
                  <a:pt x="93" y="0"/>
                  <a:pt x="88" y="5"/>
                  <a:pt x="88" y="12"/>
                </a:cubicBezTo>
                <a:cubicBezTo>
                  <a:pt x="88" y="52"/>
                  <a:pt x="88" y="52"/>
                  <a:pt x="88" y="52"/>
                </a:cubicBezTo>
                <a:cubicBezTo>
                  <a:pt x="88" y="59"/>
                  <a:pt x="93" y="64"/>
                  <a:pt x="100" y="64"/>
                </a:cubicBezTo>
                <a:cubicBezTo>
                  <a:pt x="124" y="64"/>
                  <a:pt x="124" y="64"/>
                  <a:pt x="124" y="64"/>
                </a:cubicBezTo>
                <a:cubicBezTo>
                  <a:pt x="124" y="80"/>
                  <a:pt x="124" y="80"/>
                  <a:pt x="124" y="80"/>
                </a:cubicBezTo>
                <a:cubicBezTo>
                  <a:pt x="40" y="80"/>
                  <a:pt x="40" y="80"/>
                  <a:pt x="40" y="80"/>
                </a:cubicBezTo>
                <a:cubicBezTo>
                  <a:pt x="33" y="80"/>
                  <a:pt x="28" y="85"/>
                  <a:pt x="28" y="92"/>
                </a:cubicBezTo>
                <a:cubicBezTo>
                  <a:pt x="28" y="108"/>
                  <a:pt x="28" y="108"/>
                  <a:pt x="28" y="108"/>
                </a:cubicBezTo>
                <a:cubicBezTo>
                  <a:pt x="12" y="108"/>
                  <a:pt x="12" y="108"/>
                  <a:pt x="12" y="108"/>
                </a:cubicBezTo>
                <a:cubicBezTo>
                  <a:pt x="5" y="108"/>
                  <a:pt x="0" y="113"/>
                  <a:pt x="0" y="120"/>
                </a:cubicBezTo>
                <a:cubicBezTo>
                  <a:pt x="0" y="160"/>
                  <a:pt x="0" y="160"/>
                  <a:pt x="0" y="160"/>
                </a:cubicBezTo>
                <a:cubicBezTo>
                  <a:pt x="0" y="167"/>
                  <a:pt x="5" y="172"/>
                  <a:pt x="12" y="172"/>
                </a:cubicBezTo>
                <a:cubicBezTo>
                  <a:pt x="52" y="172"/>
                  <a:pt x="52" y="172"/>
                  <a:pt x="52" y="172"/>
                </a:cubicBezTo>
                <a:cubicBezTo>
                  <a:pt x="59" y="172"/>
                  <a:pt x="64" y="167"/>
                  <a:pt x="64" y="160"/>
                </a:cubicBezTo>
                <a:cubicBezTo>
                  <a:pt x="64" y="144"/>
                  <a:pt x="64" y="144"/>
                  <a:pt x="64" y="144"/>
                </a:cubicBezTo>
                <a:cubicBezTo>
                  <a:pt x="96" y="144"/>
                  <a:pt x="96" y="144"/>
                  <a:pt x="96" y="144"/>
                </a:cubicBezTo>
                <a:cubicBezTo>
                  <a:pt x="96" y="160"/>
                  <a:pt x="96" y="160"/>
                  <a:pt x="96" y="160"/>
                </a:cubicBezTo>
                <a:cubicBezTo>
                  <a:pt x="96" y="167"/>
                  <a:pt x="101" y="172"/>
                  <a:pt x="108" y="172"/>
                </a:cubicBezTo>
                <a:cubicBezTo>
                  <a:pt x="124" y="172"/>
                  <a:pt x="124" y="172"/>
                  <a:pt x="124" y="172"/>
                </a:cubicBezTo>
                <a:cubicBezTo>
                  <a:pt x="124" y="192"/>
                  <a:pt x="124" y="192"/>
                  <a:pt x="124" y="192"/>
                </a:cubicBezTo>
                <a:cubicBezTo>
                  <a:pt x="108" y="192"/>
                  <a:pt x="108" y="192"/>
                  <a:pt x="108" y="192"/>
                </a:cubicBezTo>
                <a:cubicBezTo>
                  <a:pt x="101" y="192"/>
                  <a:pt x="96" y="197"/>
                  <a:pt x="96" y="204"/>
                </a:cubicBezTo>
                <a:cubicBezTo>
                  <a:pt x="96" y="244"/>
                  <a:pt x="96" y="244"/>
                  <a:pt x="96" y="244"/>
                </a:cubicBezTo>
                <a:cubicBezTo>
                  <a:pt x="96" y="251"/>
                  <a:pt x="101" y="256"/>
                  <a:pt x="108" y="256"/>
                </a:cubicBezTo>
                <a:cubicBezTo>
                  <a:pt x="148" y="256"/>
                  <a:pt x="148" y="256"/>
                  <a:pt x="148" y="256"/>
                </a:cubicBezTo>
                <a:cubicBezTo>
                  <a:pt x="155" y="256"/>
                  <a:pt x="160" y="251"/>
                  <a:pt x="160" y="244"/>
                </a:cubicBezTo>
                <a:cubicBezTo>
                  <a:pt x="160" y="204"/>
                  <a:pt x="160" y="204"/>
                  <a:pt x="160" y="204"/>
                </a:cubicBezTo>
                <a:cubicBezTo>
                  <a:pt x="160" y="197"/>
                  <a:pt x="155" y="192"/>
                  <a:pt x="148" y="192"/>
                </a:cubicBezTo>
                <a:cubicBezTo>
                  <a:pt x="132" y="192"/>
                  <a:pt x="132" y="192"/>
                  <a:pt x="132" y="192"/>
                </a:cubicBezTo>
                <a:cubicBezTo>
                  <a:pt x="132" y="172"/>
                  <a:pt x="132" y="172"/>
                  <a:pt x="132" y="172"/>
                </a:cubicBezTo>
                <a:cubicBezTo>
                  <a:pt x="148" y="172"/>
                  <a:pt x="148" y="172"/>
                  <a:pt x="148" y="172"/>
                </a:cubicBezTo>
                <a:cubicBezTo>
                  <a:pt x="155" y="172"/>
                  <a:pt x="160" y="167"/>
                  <a:pt x="160" y="160"/>
                </a:cubicBezTo>
                <a:cubicBezTo>
                  <a:pt x="160" y="144"/>
                  <a:pt x="160" y="144"/>
                  <a:pt x="160" y="144"/>
                </a:cubicBezTo>
                <a:cubicBezTo>
                  <a:pt x="192" y="144"/>
                  <a:pt x="192" y="144"/>
                  <a:pt x="192" y="144"/>
                </a:cubicBezTo>
                <a:cubicBezTo>
                  <a:pt x="192" y="160"/>
                  <a:pt x="192" y="160"/>
                  <a:pt x="192" y="160"/>
                </a:cubicBezTo>
                <a:cubicBezTo>
                  <a:pt x="192" y="167"/>
                  <a:pt x="197" y="172"/>
                  <a:pt x="204" y="172"/>
                </a:cubicBezTo>
                <a:cubicBezTo>
                  <a:pt x="220" y="172"/>
                  <a:pt x="220" y="172"/>
                  <a:pt x="220" y="172"/>
                </a:cubicBezTo>
                <a:cubicBezTo>
                  <a:pt x="220" y="192"/>
                  <a:pt x="220" y="192"/>
                  <a:pt x="220" y="192"/>
                </a:cubicBezTo>
                <a:cubicBezTo>
                  <a:pt x="204" y="192"/>
                  <a:pt x="204" y="192"/>
                  <a:pt x="204" y="192"/>
                </a:cubicBezTo>
                <a:cubicBezTo>
                  <a:pt x="197" y="192"/>
                  <a:pt x="192" y="197"/>
                  <a:pt x="192" y="204"/>
                </a:cubicBezTo>
                <a:cubicBezTo>
                  <a:pt x="192" y="244"/>
                  <a:pt x="192" y="244"/>
                  <a:pt x="192" y="244"/>
                </a:cubicBezTo>
                <a:cubicBezTo>
                  <a:pt x="192" y="251"/>
                  <a:pt x="197" y="256"/>
                  <a:pt x="204" y="256"/>
                </a:cubicBezTo>
                <a:cubicBezTo>
                  <a:pt x="244" y="256"/>
                  <a:pt x="244" y="256"/>
                  <a:pt x="244" y="256"/>
                </a:cubicBezTo>
                <a:cubicBezTo>
                  <a:pt x="251" y="256"/>
                  <a:pt x="256" y="251"/>
                  <a:pt x="256" y="244"/>
                </a:cubicBezTo>
                <a:cubicBezTo>
                  <a:pt x="256" y="204"/>
                  <a:pt x="256" y="204"/>
                  <a:pt x="256" y="204"/>
                </a:cubicBezTo>
                <a:cubicBezTo>
                  <a:pt x="256" y="197"/>
                  <a:pt x="251" y="192"/>
                  <a:pt x="244" y="192"/>
                </a:cubicBezTo>
                <a:cubicBezTo>
                  <a:pt x="228" y="192"/>
                  <a:pt x="228" y="192"/>
                  <a:pt x="228" y="192"/>
                </a:cubicBezTo>
                <a:cubicBezTo>
                  <a:pt x="228" y="172"/>
                  <a:pt x="228" y="172"/>
                  <a:pt x="228" y="172"/>
                </a:cubicBezTo>
                <a:lnTo>
                  <a:pt x="244" y="172"/>
                </a:lnTo>
                <a:close/>
                <a:moveTo>
                  <a:pt x="96" y="52"/>
                </a:moveTo>
                <a:cubicBezTo>
                  <a:pt x="96" y="12"/>
                  <a:pt x="96" y="12"/>
                  <a:pt x="96" y="12"/>
                </a:cubicBezTo>
                <a:cubicBezTo>
                  <a:pt x="96" y="10"/>
                  <a:pt x="98" y="8"/>
                  <a:pt x="100" y="8"/>
                </a:cubicBezTo>
                <a:cubicBezTo>
                  <a:pt x="156" y="8"/>
                  <a:pt x="156" y="8"/>
                  <a:pt x="156" y="8"/>
                </a:cubicBezTo>
                <a:cubicBezTo>
                  <a:pt x="158" y="8"/>
                  <a:pt x="160" y="10"/>
                  <a:pt x="160" y="12"/>
                </a:cubicBezTo>
                <a:cubicBezTo>
                  <a:pt x="160" y="52"/>
                  <a:pt x="160" y="52"/>
                  <a:pt x="160" y="52"/>
                </a:cubicBezTo>
                <a:cubicBezTo>
                  <a:pt x="160" y="54"/>
                  <a:pt x="158" y="56"/>
                  <a:pt x="156" y="56"/>
                </a:cubicBezTo>
                <a:cubicBezTo>
                  <a:pt x="100" y="56"/>
                  <a:pt x="100" y="56"/>
                  <a:pt x="100" y="56"/>
                </a:cubicBezTo>
                <a:cubicBezTo>
                  <a:pt x="98" y="56"/>
                  <a:pt x="96" y="54"/>
                  <a:pt x="96" y="52"/>
                </a:cubicBezTo>
                <a:close/>
                <a:moveTo>
                  <a:pt x="152" y="204"/>
                </a:moveTo>
                <a:cubicBezTo>
                  <a:pt x="152" y="244"/>
                  <a:pt x="152" y="244"/>
                  <a:pt x="152" y="244"/>
                </a:cubicBezTo>
                <a:cubicBezTo>
                  <a:pt x="152" y="246"/>
                  <a:pt x="150" y="248"/>
                  <a:pt x="148" y="248"/>
                </a:cubicBezTo>
                <a:cubicBezTo>
                  <a:pt x="108" y="248"/>
                  <a:pt x="108" y="248"/>
                  <a:pt x="108" y="248"/>
                </a:cubicBezTo>
                <a:cubicBezTo>
                  <a:pt x="106" y="248"/>
                  <a:pt x="104" y="246"/>
                  <a:pt x="104" y="244"/>
                </a:cubicBezTo>
                <a:cubicBezTo>
                  <a:pt x="104" y="204"/>
                  <a:pt x="104" y="204"/>
                  <a:pt x="104" y="204"/>
                </a:cubicBezTo>
                <a:cubicBezTo>
                  <a:pt x="104" y="202"/>
                  <a:pt x="106" y="200"/>
                  <a:pt x="108" y="200"/>
                </a:cubicBezTo>
                <a:cubicBezTo>
                  <a:pt x="148" y="200"/>
                  <a:pt x="148" y="200"/>
                  <a:pt x="148" y="200"/>
                </a:cubicBezTo>
                <a:cubicBezTo>
                  <a:pt x="150" y="200"/>
                  <a:pt x="152" y="202"/>
                  <a:pt x="152" y="204"/>
                </a:cubicBezTo>
                <a:close/>
                <a:moveTo>
                  <a:pt x="248" y="204"/>
                </a:moveTo>
                <a:cubicBezTo>
                  <a:pt x="248" y="244"/>
                  <a:pt x="248" y="244"/>
                  <a:pt x="248" y="244"/>
                </a:cubicBezTo>
                <a:cubicBezTo>
                  <a:pt x="248" y="246"/>
                  <a:pt x="246" y="248"/>
                  <a:pt x="244" y="248"/>
                </a:cubicBezTo>
                <a:cubicBezTo>
                  <a:pt x="204" y="248"/>
                  <a:pt x="204" y="248"/>
                  <a:pt x="204" y="248"/>
                </a:cubicBezTo>
                <a:cubicBezTo>
                  <a:pt x="202" y="248"/>
                  <a:pt x="200" y="246"/>
                  <a:pt x="200" y="244"/>
                </a:cubicBezTo>
                <a:cubicBezTo>
                  <a:pt x="200" y="204"/>
                  <a:pt x="200" y="204"/>
                  <a:pt x="200" y="204"/>
                </a:cubicBezTo>
                <a:cubicBezTo>
                  <a:pt x="200" y="202"/>
                  <a:pt x="202" y="200"/>
                  <a:pt x="204" y="200"/>
                </a:cubicBezTo>
                <a:cubicBezTo>
                  <a:pt x="244" y="200"/>
                  <a:pt x="244" y="200"/>
                  <a:pt x="244" y="200"/>
                </a:cubicBezTo>
                <a:cubicBezTo>
                  <a:pt x="246" y="200"/>
                  <a:pt x="248" y="202"/>
                  <a:pt x="248" y="204"/>
                </a:cubicBezTo>
                <a:close/>
                <a:moveTo>
                  <a:pt x="56" y="160"/>
                </a:moveTo>
                <a:cubicBezTo>
                  <a:pt x="56" y="162"/>
                  <a:pt x="54" y="164"/>
                  <a:pt x="52" y="164"/>
                </a:cubicBezTo>
                <a:cubicBezTo>
                  <a:pt x="12" y="164"/>
                  <a:pt x="12" y="164"/>
                  <a:pt x="12" y="164"/>
                </a:cubicBezTo>
                <a:cubicBezTo>
                  <a:pt x="10" y="164"/>
                  <a:pt x="8" y="162"/>
                  <a:pt x="8" y="160"/>
                </a:cubicBezTo>
                <a:cubicBezTo>
                  <a:pt x="8" y="120"/>
                  <a:pt x="8" y="120"/>
                  <a:pt x="8" y="120"/>
                </a:cubicBezTo>
                <a:cubicBezTo>
                  <a:pt x="8" y="118"/>
                  <a:pt x="10" y="116"/>
                  <a:pt x="12" y="116"/>
                </a:cubicBezTo>
                <a:cubicBezTo>
                  <a:pt x="52" y="116"/>
                  <a:pt x="52" y="116"/>
                  <a:pt x="52" y="116"/>
                </a:cubicBezTo>
                <a:cubicBezTo>
                  <a:pt x="54" y="116"/>
                  <a:pt x="56" y="118"/>
                  <a:pt x="56" y="120"/>
                </a:cubicBezTo>
                <a:lnTo>
                  <a:pt x="56" y="160"/>
                </a:lnTo>
                <a:close/>
                <a:moveTo>
                  <a:pt x="64" y="136"/>
                </a:moveTo>
                <a:cubicBezTo>
                  <a:pt x="64" y="120"/>
                  <a:pt x="64" y="120"/>
                  <a:pt x="64" y="120"/>
                </a:cubicBezTo>
                <a:cubicBezTo>
                  <a:pt x="64" y="113"/>
                  <a:pt x="59" y="108"/>
                  <a:pt x="52" y="108"/>
                </a:cubicBezTo>
                <a:cubicBezTo>
                  <a:pt x="36" y="108"/>
                  <a:pt x="36" y="108"/>
                  <a:pt x="36" y="108"/>
                </a:cubicBezTo>
                <a:cubicBezTo>
                  <a:pt x="36" y="92"/>
                  <a:pt x="36" y="92"/>
                  <a:pt x="36" y="92"/>
                </a:cubicBezTo>
                <a:cubicBezTo>
                  <a:pt x="36" y="90"/>
                  <a:pt x="38" y="88"/>
                  <a:pt x="40" y="88"/>
                </a:cubicBezTo>
                <a:cubicBezTo>
                  <a:pt x="124" y="88"/>
                  <a:pt x="124" y="88"/>
                  <a:pt x="124" y="88"/>
                </a:cubicBezTo>
                <a:cubicBezTo>
                  <a:pt x="124" y="108"/>
                  <a:pt x="124" y="108"/>
                  <a:pt x="124" y="108"/>
                </a:cubicBezTo>
                <a:cubicBezTo>
                  <a:pt x="108" y="108"/>
                  <a:pt x="108" y="108"/>
                  <a:pt x="108" y="108"/>
                </a:cubicBezTo>
                <a:cubicBezTo>
                  <a:pt x="101" y="108"/>
                  <a:pt x="96" y="113"/>
                  <a:pt x="96" y="120"/>
                </a:cubicBezTo>
                <a:cubicBezTo>
                  <a:pt x="96" y="136"/>
                  <a:pt x="96" y="136"/>
                  <a:pt x="96" y="136"/>
                </a:cubicBezTo>
                <a:lnTo>
                  <a:pt x="64" y="136"/>
                </a:lnTo>
                <a:close/>
                <a:moveTo>
                  <a:pt x="152" y="160"/>
                </a:moveTo>
                <a:cubicBezTo>
                  <a:pt x="152" y="162"/>
                  <a:pt x="150" y="164"/>
                  <a:pt x="148" y="164"/>
                </a:cubicBezTo>
                <a:cubicBezTo>
                  <a:pt x="108" y="164"/>
                  <a:pt x="108" y="164"/>
                  <a:pt x="108" y="164"/>
                </a:cubicBezTo>
                <a:cubicBezTo>
                  <a:pt x="106" y="164"/>
                  <a:pt x="104" y="162"/>
                  <a:pt x="104" y="160"/>
                </a:cubicBezTo>
                <a:cubicBezTo>
                  <a:pt x="104" y="120"/>
                  <a:pt x="104" y="120"/>
                  <a:pt x="104" y="120"/>
                </a:cubicBezTo>
                <a:cubicBezTo>
                  <a:pt x="104" y="118"/>
                  <a:pt x="106" y="116"/>
                  <a:pt x="108" y="116"/>
                </a:cubicBezTo>
                <a:cubicBezTo>
                  <a:pt x="148" y="116"/>
                  <a:pt x="148" y="116"/>
                  <a:pt x="148" y="116"/>
                </a:cubicBezTo>
                <a:cubicBezTo>
                  <a:pt x="150" y="116"/>
                  <a:pt x="152" y="118"/>
                  <a:pt x="152" y="120"/>
                </a:cubicBezTo>
                <a:lnTo>
                  <a:pt x="152" y="160"/>
                </a:lnTo>
                <a:close/>
                <a:moveTo>
                  <a:pt x="160" y="136"/>
                </a:moveTo>
                <a:cubicBezTo>
                  <a:pt x="160" y="120"/>
                  <a:pt x="160" y="120"/>
                  <a:pt x="160" y="120"/>
                </a:cubicBezTo>
                <a:cubicBezTo>
                  <a:pt x="160" y="113"/>
                  <a:pt x="155" y="108"/>
                  <a:pt x="148" y="108"/>
                </a:cubicBezTo>
                <a:cubicBezTo>
                  <a:pt x="132" y="108"/>
                  <a:pt x="132" y="108"/>
                  <a:pt x="132" y="108"/>
                </a:cubicBezTo>
                <a:cubicBezTo>
                  <a:pt x="132" y="88"/>
                  <a:pt x="132" y="88"/>
                  <a:pt x="132" y="88"/>
                </a:cubicBezTo>
                <a:cubicBezTo>
                  <a:pt x="216" y="88"/>
                  <a:pt x="216" y="88"/>
                  <a:pt x="216" y="88"/>
                </a:cubicBezTo>
                <a:cubicBezTo>
                  <a:pt x="218" y="88"/>
                  <a:pt x="220" y="90"/>
                  <a:pt x="220" y="92"/>
                </a:cubicBezTo>
                <a:cubicBezTo>
                  <a:pt x="220" y="108"/>
                  <a:pt x="220" y="108"/>
                  <a:pt x="220" y="108"/>
                </a:cubicBezTo>
                <a:cubicBezTo>
                  <a:pt x="204" y="108"/>
                  <a:pt x="204" y="108"/>
                  <a:pt x="204" y="108"/>
                </a:cubicBezTo>
                <a:cubicBezTo>
                  <a:pt x="197" y="108"/>
                  <a:pt x="192" y="113"/>
                  <a:pt x="192" y="120"/>
                </a:cubicBezTo>
                <a:cubicBezTo>
                  <a:pt x="192" y="136"/>
                  <a:pt x="192" y="136"/>
                  <a:pt x="192" y="136"/>
                </a:cubicBezTo>
                <a:lnTo>
                  <a:pt x="160" y="136"/>
                </a:lnTo>
                <a:close/>
                <a:moveTo>
                  <a:pt x="200" y="160"/>
                </a:moveTo>
                <a:cubicBezTo>
                  <a:pt x="200" y="120"/>
                  <a:pt x="200" y="120"/>
                  <a:pt x="200" y="120"/>
                </a:cubicBezTo>
                <a:cubicBezTo>
                  <a:pt x="200" y="118"/>
                  <a:pt x="202" y="116"/>
                  <a:pt x="204" y="116"/>
                </a:cubicBezTo>
                <a:cubicBezTo>
                  <a:pt x="244" y="116"/>
                  <a:pt x="244" y="116"/>
                  <a:pt x="244" y="116"/>
                </a:cubicBezTo>
                <a:cubicBezTo>
                  <a:pt x="246" y="116"/>
                  <a:pt x="248" y="118"/>
                  <a:pt x="248" y="120"/>
                </a:cubicBezTo>
                <a:cubicBezTo>
                  <a:pt x="248" y="160"/>
                  <a:pt x="248" y="160"/>
                  <a:pt x="248" y="160"/>
                </a:cubicBezTo>
                <a:cubicBezTo>
                  <a:pt x="248" y="162"/>
                  <a:pt x="246" y="164"/>
                  <a:pt x="244" y="164"/>
                </a:cubicBezTo>
                <a:cubicBezTo>
                  <a:pt x="204" y="164"/>
                  <a:pt x="204" y="164"/>
                  <a:pt x="204" y="164"/>
                </a:cubicBezTo>
                <a:cubicBezTo>
                  <a:pt x="202" y="164"/>
                  <a:pt x="200" y="162"/>
                  <a:pt x="200" y="16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60" name="Freeform 79">
            <a:extLst>
              <a:ext uri="{FF2B5EF4-FFF2-40B4-BE49-F238E27FC236}">
                <a16:creationId xmlns:a16="http://schemas.microsoft.com/office/drawing/2014/main" id="{D90FE658-FB84-41E8-B828-C1ADD5E0298B}"/>
              </a:ext>
            </a:extLst>
          </p:cNvPr>
          <p:cNvSpPr>
            <a:spLocks noChangeAspect="1" noEditPoints="1"/>
          </p:cNvSpPr>
          <p:nvPr/>
        </p:nvSpPr>
        <p:spPr bwMode="auto">
          <a:xfrm>
            <a:off x="4443672" y="2476500"/>
            <a:ext cx="400050" cy="304800"/>
          </a:xfrm>
          <a:custGeom>
            <a:avLst/>
            <a:gdLst>
              <a:gd name="T0" fmla="*/ 64 w 256"/>
              <a:gd name="T1" fmla="*/ 0 h 196"/>
              <a:gd name="T2" fmla="*/ 48 w 256"/>
              <a:gd name="T3" fmla="*/ 36 h 196"/>
              <a:gd name="T4" fmla="*/ 56 w 256"/>
              <a:gd name="T5" fmla="*/ 16 h 196"/>
              <a:gd name="T6" fmla="*/ 240 w 256"/>
              <a:gd name="T7" fmla="*/ 8 h 196"/>
              <a:gd name="T8" fmla="*/ 248 w 256"/>
              <a:gd name="T9" fmla="*/ 152 h 196"/>
              <a:gd name="T10" fmla="*/ 152 w 256"/>
              <a:gd name="T11" fmla="*/ 160 h 196"/>
              <a:gd name="T12" fmla="*/ 172 w 256"/>
              <a:gd name="T13" fmla="*/ 168 h 196"/>
              <a:gd name="T14" fmla="*/ 173 w 256"/>
              <a:gd name="T15" fmla="*/ 188 h 196"/>
              <a:gd name="T16" fmla="*/ 148 w 256"/>
              <a:gd name="T17" fmla="*/ 192 h 196"/>
              <a:gd name="T18" fmla="*/ 188 w 256"/>
              <a:gd name="T19" fmla="*/ 196 h 196"/>
              <a:gd name="T20" fmla="*/ 188 w 256"/>
              <a:gd name="T21" fmla="*/ 188 h 196"/>
              <a:gd name="T22" fmla="*/ 180 w 256"/>
              <a:gd name="T23" fmla="*/ 184 h 196"/>
              <a:gd name="T24" fmla="*/ 240 w 256"/>
              <a:gd name="T25" fmla="*/ 168 h 196"/>
              <a:gd name="T26" fmla="*/ 256 w 256"/>
              <a:gd name="T27" fmla="*/ 16 h 196"/>
              <a:gd name="T28" fmla="*/ 228 w 256"/>
              <a:gd name="T29" fmla="*/ 132 h 196"/>
              <a:gd name="T30" fmla="*/ 152 w 256"/>
              <a:gd name="T31" fmla="*/ 140 h 196"/>
              <a:gd name="T32" fmla="*/ 240 w 256"/>
              <a:gd name="T33" fmla="*/ 128 h 196"/>
              <a:gd name="T34" fmla="*/ 228 w 256"/>
              <a:gd name="T35" fmla="*/ 16 h 196"/>
              <a:gd name="T36" fmla="*/ 64 w 256"/>
              <a:gd name="T37" fmla="*/ 28 h 196"/>
              <a:gd name="T38" fmla="*/ 72 w 256"/>
              <a:gd name="T39" fmla="*/ 36 h 196"/>
              <a:gd name="T40" fmla="*/ 76 w 256"/>
              <a:gd name="T41" fmla="*/ 24 h 196"/>
              <a:gd name="T42" fmla="*/ 232 w 256"/>
              <a:gd name="T43" fmla="*/ 28 h 196"/>
              <a:gd name="T44" fmla="*/ 228 w 256"/>
              <a:gd name="T45" fmla="*/ 132 h 196"/>
              <a:gd name="T46" fmla="*/ 40 w 256"/>
              <a:gd name="T47" fmla="*/ 48 h 196"/>
              <a:gd name="T48" fmla="*/ 24 w 256"/>
              <a:gd name="T49" fmla="*/ 116 h 196"/>
              <a:gd name="T50" fmla="*/ 32 w 256"/>
              <a:gd name="T51" fmla="*/ 64 h 196"/>
              <a:gd name="T52" fmla="*/ 123 w 256"/>
              <a:gd name="T53" fmla="*/ 56 h 196"/>
              <a:gd name="T54" fmla="*/ 131 w 256"/>
              <a:gd name="T55" fmla="*/ 180 h 196"/>
              <a:gd name="T56" fmla="*/ 108 w 256"/>
              <a:gd name="T57" fmla="*/ 188 h 196"/>
              <a:gd name="T58" fmla="*/ 123 w 256"/>
              <a:gd name="T59" fmla="*/ 196 h 196"/>
              <a:gd name="T60" fmla="*/ 139 w 256"/>
              <a:gd name="T61" fmla="*/ 64 h 196"/>
              <a:gd name="T62" fmla="*/ 80 w 256"/>
              <a:gd name="T63" fmla="*/ 128 h 196"/>
              <a:gd name="T64" fmla="*/ 0 w 256"/>
              <a:gd name="T65" fmla="*/ 144 h 196"/>
              <a:gd name="T66" fmla="*/ 16 w 256"/>
              <a:gd name="T67" fmla="*/ 196 h 196"/>
              <a:gd name="T68" fmla="*/ 96 w 256"/>
              <a:gd name="T69" fmla="*/ 180 h 196"/>
              <a:gd name="T70" fmla="*/ 80 w 256"/>
              <a:gd name="T71" fmla="*/ 128 h 196"/>
              <a:gd name="T72" fmla="*/ 80 w 256"/>
              <a:gd name="T73" fmla="*/ 188 h 196"/>
              <a:gd name="T74" fmla="*/ 8 w 256"/>
              <a:gd name="T75" fmla="*/ 180 h 196"/>
              <a:gd name="T76" fmla="*/ 16 w 256"/>
              <a:gd name="T77" fmla="*/ 136 h 196"/>
              <a:gd name="T78" fmla="*/ 88 w 256"/>
              <a:gd name="T79" fmla="*/ 14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6" h="196">
                <a:moveTo>
                  <a:pt x="240" y="0"/>
                </a:moveTo>
                <a:cubicBezTo>
                  <a:pt x="64" y="0"/>
                  <a:pt x="64" y="0"/>
                  <a:pt x="64" y="0"/>
                </a:cubicBezTo>
                <a:cubicBezTo>
                  <a:pt x="55" y="0"/>
                  <a:pt x="48" y="7"/>
                  <a:pt x="48" y="16"/>
                </a:cubicBezTo>
                <a:cubicBezTo>
                  <a:pt x="48" y="36"/>
                  <a:pt x="48" y="36"/>
                  <a:pt x="48" y="36"/>
                </a:cubicBezTo>
                <a:cubicBezTo>
                  <a:pt x="56" y="36"/>
                  <a:pt x="56" y="36"/>
                  <a:pt x="56" y="36"/>
                </a:cubicBezTo>
                <a:cubicBezTo>
                  <a:pt x="56" y="16"/>
                  <a:pt x="56" y="16"/>
                  <a:pt x="56" y="16"/>
                </a:cubicBezTo>
                <a:cubicBezTo>
                  <a:pt x="56" y="12"/>
                  <a:pt x="60" y="8"/>
                  <a:pt x="64" y="8"/>
                </a:cubicBezTo>
                <a:cubicBezTo>
                  <a:pt x="240" y="8"/>
                  <a:pt x="240" y="8"/>
                  <a:pt x="240" y="8"/>
                </a:cubicBezTo>
                <a:cubicBezTo>
                  <a:pt x="244" y="8"/>
                  <a:pt x="248" y="12"/>
                  <a:pt x="248" y="16"/>
                </a:cubicBezTo>
                <a:cubicBezTo>
                  <a:pt x="248" y="152"/>
                  <a:pt x="248" y="152"/>
                  <a:pt x="248" y="152"/>
                </a:cubicBezTo>
                <a:cubicBezTo>
                  <a:pt x="248" y="156"/>
                  <a:pt x="244" y="160"/>
                  <a:pt x="240" y="160"/>
                </a:cubicBezTo>
                <a:cubicBezTo>
                  <a:pt x="152" y="160"/>
                  <a:pt x="152" y="160"/>
                  <a:pt x="152" y="160"/>
                </a:cubicBezTo>
                <a:cubicBezTo>
                  <a:pt x="152" y="168"/>
                  <a:pt x="152" y="168"/>
                  <a:pt x="152" y="168"/>
                </a:cubicBezTo>
                <a:cubicBezTo>
                  <a:pt x="172" y="168"/>
                  <a:pt x="172" y="168"/>
                  <a:pt x="172" y="168"/>
                </a:cubicBezTo>
                <a:cubicBezTo>
                  <a:pt x="172" y="184"/>
                  <a:pt x="172" y="184"/>
                  <a:pt x="172" y="184"/>
                </a:cubicBezTo>
                <a:cubicBezTo>
                  <a:pt x="172" y="185"/>
                  <a:pt x="172" y="187"/>
                  <a:pt x="173" y="188"/>
                </a:cubicBezTo>
                <a:cubicBezTo>
                  <a:pt x="152" y="188"/>
                  <a:pt x="152" y="188"/>
                  <a:pt x="152" y="188"/>
                </a:cubicBezTo>
                <a:cubicBezTo>
                  <a:pt x="150" y="188"/>
                  <a:pt x="148" y="190"/>
                  <a:pt x="148" y="192"/>
                </a:cubicBezTo>
                <a:cubicBezTo>
                  <a:pt x="148" y="194"/>
                  <a:pt x="150" y="196"/>
                  <a:pt x="152" y="196"/>
                </a:cubicBezTo>
                <a:cubicBezTo>
                  <a:pt x="188" y="196"/>
                  <a:pt x="188" y="196"/>
                  <a:pt x="188" y="196"/>
                </a:cubicBezTo>
                <a:cubicBezTo>
                  <a:pt x="190" y="196"/>
                  <a:pt x="192" y="194"/>
                  <a:pt x="192" y="192"/>
                </a:cubicBezTo>
                <a:cubicBezTo>
                  <a:pt x="192" y="190"/>
                  <a:pt x="190" y="188"/>
                  <a:pt x="188" y="188"/>
                </a:cubicBezTo>
                <a:cubicBezTo>
                  <a:pt x="184" y="188"/>
                  <a:pt x="184" y="188"/>
                  <a:pt x="184" y="188"/>
                </a:cubicBezTo>
                <a:cubicBezTo>
                  <a:pt x="182" y="188"/>
                  <a:pt x="180" y="186"/>
                  <a:pt x="180" y="184"/>
                </a:cubicBezTo>
                <a:cubicBezTo>
                  <a:pt x="180" y="168"/>
                  <a:pt x="180" y="168"/>
                  <a:pt x="180" y="168"/>
                </a:cubicBezTo>
                <a:cubicBezTo>
                  <a:pt x="240" y="168"/>
                  <a:pt x="240" y="168"/>
                  <a:pt x="240" y="168"/>
                </a:cubicBezTo>
                <a:cubicBezTo>
                  <a:pt x="249" y="168"/>
                  <a:pt x="256" y="161"/>
                  <a:pt x="256" y="152"/>
                </a:cubicBezTo>
                <a:cubicBezTo>
                  <a:pt x="256" y="16"/>
                  <a:pt x="256" y="16"/>
                  <a:pt x="256" y="16"/>
                </a:cubicBezTo>
                <a:cubicBezTo>
                  <a:pt x="256" y="7"/>
                  <a:pt x="249" y="0"/>
                  <a:pt x="240" y="0"/>
                </a:cubicBezTo>
                <a:close/>
                <a:moveTo>
                  <a:pt x="228" y="132"/>
                </a:moveTo>
                <a:cubicBezTo>
                  <a:pt x="152" y="132"/>
                  <a:pt x="152" y="132"/>
                  <a:pt x="152" y="132"/>
                </a:cubicBezTo>
                <a:cubicBezTo>
                  <a:pt x="152" y="140"/>
                  <a:pt x="152" y="140"/>
                  <a:pt x="152" y="140"/>
                </a:cubicBezTo>
                <a:cubicBezTo>
                  <a:pt x="228" y="140"/>
                  <a:pt x="228" y="140"/>
                  <a:pt x="228" y="140"/>
                </a:cubicBezTo>
                <a:cubicBezTo>
                  <a:pt x="235" y="140"/>
                  <a:pt x="240" y="135"/>
                  <a:pt x="240" y="128"/>
                </a:cubicBezTo>
                <a:cubicBezTo>
                  <a:pt x="240" y="28"/>
                  <a:pt x="240" y="28"/>
                  <a:pt x="240" y="28"/>
                </a:cubicBezTo>
                <a:cubicBezTo>
                  <a:pt x="240" y="21"/>
                  <a:pt x="235" y="16"/>
                  <a:pt x="228" y="16"/>
                </a:cubicBezTo>
                <a:cubicBezTo>
                  <a:pt x="76" y="16"/>
                  <a:pt x="76" y="16"/>
                  <a:pt x="76" y="16"/>
                </a:cubicBezTo>
                <a:cubicBezTo>
                  <a:pt x="69" y="16"/>
                  <a:pt x="64" y="21"/>
                  <a:pt x="64" y="28"/>
                </a:cubicBezTo>
                <a:cubicBezTo>
                  <a:pt x="64" y="36"/>
                  <a:pt x="64" y="36"/>
                  <a:pt x="64" y="36"/>
                </a:cubicBezTo>
                <a:cubicBezTo>
                  <a:pt x="72" y="36"/>
                  <a:pt x="72" y="36"/>
                  <a:pt x="72" y="36"/>
                </a:cubicBezTo>
                <a:cubicBezTo>
                  <a:pt x="72" y="28"/>
                  <a:pt x="72" y="28"/>
                  <a:pt x="72" y="28"/>
                </a:cubicBezTo>
                <a:cubicBezTo>
                  <a:pt x="72" y="26"/>
                  <a:pt x="74" y="24"/>
                  <a:pt x="76" y="24"/>
                </a:cubicBezTo>
                <a:cubicBezTo>
                  <a:pt x="228" y="24"/>
                  <a:pt x="228" y="24"/>
                  <a:pt x="228" y="24"/>
                </a:cubicBezTo>
                <a:cubicBezTo>
                  <a:pt x="230" y="24"/>
                  <a:pt x="232" y="26"/>
                  <a:pt x="232" y="28"/>
                </a:cubicBezTo>
                <a:cubicBezTo>
                  <a:pt x="232" y="128"/>
                  <a:pt x="232" y="128"/>
                  <a:pt x="232" y="128"/>
                </a:cubicBezTo>
                <a:cubicBezTo>
                  <a:pt x="232" y="130"/>
                  <a:pt x="230" y="132"/>
                  <a:pt x="228" y="132"/>
                </a:cubicBezTo>
                <a:close/>
                <a:moveTo>
                  <a:pt x="123" y="48"/>
                </a:moveTo>
                <a:cubicBezTo>
                  <a:pt x="40" y="48"/>
                  <a:pt x="40" y="48"/>
                  <a:pt x="40" y="48"/>
                </a:cubicBezTo>
                <a:cubicBezTo>
                  <a:pt x="31" y="48"/>
                  <a:pt x="24" y="55"/>
                  <a:pt x="24" y="64"/>
                </a:cubicBezTo>
                <a:cubicBezTo>
                  <a:pt x="24" y="116"/>
                  <a:pt x="24" y="116"/>
                  <a:pt x="24" y="116"/>
                </a:cubicBezTo>
                <a:cubicBezTo>
                  <a:pt x="32" y="116"/>
                  <a:pt x="32" y="116"/>
                  <a:pt x="32" y="116"/>
                </a:cubicBezTo>
                <a:cubicBezTo>
                  <a:pt x="32" y="64"/>
                  <a:pt x="32" y="64"/>
                  <a:pt x="32" y="64"/>
                </a:cubicBezTo>
                <a:cubicBezTo>
                  <a:pt x="32" y="60"/>
                  <a:pt x="36" y="56"/>
                  <a:pt x="40" y="56"/>
                </a:cubicBezTo>
                <a:cubicBezTo>
                  <a:pt x="123" y="56"/>
                  <a:pt x="123" y="56"/>
                  <a:pt x="123" y="56"/>
                </a:cubicBezTo>
                <a:cubicBezTo>
                  <a:pt x="127" y="56"/>
                  <a:pt x="131" y="60"/>
                  <a:pt x="131" y="64"/>
                </a:cubicBezTo>
                <a:cubicBezTo>
                  <a:pt x="131" y="180"/>
                  <a:pt x="131" y="180"/>
                  <a:pt x="131" y="180"/>
                </a:cubicBezTo>
                <a:cubicBezTo>
                  <a:pt x="131" y="184"/>
                  <a:pt x="127" y="188"/>
                  <a:pt x="123" y="188"/>
                </a:cubicBezTo>
                <a:cubicBezTo>
                  <a:pt x="108" y="188"/>
                  <a:pt x="108" y="188"/>
                  <a:pt x="108" y="188"/>
                </a:cubicBezTo>
                <a:cubicBezTo>
                  <a:pt x="108" y="196"/>
                  <a:pt x="108" y="196"/>
                  <a:pt x="108" y="196"/>
                </a:cubicBezTo>
                <a:cubicBezTo>
                  <a:pt x="123" y="196"/>
                  <a:pt x="123" y="196"/>
                  <a:pt x="123" y="196"/>
                </a:cubicBezTo>
                <a:cubicBezTo>
                  <a:pt x="132" y="196"/>
                  <a:pt x="139" y="189"/>
                  <a:pt x="139" y="180"/>
                </a:cubicBezTo>
                <a:cubicBezTo>
                  <a:pt x="139" y="64"/>
                  <a:pt x="139" y="64"/>
                  <a:pt x="139" y="64"/>
                </a:cubicBezTo>
                <a:cubicBezTo>
                  <a:pt x="139" y="55"/>
                  <a:pt x="132" y="48"/>
                  <a:pt x="123" y="48"/>
                </a:cubicBezTo>
                <a:close/>
                <a:moveTo>
                  <a:pt x="80" y="128"/>
                </a:moveTo>
                <a:cubicBezTo>
                  <a:pt x="16" y="128"/>
                  <a:pt x="16" y="128"/>
                  <a:pt x="16" y="128"/>
                </a:cubicBezTo>
                <a:cubicBezTo>
                  <a:pt x="7" y="128"/>
                  <a:pt x="0" y="135"/>
                  <a:pt x="0" y="144"/>
                </a:cubicBezTo>
                <a:cubicBezTo>
                  <a:pt x="0" y="180"/>
                  <a:pt x="0" y="180"/>
                  <a:pt x="0" y="180"/>
                </a:cubicBezTo>
                <a:cubicBezTo>
                  <a:pt x="0" y="189"/>
                  <a:pt x="7" y="196"/>
                  <a:pt x="16" y="196"/>
                </a:cubicBezTo>
                <a:cubicBezTo>
                  <a:pt x="80" y="196"/>
                  <a:pt x="80" y="196"/>
                  <a:pt x="80" y="196"/>
                </a:cubicBezTo>
                <a:cubicBezTo>
                  <a:pt x="89" y="196"/>
                  <a:pt x="96" y="189"/>
                  <a:pt x="96" y="180"/>
                </a:cubicBezTo>
                <a:cubicBezTo>
                  <a:pt x="96" y="144"/>
                  <a:pt x="96" y="144"/>
                  <a:pt x="96" y="144"/>
                </a:cubicBezTo>
                <a:cubicBezTo>
                  <a:pt x="96" y="135"/>
                  <a:pt x="89" y="128"/>
                  <a:pt x="80" y="128"/>
                </a:cubicBezTo>
                <a:close/>
                <a:moveTo>
                  <a:pt x="88" y="180"/>
                </a:moveTo>
                <a:cubicBezTo>
                  <a:pt x="88" y="184"/>
                  <a:pt x="84" y="188"/>
                  <a:pt x="80" y="188"/>
                </a:cubicBezTo>
                <a:cubicBezTo>
                  <a:pt x="16" y="188"/>
                  <a:pt x="16" y="188"/>
                  <a:pt x="16" y="188"/>
                </a:cubicBezTo>
                <a:cubicBezTo>
                  <a:pt x="12" y="188"/>
                  <a:pt x="8" y="184"/>
                  <a:pt x="8" y="180"/>
                </a:cubicBezTo>
                <a:cubicBezTo>
                  <a:pt x="8" y="144"/>
                  <a:pt x="8" y="144"/>
                  <a:pt x="8" y="144"/>
                </a:cubicBezTo>
                <a:cubicBezTo>
                  <a:pt x="8" y="140"/>
                  <a:pt x="12" y="136"/>
                  <a:pt x="16" y="136"/>
                </a:cubicBezTo>
                <a:cubicBezTo>
                  <a:pt x="80" y="136"/>
                  <a:pt x="80" y="136"/>
                  <a:pt x="80" y="136"/>
                </a:cubicBezTo>
                <a:cubicBezTo>
                  <a:pt x="84" y="136"/>
                  <a:pt x="88" y="140"/>
                  <a:pt x="88" y="144"/>
                </a:cubicBezTo>
                <a:lnTo>
                  <a:pt x="88" y="18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66" name="Freeform 83">
            <a:extLst>
              <a:ext uri="{FF2B5EF4-FFF2-40B4-BE49-F238E27FC236}">
                <a16:creationId xmlns:a16="http://schemas.microsoft.com/office/drawing/2014/main" id="{6F391D7B-6C64-493A-930A-1A8E6C27BCC7}"/>
              </a:ext>
            </a:extLst>
          </p:cNvPr>
          <p:cNvSpPr>
            <a:spLocks noChangeAspect="1" noEditPoints="1"/>
          </p:cNvSpPr>
          <p:nvPr/>
        </p:nvSpPr>
        <p:spPr bwMode="auto">
          <a:xfrm>
            <a:off x="5411318" y="2428875"/>
            <a:ext cx="400050" cy="400050"/>
          </a:xfrm>
          <a:custGeom>
            <a:avLst/>
            <a:gdLst>
              <a:gd name="T0" fmla="*/ 140 w 256"/>
              <a:gd name="T1" fmla="*/ 108 h 256"/>
              <a:gd name="T2" fmla="*/ 148 w 256"/>
              <a:gd name="T3" fmla="*/ 108 h 256"/>
              <a:gd name="T4" fmla="*/ 248 w 256"/>
              <a:gd name="T5" fmla="*/ 108 h 256"/>
              <a:gd name="T6" fmla="*/ 160 w 256"/>
              <a:gd name="T7" fmla="*/ 216 h 256"/>
              <a:gd name="T8" fmla="*/ 140 w 256"/>
              <a:gd name="T9" fmla="*/ 200 h 256"/>
              <a:gd name="T10" fmla="*/ 236 w 256"/>
              <a:gd name="T11" fmla="*/ 224 h 256"/>
              <a:gd name="T12" fmla="*/ 236 w 256"/>
              <a:gd name="T13" fmla="*/ 88 h 256"/>
              <a:gd name="T14" fmla="*/ 157 w 256"/>
              <a:gd name="T15" fmla="*/ 80 h 256"/>
              <a:gd name="T16" fmla="*/ 239 w 256"/>
              <a:gd name="T17" fmla="*/ 80 h 256"/>
              <a:gd name="T18" fmla="*/ 241 w 256"/>
              <a:gd name="T19" fmla="*/ 72 h 256"/>
              <a:gd name="T20" fmla="*/ 172 w 256"/>
              <a:gd name="T21" fmla="*/ 56 h 256"/>
              <a:gd name="T22" fmla="*/ 239 w 256"/>
              <a:gd name="T23" fmla="*/ 232 h 256"/>
              <a:gd name="T24" fmla="*/ 157 w 256"/>
              <a:gd name="T25" fmla="*/ 232 h 256"/>
              <a:gd name="T26" fmla="*/ 168 w 256"/>
              <a:gd name="T27" fmla="*/ 253 h 256"/>
              <a:gd name="T28" fmla="*/ 228 w 256"/>
              <a:gd name="T29" fmla="*/ 253 h 256"/>
              <a:gd name="T30" fmla="*/ 239 w 256"/>
              <a:gd name="T31" fmla="*/ 232 h 256"/>
              <a:gd name="T32" fmla="*/ 24 w 256"/>
              <a:gd name="T33" fmla="*/ 216 h 256"/>
              <a:gd name="T34" fmla="*/ 8 w 256"/>
              <a:gd name="T35" fmla="*/ 236 h 256"/>
              <a:gd name="T36" fmla="*/ 148 w 256"/>
              <a:gd name="T37" fmla="*/ 8 h 256"/>
              <a:gd name="T38" fmla="*/ 168 w 256"/>
              <a:gd name="T39" fmla="*/ 40 h 256"/>
              <a:gd name="T40" fmla="*/ 20 w 256"/>
              <a:gd name="T41" fmla="*/ 0 h 256"/>
              <a:gd name="T42" fmla="*/ 20 w 256"/>
              <a:gd name="T43" fmla="*/ 256 h 256"/>
              <a:gd name="T44" fmla="*/ 20 w 256"/>
              <a:gd name="T45" fmla="*/ 248 h 256"/>
              <a:gd name="T46" fmla="*/ 24 w 256"/>
              <a:gd name="T47" fmla="*/ 32 h 256"/>
              <a:gd name="T48" fmla="*/ 144 w 256"/>
              <a:gd name="T49" fmla="*/ 32 h 256"/>
              <a:gd name="T50" fmla="*/ 72 w 256"/>
              <a:gd name="T51" fmla="*/ 236 h 256"/>
              <a:gd name="T52" fmla="*/ 96 w 256"/>
              <a:gd name="T53" fmla="*/ 228 h 256"/>
              <a:gd name="T54" fmla="*/ 174 w 256"/>
              <a:gd name="T55" fmla="*/ 175 h 256"/>
              <a:gd name="T56" fmla="*/ 214 w 256"/>
              <a:gd name="T57" fmla="*/ 141 h 256"/>
              <a:gd name="T58" fmla="*/ 168 w 256"/>
              <a:gd name="T59" fmla="*/ 116 h 256"/>
              <a:gd name="T60" fmla="*/ 140 w 256"/>
              <a:gd name="T61" fmla="*/ 136 h 256"/>
              <a:gd name="T62" fmla="*/ 176 w 256"/>
              <a:gd name="T63" fmla="*/ 124 h 256"/>
              <a:gd name="T64" fmla="*/ 176 w 256"/>
              <a:gd name="T65" fmla="*/ 156 h 256"/>
              <a:gd name="T66" fmla="*/ 108 w 256"/>
              <a:gd name="T67" fmla="*/ 140 h 256"/>
              <a:gd name="T68" fmla="*/ 62 w 256"/>
              <a:gd name="T69" fmla="*/ 165 h 256"/>
              <a:gd name="T70" fmla="*/ 102 w 256"/>
              <a:gd name="T71" fmla="*/ 199 h 256"/>
              <a:gd name="T72" fmla="*/ 108 w 256"/>
              <a:gd name="T73" fmla="*/ 196 h 256"/>
              <a:gd name="T74" fmla="*/ 148 w 256"/>
              <a:gd name="T75" fmla="*/ 176 h 256"/>
              <a:gd name="T76" fmla="*/ 100 w 256"/>
              <a:gd name="T77" fmla="*/ 188 h 256"/>
              <a:gd name="T78" fmla="*/ 100 w 256"/>
              <a:gd name="T79" fmla="*/ 156 h 256"/>
              <a:gd name="T80" fmla="*/ 168 w 256"/>
              <a:gd name="T81" fmla="*/ 172 h 256"/>
              <a:gd name="T82" fmla="*/ 120 w 256"/>
              <a:gd name="T83" fmla="*/ 136 h 256"/>
              <a:gd name="T84" fmla="*/ 120 w 256"/>
              <a:gd name="T85" fmla="*/ 1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236" y="88"/>
                </a:moveTo>
                <a:cubicBezTo>
                  <a:pt x="160" y="88"/>
                  <a:pt x="160" y="88"/>
                  <a:pt x="160" y="88"/>
                </a:cubicBezTo>
                <a:cubicBezTo>
                  <a:pt x="149" y="88"/>
                  <a:pt x="140" y="97"/>
                  <a:pt x="140" y="108"/>
                </a:cubicBezTo>
                <a:cubicBezTo>
                  <a:pt x="140" y="112"/>
                  <a:pt x="140" y="112"/>
                  <a:pt x="140" y="112"/>
                </a:cubicBezTo>
                <a:cubicBezTo>
                  <a:pt x="148" y="112"/>
                  <a:pt x="148" y="112"/>
                  <a:pt x="148" y="112"/>
                </a:cubicBezTo>
                <a:cubicBezTo>
                  <a:pt x="148" y="108"/>
                  <a:pt x="148" y="108"/>
                  <a:pt x="148" y="108"/>
                </a:cubicBezTo>
                <a:cubicBezTo>
                  <a:pt x="148" y="101"/>
                  <a:pt x="153" y="96"/>
                  <a:pt x="160" y="96"/>
                </a:cubicBezTo>
                <a:cubicBezTo>
                  <a:pt x="236" y="96"/>
                  <a:pt x="236" y="96"/>
                  <a:pt x="236" y="96"/>
                </a:cubicBezTo>
                <a:cubicBezTo>
                  <a:pt x="243" y="96"/>
                  <a:pt x="248" y="101"/>
                  <a:pt x="248" y="108"/>
                </a:cubicBezTo>
                <a:cubicBezTo>
                  <a:pt x="248" y="204"/>
                  <a:pt x="248" y="204"/>
                  <a:pt x="248" y="204"/>
                </a:cubicBezTo>
                <a:cubicBezTo>
                  <a:pt x="248" y="211"/>
                  <a:pt x="243" y="216"/>
                  <a:pt x="236" y="216"/>
                </a:cubicBezTo>
                <a:cubicBezTo>
                  <a:pt x="160" y="216"/>
                  <a:pt x="160" y="216"/>
                  <a:pt x="160" y="216"/>
                </a:cubicBezTo>
                <a:cubicBezTo>
                  <a:pt x="153" y="216"/>
                  <a:pt x="148" y="211"/>
                  <a:pt x="148" y="204"/>
                </a:cubicBezTo>
                <a:cubicBezTo>
                  <a:pt x="148" y="200"/>
                  <a:pt x="148" y="200"/>
                  <a:pt x="148" y="200"/>
                </a:cubicBezTo>
                <a:cubicBezTo>
                  <a:pt x="140" y="200"/>
                  <a:pt x="140" y="200"/>
                  <a:pt x="140" y="200"/>
                </a:cubicBezTo>
                <a:cubicBezTo>
                  <a:pt x="140" y="204"/>
                  <a:pt x="140" y="204"/>
                  <a:pt x="140" y="204"/>
                </a:cubicBezTo>
                <a:cubicBezTo>
                  <a:pt x="140" y="215"/>
                  <a:pt x="149" y="224"/>
                  <a:pt x="160" y="224"/>
                </a:cubicBezTo>
                <a:cubicBezTo>
                  <a:pt x="236" y="224"/>
                  <a:pt x="236" y="224"/>
                  <a:pt x="236" y="224"/>
                </a:cubicBezTo>
                <a:cubicBezTo>
                  <a:pt x="247" y="224"/>
                  <a:pt x="256" y="215"/>
                  <a:pt x="256" y="204"/>
                </a:cubicBezTo>
                <a:cubicBezTo>
                  <a:pt x="256" y="108"/>
                  <a:pt x="256" y="108"/>
                  <a:pt x="256" y="108"/>
                </a:cubicBezTo>
                <a:cubicBezTo>
                  <a:pt x="256" y="97"/>
                  <a:pt x="247" y="88"/>
                  <a:pt x="236" y="88"/>
                </a:cubicBezTo>
                <a:close/>
                <a:moveTo>
                  <a:pt x="155" y="72"/>
                </a:moveTo>
                <a:cubicBezTo>
                  <a:pt x="153" y="73"/>
                  <a:pt x="152" y="75"/>
                  <a:pt x="152" y="77"/>
                </a:cubicBezTo>
                <a:cubicBezTo>
                  <a:pt x="153" y="79"/>
                  <a:pt x="155" y="80"/>
                  <a:pt x="157" y="80"/>
                </a:cubicBezTo>
                <a:cubicBezTo>
                  <a:pt x="167" y="77"/>
                  <a:pt x="172" y="69"/>
                  <a:pt x="174" y="64"/>
                </a:cubicBezTo>
                <a:cubicBezTo>
                  <a:pt x="222" y="64"/>
                  <a:pt x="222" y="64"/>
                  <a:pt x="222" y="64"/>
                </a:cubicBezTo>
                <a:cubicBezTo>
                  <a:pt x="224" y="69"/>
                  <a:pt x="229" y="77"/>
                  <a:pt x="239" y="80"/>
                </a:cubicBezTo>
                <a:cubicBezTo>
                  <a:pt x="239" y="80"/>
                  <a:pt x="240" y="80"/>
                  <a:pt x="240" y="80"/>
                </a:cubicBezTo>
                <a:cubicBezTo>
                  <a:pt x="242" y="80"/>
                  <a:pt x="243" y="79"/>
                  <a:pt x="244" y="77"/>
                </a:cubicBezTo>
                <a:cubicBezTo>
                  <a:pt x="244" y="75"/>
                  <a:pt x="243" y="73"/>
                  <a:pt x="241" y="72"/>
                </a:cubicBezTo>
                <a:cubicBezTo>
                  <a:pt x="232" y="70"/>
                  <a:pt x="228" y="59"/>
                  <a:pt x="228" y="59"/>
                </a:cubicBezTo>
                <a:cubicBezTo>
                  <a:pt x="228" y="57"/>
                  <a:pt x="226" y="56"/>
                  <a:pt x="224" y="56"/>
                </a:cubicBezTo>
                <a:cubicBezTo>
                  <a:pt x="172" y="56"/>
                  <a:pt x="172" y="56"/>
                  <a:pt x="172" y="56"/>
                </a:cubicBezTo>
                <a:cubicBezTo>
                  <a:pt x="170" y="56"/>
                  <a:pt x="168" y="57"/>
                  <a:pt x="168" y="59"/>
                </a:cubicBezTo>
                <a:cubicBezTo>
                  <a:pt x="168" y="59"/>
                  <a:pt x="164" y="70"/>
                  <a:pt x="155" y="72"/>
                </a:cubicBezTo>
                <a:close/>
                <a:moveTo>
                  <a:pt x="239" y="232"/>
                </a:moveTo>
                <a:cubicBezTo>
                  <a:pt x="229" y="235"/>
                  <a:pt x="224" y="243"/>
                  <a:pt x="222" y="248"/>
                </a:cubicBezTo>
                <a:cubicBezTo>
                  <a:pt x="174" y="248"/>
                  <a:pt x="174" y="248"/>
                  <a:pt x="174" y="248"/>
                </a:cubicBezTo>
                <a:cubicBezTo>
                  <a:pt x="172" y="243"/>
                  <a:pt x="167" y="235"/>
                  <a:pt x="157" y="232"/>
                </a:cubicBezTo>
                <a:cubicBezTo>
                  <a:pt x="155" y="232"/>
                  <a:pt x="153" y="233"/>
                  <a:pt x="152" y="235"/>
                </a:cubicBezTo>
                <a:cubicBezTo>
                  <a:pt x="152" y="237"/>
                  <a:pt x="153" y="239"/>
                  <a:pt x="155" y="240"/>
                </a:cubicBezTo>
                <a:cubicBezTo>
                  <a:pt x="164" y="242"/>
                  <a:pt x="168" y="253"/>
                  <a:pt x="168" y="253"/>
                </a:cubicBezTo>
                <a:cubicBezTo>
                  <a:pt x="168" y="255"/>
                  <a:pt x="170" y="256"/>
                  <a:pt x="172" y="256"/>
                </a:cubicBezTo>
                <a:cubicBezTo>
                  <a:pt x="224" y="256"/>
                  <a:pt x="224" y="256"/>
                  <a:pt x="224" y="256"/>
                </a:cubicBezTo>
                <a:cubicBezTo>
                  <a:pt x="226" y="256"/>
                  <a:pt x="228" y="255"/>
                  <a:pt x="228" y="253"/>
                </a:cubicBezTo>
                <a:cubicBezTo>
                  <a:pt x="228" y="253"/>
                  <a:pt x="232" y="242"/>
                  <a:pt x="241" y="240"/>
                </a:cubicBezTo>
                <a:cubicBezTo>
                  <a:pt x="243" y="239"/>
                  <a:pt x="244" y="237"/>
                  <a:pt x="244" y="235"/>
                </a:cubicBezTo>
                <a:cubicBezTo>
                  <a:pt x="243" y="233"/>
                  <a:pt x="241" y="232"/>
                  <a:pt x="239" y="232"/>
                </a:cubicBezTo>
                <a:close/>
                <a:moveTo>
                  <a:pt x="124" y="208"/>
                </a:moveTo>
                <a:cubicBezTo>
                  <a:pt x="24" y="208"/>
                  <a:pt x="24" y="208"/>
                  <a:pt x="24" y="208"/>
                </a:cubicBezTo>
                <a:cubicBezTo>
                  <a:pt x="24" y="216"/>
                  <a:pt x="24" y="216"/>
                  <a:pt x="24" y="216"/>
                </a:cubicBezTo>
                <a:cubicBezTo>
                  <a:pt x="124" y="216"/>
                  <a:pt x="124" y="216"/>
                  <a:pt x="124" y="216"/>
                </a:cubicBezTo>
                <a:lnTo>
                  <a:pt x="124" y="208"/>
                </a:lnTo>
                <a:close/>
                <a:moveTo>
                  <a:pt x="8" y="236"/>
                </a:moveTo>
                <a:cubicBezTo>
                  <a:pt x="8" y="20"/>
                  <a:pt x="8" y="20"/>
                  <a:pt x="8" y="20"/>
                </a:cubicBezTo>
                <a:cubicBezTo>
                  <a:pt x="8" y="13"/>
                  <a:pt x="13" y="8"/>
                  <a:pt x="20" y="8"/>
                </a:cubicBezTo>
                <a:cubicBezTo>
                  <a:pt x="148" y="8"/>
                  <a:pt x="148" y="8"/>
                  <a:pt x="148" y="8"/>
                </a:cubicBezTo>
                <a:cubicBezTo>
                  <a:pt x="155" y="8"/>
                  <a:pt x="160" y="13"/>
                  <a:pt x="160" y="20"/>
                </a:cubicBezTo>
                <a:cubicBezTo>
                  <a:pt x="160" y="40"/>
                  <a:pt x="160" y="40"/>
                  <a:pt x="160" y="40"/>
                </a:cubicBezTo>
                <a:cubicBezTo>
                  <a:pt x="168" y="40"/>
                  <a:pt x="168" y="40"/>
                  <a:pt x="168" y="40"/>
                </a:cubicBezTo>
                <a:cubicBezTo>
                  <a:pt x="168" y="20"/>
                  <a:pt x="168" y="20"/>
                  <a:pt x="168" y="20"/>
                </a:cubicBezTo>
                <a:cubicBezTo>
                  <a:pt x="168" y="9"/>
                  <a:pt x="159" y="0"/>
                  <a:pt x="148" y="0"/>
                </a:cubicBezTo>
                <a:cubicBezTo>
                  <a:pt x="20" y="0"/>
                  <a:pt x="20" y="0"/>
                  <a:pt x="20" y="0"/>
                </a:cubicBezTo>
                <a:cubicBezTo>
                  <a:pt x="9" y="0"/>
                  <a:pt x="0" y="9"/>
                  <a:pt x="0" y="20"/>
                </a:cubicBezTo>
                <a:cubicBezTo>
                  <a:pt x="0" y="236"/>
                  <a:pt x="0" y="236"/>
                  <a:pt x="0" y="236"/>
                </a:cubicBezTo>
                <a:cubicBezTo>
                  <a:pt x="0" y="247"/>
                  <a:pt x="9" y="256"/>
                  <a:pt x="20" y="256"/>
                </a:cubicBezTo>
                <a:cubicBezTo>
                  <a:pt x="140" y="256"/>
                  <a:pt x="140" y="256"/>
                  <a:pt x="140" y="256"/>
                </a:cubicBezTo>
                <a:cubicBezTo>
                  <a:pt x="140" y="248"/>
                  <a:pt x="140" y="248"/>
                  <a:pt x="140" y="248"/>
                </a:cubicBezTo>
                <a:cubicBezTo>
                  <a:pt x="20" y="248"/>
                  <a:pt x="20" y="248"/>
                  <a:pt x="20" y="248"/>
                </a:cubicBezTo>
                <a:cubicBezTo>
                  <a:pt x="13" y="248"/>
                  <a:pt x="8" y="243"/>
                  <a:pt x="8" y="236"/>
                </a:cubicBezTo>
                <a:close/>
                <a:moveTo>
                  <a:pt x="144" y="32"/>
                </a:moveTo>
                <a:cubicBezTo>
                  <a:pt x="24" y="32"/>
                  <a:pt x="24" y="32"/>
                  <a:pt x="24" y="32"/>
                </a:cubicBezTo>
                <a:cubicBezTo>
                  <a:pt x="24" y="40"/>
                  <a:pt x="24" y="40"/>
                  <a:pt x="24" y="40"/>
                </a:cubicBezTo>
                <a:cubicBezTo>
                  <a:pt x="144" y="40"/>
                  <a:pt x="144" y="40"/>
                  <a:pt x="144" y="40"/>
                </a:cubicBezTo>
                <a:lnTo>
                  <a:pt x="144" y="32"/>
                </a:lnTo>
                <a:close/>
                <a:moveTo>
                  <a:pt x="72" y="228"/>
                </a:moveTo>
                <a:cubicBezTo>
                  <a:pt x="70" y="228"/>
                  <a:pt x="68" y="230"/>
                  <a:pt x="68" y="232"/>
                </a:cubicBezTo>
                <a:cubicBezTo>
                  <a:pt x="68" y="234"/>
                  <a:pt x="70" y="236"/>
                  <a:pt x="72" y="236"/>
                </a:cubicBezTo>
                <a:cubicBezTo>
                  <a:pt x="96" y="236"/>
                  <a:pt x="96" y="236"/>
                  <a:pt x="96" y="236"/>
                </a:cubicBezTo>
                <a:cubicBezTo>
                  <a:pt x="98" y="236"/>
                  <a:pt x="100" y="234"/>
                  <a:pt x="100" y="232"/>
                </a:cubicBezTo>
                <a:cubicBezTo>
                  <a:pt x="100" y="230"/>
                  <a:pt x="98" y="228"/>
                  <a:pt x="96" y="228"/>
                </a:cubicBezTo>
                <a:lnTo>
                  <a:pt x="72" y="228"/>
                </a:lnTo>
                <a:close/>
                <a:moveTo>
                  <a:pt x="170" y="176"/>
                </a:moveTo>
                <a:cubicBezTo>
                  <a:pt x="171" y="176"/>
                  <a:pt x="173" y="176"/>
                  <a:pt x="174" y="175"/>
                </a:cubicBezTo>
                <a:cubicBezTo>
                  <a:pt x="214" y="147"/>
                  <a:pt x="214" y="147"/>
                  <a:pt x="214" y="147"/>
                </a:cubicBezTo>
                <a:cubicBezTo>
                  <a:pt x="215" y="147"/>
                  <a:pt x="216" y="145"/>
                  <a:pt x="216" y="144"/>
                </a:cubicBezTo>
                <a:cubicBezTo>
                  <a:pt x="216" y="143"/>
                  <a:pt x="215" y="141"/>
                  <a:pt x="214" y="141"/>
                </a:cubicBezTo>
                <a:cubicBezTo>
                  <a:pt x="174" y="113"/>
                  <a:pt x="174" y="113"/>
                  <a:pt x="174" y="113"/>
                </a:cubicBezTo>
                <a:cubicBezTo>
                  <a:pt x="173" y="112"/>
                  <a:pt x="171" y="112"/>
                  <a:pt x="170" y="112"/>
                </a:cubicBezTo>
                <a:cubicBezTo>
                  <a:pt x="169" y="113"/>
                  <a:pt x="168" y="115"/>
                  <a:pt x="168" y="116"/>
                </a:cubicBezTo>
                <a:cubicBezTo>
                  <a:pt x="168" y="128"/>
                  <a:pt x="168" y="128"/>
                  <a:pt x="168" y="128"/>
                </a:cubicBezTo>
                <a:cubicBezTo>
                  <a:pt x="140" y="128"/>
                  <a:pt x="140" y="128"/>
                  <a:pt x="140" y="128"/>
                </a:cubicBezTo>
                <a:cubicBezTo>
                  <a:pt x="140" y="136"/>
                  <a:pt x="140" y="136"/>
                  <a:pt x="140" y="136"/>
                </a:cubicBezTo>
                <a:cubicBezTo>
                  <a:pt x="172" y="136"/>
                  <a:pt x="172" y="136"/>
                  <a:pt x="172" y="136"/>
                </a:cubicBezTo>
                <a:cubicBezTo>
                  <a:pt x="174" y="136"/>
                  <a:pt x="176" y="134"/>
                  <a:pt x="176" y="132"/>
                </a:cubicBezTo>
                <a:cubicBezTo>
                  <a:pt x="176" y="124"/>
                  <a:pt x="176" y="124"/>
                  <a:pt x="176" y="124"/>
                </a:cubicBezTo>
                <a:cubicBezTo>
                  <a:pt x="205" y="144"/>
                  <a:pt x="205" y="144"/>
                  <a:pt x="205" y="144"/>
                </a:cubicBezTo>
                <a:cubicBezTo>
                  <a:pt x="176" y="164"/>
                  <a:pt x="176" y="164"/>
                  <a:pt x="176" y="164"/>
                </a:cubicBezTo>
                <a:cubicBezTo>
                  <a:pt x="176" y="156"/>
                  <a:pt x="176" y="156"/>
                  <a:pt x="176" y="156"/>
                </a:cubicBezTo>
                <a:cubicBezTo>
                  <a:pt x="176" y="154"/>
                  <a:pt x="174" y="152"/>
                  <a:pt x="172" y="152"/>
                </a:cubicBezTo>
                <a:cubicBezTo>
                  <a:pt x="108" y="152"/>
                  <a:pt x="108" y="152"/>
                  <a:pt x="108" y="152"/>
                </a:cubicBezTo>
                <a:cubicBezTo>
                  <a:pt x="108" y="140"/>
                  <a:pt x="108" y="140"/>
                  <a:pt x="108" y="140"/>
                </a:cubicBezTo>
                <a:cubicBezTo>
                  <a:pt x="108" y="139"/>
                  <a:pt x="107" y="137"/>
                  <a:pt x="106" y="136"/>
                </a:cubicBezTo>
                <a:cubicBezTo>
                  <a:pt x="105" y="136"/>
                  <a:pt x="103" y="136"/>
                  <a:pt x="102" y="137"/>
                </a:cubicBezTo>
                <a:cubicBezTo>
                  <a:pt x="62" y="165"/>
                  <a:pt x="62" y="165"/>
                  <a:pt x="62" y="165"/>
                </a:cubicBezTo>
                <a:cubicBezTo>
                  <a:pt x="61" y="165"/>
                  <a:pt x="60" y="167"/>
                  <a:pt x="60" y="168"/>
                </a:cubicBezTo>
                <a:cubicBezTo>
                  <a:pt x="60" y="169"/>
                  <a:pt x="61" y="171"/>
                  <a:pt x="62" y="171"/>
                </a:cubicBezTo>
                <a:cubicBezTo>
                  <a:pt x="102" y="199"/>
                  <a:pt x="102" y="199"/>
                  <a:pt x="102" y="199"/>
                </a:cubicBezTo>
                <a:cubicBezTo>
                  <a:pt x="102" y="200"/>
                  <a:pt x="103" y="200"/>
                  <a:pt x="104" y="200"/>
                </a:cubicBezTo>
                <a:cubicBezTo>
                  <a:pt x="105" y="200"/>
                  <a:pt x="105" y="200"/>
                  <a:pt x="106" y="200"/>
                </a:cubicBezTo>
                <a:cubicBezTo>
                  <a:pt x="107" y="199"/>
                  <a:pt x="108" y="197"/>
                  <a:pt x="108" y="196"/>
                </a:cubicBezTo>
                <a:cubicBezTo>
                  <a:pt x="108" y="184"/>
                  <a:pt x="108" y="184"/>
                  <a:pt x="108" y="184"/>
                </a:cubicBezTo>
                <a:cubicBezTo>
                  <a:pt x="148" y="184"/>
                  <a:pt x="148" y="184"/>
                  <a:pt x="148" y="184"/>
                </a:cubicBezTo>
                <a:cubicBezTo>
                  <a:pt x="148" y="176"/>
                  <a:pt x="148" y="176"/>
                  <a:pt x="148" y="176"/>
                </a:cubicBezTo>
                <a:cubicBezTo>
                  <a:pt x="104" y="176"/>
                  <a:pt x="104" y="176"/>
                  <a:pt x="104" y="176"/>
                </a:cubicBezTo>
                <a:cubicBezTo>
                  <a:pt x="102" y="176"/>
                  <a:pt x="100" y="178"/>
                  <a:pt x="100" y="180"/>
                </a:cubicBezTo>
                <a:cubicBezTo>
                  <a:pt x="100" y="188"/>
                  <a:pt x="100" y="188"/>
                  <a:pt x="100" y="188"/>
                </a:cubicBezTo>
                <a:cubicBezTo>
                  <a:pt x="71" y="168"/>
                  <a:pt x="71" y="168"/>
                  <a:pt x="71" y="168"/>
                </a:cubicBezTo>
                <a:cubicBezTo>
                  <a:pt x="100" y="148"/>
                  <a:pt x="100" y="148"/>
                  <a:pt x="100" y="148"/>
                </a:cubicBezTo>
                <a:cubicBezTo>
                  <a:pt x="100" y="156"/>
                  <a:pt x="100" y="156"/>
                  <a:pt x="100" y="156"/>
                </a:cubicBezTo>
                <a:cubicBezTo>
                  <a:pt x="100" y="158"/>
                  <a:pt x="102" y="160"/>
                  <a:pt x="104" y="160"/>
                </a:cubicBezTo>
                <a:cubicBezTo>
                  <a:pt x="168" y="160"/>
                  <a:pt x="168" y="160"/>
                  <a:pt x="168" y="160"/>
                </a:cubicBezTo>
                <a:cubicBezTo>
                  <a:pt x="168" y="172"/>
                  <a:pt x="168" y="172"/>
                  <a:pt x="168" y="172"/>
                </a:cubicBezTo>
                <a:cubicBezTo>
                  <a:pt x="168" y="173"/>
                  <a:pt x="169" y="175"/>
                  <a:pt x="170" y="176"/>
                </a:cubicBezTo>
                <a:close/>
                <a:moveTo>
                  <a:pt x="120" y="128"/>
                </a:moveTo>
                <a:cubicBezTo>
                  <a:pt x="120" y="136"/>
                  <a:pt x="120" y="136"/>
                  <a:pt x="120" y="136"/>
                </a:cubicBezTo>
                <a:cubicBezTo>
                  <a:pt x="132" y="136"/>
                  <a:pt x="132" y="136"/>
                  <a:pt x="132" y="136"/>
                </a:cubicBezTo>
                <a:cubicBezTo>
                  <a:pt x="132" y="128"/>
                  <a:pt x="132" y="128"/>
                  <a:pt x="132" y="128"/>
                </a:cubicBezTo>
                <a:lnTo>
                  <a:pt x="120" y="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72" name="Freeform 87">
            <a:extLst>
              <a:ext uri="{FF2B5EF4-FFF2-40B4-BE49-F238E27FC236}">
                <a16:creationId xmlns:a16="http://schemas.microsoft.com/office/drawing/2014/main" id="{02CE606D-01DC-47E7-9A27-7F7E55C6BCC1}"/>
              </a:ext>
            </a:extLst>
          </p:cNvPr>
          <p:cNvSpPr>
            <a:spLocks noChangeAspect="1" noEditPoints="1"/>
          </p:cNvSpPr>
          <p:nvPr/>
        </p:nvSpPr>
        <p:spPr bwMode="auto">
          <a:xfrm>
            <a:off x="7347404" y="2427288"/>
            <a:ext cx="398463" cy="403225"/>
          </a:xfrm>
          <a:custGeom>
            <a:avLst/>
            <a:gdLst>
              <a:gd name="T0" fmla="*/ 204 w 255"/>
              <a:gd name="T1" fmla="*/ 170 h 258"/>
              <a:gd name="T2" fmla="*/ 152 w 255"/>
              <a:gd name="T3" fmla="*/ 254 h 258"/>
              <a:gd name="T4" fmla="*/ 240 w 255"/>
              <a:gd name="T5" fmla="*/ 254 h 258"/>
              <a:gd name="T6" fmla="*/ 232 w 255"/>
              <a:gd name="T7" fmla="*/ 250 h 258"/>
              <a:gd name="T8" fmla="*/ 200 w 255"/>
              <a:gd name="T9" fmla="*/ 178 h 258"/>
              <a:gd name="T10" fmla="*/ 188 w 255"/>
              <a:gd name="T11" fmla="*/ 30 h 258"/>
              <a:gd name="T12" fmla="*/ 208 w 255"/>
              <a:gd name="T13" fmla="*/ 50 h 258"/>
              <a:gd name="T14" fmla="*/ 176 w 255"/>
              <a:gd name="T15" fmla="*/ 50 h 258"/>
              <a:gd name="T16" fmla="*/ 188 w 255"/>
              <a:gd name="T17" fmla="*/ 62 h 258"/>
              <a:gd name="T18" fmla="*/ 64 w 255"/>
              <a:gd name="T19" fmla="*/ 38 h 258"/>
              <a:gd name="T20" fmla="*/ 52 w 255"/>
              <a:gd name="T21" fmla="*/ 50 h 258"/>
              <a:gd name="T22" fmla="*/ 64 w 255"/>
              <a:gd name="T23" fmla="*/ 70 h 258"/>
              <a:gd name="T24" fmla="*/ 253 w 255"/>
              <a:gd name="T25" fmla="*/ 170 h 258"/>
              <a:gd name="T26" fmla="*/ 243 w 255"/>
              <a:gd name="T27" fmla="*/ 157 h 258"/>
              <a:gd name="T28" fmla="*/ 248 w 255"/>
              <a:gd name="T29" fmla="*/ 120 h 258"/>
              <a:gd name="T30" fmla="*/ 233 w 255"/>
              <a:gd name="T31" fmla="*/ 67 h 258"/>
              <a:gd name="T32" fmla="*/ 157 w 255"/>
              <a:gd name="T33" fmla="*/ 13 h 258"/>
              <a:gd name="T34" fmla="*/ 95 w 255"/>
              <a:gd name="T35" fmla="*/ 13 h 258"/>
              <a:gd name="T36" fmla="*/ 16 w 255"/>
              <a:gd name="T37" fmla="*/ 56 h 258"/>
              <a:gd name="T38" fmla="*/ 64 w 255"/>
              <a:gd name="T39" fmla="*/ 98 h 258"/>
              <a:gd name="T40" fmla="*/ 64 w 255"/>
              <a:gd name="T41" fmla="*/ 170 h 258"/>
              <a:gd name="T42" fmla="*/ 100 w 255"/>
              <a:gd name="T43" fmla="*/ 226 h 258"/>
              <a:gd name="T44" fmla="*/ 120 w 255"/>
              <a:gd name="T45" fmla="*/ 234 h 258"/>
              <a:gd name="T46" fmla="*/ 8 w 255"/>
              <a:gd name="T47" fmla="*/ 234 h 258"/>
              <a:gd name="T48" fmla="*/ 28 w 255"/>
              <a:gd name="T49" fmla="*/ 226 h 258"/>
              <a:gd name="T50" fmla="*/ 44 w 255"/>
              <a:gd name="T51" fmla="*/ 170 h 258"/>
              <a:gd name="T52" fmla="*/ 32 w 255"/>
              <a:gd name="T53" fmla="*/ 106 h 258"/>
              <a:gd name="T54" fmla="*/ 20 w 255"/>
              <a:gd name="T55" fmla="*/ 174 h 258"/>
              <a:gd name="T56" fmla="*/ 12 w 255"/>
              <a:gd name="T57" fmla="*/ 222 h 258"/>
              <a:gd name="T58" fmla="*/ 0 w 255"/>
              <a:gd name="T59" fmla="*/ 230 h 258"/>
              <a:gd name="T60" fmla="*/ 124 w 255"/>
              <a:gd name="T61" fmla="*/ 258 h 258"/>
              <a:gd name="T62" fmla="*/ 124 w 255"/>
              <a:gd name="T63" fmla="*/ 226 h 258"/>
              <a:gd name="T64" fmla="*/ 116 w 255"/>
              <a:gd name="T65" fmla="*/ 226 h 258"/>
              <a:gd name="T66" fmla="*/ 104 w 255"/>
              <a:gd name="T67" fmla="*/ 170 h 258"/>
              <a:gd name="T68" fmla="*/ 108 w 255"/>
              <a:gd name="T69" fmla="*/ 82 h 258"/>
              <a:gd name="T70" fmla="*/ 179 w 255"/>
              <a:gd name="T71" fmla="*/ 97 h 258"/>
              <a:gd name="T72" fmla="*/ 184 w 255"/>
              <a:gd name="T73" fmla="*/ 98 h 258"/>
              <a:gd name="T74" fmla="*/ 228 w 255"/>
              <a:gd name="T75" fmla="*/ 76 h 258"/>
              <a:gd name="T76" fmla="*/ 190 w 255"/>
              <a:gd name="T77" fmla="*/ 109 h 258"/>
              <a:gd name="T78" fmla="*/ 199 w 255"/>
              <a:gd name="T79" fmla="*/ 140 h 258"/>
              <a:gd name="T80" fmla="*/ 208 w 255"/>
              <a:gd name="T81" fmla="*/ 139 h 258"/>
              <a:gd name="T82" fmla="*/ 241 w 255"/>
              <a:gd name="T83" fmla="*/ 171 h 258"/>
              <a:gd name="T84" fmla="*/ 246 w 255"/>
              <a:gd name="T85" fmla="*/ 181 h 258"/>
              <a:gd name="T86" fmla="*/ 218 w 255"/>
              <a:gd name="T87" fmla="*/ 77 h 258"/>
              <a:gd name="T88" fmla="*/ 182 w 255"/>
              <a:gd name="T89" fmla="*/ 89 h 258"/>
              <a:gd name="T90" fmla="*/ 173 w 255"/>
              <a:gd name="T91" fmla="*/ 87 h 258"/>
              <a:gd name="T92" fmla="*/ 166 w 255"/>
              <a:gd name="T93" fmla="*/ 83 h 258"/>
              <a:gd name="T94" fmla="*/ 152 w 255"/>
              <a:gd name="T95" fmla="*/ 68 h 258"/>
              <a:gd name="T96" fmla="*/ 146 w 255"/>
              <a:gd name="T97" fmla="*/ 74 h 258"/>
              <a:gd name="T98" fmla="*/ 105 w 255"/>
              <a:gd name="T99" fmla="*/ 74 h 258"/>
              <a:gd name="T100" fmla="*/ 100 w 255"/>
              <a:gd name="T101" fmla="*/ 68 h 258"/>
              <a:gd name="T102" fmla="*/ 86 w 255"/>
              <a:gd name="T103" fmla="*/ 84 h 258"/>
              <a:gd name="T104" fmla="*/ 80 w 255"/>
              <a:gd name="T105" fmla="*/ 87 h 258"/>
              <a:gd name="T106" fmla="*/ 65 w 255"/>
              <a:gd name="T107" fmla="*/ 90 h 258"/>
              <a:gd name="T108" fmla="*/ 34 w 255"/>
              <a:gd name="T109" fmla="*/ 23 h 258"/>
              <a:gd name="T110" fmla="*/ 108 w 255"/>
              <a:gd name="T111" fmla="*/ 26 h 258"/>
              <a:gd name="T112" fmla="*/ 194 w 255"/>
              <a:gd name="T113" fmla="*/ 11 h 258"/>
              <a:gd name="T114" fmla="*/ 237 w 255"/>
              <a:gd name="T115" fmla="*/ 152 h 258"/>
              <a:gd name="T116" fmla="*/ 238 w 255"/>
              <a:gd name="T117" fmla="*/ 125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5" h="258">
                <a:moveTo>
                  <a:pt x="236" y="202"/>
                </a:moveTo>
                <a:cubicBezTo>
                  <a:pt x="220" y="202"/>
                  <a:pt x="208" y="189"/>
                  <a:pt x="208" y="174"/>
                </a:cubicBezTo>
                <a:cubicBezTo>
                  <a:pt x="208" y="172"/>
                  <a:pt x="206" y="170"/>
                  <a:pt x="204" y="170"/>
                </a:cubicBezTo>
                <a:cubicBezTo>
                  <a:pt x="156" y="170"/>
                  <a:pt x="156" y="170"/>
                  <a:pt x="156" y="170"/>
                </a:cubicBezTo>
                <a:cubicBezTo>
                  <a:pt x="154" y="170"/>
                  <a:pt x="152" y="172"/>
                  <a:pt x="152" y="174"/>
                </a:cubicBezTo>
                <a:cubicBezTo>
                  <a:pt x="152" y="254"/>
                  <a:pt x="152" y="254"/>
                  <a:pt x="152" y="254"/>
                </a:cubicBezTo>
                <a:cubicBezTo>
                  <a:pt x="152" y="256"/>
                  <a:pt x="154" y="258"/>
                  <a:pt x="156" y="258"/>
                </a:cubicBezTo>
                <a:cubicBezTo>
                  <a:pt x="236" y="258"/>
                  <a:pt x="236" y="258"/>
                  <a:pt x="236" y="258"/>
                </a:cubicBezTo>
                <a:cubicBezTo>
                  <a:pt x="238" y="258"/>
                  <a:pt x="240" y="256"/>
                  <a:pt x="240" y="254"/>
                </a:cubicBezTo>
                <a:cubicBezTo>
                  <a:pt x="240" y="206"/>
                  <a:pt x="240" y="206"/>
                  <a:pt x="240" y="206"/>
                </a:cubicBezTo>
                <a:cubicBezTo>
                  <a:pt x="240" y="204"/>
                  <a:pt x="238" y="202"/>
                  <a:pt x="236" y="202"/>
                </a:cubicBezTo>
                <a:close/>
                <a:moveTo>
                  <a:pt x="232" y="250"/>
                </a:moveTo>
                <a:cubicBezTo>
                  <a:pt x="160" y="250"/>
                  <a:pt x="160" y="250"/>
                  <a:pt x="160" y="250"/>
                </a:cubicBezTo>
                <a:cubicBezTo>
                  <a:pt x="160" y="178"/>
                  <a:pt x="160" y="178"/>
                  <a:pt x="160" y="178"/>
                </a:cubicBezTo>
                <a:cubicBezTo>
                  <a:pt x="200" y="178"/>
                  <a:pt x="200" y="178"/>
                  <a:pt x="200" y="178"/>
                </a:cubicBezTo>
                <a:cubicBezTo>
                  <a:pt x="202" y="195"/>
                  <a:pt x="215" y="208"/>
                  <a:pt x="232" y="210"/>
                </a:cubicBezTo>
                <a:lnTo>
                  <a:pt x="232" y="250"/>
                </a:lnTo>
                <a:close/>
                <a:moveTo>
                  <a:pt x="188" y="30"/>
                </a:moveTo>
                <a:cubicBezTo>
                  <a:pt x="177" y="30"/>
                  <a:pt x="168" y="39"/>
                  <a:pt x="168" y="50"/>
                </a:cubicBezTo>
                <a:cubicBezTo>
                  <a:pt x="168" y="61"/>
                  <a:pt x="177" y="70"/>
                  <a:pt x="188" y="70"/>
                </a:cubicBezTo>
                <a:cubicBezTo>
                  <a:pt x="199" y="70"/>
                  <a:pt x="208" y="61"/>
                  <a:pt x="208" y="50"/>
                </a:cubicBezTo>
                <a:cubicBezTo>
                  <a:pt x="208" y="39"/>
                  <a:pt x="199" y="30"/>
                  <a:pt x="188" y="30"/>
                </a:cubicBezTo>
                <a:close/>
                <a:moveTo>
                  <a:pt x="188" y="62"/>
                </a:moveTo>
                <a:cubicBezTo>
                  <a:pt x="181" y="62"/>
                  <a:pt x="176" y="57"/>
                  <a:pt x="176" y="50"/>
                </a:cubicBezTo>
                <a:cubicBezTo>
                  <a:pt x="176" y="43"/>
                  <a:pt x="181" y="38"/>
                  <a:pt x="188" y="38"/>
                </a:cubicBezTo>
                <a:cubicBezTo>
                  <a:pt x="195" y="38"/>
                  <a:pt x="200" y="43"/>
                  <a:pt x="200" y="50"/>
                </a:cubicBezTo>
                <a:cubicBezTo>
                  <a:pt x="200" y="57"/>
                  <a:pt x="195" y="62"/>
                  <a:pt x="188" y="62"/>
                </a:cubicBezTo>
                <a:close/>
                <a:moveTo>
                  <a:pt x="64" y="30"/>
                </a:moveTo>
                <a:cubicBezTo>
                  <a:pt x="62" y="30"/>
                  <a:pt x="60" y="32"/>
                  <a:pt x="60" y="34"/>
                </a:cubicBezTo>
                <a:cubicBezTo>
                  <a:pt x="60" y="36"/>
                  <a:pt x="62" y="38"/>
                  <a:pt x="64" y="38"/>
                </a:cubicBezTo>
                <a:cubicBezTo>
                  <a:pt x="71" y="38"/>
                  <a:pt x="76" y="43"/>
                  <a:pt x="76" y="50"/>
                </a:cubicBezTo>
                <a:cubicBezTo>
                  <a:pt x="76" y="57"/>
                  <a:pt x="71" y="62"/>
                  <a:pt x="64" y="62"/>
                </a:cubicBezTo>
                <a:cubicBezTo>
                  <a:pt x="57" y="62"/>
                  <a:pt x="52" y="57"/>
                  <a:pt x="52" y="50"/>
                </a:cubicBezTo>
                <a:cubicBezTo>
                  <a:pt x="52" y="48"/>
                  <a:pt x="50" y="46"/>
                  <a:pt x="48" y="46"/>
                </a:cubicBezTo>
                <a:cubicBezTo>
                  <a:pt x="46" y="46"/>
                  <a:pt x="44" y="48"/>
                  <a:pt x="44" y="50"/>
                </a:cubicBezTo>
                <a:cubicBezTo>
                  <a:pt x="44" y="61"/>
                  <a:pt x="53" y="70"/>
                  <a:pt x="64" y="70"/>
                </a:cubicBezTo>
                <a:cubicBezTo>
                  <a:pt x="75" y="70"/>
                  <a:pt x="84" y="61"/>
                  <a:pt x="84" y="50"/>
                </a:cubicBezTo>
                <a:cubicBezTo>
                  <a:pt x="84" y="39"/>
                  <a:pt x="75" y="30"/>
                  <a:pt x="64" y="30"/>
                </a:cubicBezTo>
                <a:close/>
                <a:moveTo>
                  <a:pt x="253" y="170"/>
                </a:moveTo>
                <a:cubicBezTo>
                  <a:pt x="252" y="168"/>
                  <a:pt x="250" y="167"/>
                  <a:pt x="248" y="168"/>
                </a:cubicBezTo>
                <a:cubicBezTo>
                  <a:pt x="248" y="168"/>
                  <a:pt x="248" y="168"/>
                  <a:pt x="248" y="168"/>
                </a:cubicBezTo>
                <a:cubicBezTo>
                  <a:pt x="243" y="157"/>
                  <a:pt x="243" y="157"/>
                  <a:pt x="243" y="157"/>
                </a:cubicBezTo>
                <a:cubicBezTo>
                  <a:pt x="251" y="149"/>
                  <a:pt x="249" y="131"/>
                  <a:pt x="245" y="122"/>
                </a:cubicBezTo>
                <a:cubicBezTo>
                  <a:pt x="245" y="122"/>
                  <a:pt x="245" y="122"/>
                  <a:pt x="245" y="122"/>
                </a:cubicBezTo>
                <a:cubicBezTo>
                  <a:pt x="248" y="120"/>
                  <a:pt x="248" y="120"/>
                  <a:pt x="248" y="120"/>
                </a:cubicBezTo>
                <a:cubicBezTo>
                  <a:pt x="250" y="119"/>
                  <a:pt x="252" y="118"/>
                  <a:pt x="253" y="116"/>
                </a:cubicBezTo>
                <a:cubicBezTo>
                  <a:pt x="253" y="114"/>
                  <a:pt x="253" y="112"/>
                  <a:pt x="252" y="110"/>
                </a:cubicBezTo>
                <a:cubicBezTo>
                  <a:pt x="233" y="67"/>
                  <a:pt x="233" y="67"/>
                  <a:pt x="233" y="67"/>
                </a:cubicBezTo>
                <a:cubicBezTo>
                  <a:pt x="235" y="60"/>
                  <a:pt x="236" y="52"/>
                  <a:pt x="236" y="44"/>
                </a:cubicBezTo>
                <a:cubicBezTo>
                  <a:pt x="233" y="23"/>
                  <a:pt x="217" y="6"/>
                  <a:pt x="196" y="3"/>
                </a:cubicBezTo>
                <a:cubicBezTo>
                  <a:pt x="182" y="0"/>
                  <a:pt x="167" y="4"/>
                  <a:pt x="157" y="13"/>
                </a:cubicBezTo>
                <a:cubicBezTo>
                  <a:pt x="153" y="16"/>
                  <a:pt x="149" y="18"/>
                  <a:pt x="144" y="18"/>
                </a:cubicBezTo>
                <a:cubicBezTo>
                  <a:pt x="108" y="18"/>
                  <a:pt x="108" y="18"/>
                  <a:pt x="108" y="18"/>
                </a:cubicBezTo>
                <a:cubicBezTo>
                  <a:pt x="103" y="18"/>
                  <a:pt x="98" y="16"/>
                  <a:pt x="95" y="13"/>
                </a:cubicBezTo>
                <a:cubicBezTo>
                  <a:pt x="86" y="6"/>
                  <a:pt x="75" y="2"/>
                  <a:pt x="64" y="2"/>
                </a:cubicBezTo>
                <a:cubicBezTo>
                  <a:pt x="50" y="2"/>
                  <a:pt x="37" y="8"/>
                  <a:pt x="28" y="18"/>
                </a:cubicBezTo>
                <a:cubicBezTo>
                  <a:pt x="19" y="28"/>
                  <a:pt x="15" y="42"/>
                  <a:pt x="16" y="56"/>
                </a:cubicBezTo>
                <a:cubicBezTo>
                  <a:pt x="19" y="77"/>
                  <a:pt x="35" y="94"/>
                  <a:pt x="56" y="97"/>
                </a:cubicBezTo>
                <a:cubicBezTo>
                  <a:pt x="59" y="98"/>
                  <a:pt x="61" y="98"/>
                  <a:pt x="64" y="98"/>
                </a:cubicBezTo>
                <a:cubicBezTo>
                  <a:pt x="64" y="98"/>
                  <a:pt x="64" y="98"/>
                  <a:pt x="64" y="98"/>
                </a:cubicBezTo>
                <a:cubicBezTo>
                  <a:pt x="73" y="98"/>
                  <a:pt x="81" y="96"/>
                  <a:pt x="88" y="92"/>
                </a:cubicBezTo>
                <a:cubicBezTo>
                  <a:pt x="88" y="170"/>
                  <a:pt x="88" y="170"/>
                  <a:pt x="88" y="170"/>
                </a:cubicBezTo>
                <a:cubicBezTo>
                  <a:pt x="64" y="170"/>
                  <a:pt x="64" y="170"/>
                  <a:pt x="64" y="170"/>
                </a:cubicBezTo>
                <a:cubicBezTo>
                  <a:pt x="64" y="178"/>
                  <a:pt x="64" y="178"/>
                  <a:pt x="64" y="178"/>
                </a:cubicBezTo>
                <a:cubicBezTo>
                  <a:pt x="100" y="178"/>
                  <a:pt x="100" y="178"/>
                  <a:pt x="100" y="178"/>
                </a:cubicBezTo>
                <a:cubicBezTo>
                  <a:pt x="100" y="226"/>
                  <a:pt x="100" y="226"/>
                  <a:pt x="100" y="226"/>
                </a:cubicBezTo>
                <a:cubicBezTo>
                  <a:pt x="56" y="226"/>
                  <a:pt x="56" y="226"/>
                  <a:pt x="56" y="226"/>
                </a:cubicBezTo>
                <a:cubicBezTo>
                  <a:pt x="56" y="234"/>
                  <a:pt x="56" y="234"/>
                  <a:pt x="56" y="234"/>
                </a:cubicBezTo>
                <a:cubicBezTo>
                  <a:pt x="120" y="234"/>
                  <a:pt x="120" y="234"/>
                  <a:pt x="120" y="234"/>
                </a:cubicBezTo>
                <a:cubicBezTo>
                  <a:pt x="120" y="250"/>
                  <a:pt x="120" y="250"/>
                  <a:pt x="120" y="250"/>
                </a:cubicBezTo>
                <a:cubicBezTo>
                  <a:pt x="8" y="250"/>
                  <a:pt x="8" y="250"/>
                  <a:pt x="8" y="250"/>
                </a:cubicBezTo>
                <a:cubicBezTo>
                  <a:pt x="8" y="234"/>
                  <a:pt x="8" y="234"/>
                  <a:pt x="8" y="234"/>
                </a:cubicBezTo>
                <a:cubicBezTo>
                  <a:pt x="32" y="234"/>
                  <a:pt x="32" y="234"/>
                  <a:pt x="32" y="234"/>
                </a:cubicBezTo>
                <a:cubicBezTo>
                  <a:pt x="32" y="226"/>
                  <a:pt x="32" y="226"/>
                  <a:pt x="32" y="226"/>
                </a:cubicBezTo>
                <a:cubicBezTo>
                  <a:pt x="28" y="226"/>
                  <a:pt x="28" y="226"/>
                  <a:pt x="28" y="226"/>
                </a:cubicBezTo>
                <a:cubicBezTo>
                  <a:pt x="28" y="178"/>
                  <a:pt x="28" y="178"/>
                  <a:pt x="28" y="178"/>
                </a:cubicBezTo>
                <a:cubicBezTo>
                  <a:pt x="44" y="178"/>
                  <a:pt x="44" y="178"/>
                  <a:pt x="44" y="178"/>
                </a:cubicBezTo>
                <a:cubicBezTo>
                  <a:pt x="44" y="170"/>
                  <a:pt x="44" y="170"/>
                  <a:pt x="44" y="170"/>
                </a:cubicBezTo>
                <a:cubicBezTo>
                  <a:pt x="40" y="170"/>
                  <a:pt x="40" y="170"/>
                  <a:pt x="40" y="170"/>
                </a:cubicBezTo>
                <a:cubicBezTo>
                  <a:pt x="40" y="106"/>
                  <a:pt x="40" y="106"/>
                  <a:pt x="40" y="106"/>
                </a:cubicBezTo>
                <a:cubicBezTo>
                  <a:pt x="32" y="106"/>
                  <a:pt x="32" y="106"/>
                  <a:pt x="32" y="106"/>
                </a:cubicBezTo>
                <a:cubicBezTo>
                  <a:pt x="32" y="170"/>
                  <a:pt x="32" y="170"/>
                  <a:pt x="32" y="170"/>
                </a:cubicBezTo>
                <a:cubicBezTo>
                  <a:pt x="24" y="170"/>
                  <a:pt x="24" y="170"/>
                  <a:pt x="24" y="170"/>
                </a:cubicBezTo>
                <a:cubicBezTo>
                  <a:pt x="22" y="170"/>
                  <a:pt x="20" y="172"/>
                  <a:pt x="20" y="174"/>
                </a:cubicBezTo>
                <a:cubicBezTo>
                  <a:pt x="20" y="226"/>
                  <a:pt x="20" y="226"/>
                  <a:pt x="20" y="226"/>
                </a:cubicBezTo>
                <a:cubicBezTo>
                  <a:pt x="12" y="226"/>
                  <a:pt x="12" y="226"/>
                  <a:pt x="12" y="226"/>
                </a:cubicBezTo>
                <a:cubicBezTo>
                  <a:pt x="12" y="222"/>
                  <a:pt x="12" y="222"/>
                  <a:pt x="12" y="222"/>
                </a:cubicBezTo>
                <a:cubicBezTo>
                  <a:pt x="4" y="222"/>
                  <a:pt x="4" y="222"/>
                  <a:pt x="4" y="222"/>
                </a:cubicBezTo>
                <a:cubicBezTo>
                  <a:pt x="4" y="226"/>
                  <a:pt x="4" y="226"/>
                  <a:pt x="4" y="226"/>
                </a:cubicBezTo>
                <a:cubicBezTo>
                  <a:pt x="2" y="226"/>
                  <a:pt x="0" y="228"/>
                  <a:pt x="0" y="230"/>
                </a:cubicBezTo>
                <a:cubicBezTo>
                  <a:pt x="0" y="254"/>
                  <a:pt x="0" y="254"/>
                  <a:pt x="0" y="254"/>
                </a:cubicBezTo>
                <a:cubicBezTo>
                  <a:pt x="0" y="256"/>
                  <a:pt x="2" y="258"/>
                  <a:pt x="4" y="258"/>
                </a:cubicBezTo>
                <a:cubicBezTo>
                  <a:pt x="124" y="258"/>
                  <a:pt x="124" y="258"/>
                  <a:pt x="124" y="258"/>
                </a:cubicBezTo>
                <a:cubicBezTo>
                  <a:pt x="126" y="258"/>
                  <a:pt x="128" y="256"/>
                  <a:pt x="128" y="254"/>
                </a:cubicBezTo>
                <a:cubicBezTo>
                  <a:pt x="128" y="230"/>
                  <a:pt x="128" y="230"/>
                  <a:pt x="128" y="230"/>
                </a:cubicBezTo>
                <a:cubicBezTo>
                  <a:pt x="128" y="228"/>
                  <a:pt x="126" y="226"/>
                  <a:pt x="124" y="226"/>
                </a:cubicBezTo>
                <a:cubicBezTo>
                  <a:pt x="124" y="222"/>
                  <a:pt x="124" y="222"/>
                  <a:pt x="124" y="222"/>
                </a:cubicBezTo>
                <a:cubicBezTo>
                  <a:pt x="116" y="222"/>
                  <a:pt x="116" y="222"/>
                  <a:pt x="116" y="222"/>
                </a:cubicBezTo>
                <a:cubicBezTo>
                  <a:pt x="116" y="226"/>
                  <a:pt x="116" y="226"/>
                  <a:pt x="116" y="226"/>
                </a:cubicBezTo>
                <a:cubicBezTo>
                  <a:pt x="108" y="226"/>
                  <a:pt x="108" y="226"/>
                  <a:pt x="108" y="226"/>
                </a:cubicBezTo>
                <a:cubicBezTo>
                  <a:pt x="108" y="174"/>
                  <a:pt x="108" y="174"/>
                  <a:pt x="108" y="174"/>
                </a:cubicBezTo>
                <a:cubicBezTo>
                  <a:pt x="108" y="172"/>
                  <a:pt x="106" y="170"/>
                  <a:pt x="104" y="170"/>
                </a:cubicBezTo>
                <a:cubicBezTo>
                  <a:pt x="96" y="170"/>
                  <a:pt x="96" y="170"/>
                  <a:pt x="96" y="170"/>
                </a:cubicBezTo>
                <a:cubicBezTo>
                  <a:pt x="96" y="86"/>
                  <a:pt x="96" y="86"/>
                  <a:pt x="96" y="86"/>
                </a:cubicBezTo>
                <a:cubicBezTo>
                  <a:pt x="99" y="83"/>
                  <a:pt x="103" y="82"/>
                  <a:pt x="108" y="82"/>
                </a:cubicBezTo>
                <a:cubicBezTo>
                  <a:pt x="144" y="82"/>
                  <a:pt x="144" y="82"/>
                  <a:pt x="144" y="82"/>
                </a:cubicBezTo>
                <a:cubicBezTo>
                  <a:pt x="149" y="82"/>
                  <a:pt x="153" y="84"/>
                  <a:pt x="157" y="87"/>
                </a:cubicBezTo>
                <a:cubicBezTo>
                  <a:pt x="163" y="92"/>
                  <a:pt x="171" y="96"/>
                  <a:pt x="179" y="97"/>
                </a:cubicBezTo>
                <a:cubicBezTo>
                  <a:pt x="179" y="97"/>
                  <a:pt x="180" y="97"/>
                  <a:pt x="180" y="97"/>
                </a:cubicBezTo>
                <a:cubicBezTo>
                  <a:pt x="181" y="97"/>
                  <a:pt x="182" y="98"/>
                  <a:pt x="183" y="98"/>
                </a:cubicBezTo>
                <a:cubicBezTo>
                  <a:pt x="183" y="98"/>
                  <a:pt x="184" y="98"/>
                  <a:pt x="184" y="98"/>
                </a:cubicBezTo>
                <a:cubicBezTo>
                  <a:pt x="185" y="98"/>
                  <a:pt x="187" y="98"/>
                  <a:pt x="188" y="98"/>
                </a:cubicBezTo>
                <a:cubicBezTo>
                  <a:pt x="202" y="98"/>
                  <a:pt x="215" y="92"/>
                  <a:pt x="224" y="82"/>
                </a:cubicBezTo>
                <a:cubicBezTo>
                  <a:pt x="225" y="80"/>
                  <a:pt x="227" y="78"/>
                  <a:pt x="228" y="76"/>
                </a:cubicBezTo>
                <a:cubicBezTo>
                  <a:pt x="245" y="113"/>
                  <a:pt x="245" y="113"/>
                  <a:pt x="245" y="113"/>
                </a:cubicBezTo>
                <a:cubicBezTo>
                  <a:pt x="201" y="133"/>
                  <a:pt x="201" y="133"/>
                  <a:pt x="201" y="133"/>
                </a:cubicBezTo>
                <a:cubicBezTo>
                  <a:pt x="190" y="109"/>
                  <a:pt x="190" y="109"/>
                  <a:pt x="190" y="109"/>
                </a:cubicBezTo>
                <a:cubicBezTo>
                  <a:pt x="183" y="112"/>
                  <a:pt x="183" y="112"/>
                  <a:pt x="183" y="112"/>
                </a:cubicBezTo>
                <a:cubicBezTo>
                  <a:pt x="194" y="136"/>
                  <a:pt x="194" y="136"/>
                  <a:pt x="194" y="136"/>
                </a:cubicBezTo>
                <a:cubicBezTo>
                  <a:pt x="195" y="138"/>
                  <a:pt x="197" y="140"/>
                  <a:pt x="199" y="140"/>
                </a:cubicBezTo>
                <a:cubicBezTo>
                  <a:pt x="200" y="141"/>
                  <a:pt x="201" y="141"/>
                  <a:pt x="201" y="141"/>
                </a:cubicBezTo>
                <a:cubicBezTo>
                  <a:pt x="203" y="141"/>
                  <a:pt x="204" y="141"/>
                  <a:pt x="205" y="140"/>
                </a:cubicBezTo>
                <a:cubicBezTo>
                  <a:pt x="208" y="139"/>
                  <a:pt x="208" y="139"/>
                  <a:pt x="208" y="139"/>
                </a:cubicBezTo>
                <a:cubicBezTo>
                  <a:pt x="212" y="147"/>
                  <a:pt x="225" y="160"/>
                  <a:pt x="235" y="160"/>
                </a:cubicBezTo>
                <a:cubicBezTo>
                  <a:pt x="236" y="160"/>
                  <a:pt x="236" y="160"/>
                  <a:pt x="236" y="160"/>
                </a:cubicBezTo>
                <a:cubicBezTo>
                  <a:pt x="241" y="171"/>
                  <a:pt x="241" y="171"/>
                  <a:pt x="241" y="171"/>
                </a:cubicBezTo>
                <a:cubicBezTo>
                  <a:pt x="239" y="172"/>
                  <a:pt x="238" y="174"/>
                  <a:pt x="239" y="176"/>
                </a:cubicBezTo>
                <a:cubicBezTo>
                  <a:pt x="240" y="178"/>
                  <a:pt x="241" y="180"/>
                  <a:pt x="243" y="180"/>
                </a:cubicBezTo>
                <a:cubicBezTo>
                  <a:pt x="244" y="181"/>
                  <a:pt x="245" y="181"/>
                  <a:pt x="246" y="181"/>
                </a:cubicBezTo>
                <a:cubicBezTo>
                  <a:pt x="247" y="181"/>
                  <a:pt x="248" y="181"/>
                  <a:pt x="249" y="180"/>
                </a:cubicBezTo>
                <a:cubicBezTo>
                  <a:pt x="253" y="178"/>
                  <a:pt x="255" y="174"/>
                  <a:pt x="253" y="170"/>
                </a:cubicBezTo>
                <a:close/>
                <a:moveTo>
                  <a:pt x="218" y="77"/>
                </a:moveTo>
                <a:cubicBezTo>
                  <a:pt x="210" y="85"/>
                  <a:pt x="199" y="90"/>
                  <a:pt x="188" y="90"/>
                </a:cubicBezTo>
                <a:cubicBezTo>
                  <a:pt x="186" y="90"/>
                  <a:pt x="185" y="90"/>
                  <a:pt x="183" y="90"/>
                </a:cubicBezTo>
                <a:cubicBezTo>
                  <a:pt x="183" y="90"/>
                  <a:pt x="182" y="90"/>
                  <a:pt x="182" y="89"/>
                </a:cubicBezTo>
                <a:cubicBezTo>
                  <a:pt x="180" y="89"/>
                  <a:pt x="179" y="89"/>
                  <a:pt x="177" y="89"/>
                </a:cubicBezTo>
                <a:cubicBezTo>
                  <a:pt x="177" y="88"/>
                  <a:pt x="176" y="88"/>
                  <a:pt x="176" y="88"/>
                </a:cubicBezTo>
                <a:cubicBezTo>
                  <a:pt x="175" y="88"/>
                  <a:pt x="174" y="87"/>
                  <a:pt x="173" y="87"/>
                </a:cubicBezTo>
                <a:cubicBezTo>
                  <a:pt x="172" y="87"/>
                  <a:pt x="172" y="87"/>
                  <a:pt x="171" y="86"/>
                </a:cubicBezTo>
                <a:cubicBezTo>
                  <a:pt x="170" y="86"/>
                  <a:pt x="169" y="85"/>
                  <a:pt x="168" y="84"/>
                </a:cubicBezTo>
                <a:cubicBezTo>
                  <a:pt x="167" y="84"/>
                  <a:pt x="167" y="84"/>
                  <a:pt x="166" y="83"/>
                </a:cubicBezTo>
                <a:cubicBezTo>
                  <a:pt x="165" y="83"/>
                  <a:pt x="164" y="82"/>
                  <a:pt x="164" y="82"/>
                </a:cubicBezTo>
                <a:cubicBezTo>
                  <a:pt x="163" y="81"/>
                  <a:pt x="163" y="81"/>
                  <a:pt x="162" y="81"/>
                </a:cubicBezTo>
                <a:cubicBezTo>
                  <a:pt x="158" y="77"/>
                  <a:pt x="155" y="73"/>
                  <a:pt x="152" y="68"/>
                </a:cubicBezTo>
                <a:cubicBezTo>
                  <a:pt x="151" y="66"/>
                  <a:pt x="149" y="65"/>
                  <a:pt x="147" y="66"/>
                </a:cubicBezTo>
                <a:cubicBezTo>
                  <a:pt x="145" y="67"/>
                  <a:pt x="144" y="70"/>
                  <a:pt x="145" y="72"/>
                </a:cubicBezTo>
                <a:cubicBezTo>
                  <a:pt x="146" y="73"/>
                  <a:pt x="146" y="73"/>
                  <a:pt x="146" y="74"/>
                </a:cubicBezTo>
                <a:cubicBezTo>
                  <a:pt x="146" y="74"/>
                  <a:pt x="145" y="74"/>
                  <a:pt x="144" y="74"/>
                </a:cubicBezTo>
                <a:cubicBezTo>
                  <a:pt x="108" y="74"/>
                  <a:pt x="108" y="74"/>
                  <a:pt x="108" y="74"/>
                </a:cubicBezTo>
                <a:cubicBezTo>
                  <a:pt x="107" y="74"/>
                  <a:pt x="106" y="74"/>
                  <a:pt x="105" y="74"/>
                </a:cubicBezTo>
                <a:cubicBezTo>
                  <a:pt x="106" y="73"/>
                  <a:pt x="106" y="73"/>
                  <a:pt x="107" y="72"/>
                </a:cubicBezTo>
                <a:cubicBezTo>
                  <a:pt x="108" y="70"/>
                  <a:pt x="107" y="67"/>
                  <a:pt x="105" y="66"/>
                </a:cubicBezTo>
                <a:cubicBezTo>
                  <a:pt x="103" y="65"/>
                  <a:pt x="101" y="66"/>
                  <a:pt x="100" y="68"/>
                </a:cubicBezTo>
                <a:cubicBezTo>
                  <a:pt x="97" y="73"/>
                  <a:pt x="94" y="77"/>
                  <a:pt x="90" y="81"/>
                </a:cubicBezTo>
                <a:cubicBezTo>
                  <a:pt x="89" y="81"/>
                  <a:pt x="88" y="82"/>
                  <a:pt x="88" y="82"/>
                </a:cubicBezTo>
                <a:cubicBezTo>
                  <a:pt x="87" y="83"/>
                  <a:pt x="86" y="83"/>
                  <a:pt x="86" y="84"/>
                </a:cubicBezTo>
                <a:cubicBezTo>
                  <a:pt x="85" y="84"/>
                  <a:pt x="84" y="84"/>
                  <a:pt x="84" y="85"/>
                </a:cubicBezTo>
                <a:cubicBezTo>
                  <a:pt x="83" y="85"/>
                  <a:pt x="82" y="86"/>
                  <a:pt x="81" y="86"/>
                </a:cubicBezTo>
                <a:cubicBezTo>
                  <a:pt x="80" y="86"/>
                  <a:pt x="80" y="87"/>
                  <a:pt x="80" y="87"/>
                </a:cubicBezTo>
                <a:cubicBezTo>
                  <a:pt x="76" y="88"/>
                  <a:pt x="73" y="89"/>
                  <a:pt x="70" y="90"/>
                </a:cubicBezTo>
                <a:cubicBezTo>
                  <a:pt x="69" y="90"/>
                  <a:pt x="69" y="90"/>
                  <a:pt x="69" y="90"/>
                </a:cubicBezTo>
                <a:cubicBezTo>
                  <a:pt x="68" y="90"/>
                  <a:pt x="66" y="90"/>
                  <a:pt x="65" y="90"/>
                </a:cubicBezTo>
                <a:cubicBezTo>
                  <a:pt x="62" y="90"/>
                  <a:pt x="60" y="90"/>
                  <a:pt x="57" y="90"/>
                </a:cubicBezTo>
                <a:cubicBezTo>
                  <a:pt x="40" y="87"/>
                  <a:pt x="26" y="72"/>
                  <a:pt x="24" y="55"/>
                </a:cubicBezTo>
                <a:cubicBezTo>
                  <a:pt x="23" y="43"/>
                  <a:pt x="26" y="32"/>
                  <a:pt x="34" y="23"/>
                </a:cubicBezTo>
                <a:cubicBezTo>
                  <a:pt x="42" y="15"/>
                  <a:pt x="52" y="10"/>
                  <a:pt x="64" y="10"/>
                </a:cubicBezTo>
                <a:cubicBezTo>
                  <a:pt x="73" y="10"/>
                  <a:pt x="82" y="13"/>
                  <a:pt x="90" y="19"/>
                </a:cubicBezTo>
                <a:cubicBezTo>
                  <a:pt x="95" y="24"/>
                  <a:pt x="101" y="26"/>
                  <a:pt x="108" y="26"/>
                </a:cubicBezTo>
                <a:cubicBezTo>
                  <a:pt x="144" y="26"/>
                  <a:pt x="144" y="26"/>
                  <a:pt x="144" y="26"/>
                </a:cubicBezTo>
                <a:cubicBezTo>
                  <a:pt x="151" y="26"/>
                  <a:pt x="157" y="24"/>
                  <a:pt x="162" y="20"/>
                </a:cubicBezTo>
                <a:cubicBezTo>
                  <a:pt x="171" y="12"/>
                  <a:pt x="182" y="9"/>
                  <a:pt x="194" y="11"/>
                </a:cubicBezTo>
                <a:cubicBezTo>
                  <a:pt x="212" y="13"/>
                  <a:pt x="226" y="28"/>
                  <a:pt x="228" y="45"/>
                </a:cubicBezTo>
                <a:cubicBezTo>
                  <a:pt x="229" y="57"/>
                  <a:pt x="225" y="68"/>
                  <a:pt x="218" y="77"/>
                </a:cubicBezTo>
                <a:close/>
                <a:moveTo>
                  <a:pt x="237" y="152"/>
                </a:moveTo>
                <a:cubicBezTo>
                  <a:pt x="232" y="154"/>
                  <a:pt x="220" y="143"/>
                  <a:pt x="216" y="135"/>
                </a:cubicBezTo>
                <a:cubicBezTo>
                  <a:pt x="216" y="135"/>
                  <a:pt x="216" y="135"/>
                  <a:pt x="216" y="135"/>
                </a:cubicBezTo>
                <a:cubicBezTo>
                  <a:pt x="238" y="125"/>
                  <a:pt x="238" y="125"/>
                  <a:pt x="238" y="125"/>
                </a:cubicBezTo>
                <a:cubicBezTo>
                  <a:pt x="238" y="125"/>
                  <a:pt x="238" y="125"/>
                  <a:pt x="238" y="125"/>
                </a:cubicBezTo>
                <a:cubicBezTo>
                  <a:pt x="241" y="133"/>
                  <a:pt x="241" y="150"/>
                  <a:pt x="237" y="15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78" name="Freeform 91">
            <a:extLst>
              <a:ext uri="{FF2B5EF4-FFF2-40B4-BE49-F238E27FC236}">
                <a16:creationId xmlns:a16="http://schemas.microsoft.com/office/drawing/2014/main" id="{32EA8CE9-DBD7-44DB-962D-90185B075869}"/>
              </a:ext>
            </a:extLst>
          </p:cNvPr>
          <p:cNvSpPr>
            <a:spLocks noChangeAspect="1" noEditPoints="1"/>
          </p:cNvSpPr>
          <p:nvPr/>
        </p:nvSpPr>
        <p:spPr bwMode="auto">
          <a:xfrm>
            <a:off x="8314256" y="2428875"/>
            <a:ext cx="400050" cy="400050"/>
          </a:xfrm>
          <a:custGeom>
            <a:avLst/>
            <a:gdLst>
              <a:gd name="T0" fmla="*/ 192 w 256"/>
              <a:gd name="T1" fmla="*/ 248 h 256"/>
              <a:gd name="T2" fmla="*/ 160 w 256"/>
              <a:gd name="T3" fmla="*/ 220 h 256"/>
              <a:gd name="T4" fmla="*/ 56 w 256"/>
              <a:gd name="T5" fmla="*/ 220 h 256"/>
              <a:gd name="T6" fmla="*/ 200 w 256"/>
              <a:gd name="T7" fmla="*/ 248 h 256"/>
              <a:gd name="T8" fmla="*/ 88 w 256"/>
              <a:gd name="T9" fmla="*/ 248 h 256"/>
              <a:gd name="T10" fmla="*/ 188 w 256"/>
              <a:gd name="T11" fmla="*/ 156 h 256"/>
              <a:gd name="T12" fmla="*/ 165 w 256"/>
              <a:gd name="T13" fmla="*/ 162 h 256"/>
              <a:gd name="T14" fmla="*/ 184 w 256"/>
              <a:gd name="T15" fmla="*/ 187 h 256"/>
              <a:gd name="T16" fmla="*/ 215 w 256"/>
              <a:gd name="T17" fmla="*/ 101 h 256"/>
              <a:gd name="T18" fmla="*/ 235 w 256"/>
              <a:gd name="T19" fmla="*/ 86 h 256"/>
              <a:gd name="T20" fmla="*/ 243 w 256"/>
              <a:gd name="T21" fmla="*/ 83 h 256"/>
              <a:gd name="T22" fmla="*/ 255 w 256"/>
              <a:gd name="T23" fmla="*/ 66 h 256"/>
              <a:gd name="T24" fmla="*/ 256 w 256"/>
              <a:gd name="T25" fmla="*/ 58 h 256"/>
              <a:gd name="T26" fmla="*/ 255 w 256"/>
              <a:gd name="T27" fmla="*/ 52 h 256"/>
              <a:gd name="T28" fmla="*/ 232 w 256"/>
              <a:gd name="T29" fmla="*/ 29 h 256"/>
              <a:gd name="T30" fmla="*/ 226 w 256"/>
              <a:gd name="T31" fmla="*/ 28 h 256"/>
              <a:gd name="T32" fmla="*/ 219 w 256"/>
              <a:gd name="T33" fmla="*/ 29 h 256"/>
              <a:gd name="T34" fmla="*/ 208 w 256"/>
              <a:gd name="T35" fmla="*/ 34 h 256"/>
              <a:gd name="T36" fmla="*/ 198 w 256"/>
              <a:gd name="T37" fmla="*/ 47 h 256"/>
              <a:gd name="T38" fmla="*/ 193 w 256"/>
              <a:gd name="T39" fmla="*/ 59 h 256"/>
              <a:gd name="T40" fmla="*/ 180 w 256"/>
              <a:gd name="T41" fmla="*/ 164 h 256"/>
              <a:gd name="T42" fmla="*/ 202 w 256"/>
              <a:gd name="T43" fmla="*/ 68 h 256"/>
              <a:gd name="T44" fmla="*/ 207 w 256"/>
              <a:gd name="T45" fmla="*/ 47 h 256"/>
              <a:gd name="T46" fmla="*/ 215 w 256"/>
              <a:gd name="T47" fmla="*/ 39 h 256"/>
              <a:gd name="T48" fmla="*/ 226 w 256"/>
              <a:gd name="T49" fmla="*/ 36 h 256"/>
              <a:gd name="T50" fmla="*/ 248 w 256"/>
              <a:gd name="T51" fmla="*/ 56 h 256"/>
              <a:gd name="T52" fmla="*/ 247 w 256"/>
              <a:gd name="T53" fmla="*/ 66 h 256"/>
              <a:gd name="T54" fmla="*/ 240 w 256"/>
              <a:gd name="T55" fmla="*/ 75 h 256"/>
              <a:gd name="T56" fmla="*/ 226 w 256"/>
              <a:gd name="T57" fmla="*/ 80 h 256"/>
              <a:gd name="T58" fmla="*/ 182 w 256"/>
              <a:gd name="T59" fmla="*/ 124 h 256"/>
              <a:gd name="T60" fmla="*/ 1 w 256"/>
              <a:gd name="T61" fmla="*/ 64 h 256"/>
              <a:gd name="T62" fmla="*/ 4 w 256"/>
              <a:gd name="T63" fmla="*/ 72 h 256"/>
              <a:gd name="T64" fmla="*/ 18 w 256"/>
              <a:gd name="T65" fmla="*/ 86 h 256"/>
              <a:gd name="T66" fmla="*/ 24 w 256"/>
              <a:gd name="T67" fmla="*/ 87 h 256"/>
              <a:gd name="T68" fmla="*/ 92 w 256"/>
              <a:gd name="T69" fmla="*/ 126 h 256"/>
              <a:gd name="T70" fmla="*/ 52 w 256"/>
              <a:gd name="T71" fmla="*/ 140 h 256"/>
              <a:gd name="T72" fmla="*/ 52 w 256"/>
              <a:gd name="T73" fmla="*/ 184 h 256"/>
              <a:gd name="T74" fmla="*/ 40 w 256"/>
              <a:gd name="T75" fmla="*/ 229 h 256"/>
              <a:gd name="T76" fmla="*/ 56 w 256"/>
              <a:gd name="T77" fmla="*/ 208 h 256"/>
              <a:gd name="T78" fmla="*/ 88 w 256"/>
              <a:gd name="T79" fmla="*/ 200 h 256"/>
              <a:gd name="T80" fmla="*/ 108 w 256"/>
              <a:gd name="T81" fmla="*/ 232 h 256"/>
              <a:gd name="T82" fmla="*/ 100 w 256"/>
              <a:gd name="T83" fmla="*/ 193 h 256"/>
              <a:gd name="T84" fmla="*/ 100 w 256"/>
              <a:gd name="T85" fmla="*/ 148 h 256"/>
              <a:gd name="T86" fmla="*/ 59 w 256"/>
              <a:gd name="T87" fmla="*/ 52 h 256"/>
              <a:gd name="T88" fmla="*/ 58 w 256"/>
              <a:gd name="T89" fmla="*/ 46 h 256"/>
              <a:gd name="T90" fmla="*/ 30 w 256"/>
              <a:gd name="T91" fmla="*/ 28 h 256"/>
              <a:gd name="T92" fmla="*/ 24 w 256"/>
              <a:gd name="T93" fmla="*/ 29 h 256"/>
              <a:gd name="T94" fmla="*/ 1 w 256"/>
              <a:gd name="T95" fmla="*/ 52 h 256"/>
              <a:gd name="T96" fmla="*/ 0 w 256"/>
              <a:gd name="T97" fmla="*/ 58 h 256"/>
              <a:gd name="T98" fmla="*/ 84 w 256"/>
              <a:gd name="T99" fmla="*/ 172 h 256"/>
              <a:gd name="T100" fmla="*/ 28 w 256"/>
              <a:gd name="T101" fmla="*/ 36 h 256"/>
              <a:gd name="T102" fmla="*/ 37 w 256"/>
              <a:gd name="T103" fmla="*/ 37 h 256"/>
              <a:gd name="T104" fmla="*/ 46 w 256"/>
              <a:gd name="T105" fmla="*/ 43 h 256"/>
              <a:gd name="T106" fmla="*/ 52 w 256"/>
              <a:gd name="T107" fmla="*/ 54 h 256"/>
              <a:gd name="T108" fmla="*/ 78 w 256"/>
              <a:gd name="T109" fmla="*/ 80 h 256"/>
              <a:gd name="T110" fmla="*/ 40 w 256"/>
              <a:gd name="T111" fmla="*/ 82 h 256"/>
              <a:gd name="T112" fmla="*/ 19 w 256"/>
              <a:gd name="T113" fmla="*/ 77 h 256"/>
              <a:gd name="T114" fmla="*/ 11 w 256"/>
              <a:gd name="T115" fmla="*/ 69 h 256"/>
              <a:gd name="T116" fmla="*/ 8 w 256"/>
              <a:gd name="T117" fmla="*/ 58 h 256"/>
              <a:gd name="T118" fmla="*/ 128 w 256"/>
              <a:gd name="T119" fmla="*/ 24 h 256"/>
              <a:gd name="T120" fmla="*/ 120 w 256"/>
              <a:gd name="T121" fmla="*/ 56 h 256"/>
              <a:gd name="T122" fmla="*/ 88 w 256"/>
              <a:gd name="T123" fmla="*/ 30 h 256"/>
              <a:gd name="T124" fmla="*/ 128 w 256"/>
              <a:gd name="T125" fmla="*/ 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6" h="256">
                <a:moveTo>
                  <a:pt x="200" y="220"/>
                </a:moveTo>
                <a:cubicBezTo>
                  <a:pt x="200" y="218"/>
                  <a:pt x="198" y="216"/>
                  <a:pt x="196" y="216"/>
                </a:cubicBezTo>
                <a:cubicBezTo>
                  <a:pt x="184" y="216"/>
                  <a:pt x="184" y="216"/>
                  <a:pt x="184" y="216"/>
                </a:cubicBezTo>
                <a:cubicBezTo>
                  <a:pt x="184" y="224"/>
                  <a:pt x="184" y="224"/>
                  <a:pt x="184" y="224"/>
                </a:cubicBezTo>
                <a:cubicBezTo>
                  <a:pt x="192" y="224"/>
                  <a:pt x="192" y="224"/>
                  <a:pt x="192" y="224"/>
                </a:cubicBezTo>
                <a:cubicBezTo>
                  <a:pt x="192" y="248"/>
                  <a:pt x="192" y="248"/>
                  <a:pt x="192" y="248"/>
                </a:cubicBezTo>
                <a:cubicBezTo>
                  <a:pt x="168" y="248"/>
                  <a:pt x="168" y="248"/>
                  <a:pt x="168" y="248"/>
                </a:cubicBezTo>
                <a:cubicBezTo>
                  <a:pt x="168" y="224"/>
                  <a:pt x="168" y="224"/>
                  <a:pt x="168" y="224"/>
                </a:cubicBezTo>
                <a:cubicBezTo>
                  <a:pt x="176" y="224"/>
                  <a:pt x="176" y="224"/>
                  <a:pt x="176" y="224"/>
                </a:cubicBezTo>
                <a:cubicBezTo>
                  <a:pt x="176" y="216"/>
                  <a:pt x="176" y="216"/>
                  <a:pt x="176" y="216"/>
                </a:cubicBezTo>
                <a:cubicBezTo>
                  <a:pt x="164" y="216"/>
                  <a:pt x="164" y="216"/>
                  <a:pt x="164" y="216"/>
                </a:cubicBezTo>
                <a:cubicBezTo>
                  <a:pt x="162" y="216"/>
                  <a:pt x="160" y="218"/>
                  <a:pt x="160" y="220"/>
                </a:cubicBezTo>
                <a:cubicBezTo>
                  <a:pt x="160" y="248"/>
                  <a:pt x="160" y="248"/>
                  <a:pt x="160" y="248"/>
                </a:cubicBezTo>
                <a:cubicBezTo>
                  <a:pt x="96" y="248"/>
                  <a:pt x="96" y="248"/>
                  <a:pt x="96" y="248"/>
                </a:cubicBezTo>
                <a:cubicBezTo>
                  <a:pt x="96" y="220"/>
                  <a:pt x="96" y="220"/>
                  <a:pt x="96" y="220"/>
                </a:cubicBezTo>
                <a:cubicBezTo>
                  <a:pt x="96" y="218"/>
                  <a:pt x="94" y="216"/>
                  <a:pt x="92" y="216"/>
                </a:cubicBezTo>
                <a:cubicBezTo>
                  <a:pt x="60" y="216"/>
                  <a:pt x="60" y="216"/>
                  <a:pt x="60" y="216"/>
                </a:cubicBezTo>
                <a:cubicBezTo>
                  <a:pt x="58" y="216"/>
                  <a:pt x="56" y="218"/>
                  <a:pt x="56" y="220"/>
                </a:cubicBezTo>
                <a:cubicBezTo>
                  <a:pt x="56" y="248"/>
                  <a:pt x="56" y="248"/>
                  <a:pt x="56" y="248"/>
                </a:cubicBezTo>
                <a:cubicBezTo>
                  <a:pt x="0" y="248"/>
                  <a:pt x="0" y="248"/>
                  <a:pt x="0" y="248"/>
                </a:cubicBezTo>
                <a:cubicBezTo>
                  <a:pt x="0" y="256"/>
                  <a:pt x="0" y="256"/>
                  <a:pt x="0" y="256"/>
                </a:cubicBezTo>
                <a:cubicBezTo>
                  <a:pt x="256" y="256"/>
                  <a:pt x="256" y="256"/>
                  <a:pt x="256" y="256"/>
                </a:cubicBezTo>
                <a:cubicBezTo>
                  <a:pt x="256" y="248"/>
                  <a:pt x="256" y="248"/>
                  <a:pt x="256" y="248"/>
                </a:cubicBezTo>
                <a:cubicBezTo>
                  <a:pt x="200" y="248"/>
                  <a:pt x="200" y="248"/>
                  <a:pt x="200" y="248"/>
                </a:cubicBezTo>
                <a:lnTo>
                  <a:pt x="200" y="220"/>
                </a:lnTo>
                <a:close/>
                <a:moveTo>
                  <a:pt x="88" y="248"/>
                </a:moveTo>
                <a:cubicBezTo>
                  <a:pt x="64" y="248"/>
                  <a:pt x="64" y="248"/>
                  <a:pt x="64" y="248"/>
                </a:cubicBezTo>
                <a:cubicBezTo>
                  <a:pt x="64" y="224"/>
                  <a:pt x="64" y="224"/>
                  <a:pt x="64" y="224"/>
                </a:cubicBezTo>
                <a:cubicBezTo>
                  <a:pt x="88" y="224"/>
                  <a:pt x="88" y="224"/>
                  <a:pt x="88" y="224"/>
                </a:cubicBezTo>
                <a:lnTo>
                  <a:pt x="88" y="248"/>
                </a:lnTo>
                <a:close/>
                <a:moveTo>
                  <a:pt x="152" y="102"/>
                </a:moveTo>
                <a:cubicBezTo>
                  <a:pt x="152" y="119"/>
                  <a:pt x="165" y="132"/>
                  <a:pt x="182" y="132"/>
                </a:cubicBezTo>
                <a:cubicBezTo>
                  <a:pt x="182" y="132"/>
                  <a:pt x="182" y="132"/>
                  <a:pt x="182" y="132"/>
                </a:cubicBezTo>
                <a:cubicBezTo>
                  <a:pt x="187" y="132"/>
                  <a:pt x="192" y="131"/>
                  <a:pt x="196" y="129"/>
                </a:cubicBezTo>
                <a:cubicBezTo>
                  <a:pt x="196" y="148"/>
                  <a:pt x="196" y="148"/>
                  <a:pt x="196" y="148"/>
                </a:cubicBezTo>
                <a:cubicBezTo>
                  <a:pt x="196" y="152"/>
                  <a:pt x="192" y="156"/>
                  <a:pt x="188" y="156"/>
                </a:cubicBezTo>
                <a:cubicBezTo>
                  <a:pt x="172" y="156"/>
                  <a:pt x="172" y="156"/>
                  <a:pt x="172" y="156"/>
                </a:cubicBezTo>
                <a:cubicBezTo>
                  <a:pt x="168" y="156"/>
                  <a:pt x="164" y="152"/>
                  <a:pt x="164" y="148"/>
                </a:cubicBezTo>
                <a:cubicBezTo>
                  <a:pt x="164" y="140"/>
                  <a:pt x="164" y="140"/>
                  <a:pt x="164" y="140"/>
                </a:cubicBezTo>
                <a:cubicBezTo>
                  <a:pt x="156" y="140"/>
                  <a:pt x="156" y="140"/>
                  <a:pt x="156" y="140"/>
                </a:cubicBezTo>
                <a:cubicBezTo>
                  <a:pt x="156" y="148"/>
                  <a:pt x="156" y="148"/>
                  <a:pt x="156" y="148"/>
                </a:cubicBezTo>
                <a:cubicBezTo>
                  <a:pt x="156" y="154"/>
                  <a:pt x="160" y="160"/>
                  <a:pt x="165" y="162"/>
                </a:cubicBezTo>
                <a:cubicBezTo>
                  <a:pt x="164" y="164"/>
                  <a:pt x="164" y="166"/>
                  <a:pt x="164" y="168"/>
                </a:cubicBezTo>
                <a:cubicBezTo>
                  <a:pt x="164" y="175"/>
                  <a:pt x="169" y="185"/>
                  <a:pt x="176" y="187"/>
                </a:cubicBezTo>
                <a:cubicBezTo>
                  <a:pt x="176" y="204"/>
                  <a:pt x="176" y="204"/>
                  <a:pt x="176" y="204"/>
                </a:cubicBezTo>
                <a:cubicBezTo>
                  <a:pt x="176" y="206"/>
                  <a:pt x="178" y="208"/>
                  <a:pt x="180" y="208"/>
                </a:cubicBezTo>
                <a:cubicBezTo>
                  <a:pt x="182" y="208"/>
                  <a:pt x="184" y="206"/>
                  <a:pt x="184" y="204"/>
                </a:cubicBezTo>
                <a:cubicBezTo>
                  <a:pt x="184" y="187"/>
                  <a:pt x="184" y="187"/>
                  <a:pt x="184" y="187"/>
                </a:cubicBezTo>
                <a:cubicBezTo>
                  <a:pt x="191" y="185"/>
                  <a:pt x="196" y="175"/>
                  <a:pt x="196" y="168"/>
                </a:cubicBezTo>
                <a:cubicBezTo>
                  <a:pt x="196" y="166"/>
                  <a:pt x="196" y="164"/>
                  <a:pt x="195" y="162"/>
                </a:cubicBezTo>
                <a:cubicBezTo>
                  <a:pt x="200" y="160"/>
                  <a:pt x="204" y="154"/>
                  <a:pt x="204" y="148"/>
                </a:cubicBezTo>
                <a:cubicBezTo>
                  <a:pt x="204" y="122"/>
                  <a:pt x="204" y="122"/>
                  <a:pt x="204" y="122"/>
                </a:cubicBezTo>
                <a:cubicBezTo>
                  <a:pt x="208" y="118"/>
                  <a:pt x="210" y="113"/>
                  <a:pt x="211" y="108"/>
                </a:cubicBezTo>
                <a:cubicBezTo>
                  <a:pt x="212" y="105"/>
                  <a:pt x="213" y="102"/>
                  <a:pt x="215" y="101"/>
                </a:cubicBezTo>
                <a:cubicBezTo>
                  <a:pt x="225" y="91"/>
                  <a:pt x="225" y="91"/>
                  <a:pt x="225" y="91"/>
                </a:cubicBezTo>
                <a:cubicBezTo>
                  <a:pt x="226" y="89"/>
                  <a:pt x="229" y="88"/>
                  <a:pt x="232" y="87"/>
                </a:cubicBezTo>
                <a:cubicBezTo>
                  <a:pt x="232" y="87"/>
                  <a:pt x="232" y="87"/>
                  <a:pt x="232" y="87"/>
                </a:cubicBezTo>
                <a:cubicBezTo>
                  <a:pt x="232" y="87"/>
                  <a:pt x="232" y="87"/>
                  <a:pt x="233" y="87"/>
                </a:cubicBezTo>
                <a:cubicBezTo>
                  <a:pt x="233" y="87"/>
                  <a:pt x="234" y="87"/>
                  <a:pt x="235" y="87"/>
                </a:cubicBezTo>
                <a:cubicBezTo>
                  <a:pt x="235" y="87"/>
                  <a:pt x="235" y="87"/>
                  <a:pt x="235" y="86"/>
                </a:cubicBezTo>
                <a:cubicBezTo>
                  <a:pt x="236" y="86"/>
                  <a:pt x="237" y="86"/>
                  <a:pt x="237" y="86"/>
                </a:cubicBezTo>
                <a:cubicBezTo>
                  <a:pt x="238" y="86"/>
                  <a:pt x="238" y="86"/>
                  <a:pt x="238" y="86"/>
                </a:cubicBezTo>
                <a:cubicBezTo>
                  <a:pt x="239" y="85"/>
                  <a:pt x="239" y="85"/>
                  <a:pt x="240" y="84"/>
                </a:cubicBezTo>
                <a:cubicBezTo>
                  <a:pt x="240" y="84"/>
                  <a:pt x="240" y="84"/>
                  <a:pt x="240" y="84"/>
                </a:cubicBezTo>
                <a:cubicBezTo>
                  <a:pt x="241" y="84"/>
                  <a:pt x="242" y="83"/>
                  <a:pt x="243" y="83"/>
                </a:cubicBezTo>
                <a:cubicBezTo>
                  <a:pt x="243" y="83"/>
                  <a:pt x="243" y="83"/>
                  <a:pt x="243" y="83"/>
                </a:cubicBezTo>
                <a:cubicBezTo>
                  <a:pt x="247" y="80"/>
                  <a:pt x="250" y="77"/>
                  <a:pt x="252" y="72"/>
                </a:cubicBezTo>
                <a:cubicBezTo>
                  <a:pt x="252" y="72"/>
                  <a:pt x="252" y="72"/>
                  <a:pt x="252" y="72"/>
                </a:cubicBezTo>
                <a:cubicBezTo>
                  <a:pt x="253" y="71"/>
                  <a:pt x="253" y="71"/>
                  <a:pt x="254" y="70"/>
                </a:cubicBezTo>
                <a:cubicBezTo>
                  <a:pt x="254" y="70"/>
                  <a:pt x="254" y="69"/>
                  <a:pt x="254" y="69"/>
                </a:cubicBezTo>
                <a:cubicBezTo>
                  <a:pt x="254" y="69"/>
                  <a:pt x="254" y="68"/>
                  <a:pt x="255" y="67"/>
                </a:cubicBezTo>
                <a:cubicBezTo>
                  <a:pt x="255" y="67"/>
                  <a:pt x="255" y="67"/>
                  <a:pt x="255" y="66"/>
                </a:cubicBezTo>
                <a:cubicBezTo>
                  <a:pt x="255" y="66"/>
                  <a:pt x="255" y="65"/>
                  <a:pt x="255" y="65"/>
                </a:cubicBezTo>
                <a:cubicBezTo>
                  <a:pt x="255" y="64"/>
                  <a:pt x="255" y="64"/>
                  <a:pt x="255" y="64"/>
                </a:cubicBezTo>
                <a:cubicBezTo>
                  <a:pt x="256" y="63"/>
                  <a:pt x="256" y="62"/>
                  <a:pt x="256" y="62"/>
                </a:cubicBezTo>
                <a:cubicBezTo>
                  <a:pt x="256" y="61"/>
                  <a:pt x="256" y="61"/>
                  <a:pt x="256" y="61"/>
                </a:cubicBezTo>
                <a:cubicBezTo>
                  <a:pt x="256" y="60"/>
                  <a:pt x="256" y="59"/>
                  <a:pt x="256" y="59"/>
                </a:cubicBezTo>
                <a:cubicBezTo>
                  <a:pt x="256" y="59"/>
                  <a:pt x="256" y="58"/>
                  <a:pt x="256" y="58"/>
                </a:cubicBezTo>
                <a:cubicBezTo>
                  <a:pt x="256" y="58"/>
                  <a:pt x="256" y="58"/>
                  <a:pt x="256" y="58"/>
                </a:cubicBezTo>
                <a:cubicBezTo>
                  <a:pt x="256" y="58"/>
                  <a:pt x="256" y="58"/>
                  <a:pt x="256" y="58"/>
                </a:cubicBezTo>
                <a:cubicBezTo>
                  <a:pt x="256" y="57"/>
                  <a:pt x="256" y="57"/>
                  <a:pt x="256" y="56"/>
                </a:cubicBezTo>
                <a:cubicBezTo>
                  <a:pt x="256" y="56"/>
                  <a:pt x="256" y="55"/>
                  <a:pt x="256" y="55"/>
                </a:cubicBezTo>
                <a:cubicBezTo>
                  <a:pt x="256" y="54"/>
                  <a:pt x="256" y="54"/>
                  <a:pt x="256" y="54"/>
                </a:cubicBezTo>
                <a:cubicBezTo>
                  <a:pt x="256" y="53"/>
                  <a:pt x="255" y="52"/>
                  <a:pt x="255" y="52"/>
                </a:cubicBezTo>
                <a:cubicBezTo>
                  <a:pt x="255" y="52"/>
                  <a:pt x="255" y="52"/>
                  <a:pt x="255" y="52"/>
                </a:cubicBezTo>
                <a:cubicBezTo>
                  <a:pt x="255" y="49"/>
                  <a:pt x="254" y="46"/>
                  <a:pt x="252" y="43"/>
                </a:cubicBezTo>
                <a:cubicBezTo>
                  <a:pt x="252" y="0"/>
                  <a:pt x="252" y="0"/>
                  <a:pt x="252" y="0"/>
                </a:cubicBezTo>
                <a:cubicBezTo>
                  <a:pt x="244" y="0"/>
                  <a:pt x="244" y="0"/>
                  <a:pt x="244" y="0"/>
                </a:cubicBezTo>
                <a:cubicBezTo>
                  <a:pt x="244" y="34"/>
                  <a:pt x="244" y="34"/>
                  <a:pt x="244" y="34"/>
                </a:cubicBezTo>
                <a:cubicBezTo>
                  <a:pt x="241" y="31"/>
                  <a:pt x="237" y="30"/>
                  <a:pt x="232" y="29"/>
                </a:cubicBezTo>
                <a:cubicBezTo>
                  <a:pt x="232" y="29"/>
                  <a:pt x="232" y="29"/>
                  <a:pt x="232" y="29"/>
                </a:cubicBezTo>
                <a:cubicBezTo>
                  <a:pt x="232" y="29"/>
                  <a:pt x="231" y="28"/>
                  <a:pt x="230" y="28"/>
                </a:cubicBezTo>
                <a:cubicBezTo>
                  <a:pt x="230" y="28"/>
                  <a:pt x="230" y="28"/>
                  <a:pt x="229" y="28"/>
                </a:cubicBezTo>
                <a:cubicBezTo>
                  <a:pt x="229" y="28"/>
                  <a:pt x="228" y="28"/>
                  <a:pt x="228" y="28"/>
                </a:cubicBezTo>
                <a:cubicBezTo>
                  <a:pt x="227" y="28"/>
                  <a:pt x="227" y="28"/>
                  <a:pt x="226" y="28"/>
                </a:cubicBezTo>
                <a:cubicBezTo>
                  <a:pt x="226" y="28"/>
                  <a:pt x="226" y="28"/>
                  <a:pt x="226" y="28"/>
                </a:cubicBezTo>
                <a:cubicBezTo>
                  <a:pt x="226" y="28"/>
                  <a:pt x="226" y="28"/>
                  <a:pt x="226" y="28"/>
                </a:cubicBezTo>
                <a:cubicBezTo>
                  <a:pt x="226" y="28"/>
                  <a:pt x="226" y="28"/>
                  <a:pt x="226" y="28"/>
                </a:cubicBezTo>
                <a:cubicBezTo>
                  <a:pt x="225" y="28"/>
                  <a:pt x="224" y="28"/>
                  <a:pt x="223" y="28"/>
                </a:cubicBezTo>
                <a:cubicBezTo>
                  <a:pt x="223" y="28"/>
                  <a:pt x="222" y="28"/>
                  <a:pt x="222" y="28"/>
                </a:cubicBezTo>
                <a:cubicBezTo>
                  <a:pt x="222" y="28"/>
                  <a:pt x="221" y="28"/>
                  <a:pt x="220" y="29"/>
                </a:cubicBezTo>
                <a:cubicBezTo>
                  <a:pt x="220" y="29"/>
                  <a:pt x="220" y="29"/>
                  <a:pt x="219" y="29"/>
                </a:cubicBezTo>
                <a:cubicBezTo>
                  <a:pt x="219" y="29"/>
                  <a:pt x="218" y="29"/>
                  <a:pt x="218" y="29"/>
                </a:cubicBezTo>
                <a:cubicBezTo>
                  <a:pt x="217" y="29"/>
                  <a:pt x="217" y="29"/>
                  <a:pt x="217" y="30"/>
                </a:cubicBezTo>
                <a:cubicBezTo>
                  <a:pt x="216" y="30"/>
                  <a:pt x="216" y="30"/>
                  <a:pt x="216" y="30"/>
                </a:cubicBezTo>
                <a:cubicBezTo>
                  <a:pt x="216" y="0"/>
                  <a:pt x="216" y="0"/>
                  <a:pt x="216" y="0"/>
                </a:cubicBezTo>
                <a:cubicBezTo>
                  <a:pt x="208" y="0"/>
                  <a:pt x="208" y="0"/>
                  <a:pt x="208" y="0"/>
                </a:cubicBezTo>
                <a:cubicBezTo>
                  <a:pt x="208" y="34"/>
                  <a:pt x="208" y="34"/>
                  <a:pt x="208" y="34"/>
                </a:cubicBezTo>
                <a:cubicBezTo>
                  <a:pt x="205" y="36"/>
                  <a:pt x="203" y="38"/>
                  <a:pt x="201" y="41"/>
                </a:cubicBezTo>
                <a:cubicBezTo>
                  <a:pt x="201" y="41"/>
                  <a:pt x="201" y="41"/>
                  <a:pt x="201" y="41"/>
                </a:cubicBezTo>
                <a:cubicBezTo>
                  <a:pt x="201" y="42"/>
                  <a:pt x="200" y="43"/>
                  <a:pt x="200" y="44"/>
                </a:cubicBezTo>
                <a:cubicBezTo>
                  <a:pt x="200" y="44"/>
                  <a:pt x="200" y="44"/>
                  <a:pt x="200" y="44"/>
                </a:cubicBezTo>
                <a:cubicBezTo>
                  <a:pt x="199" y="45"/>
                  <a:pt x="199" y="45"/>
                  <a:pt x="199" y="46"/>
                </a:cubicBezTo>
                <a:cubicBezTo>
                  <a:pt x="198" y="46"/>
                  <a:pt x="198" y="46"/>
                  <a:pt x="198" y="47"/>
                </a:cubicBezTo>
                <a:cubicBezTo>
                  <a:pt x="198" y="47"/>
                  <a:pt x="198" y="48"/>
                  <a:pt x="198" y="49"/>
                </a:cubicBezTo>
                <a:cubicBezTo>
                  <a:pt x="197" y="49"/>
                  <a:pt x="197" y="49"/>
                  <a:pt x="197" y="49"/>
                </a:cubicBezTo>
                <a:cubicBezTo>
                  <a:pt x="197" y="50"/>
                  <a:pt x="197" y="51"/>
                  <a:pt x="197" y="51"/>
                </a:cubicBezTo>
                <a:cubicBezTo>
                  <a:pt x="197" y="52"/>
                  <a:pt x="197" y="52"/>
                  <a:pt x="197" y="52"/>
                </a:cubicBezTo>
                <a:cubicBezTo>
                  <a:pt x="197" y="52"/>
                  <a:pt x="197" y="52"/>
                  <a:pt x="197" y="52"/>
                </a:cubicBezTo>
                <a:cubicBezTo>
                  <a:pt x="196" y="55"/>
                  <a:pt x="195" y="58"/>
                  <a:pt x="193" y="59"/>
                </a:cubicBezTo>
                <a:cubicBezTo>
                  <a:pt x="183" y="69"/>
                  <a:pt x="183" y="69"/>
                  <a:pt x="183" y="69"/>
                </a:cubicBezTo>
                <a:cubicBezTo>
                  <a:pt x="182" y="71"/>
                  <a:pt x="179" y="72"/>
                  <a:pt x="176" y="73"/>
                </a:cubicBezTo>
                <a:cubicBezTo>
                  <a:pt x="162" y="75"/>
                  <a:pt x="152" y="88"/>
                  <a:pt x="152" y="102"/>
                </a:cubicBezTo>
                <a:close/>
                <a:moveTo>
                  <a:pt x="180" y="180"/>
                </a:moveTo>
                <a:cubicBezTo>
                  <a:pt x="176" y="180"/>
                  <a:pt x="172" y="173"/>
                  <a:pt x="172" y="168"/>
                </a:cubicBezTo>
                <a:cubicBezTo>
                  <a:pt x="172" y="166"/>
                  <a:pt x="172" y="164"/>
                  <a:pt x="180" y="164"/>
                </a:cubicBezTo>
                <a:cubicBezTo>
                  <a:pt x="188" y="164"/>
                  <a:pt x="188" y="166"/>
                  <a:pt x="188" y="168"/>
                </a:cubicBezTo>
                <a:cubicBezTo>
                  <a:pt x="188" y="173"/>
                  <a:pt x="184" y="180"/>
                  <a:pt x="180" y="180"/>
                </a:cubicBezTo>
                <a:close/>
                <a:moveTo>
                  <a:pt x="178" y="80"/>
                </a:moveTo>
                <a:cubicBezTo>
                  <a:pt x="182" y="80"/>
                  <a:pt x="186" y="78"/>
                  <a:pt x="189" y="75"/>
                </a:cubicBezTo>
                <a:cubicBezTo>
                  <a:pt x="197" y="66"/>
                  <a:pt x="197" y="66"/>
                  <a:pt x="197" y="66"/>
                </a:cubicBezTo>
                <a:cubicBezTo>
                  <a:pt x="198" y="68"/>
                  <a:pt x="200" y="68"/>
                  <a:pt x="202" y="68"/>
                </a:cubicBezTo>
                <a:cubicBezTo>
                  <a:pt x="204" y="67"/>
                  <a:pt x="205" y="65"/>
                  <a:pt x="205" y="63"/>
                </a:cubicBezTo>
                <a:cubicBezTo>
                  <a:pt x="204" y="61"/>
                  <a:pt x="204" y="60"/>
                  <a:pt x="204" y="58"/>
                </a:cubicBezTo>
                <a:cubicBezTo>
                  <a:pt x="204" y="57"/>
                  <a:pt x="204" y="55"/>
                  <a:pt x="204" y="54"/>
                </a:cubicBezTo>
                <a:cubicBezTo>
                  <a:pt x="205" y="53"/>
                  <a:pt x="205" y="52"/>
                  <a:pt x="205" y="50"/>
                </a:cubicBezTo>
                <a:cubicBezTo>
                  <a:pt x="205" y="50"/>
                  <a:pt x="206" y="50"/>
                  <a:pt x="206" y="50"/>
                </a:cubicBezTo>
                <a:cubicBezTo>
                  <a:pt x="206" y="49"/>
                  <a:pt x="206" y="48"/>
                  <a:pt x="207" y="47"/>
                </a:cubicBezTo>
                <a:cubicBezTo>
                  <a:pt x="207" y="47"/>
                  <a:pt x="207" y="46"/>
                  <a:pt x="207" y="46"/>
                </a:cubicBezTo>
                <a:cubicBezTo>
                  <a:pt x="208" y="45"/>
                  <a:pt x="209" y="45"/>
                  <a:pt x="209" y="44"/>
                </a:cubicBezTo>
                <a:cubicBezTo>
                  <a:pt x="209" y="44"/>
                  <a:pt x="210" y="43"/>
                  <a:pt x="210" y="43"/>
                </a:cubicBezTo>
                <a:cubicBezTo>
                  <a:pt x="210" y="43"/>
                  <a:pt x="211" y="42"/>
                  <a:pt x="212" y="41"/>
                </a:cubicBezTo>
                <a:cubicBezTo>
                  <a:pt x="212" y="41"/>
                  <a:pt x="212" y="41"/>
                  <a:pt x="212" y="41"/>
                </a:cubicBezTo>
                <a:cubicBezTo>
                  <a:pt x="213" y="40"/>
                  <a:pt x="214" y="40"/>
                  <a:pt x="215" y="39"/>
                </a:cubicBezTo>
                <a:cubicBezTo>
                  <a:pt x="215" y="39"/>
                  <a:pt x="215" y="39"/>
                  <a:pt x="215" y="39"/>
                </a:cubicBezTo>
                <a:cubicBezTo>
                  <a:pt x="216" y="38"/>
                  <a:pt x="217" y="38"/>
                  <a:pt x="218" y="37"/>
                </a:cubicBezTo>
                <a:cubicBezTo>
                  <a:pt x="218" y="37"/>
                  <a:pt x="219" y="37"/>
                  <a:pt x="219" y="37"/>
                </a:cubicBezTo>
                <a:cubicBezTo>
                  <a:pt x="220" y="37"/>
                  <a:pt x="221" y="37"/>
                  <a:pt x="222" y="36"/>
                </a:cubicBezTo>
                <a:cubicBezTo>
                  <a:pt x="222" y="36"/>
                  <a:pt x="222" y="36"/>
                  <a:pt x="222" y="36"/>
                </a:cubicBezTo>
                <a:cubicBezTo>
                  <a:pt x="224" y="36"/>
                  <a:pt x="225" y="36"/>
                  <a:pt x="226" y="36"/>
                </a:cubicBezTo>
                <a:cubicBezTo>
                  <a:pt x="226" y="36"/>
                  <a:pt x="226" y="36"/>
                  <a:pt x="226" y="36"/>
                </a:cubicBezTo>
                <a:cubicBezTo>
                  <a:pt x="226" y="36"/>
                  <a:pt x="227" y="36"/>
                  <a:pt x="227" y="36"/>
                </a:cubicBezTo>
                <a:cubicBezTo>
                  <a:pt x="228" y="36"/>
                  <a:pt x="228" y="36"/>
                  <a:pt x="228" y="36"/>
                </a:cubicBezTo>
                <a:cubicBezTo>
                  <a:pt x="228" y="36"/>
                  <a:pt x="229" y="36"/>
                  <a:pt x="229" y="36"/>
                </a:cubicBezTo>
                <a:cubicBezTo>
                  <a:pt x="238" y="37"/>
                  <a:pt x="247" y="46"/>
                  <a:pt x="248" y="55"/>
                </a:cubicBezTo>
                <a:cubicBezTo>
                  <a:pt x="248" y="56"/>
                  <a:pt x="248" y="56"/>
                  <a:pt x="248" y="56"/>
                </a:cubicBezTo>
                <a:cubicBezTo>
                  <a:pt x="248" y="56"/>
                  <a:pt x="248" y="56"/>
                  <a:pt x="248" y="57"/>
                </a:cubicBezTo>
                <a:cubicBezTo>
                  <a:pt x="248" y="57"/>
                  <a:pt x="248" y="57"/>
                  <a:pt x="248" y="58"/>
                </a:cubicBezTo>
                <a:cubicBezTo>
                  <a:pt x="248" y="59"/>
                  <a:pt x="248" y="60"/>
                  <a:pt x="248" y="61"/>
                </a:cubicBezTo>
                <a:cubicBezTo>
                  <a:pt x="248" y="61"/>
                  <a:pt x="248" y="62"/>
                  <a:pt x="248" y="62"/>
                </a:cubicBezTo>
                <a:cubicBezTo>
                  <a:pt x="247" y="63"/>
                  <a:pt x="247" y="64"/>
                  <a:pt x="247" y="65"/>
                </a:cubicBezTo>
                <a:cubicBezTo>
                  <a:pt x="247" y="65"/>
                  <a:pt x="247" y="65"/>
                  <a:pt x="247" y="66"/>
                </a:cubicBezTo>
                <a:cubicBezTo>
                  <a:pt x="246" y="67"/>
                  <a:pt x="246" y="68"/>
                  <a:pt x="245" y="69"/>
                </a:cubicBezTo>
                <a:cubicBezTo>
                  <a:pt x="245" y="69"/>
                  <a:pt x="245" y="69"/>
                  <a:pt x="245" y="69"/>
                </a:cubicBezTo>
                <a:cubicBezTo>
                  <a:pt x="244" y="70"/>
                  <a:pt x="244" y="71"/>
                  <a:pt x="243" y="71"/>
                </a:cubicBezTo>
                <a:cubicBezTo>
                  <a:pt x="243" y="72"/>
                  <a:pt x="243" y="72"/>
                  <a:pt x="243" y="72"/>
                </a:cubicBezTo>
                <a:cubicBezTo>
                  <a:pt x="242" y="73"/>
                  <a:pt x="242" y="73"/>
                  <a:pt x="241" y="74"/>
                </a:cubicBezTo>
                <a:cubicBezTo>
                  <a:pt x="241" y="74"/>
                  <a:pt x="240" y="75"/>
                  <a:pt x="240" y="75"/>
                </a:cubicBezTo>
                <a:cubicBezTo>
                  <a:pt x="239" y="75"/>
                  <a:pt x="239" y="76"/>
                  <a:pt x="238" y="77"/>
                </a:cubicBezTo>
                <a:cubicBezTo>
                  <a:pt x="238" y="77"/>
                  <a:pt x="237" y="77"/>
                  <a:pt x="237" y="77"/>
                </a:cubicBezTo>
                <a:cubicBezTo>
                  <a:pt x="236" y="78"/>
                  <a:pt x="235" y="78"/>
                  <a:pt x="234" y="78"/>
                </a:cubicBezTo>
                <a:cubicBezTo>
                  <a:pt x="234" y="78"/>
                  <a:pt x="234" y="79"/>
                  <a:pt x="234" y="79"/>
                </a:cubicBezTo>
                <a:cubicBezTo>
                  <a:pt x="233" y="79"/>
                  <a:pt x="231" y="79"/>
                  <a:pt x="230" y="80"/>
                </a:cubicBezTo>
                <a:cubicBezTo>
                  <a:pt x="229" y="80"/>
                  <a:pt x="227" y="80"/>
                  <a:pt x="226" y="80"/>
                </a:cubicBezTo>
                <a:cubicBezTo>
                  <a:pt x="224" y="80"/>
                  <a:pt x="223" y="80"/>
                  <a:pt x="221" y="79"/>
                </a:cubicBezTo>
                <a:cubicBezTo>
                  <a:pt x="219" y="79"/>
                  <a:pt x="217" y="80"/>
                  <a:pt x="216" y="82"/>
                </a:cubicBezTo>
                <a:cubicBezTo>
                  <a:pt x="216" y="84"/>
                  <a:pt x="216" y="86"/>
                  <a:pt x="218" y="87"/>
                </a:cubicBezTo>
                <a:cubicBezTo>
                  <a:pt x="209" y="95"/>
                  <a:pt x="209" y="95"/>
                  <a:pt x="209" y="95"/>
                </a:cubicBezTo>
                <a:cubicBezTo>
                  <a:pt x="206" y="98"/>
                  <a:pt x="204" y="102"/>
                  <a:pt x="204" y="106"/>
                </a:cubicBezTo>
                <a:cubicBezTo>
                  <a:pt x="202" y="117"/>
                  <a:pt x="192" y="124"/>
                  <a:pt x="182" y="124"/>
                </a:cubicBezTo>
                <a:cubicBezTo>
                  <a:pt x="170" y="124"/>
                  <a:pt x="160" y="114"/>
                  <a:pt x="160" y="102"/>
                </a:cubicBezTo>
                <a:cubicBezTo>
                  <a:pt x="160" y="92"/>
                  <a:pt x="167" y="82"/>
                  <a:pt x="178" y="80"/>
                </a:cubicBezTo>
                <a:close/>
                <a:moveTo>
                  <a:pt x="0" y="59"/>
                </a:moveTo>
                <a:cubicBezTo>
                  <a:pt x="0" y="59"/>
                  <a:pt x="0" y="60"/>
                  <a:pt x="0" y="61"/>
                </a:cubicBezTo>
                <a:cubicBezTo>
                  <a:pt x="0" y="61"/>
                  <a:pt x="0" y="61"/>
                  <a:pt x="0" y="62"/>
                </a:cubicBezTo>
                <a:cubicBezTo>
                  <a:pt x="0" y="62"/>
                  <a:pt x="0" y="63"/>
                  <a:pt x="1" y="64"/>
                </a:cubicBezTo>
                <a:cubicBezTo>
                  <a:pt x="1" y="64"/>
                  <a:pt x="1" y="64"/>
                  <a:pt x="1" y="65"/>
                </a:cubicBezTo>
                <a:cubicBezTo>
                  <a:pt x="1" y="65"/>
                  <a:pt x="1" y="66"/>
                  <a:pt x="1" y="66"/>
                </a:cubicBezTo>
                <a:cubicBezTo>
                  <a:pt x="1" y="67"/>
                  <a:pt x="1" y="67"/>
                  <a:pt x="1" y="67"/>
                </a:cubicBezTo>
                <a:cubicBezTo>
                  <a:pt x="2" y="68"/>
                  <a:pt x="2" y="69"/>
                  <a:pt x="2" y="69"/>
                </a:cubicBezTo>
                <a:cubicBezTo>
                  <a:pt x="2" y="69"/>
                  <a:pt x="2" y="70"/>
                  <a:pt x="2" y="70"/>
                </a:cubicBezTo>
                <a:cubicBezTo>
                  <a:pt x="3" y="71"/>
                  <a:pt x="3" y="71"/>
                  <a:pt x="4" y="72"/>
                </a:cubicBezTo>
                <a:cubicBezTo>
                  <a:pt x="4" y="72"/>
                  <a:pt x="4" y="72"/>
                  <a:pt x="4" y="72"/>
                </a:cubicBezTo>
                <a:cubicBezTo>
                  <a:pt x="6" y="77"/>
                  <a:pt x="9" y="80"/>
                  <a:pt x="13" y="83"/>
                </a:cubicBezTo>
                <a:cubicBezTo>
                  <a:pt x="13" y="83"/>
                  <a:pt x="13" y="83"/>
                  <a:pt x="13" y="83"/>
                </a:cubicBezTo>
                <a:cubicBezTo>
                  <a:pt x="14" y="83"/>
                  <a:pt x="15" y="84"/>
                  <a:pt x="16" y="84"/>
                </a:cubicBezTo>
                <a:cubicBezTo>
                  <a:pt x="16" y="84"/>
                  <a:pt x="16" y="84"/>
                  <a:pt x="16" y="84"/>
                </a:cubicBezTo>
                <a:cubicBezTo>
                  <a:pt x="17" y="85"/>
                  <a:pt x="17" y="85"/>
                  <a:pt x="18" y="86"/>
                </a:cubicBezTo>
                <a:cubicBezTo>
                  <a:pt x="18" y="86"/>
                  <a:pt x="18" y="86"/>
                  <a:pt x="19" y="86"/>
                </a:cubicBezTo>
                <a:cubicBezTo>
                  <a:pt x="19" y="86"/>
                  <a:pt x="20" y="86"/>
                  <a:pt x="21" y="86"/>
                </a:cubicBezTo>
                <a:cubicBezTo>
                  <a:pt x="21" y="87"/>
                  <a:pt x="21" y="87"/>
                  <a:pt x="21" y="87"/>
                </a:cubicBezTo>
                <a:cubicBezTo>
                  <a:pt x="22" y="87"/>
                  <a:pt x="23" y="87"/>
                  <a:pt x="23" y="87"/>
                </a:cubicBezTo>
                <a:cubicBezTo>
                  <a:pt x="24" y="87"/>
                  <a:pt x="24" y="87"/>
                  <a:pt x="24" y="87"/>
                </a:cubicBezTo>
                <a:cubicBezTo>
                  <a:pt x="24" y="87"/>
                  <a:pt x="24" y="87"/>
                  <a:pt x="24" y="87"/>
                </a:cubicBezTo>
                <a:cubicBezTo>
                  <a:pt x="27" y="88"/>
                  <a:pt x="30" y="89"/>
                  <a:pt x="31" y="91"/>
                </a:cubicBezTo>
                <a:cubicBezTo>
                  <a:pt x="41" y="101"/>
                  <a:pt x="41" y="101"/>
                  <a:pt x="41" y="101"/>
                </a:cubicBezTo>
                <a:cubicBezTo>
                  <a:pt x="43" y="102"/>
                  <a:pt x="44" y="105"/>
                  <a:pt x="45" y="108"/>
                </a:cubicBezTo>
                <a:cubicBezTo>
                  <a:pt x="47" y="122"/>
                  <a:pt x="60" y="132"/>
                  <a:pt x="74" y="132"/>
                </a:cubicBezTo>
                <a:cubicBezTo>
                  <a:pt x="74" y="132"/>
                  <a:pt x="74" y="132"/>
                  <a:pt x="74" y="132"/>
                </a:cubicBezTo>
                <a:cubicBezTo>
                  <a:pt x="81" y="132"/>
                  <a:pt x="87" y="130"/>
                  <a:pt x="92" y="126"/>
                </a:cubicBezTo>
                <a:cubicBezTo>
                  <a:pt x="92" y="148"/>
                  <a:pt x="92" y="148"/>
                  <a:pt x="92" y="148"/>
                </a:cubicBezTo>
                <a:cubicBezTo>
                  <a:pt x="92" y="152"/>
                  <a:pt x="88" y="156"/>
                  <a:pt x="84" y="156"/>
                </a:cubicBezTo>
                <a:cubicBezTo>
                  <a:pt x="68" y="156"/>
                  <a:pt x="68" y="156"/>
                  <a:pt x="68" y="156"/>
                </a:cubicBezTo>
                <a:cubicBezTo>
                  <a:pt x="64" y="156"/>
                  <a:pt x="60" y="152"/>
                  <a:pt x="60" y="148"/>
                </a:cubicBezTo>
                <a:cubicBezTo>
                  <a:pt x="60" y="140"/>
                  <a:pt x="60" y="140"/>
                  <a:pt x="60" y="140"/>
                </a:cubicBezTo>
                <a:cubicBezTo>
                  <a:pt x="52" y="140"/>
                  <a:pt x="52" y="140"/>
                  <a:pt x="52" y="140"/>
                </a:cubicBezTo>
                <a:cubicBezTo>
                  <a:pt x="52" y="148"/>
                  <a:pt x="52" y="148"/>
                  <a:pt x="52" y="148"/>
                </a:cubicBezTo>
                <a:cubicBezTo>
                  <a:pt x="52" y="155"/>
                  <a:pt x="57" y="161"/>
                  <a:pt x="63" y="163"/>
                </a:cubicBezTo>
                <a:cubicBezTo>
                  <a:pt x="61" y="166"/>
                  <a:pt x="60" y="169"/>
                  <a:pt x="60" y="172"/>
                </a:cubicBezTo>
                <a:cubicBezTo>
                  <a:pt x="60" y="175"/>
                  <a:pt x="61" y="178"/>
                  <a:pt x="62" y="180"/>
                </a:cubicBezTo>
                <a:cubicBezTo>
                  <a:pt x="56" y="180"/>
                  <a:pt x="56" y="180"/>
                  <a:pt x="56" y="180"/>
                </a:cubicBezTo>
                <a:cubicBezTo>
                  <a:pt x="54" y="180"/>
                  <a:pt x="52" y="182"/>
                  <a:pt x="52" y="184"/>
                </a:cubicBezTo>
                <a:cubicBezTo>
                  <a:pt x="52" y="193"/>
                  <a:pt x="52" y="193"/>
                  <a:pt x="52" y="193"/>
                </a:cubicBezTo>
                <a:cubicBezTo>
                  <a:pt x="50" y="195"/>
                  <a:pt x="48" y="197"/>
                  <a:pt x="48" y="200"/>
                </a:cubicBezTo>
                <a:cubicBezTo>
                  <a:pt x="48" y="201"/>
                  <a:pt x="48" y="201"/>
                  <a:pt x="48" y="202"/>
                </a:cubicBezTo>
                <a:cubicBezTo>
                  <a:pt x="37" y="213"/>
                  <a:pt x="37" y="213"/>
                  <a:pt x="37" y="213"/>
                </a:cubicBezTo>
                <a:cubicBezTo>
                  <a:pt x="36" y="214"/>
                  <a:pt x="36" y="216"/>
                  <a:pt x="36" y="217"/>
                </a:cubicBezTo>
                <a:cubicBezTo>
                  <a:pt x="40" y="229"/>
                  <a:pt x="40" y="229"/>
                  <a:pt x="40" y="229"/>
                </a:cubicBezTo>
                <a:cubicBezTo>
                  <a:pt x="41" y="231"/>
                  <a:pt x="42" y="232"/>
                  <a:pt x="44" y="232"/>
                </a:cubicBezTo>
                <a:cubicBezTo>
                  <a:pt x="44" y="232"/>
                  <a:pt x="45" y="232"/>
                  <a:pt x="45" y="232"/>
                </a:cubicBezTo>
                <a:cubicBezTo>
                  <a:pt x="47" y="231"/>
                  <a:pt x="48" y="229"/>
                  <a:pt x="48" y="227"/>
                </a:cubicBezTo>
                <a:cubicBezTo>
                  <a:pt x="45" y="217"/>
                  <a:pt x="45" y="217"/>
                  <a:pt x="45" y="217"/>
                </a:cubicBezTo>
                <a:cubicBezTo>
                  <a:pt x="54" y="208"/>
                  <a:pt x="54" y="208"/>
                  <a:pt x="54" y="208"/>
                </a:cubicBezTo>
                <a:cubicBezTo>
                  <a:pt x="55" y="208"/>
                  <a:pt x="55" y="208"/>
                  <a:pt x="56" y="208"/>
                </a:cubicBezTo>
                <a:cubicBezTo>
                  <a:pt x="60" y="208"/>
                  <a:pt x="64" y="204"/>
                  <a:pt x="64" y="200"/>
                </a:cubicBezTo>
                <a:cubicBezTo>
                  <a:pt x="64" y="197"/>
                  <a:pt x="62" y="195"/>
                  <a:pt x="60" y="193"/>
                </a:cubicBezTo>
                <a:cubicBezTo>
                  <a:pt x="60" y="188"/>
                  <a:pt x="60" y="188"/>
                  <a:pt x="60" y="188"/>
                </a:cubicBezTo>
                <a:cubicBezTo>
                  <a:pt x="92" y="188"/>
                  <a:pt x="92" y="188"/>
                  <a:pt x="92" y="188"/>
                </a:cubicBezTo>
                <a:cubicBezTo>
                  <a:pt x="92" y="193"/>
                  <a:pt x="92" y="193"/>
                  <a:pt x="92" y="193"/>
                </a:cubicBezTo>
                <a:cubicBezTo>
                  <a:pt x="90" y="195"/>
                  <a:pt x="88" y="197"/>
                  <a:pt x="88" y="200"/>
                </a:cubicBezTo>
                <a:cubicBezTo>
                  <a:pt x="88" y="204"/>
                  <a:pt x="92" y="208"/>
                  <a:pt x="96" y="208"/>
                </a:cubicBezTo>
                <a:cubicBezTo>
                  <a:pt x="97" y="208"/>
                  <a:pt x="97" y="208"/>
                  <a:pt x="98" y="208"/>
                </a:cubicBezTo>
                <a:cubicBezTo>
                  <a:pt x="107" y="217"/>
                  <a:pt x="107" y="217"/>
                  <a:pt x="107" y="217"/>
                </a:cubicBezTo>
                <a:cubicBezTo>
                  <a:pt x="104" y="227"/>
                  <a:pt x="104" y="227"/>
                  <a:pt x="104" y="227"/>
                </a:cubicBezTo>
                <a:cubicBezTo>
                  <a:pt x="104" y="229"/>
                  <a:pt x="105" y="231"/>
                  <a:pt x="107" y="232"/>
                </a:cubicBezTo>
                <a:cubicBezTo>
                  <a:pt x="107" y="232"/>
                  <a:pt x="108" y="232"/>
                  <a:pt x="108" y="232"/>
                </a:cubicBezTo>
                <a:cubicBezTo>
                  <a:pt x="110" y="232"/>
                  <a:pt x="111" y="231"/>
                  <a:pt x="112" y="229"/>
                </a:cubicBezTo>
                <a:cubicBezTo>
                  <a:pt x="116" y="217"/>
                  <a:pt x="116" y="217"/>
                  <a:pt x="116" y="217"/>
                </a:cubicBezTo>
                <a:cubicBezTo>
                  <a:pt x="116" y="216"/>
                  <a:pt x="116" y="214"/>
                  <a:pt x="115" y="213"/>
                </a:cubicBezTo>
                <a:cubicBezTo>
                  <a:pt x="104" y="202"/>
                  <a:pt x="104" y="202"/>
                  <a:pt x="104" y="202"/>
                </a:cubicBezTo>
                <a:cubicBezTo>
                  <a:pt x="104" y="201"/>
                  <a:pt x="104" y="201"/>
                  <a:pt x="104" y="200"/>
                </a:cubicBezTo>
                <a:cubicBezTo>
                  <a:pt x="104" y="197"/>
                  <a:pt x="102" y="195"/>
                  <a:pt x="100" y="193"/>
                </a:cubicBezTo>
                <a:cubicBezTo>
                  <a:pt x="100" y="184"/>
                  <a:pt x="100" y="184"/>
                  <a:pt x="100" y="184"/>
                </a:cubicBezTo>
                <a:cubicBezTo>
                  <a:pt x="100" y="182"/>
                  <a:pt x="98" y="180"/>
                  <a:pt x="96" y="180"/>
                </a:cubicBezTo>
                <a:cubicBezTo>
                  <a:pt x="90" y="180"/>
                  <a:pt x="90" y="180"/>
                  <a:pt x="90" y="180"/>
                </a:cubicBezTo>
                <a:cubicBezTo>
                  <a:pt x="91" y="178"/>
                  <a:pt x="92" y="175"/>
                  <a:pt x="92" y="172"/>
                </a:cubicBezTo>
                <a:cubicBezTo>
                  <a:pt x="92" y="169"/>
                  <a:pt x="91" y="166"/>
                  <a:pt x="89" y="163"/>
                </a:cubicBezTo>
                <a:cubicBezTo>
                  <a:pt x="95" y="161"/>
                  <a:pt x="100" y="155"/>
                  <a:pt x="100" y="148"/>
                </a:cubicBezTo>
                <a:cubicBezTo>
                  <a:pt x="100" y="117"/>
                  <a:pt x="100" y="117"/>
                  <a:pt x="100" y="117"/>
                </a:cubicBezTo>
                <a:cubicBezTo>
                  <a:pt x="102" y="113"/>
                  <a:pt x="104" y="108"/>
                  <a:pt x="104" y="102"/>
                </a:cubicBezTo>
                <a:cubicBezTo>
                  <a:pt x="104" y="88"/>
                  <a:pt x="94" y="75"/>
                  <a:pt x="80" y="73"/>
                </a:cubicBezTo>
                <a:cubicBezTo>
                  <a:pt x="77" y="72"/>
                  <a:pt x="74" y="71"/>
                  <a:pt x="73" y="69"/>
                </a:cubicBezTo>
                <a:cubicBezTo>
                  <a:pt x="63" y="59"/>
                  <a:pt x="63" y="59"/>
                  <a:pt x="63" y="59"/>
                </a:cubicBezTo>
                <a:cubicBezTo>
                  <a:pt x="61" y="58"/>
                  <a:pt x="60" y="55"/>
                  <a:pt x="59" y="52"/>
                </a:cubicBezTo>
                <a:cubicBezTo>
                  <a:pt x="59" y="52"/>
                  <a:pt x="59" y="52"/>
                  <a:pt x="59" y="52"/>
                </a:cubicBezTo>
                <a:cubicBezTo>
                  <a:pt x="59" y="52"/>
                  <a:pt x="59" y="52"/>
                  <a:pt x="59" y="51"/>
                </a:cubicBezTo>
                <a:cubicBezTo>
                  <a:pt x="59" y="51"/>
                  <a:pt x="59" y="50"/>
                  <a:pt x="59" y="49"/>
                </a:cubicBezTo>
                <a:cubicBezTo>
                  <a:pt x="59" y="49"/>
                  <a:pt x="59" y="49"/>
                  <a:pt x="58" y="49"/>
                </a:cubicBezTo>
                <a:cubicBezTo>
                  <a:pt x="58" y="48"/>
                  <a:pt x="58" y="47"/>
                  <a:pt x="58" y="46"/>
                </a:cubicBezTo>
                <a:cubicBezTo>
                  <a:pt x="58" y="46"/>
                  <a:pt x="58" y="46"/>
                  <a:pt x="58" y="46"/>
                </a:cubicBezTo>
                <a:cubicBezTo>
                  <a:pt x="56" y="43"/>
                  <a:pt x="54" y="40"/>
                  <a:pt x="52" y="38"/>
                </a:cubicBezTo>
                <a:cubicBezTo>
                  <a:pt x="52" y="0"/>
                  <a:pt x="52" y="0"/>
                  <a:pt x="52" y="0"/>
                </a:cubicBezTo>
                <a:cubicBezTo>
                  <a:pt x="44" y="0"/>
                  <a:pt x="44" y="0"/>
                  <a:pt x="44" y="0"/>
                </a:cubicBezTo>
                <a:cubicBezTo>
                  <a:pt x="44" y="31"/>
                  <a:pt x="44" y="31"/>
                  <a:pt x="44" y="31"/>
                </a:cubicBezTo>
                <a:cubicBezTo>
                  <a:pt x="40" y="29"/>
                  <a:pt x="35" y="28"/>
                  <a:pt x="30" y="28"/>
                </a:cubicBezTo>
                <a:cubicBezTo>
                  <a:pt x="30" y="28"/>
                  <a:pt x="30" y="28"/>
                  <a:pt x="30" y="28"/>
                </a:cubicBezTo>
                <a:cubicBezTo>
                  <a:pt x="30" y="28"/>
                  <a:pt x="30" y="28"/>
                  <a:pt x="30" y="28"/>
                </a:cubicBezTo>
                <a:cubicBezTo>
                  <a:pt x="30" y="28"/>
                  <a:pt x="30" y="28"/>
                  <a:pt x="30" y="28"/>
                </a:cubicBezTo>
                <a:cubicBezTo>
                  <a:pt x="29" y="28"/>
                  <a:pt x="29" y="28"/>
                  <a:pt x="28" y="28"/>
                </a:cubicBezTo>
                <a:cubicBezTo>
                  <a:pt x="28" y="28"/>
                  <a:pt x="27" y="28"/>
                  <a:pt x="27" y="28"/>
                </a:cubicBezTo>
                <a:cubicBezTo>
                  <a:pt x="26" y="28"/>
                  <a:pt x="26" y="28"/>
                  <a:pt x="26" y="28"/>
                </a:cubicBezTo>
                <a:cubicBezTo>
                  <a:pt x="25" y="28"/>
                  <a:pt x="24" y="29"/>
                  <a:pt x="24" y="29"/>
                </a:cubicBezTo>
                <a:cubicBezTo>
                  <a:pt x="24" y="29"/>
                  <a:pt x="24" y="29"/>
                  <a:pt x="24" y="29"/>
                </a:cubicBezTo>
                <a:cubicBezTo>
                  <a:pt x="19" y="30"/>
                  <a:pt x="15" y="31"/>
                  <a:pt x="12" y="34"/>
                </a:cubicBezTo>
                <a:cubicBezTo>
                  <a:pt x="12" y="0"/>
                  <a:pt x="12" y="0"/>
                  <a:pt x="12" y="0"/>
                </a:cubicBezTo>
                <a:cubicBezTo>
                  <a:pt x="4" y="0"/>
                  <a:pt x="4" y="0"/>
                  <a:pt x="4" y="0"/>
                </a:cubicBezTo>
                <a:cubicBezTo>
                  <a:pt x="4" y="43"/>
                  <a:pt x="4" y="43"/>
                  <a:pt x="4" y="43"/>
                </a:cubicBezTo>
                <a:cubicBezTo>
                  <a:pt x="2" y="46"/>
                  <a:pt x="1" y="49"/>
                  <a:pt x="1" y="52"/>
                </a:cubicBezTo>
                <a:cubicBezTo>
                  <a:pt x="1" y="52"/>
                  <a:pt x="1" y="52"/>
                  <a:pt x="1" y="52"/>
                </a:cubicBezTo>
                <a:cubicBezTo>
                  <a:pt x="1" y="52"/>
                  <a:pt x="0" y="53"/>
                  <a:pt x="0" y="54"/>
                </a:cubicBezTo>
                <a:cubicBezTo>
                  <a:pt x="0" y="54"/>
                  <a:pt x="0" y="54"/>
                  <a:pt x="0" y="55"/>
                </a:cubicBezTo>
                <a:cubicBezTo>
                  <a:pt x="0" y="55"/>
                  <a:pt x="0" y="56"/>
                  <a:pt x="0" y="56"/>
                </a:cubicBezTo>
                <a:cubicBezTo>
                  <a:pt x="0" y="57"/>
                  <a:pt x="0" y="57"/>
                  <a:pt x="0" y="58"/>
                </a:cubicBezTo>
                <a:cubicBezTo>
                  <a:pt x="0" y="58"/>
                  <a:pt x="0" y="58"/>
                  <a:pt x="0" y="58"/>
                </a:cubicBezTo>
                <a:cubicBezTo>
                  <a:pt x="0" y="58"/>
                  <a:pt x="0" y="58"/>
                  <a:pt x="0" y="58"/>
                </a:cubicBezTo>
                <a:cubicBezTo>
                  <a:pt x="0" y="58"/>
                  <a:pt x="0" y="59"/>
                  <a:pt x="0" y="59"/>
                </a:cubicBezTo>
                <a:close/>
                <a:moveTo>
                  <a:pt x="76" y="180"/>
                </a:moveTo>
                <a:cubicBezTo>
                  <a:pt x="72" y="180"/>
                  <a:pt x="68" y="176"/>
                  <a:pt x="68" y="172"/>
                </a:cubicBezTo>
                <a:cubicBezTo>
                  <a:pt x="68" y="168"/>
                  <a:pt x="72" y="164"/>
                  <a:pt x="76" y="164"/>
                </a:cubicBezTo>
                <a:cubicBezTo>
                  <a:pt x="80" y="164"/>
                  <a:pt x="84" y="168"/>
                  <a:pt x="84" y="172"/>
                </a:cubicBezTo>
                <a:cubicBezTo>
                  <a:pt x="84" y="176"/>
                  <a:pt x="80" y="180"/>
                  <a:pt x="76" y="180"/>
                </a:cubicBezTo>
                <a:close/>
                <a:moveTo>
                  <a:pt x="8" y="57"/>
                </a:moveTo>
                <a:cubicBezTo>
                  <a:pt x="8" y="56"/>
                  <a:pt x="8" y="56"/>
                  <a:pt x="8" y="56"/>
                </a:cubicBezTo>
                <a:cubicBezTo>
                  <a:pt x="8" y="56"/>
                  <a:pt x="8" y="55"/>
                  <a:pt x="8" y="55"/>
                </a:cubicBezTo>
                <a:cubicBezTo>
                  <a:pt x="9" y="46"/>
                  <a:pt x="18" y="37"/>
                  <a:pt x="27" y="36"/>
                </a:cubicBezTo>
                <a:cubicBezTo>
                  <a:pt x="27" y="36"/>
                  <a:pt x="28" y="36"/>
                  <a:pt x="28" y="36"/>
                </a:cubicBezTo>
                <a:cubicBezTo>
                  <a:pt x="28" y="36"/>
                  <a:pt x="28" y="36"/>
                  <a:pt x="29" y="36"/>
                </a:cubicBezTo>
                <a:cubicBezTo>
                  <a:pt x="29" y="36"/>
                  <a:pt x="30" y="36"/>
                  <a:pt x="30" y="36"/>
                </a:cubicBezTo>
                <a:cubicBezTo>
                  <a:pt x="30" y="36"/>
                  <a:pt x="30" y="36"/>
                  <a:pt x="30" y="36"/>
                </a:cubicBezTo>
                <a:cubicBezTo>
                  <a:pt x="31" y="36"/>
                  <a:pt x="32" y="36"/>
                  <a:pt x="34" y="36"/>
                </a:cubicBezTo>
                <a:cubicBezTo>
                  <a:pt x="34" y="36"/>
                  <a:pt x="34" y="36"/>
                  <a:pt x="34" y="36"/>
                </a:cubicBezTo>
                <a:cubicBezTo>
                  <a:pt x="35" y="37"/>
                  <a:pt x="36" y="37"/>
                  <a:pt x="37" y="37"/>
                </a:cubicBezTo>
                <a:cubicBezTo>
                  <a:pt x="37" y="37"/>
                  <a:pt x="38" y="37"/>
                  <a:pt x="38" y="37"/>
                </a:cubicBezTo>
                <a:cubicBezTo>
                  <a:pt x="39" y="38"/>
                  <a:pt x="40" y="38"/>
                  <a:pt x="41" y="39"/>
                </a:cubicBezTo>
                <a:cubicBezTo>
                  <a:pt x="41" y="39"/>
                  <a:pt x="41" y="39"/>
                  <a:pt x="41" y="39"/>
                </a:cubicBezTo>
                <a:cubicBezTo>
                  <a:pt x="42" y="40"/>
                  <a:pt x="43" y="40"/>
                  <a:pt x="44" y="41"/>
                </a:cubicBezTo>
                <a:cubicBezTo>
                  <a:pt x="44" y="41"/>
                  <a:pt x="44" y="41"/>
                  <a:pt x="44" y="41"/>
                </a:cubicBezTo>
                <a:cubicBezTo>
                  <a:pt x="45" y="42"/>
                  <a:pt x="46" y="43"/>
                  <a:pt x="46" y="43"/>
                </a:cubicBezTo>
                <a:cubicBezTo>
                  <a:pt x="46" y="43"/>
                  <a:pt x="47" y="44"/>
                  <a:pt x="47" y="44"/>
                </a:cubicBezTo>
                <a:cubicBezTo>
                  <a:pt x="47" y="45"/>
                  <a:pt x="48" y="45"/>
                  <a:pt x="49" y="46"/>
                </a:cubicBezTo>
                <a:cubicBezTo>
                  <a:pt x="49" y="46"/>
                  <a:pt x="49" y="47"/>
                  <a:pt x="49" y="47"/>
                </a:cubicBezTo>
                <a:cubicBezTo>
                  <a:pt x="50" y="48"/>
                  <a:pt x="50" y="49"/>
                  <a:pt x="50" y="50"/>
                </a:cubicBezTo>
                <a:cubicBezTo>
                  <a:pt x="50" y="50"/>
                  <a:pt x="51" y="50"/>
                  <a:pt x="51" y="51"/>
                </a:cubicBezTo>
                <a:cubicBezTo>
                  <a:pt x="51" y="52"/>
                  <a:pt x="51" y="53"/>
                  <a:pt x="52" y="54"/>
                </a:cubicBezTo>
                <a:cubicBezTo>
                  <a:pt x="52" y="55"/>
                  <a:pt x="52" y="57"/>
                  <a:pt x="52" y="58"/>
                </a:cubicBezTo>
                <a:cubicBezTo>
                  <a:pt x="52" y="60"/>
                  <a:pt x="52" y="61"/>
                  <a:pt x="51" y="63"/>
                </a:cubicBezTo>
                <a:cubicBezTo>
                  <a:pt x="51" y="65"/>
                  <a:pt x="52" y="67"/>
                  <a:pt x="54" y="68"/>
                </a:cubicBezTo>
                <a:cubicBezTo>
                  <a:pt x="56" y="68"/>
                  <a:pt x="58" y="68"/>
                  <a:pt x="59" y="66"/>
                </a:cubicBezTo>
                <a:cubicBezTo>
                  <a:pt x="67" y="75"/>
                  <a:pt x="67" y="75"/>
                  <a:pt x="67" y="75"/>
                </a:cubicBezTo>
                <a:cubicBezTo>
                  <a:pt x="70" y="78"/>
                  <a:pt x="74" y="80"/>
                  <a:pt x="78" y="80"/>
                </a:cubicBezTo>
                <a:cubicBezTo>
                  <a:pt x="89" y="82"/>
                  <a:pt x="96" y="92"/>
                  <a:pt x="96" y="102"/>
                </a:cubicBezTo>
                <a:cubicBezTo>
                  <a:pt x="96" y="114"/>
                  <a:pt x="86" y="124"/>
                  <a:pt x="74" y="124"/>
                </a:cubicBezTo>
                <a:cubicBezTo>
                  <a:pt x="64" y="124"/>
                  <a:pt x="54" y="117"/>
                  <a:pt x="52" y="106"/>
                </a:cubicBezTo>
                <a:cubicBezTo>
                  <a:pt x="52" y="102"/>
                  <a:pt x="50" y="98"/>
                  <a:pt x="47" y="95"/>
                </a:cubicBezTo>
                <a:cubicBezTo>
                  <a:pt x="38" y="87"/>
                  <a:pt x="38" y="87"/>
                  <a:pt x="38" y="87"/>
                </a:cubicBezTo>
                <a:cubicBezTo>
                  <a:pt x="40" y="86"/>
                  <a:pt x="40" y="84"/>
                  <a:pt x="40" y="82"/>
                </a:cubicBezTo>
                <a:cubicBezTo>
                  <a:pt x="39" y="80"/>
                  <a:pt x="37" y="79"/>
                  <a:pt x="35" y="79"/>
                </a:cubicBezTo>
                <a:cubicBezTo>
                  <a:pt x="33" y="80"/>
                  <a:pt x="32" y="80"/>
                  <a:pt x="30" y="80"/>
                </a:cubicBezTo>
                <a:cubicBezTo>
                  <a:pt x="29" y="80"/>
                  <a:pt x="27" y="80"/>
                  <a:pt x="26" y="80"/>
                </a:cubicBezTo>
                <a:cubicBezTo>
                  <a:pt x="25" y="79"/>
                  <a:pt x="23" y="79"/>
                  <a:pt x="22" y="79"/>
                </a:cubicBezTo>
                <a:cubicBezTo>
                  <a:pt x="22" y="79"/>
                  <a:pt x="22" y="78"/>
                  <a:pt x="22" y="78"/>
                </a:cubicBezTo>
                <a:cubicBezTo>
                  <a:pt x="21" y="78"/>
                  <a:pt x="20" y="78"/>
                  <a:pt x="19" y="77"/>
                </a:cubicBezTo>
                <a:cubicBezTo>
                  <a:pt x="19" y="77"/>
                  <a:pt x="18" y="77"/>
                  <a:pt x="18" y="77"/>
                </a:cubicBezTo>
                <a:cubicBezTo>
                  <a:pt x="17" y="76"/>
                  <a:pt x="17" y="75"/>
                  <a:pt x="16" y="75"/>
                </a:cubicBezTo>
                <a:cubicBezTo>
                  <a:pt x="16" y="75"/>
                  <a:pt x="15" y="74"/>
                  <a:pt x="15" y="74"/>
                </a:cubicBezTo>
                <a:cubicBezTo>
                  <a:pt x="14" y="73"/>
                  <a:pt x="14" y="73"/>
                  <a:pt x="13" y="72"/>
                </a:cubicBezTo>
                <a:cubicBezTo>
                  <a:pt x="13" y="72"/>
                  <a:pt x="13" y="72"/>
                  <a:pt x="13" y="71"/>
                </a:cubicBezTo>
                <a:cubicBezTo>
                  <a:pt x="12" y="71"/>
                  <a:pt x="12" y="70"/>
                  <a:pt x="11" y="69"/>
                </a:cubicBezTo>
                <a:cubicBezTo>
                  <a:pt x="11" y="69"/>
                  <a:pt x="11" y="69"/>
                  <a:pt x="11" y="69"/>
                </a:cubicBezTo>
                <a:cubicBezTo>
                  <a:pt x="10" y="68"/>
                  <a:pt x="10" y="67"/>
                  <a:pt x="9" y="66"/>
                </a:cubicBezTo>
                <a:cubicBezTo>
                  <a:pt x="9" y="65"/>
                  <a:pt x="9" y="65"/>
                  <a:pt x="9" y="65"/>
                </a:cubicBezTo>
                <a:cubicBezTo>
                  <a:pt x="9" y="64"/>
                  <a:pt x="9" y="63"/>
                  <a:pt x="8" y="62"/>
                </a:cubicBezTo>
                <a:cubicBezTo>
                  <a:pt x="8" y="62"/>
                  <a:pt x="8" y="61"/>
                  <a:pt x="8" y="61"/>
                </a:cubicBezTo>
                <a:cubicBezTo>
                  <a:pt x="8" y="60"/>
                  <a:pt x="8" y="59"/>
                  <a:pt x="8" y="58"/>
                </a:cubicBezTo>
                <a:cubicBezTo>
                  <a:pt x="8" y="57"/>
                  <a:pt x="8" y="57"/>
                  <a:pt x="8" y="57"/>
                </a:cubicBezTo>
                <a:close/>
                <a:moveTo>
                  <a:pt x="148" y="44"/>
                </a:moveTo>
                <a:cubicBezTo>
                  <a:pt x="149" y="45"/>
                  <a:pt x="151" y="45"/>
                  <a:pt x="152" y="45"/>
                </a:cubicBezTo>
                <a:cubicBezTo>
                  <a:pt x="153" y="45"/>
                  <a:pt x="153" y="45"/>
                  <a:pt x="154" y="45"/>
                </a:cubicBezTo>
                <a:cubicBezTo>
                  <a:pt x="156" y="44"/>
                  <a:pt x="156" y="41"/>
                  <a:pt x="155" y="39"/>
                </a:cubicBezTo>
                <a:cubicBezTo>
                  <a:pt x="149" y="30"/>
                  <a:pt x="139" y="24"/>
                  <a:pt x="128" y="24"/>
                </a:cubicBezTo>
                <a:cubicBezTo>
                  <a:pt x="117" y="24"/>
                  <a:pt x="107" y="30"/>
                  <a:pt x="101" y="39"/>
                </a:cubicBezTo>
                <a:cubicBezTo>
                  <a:pt x="100" y="41"/>
                  <a:pt x="100" y="44"/>
                  <a:pt x="102" y="45"/>
                </a:cubicBezTo>
                <a:cubicBezTo>
                  <a:pt x="104" y="46"/>
                  <a:pt x="106" y="45"/>
                  <a:pt x="108" y="44"/>
                </a:cubicBezTo>
                <a:cubicBezTo>
                  <a:pt x="112" y="36"/>
                  <a:pt x="120" y="32"/>
                  <a:pt x="128" y="32"/>
                </a:cubicBezTo>
                <a:cubicBezTo>
                  <a:pt x="136" y="32"/>
                  <a:pt x="144" y="36"/>
                  <a:pt x="148" y="44"/>
                </a:cubicBezTo>
                <a:close/>
                <a:moveTo>
                  <a:pt x="120" y="56"/>
                </a:moveTo>
                <a:cubicBezTo>
                  <a:pt x="120" y="60"/>
                  <a:pt x="124" y="64"/>
                  <a:pt x="128" y="64"/>
                </a:cubicBezTo>
                <a:cubicBezTo>
                  <a:pt x="132" y="64"/>
                  <a:pt x="136" y="60"/>
                  <a:pt x="136" y="56"/>
                </a:cubicBezTo>
                <a:cubicBezTo>
                  <a:pt x="136" y="52"/>
                  <a:pt x="132" y="48"/>
                  <a:pt x="128" y="48"/>
                </a:cubicBezTo>
                <a:cubicBezTo>
                  <a:pt x="124" y="48"/>
                  <a:pt x="120" y="52"/>
                  <a:pt x="120" y="56"/>
                </a:cubicBezTo>
                <a:close/>
                <a:moveTo>
                  <a:pt x="82" y="31"/>
                </a:moveTo>
                <a:cubicBezTo>
                  <a:pt x="84" y="33"/>
                  <a:pt x="86" y="32"/>
                  <a:pt x="88" y="30"/>
                </a:cubicBezTo>
                <a:cubicBezTo>
                  <a:pt x="96" y="16"/>
                  <a:pt x="112" y="8"/>
                  <a:pt x="128" y="8"/>
                </a:cubicBezTo>
                <a:cubicBezTo>
                  <a:pt x="144" y="8"/>
                  <a:pt x="160" y="16"/>
                  <a:pt x="168" y="30"/>
                </a:cubicBezTo>
                <a:cubicBezTo>
                  <a:pt x="169" y="31"/>
                  <a:pt x="171" y="32"/>
                  <a:pt x="172" y="32"/>
                </a:cubicBezTo>
                <a:cubicBezTo>
                  <a:pt x="173" y="32"/>
                  <a:pt x="173" y="32"/>
                  <a:pt x="174" y="31"/>
                </a:cubicBezTo>
                <a:cubicBezTo>
                  <a:pt x="176" y="30"/>
                  <a:pt x="176" y="28"/>
                  <a:pt x="175" y="26"/>
                </a:cubicBezTo>
                <a:cubicBezTo>
                  <a:pt x="165" y="10"/>
                  <a:pt x="147" y="0"/>
                  <a:pt x="128" y="0"/>
                </a:cubicBezTo>
                <a:cubicBezTo>
                  <a:pt x="109" y="0"/>
                  <a:pt x="91" y="10"/>
                  <a:pt x="81" y="26"/>
                </a:cubicBezTo>
                <a:cubicBezTo>
                  <a:pt x="80" y="28"/>
                  <a:pt x="80" y="30"/>
                  <a:pt x="82" y="3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84" name="Freeform 95">
            <a:extLst>
              <a:ext uri="{FF2B5EF4-FFF2-40B4-BE49-F238E27FC236}">
                <a16:creationId xmlns:a16="http://schemas.microsoft.com/office/drawing/2014/main" id="{E1901E6D-4892-45B3-8C6C-FCCFE5B5FE18}"/>
              </a:ext>
            </a:extLst>
          </p:cNvPr>
          <p:cNvSpPr>
            <a:spLocks noChangeAspect="1" noEditPoints="1"/>
          </p:cNvSpPr>
          <p:nvPr/>
        </p:nvSpPr>
        <p:spPr bwMode="auto">
          <a:xfrm>
            <a:off x="9281902" y="2419997"/>
            <a:ext cx="400050" cy="400050"/>
          </a:xfrm>
          <a:custGeom>
            <a:avLst/>
            <a:gdLst>
              <a:gd name="T0" fmla="*/ 44 w 256"/>
              <a:gd name="T1" fmla="*/ 128 h 256"/>
              <a:gd name="T2" fmla="*/ 48 w 256"/>
              <a:gd name="T3" fmla="*/ 56 h 256"/>
              <a:gd name="T4" fmla="*/ 0 w 256"/>
              <a:gd name="T5" fmla="*/ 92 h 256"/>
              <a:gd name="T6" fmla="*/ 160 w 256"/>
              <a:gd name="T7" fmla="*/ 112 h 256"/>
              <a:gd name="T8" fmla="*/ 160 w 256"/>
              <a:gd name="T9" fmla="*/ 104 h 256"/>
              <a:gd name="T10" fmla="*/ 238 w 256"/>
              <a:gd name="T11" fmla="*/ 224 h 256"/>
              <a:gd name="T12" fmla="*/ 192 w 256"/>
              <a:gd name="T13" fmla="*/ 200 h 256"/>
              <a:gd name="T14" fmla="*/ 232 w 256"/>
              <a:gd name="T15" fmla="*/ 148 h 256"/>
              <a:gd name="T16" fmla="*/ 120 w 256"/>
              <a:gd name="T17" fmla="*/ 128 h 256"/>
              <a:gd name="T18" fmla="*/ 140 w 256"/>
              <a:gd name="T19" fmla="*/ 56 h 256"/>
              <a:gd name="T20" fmla="*/ 168 w 256"/>
              <a:gd name="T21" fmla="*/ 48 h 256"/>
              <a:gd name="T22" fmla="*/ 184 w 256"/>
              <a:gd name="T23" fmla="*/ 56 h 256"/>
              <a:gd name="T24" fmla="*/ 196 w 256"/>
              <a:gd name="T25" fmla="*/ 68 h 256"/>
              <a:gd name="T26" fmla="*/ 204 w 256"/>
              <a:gd name="T27" fmla="*/ 68 h 256"/>
              <a:gd name="T28" fmla="*/ 216 w 256"/>
              <a:gd name="T29" fmla="*/ 56 h 256"/>
              <a:gd name="T30" fmla="*/ 232 w 256"/>
              <a:gd name="T31" fmla="*/ 28 h 256"/>
              <a:gd name="T32" fmla="*/ 168 w 256"/>
              <a:gd name="T33" fmla="*/ 4 h 256"/>
              <a:gd name="T34" fmla="*/ 144 w 256"/>
              <a:gd name="T35" fmla="*/ 4 h 256"/>
              <a:gd name="T36" fmla="*/ 79 w 256"/>
              <a:gd name="T37" fmla="*/ 10 h 256"/>
              <a:gd name="T38" fmla="*/ 37 w 256"/>
              <a:gd name="T39" fmla="*/ 77 h 256"/>
              <a:gd name="T40" fmla="*/ 32 w 256"/>
              <a:gd name="T41" fmla="*/ 92 h 256"/>
              <a:gd name="T42" fmla="*/ 77 w 256"/>
              <a:gd name="T43" fmla="*/ 164 h 256"/>
              <a:gd name="T44" fmla="*/ 96 w 256"/>
              <a:gd name="T45" fmla="*/ 200 h 256"/>
              <a:gd name="T46" fmla="*/ 50 w 256"/>
              <a:gd name="T47" fmla="*/ 224 h 256"/>
              <a:gd name="T48" fmla="*/ 32 w 256"/>
              <a:gd name="T49" fmla="*/ 252 h 256"/>
              <a:gd name="T50" fmla="*/ 256 w 256"/>
              <a:gd name="T51" fmla="*/ 252 h 256"/>
              <a:gd name="T52" fmla="*/ 208 w 256"/>
              <a:gd name="T53" fmla="*/ 60 h 256"/>
              <a:gd name="T54" fmla="*/ 208 w 256"/>
              <a:gd name="T55" fmla="*/ 56 h 256"/>
              <a:gd name="T56" fmla="*/ 204 w 256"/>
              <a:gd name="T57" fmla="*/ 8 h 256"/>
              <a:gd name="T58" fmla="*/ 196 w 256"/>
              <a:gd name="T59" fmla="*/ 32 h 256"/>
              <a:gd name="T60" fmla="*/ 176 w 256"/>
              <a:gd name="T61" fmla="*/ 48 h 256"/>
              <a:gd name="T62" fmla="*/ 168 w 256"/>
              <a:gd name="T63" fmla="*/ 16 h 256"/>
              <a:gd name="T64" fmla="*/ 144 w 256"/>
              <a:gd name="T65" fmla="*/ 16 h 256"/>
              <a:gd name="T66" fmla="*/ 100 w 256"/>
              <a:gd name="T67" fmla="*/ 8 h 256"/>
              <a:gd name="T68" fmla="*/ 113 w 256"/>
              <a:gd name="T69" fmla="*/ 48 h 256"/>
              <a:gd name="T70" fmla="*/ 100 w 256"/>
              <a:gd name="T71" fmla="*/ 48 h 256"/>
              <a:gd name="T72" fmla="*/ 73 w 256"/>
              <a:gd name="T73" fmla="*/ 34 h 256"/>
              <a:gd name="T74" fmla="*/ 89 w 256"/>
              <a:gd name="T75" fmla="*/ 84 h 256"/>
              <a:gd name="T76" fmla="*/ 60 w 256"/>
              <a:gd name="T77" fmla="*/ 64 h 256"/>
              <a:gd name="T78" fmla="*/ 84 w 256"/>
              <a:gd name="T79" fmla="*/ 160 h 256"/>
              <a:gd name="T80" fmla="*/ 43 w 256"/>
              <a:gd name="T81" fmla="*/ 103 h 256"/>
              <a:gd name="T82" fmla="*/ 43 w 256"/>
              <a:gd name="T83" fmla="*/ 81 h 256"/>
              <a:gd name="T84" fmla="*/ 84 w 256"/>
              <a:gd name="T85" fmla="*/ 91 h 256"/>
              <a:gd name="T86" fmla="*/ 115 w 256"/>
              <a:gd name="T87" fmla="*/ 134 h 256"/>
              <a:gd name="T88" fmla="*/ 224 w 256"/>
              <a:gd name="T89" fmla="*/ 148 h 256"/>
              <a:gd name="T90" fmla="*/ 172 w 256"/>
              <a:gd name="T91" fmla="*/ 156 h 256"/>
              <a:gd name="T92" fmla="*/ 148 w 256"/>
              <a:gd name="T93" fmla="*/ 168 h 256"/>
              <a:gd name="T94" fmla="*/ 140 w 256"/>
              <a:gd name="T95" fmla="*/ 168 h 256"/>
              <a:gd name="T96" fmla="*/ 116 w 256"/>
              <a:gd name="T97" fmla="*/ 156 h 256"/>
              <a:gd name="T98" fmla="*/ 84 w 256"/>
              <a:gd name="T99" fmla="*/ 160 h 256"/>
              <a:gd name="T100" fmla="*/ 104 w 256"/>
              <a:gd name="T101" fmla="*/ 200 h 256"/>
              <a:gd name="T102" fmla="*/ 248 w 256"/>
              <a:gd name="T103" fmla="*/ 248 h 256"/>
              <a:gd name="T104" fmla="*/ 52 w 256"/>
              <a:gd name="T105" fmla="*/ 232 h 256"/>
              <a:gd name="T106" fmla="*/ 218 w 256"/>
              <a:gd name="T107" fmla="*/ 208 h 256"/>
              <a:gd name="T108" fmla="*/ 248 w 256"/>
              <a:gd name="T109" fmla="*/ 232 h 256"/>
              <a:gd name="T110" fmla="*/ 184 w 256"/>
              <a:gd name="T111" fmla="*/ 232 h 256"/>
              <a:gd name="T112" fmla="*/ 104 w 256"/>
              <a:gd name="T113" fmla="*/ 23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6" h="256">
                <a:moveTo>
                  <a:pt x="48" y="136"/>
                </a:moveTo>
                <a:cubicBezTo>
                  <a:pt x="48" y="128"/>
                  <a:pt x="48" y="128"/>
                  <a:pt x="48" y="128"/>
                </a:cubicBezTo>
                <a:cubicBezTo>
                  <a:pt x="44" y="128"/>
                  <a:pt x="44" y="128"/>
                  <a:pt x="44" y="128"/>
                </a:cubicBezTo>
                <a:cubicBezTo>
                  <a:pt x="24" y="128"/>
                  <a:pt x="8" y="112"/>
                  <a:pt x="8" y="92"/>
                </a:cubicBezTo>
                <a:cubicBezTo>
                  <a:pt x="8" y="72"/>
                  <a:pt x="24" y="56"/>
                  <a:pt x="44" y="56"/>
                </a:cubicBezTo>
                <a:cubicBezTo>
                  <a:pt x="48" y="56"/>
                  <a:pt x="48" y="56"/>
                  <a:pt x="48" y="56"/>
                </a:cubicBezTo>
                <a:cubicBezTo>
                  <a:pt x="48" y="48"/>
                  <a:pt x="48" y="48"/>
                  <a:pt x="48" y="48"/>
                </a:cubicBezTo>
                <a:cubicBezTo>
                  <a:pt x="44" y="48"/>
                  <a:pt x="44" y="48"/>
                  <a:pt x="44" y="48"/>
                </a:cubicBezTo>
                <a:cubicBezTo>
                  <a:pt x="20" y="48"/>
                  <a:pt x="0" y="68"/>
                  <a:pt x="0" y="92"/>
                </a:cubicBezTo>
                <a:cubicBezTo>
                  <a:pt x="0" y="116"/>
                  <a:pt x="20" y="136"/>
                  <a:pt x="44" y="136"/>
                </a:cubicBezTo>
                <a:lnTo>
                  <a:pt x="48" y="136"/>
                </a:lnTo>
                <a:close/>
                <a:moveTo>
                  <a:pt x="160" y="112"/>
                </a:moveTo>
                <a:cubicBezTo>
                  <a:pt x="240" y="112"/>
                  <a:pt x="240" y="112"/>
                  <a:pt x="240" y="112"/>
                </a:cubicBezTo>
                <a:cubicBezTo>
                  <a:pt x="240" y="104"/>
                  <a:pt x="240" y="104"/>
                  <a:pt x="240" y="104"/>
                </a:cubicBezTo>
                <a:cubicBezTo>
                  <a:pt x="160" y="104"/>
                  <a:pt x="160" y="104"/>
                  <a:pt x="160" y="104"/>
                </a:cubicBezTo>
                <a:lnTo>
                  <a:pt x="160" y="112"/>
                </a:lnTo>
                <a:close/>
                <a:moveTo>
                  <a:pt x="252" y="224"/>
                </a:moveTo>
                <a:cubicBezTo>
                  <a:pt x="238" y="224"/>
                  <a:pt x="238" y="224"/>
                  <a:pt x="238" y="224"/>
                </a:cubicBezTo>
                <a:cubicBezTo>
                  <a:pt x="223" y="202"/>
                  <a:pt x="223" y="202"/>
                  <a:pt x="223" y="202"/>
                </a:cubicBezTo>
                <a:cubicBezTo>
                  <a:pt x="223" y="201"/>
                  <a:pt x="221" y="200"/>
                  <a:pt x="220" y="200"/>
                </a:cubicBezTo>
                <a:cubicBezTo>
                  <a:pt x="192" y="200"/>
                  <a:pt x="192" y="200"/>
                  <a:pt x="192" y="200"/>
                </a:cubicBezTo>
                <a:cubicBezTo>
                  <a:pt x="192" y="176"/>
                  <a:pt x="192" y="176"/>
                  <a:pt x="192" y="176"/>
                </a:cubicBezTo>
                <a:cubicBezTo>
                  <a:pt x="204" y="176"/>
                  <a:pt x="204" y="176"/>
                  <a:pt x="204" y="176"/>
                </a:cubicBezTo>
                <a:cubicBezTo>
                  <a:pt x="219" y="176"/>
                  <a:pt x="232" y="163"/>
                  <a:pt x="232" y="148"/>
                </a:cubicBezTo>
                <a:cubicBezTo>
                  <a:pt x="232" y="132"/>
                  <a:pt x="232" y="132"/>
                  <a:pt x="232" y="132"/>
                </a:cubicBezTo>
                <a:cubicBezTo>
                  <a:pt x="232" y="130"/>
                  <a:pt x="230" y="128"/>
                  <a:pt x="228" y="128"/>
                </a:cubicBezTo>
                <a:cubicBezTo>
                  <a:pt x="120" y="128"/>
                  <a:pt x="120" y="128"/>
                  <a:pt x="120" y="128"/>
                </a:cubicBezTo>
                <a:cubicBezTo>
                  <a:pt x="94" y="91"/>
                  <a:pt x="94" y="91"/>
                  <a:pt x="94" y="91"/>
                </a:cubicBezTo>
                <a:cubicBezTo>
                  <a:pt x="115" y="56"/>
                  <a:pt x="115" y="56"/>
                  <a:pt x="115" y="56"/>
                </a:cubicBezTo>
                <a:cubicBezTo>
                  <a:pt x="140" y="56"/>
                  <a:pt x="140" y="56"/>
                  <a:pt x="140" y="56"/>
                </a:cubicBezTo>
                <a:cubicBezTo>
                  <a:pt x="142" y="56"/>
                  <a:pt x="144" y="54"/>
                  <a:pt x="144" y="52"/>
                </a:cubicBezTo>
                <a:cubicBezTo>
                  <a:pt x="144" y="48"/>
                  <a:pt x="144" y="48"/>
                  <a:pt x="144" y="48"/>
                </a:cubicBezTo>
                <a:cubicBezTo>
                  <a:pt x="168" y="48"/>
                  <a:pt x="168" y="48"/>
                  <a:pt x="168" y="48"/>
                </a:cubicBezTo>
                <a:cubicBezTo>
                  <a:pt x="168" y="52"/>
                  <a:pt x="168" y="52"/>
                  <a:pt x="168" y="52"/>
                </a:cubicBezTo>
                <a:cubicBezTo>
                  <a:pt x="168" y="54"/>
                  <a:pt x="170" y="56"/>
                  <a:pt x="172" y="56"/>
                </a:cubicBezTo>
                <a:cubicBezTo>
                  <a:pt x="184" y="56"/>
                  <a:pt x="184" y="56"/>
                  <a:pt x="184" y="56"/>
                </a:cubicBezTo>
                <a:cubicBezTo>
                  <a:pt x="184" y="64"/>
                  <a:pt x="184" y="64"/>
                  <a:pt x="184" y="64"/>
                </a:cubicBezTo>
                <a:cubicBezTo>
                  <a:pt x="184" y="66"/>
                  <a:pt x="186" y="68"/>
                  <a:pt x="188" y="68"/>
                </a:cubicBezTo>
                <a:cubicBezTo>
                  <a:pt x="196" y="68"/>
                  <a:pt x="196" y="68"/>
                  <a:pt x="196" y="68"/>
                </a:cubicBezTo>
                <a:cubicBezTo>
                  <a:pt x="196" y="80"/>
                  <a:pt x="196" y="80"/>
                  <a:pt x="196" y="80"/>
                </a:cubicBezTo>
                <a:cubicBezTo>
                  <a:pt x="204" y="80"/>
                  <a:pt x="204" y="80"/>
                  <a:pt x="204" y="80"/>
                </a:cubicBezTo>
                <a:cubicBezTo>
                  <a:pt x="204" y="68"/>
                  <a:pt x="204" y="68"/>
                  <a:pt x="204" y="68"/>
                </a:cubicBezTo>
                <a:cubicBezTo>
                  <a:pt x="212" y="68"/>
                  <a:pt x="212" y="68"/>
                  <a:pt x="212" y="68"/>
                </a:cubicBezTo>
                <a:cubicBezTo>
                  <a:pt x="214" y="68"/>
                  <a:pt x="216" y="66"/>
                  <a:pt x="216" y="64"/>
                </a:cubicBezTo>
                <a:cubicBezTo>
                  <a:pt x="216" y="56"/>
                  <a:pt x="216" y="56"/>
                  <a:pt x="216" y="56"/>
                </a:cubicBezTo>
                <a:cubicBezTo>
                  <a:pt x="228" y="56"/>
                  <a:pt x="228" y="56"/>
                  <a:pt x="228" y="56"/>
                </a:cubicBezTo>
                <a:cubicBezTo>
                  <a:pt x="230" y="56"/>
                  <a:pt x="232" y="54"/>
                  <a:pt x="232" y="52"/>
                </a:cubicBezTo>
                <a:cubicBezTo>
                  <a:pt x="232" y="28"/>
                  <a:pt x="232" y="28"/>
                  <a:pt x="232" y="28"/>
                </a:cubicBezTo>
                <a:cubicBezTo>
                  <a:pt x="232" y="13"/>
                  <a:pt x="219" y="0"/>
                  <a:pt x="204" y="0"/>
                </a:cubicBezTo>
                <a:cubicBezTo>
                  <a:pt x="172" y="0"/>
                  <a:pt x="172" y="0"/>
                  <a:pt x="172" y="0"/>
                </a:cubicBezTo>
                <a:cubicBezTo>
                  <a:pt x="170" y="0"/>
                  <a:pt x="168" y="2"/>
                  <a:pt x="168" y="4"/>
                </a:cubicBezTo>
                <a:cubicBezTo>
                  <a:pt x="168" y="8"/>
                  <a:pt x="168" y="8"/>
                  <a:pt x="168" y="8"/>
                </a:cubicBezTo>
                <a:cubicBezTo>
                  <a:pt x="144" y="8"/>
                  <a:pt x="144" y="8"/>
                  <a:pt x="144" y="8"/>
                </a:cubicBezTo>
                <a:cubicBezTo>
                  <a:pt x="144" y="4"/>
                  <a:pt x="144" y="4"/>
                  <a:pt x="144" y="4"/>
                </a:cubicBezTo>
                <a:cubicBezTo>
                  <a:pt x="144" y="2"/>
                  <a:pt x="142" y="0"/>
                  <a:pt x="140" y="0"/>
                </a:cubicBezTo>
                <a:cubicBezTo>
                  <a:pt x="100" y="0"/>
                  <a:pt x="100" y="0"/>
                  <a:pt x="100" y="0"/>
                </a:cubicBezTo>
                <a:cubicBezTo>
                  <a:pt x="91" y="0"/>
                  <a:pt x="84" y="4"/>
                  <a:pt x="79" y="10"/>
                </a:cubicBezTo>
                <a:cubicBezTo>
                  <a:pt x="78" y="10"/>
                  <a:pt x="78" y="10"/>
                  <a:pt x="78" y="10"/>
                </a:cubicBezTo>
                <a:cubicBezTo>
                  <a:pt x="37" y="76"/>
                  <a:pt x="37" y="76"/>
                  <a:pt x="37" y="76"/>
                </a:cubicBezTo>
                <a:cubicBezTo>
                  <a:pt x="37" y="76"/>
                  <a:pt x="37" y="76"/>
                  <a:pt x="37" y="77"/>
                </a:cubicBezTo>
                <a:cubicBezTo>
                  <a:pt x="34" y="81"/>
                  <a:pt x="34" y="81"/>
                  <a:pt x="34" y="81"/>
                </a:cubicBezTo>
                <a:cubicBezTo>
                  <a:pt x="34" y="81"/>
                  <a:pt x="34" y="81"/>
                  <a:pt x="34" y="81"/>
                </a:cubicBezTo>
                <a:cubicBezTo>
                  <a:pt x="33" y="84"/>
                  <a:pt x="32" y="88"/>
                  <a:pt x="32" y="92"/>
                </a:cubicBezTo>
                <a:cubicBezTo>
                  <a:pt x="32" y="98"/>
                  <a:pt x="34" y="104"/>
                  <a:pt x="37" y="108"/>
                </a:cubicBezTo>
                <a:cubicBezTo>
                  <a:pt x="37" y="108"/>
                  <a:pt x="37" y="109"/>
                  <a:pt x="37" y="109"/>
                </a:cubicBezTo>
                <a:cubicBezTo>
                  <a:pt x="77" y="164"/>
                  <a:pt x="77" y="164"/>
                  <a:pt x="77" y="164"/>
                </a:cubicBezTo>
                <a:cubicBezTo>
                  <a:pt x="77" y="164"/>
                  <a:pt x="77" y="164"/>
                  <a:pt x="77" y="164"/>
                </a:cubicBezTo>
                <a:cubicBezTo>
                  <a:pt x="82" y="171"/>
                  <a:pt x="89" y="175"/>
                  <a:pt x="96" y="176"/>
                </a:cubicBezTo>
                <a:cubicBezTo>
                  <a:pt x="96" y="200"/>
                  <a:pt x="96" y="200"/>
                  <a:pt x="96" y="200"/>
                </a:cubicBezTo>
                <a:cubicBezTo>
                  <a:pt x="68" y="200"/>
                  <a:pt x="68" y="200"/>
                  <a:pt x="68" y="200"/>
                </a:cubicBezTo>
                <a:cubicBezTo>
                  <a:pt x="67" y="200"/>
                  <a:pt x="65" y="201"/>
                  <a:pt x="65" y="202"/>
                </a:cubicBezTo>
                <a:cubicBezTo>
                  <a:pt x="50" y="224"/>
                  <a:pt x="50" y="224"/>
                  <a:pt x="50" y="224"/>
                </a:cubicBezTo>
                <a:cubicBezTo>
                  <a:pt x="36" y="224"/>
                  <a:pt x="36" y="224"/>
                  <a:pt x="36" y="224"/>
                </a:cubicBezTo>
                <a:cubicBezTo>
                  <a:pt x="34" y="224"/>
                  <a:pt x="32" y="226"/>
                  <a:pt x="32" y="228"/>
                </a:cubicBezTo>
                <a:cubicBezTo>
                  <a:pt x="32" y="252"/>
                  <a:pt x="32" y="252"/>
                  <a:pt x="32" y="252"/>
                </a:cubicBezTo>
                <a:cubicBezTo>
                  <a:pt x="32" y="254"/>
                  <a:pt x="34" y="256"/>
                  <a:pt x="36" y="256"/>
                </a:cubicBezTo>
                <a:cubicBezTo>
                  <a:pt x="252" y="256"/>
                  <a:pt x="252" y="256"/>
                  <a:pt x="252" y="256"/>
                </a:cubicBezTo>
                <a:cubicBezTo>
                  <a:pt x="254" y="256"/>
                  <a:pt x="256" y="254"/>
                  <a:pt x="256" y="252"/>
                </a:cubicBezTo>
                <a:cubicBezTo>
                  <a:pt x="256" y="228"/>
                  <a:pt x="256" y="228"/>
                  <a:pt x="256" y="228"/>
                </a:cubicBezTo>
                <a:cubicBezTo>
                  <a:pt x="256" y="226"/>
                  <a:pt x="254" y="224"/>
                  <a:pt x="252" y="224"/>
                </a:cubicBezTo>
                <a:close/>
                <a:moveTo>
                  <a:pt x="208" y="60"/>
                </a:moveTo>
                <a:cubicBezTo>
                  <a:pt x="192" y="60"/>
                  <a:pt x="192" y="60"/>
                  <a:pt x="192" y="60"/>
                </a:cubicBezTo>
                <a:cubicBezTo>
                  <a:pt x="192" y="56"/>
                  <a:pt x="192" y="56"/>
                  <a:pt x="192" y="56"/>
                </a:cubicBezTo>
                <a:cubicBezTo>
                  <a:pt x="208" y="56"/>
                  <a:pt x="208" y="56"/>
                  <a:pt x="208" y="56"/>
                </a:cubicBezTo>
                <a:lnTo>
                  <a:pt x="208" y="60"/>
                </a:lnTo>
                <a:close/>
                <a:moveTo>
                  <a:pt x="176" y="8"/>
                </a:moveTo>
                <a:cubicBezTo>
                  <a:pt x="204" y="8"/>
                  <a:pt x="204" y="8"/>
                  <a:pt x="204" y="8"/>
                </a:cubicBezTo>
                <a:cubicBezTo>
                  <a:pt x="214" y="8"/>
                  <a:pt x="222" y="15"/>
                  <a:pt x="224" y="24"/>
                </a:cubicBezTo>
                <a:cubicBezTo>
                  <a:pt x="196" y="24"/>
                  <a:pt x="196" y="24"/>
                  <a:pt x="196" y="24"/>
                </a:cubicBezTo>
                <a:cubicBezTo>
                  <a:pt x="196" y="32"/>
                  <a:pt x="196" y="32"/>
                  <a:pt x="196" y="32"/>
                </a:cubicBezTo>
                <a:cubicBezTo>
                  <a:pt x="224" y="32"/>
                  <a:pt x="224" y="32"/>
                  <a:pt x="224" y="32"/>
                </a:cubicBezTo>
                <a:cubicBezTo>
                  <a:pt x="224" y="48"/>
                  <a:pt x="224" y="48"/>
                  <a:pt x="224" y="48"/>
                </a:cubicBezTo>
                <a:cubicBezTo>
                  <a:pt x="176" y="48"/>
                  <a:pt x="176" y="48"/>
                  <a:pt x="176" y="48"/>
                </a:cubicBezTo>
                <a:lnTo>
                  <a:pt x="176" y="8"/>
                </a:lnTo>
                <a:close/>
                <a:moveTo>
                  <a:pt x="144" y="16"/>
                </a:moveTo>
                <a:cubicBezTo>
                  <a:pt x="168" y="16"/>
                  <a:pt x="168" y="16"/>
                  <a:pt x="168" y="16"/>
                </a:cubicBezTo>
                <a:cubicBezTo>
                  <a:pt x="168" y="40"/>
                  <a:pt x="168" y="40"/>
                  <a:pt x="168" y="40"/>
                </a:cubicBezTo>
                <a:cubicBezTo>
                  <a:pt x="144" y="40"/>
                  <a:pt x="144" y="40"/>
                  <a:pt x="144" y="40"/>
                </a:cubicBezTo>
                <a:lnTo>
                  <a:pt x="144" y="16"/>
                </a:lnTo>
                <a:close/>
                <a:moveTo>
                  <a:pt x="83" y="17"/>
                </a:moveTo>
                <a:cubicBezTo>
                  <a:pt x="83" y="17"/>
                  <a:pt x="83" y="17"/>
                  <a:pt x="83" y="17"/>
                </a:cubicBezTo>
                <a:cubicBezTo>
                  <a:pt x="87" y="11"/>
                  <a:pt x="93" y="8"/>
                  <a:pt x="100" y="8"/>
                </a:cubicBezTo>
                <a:cubicBezTo>
                  <a:pt x="136" y="8"/>
                  <a:pt x="136" y="8"/>
                  <a:pt x="136" y="8"/>
                </a:cubicBezTo>
                <a:cubicBezTo>
                  <a:pt x="136" y="48"/>
                  <a:pt x="136" y="48"/>
                  <a:pt x="136" y="48"/>
                </a:cubicBezTo>
                <a:cubicBezTo>
                  <a:pt x="113" y="48"/>
                  <a:pt x="113" y="48"/>
                  <a:pt x="113" y="48"/>
                </a:cubicBezTo>
                <a:cubicBezTo>
                  <a:pt x="112" y="47"/>
                  <a:pt x="112" y="47"/>
                  <a:pt x="112" y="47"/>
                </a:cubicBezTo>
                <a:cubicBezTo>
                  <a:pt x="111" y="48"/>
                  <a:pt x="111" y="48"/>
                  <a:pt x="111" y="48"/>
                </a:cubicBezTo>
                <a:cubicBezTo>
                  <a:pt x="100" y="48"/>
                  <a:pt x="100" y="48"/>
                  <a:pt x="100" y="48"/>
                </a:cubicBezTo>
                <a:cubicBezTo>
                  <a:pt x="89" y="48"/>
                  <a:pt x="80" y="39"/>
                  <a:pt x="80" y="28"/>
                </a:cubicBezTo>
                <a:cubicBezTo>
                  <a:pt x="80" y="24"/>
                  <a:pt x="81" y="20"/>
                  <a:pt x="83" y="17"/>
                </a:cubicBezTo>
                <a:close/>
                <a:moveTo>
                  <a:pt x="73" y="34"/>
                </a:moveTo>
                <a:cubicBezTo>
                  <a:pt x="75" y="47"/>
                  <a:pt x="87" y="56"/>
                  <a:pt x="100" y="56"/>
                </a:cubicBezTo>
                <a:cubicBezTo>
                  <a:pt x="106" y="56"/>
                  <a:pt x="106" y="56"/>
                  <a:pt x="106" y="56"/>
                </a:cubicBezTo>
                <a:cubicBezTo>
                  <a:pt x="89" y="84"/>
                  <a:pt x="89" y="84"/>
                  <a:pt x="89" y="84"/>
                </a:cubicBezTo>
                <a:cubicBezTo>
                  <a:pt x="83" y="76"/>
                  <a:pt x="83" y="76"/>
                  <a:pt x="83" y="76"/>
                </a:cubicBezTo>
                <a:cubicBezTo>
                  <a:pt x="83" y="76"/>
                  <a:pt x="83" y="76"/>
                  <a:pt x="83" y="76"/>
                </a:cubicBezTo>
                <a:cubicBezTo>
                  <a:pt x="78" y="68"/>
                  <a:pt x="69" y="64"/>
                  <a:pt x="60" y="64"/>
                </a:cubicBezTo>
                <a:cubicBezTo>
                  <a:pt x="58" y="64"/>
                  <a:pt x="56" y="64"/>
                  <a:pt x="53" y="65"/>
                </a:cubicBezTo>
                <a:lnTo>
                  <a:pt x="73" y="34"/>
                </a:lnTo>
                <a:close/>
                <a:moveTo>
                  <a:pt x="84" y="160"/>
                </a:moveTo>
                <a:cubicBezTo>
                  <a:pt x="84" y="160"/>
                  <a:pt x="84" y="160"/>
                  <a:pt x="84" y="160"/>
                </a:cubicBezTo>
                <a:cubicBezTo>
                  <a:pt x="44" y="104"/>
                  <a:pt x="44" y="104"/>
                  <a:pt x="44" y="104"/>
                </a:cubicBezTo>
                <a:cubicBezTo>
                  <a:pt x="44" y="104"/>
                  <a:pt x="44" y="103"/>
                  <a:pt x="43" y="103"/>
                </a:cubicBezTo>
                <a:cubicBezTo>
                  <a:pt x="41" y="100"/>
                  <a:pt x="40" y="96"/>
                  <a:pt x="40" y="92"/>
                </a:cubicBezTo>
                <a:cubicBezTo>
                  <a:pt x="40" y="88"/>
                  <a:pt x="41" y="84"/>
                  <a:pt x="43" y="81"/>
                </a:cubicBezTo>
                <a:cubicBezTo>
                  <a:pt x="43" y="81"/>
                  <a:pt x="43" y="81"/>
                  <a:pt x="43" y="81"/>
                </a:cubicBezTo>
                <a:cubicBezTo>
                  <a:pt x="47" y="75"/>
                  <a:pt x="53" y="72"/>
                  <a:pt x="60" y="72"/>
                </a:cubicBezTo>
                <a:cubicBezTo>
                  <a:pt x="66" y="72"/>
                  <a:pt x="73" y="75"/>
                  <a:pt x="76" y="80"/>
                </a:cubicBezTo>
                <a:cubicBezTo>
                  <a:pt x="84" y="91"/>
                  <a:pt x="84" y="91"/>
                  <a:pt x="84" y="91"/>
                </a:cubicBezTo>
                <a:cubicBezTo>
                  <a:pt x="83" y="92"/>
                  <a:pt x="83" y="92"/>
                  <a:pt x="83" y="92"/>
                </a:cubicBezTo>
                <a:cubicBezTo>
                  <a:pt x="86" y="94"/>
                  <a:pt x="86" y="94"/>
                  <a:pt x="86" y="94"/>
                </a:cubicBezTo>
                <a:cubicBezTo>
                  <a:pt x="115" y="134"/>
                  <a:pt x="115" y="134"/>
                  <a:pt x="115" y="134"/>
                </a:cubicBezTo>
                <a:cubicBezTo>
                  <a:pt x="116" y="135"/>
                  <a:pt x="117" y="136"/>
                  <a:pt x="118" y="136"/>
                </a:cubicBezTo>
                <a:cubicBezTo>
                  <a:pt x="224" y="136"/>
                  <a:pt x="224" y="136"/>
                  <a:pt x="224" y="136"/>
                </a:cubicBezTo>
                <a:cubicBezTo>
                  <a:pt x="224" y="148"/>
                  <a:pt x="224" y="148"/>
                  <a:pt x="224" y="148"/>
                </a:cubicBezTo>
                <a:cubicBezTo>
                  <a:pt x="224" y="159"/>
                  <a:pt x="215" y="168"/>
                  <a:pt x="204" y="168"/>
                </a:cubicBezTo>
                <a:cubicBezTo>
                  <a:pt x="172" y="168"/>
                  <a:pt x="172" y="168"/>
                  <a:pt x="172" y="168"/>
                </a:cubicBezTo>
                <a:cubicBezTo>
                  <a:pt x="172" y="156"/>
                  <a:pt x="172" y="156"/>
                  <a:pt x="172" y="156"/>
                </a:cubicBezTo>
                <a:cubicBezTo>
                  <a:pt x="164" y="156"/>
                  <a:pt x="164" y="156"/>
                  <a:pt x="164" y="156"/>
                </a:cubicBezTo>
                <a:cubicBezTo>
                  <a:pt x="164" y="168"/>
                  <a:pt x="164" y="168"/>
                  <a:pt x="164" y="168"/>
                </a:cubicBezTo>
                <a:cubicBezTo>
                  <a:pt x="148" y="168"/>
                  <a:pt x="148" y="168"/>
                  <a:pt x="148" y="168"/>
                </a:cubicBezTo>
                <a:cubicBezTo>
                  <a:pt x="148" y="156"/>
                  <a:pt x="148" y="156"/>
                  <a:pt x="148" y="156"/>
                </a:cubicBezTo>
                <a:cubicBezTo>
                  <a:pt x="140" y="156"/>
                  <a:pt x="140" y="156"/>
                  <a:pt x="140" y="156"/>
                </a:cubicBezTo>
                <a:cubicBezTo>
                  <a:pt x="140" y="168"/>
                  <a:pt x="140" y="168"/>
                  <a:pt x="140" y="168"/>
                </a:cubicBezTo>
                <a:cubicBezTo>
                  <a:pt x="124" y="168"/>
                  <a:pt x="124" y="168"/>
                  <a:pt x="124" y="168"/>
                </a:cubicBezTo>
                <a:cubicBezTo>
                  <a:pt x="124" y="156"/>
                  <a:pt x="124" y="156"/>
                  <a:pt x="124" y="156"/>
                </a:cubicBezTo>
                <a:cubicBezTo>
                  <a:pt x="116" y="156"/>
                  <a:pt x="116" y="156"/>
                  <a:pt x="116" y="156"/>
                </a:cubicBezTo>
                <a:cubicBezTo>
                  <a:pt x="116" y="168"/>
                  <a:pt x="116" y="168"/>
                  <a:pt x="116" y="168"/>
                </a:cubicBezTo>
                <a:cubicBezTo>
                  <a:pt x="100" y="168"/>
                  <a:pt x="100" y="168"/>
                  <a:pt x="100" y="168"/>
                </a:cubicBezTo>
                <a:cubicBezTo>
                  <a:pt x="94" y="168"/>
                  <a:pt x="88" y="165"/>
                  <a:pt x="84" y="160"/>
                </a:cubicBezTo>
                <a:close/>
                <a:moveTo>
                  <a:pt x="184" y="176"/>
                </a:moveTo>
                <a:cubicBezTo>
                  <a:pt x="184" y="200"/>
                  <a:pt x="184" y="200"/>
                  <a:pt x="184" y="200"/>
                </a:cubicBezTo>
                <a:cubicBezTo>
                  <a:pt x="104" y="200"/>
                  <a:pt x="104" y="200"/>
                  <a:pt x="104" y="200"/>
                </a:cubicBezTo>
                <a:cubicBezTo>
                  <a:pt x="104" y="176"/>
                  <a:pt x="104" y="176"/>
                  <a:pt x="104" y="176"/>
                </a:cubicBezTo>
                <a:lnTo>
                  <a:pt x="184" y="176"/>
                </a:lnTo>
                <a:close/>
                <a:moveTo>
                  <a:pt x="248" y="248"/>
                </a:moveTo>
                <a:cubicBezTo>
                  <a:pt x="40" y="248"/>
                  <a:pt x="40" y="248"/>
                  <a:pt x="40" y="248"/>
                </a:cubicBezTo>
                <a:cubicBezTo>
                  <a:pt x="40" y="232"/>
                  <a:pt x="40" y="232"/>
                  <a:pt x="40" y="232"/>
                </a:cubicBezTo>
                <a:cubicBezTo>
                  <a:pt x="52" y="232"/>
                  <a:pt x="52" y="232"/>
                  <a:pt x="52" y="232"/>
                </a:cubicBezTo>
                <a:cubicBezTo>
                  <a:pt x="53" y="232"/>
                  <a:pt x="55" y="231"/>
                  <a:pt x="55" y="230"/>
                </a:cubicBezTo>
                <a:cubicBezTo>
                  <a:pt x="70" y="208"/>
                  <a:pt x="70" y="208"/>
                  <a:pt x="70" y="208"/>
                </a:cubicBezTo>
                <a:cubicBezTo>
                  <a:pt x="218" y="208"/>
                  <a:pt x="218" y="208"/>
                  <a:pt x="218" y="208"/>
                </a:cubicBezTo>
                <a:cubicBezTo>
                  <a:pt x="233" y="230"/>
                  <a:pt x="233" y="230"/>
                  <a:pt x="233" y="230"/>
                </a:cubicBezTo>
                <a:cubicBezTo>
                  <a:pt x="233" y="231"/>
                  <a:pt x="235" y="232"/>
                  <a:pt x="236" y="232"/>
                </a:cubicBezTo>
                <a:cubicBezTo>
                  <a:pt x="248" y="232"/>
                  <a:pt x="248" y="232"/>
                  <a:pt x="248" y="232"/>
                </a:cubicBezTo>
                <a:lnTo>
                  <a:pt x="248" y="248"/>
                </a:lnTo>
                <a:close/>
                <a:moveTo>
                  <a:pt x="104" y="232"/>
                </a:moveTo>
                <a:cubicBezTo>
                  <a:pt x="184" y="232"/>
                  <a:pt x="184" y="232"/>
                  <a:pt x="184" y="232"/>
                </a:cubicBezTo>
                <a:cubicBezTo>
                  <a:pt x="184" y="224"/>
                  <a:pt x="184" y="224"/>
                  <a:pt x="184" y="224"/>
                </a:cubicBezTo>
                <a:cubicBezTo>
                  <a:pt x="104" y="224"/>
                  <a:pt x="104" y="224"/>
                  <a:pt x="104" y="224"/>
                </a:cubicBezTo>
                <a:lnTo>
                  <a:pt x="104" y="23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90" name="Freeform 99">
            <a:extLst>
              <a:ext uri="{FF2B5EF4-FFF2-40B4-BE49-F238E27FC236}">
                <a16:creationId xmlns:a16="http://schemas.microsoft.com/office/drawing/2014/main" id="{5EAEF4C5-5844-4B64-83B4-5E425F950D49}"/>
              </a:ext>
            </a:extLst>
          </p:cNvPr>
          <p:cNvSpPr>
            <a:spLocks noChangeAspect="1" noEditPoints="1"/>
          </p:cNvSpPr>
          <p:nvPr/>
        </p:nvSpPr>
        <p:spPr bwMode="auto">
          <a:xfrm>
            <a:off x="10249548" y="2435225"/>
            <a:ext cx="400050" cy="387350"/>
          </a:xfrm>
          <a:custGeom>
            <a:avLst/>
            <a:gdLst>
              <a:gd name="T0" fmla="*/ 64 w 256"/>
              <a:gd name="T1" fmla="*/ 200 h 248"/>
              <a:gd name="T2" fmla="*/ 80 w 256"/>
              <a:gd name="T3" fmla="*/ 200 h 248"/>
              <a:gd name="T4" fmla="*/ 68 w 256"/>
              <a:gd name="T5" fmla="*/ 220 h 248"/>
              <a:gd name="T6" fmla="*/ 76 w 256"/>
              <a:gd name="T7" fmla="*/ 228 h 248"/>
              <a:gd name="T8" fmla="*/ 36 w 256"/>
              <a:gd name="T9" fmla="*/ 196 h 248"/>
              <a:gd name="T10" fmla="*/ 52 w 256"/>
              <a:gd name="T11" fmla="*/ 212 h 248"/>
              <a:gd name="T12" fmla="*/ 28 w 256"/>
              <a:gd name="T13" fmla="*/ 212 h 248"/>
              <a:gd name="T14" fmla="*/ 36 w 256"/>
              <a:gd name="T15" fmla="*/ 220 h 248"/>
              <a:gd name="T16" fmla="*/ 96 w 256"/>
              <a:gd name="T17" fmla="*/ 224 h 248"/>
              <a:gd name="T18" fmla="*/ 120 w 256"/>
              <a:gd name="T19" fmla="*/ 224 h 248"/>
              <a:gd name="T20" fmla="*/ 180 w 256"/>
              <a:gd name="T21" fmla="*/ 196 h 248"/>
              <a:gd name="T22" fmla="*/ 188 w 256"/>
              <a:gd name="T23" fmla="*/ 204 h 248"/>
              <a:gd name="T24" fmla="*/ 220 w 256"/>
              <a:gd name="T25" fmla="*/ 196 h 248"/>
              <a:gd name="T26" fmla="*/ 236 w 256"/>
              <a:gd name="T27" fmla="*/ 212 h 248"/>
              <a:gd name="T28" fmla="*/ 212 w 256"/>
              <a:gd name="T29" fmla="*/ 212 h 248"/>
              <a:gd name="T30" fmla="*/ 220 w 256"/>
              <a:gd name="T31" fmla="*/ 220 h 248"/>
              <a:gd name="T32" fmla="*/ 176 w 256"/>
              <a:gd name="T33" fmla="*/ 224 h 248"/>
              <a:gd name="T34" fmla="*/ 192 w 256"/>
              <a:gd name="T35" fmla="*/ 224 h 248"/>
              <a:gd name="T36" fmla="*/ 100 w 256"/>
              <a:gd name="T37" fmla="*/ 196 h 248"/>
              <a:gd name="T38" fmla="*/ 116 w 256"/>
              <a:gd name="T39" fmla="*/ 204 h 248"/>
              <a:gd name="T40" fmla="*/ 220 w 256"/>
              <a:gd name="T41" fmla="*/ 176 h 248"/>
              <a:gd name="T42" fmla="*/ 36 w 256"/>
              <a:gd name="T43" fmla="*/ 248 h 248"/>
              <a:gd name="T44" fmla="*/ 220 w 256"/>
              <a:gd name="T45" fmla="*/ 176 h 248"/>
              <a:gd name="T46" fmla="*/ 8 w 256"/>
              <a:gd name="T47" fmla="*/ 212 h 248"/>
              <a:gd name="T48" fmla="*/ 248 w 256"/>
              <a:gd name="T49" fmla="*/ 212 h 248"/>
              <a:gd name="T50" fmla="*/ 140 w 256"/>
              <a:gd name="T51" fmla="*/ 220 h 248"/>
              <a:gd name="T52" fmla="*/ 156 w 256"/>
              <a:gd name="T53" fmla="*/ 228 h 248"/>
              <a:gd name="T54" fmla="*/ 156 w 256"/>
              <a:gd name="T55" fmla="*/ 196 h 248"/>
              <a:gd name="T56" fmla="*/ 140 w 256"/>
              <a:gd name="T57" fmla="*/ 204 h 248"/>
              <a:gd name="T58" fmla="*/ 156 w 256"/>
              <a:gd name="T59" fmla="*/ 196 h 248"/>
              <a:gd name="T60" fmla="*/ 96 w 256"/>
              <a:gd name="T61" fmla="*/ 36 h 248"/>
              <a:gd name="T62" fmla="*/ 112 w 256"/>
              <a:gd name="T63" fmla="*/ 36 h 248"/>
              <a:gd name="T64" fmla="*/ 144 w 256"/>
              <a:gd name="T65" fmla="*/ 36 h 248"/>
              <a:gd name="T66" fmla="*/ 158 w 256"/>
              <a:gd name="T67" fmla="*/ 39 h 248"/>
              <a:gd name="T68" fmla="*/ 212 w 256"/>
              <a:gd name="T69" fmla="*/ 8 h 248"/>
              <a:gd name="T70" fmla="*/ 220 w 256"/>
              <a:gd name="T71" fmla="*/ 8 h 248"/>
              <a:gd name="T72" fmla="*/ 36 w 256"/>
              <a:gd name="T73" fmla="*/ 8 h 248"/>
              <a:gd name="T74" fmla="*/ 44 w 256"/>
              <a:gd name="T75" fmla="*/ 8 h 248"/>
              <a:gd name="T76" fmla="*/ 152 w 256"/>
              <a:gd name="T77" fmla="*/ 31 h 248"/>
              <a:gd name="T78" fmla="*/ 128 w 256"/>
              <a:gd name="T79" fmla="*/ 32 h 248"/>
              <a:gd name="T80" fmla="*/ 104 w 256"/>
              <a:gd name="T81" fmla="*/ 31 h 248"/>
              <a:gd name="T82" fmla="*/ 152 w 256"/>
              <a:gd name="T83" fmla="*/ 121 h 248"/>
              <a:gd name="T84" fmla="*/ 128 w 256"/>
              <a:gd name="T85" fmla="*/ 100 h 248"/>
              <a:gd name="T86" fmla="*/ 108 w 256"/>
              <a:gd name="T87" fmla="*/ 120 h 248"/>
              <a:gd name="T88" fmla="*/ 120 w 256"/>
              <a:gd name="T89" fmla="*/ 132 h 248"/>
              <a:gd name="T90" fmla="*/ 128 w 256"/>
              <a:gd name="T91" fmla="*/ 124 h 248"/>
              <a:gd name="T92" fmla="*/ 172 w 256"/>
              <a:gd name="T93" fmla="*/ 108 h 248"/>
              <a:gd name="T94" fmla="*/ 128 w 256"/>
              <a:gd name="T95" fmla="*/ 76 h 248"/>
              <a:gd name="T96" fmla="*/ 88 w 256"/>
              <a:gd name="T97" fmla="*/ 10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6" h="248">
                <a:moveTo>
                  <a:pt x="76" y="196"/>
                </a:moveTo>
                <a:cubicBezTo>
                  <a:pt x="68" y="196"/>
                  <a:pt x="68" y="196"/>
                  <a:pt x="68" y="196"/>
                </a:cubicBezTo>
                <a:cubicBezTo>
                  <a:pt x="66" y="196"/>
                  <a:pt x="64" y="198"/>
                  <a:pt x="64" y="200"/>
                </a:cubicBezTo>
                <a:cubicBezTo>
                  <a:pt x="64" y="202"/>
                  <a:pt x="66" y="204"/>
                  <a:pt x="68" y="204"/>
                </a:cubicBezTo>
                <a:cubicBezTo>
                  <a:pt x="76" y="204"/>
                  <a:pt x="76" y="204"/>
                  <a:pt x="76" y="204"/>
                </a:cubicBezTo>
                <a:cubicBezTo>
                  <a:pt x="78" y="204"/>
                  <a:pt x="80" y="202"/>
                  <a:pt x="80" y="200"/>
                </a:cubicBezTo>
                <a:cubicBezTo>
                  <a:pt x="80" y="198"/>
                  <a:pt x="78" y="196"/>
                  <a:pt x="76" y="196"/>
                </a:cubicBezTo>
                <a:close/>
                <a:moveTo>
                  <a:pt x="76" y="220"/>
                </a:moveTo>
                <a:cubicBezTo>
                  <a:pt x="68" y="220"/>
                  <a:pt x="68" y="220"/>
                  <a:pt x="68" y="220"/>
                </a:cubicBezTo>
                <a:cubicBezTo>
                  <a:pt x="66" y="220"/>
                  <a:pt x="64" y="222"/>
                  <a:pt x="64" y="224"/>
                </a:cubicBezTo>
                <a:cubicBezTo>
                  <a:pt x="64" y="226"/>
                  <a:pt x="66" y="228"/>
                  <a:pt x="68" y="228"/>
                </a:cubicBezTo>
                <a:cubicBezTo>
                  <a:pt x="76" y="228"/>
                  <a:pt x="76" y="228"/>
                  <a:pt x="76" y="228"/>
                </a:cubicBezTo>
                <a:cubicBezTo>
                  <a:pt x="78" y="228"/>
                  <a:pt x="80" y="226"/>
                  <a:pt x="80" y="224"/>
                </a:cubicBezTo>
                <a:cubicBezTo>
                  <a:pt x="80" y="222"/>
                  <a:pt x="78" y="220"/>
                  <a:pt x="76" y="220"/>
                </a:cubicBezTo>
                <a:close/>
                <a:moveTo>
                  <a:pt x="36" y="196"/>
                </a:moveTo>
                <a:cubicBezTo>
                  <a:pt x="27" y="196"/>
                  <a:pt x="20" y="203"/>
                  <a:pt x="20" y="212"/>
                </a:cubicBezTo>
                <a:cubicBezTo>
                  <a:pt x="20" y="221"/>
                  <a:pt x="27" y="228"/>
                  <a:pt x="36" y="228"/>
                </a:cubicBezTo>
                <a:cubicBezTo>
                  <a:pt x="45" y="228"/>
                  <a:pt x="52" y="221"/>
                  <a:pt x="52" y="212"/>
                </a:cubicBezTo>
                <a:cubicBezTo>
                  <a:pt x="52" y="203"/>
                  <a:pt x="45" y="196"/>
                  <a:pt x="36" y="196"/>
                </a:cubicBezTo>
                <a:close/>
                <a:moveTo>
                  <a:pt x="36" y="220"/>
                </a:moveTo>
                <a:cubicBezTo>
                  <a:pt x="32" y="220"/>
                  <a:pt x="28" y="216"/>
                  <a:pt x="28" y="212"/>
                </a:cubicBezTo>
                <a:cubicBezTo>
                  <a:pt x="28" y="208"/>
                  <a:pt x="32" y="204"/>
                  <a:pt x="36" y="204"/>
                </a:cubicBezTo>
                <a:cubicBezTo>
                  <a:pt x="40" y="204"/>
                  <a:pt x="44" y="208"/>
                  <a:pt x="44" y="212"/>
                </a:cubicBezTo>
                <a:cubicBezTo>
                  <a:pt x="44" y="216"/>
                  <a:pt x="40" y="220"/>
                  <a:pt x="36" y="220"/>
                </a:cubicBezTo>
                <a:close/>
                <a:moveTo>
                  <a:pt x="116" y="220"/>
                </a:moveTo>
                <a:cubicBezTo>
                  <a:pt x="100" y="220"/>
                  <a:pt x="100" y="220"/>
                  <a:pt x="100" y="220"/>
                </a:cubicBezTo>
                <a:cubicBezTo>
                  <a:pt x="98" y="220"/>
                  <a:pt x="96" y="222"/>
                  <a:pt x="96" y="224"/>
                </a:cubicBezTo>
                <a:cubicBezTo>
                  <a:pt x="96" y="226"/>
                  <a:pt x="98" y="228"/>
                  <a:pt x="100" y="228"/>
                </a:cubicBezTo>
                <a:cubicBezTo>
                  <a:pt x="116" y="228"/>
                  <a:pt x="116" y="228"/>
                  <a:pt x="116" y="228"/>
                </a:cubicBezTo>
                <a:cubicBezTo>
                  <a:pt x="118" y="228"/>
                  <a:pt x="120" y="226"/>
                  <a:pt x="120" y="224"/>
                </a:cubicBezTo>
                <a:cubicBezTo>
                  <a:pt x="120" y="222"/>
                  <a:pt x="118" y="220"/>
                  <a:pt x="116" y="220"/>
                </a:cubicBezTo>
                <a:close/>
                <a:moveTo>
                  <a:pt x="188" y="196"/>
                </a:moveTo>
                <a:cubicBezTo>
                  <a:pt x="180" y="196"/>
                  <a:pt x="180" y="196"/>
                  <a:pt x="180" y="196"/>
                </a:cubicBezTo>
                <a:cubicBezTo>
                  <a:pt x="178" y="196"/>
                  <a:pt x="176" y="198"/>
                  <a:pt x="176" y="200"/>
                </a:cubicBezTo>
                <a:cubicBezTo>
                  <a:pt x="176" y="202"/>
                  <a:pt x="178" y="204"/>
                  <a:pt x="180" y="204"/>
                </a:cubicBezTo>
                <a:cubicBezTo>
                  <a:pt x="188" y="204"/>
                  <a:pt x="188" y="204"/>
                  <a:pt x="188" y="204"/>
                </a:cubicBezTo>
                <a:cubicBezTo>
                  <a:pt x="190" y="204"/>
                  <a:pt x="192" y="202"/>
                  <a:pt x="192" y="200"/>
                </a:cubicBezTo>
                <a:cubicBezTo>
                  <a:pt x="192" y="198"/>
                  <a:pt x="190" y="196"/>
                  <a:pt x="188" y="196"/>
                </a:cubicBezTo>
                <a:close/>
                <a:moveTo>
                  <a:pt x="220" y="196"/>
                </a:moveTo>
                <a:cubicBezTo>
                  <a:pt x="211" y="196"/>
                  <a:pt x="204" y="203"/>
                  <a:pt x="204" y="212"/>
                </a:cubicBezTo>
                <a:cubicBezTo>
                  <a:pt x="204" y="221"/>
                  <a:pt x="211" y="228"/>
                  <a:pt x="220" y="228"/>
                </a:cubicBezTo>
                <a:cubicBezTo>
                  <a:pt x="229" y="228"/>
                  <a:pt x="236" y="221"/>
                  <a:pt x="236" y="212"/>
                </a:cubicBezTo>
                <a:cubicBezTo>
                  <a:pt x="236" y="203"/>
                  <a:pt x="229" y="196"/>
                  <a:pt x="220" y="196"/>
                </a:cubicBezTo>
                <a:close/>
                <a:moveTo>
                  <a:pt x="220" y="220"/>
                </a:moveTo>
                <a:cubicBezTo>
                  <a:pt x="216" y="220"/>
                  <a:pt x="212" y="216"/>
                  <a:pt x="212" y="212"/>
                </a:cubicBezTo>
                <a:cubicBezTo>
                  <a:pt x="212" y="208"/>
                  <a:pt x="216" y="204"/>
                  <a:pt x="220" y="204"/>
                </a:cubicBezTo>
                <a:cubicBezTo>
                  <a:pt x="224" y="204"/>
                  <a:pt x="228" y="208"/>
                  <a:pt x="228" y="212"/>
                </a:cubicBezTo>
                <a:cubicBezTo>
                  <a:pt x="228" y="216"/>
                  <a:pt x="224" y="220"/>
                  <a:pt x="220" y="220"/>
                </a:cubicBezTo>
                <a:close/>
                <a:moveTo>
                  <a:pt x="188" y="220"/>
                </a:moveTo>
                <a:cubicBezTo>
                  <a:pt x="180" y="220"/>
                  <a:pt x="180" y="220"/>
                  <a:pt x="180" y="220"/>
                </a:cubicBezTo>
                <a:cubicBezTo>
                  <a:pt x="178" y="220"/>
                  <a:pt x="176" y="222"/>
                  <a:pt x="176" y="224"/>
                </a:cubicBezTo>
                <a:cubicBezTo>
                  <a:pt x="176" y="226"/>
                  <a:pt x="178" y="228"/>
                  <a:pt x="180" y="228"/>
                </a:cubicBezTo>
                <a:cubicBezTo>
                  <a:pt x="188" y="228"/>
                  <a:pt x="188" y="228"/>
                  <a:pt x="188" y="228"/>
                </a:cubicBezTo>
                <a:cubicBezTo>
                  <a:pt x="190" y="228"/>
                  <a:pt x="192" y="226"/>
                  <a:pt x="192" y="224"/>
                </a:cubicBezTo>
                <a:cubicBezTo>
                  <a:pt x="192" y="222"/>
                  <a:pt x="190" y="220"/>
                  <a:pt x="188" y="220"/>
                </a:cubicBezTo>
                <a:close/>
                <a:moveTo>
                  <a:pt x="116" y="196"/>
                </a:moveTo>
                <a:cubicBezTo>
                  <a:pt x="100" y="196"/>
                  <a:pt x="100" y="196"/>
                  <a:pt x="100" y="196"/>
                </a:cubicBezTo>
                <a:cubicBezTo>
                  <a:pt x="98" y="196"/>
                  <a:pt x="96" y="198"/>
                  <a:pt x="96" y="200"/>
                </a:cubicBezTo>
                <a:cubicBezTo>
                  <a:pt x="96" y="202"/>
                  <a:pt x="98" y="204"/>
                  <a:pt x="100" y="204"/>
                </a:cubicBezTo>
                <a:cubicBezTo>
                  <a:pt x="116" y="204"/>
                  <a:pt x="116" y="204"/>
                  <a:pt x="116" y="204"/>
                </a:cubicBezTo>
                <a:cubicBezTo>
                  <a:pt x="118" y="204"/>
                  <a:pt x="120" y="202"/>
                  <a:pt x="120" y="200"/>
                </a:cubicBezTo>
                <a:cubicBezTo>
                  <a:pt x="120" y="198"/>
                  <a:pt x="118" y="196"/>
                  <a:pt x="116" y="196"/>
                </a:cubicBezTo>
                <a:close/>
                <a:moveTo>
                  <a:pt x="220" y="176"/>
                </a:moveTo>
                <a:cubicBezTo>
                  <a:pt x="36" y="176"/>
                  <a:pt x="36" y="176"/>
                  <a:pt x="36" y="176"/>
                </a:cubicBezTo>
                <a:cubicBezTo>
                  <a:pt x="16" y="176"/>
                  <a:pt x="0" y="192"/>
                  <a:pt x="0" y="212"/>
                </a:cubicBezTo>
                <a:cubicBezTo>
                  <a:pt x="0" y="232"/>
                  <a:pt x="16" y="248"/>
                  <a:pt x="36" y="248"/>
                </a:cubicBezTo>
                <a:cubicBezTo>
                  <a:pt x="220" y="248"/>
                  <a:pt x="220" y="248"/>
                  <a:pt x="220" y="248"/>
                </a:cubicBezTo>
                <a:cubicBezTo>
                  <a:pt x="240" y="248"/>
                  <a:pt x="256" y="232"/>
                  <a:pt x="256" y="212"/>
                </a:cubicBezTo>
                <a:cubicBezTo>
                  <a:pt x="256" y="192"/>
                  <a:pt x="240" y="176"/>
                  <a:pt x="220" y="176"/>
                </a:cubicBezTo>
                <a:close/>
                <a:moveTo>
                  <a:pt x="220" y="240"/>
                </a:moveTo>
                <a:cubicBezTo>
                  <a:pt x="36" y="240"/>
                  <a:pt x="36" y="240"/>
                  <a:pt x="36" y="240"/>
                </a:cubicBezTo>
                <a:cubicBezTo>
                  <a:pt x="21" y="240"/>
                  <a:pt x="8" y="227"/>
                  <a:pt x="8" y="212"/>
                </a:cubicBezTo>
                <a:cubicBezTo>
                  <a:pt x="8" y="197"/>
                  <a:pt x="21" y="184"/>
                  <a:pt x="36" y="184"/>
                </a:cubicBezTo>
                <a:cubicBezTo>
                  <a:pt x="220" y="184"/>
                  <a:pt x="220" y="184"/>
                  <a:pt x="220" y="184"/>
                </a:cubicBezTo>
                <a:cubicBezTo>
                  <a:pt x="235" y="184"/>
                  <a:pt x="248" y="197"/>
                  <a:pt x="248" y="212"/>
                </a:cubicBezTo>
                <a:cubicBezTo>
                  <a:pt x="248" y="227"/>
                  <a:pt x="235" y="240"/>
                  <a:pt x="220" y="240"/>
                </a:cubicBezTo>
                <a:close/>
                <a:moveTo>
                  <a:pt x="156" y="220"/>
                </a:moveTo>
                <a:cubicBezTo>
                  <a:pt x="140" y="220"/>
                  <a:pt x="140" y="220"/>
                  <a:pt x="140" y="220"/>
                </a:cubicBezTo>
                <a:cubicBezTo>
                  <a:pt x="138" y="220"/>
                  <a:pt x="136" y="222"/>
                  <a:pt x="136" y="224"/>
                </a:cubicBezTo>
                <a:cubicBezTo>
                  <a:pt x="136" y="226"/>
                  <a:pt x="138" y="228"/>
                  <a:pt x="140" y="228"/>
                </a:cubicBezTo>
                <a:cubicBezTo>
                  <a:pt x="156" y="228"/>
                  <a:pt x="156" y="228"/>
                  <a:pt x="156" y="228"/>
                </a:cubicBezTo>
                <a:cubicBezTo>
                  <a:pt x="158" y="228"/>
                  <a:pt x="160" y="226"/>
                  <a:pt x="160" y="224"/>
                </a:cubicBezTo>
                <a:cubicBezTo>
                  <a:pt x="160" y="222"/>
                  <a:pt x="158" y="220"/>
                  <a:pt x="156" y="220"/>
                </a:cubicBezTo>
                <a:close/>
                <a:moveTo>
                  <a:pt x="156" y="196"/>
                </a:moveTo>
                <a:cubicBezTo>
                  <a:pt x="140" y="196"/>
                  <a:pt x="140" y="196"/>
                  <a:pt x="140" y="196"/>
                </a:cubicBezTo>
                <a:cubicBezTo>
                  <a:pt x="138" y="196"/>
                  <a:pt x="136" y="198"/>
                  <a:pt x="136" y="200"/>
                </a:cubicBezTo>
                <a:cubicBezTo>
                  <a:pt x="136" y="202"/>
                  <a:pt x="138" y="204"/>
                  <a:pt x="140" y="204"/>
                </a:cubicBezTo>
                <a:cubicBezTo>
                  <a:pt x="156" y="204"/>
                  <a:pt x="156" y="204"/>
                  <a:pt x="156" y="204"/>
                </a:cubicBezTo>
                <a:cubicBezTo>
                  <a:pt x="158" y="204"/>
                  <a:pt x="160" y="202"/>
                  <a:pt x="160" y="200"/>
                </a:cubicBezTo>
                <a:cubicBezTo>
                  <a:pt x="160" y="198"/>
                  <a:pt x="158" y="196"/>
                  <a:pt x="156" y="196"/>
                </a:cubicBezTo>
                <a:close/>
                <a:moveTo>
                  <a:pt x="44" y="8"/>
                </a:moveTo>
                <a:cubicBezTo>
                  <a:pt x="96" y="8"/>
                  <a:pt x="96" y="8"/>
                  <a:pt x="96" y="8"/>
                </a:cubicBezTo>
                <a:cubicBezTo>
                  <a:pt x="96" y="36"/>
                  <a:pt x="96" y="36"/>
                  <a:pt x="96" y="36"/>
                </a:cubicBezTo>
                <a:cubicBezTo>
                  <a:pt x="96" y="37"/>
                  <a:pt x="97" y="39"/>
                  <a:pt x="98" y="39"/>
                </a:cubicBezTo>
                <a:cubicBezTo>
                  <a:pt x="99" y="40"/>
                  <a:pt x="100" y="40"/>
                  <a:pt x="101" y="40"/>
                </a:cubicBezTo>
                <a:cubicBezTo>
                  <a:pt x="112" y="36"/>
                  <a:pt x="112" y="36"/>
                  <a:pt x="112" y="36"/>
                </a:cubicBezTo>
                <a:cubicBezTo>
                  <a:pt x="127" y="40"/>
                  <a:pt x="127" y="40"/>
                  <a:pt x="127" y="40"/>
                </a:cubicBezTo>
                <a:cubicBezTo>
                  <a:pt x="128" y="40"/>
                  <a:pt x="128" y="40"/>
                  <a:pt x="129" y="40"/>
                </a:cubicBezTo>
                <a:cubicBezTo>
                  <a:pt x="144" y="36"/>
                  <a:pt x="144" y="36"/>
                  <a:pt x="144" y="36"/>
                </a:cubicBezTo>
                <a:cubicBezTo>
                  <a:pt x="155" y="40"/>
                  <a:pt x="155" y="40"/>
                  <a:pt x="155" y="40"/>
                </a:cubicBezTo>
                <a:cubicBezTo>
                  <a:pt x="155" y="40"/>
                  <a:pt x="156" y="40"/>
                  <a:pt x="156" y="40"/>
                </a:cubicBezTo>
                <a:cubicBezTo>
                  <a:pt x="157" y="40"/>
                  <a:pt x="158" y="40"/>
                  <a:pt x="158" y="39"/>
                </a:cubicBezTo>
                <a:cubicBezTo>
                  <a:pt x="159" y="39"/>
                  <a:pt x="160" y="37"/>
                  <a:pt x="160" y="36"/>
                </a:cubicBezTo>
                <a:cubicBezTo>
                  <a:pt x="160" y="8"/>
                  <a:pt x="160" y="8"/>
                  <a:pt x="160" y="8"/>
                </a:cubicBezTo>
                <a:cubicBezTo>
                  <a:pt x="212" y="8"/>
                  <a:pt x="212" y="8"/>
                  <a:pt x="212" y="8"/>
                </a:cubicBezTo>
                <a:cubicBezTo>
                  <a:pt x="212" y="160"/>
                  <a:pt x="212" y="160"/>
                  <a:pt x="212" y="160"/>
                </a:cubicBezTo>
                <a:cubicBezTo>
                  <a:pt x="220" y="160"/>
                  <a:pt x="220" y="160"/>
                  <a:pt x="220" y="160"/>
                </a:cubicBezTo>
                <a:cubicBezTo>
                  <a:pt x="220" y="8"/>
                  <a:pt x="220" y="8"/>
                  <a:pt x="220" y="8"/>
                </a:cubicBezTo>
                <a:cubicBezTo>
                  <a:pt x="220" y="4"/>
                  <a:pt x="216" y="0"/>
                  <a:pt x="212" y="0"/>
                </a:cubicBezTo>
                <a:cubicBezTo>
                  <a:pt x="44" y="0"/>
                  <a:pt x="44" y="0"/>
                  <a:pt x="44" y="0"/>
                </a:cubicBezTo>
                <a:cubicBezTo>
                  <a:pt x="40" y="0"/>
                  <a:pt x="36" y="4"/>
                  <a:pt x="36" y="8"/>
                </a:cubicBezTo>
                <a:cubicBezTo>
                  <a:pt x="36" y="160"/>
                  <a:pt x="36" y="160"/>
                  <a:pt x="36" y="160"/>
                </a:cubicBezTo>
                <a:cubicBezTo>
                  <a:pt x="44" y="160"/>
                  <a:pt x="44" y="160"/>
                  <a:pt x="44" y="160"/>
                </a:cubicBezTo>
                <a:lnTo>
                  <a:pt x="44" y="8"/>
                </a:lnTo>
                <a:close/>
                <a:moveTo>
                  <a:pt x="104" y="8"/>
                </a:moveTo>
                <a:cubicBezTo>
                  <a:pt x="152" y="8"/>
                  <a:pt x="152" y="8"/>
                  <a:pt x="152" y="8"/>
                </a:cubicBezTo>
                <a:cubicBezTo>
                  <a:pt x="152" y="31"/>
                  <a:pt x="152" y="31"/>
                  <a:pt x="152" y="31"/>
                </a:cubicBezTo>
                <a:cubicBezTo>
                  <a:pt x="145" y="28"/>
                  <a:pt x="145" y="28"/>
                  <a:pt x="145" y="28"/>
                </a:cubicBezTo>
                <a:cubicBezTo>
                  <a:pt x="145" y="28"/>
                  <a:pt x="144" y="28"/>
                  <a:pt x="143" y="28"/>
                </a:cubicBezTo>
                <a:cubicBezTo>
                  <a:pt x="128" y="32"/>
                  <a:pt x="128" y="32"/>
                  <a:pt x="128" y="32"/>
                </a:cubicBezTo>
                <a:cubicBezTo>
                  <a:pt x="113" y="28"/>
                  <a:pt x="113" y="28"/>
                  <a:pt x="113" y="28"/>
                </a:cubicBezTo>
                <a:cubicBezTo>
                  <a:pt x="112" y="28"/>
                  <a:pt x="111" y="28"/>
                  <a:pt x="111" y="28"/>
                </a:cubicBezTo>
                <a:cubicBezTo>
                  <a:pt x="104" y="31"/>
                  <a:pt x="104" y="31"/>
                  <a:pt x="104" y="31"/>
                </a:cubicBezTo>
                <a:lnTo>
                  <a:pt x="104" y="8"/>
                </a:lnTo>
                <a:close/>
                <a:moveTo>
                  <a:pt x="148" y="120"/>
                </a:moveTo>
                <a:cubicBezTo>
                  <a:pt x="149" y="121"/>
                  <a:pt x="151" y="121"/>
                  <a:pt x="152" y="121"/>
                </a:cubicBezTo>
                <a:cubicBezTo>
                  <a:pt x="153" y="121"/>
                  <a:pt x="153" y="121"/>
                  <a:pt x="154" y="121"/>
                </a:cubicBezTo>
                <a:cubicBezTo>
                  <a:pt x="156" y="120"/>
                  <a:pt x="156" y="117"/>
                  <a:pt x="155" y="115"/>
                </a:cubicBezTo>
                <a:cubicBezTo>
                  <a:pt x="149" y="106"/>
                  <a:pt x="139" y="100"/>
                  <a:pt x="128" y="100"/>
                </a:cubicBezTo>
                <a:cubicBezTo>
                  <a:pt x="117" y="100"/>
                  <a:pt x="107" y="106"/>
                  <a:pt x="101" y="115"/>
                </a:cubicBezTo>
                <a:cubicBezTo>
                  <a:pt x="100" y="117"/>
                  <a:pt x="100" y="120"/>
                  <a:pt x="102" y="121"/>
                </a:cubicBezTo>
                <a:cubicBezTo>
                  <a:pt x="104" y="122"/>
                  <a:pt x="106" y="121"/>
                  <a:pt x="108" y="120"/>
                </a:cubicBezTo>
                <a:cubicBezTo>
                  <a:pt x="112" y="112"/>
                  <a:pt x="120" y="108"/>
                  <a:pt x="128" y="108"/>
                </a:cubicBezTo>
                <a:cubicBezTo>
                  <a:pt x="136" y="108"/>
                  <a:pt x="144" y="112"/>
                  <a:pt x="148" y="120"/>
                </a:cubicBezTo>
                <a:close/>
                <a:moveTo>
                  <a:pt x="120" y="132"/>
                </a:moveTo>
                <a:cubicBezTo>
                  <a:pt x="120" y="136"/>
                  <a:pt x="124" y="140"/>
                  <a:pt x="128" y="140"/>
                </a:cubicBezTo>
                <a:cubicBezTo>
                  <a:pt x="132" y="140"/>
                  <a:pt x="136" y="136"/>
                  <a:pt x="136" y="132"/>
                </a:cubicBezTo>
                <a:cubicBezTo>
                  <a:pt x="136" y="128"/>
                  <a:pt x="132" y="124"/>
                  <a:pt x="128" y="124"/>
                </a:cubicBezTo>
                <a:cubicBezTo>
                  <a:pt x="124" y="124"/>
                  <a:pt x="120" y="128"/>
                  <a:pt x="120" y="132"/>
                </a:cubicBezTo>
                <a:close/>
                <a:moveTo>
                  <a:pt x="168" y="106"/>
                </a:moveTo>
                <a:cubicBezTo>
                  <a:pt x="169" y="107"/>
                  <a:pt x="171" y="108"/>
                  <a:pt x="172" y="108"/>
                </a:cubicBezTo>
                <a:cubicBezTo>
                  <a:pt x="173" y="108"/>
                  <a:pt x="173" y="108"/>
                  <a:pt x="174" y="107"/>
                </a:cubicBezTo>
                <a:cubicBezTo>
                  <a:pt x="176" y="106"/>
                  <a:pt x="176" y="104"/>
                  <a:pt x="175" y="102"/>
                </a:cubicBezTo>
                <a:cubicBezTo>
                  <a:pt x="165" y="86"/>
                  <a:pt x="147" y="76"/>
                  <a:pt x="128" y="76"/>
                </a:cubicBezTo>
                <a:cubicBezTo>
                  <a:pt x="109" y="76"/>
                  <a:pt x="91" y="86"/>
                  <a:pt x="81" y="102"/>
                </a:cubicBezTo>
                <a:cubicBezTo>
                  <a:pt x="80" y="104"/>
                  <a:pt x="80" y="106"/>
                  <a:pt x="82" y="107"/>
                </a:cubicBezTo>
                <a:cubicBezTo>
                  <a:pt x="84" y="109"/>
                  <a:pt x="86" y="108"/>
                  <a:pt x="88" y="106"/>
                </a:cubicBezTo>
                <a:cubicBezTo>
                  <a:pt x="96" y="92"/>
                  <a:pt x="112" y="84"/>
                  <a:pt x="128" y="84"/>
                </a:cubicBezTo>
                <a:cubicBezTo>
                  <a:pt x="144" y="84"/>
                  <a:pt x="160" y="92"/>
                  <a:pt x="168" y="10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96" name="Freeform 103">
            <a:extLst>
              <a:ext uri="{FF2B5EF4-FFF2-40B4-BE49-F238E27FC236}">
                <a16:creationId xmlns:a16="http://schemas.microsoft.com/office/drawing/2014/main" id="{59B784BF-FCBF-414F-8515-DA3F7B09F3D8}"/>
              </a:ext>
            </a:extLst>
          </p:cNvPr>
          <p:cNvSpPr>
            <a:spLocks noChangeAspect="1" noEditPoints="1"/>
          </p:cNvSpPr>
          <p:nvPr/>
        </p:nvSpPr>
        <p:spPr bwMode="auto">
          <a:xfrm>
            <a:off x="11215607" y="2428875"/>
            <a:ext cx="403225" cy="400050"/>
          </a:xfrm>
          <a:custGeom>
            <a:avLst/>
            <a:gdLst>
              <a:gd name="T0" fmla="*/ 224 w 258"/>
              <a:gd name="T1" fmla="*/ 8 h 256"/>
              <a:gd name="T2" fmla="*/ 232 w 258"/>
              <a:gd name="T3" fmla="*/ 116 h 256"/>
              <a:gd name="T4" fmla="*/ 228 w 258"/>
              <a:gd name="T5" fmla="*/ 0 h 256"/>
              <a:gd name="T6" fmla="*/ 0 w 258"/>
              <a:gd name="T7" fmla="*/ 4 h 256"/>
              <a:gd name="T8" fmla="*/ 4 w 258"/>
              <a:gd name="T9" fmla="*/ 184 h 256"/>
              <a:gd name="T10" fmla="*/ 88 w 258"/>
              <a:gd name="T11" fmla="*/ 176 h 256"/>
              <a:gd name="T12" fmla="*/ 8 w 258"/>
              <a:gd name="T13" fmla="*/ 8 h 256"/>
              <a:gd name="T14" fmla="*/ 200 w 258"/>
              <a:gd name="T15" fmla="*/ 32 h 256"/>
              <a:gd name="T16" fmla="*/ 192 w 258"/>
              <a:gd name="T17" fmla="*/ 100 h 256"/>
              <a:gd name="T18" fmla="*/ 136 w 258"/>
              <a:gd name="T19" fmla="*/ 104 h 256"/>
              <a:gd name="T20" fmla="*/ 128 w 258"/>
              <a:gd name="T21" fmla="*/ 32 h 256"/>
              <a:gd name="T22" fmla="*/ 136 w 258"/>
              <a:gd name="T23" fmla="*/ 104 h 256"/>
              <a:gd name="T24" fmla="*/ 168 w 258"/>
              <a:gd name="T25" fmla="*/ 32 h 256"/>
              <a:gd name="T26" fmla="*/ 160 w 258"/>
              <a:gd name="T27" fmla="*/ 96 h 256"/>
              <a:gd name="T28" fmla="*/ 72 w 258"/>
              <a:gd name="T29" fmla="*/ 132 h 256"/>
              <a:gd name="T30" fmla="*/ 64 w 258"/>
              <a:gd name="T31" fmla="*/ 32 h 256"/>
              <a:gd name="T32" fmla="*/ 72 w 258"/>
              <a:gd name="T33" fmla="*/ 132 h 256"/>
              <a:gd name="T34" fmla="*/ 100 w 258"/>
              <a:gd name="T35" fmla="*/ 132 h 256"/>
              <a:gd name="T36" fmla="*/ 92 w 258"/>
              <a:gd name="T37" fmla="*/ 32 h 256"/>
              <a:gd name="T38" fmla="*/ 40 w 258"/>
              <a:gd name="T39" fmla="*/ 152 h 256"/>
              <a:gd name="T40" fmla="*/ 32 w 258"/>
              <a:gd name="T41" fmla="*/ 32 h 256"/>
              <a:gd name="T42" fmla="*/ 40 w 258"/>
              <a:gd name="T43" fmla="*/ 152 h 256"/>
              <a:gd name="T44" fmla="*/ 239 w 258"/>
              <a:gd name="T45" fmla="*/ 205 h 256"/>
              <a:gd name="T46" fmla="*/ 233 w 258"/>
              <a:gd name="T47" fmla="*/ 211 h 256"/>
              <a:gd name="T48" fmla="*/ 243 w 258"/>
              <a:gd name="T49" fmla="*/ 243 h 256"/>
              <a:gd name="T50" fmla="*/ 202 w 258"/>
              <a:gd name="T51" fmla="*/ 224 h 256"/>
              <a:gd name="T52" fmla="*/ 172 w 258"/>
              <a:gd name="T53" fmla="*/ 112 h 256"/>
              <a:gd name="T54" fmla="*/ 172 w 258"/>
              <a:gd name="T55" fmla="*/ 232 h 256"/>
              <a:gd name="T56" fmla="*/ 215 w 258"/>
              <a:gd name="T57" fmla="*/ 249 h 256"/>
              <a:gd name="T58" fmla="*/ 249 w 258"/>
              <a:gd name="T59" fmla="*/ 249 h 256"/>
              <a:gd name="T60" fmla="*/ 172 w 258"/>
              <a:gd name="T61" fmla="*/ 224 h 256"/>
              <a:gd name="T62" fmla="*/ 172 w 258"/>
              <a:gd name="T63" fmla="*/ 120 h 256"/>
              <a:gd name="T64" fmla="*/ 172 w 258"/>
              <a:gd name="T65"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8" h="256">
                <a:moveTo>
                  <a:pt x="8" y="8"/>
                </a:moveTo>
                <a:cubicBezTo>
                  <a:pt x="224" y="8"/>
                  <a:pt x="224" y="8"/>
                  <a:pt x="224" y="8"/>
                </a:cubicBezTo>
                <a:cubicBezTo>
                  <a:pt x="224" y="116"/>
                  <a:pt x="224" y="116"/>
                  <a:pt x="224" y="116"/>
                </a:cubicBezTo>
                <a:cubicBezTo>
                  <a:pt x="232" y="116"/>
                  <a:pt x="232" y="116"/>
                  <a:pt x="232" y="116"/>
                </a:cubicBezTo>
                <a:cubicBezTo>
                  <a:pt x="232" y="4"/>
                  <a:pt x="232" y="4"/>
                  <a:pt x="232" y="4"/>
                </a:cubicBezTo>
                <a:cubicBezTo>
                  <a:pt x="232" y="2"/>
                  <a:pt x="230" y="0"/>
                  <a:pt x="228" y="0"/>
                </a:cubicBezTo>
                <a:cubicBezTo>
                  <a:pt x="4" y="0"/>
                  <a:pt x="4" y="0"/>
                  <a:pt x="4" y="0"/>
                </a:cubicBezTo>
                <a:cubicBezTo>
                  <a:pt x="2" y="0"/>
                  <a:pt x="0" y="2"/>
                  <a:pt x="0" y="4"/>
                </a:cubicBezTo>
                <a:cubicBezTo>
                  <a:pt x="0" y="180"/>
                  <a:pt x="0" y="180"/>
                  <a:pt x="0" y="180"/>
                </a:cubicBezTo>
                <a:cubicBezTo>
                  <a:pt x="0" y="182"/>
                  <a:pt x="2" y="184"/>
                  <a:pt x="4" y="184"/>
                </a:cubicBezTo>
                <a:cubicBezTo>
                  <a:pt x="88" y="184"/>
                  <a:pt x="88" y="184"/>
                  <a:pt x="88" y="184"/>
                </a:cubicBezTo>
                <a:cubicBezTo>
                  <a:pt x="88" y="176"/>
                  <a:pt x="88" y="176"/>
                  <a:pt x="88" y="176"/>
                </a:cubicBezTo>
                <a:cubicBezTo>
                  <a:pt x="8" y="176"/>
                  <a:pt x="8" y="176"/>
                  <a:pt x="8" y="176"/>
                </a:cubicBezTo>
                <a:lnTo>
                  <a:pt x="8" y="8"/>
                </a:lnTo>
                <a:close/>
                <a:moveTo>
                  <a:pt x="200" y="100"/>
                </a:moveTo>
                <a:cubicBezTo>
                  <a:pt x="200" y="32"/>
                  <a:pt x="200" y="32"/>
                  <a:pt x="200" y="32"/>
                </a:cubicBezTo>
                <a:cubicBezTo>
                  <a:pt x="192" y="32"/>
                  <a:pt x="192" y="32"/>
                  <a:pt x="192" y="32"/>
                </a:cubicBezTo>
                <a:cubicBezTo>
                  <a:pt x="192" y="100"/>
                  <a:pt x="192" y="100"/>
                  <a:pt x="192" y="100"/>
                </a:cubicBezTo>
                <a:lnTo>
                  <a:pt x="200" y="100"/>
                </a:lnTo>
                <a:close/>
                <a:moveTo>
                  <a:pt x="136" y="104"/>
                </a:moveTo>
                <a:cubicBezTo>
                  <a:pt x="136" y="32"/>
                  <a:pt x="136" y="32"/>
                  <a:pt x="136" y="32"/>
                </a:cubicBezTo>
                <a:cubicBezTo>
                  <a:pt x="128" y="32"/>
                  <a:pt x="128" y="32"/>
                  <a:pt x="128" y="32"/>
                </a:cubicBezTo>
                <a:cubicBezTo>
                  <a:pt x="128" y="104"/>
                  <a:pt x="128" y="104"/>
                  <a:pt x="128" y="104"/>
                </a:cubicBezTo>
                <a:lnTo>
                  <a:pt x="136" y="104"/>
                </a:lnTo>
                <a:close/>
                <a:moveTo>
                  <a:pt x="168" y="96"/>
                </a:moveTo>
                <a:cubicBezTo>
                  <a:pt x="168" y="32"/>
                  <a:pt x="168" y="32"/>
                  <a:pt x="168" y="32"/>
                </a:cubicBezTo>
                <a:cubicBezTo>
                  <a:pt x="160" y="32"/>
                  <a:pt x="160" y="32"/>
                  <a:pt x="160" y="32"/>
                </a:cubicBezTo>
                <a:cubicBezTo>
                  <a:pt x="160" y="96"/>
                  <a:pt x="160" y="96"/>
                  <a:pt x="160" y="96"/>
                </a:cubicBezTo>
                <a:lnTo>
                  <a:pt x="168" y="96"/>
                </a:lnTo>
                <a:close/>
                <a:moveTo>
                  <a:pt x="72" y="132"/>
                </a:moveTo>
                <a:cubicBezTo>
                  <a:pt x="72" y="32"/>
                  <a:pt x="72" y="32"/>
                  <a:pt x="72" y="32"/>
                </a:cubicBezTo>
                <a:cubicBezTo>
                  <a:pt x="64" y="32"/>
                  <a:pt x="64" y="32"/>
                  <a:pt x="64" y="32"/>
                </a:cubicBezTo>
                <a:cubicBezTo>
                  <a:pt x="64" y="132"/>
                  <a:pt x="64" y="132"/>
                  <a:pt x="64" y="132"/>
                </a:cubicBezTo>
                <a:lnTo>
                  <a:pt x="72" y="132"/>
                </a:lnTo>
                <a:close/>
                <a:moveTo>
                  <a:pt x="92" y="132"/>
                </a:moveTo>
                <a:cubicBezTo>
                  <a:pt x="100" y="132"/>
                  <a:pt x="100" y="132"/>
                  <a:pt x="100" y="132"/>
                </a:cubicBezTo>
                <a:cubicBezTo>
                  <a:pt x="100" y="32"/>
                  <a:pt x="100" y="32"/>
                  <a:pt x="100" y="32"/>
                </a:cubicBezTo>
                <a:cubicBezTo>
                  <a:pt x="92" y="32"/>
                  <a:pt x="92" y="32"/>
                  <a:pt x="92" y="32"/>
                </a:cubicBezTo>
                <a:lnTo>
                  <a:pt x="92" y="132"/>
                </a:lnTo>
                <a:close/>
                <a:moveTo>
                  <a:pt x="40" y="152"/>
                </a:moveTo>
                <a:cubicBezTo>
                  <a:pt x="40" y="32"/>
                  <a:pt x="40" y="32"/>
                  <a:pt x="40" y="32"/>
                </a:cubicBezTo>
                <a:cubicBezTo>
                  <a:pt x="32" y="32"/>
                  <a:pt x="32" y="32"/>
                  <a:pt x="32" y="32"/>
                </a:cubicBezTo>
                <a:cubicBezTo>
                  <a:pt x="32" y="152"/>
                  <a:pt x="32" y="152"/>
                  <a:pt x="32" y="152"/>
                </a:cubicBezTo>
                <a:lnTo>
                  <a:pt x="40" y="152"/>
                </a:lnTo>
                <a:close/>
                <a:moveTo>
                  <a:pt x="249" y="215"/>
                </a:moveTo>
                <a:cubicBezTo>
                  <a:pt x="239" y="205"/>
                  <a:pt x="239" y="205"/>
                  <a:pt x="239" y="205"/>
                </a:cubicBezTo>
                <a:cubicBezTo>
                  <a:pt x="237" y="204"/>
                  <a:pt x="235" y="204"/>
                  <a:pt x="233" y="205"/>
                </a:cubicBezTo>
                <a:cubicBezTo>
                  <a:pt x="232" y="207"/>
                  <a:pt x="232" y="209"/>
                  <a:pt x="233" y="211"/>
                </a:cubicBezTo>
                <a:cubicBezTo>
                  <a:pt x="243" y="221"/>
                  <a:pt x="243" y="221"/>
                  <a:pt x="243" y="221"/>
                </a:cubicBezTo>
                <a:cubicBezTo>
                  <a:pt x="250" y="227"/>
                  <a:pt x="250" y="237"/>
                  <a:pt x="243" y="243"/>
                </a:cubicBezTo>
                <a:cubicBezTo>
                  <a:pt x="237" y="250"/>
                  <a:pt x="227" y="250"/>
                  <a:pt x="221" y="243"/>
                </a:cubicBezTo>
                <a:cubicBezTo>
                  <a:pt x="202" y="224"/>
                  <a:pt x="202" y="224"/>
                  <a:pt x="202" y="224"/>
                </a:cubicBezTo>
                <a:cubicBezTo>
                  <a:pt x="220" y="214"/>
                  <a:pt x="232" y="194"/>
                  <a:pt x="232" y="172"/>
                </a:cubicBezTo>
                <a:cubicBezTo>
                  <a:pt x="232" y="139"/>
                  <a:pt x="205" y="112"/>
                  <a:pt x="172" y="112"/>
                </a:cubicBezTo>
                <a:cubicBezTo>
                  <a:pt x="139" y="112"/>
                  <a:pt x="112" y="139"/>
                  <a:pt x="112" y="172"/>
                </a:cubicBezTo>
                <a:cubicBezTo>
                  <a:pt x="112" y="205"/>
                  <a:pt x="139" y="232"/>
                  <a:pt x="172" y="232"/>
                </a:cubicBezTo>
                <a:cubicBezTo>
                  <a:pt x="180" y="232"/>
                  <a:pt x="187" y="230"/>
                  <a:pt x="194" y="228"/>
                </a:cubicBezTo>
                <a:cubicBezTo>
                  <a:pt x="215" y="249"/>
                  <a:pt x="215" y="249"/>
                  <a:pt x="215" y="249"/>
                </a:cubicBezTo>
                <a:cubicBezTo>
                  <a:pt x="220" y="254"/>
                  <a:pt x="226" y="256"/>
                  <a:pt x="232" y="256"/>
                </a:cubicBezTo>
                <a:cubicBezTo>
                  <a:pt x="238" y="256"/>
                  <a:pt x="244" y="254"/>
                  <a:pt x="249" y="249"/>
                </a:cubicBezTo>
                <a:cubicBezTo>
                  <a:pt x="258" y="240"/>
                  <a:pt x="258" y="225"/>
                  <a:pt x="249" y="215"/>
                </a:cubicBezTo>
                <a:close/>
                <a:moveTo>
                  <a:pt x="172" y="224"/>
                </a:moveTo>
                <a:cubicBezTo>
                  <a:pt x="143" y="224"/>
                  <a:pt x="120" y="201"/>
                  <a:pt x="120" y="172"/>
                </a:cubicBezTo>
                <a:cubicBezTo>
                  <a:pt x="120" y="143"/>
                  <a:pt x="143" y="120"/>
                  <a:pt x="172" y="120"/>
                </a:cubicBezTo>
                <a:cubicBezTo>
                  <a:pt x="201" y="120"/>
                  <a:pt x="224" y="143"/>
                  <a:pt x="224" y="172"/>
                </a:cubicBezTo>
                <a:cubicBezTo>
                  <a:pt x="224" y="201"/>
                  <a:pt x="201" y="224"/>
                  <a:pt x="172" y="2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02" name="Freeform 107">
            <a:extLst>
              <a:ext uri="{FF2B5EF4-FFF2-40B4-BE49-F238E27FC236}">
                <a16:creationId xmlns:a16="http://schemas.microsoft.com/office/drawing/2014/main" id="{2573BEA9-31B4-417E-A7A4-021F6D7731FF}"/>
              </a:ext>
            </a:extLst>
          </p:cNvPr>
          <p:cNvSpPr>
            <a:spLocks noChangeAspect="1" noEditPoints="1"/>
          </p:cNvSpPr>
          <p:nvPr/>
        </p:nvSpPr>
        <p:spPr bwMode="auto">
          <a:xfrm>
            <a:off x="573088" y="3392989"/>
            <a:ext cx="400050" cy="374650"/>
          </a:xfrm>
          <a:custGeom>
            <a:avLst/>
            <a:gdLst>
              <a:gd name="T0" fmla="*/ 248 w 256"/>
              <a:gd name="T1" fmla="*/ 19 h 240"/>
              <a:gd name="T2" fmla="*/ 247 w 256"/>
              <a:gd name="T3" fmla="*/ 18 h 240"/>
              <a:gd name="T4" fmla="*/ 246 w 256"/>
              <a:gd name="T5" fmla="*/ 17 h 240"/>
              <a:gd name="T6" fmla="*/ 245 w 256"/>
              <a:gd name="T7" fmla="*/ 16 h 240"/>
              <a:gd name="T8" fmla="*/ 245 w 256"/>
              <a:gd name="T9" fmla="*/ 16 h 240"/>
              <a:gd name="T10" fmla="*/ 140 w 256"/>
              <a:gd name="T11" fmla="*/ 0 h 240"/>
              <a:gd name="T12" fmla="*/ 11 w 256"/>
              <a:gd name="T13" fmla="*/ 16 h 240"/>
              <a:gd name="T14" fmla="*/ 10 w 256"/>
              <a:gd name="T15" fmla="*/ 17 h 240"/>
              <a:gd name="T16" fmla="*/ 9 w 256"/>
              <a:gd name="T17" fmla="*/ 17 h 240"/>
              <a:gd name="T18" fmla="*/ 8 w 256"/>
              <a:gd name="T19" fmla="*/ 18 h 240"/>
              <a:gd name="T20" fmla="*/ 8 w 256"/>
              <a:gd name="T21" fmla="*/ 19 h 240"/>
              <a:gd name="T22" fmla="*/ 3 w 256"/>
              <a:gd name="T23" fmla="*/ 76 h 240"/>
              <a:gd name="T24" fmla="*/ 112 w 256"/>
              <a:gd name="T25" fmla="*/ 108 h 240"/>
              <a:gd name="T26" fmla="*/ 116 w 256"/>
              <a:gd name="T27" fmla="*/ 105 h 240"/>
              <a:gd name="T28" fmla="*/ 140 w 256"/>
              <a:gd name="T29" fmla="*/ 105 h 240"/>
              <a:gd name="T30" fmla="*/ 144 w 256"/>
              <a:gd name="T31" fmla="*/ 108 h 240"/>
              <a:gd name="T32" fmla="*/ 236 w 256"/>
              <a:gd name="T33" fmla="*/ 81 h 240"/>
              <a:gd name="T34" fmla="*/ 132 w 256"/>
              <a:gd name="T35" fmla="*/ 230 h 240"/>
              <a:gd name="T36" fmla="*/ 128 w 256"/>
              <a:gd name="T37" fmla="*/ 140 h 240"/>
              <a:gd name="T38" fmla="*/ 124 w 256"/>
              <a:gd name="T39" fmla="*/ 230 h 240"/>
              <a:gd name="T40" fmla="*/ 16 w 256"/>
              <a:gd name="T41" fmla="*/ 104 h 240"/>
              <a:gd name="T42" fmla="*/ 8 w 256"/>
              <a:gd name="T43" fmla="*/ 104 h 240"/>
              <a:gd name="T44" fmla="*/ 10 w 256"/>
              <a:gd name="T45" fmla="*/ 192 h 240"/>
              <a:gd name="T46" fmla="*/ 127 w 256"/>
              <a:gd name="T47" fmla="*/ 240 h 240"/>
              <a:gd name="T48" fmla="*/ 128 w 256"/>
              <a:gd name="T49" fmla="*/ 240 h 240"/>
              <a:gd name="T50" fmla="*/ 128 w 256"/>
              <a:gd name="T51" fmla="*/ 240 h 240"/>
              <a:gd name="T52" fmla="*/ 130 w 256"/>
              <a:gd name="T53" fmla="*/ 240 h 240"/>
              <a:gd name="T54" fmla="*/ 244 w 256"/>
              <a:gd name="T55" fmla="*/ 184 h 240"/>
              <a:gd name="T56" fmla="*/ 253 w 256"/>
              <a:gd name="T57" fmla="*/ 76 h 240"/>
              <a:gd name="T58" fmla="*/ 248 w 256"/>
              <a:gd name="T59" fmla="*/ 19 h 240"/>
              <a:gd name="T60" fmla="*/ 8 w 256"/>
              <a:gd name="T61" fmla="*/ 69 h 240"/>
              <a:gd name="T62" fmla="*/ 123 w 256"/>
              <a:gd name="T63" fmla="*/ 47 h 240"/>
              <a:gd name="T64" fmla="*/ 36 w 256"/>
              <a:gd name="T65" fmla="*/ 21 h 240"/>
              <a:gd name="T66" fmla="*/ 221 w 256"/>
              <a:gd name="T67" fmla="*/ 21 h 240"/>
              <a:gd name="T68" fmla="*/ 36 w 256"/>
              <a:gd name="T69" fmla="*/ 21 h 240"/>
              <a:gd name="T70" fmla="*/ 133 w 256"/>
              <a:gd name="T71" fmla="*/ 47 h 240"/>
              <a:gd name="T72" fmla="*/ 248 w 256"/>
              <a:gd name="T73" fmla="*/ 69 h 240"/>
              <a:gd name="T74" fmla="*/ 96 w 256"/>
              <a:gd name="T75" fmla="*/ 200 h 240"/>
              <a:gd name="T76" fmla="*/ 100 w 256"/>
              <a:gd name="T77" fmla="*/ 182 h 240"/>
              <a:gd name="T78" fmla="*/ 104 w 256"/>
              <a:gd name="T79" fmla="*/ 184 h 240"/>
              <a:gd name="T80" fmla="*/ 107 w 256"/>
              <a:gd name="T81" fmla="*/ 177 h 240"/>
              <a:gd name="T82" fmla="*/ 99 w 256"/>
              <a:gd name="T83" fmla="*/ 169 h 240"/>
              <a:gd name="T84" fmla="*/ 97 w 256"/>
              <a:gd name="T85" fmla="*/ 168 h 240"/>
              <a:gd name="T86" fmla="*/ 96 w 256"/>
              <a:gd name="T87" fmla="*/ 168 h 240"/>
              <a:gd name="T88" fmla="*/ 95 w 256"/>
              <a:gd name="T89" fmla="*/ 168 h 240"/>
              <a:gd name="T90" fmla="*/ 94 w 256"/>
              <a:gd name="T91" fmla="*/ 168 h 240"/>
              <a:gd name="T92" fmla="*/ 84 w 256"/>
              <a:gd name="T93" fmla="*/ 178 h 240"/>
              <a:gd name="T94" fmla="*/ 92 w 256"/>
              <a:gd name="T95" fmla="*/ 178 h 240"/>
              <a:gd name="T96" fmla="*/ 96 w 256"/>
              <a:gd name="T97" fmla="*/ 200 h 240"/>
              <a:gd name="T98" fmla="*/ 68 w 256"/>
              <a:gd name="T99" fmla="*/ 184 h 240"/>
              <a:gd name="T100" fmla="*/ 69 w 256"/>
              <a:gd name="T101" fmla="*/ 171 h 240"/>
              <a:gd name="T102" fmla="*/ 75 w 256"/>
              <a:gd name="T103" fmla="*/ 171 h 240"/>
              <a:gd name="T104" fmla="*/ 67 w 256"/>
              <a:gd name="T105" fmla="*/ 157 h 240"/>
              <a:gd name="T106" fmla="*/ 66 w 256"/>
              <a:gd name="T107" fmla="*/ 156 h 240"/>
              <a:gd name="T108" fmla="*/ 64 w 256"/>
              <a:gd name="T109" fmla="*/ 156 h 240"/>
              <a:gd name="T110" fmla="*/ 64 w 256"/>
              <a:gd name="T111" fmla="*/ 156 h 240"/>
              <a:gd name="T112" fmla="*/ 62 w 256"/>
              <a:gd name="T113" fmla="*/ 156 h 240"/>
              <a:gd name="T114" fmla="*/ 54 w 256"/>
              <a:gd name="T115" fmla="*/ 160 h 240"/>
              <a:gd name="T116" fmla="*/ 58 w 256"/>
              <a:gd name="T117" fmla="*/ 168 h 240"/>
              <a:gd name="T118" fmla="*/ 60 w 256"/>
              <a:gd name="T119" fmla="*/ 184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6" h="240">
                <a:moveTo>
                  <a:pt x="248" y="19"/>
                </a:moveTo>
                <a:cubicBezTo>
                  <a:pt x="248" y="19"/>
                  <a:pt x="248" y="19"/>
                  <a:pt x="248" y="19"/>
                </a:cubicBezTo>
                <a:cubicBezTo>
                  <a:pt x="248" y="19"/>
                  <a:pt x="248" y="19"/>
                  <a:pt x="248" y="18"/>
                </a:cubicBezTo>
                <a:cubicBezTo>
                  <a:pt x="247" y="18"/>
                  <a:pt x="247" y="18"/>
                  <a:pt x="247" y="18"/>
                </a:cubicBezTo>
                <a:cubicBezTo>
                  <a:pt x="247" y="18"/>
                  <a:pt x="247" y="17"/>
                  <a:pt x="247" y="17"/>
                </a:cubicBezTo>
                <a:cubicBezTo>
                  <a:pt x="247" y="17"/>
                  <a:pt x="246" y="17"/>
                  <a:pt x="246" y="17"/>
                </a:cubicBezTo>
                <a:cubicBezTo>
                  <a:pt x="246" y="17"/>
                  <a:pt x="246" y="17"/>
                  <a:pt x="246" y="17"/>
                </a:cubicBezTo>
                <a:cubicBezTo>
                  <a:pt x="246" y="17"/>
                  <a:pt x="246" y="16"/>
                  <a:pt x="245" y="16"/>
                </a:cubicBezTo>
                <a:cubicBezTo>
                  <a:pt x="245" y="16"/>
                  <a:pt x="245" y="16"/>
                  <a:pt x="245" y="16"/>
                </a:cubicBezTo>
                <a:cubicBezTo>
                  <a:pt x="245" y="16"/>
                  <a:pt x="245" y="16"/>
                  <a:pt x="245" y="16"/>
                </a:cubicBezTo>
                <a:cubicBezTo>
                  <a:pt x="141" y="0"/>
                  <a:pt x="141" y="0"/>
                  <a:pt x="141" y="0"/>
                </a:cubicBezTo>
                <a:cubicBezTo>
                  <a:pt x="140" y="0"/>
                  <a:pt x="140" y="0"/>
                  <a:pt x="140" y="0"/>
                </a:cubicBezTo>
                <a:cubicBezTo>
                  <a:pt x="12" y="16"/>
                  <a:pt x="12" y="16"/>
                  <a:pt x="12" y="16"/>
                </a:cubicBezTo>
                <a:cubicBezTo>
                  <a:pt x="11" y="16"/>
                  <a:pt x="11" y="16"/>
                  <a:pt x="11" y="16"/>
                </a:cubicBezTo>
                <a:cubicBezTo>
                  <a:pt x="11" y="16"/>
                  <a:pt x="11" y="16"/>
                  <a:pt x="11" y="16"/>
                </a:cubicBezTo>
                <a:cubicBezTo>
                  <a:pt x="10" y="16"/>
                  <a:pt x="10" y="17"/>
                  <a:pt x="10" y="17"/>
                </a:cubicBezTo>
                <a:cubicBezTo>
                  <a:pt x="10" y="17"/>
                  <a:pt x="10" y="17"/>
                  <a:pt x="10" y="17"/>
                </a:cubicBezTo>
                <a:cubicBezTo>
                  <a:pt x="10" y="17"/>
                  <a:pt x="9" y="17"/>
                  <a:pt x="9" y="17"/>
                </a:cubicBezTo>
                <a:cubicBezTo>
                  <a:pt x="9" y="17"/>
                  <a:pt x="9" y="17"/>
                  <a:pt x="9" y="18"/>
                </a:cubicBezTo>
                <a:cubicBezTo>
                  <a:pt x="9" y="18"/>
                  <a:pt x="9" y="18"/>
                  <a:pt x="8" y="18"/>
                </a:cubicBezTo>
                <a:cubicBezTo>
                  <a:pt x="8" y="19"/>
                  <a:pt x="8" y="19"/>
                  <a:pt x="8" y="19"/>
                </a:cubicBezTo>
                <a:cubicBezTo>
                  <a:pt x="8" y="19"/>
                  <a:pt x="8" y="19"/>
                  <a:pt x="8" y="19"/>
                </a:cubicBezTo>
                <a:cubicBezTo>
                  <a:pt x="0" y="71"/>
                  <a:pt x="0" y="71"/>
                  <a:pt x="0" y="71"/>
                </a:cubicBezTo>
                <a:cubicBezTo>
                  <a:pt x="0" y="73"/>
                  <a:pt x="1" y="75"/>
                  <a:pt x="3" y="76"/>
                </a:cubicBezTo>
                <a:cubicBezTo>
                  <a:pt x="111" y="108"/>
                  <a:pt x="111" y="108"/>
                  <a:pt x="111" y="108"/>
                </a:cubicBezTo>
                <a:cubicBezTo>
                  <a:pt x="111" y="108"/>
                  <a:pt x="112" y="108"/>
                  <a:pt x="112" y="108"/>
                </a:cubicBezTo>
                <a:cubicBezTo>
                  <a:pt x="113" y="108"/>
                  <a:pt x="113" y="108"/>
                  <a:pt x="114" y="107"/>
                </a:cubicBezTo>
                <a:cubicBezTo>
                  <a:pt x="115" y="107"/>
                  <a:pt x="116" y="106"/>
                  <a:pt x="116" y="105"/>
                </a:cubicBezTo>
                <a:cubicBezTo>
                  <a:pt x="128" y="60"/>
                  <a:pt x="128" y="60"/>
                  <a:pt x="128" y="60"/>
                </a:cubicBezTo>
                <a:cubicBezTo>
                  <a:pt x="140" y="105"/>
                  <a:pt x="140" y="105"/>
                  <a:pt x="140" y="105"/>
                </a:cubicBezTo>
                <a:cubicBezTo>
                  <a:pt x="140" y="106"/>
                  <a:pt x="141" y="107"/>
                  <a:pt x="142" y="107"/>
                </a:cubicBezTo>
                <a:cubicBezTo>
                  <a:pt x="143" y="108"/>
                  <a:pt x="143" y="108"/>
                  <a:pt x="144" y="108"/>
                </a:cubicBezTo>
                <a:cubicBezTo>
                  <a:pt x="144" y="108"/>
                  <a:pt x="145" y="108"/>
                  <a:pt x="145" y="108"/>
                </a:cubicBezTo>
                <a:cubicBezTo>
                  <a:pt x="236" y="81"/>
                  <a:pt x="236" y="81"/>
                  <a:pt x="236" y="81"/>
                </a:cubicBezTo>
                <a:cubicBezTo>
                  <a:pt x="236" y="181"/>
                  <a:pt x="236" y="181"/>
                  <a:pt x="236" y="181"/>
                </a:cubicBezTo>
                <a:cubicBezTo>
                  <a:pt x="132" y="230"/>
                  <a:pt x="132" y="230"/>
                  <a:pt x="132" y="230"/>
                </a:cubicBezTo>
                <a:cubicBezTo>
                  <a:pt x="132" y="144"/>
                  <a:pt x="132" y="144"/>
                  <a:pt x="132" y="144"/>
                </a:cubicBezTo>
                <a:cubicBezTo>
                  <a:pt x="132" y="142"/>
                  <a:pt x="130" y="140"/>
                  <a:pt x="128" y="140"/>
                </a:cubicBezTo>
                <a:cubicBezTo>
                  <a:pt x="126" y="140"/>
                  <a:pt x="124" y="142"/>
                  <a:pt x="124" y="144"/>
                </a:cubicBezTo>
                <a:cubicBezTo>
                  <a:pt x="124" y="230"/>
                  <a:pt x="124" y="230"/>
                  <a:pt x="124" y="230"/>
                </a:cubicBezTo>
                <a:cubicBezTo>
                  <a:pt x="16" y="185"/>
                  <a:pt x="16" y="185"/>
                  <a:pt x="16" y="185"/>
                </a:cubicBezTo>
                <a:cubicBezTo>
                  <a:pt x="16" y="104"/>
                  <a:pt x="16" y="104"/>
                  <a:pt x="16" y="104"/>
                </a:cubicBezTo>
                <a:cubicBezTo>
                  <a:pt x="16" y="102"/>
                  <a:pt x="14" y="100"/>
                  <a:pt x="12" y="100"/>
                </a:cubicBezTo>
                <a:cubicBezTo>
                  <a:pt x="10" y="100"/>
                  <a:pt x="8" y="102"/>
                  <a:pt x="8" y="104"/>
                </a:cubicBezTo>
                <a:cubicBezTo>
                  <a:pt x="8" y="188"/>
                  <a:pt x="8" y="188"/>
                  <a:pt x="8" y="188"/>
                </a:cubicBezTo>
                <a:cubicBezTo>
                  <a:pt x="8" y="190"/>
                  <a:pt x="9" y="191"/>
                  <a:pt x="10" y="192"/>
                </a:cubicBezTo>
                <a:cubicBezTo>
                  <a:pt x="126" y="240"/>
                  <a:pt x="126" y="240"/>
                  <a:pt x="126" y="240"/>
                </a:cubicBezTo>
                <a:cubicBezTo>
                  <a:pt x="127" y="240"/>
                  <a:pt x="127" y="240"/>
                  <a:pt x="127" y="240"/>
                </a:cubicBezTo>
                <a:cubicBezTo>
                  <a:pt x="127" y="240"/>
                  <a:pt x="128" y="240"/>
                  <a:pt x="128" y="240"/>
                </a:cubicBezTo>
                <a:cubicBezTo>
                  <a:pt x="128" y="240"/>
                  <a:pt x="128" y="240"/>
                  <a:pt x="128" y="240"/>
                </a:cubicBezTo>
                <a:cubicBezTo>
                  <a:pt x="128" y="240"/>
                  <a:pt x="128" y="240"/>
                  <a:pt x="128" y="240"/>
                </a:cubicBezTo>
                <a:cubicBezTo>
                  <a:pt x="128" y="240"/>
                  <a:pt x="128" y="240"/>
                  <a:pt x="128" y="240"/>
                </a:cubicBezTo>
                <a:cubicBezTo>
                  <a:pt x="129" y="240"/>
                  <a:pt x="129" y="240"/>
                  <a:pt x="129" y="240"/>
                </a:cubicBezTo>
                <a:cubicBezTo>
                  <a:pt x="130" y="240"/>
                  <a:pt x="130" y="240"/>
                  <a:pt x="130" y="240"/>
                </a:cubicBezTo>
                <a:cubicBezTo>
                  <a:pt x="242" y="188"/>
                  <a:pt x="242" y="188"/>
                  <a:pt x="242" y="188"/>
                </a:cubicBezTo>
                <a:cubicBezTo>
                  <a:pt x="243" y="187"/>
                  <a:pt x="244" y="186"/>
                  <a:pt x="244" y="184"/>
                </a:cubicBezTo>
                <a:cubicBezTo>
                  <a:pt x="244" y="79"/>
                  <a:pt x="244" y="79"/>
                  <a:pt x="244" y="79"/>
                </a:cubicBezTo>
                <a:cubicBezTo>
                  <a:pt x="253" y="76"/>
                  <a:pt x="253" y="76"/>
                  <a:pt x="253" y="76"/>
                </a:cubicBezTo>
                <a:cubicBezTo>
                  <a:pt x="255" y="75"/>
                  <a:pt x="256" y="73"/>
                  <a:pt x="256" y="71"/>
                </a:cubicBezTo>
                <a:lnTo>
                  <a:pt x="248" y="19"/>
                </a:lnTo>
                <a:close/>
                <a:moveTo>
                  <a:pt x="109" y="99"/>
                </a:moveTo>
                <a:cubicBezTo>
                  <a:pt x="8" y="69"/>
                  <a:pt x="8" y="69"/>
                  <a:pt x="8" y="69"/>
                </a:cubicBezTo>
                <a:cubicBezTo>
                  <a:pt x="15" y="25"/>
                  <a:pt x="15" y="25"/>
                  <a:pt x="15" y="25"/>
                </a:cubicBezTo>
                <a:cubicBezTo>
                  <a:pt x="123" y="47"/>
                  <a:pt x="123" y="47"/>
                  <a:pt x="123" y="47"/>
                </a:cubicBezTo>
                <a:lnTo>
                  <a:pt x="109" y="99"/>
                </a:lnTo>
                <a:close/>
                <a:moveTo>
                  <a:pt x="36" y="21"/>
                </a:moveTo>
                <a:cubicBezTo>
                  <a:pt x="140" y="8"/>
                  <a:pt x="140" y="8"/>
                  <a:pt x="140" y="8"/>
                </a:cubicBezTo>
                <a:cubicBezTo>
                  <a:pt x="221" y="21"/>
                  <a:pt x="221" y="21"/>
                  <a:pt x="221" y="21"/>
                </a:cubicBezTo>
                <a:cubicBezTo>
                  <a:pt x="128" y="40"/>
                  <a:pt x="128" y="40"/>
                  <a:pt x="128" y="40"/>
                </a:cubicBezTo>
                <a:lnTo>
                  <a:pt x="36" y="21"/>
                </a:lnTo>
                <a:close/>
                <a:moveTo>
                  <a:pt x="147" y="99"/>
                </a:moveTo>
                <a:cubicBezTo>
                  <a:pt x="133" y="47"/>
                  <a:pt x="133" y="47"/>
                  <a:pt x="133" y="47"/>
                </a:cubicBezTo>
                <a:cubicBezTo>
                  <a:pt x="241" y="25"/>
                  <a:pt x="241" y="25"/>
                  <a:pt x="241" y="25"/>
                </a:cubicBezTo>
                <a:cubicBezTo>
                  <a:pt x="248" y="69"/>
                  <a:pt x="248" y="69"/>
                  <a:pt x="248" y="69"/>
                </a:cubicBezTo>
                <a:lnTo>
                  <a:pt x="147" y="99"/>
                </a:lnTo>
                <a:close/>
                <a:moveTo>
                  <a:pt x="96" y="200"/>
                </a:moveTo>
                <a:cubicBezTo>
                  <a:pt x="98" y="200"/>
                  <a:pt x="100" y="198"/>
                  <a:pt x="100" y="196"/>
                </a:cubicBezTo>
                <a:cubicBezTo>
                  <a:pt x="100" y="182"/>
                  <a:pt x="100" y="182"/>
                  <a:pt x="100" y="182"/>
                </a:cubicBezTo>
                <a:cubicBezTo>
                  <a:pt x="101" y="183"/>
                  <a:pt x="101" y="183"/>
                  <a:pt x="101" y="183"/>
                </a:cubicBezTo>
                <a:cubicBezTo>
                  <a:pt x="102" y="184"/>
                  <a:pt x="103" y="184"/>
                  <a:pt x="104" y="184"/>
                </a:cubicBezTo>
                <a:cubicBezTo>
                  <a:pt x="105" y="184"/>
                  <a:pt x="106" y="184"/>
                  <a:pt x="107" y="183"/>
                </a:cubicBezTo>
                <a:cubicBezTo>
                  <a:pt x="108" y="181"/>
                  <a:pt x="108" y="179"/>
                  <a:pt x="107" y="177"/>
                </a:cubicBezTo>
                <a:cubicBezTo>
                  <a:pt x="99" y="169"/>
                  <a:pt x="99" y="169"/>
                  <a:pt x="99" y="169"/>
                </a:cubicBezTo>
                <a:cubicBezTo>
                  <a:pt x="99" y="169"/>
                  <a:pt x="99" y="169"/>
                  <a:pt x="99" y="169"/>
                </a:cubicBezTo>
                <a:cubicBezTo>
                  <a:pt x="98" y="169"/>
                  <a:pt x="98" y="169"/>
                  <a:pt x="98" y="168"/>
                </a:cubicBezTo>
                <a:cubicBezTo>
                  <a:pt x="98" y="168"/>
                  <a:pt x="97" y="168"/>
                  <a:pt x="97" y="168"/>
                </a:cubicBezTo>
                <a:cubicBezTo>
                  <a:pt x="97" y="168"/>
                  <a:pt x="97" y="168"/>
                  <a:pt x="96" y="168"/>
                </a:cubicBezTo>
                <a:cubicBezTo>
                  <a:pt x="96" y="168"/>
                  <a:pt x="96" y="168"/>
                  <a:pt x="96" y="168"/>
                </a:cubicBezTo>
                <a:cubicBezTo>
                  <a:pt x="96" y="168"/>
                  <a:pt x="96" y="168"/>
                  <a:pt x="96" y="168"/>
                </a:cubicBezTo>
                <a:cubicBezTo>
                  <a:pt x="95" y="168"/>
                  <a:pt x="95" y="168"/>
                  <a:pt x="95" y="168"/>
                </a:cubicBezTo>
                <a:cubicBezTo>
                  <a:pt x="95" y="168"/>
                  <a:pt x="94" y="168"/>
                  <a:pt x="94" y="168"/>
                </a:cubicBezTo>
                <a:cubicBezTo>
                  <a:pt x="94" y="168"/>
                  <a:pt x="94" y="168"/>
                  <a:pt x="94" y="168"/>
                </a:cubicBezTo>
                <a:cubicBezTo>
                  <a:pt x="86" y="172"/>
                  <a:pt x="86" y="172"/>
                  <a:pt x="86" y="172"/>
                </a:cubicBezTo>
                <a:cubicBezTo>
                  <a:pt x="84" y="173"/>
                  <a:pt x="83" y="176"/>
                  <a:pt x="84" y="178"/>
                </a:cubicBezTo>
                <a:cubicBezTo>
                  <a:pt x="85" y="180"/>
                  <a:pt x="88" y="181"/>
                  <a:pt x="90" y="180"/>
                </a:cubicBezTo>
                <a:cubicBezTo>
                  <a:pt x="92" y="178"/>
                  <a:pt x="92" y="178"/>
                  <a:pt x="92" y="178"/>
                </a:cubicBezTo>
                <a:cubicBezTo>
                  <a:pt x="92" y="196"/>
                  <a:pt x="92" y="196"/>
                  <a:pt x="92" y="196"/>
                </a:cubicBezTo>
                <a:cubicBezTo>
                  <a:pt x="92" y="198"/>
                  <a:pt x="94" y="200"/>
                  <a:pt x="96" y="200"/>
                </a:cubicBezTo>
                <a:close/>
                <a:moveTo>
                  <a:pt x="64" y="188"/>
                </a:moveTo>
                <a:cubicBezTo>
                  <a:pt x="66" y="188"/>
                  <a:pt x="68" y="186"/>
                  <a:pt x="68" y="184"/>
                </a:cubicBezTo>
                <a:cubicBezTo>
                  <a:pt x="68" y="170"/>
                  <a:pt x="68" y="170"/>
                  <a:pt x="68" y="170"/>
                </a:cubicBezTo>
                <a:cubicBezTo>
                  <a:pt x="69" y="171"/>
                  <a:pt x="69" y="171"/>
                  <a:pt x="69" y="171"/>
                </a:cubicBezTo>
                <a:cubicBezTo>
                  <a:pt x="70" y="172"/>
                  <a:pt x="71" y="172"/>
                  <a:pt x="72" y="172"/>
                </a:cubicBezTo>
                <a:cubicBezTo>
                  <a:pt x="73" y="172"/>
                  <a:pt x="74" y="172"/>
                  <a:pt x="75" y="171"/>
                </a:cubicBezTo>
                <a:cubicBezTo>
                  <a:pt x="76" y="169"/>
                  <a:pt x="76" y="167"/>
                  <a:pt x="75" y="165"/>
                </a:cubicBezTo>
                <a:cubicBezTo>
                  <a:pt x="67" y="157"/>
                  <a:pt x="67" y="157"/>
                  <a:pt x="67" y="157"/>
                </a:cubicBezTo>
                <a:cubicBezTo>
                  <a:pt x="67" y="157"/>
                  <a:pt x="67" y="157"/>
                  <a:pt x="67" y="157"/>
                </a:cubicBezTo>
                <a:cubicBezTo>
                  <a:pt x="66" y="157"/>
                  <a:pt x="66" y="157"/>
                  <a:pt x="66" y="156"/>
                </a:cubicBezTo>
                <a:cubicBezTo>
                  <a:pt x="66" y="156"/>
                  <a:pt x="65" y="156"/>
                  <a:pt x="65" y="156"/>
                </a:cubicBezTo>
                <a:cubicBezTo>
                  <a:pt x="65" y="156"/>
                  <a:pt x="65" y="156"/>
                  <a:pt x="64" y="156"/>
                </a:cubicBezTo>
                <a:cubicBezTo>
                  <a:pt x="64" y="156"/>
                  <a:pt x="64" y="156"/>
                  <a:pt x="64" y="156"/>
                </a:cubicBezTo>
                <a:cubicBezTo>
                  <a:pt x="64" y="156"/>
                  <a:pt x="64" y="156"/>
                  <a:pt x="64" y="156"/>
                </a:cubicBezTo>
                <a:cubicBezTo>
                  <a:pt x="63" y="156"/>
                  <a:pt x="63" y="156"/>
                  <a:pt x="63" y="156"/>
                </a:cubicBezTo>
                <a:cubicBezTo>
                  <a:pt x="63" y="156"/>
                  <a:pt x="62" y="156"/>
                  <a:pt x="62" y="156"/>
                </a:cubicBezTo>
                <a:cubicBezTo>
                  <a:pt x="62" y="156"/>
                  <a:pt x="62" y="156"/>
                  <a:pt x="62" y="156"/>
                </a:cubicBezTo>
                <a:cubicBezTo>
                  <a:pt x="54" y="160"/>
                  <a:pt x="54" y="160"/>
                  <a:pt x="54" y="160"/>
                </a:cubicBezTo>
                <a:cubicBezTo>
                  <a:pt x="52" y="161"/>
                  <a:pt x="51" y="164"/>
                  <a:pt x="52" y="166"/>
                </a:cubicBezTo>
                <a:cubicBezTo>
                  <a:pt x="53" y="168"/>
                  <a:pt x="56" y="169"/>
                  <a:pt x="58" y="168"/>
                </a:cubicBezTo>
                <a:cubicBezTo>
                  <a:pt x="60" y="166"/>
                  <a:pt x="60" y="166"/>
                  <a:pt x="60" y="166"/>
                </a:cubicBezTo>
                <a:cubicBezTo>
                  <a:pt x="60" y="184"/>
                  <a:pt x="60" y="184"/>
                  <a:pt x="60" y="184"/>
                </a:cubicBezTo>
                <a:cubicBezTo>
                  <a:pt x="60" y="186"/>
                  <a:pt x="62" y="188"/>
                  <a:pt x="64" y="18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28" name="Freeform 69">
            <a:extLst>
              <a:ext uri="{FF2B5EF4-FFF2-40B4-BE49-F238E27FC236}">
                <a16:creationId xmlns:a16="http://schemas.microsoft.com/office/drawing/2014/main" id="{84E26B10-9BAB-4CCF-9C52-B964731B73E9}"/>
              </a:ext>
            </a:extLst>
          </p:cNvPr>
          <p:cNvSpPr>
            <a:spLocks noChangeAspect="1" noEditPoints="1"/>
          </p:cNvSpPr>
          <p:nvPr/>
        </p:nvSpPr>
        <p:spPr bwMode="auto">
          <a:xfrm>
            <a:off x="6378964" y="2428875"/>
            <a:ext cx="400050" cy="400050"/>
          </a:xfrm>
          <a:custGeom>
            <a:avLst/>
            <a:gdLst>
              <a:gd name="T0" fmla="*/ 8 w 256"/>
              <a:gd name="T1" fmla="*/ 20 h 256"/>
              <a:gd name="T2" fmla="*/ 160 w 256"/>
              <a:gd name="T3" fmla="*/ 120 h 256"/>
              <a:gd name="T4" fmla="*/ 148 w 256"/>
              <a:gd name="T5" fmla="*/ 0 h 256"/>
              <a:gd name="T6" fmla="*/ 20 w 256"/>
              <a:gd name="T7" fmla="*/ 256 h 256"/>
              <a:gd name="T8" fmla="*/ 84 w 256"/>
              <a:gd name="T9" fmla="*/ 96 h 256"/>
              <a:gd name="T10" fmla="*/ 84 w 256"/>
              <a:gd name="T11" fmla="*/ 96 h 256"/>
              <a:gd name="T12" fmla="*/ 94 w 256"/>
              <a:gd name="T13" fmla="*/ 114 h 256"/>
              <a:gd name="T14" fmla="*/ 92 w 256"/>
              <a:gd name="T15" fmla="*/ 228 h 256"/>
              <a:gd name="T16" fmla="*/ 148 w 256"/>
              <a:gd name="T17" fmla="*/ 124 h 256"/>
              <a:gd name="T18" fmla="*/ 108 w 256"/>
              <a:gd name="T19" fmla="*/ 208 h 256"/>
              <a:gd name="T20" fmla="*/ 28 w 256"/>
              <a:gd name="T21" fmla="*/ 28 h 256"/>
              <a:gd name="T22" fmla="*/ 190 w 256"/>
              <a:gd name="T23" fmla="*/ 153 h 256"/>
              <a:gd name="T24" fmla="*/ 190 w 256"/>
              <a:gd name="T25" fmla="*/ 153 h 256"/>
              <a:gd name="T26" fmla="*/ 218 w 256"/>
              <a:gd name="T27" fmla="*/ 189 h 256"/>
              <a:gd name="T28" fmla="*/ 241 w 256"/>
              <a:gd name="T29" fmla="*/ 175 h 256"/>
              <a:gd name="T30" fmla="*/ 242 w 256"/>
              <a:gd name="T31" fmla="*/ 148 h 256"/>
              <a:gd name="T32" fmla="*/ 206 w 256"/>
              <a:gd name="T33" fmla="*/ 134 h 256"/>
              <a:gd name="T34" fmla="*/ 174 w 256"/>
              <a:gd name="T35" fmla="*/ 131 h 256"/>
              <a:gd name="T36" fmla="*/ 149 w 256"/>
              <a:gd name="T37" fmla="*/ 137 h 256"/>
              <a:gd name="T38" fmla="*/ 135 w 256"/>
              <a:gd name="T39" fmla="*/ 173 h 256"/>
              <a:gd name="T40" fmla="*/ 132 w 256"/>
              <a:gd name="T41" fmla="*/ 205 h 256"/>
              <a:gd name="T42" fmla="*/ 138 w 256"/>
              <a:gd name="T43" fmla="*/ 231 h 256"/>
              <a:gd name="T44" fmla="*/ 174 w 256"/>
              <a:gd name="T45" fmla="*/ 245 h 256"/>
              <a:gd name="T46" fmla="*/ 206 w 256"/>
              <a:gd name="T47" fmla="*/ 247 h 256"/>
              <a:gd name="T48" fmla="*/ 231 w 256"/>
              <a:gd name="T49" fmla="*/ 242 h 256"/>
              <a:gd name="T50" fmla="*/ 245 w 256"/>
              <a:gd name="T51" fmla="*/ 205 h 256"/>
              <a:gd name="T52" fmla="*/ 248 w 256"/>
              <a:gd name="T53" fmla="*/ 173 h 256"/>
              <a:gd name="T54" fmla="*/ 233 w 256"/>
              <a:gd name="T55" fmla="*/ 214 h 256"/>
              <a:gd name="T56" fmla="*/ 223 w 256"/>
              <a:gd name="T57" fmla="*/ 234 h 256"/>
              <a:gd name="T58" fmla="*/ 198 w 256"/>
              <a:gd name="T59" fmla="*/ 247 h 256"/>
              <a:gd name="T60" fmla="*/ 165 w 256"/>
              <a:gd name="T61" fmla="*/ 232 h 256"/>
              <a:gd name="T62" fmla="*/ 143 w 256"/>
              <a:gd name="T63" fmla="*/ 225 h 256"/>
              <a:gd name="T64" fmla="*/ 135 w 256"/>
              <a:gd name="T65" fmla="*/ 197 h 256"/>
              <a:gd name="T66" fmla="*/ 142 w 256"/>
              <a:gd name="T67" fmla="*/ 177 h 256"/>
              <a:gd name="T68" fmla="*/ 155 w 256"/>
              <a:gd name="T69" fmla="*/ 143 h 256"/>
              <a:gd name="T70" fmla="*/ 182 w 256"/>
              <a:gd name="T71" fmla="*/ 134 h 256"/>
              <a:gd name="T72" fmla="*/ 203 w 256"/>
              <a:gd name="T73" fmla="*/ 142 h 256"/>
              <a:gd name="T74" fmla="*/ 237 w 256"/>
              <a:gd name="T75" fmla="*/ 154 h 256"/>
              <a:gd name="T76" fmla="*/ 238 w 256"/>
              <a:gd name="T77" fmla="*/ 177 h 256"/>
              <a:gd name="T78" fmla="*/ 119 w 256"/>
              <a:gd name="T79" fmla="*/ 111 h 256"/>
              <a:gd name="T80" fmla="*/ 116 w 256"/>
              <a:gd name="T81" fmla="*/ 91 h 256"/>
              <a:gd name="T82" fmla="*/ 107 w 256"/>
              <a:gd name="T83" fmla="*/ 87 h 256"/>
              <a:gd name="T84" fmla="*/ 87 w 256"/>
              <a:gd name="T85" fmla="*/ 79 h 256"/>
              <a:gd name="T86" fmla="*/ 73 w 256"/>
              <a:gd name="T87" fmla="*/ 75 h 256"/>
              <a:gd name="T88" fmla="*/ 58 w 256"/>
              <a:gd name="T89" fmla="*/ 91 h 256"/>
              <a:gd name="T90" fmla="*/ 45 w 256"/>
              <a:gd name="T91" fmla="*/ 108 h 256"/>
              <a:gd name="T92" fmla="*/ 49 w 256"/>
              <a:gd name="T93" fmla="*/ 117 h 256"/>
              <a:gd name="T94" fmla="*/ 52 w 256"/>
              <a:gd name="T95" fmla="*/ 137 h 256"/>
              <a:gd name="T96" fmla="*/ 61 w 256"/>
              <a:gd name="T97" fmla="*/ 141 h 256"/>
              <a:gd name="T98" fmla="*/ 81 w 256"/>
              <a:gd name="T99" fmla="*/ 149 h 256"/>
              <a:gd name="T100" fmla="*/ 95 w 256"/>
              <a:gd name="T101" fmla="*/ 153 h 256"/>
              <a:gd name="T102" fmla="*/ 111 w 256"/>
              <a:gd name="T103" fmla="*/ 137 h 256"/>
              <a:gd name="T104" fmla="*/ 123 w 256"/>
              <a:gd name="T105" fmla="*/ 120 h 256"/>
              <a:gd name="T106" fmla="*/ 115 w 256"/>
              <a:gd name="T107" fmla="*/ 124 h 256"/>
              <a:gd name="T108" fmla="*/ 99 w 256"/>
              <a:gd name="T109" fmla="*/ 142 h 256"/>
              <a:gd name="T110" fmla="*/ 75 w 256"/>
              <a:gd name="T111" fmla="*/ 145 h 256"/>
              <a:gd name="T112" fmla="*/ 56 w 256"/>
              <a:gd name="T113" fmla="*/ 129 h 256"/>
              <a:gd name="T114" fmla="*/ 53 w 256"/>
              <a:gd name="T115" fmla="*/ 104 h 256"/>
              <a:gd name="T116" fmla="*/ 69 w 256"/>
              <a:gd name="T117" fmla="*/ 86 h 256"/>
              <a:gd name="T118" fmla="*/ 94 w 256"/>
              <a:gd name="T119" fmla="*/ 83 h 256"/>
              <a:gd name="T120" fmla="*/ 113 w 256"/>
              <a:gd name="T121" fmla="*/ 99 h 256"/>
              <a:gd name="T122" fmla="*/ 115 w 256"/>
              <a:gd name="T123"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140" y="248"/>
                </a:moveTo>
                <a:cubicBezTo>
                  <a:pt x="20" y="248"/>
                  <a:pt x="20" y="248"/>
                  <a:pt x="20" y="248"/>
                </a:cubicBezTo>
                <a:cubicBezTo>
                  <a:pt x="13" y="248"/>
                  <a:pt x="8" y="243"/>
                  <a:pt x="8" y="236"/>
                </a:cubicBezTo>
                <a:cubicBezTo>
                  <a:pt x="8" y="20"/>
                  <a:pt x="8" y="20"/>
                  <a:pt x="8" y="20"/>
                </a:cubicBezTo>
                <a:cubicBezTo>
                  <a:pt x="8" y="13"/>
                  <a:pt x="13" y="8"/>
                  <a:pt x="20" y="8"/>
                </a:cubicBezTo>
                <a:cubicBezTo>
                  <a:pt x="148" y="8"/>
                  <a:pt x="148" y="8"/>
                  <a:pt x="148" y="8"/>
                </a:cubicBezTo>
                <a:cubicBezTo>
                  <a:pt x="155" y="8"/>
                  <a:pt x="160" y="13"/>
                  <a:pt x="160" y="20"/>
                </a:cubicBezTo>
                <a:cubicBezTo>
                  <a:pt x="160" y="120"/>
                  <a:pt x="160" y="120"/>
                  <a:pt x="160" y="120"/>
                </a:cubicBezTo>
                <a:cubicBezTo>
                  <a:pt x="160" y="122"/>
                  <a:pt x="162" y="124"/>
                  <a:pt x="164" y="124"/>
                </a:cubicBezTo>
                <a:cubicBezTo>
                  <a:pt x="166" y="124"/>
                  <a:pt x="168" y="122"/>
                  <a:pt x="168" y="120"/>
                </a:cubicBezTo>
                <a:cubicBezTo>
                  <a:pt x="168" y="20"/>
                  <a:pt x="168" y="20"/>
                  <a:pt x="168" y="20"/>
                </a:cubicBezTo>
                <a:cubicBezTo>
                  <a:pt x="168" y="9"/>
                  <a:pt x="159" y="0"/>
                  <a:pt x="148" y="0"/>
                </a:cubicBezTo>
                <a:cubicBezTo>
                  <a:pt x="20" y="0"/>
                  <a:pt x="20" y="0"/>
                  <a:pt x="20" y="0"/>
                </a:cubicBezTo>
                <a:cubicBezTo>
                  <a:pt x="9" y="0"/>
                  <a:pt x="0" y="9"/>
                  <a:pt x="0" y="20"/>
                </a:cubicBezTo>
                <a:cubicBezTo>
                  <a:pt x="0" y="236"/>
                  <a:pt x="0" y="236"/>
                  <a:pt x="0" y="236"/>
                </a:cubicBezTo>
                <a:cubicBezTo>
                  <a:pt x="0" y="247"/>
                  <a:pt x="9" y="256"/>
                  <a:pt x="20" y="256"/>
                </a:cubicBezTo>
                <a:cubicBezTo>
                  <a:pt x="140" y="256"/>
                  <a:pt x="140" y="256"/>
                  <a:pt x="140" y="256"/>
                </a:cubicBezTo>
                <a:cubicBezTo>
                  <a:pt x="142" y="256"/>
                  <a:pt x="144" y="254"/>
                  <a:pt x="144" y="252"/>
                </a:cubicBezTo>
                <a:cubicBezTo>
                  <a:pt x="144" y="250"/>
                  <a:pt x="142" y="248"/>
                  <a:pt x="140" y="248"/>
                </a:cubicBezTo>
                <a:close/>
                <a:moveTo>
                  <a:pt x="84" y="96"/>
                </a:moveTo>
                <a:cubicBezTo>
                  <a:pt x="74" y="96"/>
                  <a:pt x="66" y="104"/>
                  <a:pt x="66" y="114"/>
                </a:cubicBezTo>
                <a:cubicBezTo>
                  <a:pt x="66" y="124"/>
                  <a:pt x="74" y="132"/>
                  <a:pt x="84" y="132"/>
                </a:cubicBezTo>
                <a:cubicBezTo>
                  <a:pt x="94" y="132"/>
                  <a:pt x="102" y="124"/>
                  <a:pt x="102" y="114"/>
                </a:cubicBezTo>
                <a:cubicBezTo>
                  <a:pt x="102" y="104"/>
                  <a:pt x="94" y="96"/>
                  <a:pt x="84" y="96"/>
                </a:cubicBezTo>
                <a:close/>
                <a:moveTo>
                  <a:pt x="84" y="124"/>
                </a:moveTo>
                <a:cubicBezTo>
                  <a:pt x="79" y="124"/>
                  <a:pt x="74" y="120"/>
                  <a:pt x="74" y="114"/>
                </a:cubicBezTo>
                <a:cubicBezTo>
                  <a:pt x="74" y="108"/>
                  <a:pt x="79" y="104"/>
                  <a:pt x="84" y="104"/>
                </a:cubicBezTo>
                <a:cubicBezTo>
                  <a:pt x="90" y="104"/>
                  <a:pt x="94" y="108"/>
                  <a:pt x="94" y="114"/>
                </a:cubicBezTo>
                <a:cubicBezTo>
                  <a:pt x="94" y="120"/>
                  <a:pt x="90" y="124"/>
                  <a:pt x="84" y="124"/>
                </a:cubicBezTo>
                <a:close/>
                <a:moveTo>
                  <a:pt x="76" y="228"/>
                </a:moveTo>
                <a:cubicBezTo>
                  <a:pt x="76" y="232"/>
                  <a:pt x="80" y="236"/>
                  <a:pt x="84" y="236"/>
                </a:cubicBezTo>
                <a:cubicBezTo>
                  <a:pt x="89" y="236"/>
                  <a:pt x="92" y="232"/>
                  <a:pt x="92" y="228"/>
                </a:cubicBezTo>
                <a:cubicBezTo>
                  <a:pt x="92" y="224"/>
                  <a:pt x="89" y="220"/>
                  <a:pt x="84" y="220"/>
                </a:cubicBezTo>
                <a:cubicBezTo>
                  <a:pt x="80" y="220"/>
                  <a:pt x="76" y="224"/>
                  <a:pt x="76" y="228"/>
                </a:cubicBezTo>
                <a:close/>
                <a:moveTo>
                  <a:pt x="144" y="128"/>
                </a:moveTo>
                <a:cubicBezTo>
                  <a:pt x="146" y="128"/>
                  <a:pt x="148" y="126"/>
                  <a:pt x="148" y="124"/>
                </a:cubicBezTo>
                <a:cubicBezTo>
                  <a:pt x="148" y="20"/>
                  <a:pt x="148" y="20"/>
                  <a:pt x="148" y="20"/>
                </a:cubicBezTo>
                <a:cubicBezTo>
                  <a:pt x="20" y="20"/>
                  <a:pt x="20" y="20"/>
                  <a:pt x="20" y="20"/>
                </a:cubicBezTo>
                <a:cubicBezTo>
                  <a:pt x="20" y="208"/>
                  <a:pt x="20" y="208"/>
                  <a:pt x="20" y="208"/>
                </a:cubicBezTo>
                <a:cubicBezTo>
                  <a:pt x="108" y="208"/>
                  <a:pt x="108" y="208"/>
                  <a:pt x="108" y="208"/>
                </a:cubicBezTo>
                <a:cubicBezTo>
                  <a:pt x="110" y="208"/>
                  <a:pt x="112" y="206"/>
                  <a:pt x="112" y="204"/>
                </a:cubicBezTo>
                <a:cubicBezTo>
                  <a:pt x="112" y="202"/>
                  <a:pt x="110" y="200"/>
                  <a:pt x="108" y="200"/>
                </a:cubicBezTo>
                <a:cubicBezTo>
                  <a:pt x="28" y="200"/>
                  <a:pt x="28" y="200"/>
                  <a:pt x="28" y="200"/>
                </a:cubicBezTo>
                <a:cubicBezTo>
                  <a:pt x="28" y="28"/>
                  <a:pt x="28" y="28"/>
                  <a:pt x="28" y="28"/>
                </a:cubicBezTo>
                <a:cubicBezTo>
                  <a:pt x="140" y="28"/>
                  <a:pt x="140" y="28"/>
                  <a:pt x="140" y="28"/>
                </a:cubicBezTo>
                <a:cubicBezTo>
                  <a:pt x="140" y="124"/>
                  <a:pt x="140" y="124"/>
                  <a:pt x="140" y="124"/>
                </a:cubicBezTo>
                <a:cubicBezTo>
                  <a:pt x="140" y="126"/>
                  <a:pt x="142" y="128"/>
                  <a:pt x="144" y="128"/>
                </a:cubicBezTo>
                <a:close/>
                <a:moveTo>
                  <a:pt x="190" y="153"/>
                </a:moveTo>
                <a:cubicBezTo>
                  <a:pt x="170" y="153"/>
                  <a:pt x="154" y="170"/>
                  <a:pt x="154" y="189"/>
                </a:cubicBezTo>
                <a:cubicBezTo>
                  <a:pt x="154" y="209"/>
                  <a:pt x="170" y="225"/>
                  <a:pt x="190" y="225"/>
                </a:cubicBezTo>
                <a:cubicBezTo>
                  <a:pt x="210" y="225"/>
                  <a:pt x="226" y="209"/>
                  <a:pt x="226" y="189"/>
                </a:cubicBezTo>
                <a:cubicBezTo>
                  <a:pt x="226" y="170"/>
                  <a:pt x="210" y="153"/>
                  <a:pt x="190" y="153"/>
                </a:cubicBezTo>
                <a:close/>
                <a:moveTo>
                  <a:pt x="190" y="217"/>
                </a:moveTo>
                <a:cubicBezTo>
                  <a:pt x="174" y="217"/>
                  <a:pt x="162" y="205"/>
                  <a:pt x="162" y="189"/>
                </a:cubicBezTo>
                <a:cubicBezTo>
                  <a:pt x="162" y="174"/>
                  <a:pt x="174" y="161"/>
                  <a:pt x="190" y="161"/>
                </a:cubicBezTo>
                <a:cubicBezTo>
                  <a:pt x="205" y="161"/>
                  <a:pt x="218" y="174"/>
                  <a:pt x="218" y="189"/>
                </a:cubicBezTo>
                <a:cubicBezTo>
                  <a:pt x="218" y="205"/>
                  <a:pt x="205" y="217"/>
                  <a:pt x="190" y="217"/>
                </a:cubicBezTo>
                <a:close/>
                <a:moveTo>
                  <a:pt x="248" y="173"/>
                </a:moveTo>
                <a:cubicBezTo>
                  <a:pt x="245" y="173"/>
                  <a:pt x="245" y="173"/>
                  <a:pt x="245" y="173"/>
                </a:cubicBezTo>
                <a:cubicBezTo>
                  <a:pt x="241" y="175"/>
                  <a:pt x="241" y="175"/>
                  <a:pt x="241" y="175"/>
                </a:cubicBezTo>
                <a:cubicBezTo>
                  <a:pt x="245" y="173"/>
                  <a:pt x="245" y="173"/>
                  <a:pt x="245" y="173"/>
                </a:cubicBezTo>
                <a:cubicBezTo>
                  <a:pt x="240" y="162"/>
                  <a:pt x="240" y="162"/>
                  <a:pt x="240" y="162"/>
                </a:cubicBezTo>
                <a:cubicBezTo>
                  <a:pt x="242" y="160"/>
                  <a:pt x="242" y="160"/>
                  <a:pt x="242" y="160"/>
                </a:cubicBezTo>
                <a:cubicBezTo>
                  <a:pt x="245" y="157"/>
                  <a:pt x="245" y="152"/>
                  <a:pt x="242" y="148"/>
                </a:cubicBezTo>
                <a:cubicBezTo>
                  <a:pt x="231" y="137"/>
                  <a:pt x="231" y="137"/>
                  <a:pt x="231" y="137"/>
                </a:cubicBezTo>
                <a:cubicBezTo>
                  <a:pt x="228" y="134"/>
                  <a:pt x="223" y="134"/>
                  <a:pt x="220" y="137"/>
                </a:cubicBezTo>
                <a:cubicBezTo>
                  <a:pt x="218" y="139"/>
                  <a:pt x="218" y="139"/>
                  <a:pt x="218" y="139"/>
                </a:cubicBezTo>
                <a:cubicBezTo>
                  <a:pt x="206" y="134"/>
                  <a:pt x="206" y="134"/>
                  <a:pt x="206" y="134"/>
                </a:cubicBezTo>
                <a:cubicBezTo>
                  <a:pt x="206" y="131"/>
                  <a:pt x="206" y="131"/>
                  <a:pt x="206" y="131"/>
                </a:cubicBezTo>
                <a:cubicBezTo>
                  <a:pt x="206" y="127"/>
                  <a:pt x="202" y="123"/>
                  <a:pt x="198" y="123"/>
                </a:cubicBezTo>
                <a:cubicBezTo>
                  <a:pt x="182" y="123"/>
                  <a:pt x="182" y="123"/>
                  <a:pt x="182" y="123"/>
                </a:cubicBezTo>
                <a:cubicBezTo>
                  <a:pt x="178" y="123"/>
                  <a:pt x="174" y="127"/>
                  <a:pt x="174" y="131"/>
                </a:cubicBezTo>
                <a:cubicBezTo>
                  <a:pt x="174" y="134"/>
                  <a:pt x="174" y="134"/>
                  <a:pt x="174" y="134"/>
                </a:cubicBezTo>
                <a:cubicBezTo>
                  <a:pt x="162" y="139"/>
                  <a:pt x="162" y="139"/>
                  <a:pt x="162" y="139"/>
                </a:cubicBezTo>
                <a:cubicBezTo>
                  <a:pt x="160" y="137"/>
                  <a:pt x="160" y="137"/>
                  <a:pt x="160" y="137"/>
                </a:cubicBezTo>
                <a:cubicBezTo>
                  <a:pt x="157" y="134"/>
                  <a:pt x="152" y="134"/>
                  <a:pt x="149" y="137"/>
                </a:cubicBezTo>
                <a:cubicBezTo>
                  <a:pt x="138" y="148"/>
                  <a:pt x="138" y="148"/>
                  <a:pt x="138" y="148"/>
                </a:cubicBezTo>
                <a:cubicBezTo>
                  <a:pt x="134" y="152"/>
                  <a:pt x="134" y="157"/>
                  <a:pt x="138" y="160"/>
                </a:cubicBezTo>
                <a:cubicBezTo>
                  <a:pt x="140" y="162"/>
                  <a:pt x="140" y="162"/>
                  <a:pt x="140" y="162"/>
                </a:cubicBezTo>
                <a:cubicBezTo>
                  <a:pt x="135" y="173"/>
                  <a:pt x="135" y="173"/>
                  <a:pt x="135" y="173"/>
                </a:cubicBezTo>
                <a:cubicBezTo>
                  <a:pt x="132" y="173"/>
                  <a:pt x="132" y="173"/>
                  <a:pt x="132" y="173"/>
                </a:cubicBezTo>
                <a:cubicBezTo>
                  <a:pt x="128" y="173"/>
                  <a:pt x="124" y="177"/>
                  <a:pt x="124" y="181"/>
                </a:cubicBezTo>
                <a:cubicBezTo>
                  <a:pt x="124" y="197"/>
                  <a:pt x="124" y="197"/>
                  <a:pt x="124" y="197"/>
                </a:cubicBezTo>
                <a:cubicBezTo>
                  <a:pt x="124" y="202"/>
                  <a:pt x="128" y="205"/>
                  <a:pt x="132" y="205"/>
                </a:cubicBezTo>
                <a:cubicBezTo>
                  <a:pt x="135" y="205"/>
                  <a:pt x="135" y="205"/>
                  <a:pt x="135" y="205"/>
                </a:cubicBezTo>
                <a:cubicBezTo>
                  <a:pt x="140" y="217"/>
                  <a:pt x="140" y="217"/>
                  <a:pt x="140" y="217"/>
                </a:cubicBezTo>
                <a:cubicBezTo>
                  <a:pt x="138" y="219"/>
                  <a:pt x="138" y="219"/>
                  <a:pt x="138" y="219"/>
                </a:cubicBezTo>
                <a:cubicBezTo>
                  <a:pt x="134" y="222"/>
                  <a:pt x="134" y="227"/>
                  <a:pt x="138" y="231"/>
                </a:cubicBezTo>
                <a:cubicBezTo>
                  <a:pt x="149" y="242"/>
                  <a:pt x="149" y="242"/>
                  <a:pt x="149" y="242"/>
                </a:cubicBezTo>
                <a:cubicBezTo>
                  <a:pt x="152" y="245"/>
                  <a:pt x="157" y="245"/>
                  <a:pt x="160" y="242"/>
                </a:cubicBezTo>
                <a:cubicBezTo>
                  <a:pt x="162" y="240"/>
                  <a:pt x="162" y="240"/>
                  <a:pt x="162" y="240"/>
                </a:cubicBezTo>
                <a:cubicBezTo>
                  <a:pt x="174" y="245"/>
                  <a:pt x="174" y="245"/>
                  <a:pt x="174" y="245"/>
                </a:cubicBezTo>
                <a:cubicBezTo>
                  <a:pt x="174" y="247"/>
                  <a:pt x="174" y="247"/>
                  <a:pt x="174" y="247"/>
                </a:cubicBezTo>
                <a:cubicBezTo>
                  <a:pt x="174" y="252"/>
                  <a:pt x="178" y="255"/>
                  <a:pt x="182" y="255"/>
                </a:cubicBezTo>
                <a:cubicBezTo>
                  <a:pt x="198" y="255"/>
                  <a:pt x="198" y="255"/>
                  <a:pt x="198" y="255"/>
                </a:cubicBezTo>
                <a:cubicBezTo>
                  <a:pt x="202" y="255"/>
                  <a:pt x="206" y="252"/>
                  <a:pt x="206" y="247"/>
                </a:cubicBezTo>
                <a:cubicBezTo>
                  <a:pt x="206" y="245"/>
                  <a:pt x="206" y="245"/>
                  <a:pt x="206" y="245"/>
                </a:cubicBezTo>
                <a:cubicBezTo>
                  <a:pt x="218" y="240"/>
                  <a:pt x="218" y="240"/>
                  <a:pt x="218" y="240"/>
                </a:cubicBezTo>
                <a:cubicBezTo>
                  <a:pt x="220" y="242"/>
                  <a:pt x="220" y="242"/>
                  <a:pt x="220" y="242"/>
                </a:cubicBezTo>
                <a:cubicBezTo>
                  <a:pt x="223" y="245"/>
                  <a:pt x="228" y="245"/>
                  <a:pt x="231" y="242"/>
                </a:cubicBezTo>
                <a:cubicBezTo>
                  <a:pt x="242" y="231"/>
                  <a:pt x="242" y="231"/>
                  <a:pt x="242" y="231"/>
                </a:cubicBezTo>
                <a:cubicBezTo>
                  <a:pt x="245" y="227"/>
                  <a:pt x="245" y="222"/>
                  <a:pt x="242" y="219"/>
                </a:cubicBezTo>
                <a:cubicBezTo>
                  <a:pt x="240" y="217"/>
                  <a:pt x="240" y="217"/>
                  <a:pt x="240" y="217"/>
                </a:cubicBezTo>
                <a:cubicBezTo>
                  <a:pt x="245" y="205"/>
                  <a:pt x="245" y="205"/>
                  <a:pt x="245" y="205"/>
                </a:cubicBezTo>
                <a:cubicBezTo>
                  <a:pt x="248" y="205"/>
                  <a:pt x="248" y="205"/>
                  <a:pt x="248" y="205"/>
                </a:cubicBezTo>
                <a:cubicBezTo>
                  <a:pt x="252" y="205"/>
                  <a:pt x="256" y="202"/>
                  <a:pt x="256" y="197"/>
                </a:cubicBezTo>
                <a:cubicBezTo>
                  <a:pt x="256" y="181"/>
                  <a:pt x="256" y="181"/>
                  <a:pt x="256" y="181"/>
                </a:cubicBezTo>
                <a:cubicBezTo>
                  <a:pt x="256" y="177"/>
                  <a:pt x="252" y="173"/>
                  <a:pt x="248" y="173"/>
                </a:cubicBezTo>
                <a:close/>
                <a:moveTo>
                  <a:pt x="248" y="197"/>
                </a:moveTo>
                <a:cubicBezTo>
                  <a:pt x="245" y="197"/>
                  <a:pt x="245" y="197"/>
                  <a:pt x="245" y="197"/>
                </a:cubicBezTo>
                <a:cubicBezTo>
                  <a:pt x="242" y="197"/>
                  <a:pt x="239" y="199"/>
                  <a:pt x="238" y="202"/>
                </a:cubicBezTo>
                <a:cubicBezTo>
                  <a:pt x="233" y="214"/>
                  <a:pt x="233" y="214"/>
                  <a:pt x="233" y="214"/>
                </a:cubicBezTo>
                <a:cubicBezTo>
                  <a:pt x="232" y="217"/>
                  <a:pt x="232" y="221"/>
                  <a:pt x="235" y="223"/>
                </a:cubicBezTo>
                <a:cubicBezTo>
                  <a:pt x="237" y="225"/>
                  <a:pt x="237" y="225"/>
                  <a:pt x="237" y="225"/>
                </a:cubicBezTo>
                <a:cubicBezTo>
                  <a:pt x="225" y="236"/>
                  <a:pt x="225" y="236"/>
                  <a:pt x="225" y="236"/>
                </a:cubicBezTo>
                <a:cubicBezTo>
                  <a:pt x="223" y="234"/>
                  <a:pt x="223" y="234"/>
                  <a:pt x="223" y="234"/>
                </a:cubicBezTo>
                <a:cubicBezTo>
                  <a:pt x="221" y="232"/>
                  <a:pt x="218" y="231"/>
                  <a:pt x="215" y="232"/>
                </a:cubicBezTo>
                <a:cubicBezTo>
                  <a:pt x="203" y="237"/>
                  <a:pt x="203" y="237"/>
                  <a:pt x="203" y="237"/>
                </a:cubicBezTo>
                <a:cubicBezTo>
                  <a:pt x="200" y="239"/>
                  <a:pt x="198" y="241"/>
                  <a:pt x="198" y="245"/>
                </a:cubicBezTo>
                <a:cubicBezTo>
                  <a:pt x="198" y="247"/>
                  <a:pt x="198" y="247"/>
                  <a:pt x="198" y="247"/>
                </a:cubicBezTo>
                <a:cubicBezTo>
                  <a:pt x="182" y="247"/>
                  <a:pt x="182" y="247"/>
                  <a:pt x="182" y="247"/>
                </a:cubicBezTo>
                <a:cubicBezTo>
                  <a:pt x="182" y="245"/>
                  <a:pt x="182" y="245"/>
                  <a:pt x="182" y="245"/>
                </a:cubicBezTo>
                <a:cubicBezTo>
                  <a:pt x="182" y="241"/>
                  <a:pt x="180" y="239"/>
                  <a:pt x="177" y="237"/>
                </a:cubicBezTo>
                <a:cubicBezTo>
                  <a:pt x="165" y="232"/>
                  <a:pt x="165" y="232"/>
                  <a:pt x="165" y="232"/>
                </a:cubicBezTo>
                <a:cubicBezTo>
                  <a:pt x="164" y="232"/>
                  <a:pt x="163" y="232"/>
                  <a:pt x="162" y="232"/>
                </a:cubicBezTo>
                <a:cubicBezTo>
                  <a:pt x="160" y="232"/>
                  <a:pt x="158" y="233"/>
                  <a:pt x="157" y="234"/>
                </a:cubicBezTo>
                <a:cubicBezTo>
                  <a:pt x="155" y="236"/>
                  <a:pt x="155" y="236"/>
                  <a:pt x="155" y="236"/>
                </a:cubicBezTo>
                <a:cubicBezTo>
                  <a:pt x="143" y="225"/>
                  <a:pt x="143" y="225"/>
                  <a:pt x="143" y="225"/>
                </a:cubicBezTo>
                <a:cubicBezTo>
                  <a:pt x="145" y="223"/>
                  <a:pt x="145" y="223"/>
                  <a:pt x="145" y="223"/>
                </a:cubicBezTo>
                <a:cubicBezTo>
                  <a:pt x="148" y="221"/>
                  <a:pt x="148" y="217"/>
                  <a:pt x="147" y="214"/>
                </a:cubicBezTo>
                <a:cubicBezTo>
                  <a:pt x="142" y="202"/>
                  <a:pt x="142" y="202"/>
                  <a:pt x="142" y="202"/>
                </a:cubicBezTo>
                <a:cubicBezTo>
                  <a:pt x="141" y="199"/>
                  <a:pt x="138" y="197"/>
                  <a:pt x="135" y="197"/>
                </a:cubicBezTo>
                <a:cubicBezTo>
                  <a:pt x="132" y="197"/>
                  <a:pt x="132" y="197"/>
                  <a:pt x="132" y="197"/>
                </a:cubicBezTo>
                <a:cubicBezTo>
                  <a:pt x="132" y="181"/>
                  <a:pt x="132" y="181"/>
                  <a:pt x="132" y="181"/>
                </a:cubicBezTo>
                <a:cubicBezTo>
                  <a:pt x="135" y="181"/>
                  <a:pt x="135" y="181"/>
                  <a:pt x="135" y="181"/>
                </a:cubicBezTo>
                <a:cubicBezTo>
                  <a:pt x="138" y="181"/>
                  <a:pt x="141" y="180"/>
                  <a:pt x="142" y="177"/>
                </a:cubicBezTo>
                <a:cubicBezTo>
                  <a:pt x="147" y="165"/>
                  <a:pt x="147" y="165"/>
                  <a:pt x="147" y="165"/>
                </a:cubicBezTo>
                <a:cubicBezTo>
                  <a:pt x="148" y="162"/>
                  <a:pt x="148" y="158"/>
                  <a:pt x="145" y="156"/>
                </a:cubicBezTo>
                <a:cubicBezTo>
                  <a:pt x="143" y="154"/>
                  <a:pt x="143" y="154"/>
                  <a:pt x="143" y="154"/>
                </a:cubicBezTo>
                <a:cubicBezTo>
                  <a:pt x="155" y="143"/>
                  <a:pt x="155" y="143"/>
                  <a:pt x="155" y="143"/>
                </a:cubicBezTo>
                <a:cubicBezTo>
                  <a:pt x="157" y="145"/>
                  <a:pt x="157" y="145"/>
                  <a:pt x="157" y="145"/>
                </a:cubicBezTo>
                <a:cubicBezTo>
                  <a:pt x="159" y="147"/>
                  <a:pt x="162" y="148"/>
                  <a:pt x="165" y="147"/>
                </a:cubicBezTo>
                <a:cubicBezTo>
                  <a:pt x="177" y="142"/>
                  <a:pt x="177" y="142"/>
                  <a:pt x="177" y="142"/>
                </a:cubicBezTo>
                <a:cubicBezTo>
                  <a:pt x="180" y="140"/>
                  <a:pt x="182" y="138"/>
                  <a:pt x="182" y="134"/>
                </a:cubicBezTo>
                <a:cubicBezTo>
                  <a:pt x="182" y="131"/>
                  <a:pt x="182" y="131"/>
                  <a:pt x="182" y="131"/>
                </a:cubicBezTo>
                <a:cubicBezTo>
                  <a:pt x="198" y="131"/>
                  <a:pt x="198" y="131"/>
                  <a:pt x="198" y="131"/>
                </a:cubicBezTo>
                <a:cubicBezTo>
                  <a:pt x="198" y="134"/>
                  <a:pt x="198" y="134"/>
                  <a:pt x="198" y="134"/>
                </a:cubicBezTo>
                <a:cubicBezTo>
                  <a:pt x="198" y="138"/>
                  <a:pt x="200" y="140"/>
                  <a:pt x="203" y="142"/>
                </a:cubicBezTo>
                <a:cubicBezTo>
                  <a:pt x="215" y="147"/>
                  <a:pt x="215" y="147"/>
                  <a:pt x="215" y="147"/>
                </a:cubicBezTo>
                <a:cubicBezTo>
                  <a:pt x="218" y="148"/>
                  <a:pt x="221" y="147"/>
                  <a:pt x="223" y="145"/>
                </a:cubicBezTo>
                <a:cubicBezTo>
                  <a:pt x="225" y="143"/>
                  <a:pt x="225" y="143"/>
                  <a:pt x="225" y="143"/>
                </a:cubicBezTo>
                <a:cubicBezTo>
                  <a:pt x="237" y="154"/>
                  <a:pt x="237" y="154"/>
                  <a:pt x="237" y="154"/>
                </a:cubicBezTo>
                <a:cubicBezTo>
                  <a:pt x="235" y="156"/>
                  <a:pt x="235" y="156"/>
                  <a:pt x="235" y="156"/>
                </a:cubicBezTo>
                <a:cubicBezTo>
                  <a:pt x="232" y="158"/>
                  <a:pt x="232" y="162"/>
                  <a:pt x="233" y="165"/>
                </a:cubicBezTo>
                <a:cubicBezTo>
                  <a:pt x="238" y="177"/>
                  <a:pt x="238" y="177"/>
                  <a:pt x="238" y="177"/>
                </a:cubicBezTo>
                <a:cubicBezTo>
                  <a:pt x="238" y="177"/>
                  <a:pt x="238" y="177"/>
                  <a:pt x="238" y="177"/>
                </a:cubicBezTo>
                <a:cubicBezTo>
                  <a:pt x="239" y="180"/>
                  <a:pt x="242" y="181"/>
                  <a:pt x="245" y="181"/>
                </a:cubicBezTo>
                <a:cubicBezTo>
                  <a:pt x="248" y="181"/>
                  <a:pt x="248" y="181"/>
                  <a:pt x="248" y="181"/>
                </a:cubicBezTo>
                <a:lnTo>
                  <a:pt x="248" y="197"/>
                </a:lnTo>
                <a:close/>
                <a:moveTo>
                  <a:pt x="119" y="111"/>
                </a:moveTo>
                <a:cubicBezTo>
                  <a:pt x="121" y="111"/>
                  <a:pt x="122" y="109"/>
                  <a:pt x="123" y="108"/>
                </a:cubicBezTo>
                <a:cubicBezTo>
                  <a:pt x="123" y="106"/>
                  <a:pt x="123" y="105"/>
                  <a:pt x="123" y="103"/>
                </a:cubicBezTo>
                <a:cubicBezTo>
                  <a:pt x="119" y="94"/>
                  <a:pt x="119" y="94"/>
                  <a:pt x="119" y="94"/>
                </a:cubicBezTo>
                <a:cubicBezTo>
                  <a:pt x="119" y="93"/>
                  <a:pt x="117" y="92"/>
                  <a:pt x="116" y="91"/>
                </a:cubicBezTo>
                <a:cubicBezTo>
                  <a:pt x="114" y="90"/>
                  <a:pt x="113" y="90"/>
                  <a:pt x="111" y="91"/>
                </a:cubicBezTo>
                <a:cubicBezTo>
                  <a:pt x="111" y="91"/>
                  <a:pt x="111" y="91"/>
                  <a:pt x="111" y="91"/>
                </a:cubicBezTo>
                <a:cubicBezTo>
                  <a:pt x="107" y="88"/>
                  <a:pt x="107" y="88"/>
                  <a:pt x="107" y="88"/>
                </a:cubicBezTo>
                <a:cubicBezTo>
                  <a:pt x="107" y="87"/>
                  <a:pt x="107" y="87"/>
                  <a:pt x="107" y="87"/>
                </a:cubicBezTo>
                <a:cubicBezTo>
                  <a:pt x="108" y="84"/>
                  <a:pt x="107" y="80"/>
                  <a:pt x="104" y="79"/>
                </a:cubicBezTo>
                <a:cubicBezTo>
                  <a:pt x="95" y="75"/>
                  <a:pt x="95" y="75"/>
                  <a:pt x="95" y="75"/>
                </a:cubicBezTo>
                <a:cubicBezTo>
                  <a:pt x="92" y="74"/>
                  <a:pt x="88" y="75"/>
                  <a:pt x="87" y="79"/>
                </a:cubicBezTo>
                <a:cubicBezTo>
                  <a:pt x="87" y="79"/>
                  <a:pt x="87" y="79"/>
                  <a:pt x="87" y="79"/>
                </a:cubicBezTo>
                <a:cubicBezTo>
                  <a:pt x="82" y="79"/>
                  <a:pt x="82" y="79"/>
                  <a:pt x="82" y="79"/>
                </a:cubicBezTo>
                <a:cubicBezTo>
                  <a:pt x="81" y="79"/>
                  <a:pt x="81" y="79"/>
                  <a:pt x="81" y="79"/>
                </a:cubicBezTo>
                <a:cubicBezTo>
                  <a:pt x="81" y="77"/>
                  <a:pt x="79" y="76"/>
                  <a:pt x="78" y="75"/>
                </a:cubicBezTo>
                <a:cubicBezTo>
                  <a:pt x="76" y="75"/>
                  <a:pt x="75" y="75"/>
                  <a:pt x="73" y="75"/>
                </a:cubicBezTo>
                <a:cubicBezTo>
                  <a:pt x="64" y="79"/>
                  <a:pt x="64" y="79"/>
                  <a:pt x="64" y="79"/>
                </a:cubicBezTo>
                <a:cubicBezTo>
                  <a:pt x="61" y="80"/>
                  <a:pt x="60" y="84"/>
                  <a:pt x="61" y="87"/>
                </a:cubicBezTo>
                <a:cubicBezTo>
                  <a:pt x="61" y="88"/>
                  <a:pt x="61" y="88"/>
                  <a:pt x="61" y="88"/>
                </a:cubicBezTo>
                <a:cubicBezTo>
                  <a:pt x="58" y="91"/>
                  <a:pt x="58" y="91"/>
                  <a:pt x="58" y="91"/>
                </a:cubicBezTo>
                <a:cubicBezTo>
                  <a:pt x="57" y="91"/>
                  <a:pt x="57" y="91"/>
                  <a:pt x="57" y="91"/>
                </a:cubicBezTo>
                <a:cubicBezTo>
                  <a:pt x="54" y="90"/>
                  <a:pt x="50" y="91"/>
                  <a:pt x="49" y="94"/>
                </a:cubicBezTo>
                <a:cubicBezTo>
                  <a:pt x="45" y="103"/>
                  <a:pt x="45" y="103"/>
                  <a:pt x="45" y="103"/>
                </a:cubicBezTo>
                <a:cubicBezTo>
                  <a:pt x="45" y="105"/>
                  <a:pt x="45" y="106"/>
                  <a:pt x="45" y="108"/>
                </a:cubicBezTo>
                <a:cubicBezTo>
                  <a:pt x="46" y="109"/>
                  <a:pt x="47" y="111"/>
                  <a:pt x="49" y="111"/>
                </a:cubicBezTo>
                <a:cubicBezTo>
                  <a:pt x="49" y="111"/>
                  <a:pt x="49" y="111"/>
                  <a:pt x="49" y="111"/>
                </a:cubicBezTo>
                <a:cubicBezTo>
                  <a:pt x="49" y="117"/>
                  <a:pt x="49" y="117"/>
                  <a:pt x="49" y="117"/>
                </a:cubicBezTo>
                <a:cubicBezTo>
                  <a:pt x="49" y="117"/>
                  <a:pt x="49" y="117"/>
                  <a:pt x="49" y="117"/>
                </a:cubicBezTo>
                <a:cubicBezTo>
                  <a:pt x="47" y="117"/>
                  <a:pt x="46" y="119"/>
                  <a:pt x="45" y="120"/>
                </a:cubicBezTo>
                <a:cubicBezTo>
                  <a:pt x="45" y="122"/>
                  <a:pt x="45" y="123"/>
                  <a:pt x="45" y="125"/>
                </a:cubicBezTo>
                <a:cubicBezTo>
                  <a:pt x="49" y="134"/>
                  <a:pt x="49" y="134"/>
                  <a:pt x="49" y="134"/>
                </a:cubicBezTo>
                <a:cubicBezTo>
                  <a:pt x="50" y="135"/>
                  <a:pt x="51" y="136"/>
                  <a:pt x="52" y="137"/>
                </a:cubicBezTo>
                <a:cubicBezTo>
                  <a:pt x="54" y="138"/>
                  <a:pt x="56" y="138"/>
                  <a:pt x="57" y="137"/>
                </a:cubicBezTo>
                <a:cubicBezTo>
                  <a:pt x="58" y="137"/>
                  <a:pt x="58" y="137"/>
                  <a:pt x="58" y="137"/>
                </a:cubicBezTo>
                <a:cubicBezTo>
                  <a:pt x="61" y="140"/>
                  <a:pt x="61" y="140"/>
                  <a:pt x="61" y="140"/>
                </a:cubicBezTo>
                <a:cubicBezTo>
                  <a:pt x="61" y="141"/>
                  <a:pt x="61" y="141"/>
                  <a:pt x="61" y="141"/>
                </a:cubicBezTo>
                <a:cubicBezTo>
                  <a:pt x="60" y="144"/>
                  <a:pt x="61" y="148"/>
                  <a:pt x="64" y="149"/>
                </a:cubicBezTo>
                <a:cubicBezTo>
                  <a:pt x="73" y="153"/>
                  <a:pt x="73" y="153"/>
                  <a:pt x="73" y="153"/>
                </a:cubicBezTo>
                <a:cubicBezTo>
                  <a:pt x="74" y="153"/>
                  <a:pt x="75" y="153"/>
                  <a:pt x="75" y="153"/>
                </a:cubicBezTo>
                <a:cubicBezTo>
                  <a:pt x="78" y="153"/>
                  <a:pt x="80" y="152"/>
                  <a:pt x="81" y="149"/>
                </a:cubicBezTo>
                <a:cubicBezTo>
                  <a:pt x="82" y="149"/>
                  <a:pt x="82" y="149"/>
                  <a:pt x="82" y="149"/>
                </a:cubicBezTo>
                <a:cubicBezTo>
                  <a:pt x="87" y="149"/>
                  <a:pt x="87" y="149"/>
                  <a:pt x="87" y="149"/>
                </a:cubicBezTo>
                <a:cubicBezTo>
                  <a:pt x="87" y="149"/>
                  <a:pt x="87" y="149"/>
                  <a:pt x="87" y="149"/>
                </a:cubicBezTo>
                <a:cubicBezTo>
                  <a:pt x="88" y="153"/>
                  <a:pt x="92" y="154"/>
                  <a:pt x="95" y="153"/>
                </a:cubicBezTo>
                <a:cubicBezTo>
                  <a:pt x="104" y="149"/>
                  <a:pt x="104" y="149"/>
                  <a:pt x="104" y="149"/>
                </a:cubicBezTo>
                <a:cubicBezTo>
                  <a:pt x="107" y="148"/>
                  <a:pt x="108" y="144"/>
                  <a:pt x="107" y="141"/>
                </a:cubicBezTo>
                <a:cubicBezTo>
                  <a:pt x="107" y="140"/>
                  <a:pt x="107" y="140"/>
                  <a:pt x="107" y="140"/>
                </a:cubicBezTo>
                <a:cubicBezTo>
                  <a:pt x="111" y="137"/>
                  <a:pt x="111" y="137"/>
                  <a:pt x="111" y="137"/>
                </a:cubicBezTo>
                <a:cubicBezTo>
                  <a:pt x="111" y="137"/>
                  <a:pt x="111" y="137"/>
                  <a:pt x="111" y="137"/>
                </a:cubicBezTo>
                <a:cubicBezTo>
                  <a:pt x="114" y="138"/>
                  <a:pt x="118" y="137"/>
                  <a:pt x="119" y="134"/>
                </a:cubicBezTo>
                <a:cubicBezTo>
                  <a:pt x="123" y="125"/>
                  <a:pt x="123" y="125"/>
                  <a:pt x="123" y="125"/>
                </a:cubicBezTo>
                <a:cubicBezTo>
                  <a:pt x="123" y="123"/>
                  <a:pt x="123" y="122"/>
                  <a:pt x="123" y="120"/>
                </a:cubicBezTo>
                <a:cubicBezTo>
                  <a:pt x="122" y="119"/>
                  <a:pt x="121" y="117"/>
                  <a:pt x="119" y="117"/>
                </a:cubicBezTo>
                <a:cubicBezTo>
                  <a:pt x="119" y="117"/>
                  <a:pt x="119" y="117"/>
                  <a:pt x="119" y="117"/>
                </a:cubicBezTo>
                <a:cubicBezTo>
                  <a:pt x="119" y="111"/>
                  <a:pt x="119" y="111"/>
                  <a:pt x="119" y="111"/>
                </a:cubicBezTo>
                <a:close/>
                <a:moveTo>
                  <a:pt x="115" y="124"/>
                </a:moveTo>
                <a:cubicBezTo>
                  <a:pt x="113" y="129"/>
                  <a:pt x="113" y="129"/>
                  <a:pt x="113" y="129"/>
                </a:cubicBezTo>
                <a:cubicBezTo>
                  <a:pt x="110" y="128"/>
                  <a:pt x="107" y="129"/>
                  <a:pt x="106" y="130"/>
                </a:cubicBezTo>
                <a:cubicBezTo>
                  <a:pt x="100" y="136"/>
                  <a:pt x="100" y="136"/>
                  <a:pt x="100" y="136"/>
                </a:cubicBezTo>
                <a:cubicBezTo>
                  <a:pt x="99" y="137"/>
                  <a:pt x="98" y="140"/>
                  <a:pt x="99" y="142"/>
                </a:cubicBezTo>
                <a:cubicBezTo>
                  <a:pt x="94" y="145"/>
                  <a:pt x="94" y="145"/>
                  <a:pt x="94" y="145"/>
                </a:cubicBezTo>
                <a:cubicBezTo>
                  <a:pt x="93" y="142"/>
                  <a:pt x="90" y="141"/>
                  <a:pt x="88" y="141"/>
                </a:cubicBezTo>
                <a:cubicBezTo>
                  <a:pt x="80" y="141"/>
                  <a:pt x="80" y="141"/>
                  <a:pt x="80" y="141"/>
                </a:cubicBezTo>
                <a:cubicBezTo>
                  <a:pt x="78" y="141"/>
                  <a:pt x="76" y="142"/>
                  <a:pt x="75" y="145"/>
                </a:cubicBezTo>
                <a:cubicBezTo>
                  <a:pt x="69" y="142"/>
                  <a:pt x="69" y="142"/>
                  <a:pt x="69" y="142"/>
                </a:cubicBezTo>
                <a:cubicBezTo>
                  <a:pt x="70" y="140"/>
                  <a:pt x="70" y="137"/>
                  <a:pt x="68" y="136"/>
                </a:cubicBezTo>
                <a:cubicBezTo>
                  <a:pt x="63" y="130"/>
                  <a:pt x="63" y="130"/>
                  <a:pt x="63" y="130"/>
                </a:cubicBezTo>
                <a:cubicBezTo>
                  <a:pt x="61" y="129"/>
                  <a:pt x="58" y="128"/>
                  <a:pt x="56" y="129"/>
                </a:cubicBezTo>
                <a:cubicBezTo>
                  <a:pt x="53" y="124"/>
                  <a:pt x="53" y="124"/>
                  <a:pt x="53" y="124"/>
                </a:cubicBezTo>
                <a:cubicBezTo>
                  <a:pt x="56" y="123"/>
                  <a:pt x="57" y="120"/>
                  <a:pt x="57" y="118"/>
                </a:cubicBezTo>
                <a:cubicBezTo>
                  <a:pt x="57" y="110"/>
                  <a:pt x="57" y="110"/>
                  <a:pt x="57" y="110"/>
                </a:cubicBezTo>
                <a:cubicBezTo>
                  <a:pt x="57" y="108"/>
                  <a:pt x="56" y="105"/>
                  <a:pt x="53" y="104"/>
                </a:cubicBezTo>
                <a:cubicBezTo>
                  <a:pt x="56" y="99"/>
                  <a:pt x="56" y="99"/>
                  <a:pt x="56" y="99"/>
                </a:cubicBezTo>
                <a:cubicBezTo>
                  <a:pt x="58" y="100"/>
                  <a:pt x="61" y="99"/>
                  <a:pt x="63" y="98"/>
                </a:cubicBezTo>
                <a:cubicBezTo>
                  <a:pt x="68" y="92"/>
                  <a:pt x="68" y="92"/>
                  <a:pt x="68" y="92"/>
                </a:cubicBezTo>
                <a:cubicBezTo>
                  <a:pt x="70" y="91"/>
                  <a:pt x="70" y="88"/>
                  <a:pt x="69" y="86"/>
                </a:cubicBezTo>
                <a:cubicBezTo>
                  <a:pt x="75" y="83"/>
                  <a:pt x="75" y="83"/>
                  <a:pt x="75" y="83"/>
                </a:cubicBezTo>
                <a:cubicBezTo>
                  <a:pt x="76" y="86"/>
                  <a:pt x="78" y="87"/>
                  <a:pt x="80" y="87"/>
                </a:cubicBezTo>
                <a:cubicBezTo>
                  <a:pt x="88" y="87"/>
                  <a:pt x="88" y="87"/>
                  <a:pt x="88" y="87"/>
                </a:cubicBezTo>
                <a:cubicBezTo>
                  <a:pt x="90" y="87"/>
                  <a:pt x="93" y="86"/>
                  <a:pt x="94" y="83"/>
                </a:cubicBezTo>
                <a:cubicBezTo>
                  <a:pt x="99" y="86"/>
                  <a:pt x="99" y="86"/>
                  <a:pt x="99" y="86"/>
                </a:cubicBezTo>
                <a:cubicBezTo>
                  <a:pt x="98" y="88"/>
                  <a:pt x="99" y="91"/>
                  <a:pt x="100" y="92"/>
                </a:cubicBezTo>
                <a:cubicBezTo>
                  <a:pt x="106" y="98"/>
                  <a:pt x="106" y="98"/>
                  <a:pt x="106" y="98"/>
                </a:cubicBezTo>
                <a:cubicBezTo>
                  <a:pt x="107" y="99"/>
                  <a:pt x="110" y="100"/>
                  <a:pt x="113" y="99"/>
                </a:cubicBezTo>
                <a:cubicBezTo>
                  <a:pt x="115" y="104"/>
                  <a:pt x="115" y="104"/>
                  <a:pt x="115" y="104"/>
                </a:cubicBezTo>
                <a:cubicBezTo>
                  <a:pt x="112" y="105"/>
                  <a:pt x="111" y="108"/>
                  <a:pt x="111" y="110"/>
                </a:cubicBezTo>
                <a:cubicBezTo>
                  <a:pt x="111" y="118"/>
                  <a:pt x="111" y="118"/>
                  <a:pt x="111" y="118"/>
                </a:cubicBezTo>
                <a:cubicBezTo>
                  <a:pt x="111" y="120"/>
                  <a:pt x="112" y="123"/>
                  <a:pt x="115" y="1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8" name="Freeform 73">
            <a:extLst>
              <a:ext uri="{FF2B5EF4-FFF2-40B4-BE49-F238E27FC236}">
                <a16:creationId xmlns:a16="http://schemas.microsoft.com/office/drawing/2014/main" id="{194919DB-1A8A-46CF-9645-AD42057EAE07}"/>
              </a:ext>
            </a:extLst>
          </p:cNvPr>
          <p:cNvSpPr>
            <a:spLocks noChangeAspect="1" noEditPoints="1"/>
          </p:cNvSpPr>
          <p:nvPr/>
        </p:nvSpPr>
        <p:spPr bwMode="auto">
          <a:xfrm>
            <a:off x="1541528" y="3380289"/>
            <a:ext cx="398462" cy="400050"/>
          </a:xfrm>
          <a:custGeom>
            <a:avLst/>
            <a:gdLst>
              <a:gd name="T0" fmla="*/ 120 w 256"/>
              <a:gd name="T1" fmla="*/ 204 h 256"/>
              <a:gd name="T2" fmla="*/ 96 w 256"/>
              <a:gd name="T3" fmla="*/ 196 h 256"/>
              <a:gd name="T4" fmla="*/ 248 w 256"/>
              <a:gd name="T5" fmla="*/ 220 h 256"/>
              <a:gd name="T6" fmla="*/ 212 w 256"/>
              <a:gd name="T7" fmla="*/ 118 h 256"/>
              <a:gd name="T8" fmla="*/ 196 w 256"/>
              <a:gd name="T9" fmla="*/ 0 h 256"/>
              <a:gd name="T10" fmla="*/ 196 w 256"/>
              <a:gd name="T11" fmla="*/ 120 h 256"/>
              <a:gd name="T12" fmla="*/ 204 w 256"/>
              <a:gd name="T13" fmla="*/ 220 h 256"/>
              <a:gd name="T14" fmla="*/ 200 w 256"/>
              <a:gd name="T15" fmla="*/ 228 h 256"/>
              <a:gd name="T16" fmla="*/ 248 w 256"/>
              <a:gd name="T17" fmla="*/ 256 h 256"/>
              <a:gd name="T18" fmla="*/ 256 w 256"/>
              <a:gd name="T19" fmla="*/ 228 h 256"/>
              <a:gd name="T20" fmla="*/ 196 w 256"/>
              <a:gd name="T21" fmla="*/ 112 h 256"/>
              <a:gd name="T22" fmla="*/ 196 w 256"/>
              <a:gd name="T23" fmla="*/ 8 h 256"/>
              <a:gd name="T24" fmla="*/ 196 w 256"/>
              <a:gd name="T25" fmla="*/ 112 h 256"/>
              <a:gd name="T26" fmla="*/ 194 w 256"/>
              <a:gd name="T27" fmla="*/ 52 h 256"/>
              <a:gd name="T28" fmla="*/ 173 w 256"/>
              <a:gd name="T29" fmla="*/ 37 h 256"/>
              <a:gd name="T30" fmla="*/ 188 w 256"/>
              <a:gd name="T31" fmla="*/ 58 h 256"/>
              <a:gd name="T32" fmla="*/ 196 w 256"/>
              <a:gd name="T33" fmla="*/ 68 h 256"/>
              <a:gd name="T34" fmla="*/ 196 w 256"/>
              <a:gd name="T35" fmla="*/ 52 h 256"/>
              <a:gd name="T36" fmla="*/ 180 w 256"/>
              <a:gd name="T37" fmla="*/ 136 h 256"/>
              <a:gd name="T38" fmla="*/ 144 w 256"/>
              <a:gd name="T39" fmla="*/ 220 h 256"/>
              <a:gd name="T40" fmla="*/ 136 w 256"/>
              <a:gd name="T41" fmla="*/ 108 h 256"/>
              <a:gd name="T42" fmla="*/ 16 w 256"/>
              <a:gd name="T43" fmla="*/ 116 h 256"/>
              <a:gd name="T44" fmla="*/ 8 w 256"/>
              <a:gd name="T45" fmla="*/ 220 h 256"/>
              <a:gd name="T46" fmla="*/ 0 w 256"/>
              <a:gd name="T47" fmla="*/ 256 h 256"/>
              <a:gd name="T48" fmla="*/ 8 w 256"/>
              <a:gd name="T49" fmla="*/ 228 h 256"/>
              <a:gd name="T50" fmla="*/ 188 w 256"/>
              <a:gd name="T51" fmla="*/ 136 h 256"/>
              <a:gd name="T52" fmla="*/ 68 w 256"/>
              <a:gd name="T53" fmla="*/ 116 h 256"/>
              <a:gd name="T54" fmla="*/ 92 w 256"/>
              <a:gd name="T55" fmla="*/ 132 h 256"/>
              <a:gd name="T56" fmla="*/ 68 w 256"/>
              <a:gd name="T57" fmla="*/ 116 h 256"/>
              <a:gd name="T58" fmla="*/ 24 w 256"/>
              <a:gd name="T59" fmla="*/ 220 h 256"/>
              <a:gd name="T60" fmla="*/ 60 w 256"/>
              <a:gd name="T61" fmla="*/ 116 h 256"/>
              <a:gd name="T62" fmla="*/ 64 w 256"/>
              <a:gd name="T63" fmla="*/ 140 h 256"/>
              <a:gd name="T64" fmla="*/ 100 w 256"/>
              <a:gd name="T65" fmla="*/ 136 h 256"/>
              <a:gd name="T66" fmla="*/ 136 w 256"/>
              <a:gd name="T67" fmla="*/ 1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256">
                <a:moveTo>
                  <a:pt x="96" y="204"/>
                </a:moveTo>
                <a:cubicBezTo>
                  <a:pt x="120" y="204"/>
                  <a:pt x="120" y="204"/>
                  <a:pt x="120" y="204"/>
                </a:cubicBezTo>
                <a:cubicBezTo>
                  <a:pt x="120" y="196"/>
                  <a:pt x="120" y="196"/>
                  <a:pt x="120" y="196"/>
                </a:cubicBezTo>
                <a:cubicBezTo>
                  <a:pt x="96" y="196"/>
                  <a:pt x="96" y="196"/>
                  <a:pt x="96" y="196"/>
                </a:cubicBezTo>
                <a:lnTo>
                  <a:pt x="96" y="204"/>
                </a:lnTo>
                <a:close/>
                <a:moveTo>
                  <a:pt x="248" y="220"/>
                </a:moveTo>
                <a:cubicBezTo>
                  <a:pt x="212" y="220"/>
                  <a:pt x="212" y="220"/>
                  <a:pt x="212" y="220"/>
                </a:cubicBezTo>
                <a:cubicBezTo>
                  <a:pt x="212" y="118"/>
                  <a:pt x="212" y="118"/>
                  <a:pt x="212" y="118"/>
                </a:cubicBezTo>
                <a:cubicBezTo>
                  <a:pt x="237" y="111"/>
                  <a:pt x="256" y="88"/>
                  <a:pt x="256" y="60"/>
                </a:cubicBezTo>
                <a:cubicBezTo>
                  <a:pt x="256" y="27"/>
                  <a:pt x="229" y="0"/>
                  <a:pt x="196" y="0"/>
                </a:cubicBezTo>
                <a:cubicBezTo>
                  <a:pt x="163" y="0"/>
                  <a:pt x="136" y="27"/>
                  <a:pt x="136" y="60"/>
                </a:cubicBezTo>
                <a:cubicBezTo>
                  <a:pt x="136" y="93"/>
                  <a:pt x="163" y="120"/>
                  <a:pt x="196" y="120"/>
                </a:cubicBezTo>
                <a:cubicBezTo>
                  <a:pt x="199" y="120"/>
                  <a:pt x="201" y="120"/>
                  <a:pt x="204" y="119"/>
                </a:cubicBezTo>
                <a:cubicBezTo>
                  <a:pt x="204" y="220"/>
                  <a:pt x="204" y="220"/>
                  <a:pt x="204" y="220"/>
                </a:cubicBezTo>
                <a:cubicBezTo>
                  <a:pt x="200" y="220"/>
                  <a:pt x="200" y="220"/>
                  <a:pt x="200" y="220"/>
                </a:cubicBezTo>
                <a:cubicBezTo>
                  <a:pt x="200" y="228"/>
                  <a:pt x="200" y="228"/>
                  <a:pt x="200" y="228"/>
                </a:cubicBezTo>
                <a:cubicBezTo>
                  <a:pt x="248" y="228"/>
                  <a:pt x="248" y="228"/>
                  <a:pt x="248" y="228"/>
                </a:cubicBezTo>
                <a:cubicBezTo>
                  <a:pt x="248" y="256"/>
                  <a:pt x="248" y="256"/>
                  <a:pt x="248" y="256"/>
                </a:cubicBezTo>
                <a:cubicBezTo>
                  <a:pt x="256" y="256"/>
                  <a:pt x="256" y="256"/>
                  <a:pt x="256" y="256"/>
                </a:cubicBezTo>
                <a:cubicBezTo>
                  <a:pt x="256" y="228"/>
                  <a:pt x="256" y="228"/>
                  <a:pt x="256" y="228"/>
                </a:cubicBezTo>
                <a:cubicBezTo>
                  <a:pt x="256" y="224"/>
                  <a:pt x="252" y="220"/>
                  <a:pt x="248" y="220"/>
                </a:cubicBezTo>
                <a:close/>
                <a:moveTo>
                  <a:pt x="196" y="112"/>
                </a:moveTo>
                <a:cubicBezTo>
                  <a:pt x="167" y="112"/>
                  <a:pt x="144" y="89"/>
                  <a:pt x="144" y="60"/>
                </a:cubicBezTo>
                <a:cubicBezTo>
                  <a:pt x="144" y="31"/>
                  <a:pt x="167" y="8"/>
                  <a:pt x="196" y="8"/>
                </a:cubicBezTo>
                <a:cubicBezTo>
                  <a:pt x="225" y="8"/>
                  <a:pt x="248" y="31"/>
                  <a:pt x="248" y="60"/>
                </a:cubicBezTo>
                <a:cubicBezTo>
                  <a:pt x="248" y="89"/>
                  <a:pt x="225" y="112"/>
                  <a:pt x="196" y="112"/>
                </a:cubicBezTo>
                <a:close/>
                <a:moveTo>
                  <a:pt x="196" y="52"/>
                </a:moveTo>
                <a:cubicBezTo>
                  <a:pt x="195" y="52"/>
                  <a:pt x="195" y="52"/>
                  <a:pt x="194" y="52"/>
                </a:cubicBezTo>
                <a:cubicBezTo>
                  <a:pt x="179" y="37"/>
                  <a:pt x="179" y="37"/>
                  <a:pt x="179" y="37"/>
                </a:cubicBezTo>
                <a:cubicBezTo>
                  <a:pt x="177" y="36"/>
                  <a:pt x="175" y="36"/>
                  <a:pt x="173" y="37"/>
                </a:cubicBezTo>
                <a:cubicBezTo>
                  <a:pt x="172" y="39"/>
                  <a:pt x="172" y="41"/>
                  <a:pt x="173" y="43"/>
                </a:cubicBezTo>
                <a:cubicBezTo>
                  <a:pt x="188" y="58"/>
                  <a:pt x="188" y="58"/>
                  <a:pt x="188" y="58"/>
                </a:cubicBezTo>
                <a:cubicBezTo>
                  <a:pt x="188" y="59"/>
                  <a:pt x="188" y="59"/>
                  <a:pt x="188" y="60"/>
                </a:cubicBezTo>
                <a:cubicBezTo>
                  <a:pt x="188" y="64"/>
                  <a:pt x="192" y="68"/>
                  <a:pt x="196" y="68"/>
                </a:cubicBezTo>
                <a:cubicBezTo>
                  <a:pt x="200" y="68"/>
                  <a:pt x="204" y="64"/>
                  <a:pt x="204" y="60"/>
                </a:cubicBezTo>
                <a:cubicBezTo>
                  <a:pt x="204" y="56"/>
                  <a:pt x="200" y="52"/>
                  <a:pt x="196" y="52"/>
                </a:cubicBezTo>
                <a:close/>
                <a:moveTo>
                  <a:pt x="184" y="132"/>
                </a:moveTo>
                <a:cubicBezTo>
                  <a:pt x="182" y="132"/>
                  <a:pt x="180" y="134"/>
                  <a:pt x="180" y="136"/>
                </a:cubicBezTo>
                <a:cubicBezTo>
                  <a:pt x="180" y="220"/>
                  <a:pt x="180" y="220"/>
                  <a:pt x="180" y="220"/>
                </a:cubicBezTo>
                <a:cubicBezTo>
                  <a:pt x="144" y="220"/>
                  <a:pt x="144" y="220"/>
                  <a:pt x="144" y="220"/>
                </a:cubicBezTo>
                <a:cubicBezTo>
                  <a:pt x="144" y="116"/>
                  <a:pt x="144" y="116"/>
                  <a:pt x="144" y="116"/>
                </a:cubicBezTo>
                <a:cubicBezTo>
                  <a:pt x="144" y="112"/>
                  <a:pt x="140" y="108"/>
                  <a:pt x="136" y="108"/>
                </a:cubicBezTo>
                <a:cubicBezTo>
                  <a:pt x="24" y="108"/>
                  <a:pt x="24" y="108"/>
                  <a:pt x="24" y="108"/>
                </a:cubicBezTo>
                <a:cubicBezTo>
                  <a:pt x="20" y="108"/>
                  <a:pt x="16" y="112"/>
                  <a:pt x="16" y="116"/>
                </a:cubicBezTo>
                <a:cubicBezTo>
                  <a:pt x="16" y="220"/>
                  <a:pt x="16" y="220"/>
                  <a:pt x="16" y="220"/>
                </a:cubicBezTo>
                <a:cubicBezTo>
                  <a:pt x="8" y="220"/>
                  <a:pt x="8" y="220"/>
                  <a:pt x="8" y="220"/>
                </a:cubicBezTo>
                <a:cubicBezTo>
                  <a:pt x="4" y="220"/>
                  <a:pt x="0" y="224"/>
                  <a:pt x="0" y="228"/>
                </a:cubicBezTo>
                <a:cubicBezTo>
                  <a:pt x="0" y="256"/>
                  <a:pt x="0" y="256"/>
                  <a:pt x="0" y="256"/>
                </a:cubicBezTo>
                <a:cubicBezTo>
                  <a:pt x="8" y="256"/>
                  <a:pt x="8" y="256"/>
                  <a:pt x="8" y="256"/>
                </a:cubicBezTo>
                <a:cubicBezTo>
                  <a:pt x="8" y="228"/>
                  <a:pt x="8" y="228"/>
                  <a:pt x="8" y="228"/>
                </a:cubicBezTo>
                <a:cubicBezTo>
                  <a:pt x="188" y="228"/>
                  <a:pt x="188" y="228"/>
                  <a:pt x="188" y="228"/>
                </a:cubicBezTo>
                <a:cubicBezTo>
                  <a:pt x="188" y="136"/>
                  <a:pt x="188" y="136"/>
                  <a:pt x="188" y="136"/>
                </a:cubicBezTo>
                <a:cubicBezTo>
                  <a:pt x="188" y="134"/>
                  <a:pt x="186" y="132"/>
                  <a:pt x="184" y="132"/>
                </a:cubicBezTo>
                <a:close/>
                <a:moveTo>
                  <a:pt x="68" y="116"/>
                </a:moveTo>
                <a:cubicBezTo>
                  <a:pt x="92" y="116"/>
                  <a:pt x="92" y="116"/>
                  <a:pt x="92" y="116"/>
                </a:cubicBezTo>
                <a:cubicBezTo>
                  <a:pt x="92" y="132"/>
                  <a:pt x="92" y="132"/>
                  <a:pt x="92" y="132"/>
                </a:cubicBezTo>
                <a:cubicBezTo>
                  <a:pt x="68" y="132"/>
                  <a:pt x="68" y="132"/>
                  <a:pt x="68" y="132"/>
                </a:cubicBezTo>
                <a:lnTo>
                  <a:pt x="68" y="116"/>
                </a:lnTo>
                <a:close/>
                <a:moveTo>
                  <a:pt x="136" y="220"/>
                </a:moveTo>
                <a:cubicBezTo>
                  <a:pt x="24" y="220"/>
                  <a:pt x="24" y="220"/>
                  <a:pt x="24" y="220"/>
                </a:cubicBezTo>
                <a:cubicBezTo>
                  <a:pt x="24" y="116"/>
                  <a:pt x="24" y="116"/>
                  <a:pt x="24" y="116"/>
                </a:cubicBezTo>
                <a:cubicBezTo>
                  <a:pt x="60" y="116"/>
                  <a:pt x="60" y="116"/>
                  <a:pt x="60" y="116"/>
                </a:cubicBezTo>
                <a:cubicBezTo>
                  <a:pt x="60" y="136"/>
                  <a:pt x="60" y="136"/>
                  <a:pt x="60" y="136"/>
                </a:cubicBezTo>
                <a:cubicBezTo>
                  <a:pt x="60" y="138"/>
                  <a:pt x="62" y="140"/>
                  <a:pt x="64" y="140"/>
                </a:cubicBezTo>
                <a:cubicBezTo>
                  <a:pt x="96" y="140"/>
                  <a:pt x="96" y="140"/>
                  <a:pt x="96" y="140"/>
                </a:cubicBezTo>
                <a:cubicBezTo>
                  <a:pt x="98" y="140"/>
                  <a:pt x="100" y="138"/>
                  <a:pt x="100" y="136"/>
                </a:cubicBezTo>
                <a:cubicBezTo>
                  <a:pt x="100" y="116"/>
                  <a:pt x="100" y="116"/>
                  <a:pt x="100" y="116"/>
                </a:cubicBezTo>
                <a:cubicBezTo>
                  <a:pt x="136" y="116"/>
                  <a:pt x="136" y="116"/>
                  <a:pt x="136" y="116"/>
                </a:cubicBezTo>
                <a:lnTo>
                  <a:pt x="136" y="22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2" name="Freeform 77">
            <a:extLst>
              <a:ext uri="{FF2B5EF4-FFF2-40B4-BE49-F238E27FC236}">
                <a16:creationId xmlns:a16="http://schemas.microsoft.com/office/drawing/2014/main" id="{70A78BFC-4083-4755-B49C-05A1DE582DC8}"/>
              </a:ext>
            </a:extLst>
          </p:cNvPr>
          <p:cNvSpPr>
            <a:spLocks noChangeAspect="1" noEditPoints="1"/>
          </p:cNvSpPr>
          <p:nvPr/>
        </p:nvSpPr>
        <p:spPr bwMode="auto">
          <a:xfrm>
            <a:off x="2508380" y="3380289"/>
            <a:ext cx="400050" cy="400050"/>
          </a:xfrm>
          <a:custGeom>
            <a:avLst/>
            <a:gdLst>
              <a:gd name="T0" fmla="*/ 128 w 256"/>
              <a:gd name="T1" fmla="*/ 228 h 256"/>
              <a:gd name="T2" fmla="*/ 140 w 256"/>
              <a:gd name="T3" fmla="*/ 236 h 256"/>
              <a:gd name="T4" fmla="*/ 148 w 256"/>
              <a:gd name="T5" fmla="*/ 256 h 256"/>
              <a:gd name="T6" fmla="*/ 212 w 256"/>
              <a:gd name="T7" fmla="*/ 236 h 256"/>
              <a:gd name="T8" fmla="*/ 220 w 256"/>
              <a:gd name="T9" fmla="*/ 256 h 256"/>
              <a:gd name="T10" fmla="*/ 216 w 256"/>
              <a:gd name="T11" fmla="*/ 228 h 256"/>
              <a:gd name="T12" fmla="*/ 24 w 256"/>
              <a:gd name="T13" fmla="*/ 228 h 256"/>
              <a:gd name="T14" fmla="*/ 36 w 256"/>
              <a:gd name="T15" fmla="*/ 236 h 256"/>
              <a:gd name="T16" fmla="*/ 44 w 256"/>
              <a:gd name="T17" fmla="*/ 256 h 256"/>
              <a:gd name="T18" fmla="*/ 104 w 256"/>
              <a:gd name="T19" fmla="*/ 236 h 256"/>
              <a:gd name="T20" fmla="*/ 112 w 256"/>
              <a:gd name="T21" fmla="*/ 256 h 256"/>
              <a:gd name="T22" fmla="*/ 108 w 256"/>
              <a:gd name="T23" fmla="*/ 228 h 256"/>
              <a:gd name="T24" fmla="*/ 240 w 256"/>
              <a:gd name="T25" fmla="*/ 200 h 256"/>
              <a:gd name="T26" fmla="*/ 236 w 256"/>
              <a:gd name="T27" fmla="*/ 100 h 256"/>
              <a:gd name="T28" fmla="*/ 152 w 256"/>
              <a:gd name="T29" fmla="*/ 4 h 256"/>
              <a:gd name="T30" fmla="*/ 40 w 256"/>
              <a:gd name="T31" fmla="*/ 0 h 256"/>
              <a:gd name="T32" fmla="*/ 36 w 256"/>
              <a:gd name="T33" fmla="*/ 84 h 256"/>
              <a:gd name="T34" fmla="*/ 44 w 256"/>
              <a:gd name="T35" fmla="*/ 8 h 256"/>
              <a:gd name="T36" fmla="*/ 76 w 256"/>
              <a:gd name="T37" fmla="*/ 24 h 256"/>
              <a:gd name="T38" fmla="*/ 108 w 256"/>
              <a:gd name="T39" fmla="*/ 28 h 256"/>
              <a:gd name="T40" fmla="*/ 112 w 256"/>
              <a:gd name="T41" fmla="*/ 8 h 256"/>
              <a:gd name="T42" fmla="*/ 144 w 256"/>
              <a:gd name="T43" fmla="*/ 100 h 256"/>
              <a:gd name="T44" fmla="*/ 16 w 256"/>
              <a:gd name="T45" fmla="*/ 104 h 256"/>
              <a:gd name="T46" fmla="*/ 24 w 256"/>
              <a:gd name="T47" fmla="*/ 184 h 256"/>
              <a:gd name="T48" fmla="*/ 56 w 256"/>
              <a:gd name="T49" fmla="*/ 108 h 256"/>
              <a:gd name="T50" fmla="*/ 60 w 256"/>
              <a:gd name="T51" fmla="*/ 128 h 256"/>
              <a:gd name="T52" fmla="*/ 92 w 256"/>
              <a:gd name="T53" fmla="*/ 124 h 256"/>
              <a:gd name="T54" fmla="*/ 124 w 256"/>
              <a:gd name="T55" fmla="*/ 108 h 256"/>
              <a:gd name="T56" fmla="*/ 4 w 256"/>
              <a:gd name="T57" fmla="*/ 200 h 256"/>
              <a:gd name="T58" fmla="*/ 0 w 256"/>
              <a:gd name="T59" fmla="*/ 256 h 256"/>
              <a:gd name="T60" fmla="*/ 8 w 256"/>
              <a:gd name="T61" fmla="*/ 208 h 256"/>
              <a:gd name="T62" fmla="*/ 248 w 256"/>
              <a:gd name="T63" fmla="*/ 228 h 256"/>
              <a:gd name="T64" fmla="*/ 236 w 256"/>
              <a:gd name="T65" fmla="*/ 236 h 256"/>
              <a:gd name="T66" fmla="*/ 248 w 256"/>
              <a:gd name="T67" fmla="*/ 256 h 256"/>
              <a:gd name="T68" fmla="*/ 256 w 256"/>
              <a:gd name="T69" fmla="*/ 204 h 256"/>
              <a:gd name="T70" fmla="*/ 104 w 256"/>
              <a:gd name="T71" fmla="*/ 20 h 256"/>
              <a:gd name="T72" fmla="*/ 84 w 256"/>
              <a:gd name="T73" fmla="*/ 8 h 256"/>
              <a:gd name="T74" fmla="*/ 104 w 256"/>
              <a:gd name="T75" fmla="*/ 20 h 256"/>
              <a:gd name="T76" fmla="*/ 64 w 256"/>
              <a:gd name="T77" fmla="*/ 120 h 256"/>
              <a:gd name="T78" fmla="*/ 84 w 256"/>
              <a:gd name="T79" fmla="*/ 108 h 256"/>
              <a:gd name="T80" fmla="*/ 172 w 256"/>
              <a:gd name="T81" fmla="*/ 108 h 256"/>
              <a:gd name="T82" fmla="*/ 192 w 256"/>
              <a:gd name="T83" fmla="*/ 120 h 256"/>
              <a:gd name="T84" fmla="*/ 172 w 256"/>
              <a:gd name="T85" fmla="*/ 108 h 256"/>
              <a:gd name="T86" fmla="*/ 132 w 256"/>
              <a:gd name="T87" fmla="*/ 200 h 256"/>
              <a:gd name="T88" fmla="*/ 164 w 256"/>
              <a:gd name="T89" fmla="*/ 108 h 256"/>
              <a:gd name="T90" fmla="*/ 168 w 256"/>
              <a:gd name="T91" fmla="*/ 128 h 256"/>
              <a:gd name="T92" fmla="*/ 200 w 256"/>
              <a:gd name="T93" fmla="*/ 124 h 256"/>
              <a:gd name="T94" fmla="*/ 232 w 256"/>
              <a:gd name="T95" fmla="*/ 108 h 256"/>
              <a:gd name="T96" fmla="*/ 192 w 256"/>
              <a:gd name="T97" fmla="*/ 184 h 256"/>
              <a:gd name="T98" fmla="*/ 216 w 256"/>
              <a:gd name="T99" fmla="*/ 176 h 256"/>
              <a:gd name="T100" fmla="*/ 192 w 256"/>
              <a:gd name="T101" fmla="*/ 184 h 256"/>
              <a:gd name="T102" fmla="*/ 104 w 256"/>
              <a:gd name="T103" fmla="*/ 84 h 256"/>
              <a:gd name="T104" fmla="*/ 128 w 256"/>
              <a:gd name="T105" fmla="*/ 76 h 256"/>
              <a:gd name="T106" fmla="*/ 84 w 256"/>
              <a:gd name="T107" fmla="*/ 176 h 256"/>
              <a:gd name="T108" fmla="*/ 108 w 256"/>
              <a:gd name="T109" fmla="*/ 184 h 256"/>
              <a:gd name="T110" fmla="*/ 84 w 256"/>
              <a:gd name="T111" fmla="*/ 17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56">
                <a:moveTo>
                  <a:pt x="216" y="228"/>
                </a:moveTo>
                <a:cubicBezTo>
                  <a:pt x="128" y="228"/>
                  <a:pt x="128" y="228"/>
                  <a:pt x="128" y="228"/>
                </a:cubicBezTo>
                <a:cubicBezTo>
                  <a:pt x="128" y="236"/>
                  <a:pt x="128" y="236"/>
                  <a:pt x="128" y="236"/>
                </a:cubicBezTo>
                <a:cubicBezTo>
                  <a:pt x="140" y="236"/>
                  <a:pt x="140" y="236"/>
                  <a:pt x="140" y="236"/>
                </a:cubicBezTo>
                <a:cubicBezTo>
                  <a:pt x="140" y="256"/>
                  <a:pt x="140" y="256"/>
                  <a:pt x="140" y="256"/>
                </a:cubicBezTo>
                <a:cubicBezTo>
                  <a:pt x="148" y="256"/>
                  <a:pt x="148" y="256"/>
                  <a:pt x="148" y="256"/>
                </a:cubicBezTo>
                <a:cubicBezTo>
                  <a:pt x="148" y="236"/>
                  <a:pt x="148" y="236"/>
                  <a:pt x="148" y="236"/>
                </a:cubicBezTo>
                <a:cubicBezTo>
                  <a:pt x="212" y="236"/>
                  <a:pt x="212" y="236"/>
                  <a:pt x="212" y="236"/>
                </a:cubicBezTo>
                <a:cubicBezTo>
                  <a:pt x="212" y="256"/>
                  <a:pt x="212" y="256"/>
                  <a:pt x="212" y="256"/>
                </a:cubicBezTo>
                <a:cubicBezTo>
                  <a:pt x="220" y="256"/>
                  <a:pt x="220" y="256"/>
                  <a:pt x="220" y="256"/>
                </a:cubicBezTo>
                <a:cubicBezTo>
                  <a:pt x="220" y="232"/>
                  <a:pt x="220" y="232"/>
                  <a:pt x="220" y="232"/>
                </a:cubicBezTo>
                <a:cubicBezTo>
                  <a:pt x="220" y="230"/>
                  <a:pt x="218" y="228"/>
                  <a:pt x="216" y="228"/>
                </a:cubicBezTo>
                <a:close/>
                <a:moveTo>
                  <a:pt x="108" y="228"/>
                </a:moveTo>
                <a:cubicBezTo>
                  <a:pt x="24" y="228"/>
                  <a:pt x="24" y="228"/>
                  <a:pt x="24" y="228"/>
                </a:cubicBezTo>
                <a:cubicBezTo>
                  <a:pt x="24" y="236"/>
                  <a:pt x="24" y="236"/>
                  <a:pt x="24" y="236"/>
                </a:cubicBezTo>
                <a:cubicBezTo>
                  <a:pt x="36" y="236"/>
                  <a:pt x="36" y="236"/>
                  <a:pt x="36" y="236"/>
                </a:cubicBezTo>
                <a:cubicBezTo>
                  <a:pt x="36" y="256"/>
                  <a:pt x="36" y="256"/>
                  <a:pt x="36" y="256"/>
                </a:cubicBezTo>
                <a:cubicBezTo>
                  <a:pt x="44" y="256"/>
                  <a:pt x="44" y="256"/>
                  <a:pt x="44" y="256"/>
                </a:cubicBezTo>
                <a:cubicBezTo>
                  <a:pt x="44" y="236"/>
                  <a:pt x="44" y="236"/>
                  <a:pt x="44" y="236"/>
                </a:cubicBezTo>
                <a:cubicBezTo>
                  <a:pt x="104" y="236"/>
                  <a:pt x="104" y="236"/>
                  <a:pt x="104" y="236"/>
                </a:cubicBezTo>
                <a:cubicBezTo>
                  <a:pt x="104" y="256"/>
                  <a:pt x="104" y="256"/>
                  <a:pt x="104" y="256"/>
                </a:cubicBezTo>
                <a:cubicBezTo>
                  <a:pt x="112" y="256"/>
                  <a:pt x="112" y="256"/>
                  <a:pt x="112" y="256"/>
                </a:cubicBezTo>
                <a:cubicBezTo>
                  <a:pt x="112" y="232"/>
                  <a:pt x="112" y="232"/>
                  <a:pt x="112" y="232"/>
                </a:cubicBezTo>
                <a:cubicBezTo>
                  <a:pt x="112" y="230"/>
                  <a:pt x="110" y="228"/>
                  <a:pt x="108" y="228"/>
                </a:cubicBezTo>
                <a:close/>
                <a:moveTo>
                  <a:pt x="252" y="200"/>
                </a:moveTo>
                <a:cubicBezTo>
                  <a:pt x="240" y="200"/>
                  <a:pt x="240" y="200"/>
                  <a:pt x="240" y="200"/>
                </a:cubicBezTo>
                <a:cubicBezTo>
                  <a:pt x="240" y="104"/>
                  <a:pt x="240" y="104"/>
                  <a:pt x="240" y="104"/>
                </a:cubicBezTo>
                <a:cubicBezTo>
                  <a:pt x="240" y="102"/>
                  <a:pt x="238" y="100"/>
                  <a:pt x="236" y="100"/>
                </a:cubicBezTo>
                <a:cubicBezTo>
                  <a:pt x="152" y="100"/>
                  <a:pt x="152" y="100"/>
                  <a:pt x="152" y="100"/>
                </a:cubicBezTo>
                <a:cubicBezTo>
                  <a:pt x="152" y="4"/>
                  <a:pt x="152" y="4"/>
                  <a:pt x="152" y="4"/>
                </a:cubicBezTo>
                <a:cubicBezTo>
                  <a:pt x="152" y="2"/>
                  <a:pt x="150" y="0"/>
                  <a:pt x="148" y="0"/>
                </a:cubicBezTo>
                <a:cubicBezTo>
                  <a:pt x="40" y="0"/>
                  <a:pt x="40" y="0"/>
                  <a:pt x="40" y="0"/>
                </a:cubicBezTo>
                <a:cubicBezTo>
                  <a:pt x="38" y="0"/>
                  <a:pt x="36" y="2"/>
                  <a:pt x="36" y="4"/>
                </a:cubicBezTo>
                <a:cubicBezTo>
                  <a:pt x="36" y="84"/>
                  <a:pt x="36" y="84"/>
                  <a:pt x="36" y="84"/>
                </a:cubicBezTo>
                <a:cubicBezTo>
                  <a:pt x="44" y="84"/>
                  <a:pt x="44" y="84"/>
                  <a:pt x="44" y="84"/>
                </a:cubicBezTo>
                <a:cubicBezTo>
                  <a:pt x="44" y="8"/>
                  <a:pt x="44" y="8"/>
                  <a:pt x="44" y="8"/>
                </a:cubicBezTo>
                <a:cubicBezTo>
                  <a:pt x="76" y="8"/>
                  <a:pt x="76" y="8"/>
                  <a:pt x="76" y="8"/>
                </a:cubicBezTo>
                <a:cubicBezTo>
                  <a:pt x="76" y="24"/>
                  <a:pt x="76" y="24"/>
                  <a:pt x="76" y="24"/>
                </a:cubicBezTo>
                <a:cubicBezTo>
                  <a:pt x="76" y="26"/>
                  <a:pt x="78" y="28"/>
                  <a:pt x="80" y="28"/>
                </a:cubicBezTo>
                <a:cubicBezTo>
                  <a:pt x="108" y="28"/>
                  <a:pt x="108" y="28"/>
                  <a:pt x="108" y="28"/>
                </a:cubicBezTo>
                <a:cubicBezTo>
                  <a:pt x="110" y="28"/>
                  <a:pt x="112" y="26"/>
                  <a:pt x="112" y="24"/>
                </a:cubicBezTo>
                <a:cubicBezTo>
                  <a:pt x="112" y="8"/>
                  <a:pt x="112" y="8"/>
                  <a:pt x="112" y="8"/>
                </a:cubicBezTo>
                <a:cubicBezTo>
                  <a:pt x="144" y="8"/>
                  <a:pt x="144" y="8"/>
                  <a:pt x="144" y="8"/>
                </a:cubicBezTo>
                <a:cubicBezTo>
                  <a:pt x="144" y="100"/>
                  <a:pt x="144" y="100"/>
                  <a:pt x="144" y="100"/>
                </a:cubicBezTo>
                <a:cubicBezTo>
                  <a:pt x="20" y="100"/>
                  <a:pt x="20" y="100"/>
                  <a:pt x="20" y="100"/>
                </a:cubicBezTo>
                <a:cubicBezTo>
                  <a:pt x="18" y="100"/>
                  <a:pt x="16" y="102"/>
                  <a:pt x="16" y="104"/>
                </a:cubicBezTo>
                <a:cubicBezTo>
                  <a:pt x="16" y="184"/>
                  <a:pt x="16" y="184"/>
                  <a:pt x="16" y="184"/>
                </a:cubicBezTo>
                <a:cubicBezTo>
                  <a:pt x="24" y="184"/>
                  <a:pt x="24" y="184"/>
                  <a:pt x="24" y="184"/>
                </a:cubicBezTo>
                <a:cubicBezTo>
                  <a:pt x="24" y="108"/>
                  <a:pt x="24" y="108"/>
                  <a:pt x="24" y="108"/>
                </a:cubicBezTo>
                <a:cubicBezTo>
                  <a:pt x="56" y="108"/>
                  <a:pt x="56" y="108"/>
                  <a:pt x="56" y="108"/>
                </a:cubicBezTo>
                <a:cubicBezTo>
                  <a:pt x="56" y="124"/>
                  <a:pt x="56" y="124"/>
                  <a:pt x="56" y="124"/>
                </a:cubicBezTo>
                <a:cubicBezTo>
                  <a:pt x="56" y="126"/>
                  <a:pt x="58" y="128"/>
                  <a:pt x="60" y="128"/>
                </a:cubicBezTo>
                <a:cubicBezTo>
                  <a:pt x="88" y="128"/>
                  <a:pt x="88" y="128"/>
                  <a:pt x="88" y="128"/>
                </a:cubicBezTo>
                <a:cubicBezTo>
                  <a:pt x="90" y="128"/>
                  <a:pt x="92" y="126"/>
                  <a:pt x="92" y="124"/>
                </a:cubicBezTo>
                <a:cubicBezTo>
                  <a:pt x="92" y="108"/>
                  <a:pt x="92" y="108"/>
                  <a:pt x="92" y="108"/>
                </a:cubicBezTo>
                <a:cubicBezTo>
                  <a:pt x="124" y="108"/>
                  <a:pt x="124" y="108"/>
                  <a:pt x="124" y="108"/>
                </a:cubicBezTo>
                <a:cubicBezTo>
                  <a:pt x="124" y="200"/>
                  <a:pt x="124" y="200"/>
                  <a:pt x="124" y="200"/>
                </a:cubicBezTo>
                <a:cubicBezTo>
                  <a:pt x="4" y="200"/>
                  <a:pt x="4" y="200"/>
                  <a:pt x="4" y="200"/>
                </a:cubicBezTo>
                <a:cubicBezTo>
                  <a:pt x="2" y="200"/>
                  <a:pt x="0" y="202"/>
                  <a:pt x="0" y="204"/>
                </a:cubicBezTo>
                <a:cubicBezTo>
                  <a:pt x="0" y="256"/>
                  <a:pt x="0" y="256"/>
                  <a:pt x="0" y="256"/>
                </a:cubicBezTo>
                <a:cubicBezTo>
                  <a:pt x="8" y="256"/>
                  <a:pt x="8" y="256"/>
                  <a:pt x="8" y="256"/>
                </a:cubicBezTo>
                <a:cubicBezTo>
                  <a:pt x="8" y="208"/>
                  <a:pt x="8" y="208"/>
                  <a:pt x="8" y="208"/>
                </a:cubicBezTo>
                <a:cubicBezTo>
                  <a:pt x="248" y="208"/>
                  <a:pt x="248" y="208"/>
                  <a:pt x="248" y="208"/>
                </a:cubicBezTo>
                <a:cubicBezTo>
                  <a:pt x="248" y="228"/>
                  <a:pt x="248" y="228"/>
                  <a:pt x="248" y="228"/>
                </a:cubicBezTo>
                <a:cubicBezTo>
                  <a:pt x="236" y="228"/>
                  <a:pt x="236" y="228"/>
                  <a:pt x="236" y="228"/>
                </a:cubicBezTo>
                <a:cubicBezTo>
                  <a:pt x="236" y="236"/>
                  <a:pt x="236" y="236"/>
                  <a:pt x="236" y="236"/>
                </a:cubicBezTo>
                <a:cubicBezTo>
                  <a:pt x="248" y="236"/>
                  <a:pt x="248" y="236"/>
                  <a:pt x="248" y="236"/>
                </a:cubicBezTo>
                <a:cubicBezTo>
                  <a:pt x="248" y="256"/>
                  <a:pt x="248" y="256"/>
                  <a:pt x="248" y="256"/>
                </a:cubicBezTo>
                <a:cubicBezTo>
                  <a:pt x="256" y="256"/>
                  <a:pt x="256" y="256"/>
                  <a:pt x="256" y="256"/>
                </a:cubicBezTo>
                <a:cubicBezTo>
                  <a:pt x="256" y="204"/>
                  <a:pt x="256" y="204"/>
                  <a:pt x="256" y="204"/>
                </a:cubicBezTo>
                <a:cubicBezTo>
                  <a:pt x="256" y="202"/>
                  <a:pt x="254" y="200"/>
                  <a:pt x="252" y="200"/>
                </a:cubicBezTo>
                <a:close/>
                <a:moveTo>
                  <a:pt x="104" y="20"/>
                </a:moveTo>
                <a:cubicBezTo>
                  <a:pt x="84" y="20"/>
                  <a:pt x="84" y="20"/>
                  <a:pt x="84" y="20"/>
                </a:cubicBezTo>
                <a:cubicBezTo>
                  <a:pt x="84" y="8"/>
                  <a:pt x="84" y="8"/>
                  <a:pt x="84" y="8"/>
                </a:cubicBezTo>
                <a:cubicBezTo>
                  <a:pt x="104" y="8"/>
                  <a:pt x="104" y="8"/>
                  <a:pt x="104" y="8"/>
                </a:cubicBezTo>
                <a:lnTo>
                  <a:pt x="104" y="20"/>
                </a:lnTo>
                <a:close/>
                <a:moveTo>
                  <a:pt x="84" y="120"/>
                </a:moveTo>
                <a:cubicBezTo>
                  <a:pt x="64" y="120"/>
                  <a:pt x="64" y="120"/>
                  <a:pt x="64" y="120"/>
                </a:cubicBezTo>
                <a:cubicBezTo>
                  <a:pt x="64" y="108"/>
                  <a:pt x="64" y="108"/>
                  <a:pt x="64" y="108"/>
                </a:cubicBezTo>
                <a:cubicBezTo>
                  <a:pt x="84" y="108"/>
                  <a:pt x="84" y="108"/>
                  <a:pt x="84" y="108"/>
                </a:cubicBezTo>
                <a:lnTo>
                  <a:pt x="84" y="120"/>
                </a:lnTo>
                <a:close/>
                <a:moveTo>
                  <a:pt x="172" y="108"/>
                </a:moveTo>
                <a:cubicBezTo>
                  <a:pt x="192" y="108"/>
                  <a:pt x="192" y="108"/>
                  <a:pt x="192" y="108"/>
                </a:cubicBezTo>
                <a:cubicBezTo>
                  <a:pt x="192" y="120"/>
                  <a:pt x="192" y="120"/>
                  <a:pt x="192" y="120"/>
                </a:cubicBezTo>
                <a:cubicBezTo>
                  <a:pt x="172" y="120"/>
                  <a:pt x="172" y="120"/>
                  <a:pt x="172" y="120"/>
                </a:cubicBezTo>
                <a:lnTo>
                  <a:pt x="172" y="108"/>
                </a:lnTo>
                <a:close/>
                <a:moveTo>
                  <a:pt x="232" y="200"/>
                </a:moveTo>
                <a:cubicBezTo>
                  <a:pt x="132" y="200"/>
                  <a:pt x="132" y="200"/>
                  <a:pt x="132" y="200"/>
                </a:cubicBezTo>
                <a:cubicBezTo>
                  <a:pt x="132" y="108"/>
                  <a:pt x="132" y="108"/>
                  <a:pt x="132" y="108"/>
                </a:cubicBezTo>
                <a:cubicBezTo>
                  <a:pt x="164" y="108"/>
                  <a:pt x="164" y="108"/>
                  <a:pt x="164" y="108"/>
                </a:cubicBezTo>
                <a:cubicBezTo>
                  <a:pt x="164" y="124"/>
                  <a:pt x="164" y="124"/>
                  <a:pt x="164" y="124"/>
                </a:cubicBezTo>
                <a:cubicBezTo>
                  <a:pt x="164" y="126"/>
                  <a:pt x="166" y="128"/>
                  <a:pt x="168" y="128"/>
                </a:cubicBezTo>
                <a:cubicBezTo>
                  <a:pt x="196" y="128"/>
                  <a:pt x="196" y="128"/>
                  <a:pt x="196" y="128"/>
                </a:cubicBezTo>
                <a:cubicBezTo>
                  <a:pt x="198" y="128"/>
                  <a:pt x="200" y="126"/>
                  <a:pt x="200" y="124"/>
                </a:cubicBezTo>
                <a:cubicBezTo>
                  <a:pt x="200" y="108"/>
                  <a:pt x="200" y="108"/>
                  <a:pt x="200" y="108"/>
                </a:cubicBezTo>
                <a:cubicBezTo>
                  <a:pt x="232" y="108"/>
                  <a:pt x="232" y="108"/>
                  <a:pt x="232" y="108"/>
                </a:cubicBezTo>
                <a:lnTo>
                  <a:pt x="232" y="200"/>
                </a:lnTo>
                <a:close/>
                <a:moveTo>
                  <a:pt x="192" y="184"/>
                </a:moveTo>
                <a:cubicBezTo>
                  <a:pt x="216" y="184"/>
                  <a:pt x="216" y="184"/>
                  <a:pt x="216" y="184"/>
                </a:cubicBezTo>
                <a:cubicBezTo>
                  <a:pt x="216" y="176"/>
                  <a:pt x="216" y="176"/>
                  <a:pt x="216" y="176"/>
                </a:cubicBezTo>
                <a:cubicBezTo>
                  <a:pt x="192" y="176"/>
                  <a:pt x="192" y="176"/>
                  <a:pt x="192" y="176"/>
                </a:cubicBezTo>
                <a:lnTo>
                  <a:pt x="192" y="184"/>
                </a:lnTo>
                <a:close/>
                <a:moveTo>
                  <a:pt x="104" y="76"/>
                </a:moveTo>
                <a:cubicBezTo>
                  <a:pt x="104" y="84"/>
                  <a:pt x="104" y="84"/>
                  <a:pt x="104" y="84"/>
                </a:cubicBezTo>
                <a:cubicBezTo>
                  <a:pt x="128" y="84"/>
                  <a:pt x="128" y="84"/>
                  <a:pt x="128" y="84"/>
                </a:cubicBezTo>
                <a:cubicBezTo>
                  <a:pt x="128" y="76"/>
                  <a:pt x="128" y="76"/>
                  <a:pt x="128" y="76"/>
                </a:cubicBezTo>
                <a:lnTo>
                  <a:pt x="104" y="76"/>
                </a:lnTo>
                <a:close/>
                <a:moveTo>
                  <a:pt x="84" y="176"/>
                </a:moveTo>
                <a:cubicBezTo>
                  <a:pt x="84" y="184"/>
                  <a:pt x="84" y="184"/>
                  <a:pt x="84" y="184"/>
                </a:cubicBezTo>
                <a:cubicBezTo>
                  <a:pt x="108" y="184"/>
                  <a:pt x="108" y="184"/>
                  <a:pt x="108" y="184"/>
                </a:cubicBezTo>
                <a:cubicBezTo>
                  <a:pt x="108" y="176"/>
                  <a:pt x="108" y="176"/>
                  <a:pt x="108" y="176"/>
                </a:cubicBezTo>
                <a:lnTo>
                  <a:pt x="84" y="1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6" name="Freeform 81">
            <a:extLst>
              <a:ext uri="{FF2B5EF4-FFF2-40B4-BE49-F238E27FC236}">
                <a16:creationId xmlns:a16="http://schemas.microsoft.com/office/drawing/2014/main" id="{2DA1CE6F-E83E-4E7D-A592-CB90CC662654}"/>
              </a:ext>
            </a:extLst>
          </p:cNvPr>
          <p:cNvSpPr>
            <a:spLocks noChangeAspect="1" noEditPoints="1"/>
          </p:cNvSpPr>
          <p:nvPr/>
        </p:nvSpPr>
        <p:spPr bwMode="auto">
          <a:xfrm>
            <a:off x="3476026" y="3380289"/>
            <a:ext cx="400050" cy="400050"/>
          </a:xfrm>
          <a:custGeom>
            <a:avLst/>
            <a:gdLst>
              <a:gd name="T0" fmla="*/ 85 w 256"/>
              <a:gd name="T1" fmla="*/ 84 h 256"/>
              <a:gd name="T2" fmla="*/ 115 w 256"/>
              <a:gd name="T3" fmla="*/ 84 h 256"/>
              <a:gd name="T4" fmla="*/ 132 w 256"/>
              <a:gd name="T5" fmla="*/ 80 h 256"/>
              <a:gd name="T6" fmla="*/ 148 w 256"/>
              <a:gd name="T7" fmla="*/ 84 h 256"/>
              <a:gd name="T8" fmla="*/ 152 w 256"/>
              <a:gd name="T9" fmla="*/ 80 h 256"/>
              <a:gd name="T10" fmla="*/ 224 w 256"/>
              <a:gd name="T11" fmla="*/ 48 h 256"/>
              <a:gd name="T12" fmla="*/ 232 w 256"/>
              <a:gd name="T13" fmla="*/ 120 h 256"/>
              <a:gd name="T14" fmla="*/ 232 w 256"/>
              <a:gd name="T15" fmla="*/ 46 h 256"/>
              <a:gd name="T16" fmla="*/ 187 w 256"/>
              <a:gd name="T17" fmla="*/ 1 h 256"/>
              <a:gd name="T18" fmla="*/ 48 w 256"/>
              <a:gd name="T19" fmla="*/ 0 h 256"/>
              <a:gd name="T20" fmla="*/ 2 w 256"/>
              <a:gd name="T21" fmla="*/ 41 h 256"/>
              <a:gd name="T22" fmla="*/ 0 w 256"/>
              <a:gd name="T23" fmla="*/ 48 h 256"/>
              <a:gd name="T24" fmla="*/ 8 w 256"/>
              <a:gd name="T25" fmla="*/ 232 h 256"/>
              <a:gd name="T26" fmla="*/ 124 w 256"/>
              <a:gd name="T27" fmla="*/ 224 h 256"/>
              <a:gd name="T28" fmla="*/ 8 w 256"/>
              <a:gd name="T29" fmla="*/ 48 h 256"/>
              <a:gd name="T30" fmla="*/ 80 w 256"/>
              <a:gd name="T31" fmla="*/ 80 h 256"/>
              <a:gd name="T32" fmla="*/ 144 w 256"/>
              <a:gd name="T33" fmla="*/ 75 h 256"/>
              <a:gd name="T34" fmla="*/ 131 w 256"/>
              <a:gd name="T35" fmla="*/ 72 h 256"/>
              <a:gd name="T36" fmla="*/ 101 w 256"/>
              <a:gd name="T37" fmla="*/ 72 h 256"/>
              <a:gd name="T38" fmla="*/ 88 w 256"/>
              <a:gd name="T39" fmla="*/ 75 h 256"/>
              <a:gd name="T40" fmla="*/ 144 w 256"/>
              <a:gd name="T41" fmla="*/ 48 h 256"/>
              <a:gd name="T42" fmla="*/ 183 w 256"/>
              <a:gd name="T43" fmla="*/ 8 h 256"/>
              <a:gd name="T44" fmla="*/ 151 w 256"/>
              <a:gd name="T45" fmla="*/ 40 h 256"/>
              <a:gd name="T46" fmla="*/ 183 w 256"/>
              <a:gd name="T47" fmla="*/ 8 h 256"/>
              <a:gd name="T48" fmla="*/ 142 w 256"/>
              <a:gd name="T49" fmla="*/ 40 h 256"/>
              <a:gd name="T50" fmla="*/ 107 w 256"/>
              <a:gd name="T51" fmla="*/ 8 h 256"/>
              <a:gd name="T52" fmla="*/ 15 w 256"/>
              <a:gd name="T53" fmla="*/ 40 h 256"/>
              <a:gd name="T54" fmla="*/ 98 w 256"/>
              <a:gd name="T55" fmla="*/ 8 h 256"/>
              <a:gd name="T56" fmla="*/ 15 w 256"/>
              <a:gd name="T57" fmla="*/ 40 h 256"/>
              <a:gd name="T58" fmla="*/ 136 w 256"/>
              <a:gd name="T59" fmla="*/ 196 h 256"/>
              <a:gd name="T60" fmla="*/ 256 w 256"/>
              <a:gd name="T61" fmla="*/ 196 h 256"/>
              <a:gd name="T62" fmla="*/ 196 w 256"/>
              <a:gd name="T63" fmla="*/ 248 h 256"/>
              <a:gd name="T64" fmla="*/ 196 w 256"/>
              <a:gd name="T65" fmla="*/ 144 h 256"/>
              <a:gd name="T66" fmla="*/ 196 w 256"/>
              <a:gd name="T67" fmla="*/ 248 h 256"/>
              <a:gd name="T68" fmla="*/ 137 w 256"/>
              <a:gd name="T69" fmla="*/ 149 h 256"/>
              <a:gd name="T70" fmla="*/ 140 w 256"/>
              <a:gd name="T71" fmla="*/ 156 h 256"/>
              <a:gd name="T72" fmla="*/ 155 w 256"/>
              <a:gd name="T73" fmla="*/ 143 h 256"/>
              <a:gd name="T74" fmla="*/ 149 w 256"/>
              <a:gd name="T75" fmla="*/ 137 h 256"/>
              <a:gd name="T76" fmla="*/ 252 w 256"/>
              <a:gd name="T77" fmla="*/ 156 h 256"/>
              <a:gd name="T78" fmla="*/ 255 w 256"/>
              <a:gd name="T79" fmla="*/ 149 h 256"/>
              <a:gd name="T80" fmla="*/ 237 w 256"/>
              <a:gd name="T81" fmla="*/ 137 h 256"/>
              <a:gd name="T82" fmla="*/ 249 w 256"/>
              <a:gd name="T83" fmla="*/ 155 h 256"/>
              <a:gd name="T84" fmla="*/ 212 w 256"/>
              <a:gd name="T85" fmla="*/ 120 h 256"/>
              <a:gd name="T86" fmla="*/ 188 w 256"/>
              <a:gd name="T87" fmla="*/ 112 h 256"/>
              <a:gd name="T88" fmla="*/ 180 w 256"/>
              <a:gd name="T89" fmla="*/ 128 h 256"/>
              <a:gd name="T90" fmla="*/ 188 w 256"/>
              <a:gd name="T91" fmla="*/ 120 h 256"/>
              <a:gd name="T92" fmla="*/ 204 w 256"/>
              <a:gd name="T93" fmla="*/ 128 h 256"/>
              <a:gd name="T94" fmla="*/ 196 w 256"/>
              <a:gd name="T95" fmla="*/ 188 h 256"/>
              <a:gd name="T96" fmla="*/ 179 w 256"/>
              <a:gd name="T97" fmla="*/ 173 h 256"/>
              <a:gd name="T98" fmla="*/ 173 w 256"/>
              <a:gd name="T99" fmla="*/ 179 h 256"/>
              <a:gd name="T100" fmla="*/ 188 w 256"/>
              <a:gd name="T101" fmla="*/ 196 h 256"/>
              <a:gd name="T102" fmla="*/ 204 w 256"/>
              <a:gd name="T103" fmla="*/ 19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6">
                <a:moveTo>
                  <a:pt x="82" y="83"/>
                </a:moveTo>
                <a:cubicBezTo>
                  <a:pt x="83" y="84"/>
                  <a:pt x="84" y="84"/>
                  <a:pt x="85" y="84"/>
                </a:cubicBezTo>
                <a:cubicBezTo>
                  <a:pt x="100" y="80"/>
                  <a:pt x="100" y="80"/>
                  <a:pt x="100" y="80"/>
                </a:cubicBezTo>
                <a:cubicBezTo>
                  <a:pt x="115" y="84"/>
                  <a:pt x="115" y="84"/>
                  <a:pt x="115" y="84"/>
                </a:cubicBezTo>
                <a:cubicBezTo>
                  <a:pt x="116" y="84"/>
                  <a:pt x="116" y="84"/>
                  <a:pt x="117" y="84"/>
                </a:cubicBezTo>
                <a:cubicBezTo>
                  <a:pt x="132" y="80"/>
                  <a:pt x="132" y="80"/>
                  <a:pt x="132" y="80"/>
                </a:cubicBezTo>
                <a:cubicBezTo>
                  <a:pt x="147" y="84"/>
                  <a:pt x="147" y="84"/>
                  <a:pt x="147" y="84"/>
                </a:cubicBezTo>
                <a:cubicBezTo>
                  <a:pt x="147" y="84"/>
                  <a:pt x="148" y="84"/>
                  <a:pt x="148" y="84"/>
                </a:cubicBezTo>
                <a:cubicBezTo>
                  <a:pt x="149" y="84"/>
                  <a:pt x="150" y="84"/>
                  <a:pt x="150" y="83"/>
                </a:cubicBezTo>
                <a:cubicBezTo>
                  <a:pt x="151" y="83"/>
                  <a:pt x="152" y="81"/>
                  <a:pt x="152" y="80"/>
                </a:cubicBezTo>
                <a:cubicBezTo>
                  <a:pt x="152" y="48"/>
                  <a:pt x="152" y="48"/>
                  <a:pt x="152" y="48"/>
                </a:cubicBezTo>
                <a:cubicBezTo>
                  <a:pt x="224" y="48"/>
                  <a:pt x="224" y="48"/>
                  <a:pt x="224" y="48"/>
                </a:cubicBezTo>
                <a:cubicBezTo>
                  <a:pt x="224" y="120"/>
                  <a:pt x="224" y="120"/>
                  <a:pt x="224" y="120"/>
                </a:cubicBezTo>
                <a:cubicBezTo>
                  <a:pt x="232" y="120"/>
                  <a:pt x="232" y="120"/>
                  <a:pt x="232" y="120"/>
                </a:cubicBezTo>
                <a:cubicBezTo>
                  <a:pt x="232" y="48"/>
                  <a:pt x="232" y="48"/>
                  <a:pt x="232" y="48"/>
                </a:cubicBezTo>
                <a:cubicBezTo>
                  <a:pt x="232" y="47"/>
                  <a:pt x="232" y="47"/>
                  <a:pt x="232" y="46"/>
                </a:cubicBezTo>
                <a:cubicBezTo>
                  <a:pt x="233" y="44"/>
                  <a:pt x="232" y="42"/>
                  <a:pt x="231" y="41"/>
                </a:cubicBezTo>
                <a:cubicBezTo>
                  <a:pt x="187" y="1"/>
                  <a:pt x="187" y="1"/>
                  <a:pt x="187" y="1"/>
                </a:cubicBezTo>
                <a:cubicBezTo>
                  <a:pt x="186" y="0"/>
                  <a:pt x="185" y="0"/>
                  <a:pt x="184" y="0"/>
                </a:cubicBezTo>
                <a:cubicBezTo>
                  <a:pt x="48" y="0"/>
                  <a:pt x="48" y="0"/>
                  <a:pt x="48" y="0"/>
                </a:cubicBezTo>
                <a:cubicBezTo>
                  <a:pt x="47" y="0"/>
                  <a:pt x="46" y="0"/>
                  <a:pt x="46" y="1"/>
                </a:cubicBezTo>
                <a:cubicBezTo>
                  <a:pt x="2" y="41"/>
                  <a:pt x="2" y="41"/>
                  <a:pt x="2" y="41"/>
                </a:cubicBezTo>
                <a:cubicBezTo>
                  <a:pt x="0" y="42"/>
                  <a:pt x="0" y="44"/>
                  <a:pt x="0" y="45"/>
                </a:cubicBezTo>
                <a:cubicBezTo>
                  <a:pt x="0" y="46"/>
                  <a:pt x="0" y="47"/>
                  <a:pt x="0" y="48"/>
                </a:cubicBezTo>
                <a:cubicBezTo>
                  <a:pt x="0" y="224"/>
                  <a:pt x="0" y="224"/>
                  <a:pt x="0" y="224"/>
                </a:cubicBezTo>
                <a:cubicBezTo>
                  <a:pt x="0" y="228"/>
                  <a:pt x="4" y="232"/>
                  <a:pt x="8" y="232"/>
                </a:cubicBezTo>
                <a:cubicBezTo>
                  <a:pt x="124" y="232"/>
                  <a:pt x="124" y="232"/>
                  <a:pt x="124" y="232"/>
                </a:cubicBezTo>
                <a:cubicBezTo>
                  <a:pt x="124" y="224"/>
                  <a:pt x="124" y="224"/>
                  <a:pt x="124" y="224"/>
                </a:cubicBezTo>
                <a:cubicBezTo>
                  <a:pt x="8" y="224"/>
                  <a:pt x="8" y="224"/>
                  <a:pt x="8" y="224"/>
                </a:cubicBezTo>
                <a:cubicBezTo>
                  <a:pt x="8" y="48"/>
                  <a:pt x="8" y="48"/>
                  <a:pt x="8" y="48"/>
                </a:cubicBezTo>
                <a:cubicBezTo>
                  <a:pt x="80" y="48"/>
                  <a:pt x="80" y="48"/>
                  <a:pt x="80" y="48"/>
                </a:cubicBezTo>
                <a:cubicBezTo>
                  <a:pt x="80" y="80"/>
                  <a:pt x="80" y="80"/>
                  <a:pt x="80" y="80"/>
                </a:cubicBezTo>
                <a:cubicBezTo>
                  <a:pt x="80" y="81"/>
                  <a:pt x="81" y="83"/>
                  <a:pt x="82" y="83"/>
                </a:cubicBezTo>
                <a:close/>
                <a:moveTo>
                  <a:pt x="144" y="75"/>
                </a:moveTo>
                <a:cubicBezTo>
                  <a:pt x="133" y="72"/>
                  <a:pt x="133" y="72"/>
                  <a:pt x="133" y="72"/>
                </a:cubicBezTo>
                <a:cubicBezTo>
                  <a:pt x="132" y="72"/>
                  <a:pt x="132" y="72"/>
                  <a:pt x="131" y="72"/>
                </a:cubicBezTo>
                <a:cubicBezTo>
                  <a:pt x="116" y="76"/>
                  <a:pt x="116" y="76"/>
                  <a:pt x="116" y="76"/>
                </a:cubicBezTo>
                <a:cubicBezTo>
                  <a:pt x="101" y="72"/>
                  <a:pt x="101" y="72"/>
                  <a:pt x="101" y="72"/>
                </a:cubicBezTo>
                <a:cubicBezTo>
                  <a:pt x="100" y="72"/>
                  <a:pt x="100" y="72"/>
                  <a:pt x="99" y="72"/>
                </a:cubicBezTo>
                <a:cubicBezTo>
                  <a:pt x="88" y="75"/>
                  <a:pt x="88" y="75"/>
                  <a:pt x="88" y="75"/>
                </a:cubicBezTo>
                <a:cubicBezTo>
                  <a:pt x="88" y="48"/>
                  <a:pt x="88" y="48"/>
                  <a:pt x="88" y="48"/>
                </a:cubicBezTo>
                <a:cubicBezTo>
                  <a:pt x="144" y="48"/>
                  <a:pt x="144" y="48"/>
                  <a:pt x="144" y="48"/>
                </a:cubicBezTo>
                <a:lnTo>
                  <a:pt x="144" y="75"/>
                </a:lnTo>
                <a:close/>
                <a:moveTo>
                  <a:pt x="183" y="8"/>
                </a:moveTo>
                <a:cubicBezTo>
                  <a:pt x="218" y="40"/>
                  <a:pt x="218" y="40"/>
                  <a:pt x="218" y="40"/>
                </a:cubicBezTo>
                <a:cubicBezTo>
                  <a:pt x="151" y="40"/>
                  <a:pt x="151" y="40"/>
                  <a:pt x="151" y="40"/>
                </a:cubicBezTo>
                <a:cubicBezTo>
                  <a:pt x="138" y="8"/>
                  <a:pt x="138" y="8"/>
                  <a:pt x="138" y="8"/>
                </a:cubicBezTo>
                <a:lnTo>
                  <a:pt x="183" y="8"/>
                </a:lnTo>
                <a:close/>
                <a:moveTo>
                  <a:pt x="129" y="8"/>
                </a:moveTo>
                <a:cubicBezTo>
                  <a:pt x="142" y="40"/>
                  <a:pt x="142" y="40"/>
                  <a:pt x="142" y="40"/>
                </a:cubicBezTo>
                <a:cubicBezTo>
                  <a:pt x="91" y="40"/>
                  <a:pt x="91" y="40"/>
                  <a:pt x="91" y="40"/>
                </a:cubicBezTo>
                <a:cubicBezTo>
                  <a:pt x="107" y="8"/>
                  <a:pt x="107" y="8"/>
                  <a:pt x="107" y="8"/>
                </a:cubicBezTo>
                <a:lnTo>
                  <a:pt x="129" y="8"/>
                </a:lnTo>
                <a:close/>
                <a:moveTo>
                  <a:pt x="15" y="40"/>
                </a:moveTo>
                <a:cubicBezTo>
                  <a:pt x="50" y="8"/>
                  <a:pt x="50" y="8"/>
                  <a:pt x="50" y="8"/>
                </a:cubicBezTo>
                <a:cubicBezTo>
                  <a:pt x="98" y="8"/>
                  <a:pt x="98" y="8"/>
                  <a:pt x="98" y="8"/>
                </a:cubicBezTo>
                <a:cubicBezTo>
                  <a:pt x="82" y="40"/>
                  <a:pt x="82" y="40"/>
                  <a:pt x="82" y="40"/>
                </a:cubicBezTo>
                <a:lnTo>
                  <a:pt x="15" y="40"/>
                </a:lnTo>
                <a:close/>
                <a:moveTo>
                  <a:pt x="196" y="136"/>
                </a:moveTo>
                <a:cubicBezTo>
                  <a:pt x="163" y="136"/>
                  <a:pt x="136" y="163"/>
                  <a:pt x="136" y="196"/>
                </a:cubicBezTo>
                <a:cubicBezTo>
                  <a:pt x="136" y="229"/>
                  <a:pt x="163" y="256"/>
                  <a:pt x="196" y="256"/>
                </a:cubicBezTo>
                <a:cubicBezTo>
                  <a:pt x="229" y="256"/>
                  <a:pt x="256" y="229"/>
                  <a:pt x="256" y="196"/>
                </a:cubicBezTo>
                <a:cubicBezTo>
                  <a:pt x="256" y="163"/>
                  <a:pt x="229" y="136"/>
                  <a:pt x="196" y="136"/>
                </a:cubicBezTo>
                <a:close/>
                <a:moveTo>
                  <a:pt x="196" y="248"/>
                </a:moveTo>
                <a:cubicBezTo>
                  <a:pt x="167" y="248"/>
                  <a:pt x="144" y="225"/>
                  <a:pt x="144" y="196"/>
                </a:cubicBezTo>
                <a:cubicBezTo>
                  <a:pt x="144" y="167"/>
                  <a:pt x="167" y="144"/>
                  <a:pt x="196" y="144"/>
                </a:cubicBezTo>
                <a:cubicBezTo>
                  <a:pt x="225" y="144"/>
                  <a:pt x="248" y="167"/>
                  <a:pt x="248" y="196"/>
                </a:cubicBezTo>
                <a:cubicBezTo>
                  <a:pt x="248" y="225"/>
                  <a:pt x="225" y="248"/>
                  <a:pt x="196" y="248"/>
                </a:cubicBezTo>
                <a:close/>
                <a:moveTo>
                  <a:pt x="149" y="137"/>
                </a:moveTo>
                <a:cubicBezTo>
                  <a:pt x="137" y="149"/>
                  <a:pt x="137" y="149"/>
                  <a:pt x="137" y="149"/>
                </a:cubicBezTo>
                <a:cubicBezTo>
                  <a:pt x="136" y="151"/>
                  <a:pt x="136" y="153"/>
                  <a:pt x="137" y="155"/>
                </a:cubicBezTo>
                <a:cubicBezTo>
                  <a:pt x="138" y="156"/>
                  <a:pt x="139" y="156"/>
                  <a:pt x="140" y="156"/>
                </a:cubicBezTo>
                <a:cubicBezTo>
                  <a:pt x="141" y="156"/>
                  <a:pt x="142" y="156"/>
                  <a:pt x="143" y="155"/>
                </a:cubicBezTo>
                <a:cubicBezTo>
                  <a:pt x="155" y="143"/>
                  <a:pt x="155" y="143"/>
                  <a:pt x="155" y="143"/>
                </a:cubicBezTo>
                <a:cubicBezTo>
                  <a:pt x="156" y="141"/>
                  <a:pt x="156" y="139"/>
                  <a:pt x="155" y="137"/>
                </a:cubicBezTo>
                <a:cubicBezTo>
                  <a:pt x="153" y="136"/>
                  <a:pt x="151" y="136"/>
                  <a:pt x="149" y="137"/>
                </a:cubicBezTo>
                <a:close/>
                <a:moveTo>
                  <a:pt x="249" y="155"/>
                </a:moveTo>
                <a:cubicBezTo>
                  <a:pt x="250" y="156"/>
                  <a:pt x="251" y="156"/>
                  <a:pt x="252" y="156"/>
                </a:cubicBezTo>
                <a:cubicBezTo>
                  <a:pt x="253" y="156"/>
                  <a:pt x="254" y="156"/>
                  <a:pt x="255" y="155"/>
                </a:cubicBezTo>
                <a:cubicBezTo>
                  <a:pt x="256" y="153"/>
                  <a:pt x="256" y="151"/>
                  <a:pt x="255" y="149"/>
                </a:cubicBezTo>
                <a:cubicBezTo>
                  <a:pt x="243" y="137"/>
                  <a:pt x="243" y="137"/>
                  <a:pt x="243" y="137"/>
                </a:cubicBezTo>
                <a:cubicBezTo>
                  <a:pt x="241" y="136"/>
                  <a:pt x="239" y="136"/>
                  <a:pt x="237" y="137"/>
                </a:cubicBezTo>
                <a:cubicBezTo>
                  <a:pt x="236" y="139"/>
                  <a:pt x="236" y="141"/>
                  <a:pt x="237" y="143"/>
                </a:cubicBezTo>
                <a:lnTo>
                  <a:pt x="249" y="155"/>
                </a:lnTo>
                <a:close/>
                <a:moveTo>
                  <a:pt x="212" y="128"/>
                </a:moveTo>
                <a:cubicBezTo>
                  <a:pt x="212" y="120"/>
                  <a:pt x="212" y="120"/>
                  <a:pt x="212" y="120"/>
                </a:cubicBezTo>
                <a:cubicBezTo>
                  <a:pt x="212" y="116"/>
                  <a:pt x="208" y="112"/>
                  <a:pt x="204" y="112"/>
                </a:cubicBezTo>
                <a:cubicBezTo>
                  <a:pt x="188" y="112"/>
                  <a:pt x="188" y="112"/>
                  <a:pt x="188" y="112"/>
                </a:cubicBezTo>
                <a:cubicBezTo>
                  <a:pt x="184" y="112"/>
                  <a:pt x="180" y="116"/>
                  <a:pt x="180" y="120"/>
                </a:cubicBezTo>
                <a:cubicBezTo>
                  <a:pt x="180" y="128"/>
                  <a:pt x="180" y="128"/>
                  <a:pt x="180" y="128"/>
                </a:cubicBezTo>
                <a:cubicBezTo>
                  <a:pt x="188" y="128"/>
                  <a:pt x="188" y="128"/>
                  <a:pt x="188" y="128"/>
                </a:cubicBezTo>
                <a:cubicBezTo>
                  <a:pt x="188" y="120"/>
                  <a:pt x="188" y="120"/>
                  <a:pt x="188" y="120"/>
                </a:cubicBezTo>
                <a:cubicBezTo>
                  <a:pt x="204" y="120"/>
                  <a:pt x="204" y="120"/>
                  <a:pt x="204" y="120"/>
                </a:cubicBezTo>
                <a:cubicBezTo>
                  <a:pt x="204" y="128"/>
                  <a:pt x="204" y="128"/>
                  <a:pt x="204" y="128"/>
                </a:cubicBezTo>
                <a:lnTo>
                  <a:pt x="212" y="128"/>
                </a:lnTo>
                <a:close/>
                <a:moveTo>
                  <a:pt x="196" y="188"/>
                </a:moveTo>
                <a:cubicBezTo>
                  <a:pt x="195" y="188"/>
                  <a:pt x="195" y="188"/>
                  <a:pt x="194" y="188"/>
                </a:cubicBezTo>
                <a:cubicBezTo>
                  <a:pt x="179" y="173"/>
                  <a:pt x="179" y="173"/>
                  <a:pt x="179" y="173"/>
                </a:cubicBezTo>
                <a:cubicBezTo>
                  <a:pt x="177" y="172"/>
                  <a:pt x="175" y="172"/>
                  <a:pt x="173" y="173"/>
                </a:cubicBezTo>
                <a:cubicBezTo>
                  <a:pt x="172" y="175"/>
                  <a:pt x="172" y="177"/>
                  <a:pt x="173" y="179"/>
                </a:cubicBezTo>
                <a:cubicBezTo>
                  <a:pt x="188" y="194"/>
                  <a:pt x="188" y="194"/>
                  <a:pt x="188" y="194"/>
                </a:cubicBezTo>
                <a:cubicBezTo>
                  <a:pt x="188" y="195"/>
                  <a:pt x="188" y="195"/>
                  <a:pt x="188" y="196"/>
                </a:cubicBezTo>
                <a:cubicBezTo>
                  <a:pt x="188" y="200"/>
                  <a:pt x="192" y="204"/>
                  <a:pt x="196" y="204"/>
                </a:cubicBezTo>
                <a:cubicBezTo>
                  <a:pt x="200" y="204"/>
                  <a:pt x="204" y="200"/>
                  <a:pt x="204" y="196"/>
                </a:cubicBezTo>
                <a:cubicBezTo>
                  <a:pt x="204" y="192"/>
                  <a:pt x="200" y="188"/>
                  <a:pt x="196" y="18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2" name="Freeform 85">
            <a:extLst>
              <a:ext uri="{FF2B5EF4-FFF2-40B4-BE49-F238E27FC236}">
                <a16:creationId xmlns:a16="http://schemas.microsoft.com/office/drawing/2014/main" id="{0CB7CBB9-D185-495E-8BA9-15171CDD9261}"/>
              </a:ext>
            </a:extLst>
          </p:cNvPr>
          <p:cNvSpPr>
            <a:spLocks noChangeAspect="1" noEditPoints="1"/>
          </p:cNvSpPr>
          <p:nvPr/>
        </p:nvSpPr>
        <p:spPr bwMode="auto">
          <a:xfrm>
            <a:off x="5411318" y="3381083"/>
            <a:ext cx="400050" cy="398463"/>
          </a:xfrm>
          <a:custGeom>
            <a:avLst/>
            <a:gdLst>
              <a:gd name="T0" fmla="*/ 175 w 256"/>
              <a:gd name="T1" fmla="*/ 244 h 255"/>
              <a:gd name="T2" fmla="*/ 81 w 256"/>
              <a:gd name="T3" fmla="*/ 244 h 255"/>
              <a:gd name="T4" fmla="*/ 0 w 256"/>
              <a:gd name="T5" fmla="*/ 243 h 255"/>
              <a:gd name="T6" fmla="*/ 58 w 256"/>
              <a:gd name="T7" fmla="*/ 254 h 255"/>
              <a:gd name="T8" fmla="*/ 151 w 256"/>
              <a:gd name="T9" fmla="*/ 248 h 255"/>
              <a:gd name="T10" fmla="*/ 253 w 256"/>
              <a:gd name="T11" fmla="*/ 248 h 255"/>
              <a:gd name="T12" fmla="*/ 120 w 256"/>
              <a:gd name="T13" fmla="*/ 144 h 255"/>
              <a:gd name="T14" fmla="*/ 120 w 256"/>
              <a:gd name="T15" fmla="*/ 136 h 255"/>
              <a:gd name="T16" fmla="*/ 120 w 256"/>
              <a:gd name="T17" fmla="*/ 108 h 255"/>
              <a:gd name="T18" fmla="*/ 176 w 256"/>
              <a:gd name="T19" fmla="*/ 108 h 255"/>
              <a:gd name="T20" fmla="*/ 224 w 256"/>
              <a:gd name="T21" fmla="*/ 136 h 255"/>
              <a:gd name="T22" fmla="*/ 184 w 256"/>
              <a:gd name="T23" fmla="*/ 136 h 255"/>
              <a:gd name="T24" fmla="*/ 184 w 256"/>
              <a:gd name="T25" fmla="*/ 144 h 255"/>
              <a:gd name="T26" fmla="*/ 128 w 256"/>
              <a:gd name="T27" fmla="*/ 29 h 255"/>
              <a:gd name="T28" fmla="*/ 160 w 256"/>
              <a:gd name="T29" fmla="*/ 8 h 255"/>
              <a:gd name="T30" fmla="*/ 172 w 256"/>
              <a:gd name="T31" fmla="*/ 65 h 255"/>
              <a:gd name="T32" fmla="*/ 180 w 256"/>
              <a:gd name="T33" fmla="*/ 64 h 255"/>
              <a:gd name="T34" fmla="*/ 168 w 256"/>
              <a:gd name="T35" fmla="*/ 4 h 255"/>
              <a:gd name="T36" fmla="*/ 120 w 256"/>
              <a:gd name="T37" fmla="*/ 4 h 255"/>
              <a:gd name="T38" fmla="*/ 108 w 256"/>
              <a:gd name="T39" fmla="*/ 64 h 255"/>
              <a:gd name="T40" fmla="*/ 116 w 256"/>
              <a:gd name="T41" fmla="*/ 65 h 255"/>
              <a:gd name="T42" fmla="*/ 32 w 256"/>
              <a:gd name="T43" fmla="*/ 200 h 255"/>
              <a:gd name="T44" fmla="*/ 40 w 256"/>
              <a:gd name="T45" fmla="*/ 232 h 255"/>
              <a:gd name="T46" fmla="*/ 32 w 256"/>
              <a:gd name="T47" fmla="*/ 188 h 255"/>
              <a:gd name="T48" fmla="*/ 10 w 256"/>
              <a:gd name="T49" fmla="*/ 168 h 255"/>
              <a:gd name="T50" fmla="*/ 224 w 256"/>
              <a:gd name="T51" fmla="*/ 192 h 255"/>
              <a:gd name="T52" fmla="*/ 208 w 256"/>
              <a:gd name="T53" fmla="*/ 184 h 255"/>
              <a:gd name="T54" fmla="*/ 216 w 256"/>
              <a:gd name="T55" fmla="*/ 192 h 255"/>
              <a:gd name="T56" fmla="*/ 224 w 256"/>
              <a:gd name="T57" fmla="*/ 232 h 255"/>
              <a:gd name="T58" fmla="*/ 244 w 256"/>
              <a:gd name="T59" fmla="*/ 197 h 255"/>
              <a:gd name="T60" fmla="*/ 252 w 256"/>
              <a:gd name="T61" fmla="*/ 160 h 255"/>
              <a:gd name="T62" fmla="*/ 0 w 256"/>
              <a:gd name="T63" fmla="*/ 165 h 255"/>
              <a:gd name="T64" fmla="*/ 176 w 256"/>
              <a:gd name="T65" fmla="*/ 232 h 255"/>
              <a:gd name="T66" fmla="*/ 168 w 256"/>
              <a:gd name="T67" fmla="*/ 188 h 255"/>
              <a:gd name="T68" fmla="*/ 88 w 256"/>
              <a:gd name="T69" fmla="*/ 188 h 255"/>
              <a:gd name="T70" fmla="*/ 68 w 256"/>
              <a:gd name="T71" fmla="*/ 188 h 255"/>
              <a:gd name="T72" fmla="*/ 80 w 256"/>
              <a:gd name="T73" fmla="*/ 232 h 255"/>
              <a:gd name="T74" fmla="*/ 88 w 256"/>
              <a:gd name="T75" fmla="*/ 200 h 255"/>
              <a:gd name="T76" fmla="*/ 172 w 256"/>
              <a:gd name="T77" fmla="*/ 236 h 255"/>
              <a:gd name="T78" fmla="*/ 12 w 256"/>
              <a:gd name="T79" fmla="*/ 128 h 255"/>
              <a:gd name="T80" fmla="*/ 20 w 256"/>
              <a:gd name="T81" fmla="*/ 132 h 255"/>
              <a:gd name="T82" fmla="*/ 108 w 256"/>
              <a:gd name="T83" fmla="*/ 152 h 255"/>
              <a:gd name="T84" fmla="*/ 92 w 256"/>
              <a:gd name="T85" fmla="*/ 124 h 255"/>
              <a:gd name="T86" fmla="*/ 200 w 256"/>
              <a:gd name="T87" fmla="*/ 112 h 255"/>
              <a:gd name="T88" fmla="*/ 236 w 256"/>
              <a:gd name="T89" fmla="*/ 152 h 255"/>
              <a:gd name="T90" fmla="*/ 240 w 256"/>
              <a:gd name="T91" fmla="*/ 108 h 255"/>
              <a:gd name="T92" fmla="*/ 204 w 256"/>
              <a:gd name="T93" fmla="*/ 84 h 255"/>
              <a:gd name="T94" fmla="*/ 84 w 256"/>
              <a:gd name="T95" fmla="*/ 124 h 255"/>
              <a:gd name="T96" fmla="*/ 20 w 256"/>
              <a:gd name="T97" fmla="*/ 60 h 255"/>
              <a:gd name="T98" fmla="*/ 0 w 256"/>
              <a:gd name="T99" fmla="*/ 66 h 255"/>
              <a:gd name="T100" fmla="*/ 64 w 256"/>
              <a:gd name="T101" fmla="*/ 124 h 255"/>
              <a:gd name="T102" fmla="*/ 18 w 256"/>
              <a:gd name="T103" fmla="*/ 6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5">
                <a:moveTo>
                  <a:pt x="251" y="240"/>
                </a:moveTo>
                <a:cubicBezTo>
                  <a:pt x="217" y="245"/>
                  <a:pt x="217" y="245"/>
                  <a:pt x="217" y="245"/>
                </a:cubicBezTo>
                <a:cubicBezTo>
                  <a:pt x="203" y="247"/>
                  <a:pt x="189" y="247"/>
                  <a:pt x="175" y="244"/>
                </a:cubicBezTo>
                <a:cubicBezTo>
                  <a:pt x="152" y="240"/>
                  <a:pt x="152" y="240"/>
                  <a:pt x="152" y="240"/>
                </a:cubicBezTo>
                <a:cubicBezTo>
                  <a:pt x="136" y="237"/>
                  <a:pt x="120" y="237"/>
                  <a:pt x="104" y="240"/>
                </a:cubicBezTo>
                <a:cubicBezTo>
                  <a:pt x="81" y="244"/>
                  <a:pt x="81" y="244"/>
                  <a:pt x="81" y="244"/>
                </a:cubicBezTo>
                <a:cubicBezTo>
                  <a:pt x="67" y="247"/>
                  <a:pt x="53" y="247"/>
                  <a:pt x="39" y="245"/>
                </a:cubicBezTo>
                <a:cubicBezTo>
                  <a:pt x="5" y="240"/>
                  <a:pt x="5" y="240"/>
                  <a:pt x="5" y="240"/>
                </a:cubicBezTo>
                <a:cubicBezTo>
                  <a:pt x="2" y="240"/>
                  <a:pt x="0" y="241"/>
                  <a:pt x="0" y="243"/>
                </a:cubicBezTo>
                <a:cubicBezTo>
                  <a:pt x="0" y="245"/>
                  <a:pt x="1" y="248"/>
                  <a:pt x="3" y="248"/>
                </a:cubicBezTo>
                <a:cubicBezTo>
                  <a:pt x="38" y="253"/>
                  <a:pt x="38" y="253"/>
                  <a:pt x="38" y="253"/>
                </a:cubicBezTo>
                <a:cubicBezTo>
                  <a:pt x="45" y="254"/>
                  <a:pt x="51" y="254"/>
                  <a:pt x="58" y="254"/>
                </a:cubicBezTo>
                <a:cubicBezTo>
                  <a:pt x="66" y="254"/>
                  <a:pt x="74" y="253"/>
                  <a:pt x="82" y="252"/>
                </a:cubicBezTo>
                <a:cubicBezTo>
                  <a:pt x="105" y="248"/>
                  <a:pt x="105" y="248"/>
                  <a:pt x="105" y="248"/>
                </a:cubicBezTo>
                <a:cubicBezTo>
                  <a:pt x="120" y="245"/>
                  <a:pt x="136" y="245"/>
                  <a:pt x="151" y="248"/>
                </a:cubicBezTo>
                <a:cubicBezTo>
                  <a:pt x="174" y="252"/>
                  <a:pt x="174" y="252"/>
                  <a:pt x="174" y="252"/>
                </a:cubicBezTo>
                <a:cubicBezTo>
                  <a:pt x="189" y="255"/>
                  <a:pt x="203" y="255"/>
                  <a:pt x="218" y="253"/>
                </a:cubicBezTo>
                <a:cubicBezTo>
                  <a:pt x="253" y="248"/>
                  <a:pt x="253" y="248"/>
                  <a:pt x="253" y="248"/>
                </a:cubicBezTo>
                <a:cubicBezTo>
                  <a:pt x="255" y="248"/>
                  <a:pt x="256" y="245"/>
                  <a:pt x="256" y="243"/>
                </a:cubicBezTo>
                <a:cubicBezTo>
                  <a:pt x="256" y="241"/>
                  <a:pt x="254" y="240"/>
                  <a:pt x="251" y="240"/>
                </a:cubicBezTo>
                <a:close/>
                <a:moveTo>
                  <a:pt x="120" y="144"/>
                </a:moveTo>
                <a:cubicBezTo>
                  <a:pt x="144" y="144"/>
                  <a:pt x="144" y="144"/>
                  <a:pt x="144" y="144"/>
                </a:cubicBezTo>
                <a:cubicBezTo>
                  <a:pt x="144" y="136"/>
                  <a:pt x="144" y="136"/>
                  <a:pt x="144" y="136"/>
                </a:cubicBezTo>
                <a:cubicBezTo>
                  <a:pt x="120" y="136"/>
                  <a:pt x="120" y="136"/>
                  <a:pt x="120" y="136"/>
                </a:cubicBezTo>
                <a:lnTo>
                  <a:pt x="120" y="144"/>
                </a:lnTo>
                <a:close/>
                <a:moveTo>
                  <a:pt x="176" y="108"/>
                </a:moveTo>
                <a:cubicBezTo>
                  <a:pt x="120" y="108"/>
                  <a:pt x="120" y="108"/>
                  <a:pt x="120" y="108"/>
                </a:cubicBezTo>
                <a:cubicBezTo>
                  <a:pt x="120" y="116"/>
                  <a:pt x="120" y="116"/>
                  <a:pt x="120" y="116"/>
                </a:cubicBezTo>
                <a:cubicBezTo>
                  <a:pt x="176" y="116"/>
                  <a:pt x="176" y="116"/>
                  <a:pt x="176" y="116"/>
                </a:cubicBezTo>
                <a:lnTo>
                  <a:pt x="176" y="108"/>
                </a:lnTo>
                <a:close/>
                <a:moveTo>
                  <a:pt x="200" y="144"/>
                </a:moveTo>
                <a:cubicBezTo>
                  <a:pt x="224" y="144"/>
                  <a:pt x="224" y="144"/>
                  <a:pt x="224" y="144"/>
                </a:cubicBezTo>
                <a:cubicBezTo>
                  <a:pt x="224" y="136"/>
                  <a:pt x="224" y="136"/>
                  <a:pt x="224" y="136"/>
                </a:cubicBezTo>
                <a:cubicBezTo>
                  <a:pt x="200" y="136"/>
                  <a:pt x="200" y="136"/>
                  <a:pt x="200" y="136"/>
                </a:cubicBezTo>
                <a:lnTo>
                  <a:pt x="200" y="144"/>
                </a:lnTo>
                <a:close/>
                <a:moveTo>
                  <a:pt x="184" y="136"/>
                </a:moveTo>
                <a:cubicBezTo>
                  <a:pt x="160" y="136"/>
                  <a:pt x="160" y="136"/>
                  <a:pt x="160" y="136"/>
                </a:cubicBezTo>
                <a:cubicBezTo>
                  <a:pt x="160" y="144"/>
                  <a:pt x="160" y="144"/>
                  <a:pt x="160" y="144"/>
                </a:cubicBezTo>
                <a:cubicBezTo>
                  <a:pt x="184" y="144"/>
                  <a:pt x="184" y="144"/>
                  <a:pt x="184" y="144"/>
                </a:cubicBezTo>
                <a:lnTo>
                  <a:pt x="184" y="136"/>
                </a:lnTo>
                <a:close/>
                <a:moveTo>
                  <a:pt x="116" y="65"/>
                </a:moveTo>
                <a:cubicBezTo>
                  <a:pt x="128" y="29"/>
                  <a:pt x="128" y="29"/>
                  <a:pt x="128" y="29"/>
                </a:cubicBezTo>
                <a:cubicBezTo>
                  <a:pt x="128" y="29"/>
                  <a:pt x="128" y="28"/>
                  <a:pt x="128" y="28"/>
                </a:cubicBezTo>
                <a:cubicBezTo>
                  <a:pt x="128" y="8"/>
                  <a:pt x="128" y="8"/>
                  <a:pt x="128" y="8"/>
                </a:cubicBezTo>
                <a:cubicBezTo>
                  <a:pt x="160" y="8"/>
                  <a:pt x="160" y="8"/>
                  <a:pt x="160" y="8"/>
                </a:cubicBezTo>
                <a:cubicBezTo>
                  <a:pt x="160" y="28"/>
                  <a:pt x="160" y="28"/>
                  <a:pt x="160" y="28"/>
                </a:cubicBezTo>
                <a:cubicBezTo>
                  <a:pt x="160" y="28"/>
                  <a:pt x="160" y="29"/>
                  <a:pt x="160" y="29"/>
                </a:cubicBezTo>
                <a:cubicBezTo>
                  <a:pt x="172" y="65"/>
                  <a:pt x="172" y="65"/>
                  <a:pt x="172" y="65"/>
                </a:cubicBezTo>
                <a:cubicBezTo>
                  <a:pt x="172" y="76"/>
                  <a:pt x="172" y="76"/>
                  <a:pt x="172" y="76"/>
                </a:cubicBezTo>
                <a:cubicBezTo>
                  <a:pt x="180" y="76"/>
                  <a:pt x="180" y="76"/>
                  <a:pt x="180" y="76"/>
                </a:cubicBezTo>
                <a:cubicBezTo>
                  <a:pt x="180" y="64"/>
                  <a:pt x="180" y="64"/>
                  <a:pt x="180" y="64"/>
                </a:cubicBezTo>
                <a:cubicBezTo>
                  <a:pt x="180" y="63"/>
                  <a:pt x="180" y="63"/>
                  <a:pt x="180" y="63"/>
                </a:cubicBezTo>
                <a:cubicBezTo>
                  <a:pt x="168" y="27"/>
                  <a:pt x="168" y="27"/>
                  <a:pt x="168" y="27"/>
                </a:cubicBezTo>
                <a:cubicBezTo>
                  <a:pt x="168" y="4"/>
                  <a:pt x="168" y="4"/>
                  <a:pt x="168" y="4"/>
                </a:cubicBezTo>
                <a:cubicBezTo>
                  <a:pt x="168" y="2"/>
                  <a:pt x="166" y="0"/>
                  <a:pt x="164" y="0"/>
                </a:cubicBezTo>
                <a:cubicBezTo>
                  <a:pt x="124" y="0"/>
                  <a:pt x="124" y="0"/>
                  <a:pt x="124" y="0"/>
                </a:cubicBezTo>
                <a:cubicBezTo>
                  <a:pt x="122" y="0"/>
                  <a:pt x="120" y="2"/>
                  <a:pt x="120" y="4"/>
                </a:cubicBezTo>
                <a:cubicBezTo>
                  <a:pt x="120" y="27"/>
                  <a:pt x="120" y="27"/>
                  <a:pt x="120" y="27"/>
                </a:cubicBezTo>
                <a:cubicBezTo>
                  <a:pt x="108" y="63"/>
                  <a:pt x="108" y="63"/>
                  <a:pt x="108" y="63"/>
                </a:cubicBezTo>
                <a:cubicBezTo>
                  <a:pt x="108" y="63"/>
                  <a:pt x="108" y="63"/>
                  <a:pt x="108" y="64"/>
                </a:cubicBezTo>
                <a:cubicBezTo>
                  <a:pt x="108" y="76"/>
                  <a:pt x="108" y="76"/>
                  <a:pt x="108" y="76"/>
                </a:cubicBezTo>
                <a:cubicBezTo>
                  <a:pt x="116" y="76"/>
                  <a:pt x="116" y="76"/>
                  <a:pt x="116" y="76"/>
                </a:cubicBezTo>
                <a:lnTo>
                  <a:pt x="116" y="65"/>
                </a:lnTo>
                <a:close/>
                <a:moveTo>
                  <a:pt x="12" y="197"/>
                </a:moveTo>
                <a:cubicBezTo>
                  <a:pt x="13" y="199"/>
                  <a:pt x="14" y="200"/>
                  <a:pt x="16" y="200"/>
                </a:cubicBezTo>
                <a:cubicBezTo>
                  <a:pt x="32" y="200"/>
                  <a:pt x="32" y="200"/>
                  <a:pt x="32" y="200"/>
                </a:cubicBezTo>
                <a:cubicBezTo>
                  <a:pt x="32" y="232"/>
                  <a:pt x="32" y="232"/>
                  <a:pt x="32" y="232"/>
                </a:cubicBezTo>
                <a:cubicBezTo>
                  <a:pt x="32" y="234"/>
                  <a:pt x="34" y="236"/>
                  <a:pt x="36" y="236"/>
                </a:cubicBezTo>
                <a:cubicBezTo>
                  <a:pt x="38" y="236"/>
                  <a:pt x="40" y="234"/>
                  <a:pt x="40" y="232"/>
                </a:cubicBezTo>
                <a:cubicBezTo>
                  <a:pt x="40" y="188"/>
                  <a:pt x="40" y="188"/>
                  <a:pt x="40" y="188"/>
                </a:cubicBezTo>
                <a:cubicBezTo>
                  <a:pt x="40" y="186"/>
                  <a:pt x="38" y="184"/>
                  <a:pt x="36" y="184"/>
                </a:cubicBezTo>
                <a:cubicBezTo>
                  <a:pt x="34" y="184"/>
                  <a:pt x="32" y="186"/>
                  <a:pt x="32" y="188"/>
                </a:cubicBezTo>
                <a:cubicBezTo>
                  <a:pt x="32" y="192"/>
                  <a:pt x="32" y="192"/>
                  <a:pt x="32" y="192"/>
                </a:cubicBezTo>
                <a:cubicBezTo>
                  <a:pt x="19" y="192"/>
                  <a:pt x="19" y="192"/>
                  <a:pt x="19" y="192"/>
                </a:cubicBezTo>
                <a:cubicBezTo>
                  <a:pt x="10" y="168"/>
                  <a:pt x="10" y="168"/>
                  <a:pt x="10" y="168"/>
                </a:cubicBezTo>
                <a:cubicBezTo>
                  <a:pt x="246" y="168"/>
                  <a:pt x="246" y="168"/>
                  <a:pt x="246" y="168"/>
                </a:cubicBezTo>
                <a:cubicBezTo>
                  <a:pt x="237" y="192"/>
                  <a:pt x="237" y="192"/>
                  <a:pt x="237" y="192"/>
                </a:cubicBezTo>
                <a:cubicBezTo>
                  <a:pt x="224" y="192"/>
                  <a:pt x="224" y="192"/>
                  <a:pt x="224" y="192"/>
                </a:cubicBezTo>
                <a:cubicBezTo>
                  <a:pt x="224" y="188"/>
                  <a:pt x="224" y="188"/>
                  <a:pt x="224" y="188"/>
                </a:cubicBezTo>
                <a:cubicBezTo>
                  <a:pt x="224" y="186"/>
                  <a:pt x="222" y="184"/>
                  <a:pt x="220" y="184"/>
                </a:cubicBezTo>
                <a:cubicBezTo>
                  <a:pt x="208" y="184"/>
                  <a:pt x="208" y="184"/>
                  <a:pt x="208" y="184"/>
                </a:cubicBezTo>
                <a:cubicBezTo>
                  <a:pt x="206" y="184"/>
                  <a:pt x="204" y="186"/>
                  <a:pt x="204" y="188"/>
                </a:cubicBezTo>
                <a:cubicBezTo>
                  <a:pt x="204" y="190"/>
                  <a:pt x="206" y="192"/>
                  <a:pt x="208" y="192"/>
                </a:cubicBezTo>
                <a:cubicBezTo>
                  <a:pt x="216" y="192"/>
                  <a:pt x="216" y="192"/>
                  <a:pt x="216" y="192"/>
                </a:cubicBezTo>
                <a:cubicBezTo>
                  <a:pt x="216" y="232"/>
                  <a:pt x="216" y="232"/>
                  <a:pt x="216" y="232"/>
                </a:cubicBezTo>
                <a:cubicBezTo>
                  <a:pt x="216" y="234"/>
                  <a:pt x="218" y="236"/>
                  <a:pt x="220" y="236"/>
                </a:cubicBezTo>
                <a:cubicBezTo>
                  <a:pt x="222" y="236"/>
                  <a:pt x="224" y="234"/>
                  <a:pt x="224" y="232"/>
                </a:cubicBezTo>
                <a:cubicBezTo>
                  <a:pt x="224" y="200"/>
                  <a:pt x="224" y="200"/>
                  <a:pt x="224" y="200"/>
                </a:cubicBezTo>
                <a:cubicBezTo>
                  <a:pt x="240" y="200"/>
                  <a:pt x="240" y="200"/>
                  <a:pt x="240" y="200"/>
                </a:cubicBezTo>
                <a:cubicBezTo>
                  <a:pt x="242" y="200"/>
                  <a:pt x="243" y="199"/>
                  <a:pt x="244" y="197"/>
                </a:cubicBezTo>
                <a:cubicBezTo>
                  <a:pt x="256" y="165"/>
                  <a:pt x="256" y="165"/>
                  <a:pt x="256" y="165"/>
                </a:cubicBezTo>
                <a:cubicBezTo>
                  <a:pt x="256" y="164"/>
                  <a:pt x="256" y="163"/>
                  <a:pt x="255" y="162"/>
                </a:cubicBezTo>
                <a:cubicBezTo>
                  <a:pt x="255" y="160"/>
                  <a:pt x="253" y="160"/>
                  <a:pt x="252" y="160"/>
                </a:cubicBezTo>
                <a:cubicBezTo>
                  <a:pt x="4" y="160"/>
                  <a:pt x="4" y="160"/>
                  <a:pt x="4" y="160"/>
                </a:cubicBezTo>
                <a:cubicBezTo>
                  <a:pt x="3" y="160"/>
                  <a:pt x="1" y="160"/>
                  <a:pt x="1" y="162"/>
                </a:cubicBezTo>
                <a:cubicBezTo>
                  <a:pt x="0" y="163"/>
                  <a:pt x="0" y="164"/>
                  <a:pt x="0" y="165"/>
                </a:cubicBezTo>
                <a:lnTo>
                  <a:pt x="12" y="197"/>
                </a:lnTo>
                <a:close/>
                <a:moveTo>
                  <a:pt x="172" y="236"/>
                </a:moveTo>
                <a:cubicBezTo>
                  <a:pt x="174" y="236"/>
                  <a:pt x="176" y="234"/>
                  <a:pt x="176" y="232"/>
                </a:cubicBezTo>
                <a:cubicBezTo>
                  <a:pt x="176" y="188"/>
                  <a:pt x="176" y="188"/>
                  <a:pt x="176" y="188"/>
                </a:cubicBezTo>
                <a:cubicBezTo>
                  <a:pt x="176" y="186"/>
                  <a:pt x="174" y="184"/>
                  <a:pt x="172" y="184"/>
                </a:cubicBezTo>
                <a:cubicBezTo>
                  <a:pt x="170" y="184"/>
                  <a:pt x="168" y="186"/>
                  <a:pt x="168" y="188"/>
                </a:cubicBezTo>
                <a:cubicBezTo>
                  <a:pt x="168" y="192"/>
                  <a:pt x="168" y="192"/>
                  <a:pt x="168" y="192"/>
                </a:cubicBezTo>
                <a:cubicBezTo>
                  <a:pt x="88" y="192"/>
                  <a:pt x="88" y="192"/>
                  <a:pt x="88" y="192"/>
                </a:cubicBezTo>
                <a:cubicBezTo>
                  <a:pt x="88" y="188"/>
                  <a:pt x="88" y="188"/>
                  <a:pt x="88" y="188"/>
                </a:cubicBezTo>
                <a:cubicBezTo>
                  <a:pt x="88" y="186"/>
                  <a:pt x="86" y="184"/>
                  <a:pt x="84" y="184"/>
                </a:cubicBezTo>
                <a:cubicBezTo>
                  <a:pt x="72" y="184"/>
                  <a:pt x="72" y="184"/>
                  <a:pt x="72" y="184"/>
                </a:cubicBezTo>
                <a:cubicBezTo>
                  <a:pt x="70" y="184"/>
                  <a:pt x="68" y="186"/>
                  <a:pt x="68" y="188"/>
                </a:cubicBezTo>
                <a:cubicBezTo>
                  <a:pt x="68" y="190"/>
                  <a:pt x="70" y="192"/>
                  <a:pt x="72" y="192"/>
                </a:cubicBezTo>
                <a:cubicBezTo>
                  <a:pt x="80" y="192"/>
                  <a:pt x="80" y="192"/>
                  <a:pt x="80" y="192"/>
                </a:cubicBezTo>
                <a:cubicBezTo>
                  <a:pt x="80" y="232"/>
                  <a:pt x="80" y="232"/>
                  <a:pt x="80" y="232"/>
                </a:cubicBezTo>
                <a:cubicBezTo>
                  <a:pt x="80" y="234"/>
                  <a:pt x="82" y="236"/>
                  <a:pt x="84" y="236"/>
                </a:cubicBezTo>
                <a:cubicBezTo>
                  <a:pt x="86" y="236"/>
                  <a:pt x="88" y="234"/>
                  <a:pt x="88" y="232"/>
                </a:cubicBezTo>
                <a:cubicBezTo>
                  <a:pt x="88" y="200"/>
                  <a:pt x="88" y="200"/>
                  <a:pt x="88" y="200"/>
                </a:cubicBezTo>
                <a:cubicBezTo>
                  <a:pt x="168" y="200"/>
                  <a:pt x="168" y="200"/>
                  <a:pt x="168" y="200"/>
                </a:cubicBezTo>
                <a:cubicBezTo>
                  <a:pt x="168" y="232"/>
                  <a:pt x="168" y="232"/>
                  <a:pt x="168" y="232"/>
                </a:cubicBezTo>
                <a:cubicBezTo>
                  <a:pt x="168" y="234"/>
                  <a:pt x="170" y="236"/>
                  <a:pt x="172" y="236"/>
                </a:cubicBezTo>
                <a:close/>
                <a:moveTo>
                  <a:pt x="30" y="124"/>
                </a:moveTo>
                <a:cubicBezTo>
                  <a:pt x="16" y="124"/>
                  <a:pt x="16" y="124"/>
                  <a:pt x="16" y="124"/>
                </a:cubicBezTo>
                <a:cubicBezTo>
                  <a:pt x="14" y="124"/>
                  <a:pt x="12" y="126"/>
                  <a:pt x="12" y="128"/>
                </a:cubicBezTo>
                <a:cubicBezTo>
                  <a:pt x="12" y="152"/>
                  <a:pt x="12" y="152"/>
                  <a:pt x="12" y="152"/>
                </a:cubicBezTo>
                <a:cubicBezTo>
                  <a:pt x="20" y="152"/>
                  <a:pt x="20" y="152"/>
                  <a:pt x="20" y="152"/>
                </a:cubicBezTo>
                <a:cubicBezTo>
                  <a:pt x="20" y="132"/>
                  <a:pt x="20" y="132"/>
                  <a:pt x="20" y="132"/>
                </a:cubicBezTo>
                <a:cubicBezTo>
                  <a:pt x="100" y="132"/>
                  <a:pt x="100" y="132"/>
                  <a:pt x="100" y="132"/>
                </a:cubicBezTo>
                <a:cubicBezTo>
                  <a:pt x="100" y="152"/>
                  <a:pt x="100" y="152"/>
                  <a:pt x="100" y="152"/>
                </a:cubicBezTo>
                <a:cubicBezTo>
                  <a:pt x="108" y="152"/>
                  <a:pt x="108" y="152"/>
                  <a:pt x="108" y="152"/>
                </a:cubicBezTo>
                <a:cubicBezTo>
                  <a:pt x="108" y="128"/>
                  <a:pt x="108" y="128"/>
                  <a:pt x="108" y="128"/>
                </a:cubicBezTo>
                <a:cubicBezTo>
                  <a:pt x="108" y="126"/>
                  <a:pt x="106" y="124"/>
                  <a:pt x="104" y="124"/>
                </a:cubicBezTo>
                <a:cubicBezTo>
                  <a:pt x="92" y="124"/>
                  <a:pt x="92" y="124"/>
                  <a:pt x="92" y="124"/>
                </a:cubicBezTo>
                <a:cubicBezTo>
                  <a:pt x="92" y="92"/>
                  <a:pt x="92" y="92"/>
                  <a:pt x="92" y="92"/>
                </a:cubicBezTo>
                <a:cubicBezTo>
                  <a:pt x="200" y="92"/>
                  <a:pt x="200" y="92"/>
                  <a:pt x="200" y="92"/>
                </a:cubicBezTo>
                <a:cubicBezTo>
                  <a:pt x="200" y="112"/>
                  <a:pt x="200" y="112"/>
                  <a:pt x="200" y="112"/>
                </a:cubicBezTo>
                <a:cubicBezTo>
                  <a:pt x="200" y="114"/>
                  <a:pt x="202" y="116"/>
                  <a:pt x="204" y="116"/>
                </a:cubicBezTo>
                <a:cubicBezTo>
                  <a:pt x="236" y="116"/>
                  <a:pt x="236" y="116"/>
                  <a:pt x="236" y="116"/>
                </a:cubicBezTo>
                <a:cubicBezTo>
                  <a:pt x="236" y="152"/>
                  <a:pt x="236" y="152"/>
                  <a:pt x="236" y="152"/>
                </a:cubicBezTo>
                <a:cubicBezTo>
                  <a:pt x="244" y="152"/>
                  <a:pt x="244" y="152"/>
                  <a:pt x="244" y="152"/>
                </a:cubicBezTo>
                <a:cubicBezTo>
                  <a:pt x="244" y="112"/>
                  <a:pt x="244" y="112"/>
                  <a:pt x="244" y="112"/>
                </a:cubicBezTo>
                <a:cubicBezTo>
                  <a:pt x="244" y="110"/>
                  <a:pt x="242" y="108"/>
                  <a:pt x="240" y="108"/>
                </a:cubicBezTo>
                <a:cubicBezTo>
                  <a:pt x="208" y="108"/>
                  <a:pt x="208" y="108"/>
                  <a:pt x="208" y="108"/>
                </a:cubicBezTo>
                <a:cubicBezTo>
                  <a:pt x="208" y="88"/>
                  <a:pt x="208" y="88"/>
                  <a:pt x="208" y="88"/>
                </a:cubicBezTo>
                <a:cubicBezTo>
                  <a:pt x="208" y="86"/>
                  <a:pt x="206" y="84"/>
                  <a:pt x="204" y="84"/>
                </a:cubicBezTo>
                <a:cubicBezTo>
                  <a:pt x="88" y="84"/>
                  <a:pt x="88" y="84"/>
                  <a:pt x="88" y="84"/>
                </a:cubicBezTo>
                <a:cubicBezTo>
                  <a:pt x="86" y="84"/>
                  <a:pt x="84" y="86"/>
                  <a:pt x="84" y="88"/>
                </a:cubicBezTo>
                <a:cubicBezTo>
                  <a:pt x="84" y="124"/>
                  <a:pt x="84" y="124"/>
                  <a:pt x="84" y="124"/>
                </a:cubicBezTo>
                <a:cubicBezTo>
                  <a:pt x="74" y="124"/>
                  <a:pt x="74" y="124"/>
                  <a:pt x="74" y="124"/>
                </a:cubicBezTo>
                <a:cubicBezTo>
                  <a:pt x="23" y="61"/>
                  <a:pt x="23" y="61"/>
                  <a:pt x="23" y="61"/>
                </a:cubicBezTo>
                <a:cubicBezTo>
                  <a:pt x="22" y="60"/>
                  <a:pt x="21" y="60"/>
                  <a:pt x="20" y="60"/>
                </a:cubicBezTo>
                <a:cubicBezTo>
                  <a:pt x="4" y="60"/>
                  <a:pt x="4" y="60"/>
                  <a:pt x="4" y="60"/>
                </a:cubicBezTo>
                <a:cubicBezTo>
                  <a:pt x="3" y="60"/>
                  <a:pt x="1" y="61"/>
                  <a:pt x="1" y="62"/>
                </a:cubicBezTo>
                <a:cubicBezTo>
                  <a:pt x="0" y="63"/>
                  <a:pt x="0" y="64"/>
                  <a:pt x="0" y="66"/>
                </a:cubicBezTo>
                <a:lnTo>
                  <a:pt x="30" y="124"/>
                </a:lnTo>
                <a:close/>
                <a:moveTo>
                  <a:pt x="18" y="68"/>
                </a:moveTo>
                <a:cubicBezTo>
                  <a:pt x="64" y="124"/>
                  <a:pt x="64" y="124"/>
                  <a:pt x="64" y="124"/>
                </a:cubicBezTo>
                <a:cubicBezTo>
                  <a:pt x="38" y="124"/>
                  <a:pt x="38" y="124"/>
                  <a:pt x="38" y="124"/>
                </a:cubicBezTo>
                <a:cubicBezTo>
                  <a:pt x="10" y="68"/>
                  <a:pt x="10" y="68"/>
                  <a:pt x="10" y="68"/>
                </a:cubicBezTo>
                <a:lnTo>
                  <a:pt x="18" y="6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3" name="Freeform 89">
            <a:extLst>
              <a:ext uri="{FF2B5EF4-FFF2-40B4-BE49-F238E27FC236}">
                <a16:creationId xmlns:a16="http://schemas.microsoft.com/office/drawing/2014/main" id="{4873C55B-5C5B-4335-8D09-F406437F710C}"/>
              </a:ext>
            </a:extLst>
          </p:cNvPr>
          <p:cNvSpPr>
            <a:spLocks noChangeAspect="1" noEditPoints="1"/>
          </p:cNvSpPr>
          <p:nvPr/>
        </p:nvSpPr>
        <p:spPr bwMode="auto">
          <a:xfrm>
            <a:off x="6385314" y="3380289"/>
            <a:ext cx="387350" cy="400050"/>
          </a:xfrm>
          <a:custGeom>
            <a:avLst/>
            <a:gdLst>
              <a:gd name="T0" fmla="*/ 236 w 248"/>
              <a:gd name="T1" fmla="*/ 165 h 256"/>
              <a:gd name="T2" fmla="*/ 242 w 248"/>
              <a:gd name="T3" fmla="*/ 141 h 256"/>
              <a:gd name="T4" fmla="*/ 98 w 248"/>
              <a:gd name="T5" fmla="*/ 61 h 256"/>
              <a:gd name="T6" fmla="*/ 230 w 248"/>
              <a:gd name="T7" fmla="*/ 159 h 256"/>
              <a:gd name="T8" fmla="*/ 144 w 248"/>
              <a:gd name="T9" fmla="*/ 116 h 256"/>
              <a:gd name="T10" fmla="*/ 116 w 248"/>
              <a:gd name="T11" fmla="*/ 105 h 256"/>
              <a:gd name="T12" fmla="*/ 95 w 248"/>
              <a:gd name="T13" fmla="*/ 51 h 256"/>
              <a:gd name="T14" fmla="*/ 100 w 248"/>
              <a:gd name="T15" fmla="*/ 16 h 256"/>
              <a:gd name="T16" fmla="*/ 78 w 248"/>
              <a:gd name="T17" fmla="*/ 1 h 256"/>
              <a:gd name="T18" fmla="*/ 0 w 248"/>
              <a:gd name="T19" fmla="*/ 124 h 256"/>
              <a:gd name="T20" fmla="*/ 20 w 248"/>
              <a:gd name="T21" fmla="*/ 135 h 256"/>
              <a:gd name="T22" fmla="*/ 28 w 248"/>
              <a:gd name="T23" fmla="*/ 256 h 256"/>
              <a:gd name="T24" fmla="*/ 64 w 248"/>
              <a:gd name="T25" fmla="*/ 89 h 256"/>
              <a:gd name="T26" fmla="*/ 112 w 248"/>
              <a:gd name="T27" fmla="*/ 116 h 256"/>
              <a:gd name="T28" fmla="*/ 141 w 248"/>
              <a:gd name="T29" fmla="*/ 125 h 256"/>
              <a:gd name="T30" fmla="*/ 228 w 248"/>
              <a:gd name="T31" fmla="*/ 228 h 256"/>
              <a:gd name="T32" fmla="*/ 216 w 248"/>
              <a:gd name="T33" fmla="*/ 256 h 256"/>
              <a:gd name="T34" fmla="*/ 224 w 248"/>
              <a:gd name="T35" fmla="*/ 240 h 256"/>
              <a:gd name="T36" fmla="*/ 236 w 248"/>
              <a:gd name="T37" fmla="*/ 236 h 256"/>
              <a:gd name="T38" fmla="*/ 240 w 248"/>
              <a:gd name="T39" fmla="*/ 256 h 256"/>
              <a:gd name="T40" fmla="*/ 248 w 248"/>
              <a:gd name="T41" fmla="*/ 240 h 256"/>
              <a:gd name="T42" fmla="*/ 23 w 248"/>
              <a:gd name="T43" fmla="*/ 127 h 256"/>
              <a:gd name="T44" fmla="*/ 76 w 248"/>
              <a:gd name="T45" fmla="*/ 8 h 256"/>
              <a:gd name="T46" fmla="*/ 88 w 248"/>
              <a:gd name="T47" fmla="*/ 46 h 256"/>
              <a:gd name="T48" fmla="*/ 128 w 248"/>
              <a:gd name="T49" fmla="*/ 124 h 256"/>
              <a:gd name="T50" fmla="*/ 128 w 248"/>
              <a:gd name="T51" fmla="*/ 108 h 256"/>
              <a:gd name="T52" fmla="*/ 128 w 248"/>
              <a:gd name="T53" fmla="*/ 124 h 256"/>
              <a:gd name="T54" fmla="*/ 104 w 248"/>
              <a:gd name="T55" fmla="*/ 120 h 256"/>
              <a:gd name="T56" fmla="*/ 96 w 248"/>
              <a:gd name="T57" fmla="*/ 147 h 256"/>
              <a:gd name="T58" fmla="*/ 52 w 248"/>
              <a:gd name="T59" fmla="*/ 228 h 256"/>
              <a:gd name="T60" fmla="*/ 48 w 248"/>
              <a:gd name="T61" fmla="*/ 256 h 256"/>
              <a:gd name="T62" fmla="*/ 56 w 248"/>
              <a:gd name="T63" fmla="*/ 236 h 256"/>
              <a:gd name="T64" fmla="*/ 64 w 248"/>
              <a:gd name="T65" fmla="*/ 234 h 256"/>
              <a:gd name="T66" fmla="*/ 104 w 248"/>
              <a:gd name="T67" fmla="*/ 148 h 256"/>
              <a:gd name="T68" fmla="*/ 187 w 248"/>
              <a:gd name="T69" fmla="*/ 228 h 256"/>
              <a:gd name="T70" fmla="*/ 156 w 248"/>
              <a:gd name="T71" fmla="*/ 140 h 256"/>
              <a:gd name="T72" fmla="*/ 148 w 248"/>
              <a:gd name="T73" fmla="*/ 148 h 256"/>
              <a:gd name="T74" fmla="*/ 180 w 248"/>
              <a:gd name="T75" fmla="*/ 233 h 256"/>
              <a:gd name="T76" fmla="*/ 192 w 248"/>
              <a:gd name="T77" fmla="*/ 236 h 256"/>
              <a:gd name="T78" fmla="*/ 200 w 248"/>
              <a:gd name="T79" fmla="*/ 256 h 256"/>
              <a:gd name="T80" fmla="*/ 196 w 248"/>
              <a:gd name="T81" fmla="*/ 228 h 256"/>
              <a:gd name="T82" fmla="*/ 128 w 248"/>
              <a:gd name="T83" fmla="*/ 164 h 256"/>
              <a:gd name="T84" fmla="*/ 120 w 248"/>
              <a:gd name="T85" fmla="*/ 166 h 256"/>
              <a:gd name="T86" fmla="*/ 84 w 248"/>
              <a:gd name="T87" fmla="*/ 256 h 256"/>
              <a:gd name="T88" fmla="*/ 88 w 248"/>
              <a:gd name="T89" fmla="*/ 256 h 256"/>
              <a:gd name="T90" fmla="*/ 124 w 248"/>
              <a:gd name="T91" fmla="*/ 231 h 256"/>
              <a:gd name="T92" fmla="*/ 160 w 248"/>
              <a:gd name="T93" fmla="*/ 256 h 256"/>
              <a:gd name="T94" fmla="*/ 160 w 248"/>
              <a:gd name="T95" fmla="*/ 256 h 256"/>
              <a:gd name="T96" fmla="*/ 164 w 248"/>
              <a:gd name="T97" fmla="*/ 251 h 256"/>
              <a:gd name="T98" fmla="*/ 94 w 248"/>
              <a:gd name="T99" fmla="*/ 242 h 256"/>
              <a:gd name="T100" fmla="*/ 117 w 248"/>
              <a:gd name="T101" fmla="*/ 226 h 256"/>
              <a:gd name="T102" fmla="*/ 109 w 248"/>
              <a:gd name="T103" fmla="*/ 211 h 256"/>
              <a:gd name="T104" fmla="*/ 140 w 248"/>
              <a:gd name="T105" fmla="*/ 210 h 256"/>
              <a:gd name="T106" fmla="*/ 109 w 248"/>
              <a:gd name="T107" fmla="*/ 211 h 256"/>
              <a:gd name="T108" fmla="*/ 143 w 248"/>
              <a:gd name="T109" fmla="*/ 218 h 256"/>
              <a:gd name="T110" fmla="*/ 131 w 248"/>
              <a:gd name="T111" fmla="*/ 22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8" h="256">
                <a:moveTo>
                  <a:pt x="236" y="228"/>
                </a:moveTo>
                <a:cubicBezTo>
                  <a:pt x="236" y="165"/>
                  <a:pt x="236" y="165"/>
                  <a:pt x="236" y="165"/>
                </a:cubicBezTo>
                <a:cubicBezTo>
                  <a:pt x="244" y="145"/>
                  <a:pt x="244" y="145"/>
                  <a:pt x="244" y="145"/>
                </a:cubicBezTo>
                <a:cubicBezTo>
                  <a:pt x="244" y="144"/>
                  <a:pt x="244" y="142"/>
                  <a:pt x="242" y="141"/>
                </a:cubicBezTo>
                <a:cubicBezTo>
                  <a:pt x="103" y="54"/>
                  <a:pt x="103" y="54"/>
                  <a:pt x="103" y="54"/>
                </a:cubicBezTo>
                <a:cubicBezTo>
                  <a:pt x="98" y="61"/>
                  <a:pt x="98" y="61"/>
                  <a:pt x="98" y="61"/>
                </a:cubicBezTo>
                <a:cubicBezTo>
                  <a:pt x="235" y="146"/>
                  <a:pt x="235" y="146"/>
                  <a:pt x="235" y="146"/>
                </a:cubicBezTo>
                <a:cubicBezTo>
                  <a:pt x="230" y="159"/>
                  <a:pt x="230" y="159"/>
                  <a:pt x="230" y="159"/>
                </a:cubicBezTo>
                <a:cubicBezTo>
                  <a:pt x="144" y="117"/>
                  <a:pt x="144" y="117"/>
                  <a:pt x="144" y="117"/>
                </a:cubicBezTo>
                <a:cubicBezTo>
                  <a:pt x="144" y="117"/>
                  <a:pt x="144" y="116"/>
                  <a:pt x="144" y="116"/>
                </a:cubicBezTo>
                <a:cubicBezTo>
                  <a:pt x="144" y="107"/>
                  <a:pt x="137" y="100"/>
                  <a:pt x="128" y="100"/>
                </a:cubicBezTo>
                <a:cubicBezTo>
                  <a:pt x="123" y="100"/>
                  <a:pt x="119" y="102"/>
                  <a:pt x="116" y="105"/>
                </a:cubicBezTo>
                <a:cubicBezTo>
                  <a:pt x="69" y="83"/>
                  <a:pt x="69" y="83"/>
                  <a:pt x="69" y="83"/>
                </a:cubicBezTo>
                <a:cubicBezTo>
                  <a:pt x="95" y="51"/>
                  <a:pt x="95" y="51"/>
                  <a:pt x="95" y="51"/>
                </a:cubicBezTo>
                <a:cubicBezTo>
                  <a:pt x="96" y="50"/>
                  <a:pt x="96" y="49"/>
                  <a:pt x="96" y="48"/>
                </a:cubicBezTo>
                <a:cubicBezTo>
                  <a:pt x="100" y="16"/>
                  <a:pt x="100" y="16"/>
                  <a:pt x="100" y="16"/>
                </a:cubicBezTo>
                <a:cubicBezTo>
                  <a:pt x="100" y="15"/>
                  <a:pt x="99" y="13"/>
                  <a:pt x="98" y="13"/>
                </a:cubicBezTo>
                <a:cubicBezTo>
                  <a:pt x="78" y="1"/>
                  <a:pt x="78" y="1"/>
                  <a:pt x="78" y="1"/>
                </a:cubicBezTo>
                <a:cubicBezTo>
                  <a:pt x="77" y="0"/>
                  <a:pt x="76" y="0"/>
                  <a:pt x="75" y="0"/>
                </a:cubicBezTo>
                <a:cubicBezTo>
                  <a:pt x="33" y="17"/>
                  <a:pt x="8" y="58"/>
                  <a:pt x="0" y="124"/>
                </a:cubicBezTo>
                <a:cubicBezTo>
                  <a:pt x="0" y="125"/>
                  <a:pt x="1" y="127"/>
                  <a:pt x="3" y="128"/>
                </a:cubicBezTo>
                <a:cubicBezTo>
                  <a:pt x="20" y="135"/>
                  <a:pt x="20" y="135"/>
                  <a:pt x="20" y="135"/>
                </a:cubicBezTo>
                <a:cubicBezTo>
                  <a:pt x="20" y="256"/>
                  <a:pt x="20" y="256"/>
                  <a:pt x="20" y="256"/>
                </a:cubicBezTo>
                <a:cubicBezTo>
                  <a:pt x="28" y="256"/>
                  <a:pt x="28" y="256"/>
                  <a:pt x="28" y="256"/>
                </a:cubicBezTo>
                <a:cubicBezTo>
                  <a:pt x="28" y="133"/>
                  <a:pt x="28" y="133"/>
                  <a:pt x="28" y="133"/>
                </a:cubicBezTo>
                <a:cubicBezTo>
                  <a:pt x="64" y="89"/>
                  <a:pt x="64" y="89"/>
                  <a:pt x="64" y="89"/>
                </a:cubicBezTo>
                <a:cubicBezTo>
                  <a:pt x="112" y="113"/>
                  <a:pt x="112" y="113"/>
                  <a:pt x="112" y="113"/>
                </a:cubicBezTo>
                <a:cubicBezTo>
                  <a:pt x="112" y="114"/>
                  <a:pt x="112" y="115"/>
                  <a:pt x="112" y="116"/>
                </a:cubicBezTo>
                <a:cubicBezTo>
                  <a:pt x="112" y="125"/>
                  <a:pt x="119" y="132"/>
                  <a:pt x="128" y="132"/>
                </a:cubicBezTo>
                <a:cubicBezTo>
                  <a:pt x="133" y="132"/>
                  <a:pt x="138" y="129"/>
                  <a:pt x="141" y="125"/>
                </a:cubicBezTo>
                <a:cubicBezTo>
                  <a:pt x="228" y="167"/>
                  <a:pt x="228" y="167"/>
                  <a:pt x="228" y="167"/>
                </a:cubicBezTo>
                <a:cubicBezTo>
                  <a:pt x="228" y="228"/>
                  <a:pt x="228" y="228"/>
                  <a:pt x="228" y="228"/>
                </a:cubicBezTo>
                <a:cubicBezTo>
                  <a:pt x="221" y="228"/>
                  <a:pt x="216" y="233"/>
                  <a:pt x="216" y="240"/>
                </a:cubicBezTo>
                <a:cubicBezTo>
                  <a:pt x="216" y="256"/>
                  <a:pt x="216" y="256"/>
                  <a:pt x="216" y="256"/>
                </a:cubicBezTo>
                <a:cubicBezTo>
                  <a:pt x="224" y="256"/>
                  <a:pt x="224" y="256"/>
                  <a:pt x="224" y="256"/>
                </a:cubicBezTo>
                <a:cubicBezTo>
                  <a:pt x="224" y="240"/>
                  <a:pt x="224" y="240"/>
                  <a:pt x="224" y="240"/>
                </a:cubicBezTo>
                <a:cubicBezTo>
                  <a:pt x="224" y="238"/>
                  <a:pt x="226" y="236"/>
                  <a:pt x="228" y="236"/>
                </a:cubicBezTo>
                <a:cubicBezTo>
                  <a:pt x="236" y="236"/>
                  <a:pt x="236" y="236"/>
                  <a:pt x="236" y="236"/>
                </a:cubicBezTo>
                <a:cubicBezTo>
                  <a:pt x="238" y="236"/>
                  <a:pt x="240" y="238"/>
                  <a:pt x="240" y="240"/>
                </a:cubicBezTo>
                <a:cubicBezTo>
                  <a:pt x="240" y="256"/>
                  <a:pt x="240" y="256"/>
                  <a:pt x="240" y="256"/>
                </a:cubicBezTo>
                <a:cubicBezTo>
                  <a:pt x="248" y="256"/>
                  <a:pt x="248" y="256"/>
                  <a:pt x="248" y="256"/>
                </a:cubicBezTo>
                <a:cubicBezTo>
                  <a:pt x="248" y="240"/>
                  <a:pt x="248" y="240"/>
                  <a:pt x="248" y="240"/>
                </a:cubicBezTo>
                <a:cubicBezTo>
                  <a:pt x="248" y="233"/>
                  <a:pt x="243" y="228"/>
                  <a:pt x="236" y="228"/>
                </a:cubicBezTo>
                <a:close/>
                <a:moveTo>
                  <a:pt x="23" y="127"/>
                </a:moveTo>
                <a:cubicBezTo>
                  <a:pt x="8" y="121"/>
                  <a:pt x="8" y="121"/>
                  <a:pt x="8" y="121"/>
                </a:cubicBezTo>
                <a:cubicBezTo>
                  <a:pt x="16" y="62"/>
                  <a:pt x="39" y="24"/>
                  <a:pt x="76" y="8"/>
                </a:cubicBezTo>
                <a:cubicBezTo>
                  <a:pt x="92" y="18"/>
                  <a:pt x="92" y="18"/>
                  <a:pt x="92" y="18"/>
                </a:cubicBezTo>
                <a:cubicBezTo>
                  <a:pt x="88" y="46"/>
                  <a:pt x="88" y="46"/>
                  <a:pt x="88" y="46"/>
                </a:cubicBezTo>
                <a:lnTo>
                  <a:pt x="23" y="127"/>
                </a:lnTo>
                <a:close/>
                <a:moveTo>
                  <a:pt x="128" y="124"/>
                </a:moveTo>
                <a:cubicBezTo>
                  <a:pt x="124" y="124"/>
                  <a:pt x="120" y="120"/>
                  <a:pt x="120" y="116"/>
                </a:cubicBezTo>
                <a:cubicBezTo>
                  <a:pt x="120" y="112"/>
                  <a:pt x="124" y="108"/>
                  <a:pt x="128" y="108"/>
                </a:cubicBezTo>
                <a:cubicBezTo>
                  <a:pt x="132" y="108"/>
                  <a:pt x="136" y="112"/>
                  <a:pt x="136" y="116"/>
                </a:cubicBezTo>
                <a:cubicBezTo>
                  <a:pt x="136" y="120"/>
                  <a:pt x="132" y="124"/>
                  <a:pt x="128" y="124"/>
                </a:cubicBezTo>
                <a:close/>
                <a:moveTo>
                  <a:pt x="104" y="148"/>
                </a:moveTo>
                <a:cubicBezTo>
                  <a:pt x="104" y="120"/>
                  <a:pt x="104" y="120"/>
                  <a:pt x="104" y="120"/>
                </a:cubicBezTo>
                <a:cubicBezTo>
                  <a:pt x="96" y="120"/>
                  <a:pt x="96" y="120"/>
                  <a:pt x="96" y="120"/>
                </a:cubicBezTo>
                <a:cubicBezTo>
                  <a:pt x="96" y="147"/>
                  <a:pt x="96" y="147"/>
                  <a:pt x="96" y="147"/>
                </a:cubicBezTo>
                <a:cubicBezTo>
                  <a:pt x="57" y="228"/>
                  <a:pt x="57" y="228"/>
                  <a:pt x="57" y="228"/>
                </a:cubicBezTo>
                <a:cubicBezTo>
                  <a:pt x="52" y="228"/>
                  <a:pt x="52" y="228"/>
                  <a:pt x="52" y="228"/>
                </a:cubicBezTo>
                <a:cubicBezTo>
                  <a:pt x="50" y="228"/>
                  <a:pt x="48" y="230"/>
                  <a:pt x="48" y="232"/>
                </a:cubicBezTo>
                <a:cubicBezTo>
                  <a:pt x="48" y="256"/>
                  <a:pt x="48" y="256"/>
                  <a:pt x="48" y="256"/>
                </a:cubicBezTo>
                <a:cubicBezTo>
                  <a:pt x="56" y="256"/>
                  <a:pt x="56" y="256"/>
                  <a:pt x="56" y="256"/>
                </a:cubicBezTo>
                <a:cubicBezTo>
                  <a:pt x="56" y="236"/>
                  <a:pt x="56" y="236"/>
                  <a:pt x="56" y="236"/>
                </a:cubicBezTo>
                <a:cubicBezTo>
                  <a:pt x="60" y="236"/>
                  <a:pt x="60" y="236"/>
                  <a:pt x="60" y="236"/>
                </a:cubicBezTo>
                <a:cubicBezTo>
                  <a:pt x="62" y="236"/>
                  <a:pt x="63" y="235"/>
                  <a:pt x="64" y="234"/>
                </a:cubicBezTo>
                <a:cubicBezTo>
                  <a:pt x="104" y="150"/>
                  <a:pt x="104" y="150"/>
                  <a:pt x="104" y="150"/>
                </a:cubicBezTo>
                <a:cubicBezTo>
                  <a:pt x="104" y="149"/>
                  <a:pt x="104" y="149"/>
                  <a:pt x="104" y="148"/>
                </a:cubicBezTo>
                <a:close/>
                <a:moveTo>
                  <a:pt x="196" y="228"/>
                </a:moveTo>
                <a:cubicBezTo>
                  <a:pt x="187" y="228"/>
                  <a:pt x="187" y="228"/>
                  <a:pt x="187" y="228"/>
                </a:cubicBezTo>
                <a:cubicBezTo>
                  <a:pt x="156" y="147"/>
                  <a:pt x="156" y="147"/>
                  <a:pt x="156" y="147"/>
                </a:cubicBezTo>
                <a:cubicBezTo>
                  <a:pt x="156" y="140"/>
                  <a:pt x="156" y="140"/>
                  <a:pt x="156" y="140"/>
                </a:cubicBezTo>
                <a:cubicBezTo>
                  <a:pt x="148" y="140"/>
                  <a:pt x="148" y="140"/>
                  <a:pt x="148" y="140"/>
                </a:cubicBezTo>
                <a:cubicBezTo>
                  <a:pt x="148" y="148"/>
                  <a:pt x="148" y="148"/>
                  <a:pt x="148" y="148"/>
                </a:cubicBezTo>
                <a:cubicBezTo>
                  <a:pt x="148" y="148"/>
                  <a:pt x="148" y="149"/>
                  <a:pt x="148" y="149"/>
                </a:cubicBezTo>
                <a:cubicBezTo>
                  <a:pt x="180" y="233"/>
                  <a:pt x="180" y="233"/>
                  <a:pt x="180" y="233"/>
                </a:cubicBezTo>
                <a:cubicBezTo>
                  <a:pt x="181" y="235"/>
                  <a:pt x="182" y="236"/>
                  <a:pt x="184" y="236"/>
                </a:cubicBezTo>
                <a:cubicBezTo>
                  <a:pt x="192" y="236"/>
                  <a:pt x="192" y="236"/>
                  <a:pt x="192" y="236"/>
                </a:cubicBezTo>
                <a:cubicBezTo>
                  <a:pt x="192" y="256"/>
                  <a:pt x="192" y="256"/>
                  <a:pt x="192" y="256"/>
                </a:cubicBezTo>
                <a:cubicBezTo>
                  <a:pt x="200" y="256"/>
                  <a:pt x="200" y="256"/>
                  <a:pt x="200" y="256"/>
                </a:cubicBezTo>
                <a:cubicBezTo>
                  <a:pt x="200" y="232"/>
                  <a:pt x="200" y="232"/>
                  <a:pt x="200" y="232"/>
                </a:cubicBezTo>
                <a:cubicBezTo>
                  <a:pt x="200" y="230"/>
                  <a:pt x="198" y="228"/>
                  <a:pt x="196" y="228"/>
                </a:cubicBezTo>
                <a:close/>
                <a:moveTo>
                  <a:pt x="132" y="167"/>
                </a:moveTo>
                <a:cubicBezTo>
                  <a:pt x="131" y="165"/>
                  <a:pt x="130" y="164"/>
                  <a:pt x="128" y="164"/>
                </a:cubicBezTo>
                <a:cubicBezTo>
                  <a:pt x="124" y="164"/>
                  <a:pt x="124" y="164"/>
                  <a:pt x="124" y="164"/>
                </a:cubicBezTo>
                <a:cubicBezTo>
                  <a:pt x="122" y="164"/>
                  <a:pt x="121" y="165"/>
                  <a:pt x="120" y="166"/>
                </a:cubicBezTo>
                <a:cubicBezTo>
                  <a:pt x="82" y="250"/>
                  <a:pt x="82" y="250"/>
                  <a:pt x="82" y="250"/>
                </a:cubicBezTo>
                <a:cubicBezTo>
                  <a:pt x="81" y="252"/>
                  <a:pt x="82" y="255"/>
                  <a:pt x="84" y="256"/>
                </a:cubicBezTo>
                <a:cubicBezTo>
                  <a:pt x="85" y="256"/>
                  <a:pt x="86" y="256"/>
                  <a:pt x="87" y="256"/>
                </a:cubicBezTo>
                <a:cubicBezTo>
                  <a:pt x="87" y="256"/>
                  <a:pt x="88" y="256"/>
                  <a:pt x="88" y="256"/>
                </a:cubicBezTo>
                <a:cubicBezTo>
                  <a:pt x="89" y="256"/>
                  <a:pt x="90" y="256"/>
                  <a:pt x="90" y="255"/>
                </a:cubicBezTo>
                <a:cubicBezTo>
                  <a:pt x="124" y="231"/>
                  <a:pt x="124" y="231"/>
                  <a:pt x="124" y="231"/>
                </a:cubicBezTo>
                <a:cubicBezTo>
                  <a:pt x="158" y="255"/>
                  <a:pt x="158" y="255"/>
                  <a:pt x="158" y="255"/>
                </a:cubicBezTo>
                <a:cubicBezTo>
                  <a:pt x="158" y="256"/>
                  <a:pt x="159" y="256"/>
                  <a:pt x="160" y="256"/>
                </a:cubicBezTo>
                <a:cubicBezTo>
                  <a:pt x="160" y="256"/>
                  <a:pt x="160" y="256"/>
                  <a:pt x="160" y="256"/>
                </a:cubicBezTo>
                <a:cubicBezTo>
                  <a:pt x="160" y="256"/>
                  <a:pt x="160" y="256"/>
                  <a:pt x="160" y="256"/>
                </a:cubicBezTo>
                <a:cubicBezTo>
                  <a:pt x="161" y="256"/>
                  <a:pt x="161" y="256"/>
                  <a:pt x="162" y="256"/>
                </a:cubicBezTo>
                <a:cubicBezTo>
                  <a:pt x="164" y="255"/>
                  <a:pt x="165" y="253"/>
                  <a:pt x="164" y="251"/>
                </a:cubicBezTo>
                <a:lnTo>
                  <a:pt x="132" y="167"/>
                </a:lnTo>
                <a:close/>
                <a:moveTo>
                  <a:pt x="94" y="242"/>
                </a:moveTo>
                <a:cubicBezTo>
                  <a:pt x="106" y="218"/>
                  <a:pt x="106" y="218"/>
                  <a:pt x="106" y="218"/>
                </a:cubicBezTo>
                <a:cubicBezTo>
                  <a:pt x="117" y="226"/>
                  <a:pt x="117" y="226"/>
                  <a:pt x="117" y="226"/>
                </a:cubicBezTo>
                <a:lnTo>
                  <a:pt x="94" y="242"/>
                </a:lnTo>
                <a:close/>
                <a:moveTo>
                  <a:pt x="109" y="211"/>
                </a:moveTo>
                <a:cubicBezTo>
                  <a:pt x="126" y="174"/>
                  <a:pt x="126" y="174"/>
                  <a:pt x="126" y="174"/>
                </a:cubicBezTo>
                <a:cubicBezTo>
                  <a:pt x="140" y="210"/>
                  <a:pt x="140" y="210"/>
                  <a:pt x="140" y="210"/>
                </a:cubicBezTo>
                <a:cubicBezTo>
                  <a:pt x="124" y="221"/>
                  <a:pt x="124" y="221"/>
                  <a:pt x="124" y="221"/>
                </a:cubicBezTo>
                <a:lnTo>
                  <a:pt x="109" y="211"/>
                </a:lnTo>
                <a:close/>
                <a:moveTo>
                  <a:pt x="131" y="226"/>
                </a:moveTo>
                <a:cubicBezTo>
                  <a:pt x="143" y="218"/>
                  <a:pt x="143" y="218"/>
                  <a:pt x="143" y="218"/>
                </a:cubicBezTo>
                <a:cubicBezTo>
                  <a:pt x="152" y="241"/>
                  <a:pt x="152" y="241"/>
                  <a:pt x="152" y="241"/>
                </a:cubicBezTo>
                <a:lnTo>
                  <a:pt x="131" y="2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50" name="Freeform 96">
            <a:extLst>
              <a:ext uri="{FF2B5EF4-FFF2-40B4-BE49-F238E27FC236}">
                <a16:creationId xmlns:a16="http://schemas.microsoft.com/office/drawing/2014/main" id="{1C900CD9-FB07-4177-815D-C2F7E2619144}"/>
              </a:ext>
            </a:extLst>
          </p:cNvPr>
          <p:cNvSpPr>
            <a:spLocks noChangeAspect="1" noEditPoints="1"/>
          </p:cNvSpPr>
          <p:nvPr/>
        </p:nvSpPr>
        <p:spPr bwMode="auto">
          <a:xfrm>
            <a:off x="7346610" y="3380289"/>
            <a:ext cx="400050" cy="400050"/>
          </a:xfrm>
          <a:custGeom>
            <a:avLst/>
            <a:gdLst>
              <a:gd name="T0" fmla="*/ 124 w 256"/>
              <a:gd name="T1" fmla="*/ 184 h 256"/>
              <a:gd name="T2" fmla="*/ 132 w 256"/>
              <a:gd name="T3" fmla="*/ 192 h 256"/>
              <a:gd name="T4" fmla="*/ 132 w 256"/>
              <a:gd name="T5" fmla="*/ 204 h 256"/>
              <a:gd name="T6" fmla="*/ 124 w 256"/>
              <a:gd name="T7" fmla="*/ 212 h 256"/>
              <a:gd name="T8" fmla="*/ 132 w 256"/>
              <a:gd name="T9" fmla="*/ 204 h 256"/>
              <a:gd name="T10" fmla="*/ 180 w 256"/>
              <a:gd name="T11" fmla="*/ 216 h 256"/>
              <a:gd name="T12" fmla="*/ 160 w 256"/>
              <a:gd name="T13" fmla="*/ 224 h 256"/>
              <a:gd name="T14" fmla="*/ 172 w 256"/>
              <a:gd name="T15" fmla="*/ 232 h 256"/>
              <a:gd name="T16" fmla="*/ 188 w 256"/>
              <a:gd name="T17" fmla="*/ 212 h 256"/>
              <a:gd name="T18" fmla="*/ 192 w 256"/>
              <a:gd name="T19" fmla="*/ 204 h 256"/>
              <a:gd name="T20" fmla="*/ 188 w 256"/>
              <a:gd name="T21" fmla="*/ 192 h 256"/>
              <a:gd name="T22" fmla="*/ 192 w 256"/>
              <a:gd name="T23" fmla="*/ 184 h 256"/>
              <a:gd name="T24" fmla="*/ 188 w 256"/>
              <a:gd name="T25" fmla="*/ 172 h 256"/>
              <a:gd name="T26" fmla="*/ 192 w 256"/>
              <a:gd name="T27" fmla="*/ 164 h 256"/>
              <a:gd name="T28" fmla="*/ 188 w 256"/>
              <a:gd name="T29" fmla="*/ 152 h 256"/>
              <a:gd name="T30" fmla="*/ 172 w 256"/>
              <a:gd name="T31" fmla="*/ 119 h 256"/>
              <a:gd name="T32" fmla="*/ 164 w 256"/>
              <a:gd name="T33" fmla="*/ 0 h 256"/>
              <a:gd name="T34" fmla="*/ 128 w 256"/>
              <a:gd name="T35" fmla="*/ 84 h 256"/>
              <a:gd name="T36" fmla="*/ 164 w 256"/>
              <a:gd name="T37" fmla="*/ 92 h 256"/>
              <a:gd name="T38" fmla="*/ 128 w 256"/>
              <a:gd name="T39" fmla="*/ 116 h 256"/>
              <a:gd name="T40" fmla="*/ 166 w 256"/>
              <a:gd name="T41" fmla="*/ 124 h 256"/>
              <a:gd name="T42" fmla="*/ 132 w 256"/>
              <a:gd name="T43" fmla="*/ 164 h 256"/>
              <a:gd name="T44" fmla="*/ 124 w 256"/>
              <a:gd name="T45" fmla="*/ 172 h 256"/>
              <a:gd name="T46" fmla="*/ 132 w 256"/>
              <a:gd name="T47" fmla="*/ 164 h 256"/>
              <a:gd name="T48" fmla="*/ 136 w 256"/>
              <a:gd name="T49" fmla="*/ 236 h 256"/>
              <a:gd name="T50" fmla="*/ 152 w 256"/>
              <a:gd name="T51" fmla="*/ 152 h 256"/>
              <a:gd name="T52" fmla="*/ 144 w 256"/>
              <a:gd name="T53" fmla="*/ 220 h 256"/>
              <a:gd name="T54" fmla="*/ 120 w 256"/>
              <a:gd name="T55" fmla="*/ 228 h 256"/>
              <a:gd name="T56" fmla="*/ 112 w 256"/>
              <a:gd name="T57" fmla="*/ 152 h 256"/>
              <a:gd name="T58" fmla="*/ 104 w 256"/>
              <a:gd name="T59" fmla="*/ 220 h 256"/>
              <a:gd name="T60" fmla="*/ 68 w 256"/>
              <a:gd name="T61" fmla="*/ 216 h 256"/>
              <a:gd name="T62" fmla="*/ 96 w 256"/>
              <a:gd name="T63" fmla="*/ 232 h 256"/>
              <a:gd name="T64" fmla="*/ 84 w 256"/>
              <a:gd name="T65" fmla="*/ 224 h 256"/>
              <a:gd name="T66" fmla="*/ 76 w 256"/>
              <a:gd name="T67" fmla="*/ 153 h 256"/>
              <a:gd name="T68" fmla="*/ 100 w 256"/>
              <a:gd name="T69" fmla="*/ 124 h 256"/>
              <a:gd name="T70" fmla="*/ 92 w 256"/>
              <a:gd name="T71" fmla="*/ 116 h 256"/>
              <a:gd name="T72" fmla="*/ 100 w 256"/>
              <a:gd name="T73" fmla="*/ 92 h 256"/>
              <a:gd name="T74" fmla="*/ 92 w 256"/>
              <a:gd name="T75" fmla="*/ 84 h 256"/>
              <a:gd name="T76" fmla="*/ 84 w 256"/>
              <a:gd name="T77" fmla="*/ 0 h 256"/>
              <a:gd name="T78" fmla="*/ 68 w 256"/>
              <a:gd name="T79" fmla="*/ 150 h 256"/>
              <a:gd name="T80" fmla="*/ 68 w 256"/>
              <a:gd name="T81" fmla="*/ 164 h 256"/>
              <a:gd name="T82" fmla="*/ 64 w 256"/>
              <a:gd name="T83" fmla="*/ 172 h 256"/>
              <a:gd name="T84" fmla="*/ 68 w 256"/>
              <a:gd name="T85" fmla="*/ 184 h 256"/>
              <a:gd name="T86" fmla="*/ 64 w 256"/>
              <a:gd name="T87" fmla="*/ 192 h 256"/>
              <a:gd name="T88" fmla="*/ 68 w 256"/>
              <a:gd name="T89" fmla="*/ 204 h 256"/>
              <a:gd name="T90" fmla="*/ 64 w 256"/>
              <a:gd name="T91" fmla="*/ 212 h 256"/>
              <a:gd name="T92" fmla="*/ 68 w 256"/>
              <a:gd name="T93" fmla="*/ 216 h 256"/>
              <a:gd name="T94" fmla="*/ 204 w 256"/>
              <a:gd name="T95" fmla="*/ 120 h 256"/>
              <a:gd name="T96" fmla="*/ 168 w 256"/>
              <a:gd name="T97" fmla="*/ 248 h 256"/>
              <a:gd name="T98" fmla="*/ 52 w 256"/>
              <a:gd name="T99" fmla="*/ 212 h 256"/>
              <a:gd name="T100" fmla="*/ 48 w 256"/>
              <a:gd name="T101" fmla="*/ 116 h 256"/>
              <a:gd name="T102" fmla="*/ 0 w 256"/>
              <a:gd name="T103" fmla="*/ 124 h 256"/>
              <a:gd name="T104" fmla="*/ 44 w 256"/>
              <a:gd name="T105" fmla="*/ 212 h 256"/>
              <a:gd name="T106" fmla="*/ 168 w 256"/>
              <a:gd name="T107" fmla="*/ 256 h 256"/>
              <a:gd name="T108" fmla="*/ 212 w 256"/>
              <a:gd name="T109" fmla="*/ 124 h 256"/>
              <a:gd name="T110" fmla="*/ 256 w 256"/>
              <a:gd name="T111" fmla="*/ 1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56">
                <a:moveTo>
                  <a:pt x="132" y="184"/>
                </a:moveTo>
                <a:cubicBezTo>
                  <a:pt x="124" y="184"/>
                  <a:pt x="124" y="184"/>
                  <a:pt x="124" y="184"/>
                </a:cubicBezTo>
                <a:cubicBezTo>
                  <a:pt x="124" y="192"/>
                  <a:pt x="124" y="192"/>
                  <a:pt x="124" y="192"/>
                </a:cubicBezTo>
                <a:cubicBezTo>
                  <a:pt x="132" y="192"/>
                  <a:pt x="132" y="192"/>
                  <a:pt x="132" y="192"/>
                </a:cubicBezTo>
                <a:lnTo>
                  <a:pt x="132" y="184"/>
                </a:lnTo>
                <a:close/>
                <a:moveTo>
                  <a:pt x="132" y="204"/>
                </a:moveTo>
                <a:cubicBezTo>
                  <a:pt x="124" y="204"/>
                  <a:pt x="124" y="204"/>
                  <a:pt x="124" y="204"/>
                </a:cubicBezTo>
                <a:cubicBezTo>
                  <a:pt x="124" y="212"/>
                  <a:pt x="124" y="212"/>
                  <a:pt x="124" y="212"/>
                </a:cubicBezTo>
                <a:cubicBezTo>
                  <a:pt x="132" y="212"/>
                  <a:pt x="132" y="212"/>
                  <a:pt x="132" y="212"/>
                </a:cubicBezTo>
                <a:lnTo>
                  <a:pt x="132" y="204"/>
                </a:lnTo>
                <a:close/>
                <a:moveTo>
                  <a:pt x="180" y="153"/>
                </a:moveTo>
                <a:cubicBezTo>
                  <a:pt x="180" y="216"/>
                  <a:pt x="180" y="216"/>
                  <a:pt x="180" y="216"/>
                </a:cubicBezTo>
                <a:cubicBezTo>
                  <a:pt x="180" y="220"/>
                  <a:pt x="176" y="224"/>
                  <a:pt x="172" y="224"/>
                </a:cubicBezTo>
                <a:cubicBezTo>
                  <a:pt x="160" y="224"/>
                  <a:pt x="160" y="224"/>
                  <a:pt x="160" y="224"/>
                </a:cubicBezTo>
                <a:cubicBezTo>
                  <a:pt x="160" y="232"/>
                  <a:pt x="160" y="232"/>
                  <a:pt x="160" y="232"/>
                </a:cubicBezTo>
                <a:cubicBezTo>
                  <a:pt x="172" y="232"/>
                  <a:pt x="172" y="232"/>
                  <a:pt x="172" y="232"/>
                </a:cubicBezTo>
                <a:cubicBezTo>
                  <a:pt x="181" y="232"/>
                  <a:pt x="188" y="225"/>
                  <a:pt x="188" y="216"/>
                </a:cubicBezTo>
                <a:cubicBezTo>
                  <a:pt x="188" y="212"/>
                  <a:pt x="188" y="212"/>
                  <a:pt x="188" y="212"/>
                </a:cubicBezTo>
                <a:cubicBezTo>
                  <a:pt x="192" y="212"/>
                  <a:pt x="192" y="212"/>
                  <a:pt x="192" y="212"/>
                </a:cubicBezTo>
                <a:cubicBezTo>
                  <a:pt x="192" y="204"/>
                  <a:pt x="192" y="204"/>
                  <a:pt x="192" y="204"/>
                </a:cubicBezTo>
                <a:cubicBezTo>
                  <a:pt x="188" y="204"/>
                  <a:pt x="188" y="204"/>
                  <a:pt x="188" y="204"/>
                </a:cubicBezTo>
                <a:cubicBezTo>
                  <a:pt x="188" y="192"/>
                  <a:pt x="188" y="192"/>
                  <a:pt x="188" y="192"/>
                </a:cubicBezTo>
                <a:cubicBezTo>
                  <a:pt x="192" y="192"/>
                  <a:pt x="192" y="192"/>
                  <a:pt x="192" y="192"/>
                </a:cubicBezTo>
                <a:cubicBezTo>
                  <a:pt x="192" y="184"/>
                  <a:pt x="192" y="184"/>
                  <a:pt x="192" y="184"/>
                </a:cubicBezTo>
                <a:cubicBezTo>
                  <a:pt x="188" y="184"/>
                  <a:pt x="188" y="184"/>
                  <a:pt x="188" y="184"/>
                </a:cubicBezTo>
                <a:cubicBezTo>
                  <a:pt x="188" y="172"/>
                  <a:pt x="188" y="172"/>
                  <a:pt x="188" y="172"/>
                </a:cubicBezTo>
                <a:cubicBezTo>
                  <a:pt x="192" y="172"/>
                  <a:pt x="192" y="172"/>
                  <a:pt x="192" y="172"/>
                </a:cubicBezTo>
                <a:cubicBezTo>
                  <a:pt x="192" y="164"/>
                  <a:pt x="192" y="164"/>
                  <a:pt x="192" y="164"/>
                </a:cubicBezTo>
                <a:cubicBezTo>
                  <a:pt x="188" y="164"/>
                  <a:pt x="188" y="164"/>
                  <a:pt x="188" y="164"/>
                </a:cubicBezTo>
                <a:cubicBezTo>
                  <a:pt x="188" y="152"/>
                  <a:pt x="188" y="152"/>
                  <a:pt x="188" y="152"/>
                </a:cubicBezTo>
                <a:cubicBezTo>
                  <a:pt x="188" y="151"/>
                  <a:pt x="188" y="151"/>
                  <a:pt x="188" y="150"/>
                </a:cubicBezTo>
                <a:cubicBezTo>
                  <a:pt x="172" y="119"/>
                  <a:pt x="172" y="119"/>
                  <a:pt x="172" y="119"/>
                </a:cubicBezTo>
                <a:cubicBezTo>
                  <a:pt x="172" y="0"/>
                  <a:pt x="172" y="0"/>
                  <a:pt x="172" y="0"/>
                </a:cubicBezTo>
                <a:cubicBezTo>
                  <a:pt x="164" y="0"/>
                  <a:pt x="164" y="0"/>
                  <a:pt x="164" y="0"/>
                </a:cubicBezTo>
                <a:cubicBezTo>
                  <a:pt x="164" y="84"/>
                  <a:pt x="164" y="84"/>
                  <a:pt x="164" y="84"/>
                </a:cubicBezTo>
                <a:cubicBezTo>
                  <a:pt x="128" y="84"/>
                  <a:pt x="128" y="84"/>
                  <a:pt x="128" y="84"/>
                </a:cubicBezTo>
                <a:cubicBezTo>
                  <a:pt x="128" y="92"/>
                  <a:pt x="128" y="92"/>
                  <a:pt x="128" y="92"/>
                </a:cubicBezTo>
                <a:cubicBezTo>
                  <a:pt x="164" y="92"/>
                  <a:pt x="164" y="92"/>
                  <a:pt x="164" y="92"/>
                </a:cubicBezTo>
                <a:cubicBezTo>
                  <a:pt x="164" y="116"/>
                  <a:pt x="164" y="116"/>
                  <a:pt x="164" y="116"/>
                </a:cubicBezTo>
                <a:cubicBezTo>
                  <a:pt x="128" y="116"/>
                  <a:pt x="128" y="116"/>
                  <a:pt x="128" y="116"/>
                </a:cubicBezTo>
                <a:cubicBezTo>
                  <a:pt x="128" y="124"/>
                  <a:pt x="128" y="124"/>
                  <a:pt x="128" y="124"/>
                </a:cubicBezTo>
                <a:cubicBezTo>
                  <a:pt x="166" y="124"/>
                  <a:pt x="166" y="124"/>
                  <a:pt x="166" y="124"/>
                </a:cubicBezTo>
                <a:lnTo>
                  <a:pt x="180" y="153"/>
                </a:lnTo>
                <a:close/>
                <a:moveTo>
                  <a:pt x="132" y="164"/>
                </a:moveTo>
                <a:cubicBezTo>
                  <a:pt x="124" y="164"/>
                  <a:pt x="124" y="164"/>
                  <a:pt x="124" y="164"/>
                </a:cubicBezTo>
                <a:cubicBezTo>
                  <a:pt x="124" y="172"/>
                  <a:pt x="124" y="172"/>
                  <a:pt x="124" y="172"/>
                </a:cubicBezTo>
                <a:cubicBezTo>
                  <a:pt x="132" y="172"/>
                  <a:pt x="132" y="172"/>
                  <a:pt x="132" y="172"/>
                </a:cubicBezTo>
                <a:lnTo>
                  <a:pt x="132" y="164"/>
                </a:lnTo>
                <a:close/>
                <a:moveTo>
                  <a:pt x="120" y="236"/>
                </a:moveTo>
                <a:cubicBezTo>
                  <a:pt x="136" y="236"/>
                  <a:pt x="136" y="236"/>
                  <a:pt x="136" y="236"/>
                </a:cubicBezTo>
                <a:cubicBezTo>
                  <a:pt x="145" y="236"/>
                  <a:pt x="152" y="229"/>
                  <a:pt x="152" y="220"/>
                </a:cubicBezTo>
                <a:cubicBezTo>
                  <a:pt x="152" y="152"/>
                  <a:pt x="152" y="152"/>
                  <a:pt x="152" y="152"/>
                </a:cubicBezTo>
                <a:cubicBezTo>
                  <a:pt x="144" y="152"/>
                  <a:pt x="144" y="152"/>
                  <a:pt x="144" y="152"/>
                </a:cubicBezTo>
                <a:cubicBezTo>
                  <a:pt x="144" y="220"/>
                  <a:pt x="144" y="220"/>
                  <a:pt x="144" y="220"/>
                </a:cubicBezTo>
                <a:cubicBezTo>
                  <a:pt x="144" y="224"/>
                  <a:pt x="140" y="228"/>
                  <a:pt x="136" y="228"/>
                </a:cubicBezTo>
                <a:cubicBezTo>
                  <a:pt x="120" y="228"/>
                  <a:pt x="120" y="228"/>
                  <a:pt x="120" y="228"/>
                </a:cubicBezTo>
                <a:cubicBezTo>
                  <a:pt x="116" y="228"/>
                  <a:pt x="112" y="224"/>
                  <a:pt x="112" y="220"/>
                </a:cubicBezTo>
                <a:cubicBezTo>
                  <a:pt x="112" y="152"/>
                  <a:pt x="112" y="152"/>
                  <a:pt x="112" y="152"/>
                </a:cubicBezTo>
                <a:cubicBezTo>
                  <a:pt x="104" y="152"/>
                  <a:pt x="104" y="152"/>
                  <a:pt x="104" y="152"/>
                </a:cubicBezTo>
                <a:cubicBezTo>
                  <a:pt x="104" y="220"/>
                  <a:pt x="104" y="220"/>
                  <a:pt x="104" y="220"/>
                </a:cubicBezTo>
                <a:cubicBezTo>
                  <a:pt x="104" y="229"/>
                  <a:pt x="111" y="236"/>
                  <a:pt x="120" y="236"/>
                </a:cubicBezTo>
                <a:close/>
                <a:moveTo>
                  <a:pt x="68" y="216"/>
                </a:moveTo>
                <a:cubicBezTo>
                  <a:pt x="68" y="225"/>
                  <a:pt x="75" y="232"/>
                  <a:pt x="84" y="232"/>
                </a:cubicBezTo>
                <a:cubicBezTo>
                  <a:pt x="96" y="232"/>
                  <a:pt x="96" y="232"/>
                  <a:pt x="96" y="232"/>
                </a:cubicBezTo>
                <a:cubicBezTo>
                  <a:pt x="96" y="224"/>
                  <a:pt x="96" y="224"/>
                  <a:pt x="96" y="224"/>
                </a:cubicBezTo>
                <a:cubicBezTo>
                  <a:pt x="84" y="224"/>
                  <a:pt x="84" y="224"/>
                  <a:pt x="84" y="224"/>
                </a:cubicBezTo>
                <a:cubicBezTo>
                  <a:pt x="80" y="224"/>
                  <a:pt x="76" y="220"/>
                  <a:pt x="76" y="216"/>
                </a:cubicBezTo>
                <a:cubicBezTo>
                  <a:pt x="76" y="153"/>
                  <a:pt x="76" y="153"/>
                  <a:pt x="76" y="153"/>
                </a:cubicBezTo>
                <a:cubicBezTo>
                  <a:pt x="90" y="124"/>
                  <a:pt x="90" y="124"/>
                  <a:pt x="90" y="124"/>
                </a:cubicBezTo>
                <a:cubicBezTo>
                  <a:pt x="100" y="124"/>
                  <a:pt x="100" y="124"/>
                  <a:pt x="100" y="124"/>
                </a:cubicBezTo>
                <a:cubicBezTo>
                  <a:pt x="100" y="116"/>
                  <a:pt x="100" y="116"/>
                  <a:pt x="100" y="116"/>
                </a:cubicBezTo>
                <a:cubicBezTo>
                  <a:pt x="92" y="116"/>
                  <a:pt x="92" y="116"/>
                  <a:pt x="92" y="116"/>
                </a:cubicBezTo>
                <a:cubicBezTo>
                  <a:pt x="92" y="92"/>
                  <a:pt x="92" y="92"/>
                  <a:pt x="92" y="92"/>
                </a:cubicBezTo>
                <a:cubicBezTo>
                  <a:pt x="100" y="92"/>
                  <a:pt x="100" y="92"/>
                  <a:pt x="100" y="92"/>
                </a:cubicBezTo>
                <a:cubicBezTo>
                  <a:pt x="100" y="84"/>
                  <a:pt x="100" y="84"/>
                  <a:pt x="100" y="84"/>
                </a:cubicBezTo>
                <a:cubicBezTo>
                  <a:pt x="92" y="84"/>
                  <a:pt x="92" y="84"/>
                  <a:pt x="92" y="84"/>
                </a:cubicBezTo>
                <a:cubicBezTo>
                  <a:pt x="92" y="0"/>
                  <a:pt x="92" y="0"/>
                  <a:pt x="92" y="0"/>
                </a:cubicBezTo>
                <a:cubicBezTo>
                  <a:pt x="84" y="0"/>
                  <a:pt x="84" y="0"/>
                  <a:pt x="84" y="0"/>
                </a:cubicBezTo>
                <a:cubicBezTo>
                  <a:pt x="84" y="119"/>
                  <a:pt x="84" y="119"/>
                  <a:pt x="84" y="119"/>
                </a:cubicBezTo>
                <a:cubicBezTo>
                  <a:pt x="68" y="150"/>
                  <a:pt x="68" y="150"/>
                  <a:pt x="68" y="150"/>
                </a:cubicBezTo>
                <a:cubicBezTo>
                  <a:pt x="68" y="151"/>
                  <a:pt x="68" y="151"/>
                  <a:pt x="68" y="152"/>
                </a:cubicBezTo>
                <a:cubicBezTo>
                  <a:pt x="68" y="164"/>
                  <a:pt x="68" y="164"/>
                  <a:pt x="68" y="164"/>
                </a:cubicBezTo>
                <a:cubicBezTo>
                  <a:pt x="64" y="164"/>
                  <a:pt x="64" y="164"/>
                  <a:pt x="64" y="164"/>
                </a:cubicBezTo>
                <a:cubicBezTo>
                  <a:pt x="64" y="172"/>
                  <a:pt x="64" y="172"/>
                  <a:pt x="64" y="172"/>
                </a:cubicBezTo>
                <a:cubicBezTo>
                  <a:pt x="68" y="172"/>
                  <a:pt x="68" y="172"/>
                  <a:pt x="68" y="172"/>
                </a:cubicBezTo>
                <a:cubicBezTo>
                  <a:pt x="68" y="184"/>
                  <a:pt x="68" y="184"/>
                  <a:pt x="68" y="184"/>
                </a:cubicBezTo>
                <a:cubicBezTo>
                  <a:pt x="64" y="184"/>
                  <a:pt x="64" y="184"/>
                  <a:pt x="64" y="184"/>
                </a:cubicBezTo>
                <a:cubicBezTo>
                  <a:pt x="64" y="192"/>
                  <a:pt x="64" y="192"/>
                  <a:pt x="64" y="192"/>
                </a:cubicBezTo>
                <a:cubicBezTo>
                  <a:pt x="68" y="192"/>
                  <a:pt x="68" y="192"/>
                  <a:pt x="68" y="192"/>
                </a:cubicBezTo>
                <a:cubicBezTo>
                  <a:pt x="68" y="204"/>
                  <a:pt x="68" y="204"/>
                  <a:pt x="68" y="204"/>
                </a:cubicBezTo>
                <a:cubicBezTo>
                  <a:pt x="64" y="204"/>
                  <a:pt x="64" y="204"/>
                  <a:pt x="64" y="204"/>
                </a:cubicBezTo>
                <a:cubicBezTo>
                  <a:pt x="64" y="212"/>
                  <a:pt x="64" y="212"/>
                  <a:pt x="64" y="212"/>
                </a:cubicBezTo>
                <a:cubicBezTo>
                  <a:pt x="68" y="212"/>
                  <a:pt x="68" y="212"/>
                  <a:pt x="68" y="212"/>
                </a:cubicBezTo>
                <a:lnTo>
                  <a:pt x="68" y="216"/>
                </a:lnTo>
                <a:close/>
                <a:moveTo>
                  <a:pt x="208" y="116"/>
                </a:moveTo>
                <a:cubicBezTo>
                  <a:pt x="206" y="116"/>
                  <a:pt x="204" y="118"/>
                  <a:pt x="204" y="120"/>
                </a:cubicBezTo>
                <a:cubicBezTo>
                  <a:pt x="204" y="212"/>
                  <a:pt x="204" y="212"/>
                  <a:pt x="204" y="212"/>
                </a:cubicBezTo>
                <a:cubicBezTo>
                  <a:pt x="204" y="232"/>
                  <a:pt x="188" y="248"/>
                  <a:pt x="168" y="248"/>
                </a:cubicBezTo>
                <a:cubicBezTo>
                  <a:pt x="88" y="248"/>
                  <a:pt x="88" y="248"/>
                  <a:pt x="88" y="248"/>
                </a:cubicBezTo>
                <a:cubicBezTo>
                  <a:pt x="68" y="248"/>
                  <a:pt x="52" y="232"/>
                  <a:pt x="52" y="212"/>
                </a:cubicBezTo>
                <a:cubicBezTo>
                  <a:pt x="52" y="120"/>
                  <a:pt x="52" y="120"/>
                  <a:pt x="52" y="120"/>
                </a:cubicBezTo>
                <a:cubicBezTo>
                  <a:pt x="52" y="118"/>
                  <a:pt x="50" y="116"/>
                  <a:pt x="48" y="116"/>
                </a:cubicBezTo>
                <a:cubicBezTo>
                  <a:pt x="0" y="116"/>
                  <a:pt x="0" y="116"/>
                  <a:pt x="0" y="116"/>
                </a:cubicBezTo>
                <a:cubicBezTo>
                  <a:pt x="0" y="124"/>
                  <a:pt x="0" y="124"/>
                  <a:pt x="0" y="124"/>
                </a:cubicBezTo>
                <a:cubicBezTo>
                  <a:pt x="44" y="124"/>
                  <a:pt x="44" y="124"/>
                  <a:pt x="44" y="124"/>
                </a:cubicBezTo>
                <a:cubicBezTo>
                  <a:pt x="44" y="212"/>
                  <a:pt x="44" y="212"/>
                  <a:pt x="44" y="212"/>
                </a:cubicBezTo>
                <a:cubicBezTo>
                  <a:pt x="44" y="236"/>
                  <a:pt x="64" y="256"/>
                  <a:pt x="88" y="256"/>
                </a:cubicBezTo>
                <a:cubicBezTo>
                  <a:pt x="168" y="256"/>
                  <a:pt x="168" y="256"/>
                  <a:pt x="168" y="256"/>
                </a:cubicBezTo>
                <a:cubicBezTo>
                  <a:pt x="192" y="256"/>
                  <a:pt x="212" y="236"/>
                  <a:pt x="212" y="212"/>
                </a:cubicBezTo>
                <a:cubicBezTo>
                  <a:pt x="212" y="124"/>
                  <a:pt x="212" y="124"/>
                  <a:pt x="212" y="124"/>
                </a:cubicBezTo>
                <a:cubicBezTo>
                  <a:pt x="256" y="124"/>
                  <a:pt x="256" y="124"/>
                  <a:pt x="256" y="124"/>
                </a:cubicBezTo>
                <a:cubicBezTo>
                  <a:pt x="256" y="116"/>
                  <a:pt x="256" y="116"/>
                  <a:pt x="256" y="116"/>
                </a:cubicBezTo>
                <a:lnTo>
                  <a:pt x="208" y="1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26" name="Freeform 100">
            <a:extLst>
              <a:ext uri="{FF2B5EF4-FFF2-40B4-BE49-F238E27FC236}">
                <a16:creationId xmlns:a16="http://schemas.microsoft.com/office/drawing/2014/main" id="{0117E0D7-D600-4048-BF93-6A205FCF2D5B}"/>
              </a:ext>
            </a:extLst>
          </p:cNvPr>
          <p:cNvSpPr>
            <a:spLocks noChangeAspect="1" noEditPoints="1"/>
          </p:cNvSpPr>
          <p:nvPr/>
        </p:nvSpPr>
        <p:spPr bwMode="auto">
          <a:xfrm>
            <a:off x="8314256" y="3439027"/>
            <a:ext cx="400050" cy="282575"/>
          </a:xfrm>
          <a:custGeom>
            <a:avLst/>
            <a:gdLst>
              <a:gd name="T0" fmla="*/ 216 w 256"/>
              <a:gd name="T1" fmla="*/ 108 h 180"/>
              <a:gd name="T2" fmla="*/ 200 w 256"/>
              <a:gd name="T3" fmla="*/ 108 h 180"/>
              <a:gd name="T4" fmla="*/ 210 w 256"/>
              <a:gd name="T5" fmla="*/ 87 h 180"/>
              <a:gd name="T6" fmla="*/ 236 w 256"/>
              <a:gd name="T7" fmla="*/ 88 h 180"/>
              <a:gd name="T8" fmla="*/ 213 w 256"/>
              <a:gd name="T9" fmla="*/ 80 h 180"/>
              <a:gd name="T10" fmla="*/ 208 w 256"/>
              <a:gd name="T11" fmla="*/ 64 h 180"/>
              <a:gd name="T12" fmla="*/ 224 w 256"/>
              <a:gd name="T13" fmla="*/ 56 h 180"/>
              <a:gd name="T14" fmla="*/ 200 w 256"/>
              <a:gd name="T15" fmla="*/ 73 h 180"/>
              <a:gd name="T16" fmla="*/ 255 w 256"/>
              <a:gd name="T17" fmla="*/ 122 h 180"/>
              <a:gd name="T18" fmla="*/ 233 w 256"/>
              <a:gd name="T19" fmla="*/ 40 h 180"/>
              <a:gd name="T20" fmla="*/ 164 w 256"/>
              <a:gd name="T21" fmla="*/ 16 h 180"/>
              <a:gd name="T22" fmla="*/ 60 w 256"/>
              <a:gd name="T23" fmla="*/ 8 h 180"/>
              <a:gd name="T24" fmla="*/ 44 w 256"/>
              <a:gd name="T25" fmla="*/ 8 h 180"/>
              <a:gd name="T26" fmla="*/ 28 w 256"/>
              <a:gd name="T27" fmla="*/ 16 h 180"/>
              <a:gd name="T28" fmla="*/ 40 w 256"/>
              <a:gd name="T29" fmla="*/ 132 h 180"/>
              <a:gd name="T30" fmla="*/ 8 w 256"/>
              <a:gd name="T31" fmla="*/ 148 h 180"/>
              <a:gd name="T32" fmla="*/ 0 w 256"/>
              <a:gd name="T33" fmla="*/ 136 h 180"/>
              <a:gd name="T34" fmla="*/ 32 w 256"/>
              <a:gd name="T35" fmla="*/ 156 h 180"/>
              <a:gd name="T36" fmla="*/ 88 w 256"/>
              <a:gd name="T37" fmla="*/ 156 h 180"/>
              <a:gd name="T38" fmla="*/ 212 w 256"/>
              <a:gd name="T39" fmla="*/ 180 h 180"/>
              <a:gd name="T40" fmla="*/ 252 w 256"/>
              <a:gd name="T41" fmla="*/ 156 h 180"/>
              <a:gd name="T42" fmla="*/ 255 w 256"/>
              <a:gd name="T43" fmla="*/ 125 h 180"/>
              <a:gd name="T44" fmla="*/ 8 w 256"/>
              <a:gd name="T45" fmla="*/ 74 h 180"/>
              <a:gd name="T46" fmla="*/ 36 w 256"/>
              <a:gd name="T47" fmla="*/ 124 h 180"/>
              <a:gd name="T48" fmla="*/ 233 w 256"/>
              <a:gd name="T49" fmla="*/ 48 h 180"/>
              <a:gd name="T50" fmla="*/ 247 w 256"/>
              <a:gd name="T51" fmla="*/ 122 h 180"/>
              <a:gd name="T52" fmla="*/ 192 w 256"/>
              <a:gd name="T53" fmla="*/ 122 h 180"/>
              <a:gd name="T54" fmla="*/ 40 w 256"/>
              <a:gd name="T55" fmla="*/ 152 h 180"/>
              <a:gd name="T56" fmla="*/ 60 w 256"/>
              <a:gd name="T57" fmla="*/ 172 h 180"/>
              <a:gd name="T58" fmla="*/ 88 w 256"/>
              <a:gd name="T59" fmla="*/ 148 h 180"/>
              <a:gd name="T60" fmla="*/ 144 w 256"/>
              <a:gd name="T61" fmla="*/ 128 h 180"/>
              <a:gd name="T62" fmla="*/ 44 w 256"/>
              <a:gd name="T63" fmla="*/ 104 h 180"/>
              <a:gd name="T64" fmla="*/ 44 w 256"/>
              <a:gd name="T65" fmla="*/ 96 h 180"/>
              <a:gd name="T66" fmla="*/ 52 w 256"/>
              <a:gd name="T67" fmla="*/ 68 h 180"/>
              <a:gd name="T68" fmla="*/ 52 w 256"/>
              <a:gd name="T69" fmla="*/ 48 h 180"/>
              <a:gd name="T70" fmla="*/ 44 w 256"/>
              <a:gd name="T71" fmla="*/ 24 h 180"/>
              <a:gd name="T72" fmla="*/ 68 w 256"/>
              <a:gd name="T73" fmla="*/ 112 h 180"/>
              <a:gd name="T74" fmla="*/ 184 w 256"/>
              <a:gd name="T75" fmla="*/ 74 h 180"/>
              <a:gd name="T76" fmla="*/ 168 w 256"/>
              <a:gd name="T77" fmla="*/ 132 h 180"/>
              <a:gd name="T78" fmla="*/ 184 w 256"/>
              <a:gd name="T79" fmla="*/ 122 h 180"/>
              <a:gd name="T80" fmla="*/ 188 w 256"/>
              <a:gd name="T81" fmla="*/ 132 h 180"/>
              <a:gd name="T82" fmla="*/ 212 w 256"/>
              <a:gd name="T83" fmla="*/ 172 h 180"/>
              <a:gd name="T84" fmla="*/ 232 w 256"/>
              <a:gd name="T85" fmla="*/ 152 h 180"/>
              <a:gd name="T86" fmla="*/ 240 w 256"/>
              <a:gd name="T87" fmla="*/ 148 h 180"/>
              <a:gd name="T88" fmla="*/ 248 w 256"/>
              <a:gd name="T89" fmla="*/ 132 h 180"/>
              <a:gd name="T90" fmla="*/ 129 w 256"/>
              <a:gd name="T91" fmla="*/ 45 h 180"/>
              <a:gd name="T92" fmla="*/ 129 w 256"/>
              <a:gd name="T93" fmla="*/ 99 h 180"/>
              <a:gd name="T94" fmla="*/ 159 w 256"/>
              <a:gd name="T95" fmla="*/ 75 h 180"/>
              <a:gd name="T96" fmla="*/ 132 w 256"/>
              <a:gd name="T97" fmla="*/ 90 h 180"/>
              <a:gd name="T98" fmla="*/ 150 w 256"/>
              <a:gd name="T99" fmla="*/ 72 h 180"/>
              <a:gd name="T100" fmla="*/ 136 w 256"/>
              <a:gd name="T101" fmla="*/ 8 h 180"/>
              <a:gd name="T102" fmla="*/ 120 w 256"/>
              <a:gd name="T103"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180">
                <a:moveTo>
                  <a:pt x="204" y="112"/>
                </a:moveTo>
                <a:cubicBezTo>
                  <a:pt x="212" y="112"/>
                  <a:pt x="212" y="112"/>
                  <a:pt x="212" y="112"/>
                </a:cubicBezTo>
                <a:cubicBezTo>
                  <a:pt x="214" y="112"/>
                  <a:pt x="216" y="110"/>
                  <a:pt x="216" y="108"/>
                </a:cubicBezTo>
                <a:cubicBezTo>
                  <a:pt x="216" y="106"/>
                  <a:pt x="214" y="104"/>
                  <a:pt x="212" y="104"/>
                </a:cubicBezTo>
                <a:cubicBezTo>
                  <a:pt x="204" y="104"/>
                  <a:pt x="204" y="104"/>
                  <a:pt x="204" y="104"/>
                </a:cubicBezTo>
                <a:cubicBezTo>
                  <a:pt x="202" y="104"/>
                  <a:pt x="200" y="106"/>
                  <a:pt x="200" y="108"/>
                </a:cubicBezTo>
                <a:cubicBezTo>
                  <a:pt x="200" y="110"/>
                  <a:pt x="202" y="112"/>
                  <a:pt x="204" y="112"/>
                </a:cubicBezTo>
                <a:close/>
                <a:moveTo>
                  <a:pt x="209" y="87"/>
                </a:moveTo>
                <a:cubicBezTo>
                  <a:pt x="210" y="87"/>
                  <a:pt x="210" y="87"/>
                  <a:pt x="210" y="87"/>
                </a:cubicBezTo>
                <a:cubicBezTo>
                  <a:pt x="216" y="90"/>
                  <a:pt x="223" y="92"/>
                  <a:pt x="229" y="92"/>
                </a:cubicBezTo>
                <a:cubicBezTo>
                  <a:pt x="232" y="92"/>
                  <a:pt x="232" y="92"/>
                  <a:pt x="232" y="92"/>
                </a:cubicBezTo>
                <a:cubicBezTo>
                  <a:pt x="234" y="92"/>
                  <a:pt x="236" y="90"/>
                  <a:pt x="236" y="88"/>
                </a:cubicBezTo>
                <a:cubicBezTo>
                  <a:pt x="236" y="86"/>
                  <a:pt x="234" y="84"/>
                  <a:pt x="232" y="84"/>
                </a:cubicBezTo>
                <a:cubicBezTo>
                  <a:pt x="229" y="84"/>
                  <a:pt x="229" y="84"/>
                  <a:pt x="229" y="84"/>
                </a:cubicBezTo>
                <a:cubicBezTo>
                  <a:pt x="224" y="84"/>
                  <a:pt x="218" y="83"/>
                  <a:pt x="213" y="80"/>
                </a:cubicBezTo>
                <a:cubicBezTo>
                  <a:pt x="212" y="80"/>
                  <a:pt x="212" y="80"/>
                  <a:pt x="212" y="80"/>
                </a:cubicBezTo>
                <a:cubicBezTo>
                  <a:pt x="210" y="78"/>
                  <a:pt x="208" y="76"/>
                  <a:pt x="208" y="73"/>
                </a:cubicBezTo>
                <a:cubicBezTo>
                  <a:pt x="208" y="64"/>
                  <a:pt x="208" y="64"/>
                  <a:pt x="208" y="64"/>
                </a:cubicBezTo>
                <a:cubicBezTo>
                  <a:pt x="224" y="64"/>
                  <a:pt x="224" y="64"/>
                  <a:pt x="224" y="64"/>
                </a:cubicBezTo>
                <a:cubicBezTo>
                  <a:pt x="226" y="64"/>
                  <a:pt x="228" y="62"/>
                  <a:pt x="228" y="60"/>
                </a:cubicBezTo>
                <a:cubicBezTo>
                  <a:pt x="228" y="58"/>
                  <a:pt x="226" y="56"/>
                  <a:pt x="224" y="56"/>
                </a:cubicBezTo>
                <a:cubicBezTo>
                  <a:pt x="204" y="56"/>
                  <a:pt x="204" y="56"/>
                  <a:pt x="204" y="56"/>
                </a:cubicBezTo>
                <a:cubicBezTo>
                  <a:pt x="202" y="56"/>
                  <a:pt x="200" y="58"/>
                  <a:pt x="200" y="60"/>
                </a:cubicBezTo>
                <a:cubicBezTo>
                  <a:pt x="200" y="73"/>
                  <a:pt x="200" y="73"/>
                  <a:pt x="200" y="73"/>
                </a:cubicBezTo>
                <a:cubicBezTo>
                  <a:pt x="200" y="79"/>
                  <a:pt x="203" y="84"/>
                  <a:pt x="209" y="87"/>
                </a:cubicBezTo>
                <a:close/>
                <a:moveTo>
                  <a:pt x="255" y="125"/>
                </a:moveTo>
                <a:cubicBezTo>
                  <a:pt x="255" y="124"/>
                  <a:pt x="255" y="123"/>
                  <a:pt x="255" y="122"/>
                </a:cubicBezTo>
                <a:cubicBezTo>
                  <a:pt x="256" y="117"/>
                  <a:pt x="256" y="89"/>
                  <a:pt x="255" y="85"/>
                </a:cubicBezTo>
                <a:cubicBezTo>
                  <a:pt x="255" y="82"/>
                  <a:pt x="248" y="57"/>
                  <a:pt x="243" y="48"/>
                </a:cubicBezTo>
                <a:cubicBezTo>
                  <a:pt x="240" y="41"/>
                  <a:pt x="236" y="40"/>
                  <a:pt x="233" y="40"/>
                </a:cubicBezTo>
                <a:cubicBezTo>
                  <a:pt x="194" y="40"/>
                  <a:pt x="194" y="40"/>
                  <a:pt x="194" y="40"/>
                </a:cubicBezTo>
                <a:cubicBezTo>
                  <a:pt x="191" y="40"/>
                  <a:pt x="189" y="41"/>
                  <a:pt x="187" y="42"/>
                </a:cubicBezTo>
                <a:cubicBezTo>
                  <a:pt x="182" y="27"/>
                  <a:pt x="174" y="16"/>
                  <a:pt x="164" y="16"/>
                </a:cubicBezTo>
                <a:cubicBezTo>
                  <a:pt x="68" y="16"/>
                  <a:pt x="68" y="16"/>
                  <a:pt x="68" y="16"/>
                </a:cubicBezTo>
                <a:cubicBezTo>
                  <a:pt x="68" y="8"/>
                  <a:pt x="68" y="8"/>
                  <a:pt x="68" y="8"/>
                </a:cubicBezTo>
                <a:cubicBezTo>
                  <a:pt x="60" y="8"/>
                  <a:pt x="60" y="8"/>
                  <a:pt x="60" y="8"/>
                </a:cubicBezTo>
                <a:cubicBezTo>
                  <a:pt x="60" y="16"/>
                  <a:pt x="60" y="16"/>
                  <a:pt x="60" y="16"/>
                </a:cubicBezTo>
                <a:cubicBezTo>
                  <a:pt x="44" y="16"/>
                  <a:pt x="44" y="16"/>
                  <a:pt x="44" y="16"/>
                </a:cubicBezTo>
                <a:cubicBezTo>
                  <a:pt x="44" y="8"/>
                  <a:pt x="44" y="8"/>
                  <a:pt x="44" y="8"/>
                </a:cubicBezTo>
                <a:cubicBezTo>
                  <a:pt x="36" y="8"/>
                  <a:pt x="36" y="8"/>
                  <a:pt x="36" y="8"/>
                </a:cubicBezTo>
                <a:cubicBezTo>
                  <a:pt x="36" y="16"/>
                  <a:pt x="36" y="16"/>
                  <a:pt x="36" y="16"/>
                </a:cubicBezTo>
                <a:cubicBezTo>
                  <a:pt x="28" y="16"/>
                  <a:pt x="28" y="16"/>
                  <a:pt x="28" y="16"/>
                </a:cubicBezTo>
                <a:cubicBezTo>
                  <a:pt x="13" y="16"/>
                  <a:pt x="0" y="43"/>
                  <a:pt x="0" y="74"/>
                </a:cubicBezTo>
                <a:cubicBezTo>
                  <a:pt x="0" y="105"/>
                  <a:pt x="13" y="132"/>
                  <a:pt x="28" y="132"/>
                </a:cubicBezTo>
                <a:cubicBezTo>
                  <a:pt x="40" y="132"/>
                  <a:pt x="40" y="132"/>
                  <a:pt x="40" y="132"/>
                </a:cubicBezTo>
                <a:cubicBezTo>
                  <a:pt x="36" y="136"/>
                  <a:pt x="33" y="142"/>
                  <a:pt x="32" y="148"/>
                </a:cubicBezTo>
                <a:cubicBezTo>
                  <a:pt x="32" y="148"/>
                  <a:pt x="32" y="148"/>
                  <a:pt x="32" y="148"/>
                </a:cubicBezTo>
                <a:cubicBezTo>
                  <a:pt x="8" y="148"/>
                  <a:pt x="8" y="148"/>
                  <a:pt x="8" y="148"/>
                </a:cubicBezTo>
                <a:cubicBezTo>
                  <a:pt x="8" y="136"/>
                  <a:pt x="8" y="136"/>
                  <a:pt x="8" y="136"/>
                </a:cubicBezTo>
                <a:cubicBezTo>
                  <a:pt x="8" y="134"/>
                  <a:pt x="6" y="132"/>
                  <a:pt x="4" y="132"/>
                </a:cubicBezTo>
                <a:cubicBezTo>
                  <a:pt x="2" y="132"/>
                  <a:pt x="0" y="134"/>
                  <a:pt x="0" y="136"/>
                </a:cubicBezTo>
                <a:cubicBezTo>
                  <a:pt x="0" y="152"/>
                  <a:pt x="0" y="152"/>
                  <a:pt x="0" y="152"/>
                </a:cubicBezTo>
                <a:cubicBezTo>
                  <a:pt x="0" y="154"/>
                  <a:pt x="2" y="156"/>
                  <a:pt x="4" y="156"/>
                </a:cubicBezTo>
                <a:cubicBezTo>
                  <a:pt x="32" y="156"/>
                  <a:pt x="32" y="156"/>
                  <a:pt x="32" y="156"/>
                </a:cubicBezTo>
                <a:cubicBezTo>
                  <a:pt x="32" y="156"/>
                  <a:pt x="32" y="156"/>
                  <a:pt x="32" y="156"/>
                </a:cubicBezTo>
                <a:cubicBezTo>
                  <a:pt x="34" y="170"/>
                  <a:pt x="46" y="180"/>
                  <a:pt x="60" y="180"/>
                </a:cubicBezTo>
                <a:cubicBezTo>
                  <a:pt x="74" y="180"/>
                  <a:pt x="86" y="170"/>
                  <a:pt x="88" y="156"/>
                </a:cubicBezTo>
                <a:cubicBezTo>
                  <a:pt x="88" y="156"/>
                  <a:pt x="88" y="156"/>
                  <a:pt x="88" y="156"/>
                </a:cubicBezTo>
                <a:cubicBezTo>
                  <a:pt x="184" y="156"/>
                  <a:pt x="184" y="156"/>
                  <a:pt x="184" y="156"/>
                </a:cubicBezTo>
                <a:cubicBezTo>
                  <a:pt x="186" y="170"/>
                  <a:pt x="198" y="180"/>
                  <a:pt x="212" y="180"/>
                </a:cubicBezTo>
                <a:cubicBezTo>
                  <a:pt x="226" y="180"/>
                  <a:pt x="238" y="170"/>
                  <a:pt x="240" y="156"/>
                </a:cubicBezTo>
                <a:cubicBezTo>
                  <a:pt x="240" y="156"/>
                  <a:pt x="240" y="156"/>
                  <a:pt x="240" y="156"/>
                </a:cubicBezTo>
                <a:cubicBezTo>
                  <a:pt x="252" y="156"/>
                  <a:pt x="252" y="156"/>
                  <a:pt x="252" y="156"/>
                </a:cubicBezTo>
                <a:cubicBezTo>
                  <a:pt x="254" y="156"/>
                  <a:pt x="256" y="154"/>
                  <a:pt x="256" y="152"/>
                </a:cubicBezTo>
                <a:cubicBezTo>
                  <a:pt x="256" y="128"/>
                  <a:pt x="256" y="128"/>
                  <a:pt x="256" y="128"/>
                </a:cubicBezTo>
                <a:cubicBezTo>
                  <a:pt x="256" y="127"/>
                  <a:pt x="256" y="126"/>
                  <a:pt x="255" y="125"/>
                </a:cubicBezTo>
                <a:close/>
                <a:moveTo>
                  <a:pt x="36" y="124"/>
                </a:moveTo>
                <a:cubicBezTo>
                  <a:pt x="28" y="124"/>
                  <a:pt x="28" y="124"/>
                  <a:pt x="28" y="124"/>
                </a:cubicBezTo>
                <a:cubicBezTo>
                  <a:pt x="20" y="124"/>
                  <a:pt x="8" y="104"/>
                  <a:pt x="8" y="74"/>
                </a:cubicBezTo>
                <a:cubicBezTo>
                  <a:pt x="8" y="44"/>
                  <a:pt x="20" y="24"/>
                  <a:pt x="28" y="24"/>
                </a:cubicBezTo>
                <a:cubicBezTo>
                  <a:pt x="36" y="24"/>
                  <a:pt x="36" y="24"/>
                  <a:pt x="36" y="24"/>
                </a:cubicBezTo>
                <a:lnTo>
                  <a:pt x="36" y="124"/>
                </a:lnTo>
                <a:close/>
                <a:moveTo>
                  <a:pt x="192" y="50"/>
                </a:moveTo>
                <a:cubicBezTo>
                  <a:pt x="192" y="49"/>
                  <a:pt x="193" y="48"/>
                  <a:pt x="194" y="48"/>
                </a:cubicBezTo>
                <a:cubicBezTo>
                  <a:pt x="233" y="48"/>
                  <a:pt x="233" y="48"/>
                  <a:pt x="233" y="48"/>
                </a:cubicBezTo>
                <a:cubicBezTo>
                  <a:pt x="234" y="48"/>
                  <a:pt x="235" y="49"/>
                  <a:pt x="236" y="51"/>
                </a:cubicBezTo>
                <a:cubicBezTo>
                  <a:pt x="240" y="60"/>
                  <a:pt x="247" y="84"/>
                  <a:pt x="247" y="86"/>
                </a:cubicBezTo>
                <a:cubicBezTo>
                  <a:pt x="248" y="89"/>
                  <a:pt x="248" y="110"/>
                  <a:pt x="247" y="122"/>
                </a:cubicBezTo>
                <a:cubicBezTo>
                  <a:pt x="247" y="123"/>
                  <a:pt x="247" y="124"/>
                  <a:pt x="246" y="124"/>
                </a:cubicBezTo>
                <a:cubicBezTo>
                  <a:pt x="194" y="124"/>
                  <a:pt x="194" y="124"/>
                  <a:pt x="194" y="124"/>
                </a:cubicBezTo>
                <a:cubicBezTo>
                  <a:pt x="193" y="124"/>
                  <a:pt x="192" y="123"/>
                  <a:pt x="192" y="122"/>
                </a:cubicBezTo>
                <a:lnTo>
                  <a:pt x="192" y="50"/>
                </a:lnTo>
                <a:close/>
                <a:moveTo>
                  <a:pt x="60" y="172"/>
                </a:moveTo>
                <a:cubicBezTo>
                  <a:pt x="49" y="172"/>
                  <a:pt x="40" y="163"/>
                  <a:pt x="40" y="152"/>
                </a:cubicBezTo>
                <a:cubicBezTo>
                  <a:pt x="40" y="141"/>
                  <a:pt x="49" y="132"/>
                  <a:pt x="60" y="132"/>
                </a:cubicBezTo>
                <a:cubicBezTo>
                  <a:pt x="71" y="132"/>
                  <a:pt x="80" y="141"/>
                  <a:pt x="80" y="152"/>
                </a:cubicBezTo>
                <a:cubicBezTo>
                  <a:pt x="80" y="163"/>
                  <a:pt x="71" y="172"/>
                  <a:pt x="60" y="172"/>
                </a:cubicBezTo>
                <a:close/>
                <a:moveTo>
                  <a:pt x="184" y="148"/>
                </a:moveTo>
                <a:cubicBezTo>
                  <a:pt x="88" y="148"/>
                  <a:pt x="88" y="148"/>
                  <a:pt x="88" y="148"/>
                </a:cubicBezTo>
                <a:cubicBezTo>
                  <a:pt x="88" y="148"/>
                  <a:pt x="88" y="148"/>
                  <a:pt x="88" y="148"/>
                </a:cubicBezTo>
                <a:cubicBezTo>
                  <a:pt x="87" y="142"/>
                  <a:pt x="84" y="136"/>
                  <a:pt x="80" y="132"/>
                </a:cubicBezTo>
                <a:cubicBezTo>
                  <a:pt x="140" y="132"/>
                  <a:pt x="140" y="132"/>
                  <a:pt x="140" y="132"/>
                </a:cubicBezTo>
                <a:cubicBezTo>
                  <a:pt x="142" y="132"/>
                  <a:pt x="144" y="130"/>
                  <a:pt x="144" y="128"/>
                </a:cubicBezTo>
                <a:cubicBezTo>
                  <a:pt x="144" y="126"/>
                  <a:pt x="142" y="124"/>
                  <a:pt x="140" y="124"/>
                </a:cubicBezTo>
                <a:cubicBezTo>
                  <a:pt x="44" y="124"/>
                  <a:pt x="44" y="124"/>
                  <a:pt x="44" y="124"/>
                </a:cubicBezTo>
                <a:cubicBezTo>
                  <a:pt x="44" y="104"/>
                  <a:pt x="44" y="104"/>
                  <a:pt x="44" y="104"/>
                </a:cubicBezTo>
                <a:cubicBezTo>
                  <a:pt x="52" y="104"/>
                  <a:pt x="52" y="104"/>
                  <a:pt x="52" y="104"/>
                </a:cubicBezTo>
                <a:cubicBezTo>
                  <a:pt x="52" y="96"/>
                  <a:pt x="52" y="96"/>
                  <a:pt x="52" y="96"/>
                </a:cubicBezTo>
                <a:cubicBezTo>
                  <a:pt x="44" y="96"/>
                  <a:pt x="44" y="96"/>
                  <a:pt x="44" y="96"/>
                </a:cubicBezTo>
                <a:cubicBezTo>
                  <a:pt x="44" y="76"/>
                  <a:pt x="44" y="76"/>
                  <a:pt x="44" y="76"/>
                </a:cubicBezTo>
                <a:cubicBezTo>
                  <a:pt x="52" y="76"/>
                  <a:pt x="52" y="76"/>
                  <a:pt x="52" y="76"/>
                </a:cubicBezTo>
                <a:cubicBezTo>
                  <a:pt x="52" y="68"/>
                  <a:pt x="52" y="68"/>
                  <a:pt x="52" y="68"/>
                </a:cubicBezTo>
                <a:cubicBezTo>
                  <a:pt x="44" y="68"/>
                  <a:pt x="44" y="68"/>
                  <a:pt x="44" y="68"/>
                </a:cubicBezTo>
                <a:cubicBezTo>
                  <a:pt x="44" y="48"/>
                  <a:pt x="44" y="48"/>
                  <a:pt x="44" y="48"/>
                </a:cubicBezTo>
                <a:cubicBezTo>
                  <a:pt x="52" y="48"/>
                  <a:pt x="52" y="48"/>
                  <a:pt x="52" y="48"/>
                </a:cubicBezTo>
                <a:cubicBezTo>
                  <a:pt x="52" y="40"/>
                  <a:pt x="52" y="40"/>
                  <a:pt x="52" y="40"/>
                </a:cubicBezTo>
                <a:cubicBezTo>
                  <a:pt x="44" y="40"/>
                  <a:pt x="44" y="40"/>
                  <a:pt x="44" y="40"/>
                </a:cubicBezTo>
                <a:cubicBezTo>
                  <a:pt x="44" y="24"/>
                  <a:pt x="44" y="24"/>
                  <a:pt x="44" y="24"/>
                </a:cubicBezTo>
                <a:cubicBezTo>
                  <a:pt x="60" y="24"/>
                  <a:pt x="60" y="24"/>
                  <a:pt x="60" y="24"/>
                </a:cubicBezTo>
                <a:cubicBezTo>
                  <a:pt x="60" y="112"/>
                  <a:pt x="60" y="112"/>
                  <a:pt x="60" y="112"/>
                </a:cubicBezTo>
                <a:cubicBezTo>
                  <a:pt x="68" y="112"/>
                  <a:pt x="68" y="112"/>
                  <a:pt x="68" y="112"/>
                </a:cubicBezTo>
                <a:cubicBezTo>
                  <a:pt x="68" y="24"/>
                  <a:pt x="68" y="24"/>
                  <a:pt x="68" y="24"/>
                </a:cubicBezTo>
                <a:cubicBezTo>
                  <a:pt x="164" y="24"/>
                  <a:pt x="164" y="24"/>
                  <a:pt x="164" y="24"/>
                </a:cubicBezTo>
                <a:cubicBezTo>
                  <a:pt x="172" y="24"/>
                  <a:pt x="184" y="44"/>
                  <a:pt x="184" y="74"/>
                </a:cubicBezTo>
                <a:cubicBezTo>
                  <a:pt x="184" y="99"/>
                  <a:pt x="175" y="120"/>
                  <a:pt x="166" y="124"/>
                </a:cubicBezTo>
                <a:cubicBezTo>
                  <a:pt x="164" y="125"/>
                  <a:pt x="163" y="128"/>
                  <a:pt x="164" y="130"/>
                </a:cubicBezTo>
                <a:cubicBezTo>
                  <a:pt x="165" y="131"/>
                  <a:pt x="167" y="132"/>
                  <a:pt x="168" y="132"/>
                </a:cubicBezTo>
                <a:cubicBezTo>
                  <a:pt x="169" y="132"/>
                  <a:pt x="169" y="132"/>
                  <a:pt x="170" y="132"/>
                </a:cubicBezTo>
                <a:cubicBezTo>
                  <a:pt x="175" y="129"/>
                  <a:pt x="180" y="123"/>
                  <a:pt x="184" y="114"/>
                </a:cubicBezTo>
                <a:cubicBezTo>
                  <a:pt x="184" y="122"/>
                  <a:pt x="184" y="122"/>
                  <a:pt x="184" y="122"/>
                </a:cubicBezTo>
                <a:cubicBezTo>
                  <a:pt x="184" y="124"/>
                  <a:pt x="184" y="125"/>
                  <a:pt x="185" y="126"/>
                </a:cubicBezTo>
                <a:cubicBezTo>
                  <a:pt x="184" y="126"/>
                  <a:pt x="184" y="127"/>
                  <a:pt x="184" y="128"/>
                </a:cubicBezTo>
                <a:cubicBezTo>
                  <a:pt x="184" y="130"/>
                  <a:pt x="186" y="132"/>
                  <a:pt x="188" y="132"/>
                </a:cubicBezTo>
                <a:cubicBezTo>
                  <a:pt x="192" y="132"/>
                  <a:pt x="192" y="132"/>
                  <a:pt x="192" y="132"/>
                </a:cubicBezTo>
                <a:cubicBezTo>
                  <a:pt x="188" y="136"/>
                  <a:pt x="185" y="142"/>
                  <a:pt x="184" y="148"/>
                </a:cubicBezTo>
                <a:close/>
                <a:moveTo>
                  <a:pt x="212" y="172"/>
                </a:moveTo>
                <a:cubicBezTo>
                  <a:pt x="201" y="172"/>
                  <a:pt x="192" y="163"/>
                  <a:pt x="192" y="152"/>
                </a:cubicBezTo>
                <a:cubicBezTo>
                  <a:pt x="192" y="141"/>
                  <a:pt x="201" y="132"/>
                  <a:pt x="212" y="132"/>
                </a:cubicBezTo>
                <a:cubicBezTo>
                  <a:pt x="223" y="132"/>
                  <a:pt x="232" y="141"/>
                  <a:pt x="232" y="152"/>
                </a:cubicBezTo>
                <a:cubicBezTo>
                  <a:pt x="232" y="163"/>
                  <a:pt x="223" y="172"/>
                  <a:pt x="212" y="172"/>
                </a:cubicBezTo>
                <a:close/>
                <a:moveTo>
                  <a:pt x="248" y="148"/>
                </a:moveTo>
                <a:cubicBezTo>
                  <a:pt x="240" y="148"/>
                  <a:pt x="240" y="148"/>
                  <a:pt x="240" y="148"/>
                </a:cubicBezTo>
                <a:cubicBezTo>
                  <a:pt x="240" y="148"/>
                  <a:pt x="240" y="148"/>
                  <a:pt x="240" y="148"/>
                </a:cubicBezTo>
                <a:cubicBezTo>
                  <a:pt x="239" y="142"/>
                  <a:pt x="236" y="136"/>
                  <a:pt x="232" y="132"/>
                </a:cubicBezTo>
                <a:cubicBezTo>
                  <a:pt x="248" y="132"/>
                  <a:pt x="248" y="132"/>
                  <a:pt x="248" y="132"/>
                </a:cubicBezTo>
                <a:lnTo>
                  <a:pt x="248" y="148"/>
                </a:lnTo>
                <a:close/>
                <a:moveTo>
                  <a:pt x="135" y="45"/>
                </a:moveTo>
                <a:cubicBezTo>
                  <a:pt x="133" y="44"/>
                  <a:pt x="131" y="44"/>
                  <a:pt x="129" y="45"/>
                </a:cubicBezTo>
                <a:cubicBezTo>
                  <a:pt x="105" y="69"/>
                  <a:pt x="105" y="69"/>
                  <a:pt x="105" y="69"/>
                </a:cubicBezTo>
                <a:cubicBezTo>
                  <a:pt x="104" y="71"/>
                  <a:pt x="104" y="73"/>
                  <a:pt x="105" y="75"/>
                </a:cubicBezTo>
                <a:cubicBezTo>
                  <a:pt x="129" y="99"/>
                  <a:pt x="129" y="99"/>
                  <a:pt x="129" y="99"/>
                </a:cubicBezTo>
                <a:cubicBezTo>
                  <a:pt x="130" y="100"/>
                  <a:pt x="131" y="100"/>
                  <a:pt x="132" y="100"/>
                </a:cubicBezTo>
                <a:cubicBezTo>
                  <a:pt x="133" y="100"/>
                  <a:pt x="134" y="100"/>
                  <a:pt x="135" y="99"/>
                </a:cubicBezTo>
                <a:cubicBezTo>
                  <a:pt x="159" y="75"/>
                  <a:pt x="159" y="75"/>
                  <a:pt x="159" y="75"/>
                </a:cubicBezTo>
                <a:cubicBezTo>
                  <a:pt x="160" y="73"/>
                  <a:pt x="160" y="71"/>
                  <a:pt x="159" y="69"/>
                </a:cubicBezTo>
                <a:lnTo>
                  <a:pt x="135" y="45"/>
                </a:lnTo>
                <a:close/>
                <a:moveTo>
                  <a:pt x="132" y="90"/>
                </a:moveTo>
                <a:cubicBezTo>
                  <a:pt x="114" y="72"/>
                  <a:pt x="114" y="72"/>
                  <a:pt x="114" y="72"/>
                </a:cubicBezTo>
                <a:cubicBezTo>
                  <a:pt x="132" y="54"/>
                  <a:pt x="132" y="54"/>
                  <a:pt x="132" y="54"/>
                </a:cubicBezTo>
                <a:cubicBezTo>
                  <a:pt x="150" y="72"/>
                  <a:pt x="150" y="72"/>
                  <a:pt x="150" y="72"/>
                </a:cubicBezTo>
                <a:lnTo>
                  <a:pt x="132" y="90"/>
                </a:lnTo>
                <a:close/>
                <a:moveTo>
                  <a:pt x="120" y="8"/>
                </a:moveTo>
                <a:cubicBezTo>
                  <a:pt x="136" y="8"/>
                  <a:pt x="136" y="8"/>
                  <a:pt x="136" y="8"/>
                </a:cubicBezTo>
                <a:cubicBezTo>
                  <a:pt x="138" y="8"/>
                  <a:pt x="140" y="6"/>
                  <a:pt x="140" y="4"/>
                </a:cubicBezTo>
                <a:cubicBezTo>
                  <a:pt x="140" y="2"/>
                  <a:pt x="138" y="0"/>
                  <a:pt x="136" y="0"/>
                </a:cubicBezTo>
                <a:cubicBezTo>
                  <a:pt x="120" y="0"/>
                  <a:pt x="120" y="0"/>
                  <a:pt x="120" y="0"/>
                </a:cubicBezTo>
                <a:cubicBezTo>
                  <a:pt x="118" y="0"/>
                  <a:pt x="116" y="2"/>
                  <a:pt x="116" y="4"/>
                </a:cubicBezTo>
                <a:cubicBezTo>
                  <a:pt x="116" y="6"/>
                  <a:pt x="118" y="8"/>
                  <a:pt x="120" y="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36" name="Freeform 104">
            <a:extLst>
              <a:ext uri="{FF2B5EF4-FFF2-40B4-BE49-F238E27FC236}">
                <a16:creationId xmlns:a16="http://schemas.microsoft.com/office/drawing/2014/main" id="{EA77E3B7-CF82-442F-9E2E-54DEE6AF2D61}"/>
              </a:ext>
            </a:extLst>
          </p:cNvPr>
          <p:cNvSpPr>
            <a:spLocks noChangeAspect="1" noEditPoints="1"/>
          </p:cNvSpPr>
          <p:nvPr/>
        </p:nvSpPr>
        <p:spPr bwMode="auto">
          <a:xfrm>
            <a:off x="9285077" y="3379495"/>
            <a:ext cx="393700" cy="401638"/>
          </a:xfrm>
          <a:custGeom>
            <a:avLst/>
            <a:gdLst>
              <a:gd name="T0" fmla="*/ 127 w 252"/>
              <a:gd name="T1" fmla="*/ 244 h 257"/>
              <a:gd name="T2" fmla="*/ 14 w 252"/>
              <a:gd name="T3" fmla="*/ 221 h 257"/>
              <a:gd name="T4" fmla="*/ 92 w 252"/>
              <a:gd name="T5" fmla="*/ 256 h 257"/>
              <a:gd name="T6" fmla="*/ 226 w 252"/>
              <a:gd name="T7" fmla="*/ 255 h 257"/>
              <a:gd name="T8" fmla="*/ 156 w 252"/>
              <a:gd name="T9" fmla="*/ 228 h 257"/>
              <a:gd name="T10" fmla="*/ 137 w 252"/>
              <a:gd name="T11" fmla="*/ 198 h 257"/>
              <a:gd name="T12" fmla="*/ 199 w 252"/>
              <a:gd name="T13" fmla="*/ 198 h 257"/>
              <a:gd name="T14" fmla="*/ 188 w 252"/>
              <a:gd name="T15" fmla="*/ 224 h 257"/>
              <a:gd name="T16" fmla="*/ 113 w 252"/>
              <a:gd name="T17" fmla="*/ 121 h 257"/>
              <a:gd name="T18" fmla="*/ 163 w 252"/>
              <a:gd name="T19" fmla="*/ 163 h 257"/>
              <a:gd name="T20" fmla="*/ 180 w 252"/>
              <a:gd name="T21" fmla="*/ 152 h 257"/>
              <a:gd name="T22" fmla="*/ 137 w 252"/>
              <a:gd name="T23" fmla="*/ 136 h 257"/>
              <a:gd name="T24" fmla="*/ 128 w 252"/>
              <a:gd name="T25" fmla="*/ 128 h 257"/>
              <a:gd name="T26" fmla="*/ 125 w 252"/>
              <a:gd name="T27" fmla="*/ 92 h 257"/>
              <a:gd name="T28" fmla="*/ 144 w 252"/>
              <a:gd name="T29" fmla="*/ 60 h 257"/>
              <a:gd name="T30" fmla="*/ 143 w 252"/>
              <a:gd name="T31" fmla="*/ 34 h 257"/>
              <a:gd name="T32" fmla="*/ 110 w 252"/>
              <a:gd name="T33" fmla="*/ 16 h 257"/>
              <a:gd name="T34" fmla="*/ 92 w 252"/>
              <a:gd name="T35" fmla="*/ 8 h 257"/>
              <a:gd name="T36" fmla="*/ 44 w 252"/>
              <a:gd name="T37" fmla="*/ 4 h 257"/>
              <a:gd name="T38" fmla="*/ 4 w 252"/>
              <a:gd name="T39" fmla="*/ 16 h 257"/>
              <a:gd name="T40" fmla="*/ 18 w 252"/>
              <a:gd name="T41" fmla="*/ 63 h 257"/>
              <a:gd name="T42" fmla="*/ 24 w 252"/>
              <a:gd name="T43" fmla="*/ 92 h 257"/>
              <a:gd name="T44" fmla="*/ 0 w 252"/>
              <a:gd name="T45" fmla="*/ 135 h 257"/>
              <a:gd name="T46" fmla="*/ 75 w 252"/>
              <a:gd name="T47" fmla="*/ 236 h 257"/>
              <a:gd name="T48" fmla="*/ 39 w 252"/>
              <a:gd name="T49" fmla="*/ 213 h 257"/>
              <a:gd name="T50" fmla="*/ 8 w 252"/>
              <a:gd name="T51" fmla="*/ 116 h 257"/>
              <a:gd name="T52" fmla="*/ 93 w 252"/>
              <a:gd name="T53" fmla="*/ 181 h 257"/>
              <a:gd name="T54" fmla="*/ 185 w 252"/>
              <a:gd name="T55" fmla="*/ 174 h 257"/>
              <a:gd name="T56" fmla="*/ 243 w 252"/>
              <a:gd name="T57" fmla="*/ 168 h 257"/>
              <a:gd name="T58" fmla="*/ 224 w 252"/>
              <a:gd name="T59" fmla="*/ 237 h 257"/>
              <a:gd name="T60" fmla="*/ 248 w 252"/>
              <a:gd name="T61" fmla="*/ 159 h 257"/>
              <a:gd name="T62" fmla="*/ 87 w 252"/>
              <a:gd name="T63" fmla="*/ 24 h 257"/>
              <a:gd name="T64" fmla="*/ 79 w 252"/>
              <a:gd name="T65" fmla="*/ 32 h 257"/>
              <a:gd name="T66" fmla="*/ 8 w 252"/>
              <a:gd name="T67" fmla="*/ 46 h 257"/>
              <a:gd name="T68" fmla="*/ 219 w 252"/>
              <a:gd name="T69" fmla="*/ 166 h 257"/>
              <a:gd name="T70" fmla="*/ 159 w 252"/>
              <a:gd name="T71" fmla="*/ 168 h 257"/>
              <a:gd name="T72" fmla="*/ 35 w 252"/>
              <a:gd name="T73" fmla="*/ 146 h 257"/>
              <a:gd name="T74" fmla="*/ 41 w 252"/>
              <a:gd name="T75" fmla="*/ 115 h 257"/>
              <a:gd name="T76" fmla="*/ 52 w 252"/>
              <a:gd name="T77" fmla="*/ 112 h 257"/>
              <a:gd name="T78" fmla="*/ 24 w 252"/>
              <a:gd name="T79" fmla="*/ 57 h 257"/>
              <a:gd name="T80" fmla="*/ 21 w 252"/>
              <a:gd name="T81" fmla="*/ 32 h 257"/>
              <a:gd name="T82" fmla="*/ 48 w 252"/>
              <a:gd name="T83" fmla="*/ 32 h 257"/>
              <a:gd name="T84" fmla="*/ 136 w 252"/>
              <a:gd name="T85" fmla="*/ 57 h 257"/>
              <a:gd name="T86" fmla="*/ 72 w 252"/>
              <a:gd name="T87" fmla="*/ 108 h 257"/>
              <a:gd name="T88" fmla="*/ 124 w 252"/>
              <a:gd name="T89" fmla="*/ 112 h 257"/>
              <a:gd name="T90" fmla="*/ 237 w 252"/>
              <a:gd name="T91" fmla="*/ 162 h 257"/>
              <a:gd name="T92" fmla="*/ 40 w 252"/>
              <a:gd name="T93" fmla="*/ 67 h 257"/>
              <a:gd name="T94" fmla="*/ 85 w 252"/>
              <a:gd name="T95" fmla="*/ 121 h 257"/>
              <a:gd name="T96" fmla="*/ 64 w 252"/>
              <a:gd name="T97" fmla="*/ 132 h 257"/>
              <a:gd name="T98" fmla="*/ 84 w 252"/>
              <a:gd name="T99" fmla="*/ 148 h 257"/>
              <a:gd name="T100" fmla="*/ 117 w 252"/>
              <a:gd name="T101" fmla="*/ 156 h 257"/>
              <a:gd name="T102" fmla="*/ 131 w 252"/>
              <a:gd name="T103" fmla="*/ 15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2" h="257">
                <a:moveTo>
                  <a:pt x="230" y="249"/>
                </a:moveTo>
                <a:cubicBezTo>
                  <a:pt x="229" y="248"/>
                  <a:pt x="209" y="236"/>
                  <a:pt x="176" y="236"/>
                </a:cubicBezTo>
                <a:cubicBezTo>
                  <a:pt x="161" y="236"/>
                  <a:pt x="148" y="239"/>
                  <a:pt x="138" y="242"/>
                </a:cubicBezTo>
                <a:cubicBezTo>
                  <a:pt x="134" y="243"/>
                  <a:pt x="130" y="243"/>
                  <a:pt x="127" y="244"/>
                </a:cubicBezTo>
                <a:cubicBezTo>
                  <a:pt x="117" y="246"/>
                  <a:pt x="103" y="248"/>
                  <a:pt x="92" y="248"/>
                </a:cubicBezTo>
                <a:cubicBezTo>
                  <a:pt x="40" y="248"/>
                  <a:pt x="30" y="236"/>
                  <a:pt x="20" y="223"/>
                </a:cubicBezTo>
                <a:cubicBezTo>
                  <a:pt x="19" y="222"/>
                  <a:pt x="19" y="222"/>
                  <a:pt x="19" y="222"/>
                </a:cubicBezTo>
                <a:cubicBezTo>
                  <a:pt x="18" y="220"/>
                  <a:pt x="15" y="219"/>
                  <a:pt x="14" y="221"/>
                </a:cubicBezTo>
                <a:cubicBezTo>
                  <a:pt x="12" y="222"/>
                  <a:pt x="11" y="225"/>
                  <a:pt x="13" y="227"/>
                </a:cubicBezTo>
                <a:cubicBezTo>
                  <a:pt x="14" y="228"/>
                  <a:pt x="14" y="228"/>
                  <a:pt x="14" y="228"/>
                </a:cubicBezTo>
                <a:cubicBezTo>
                  <a:pt x="25" y="241"/>
                  <a:pt x="36" y="256"/>
                  <a:pt x="92" y="256"/>
                </a:cubicBezTo>
                <a:cubicBezTo>
                  <a:pt x="92" y="256"/>
                  <a:pt x="92" y="256"/>
                  <a:pt x="92" y="256"/>
                </a:cubicBezTo>
                <a:cubicBezTo>
                  <a:pt x="106" y="256"/>
                  <a:pt x="124" y="253"/>
                  <a:pt x="129" y="252"/>
                </a:cubicBezTo>
                <a:cubicBezTo>
                  <a:pt x="132" y="251"/>
                  <a:pt x="136" y="250"/>
                  <a:pt x="139" y="249"/>
                </a:cubicBezTo>
                <a:cubicBezTo>
                  <a:pt x="150" y="247"/>
                  <a:pt x="162" y="244"/>
                  <a:pt x="176" y="244"/>
                </a:cubicBezTo>
                <a:cubicBezTo>
                  <a:pt x="206" y="244"/>
                  <a:pt x="226" y="255"/>
                  <a:pt x="226" y="255"/>
                </a:cubicBezTo>
                <a:cubicBezTo>
                  <a:pt x="228" y="257"/>
                  <a:pt x="230" y="256"/>
                  <a:pt x="231" y="254"/>
                </a:cubicBezTo>
                <a:cubicBezTo>
                  <a:pt x="233" y="252"/>
                  <a:pt x="232" y="250"/>
                  <a:pt x="230" y="249"/>
                </a:cubicBezTo>
                <a:close/>
                <a:moveTo>
                  <a:pt x="152" y="225"/>
                </a:moveTo>
                <a:cubicBezTo>
                  <a:pt x="153" y="227"/>
                  <a:pt x="154" y="228"/>
                  <a:pt x="156" y="228"/>
                </a:cubicBezTo>
                <a:cubicBezTo>
                  <a:pt x="156" y="228"/>
                  <a:pt x="157" y="228"/>
                  <a:pt x="157" y="228"/>
                </a:cubicBezTo>
                <a:cubicBezTo>
                  <a:pt x="159" y="227"/>
                  <a:pt x="160" y="225"/>
                  <a:pt x="160" y="223"/>
                </a:cubicBezTo>
                <a:cubicBezTo>
                  <a:pt x="156" y="206"/>
                  <a:pt x="143" y="197"/>
                  <a:pt x="142" y="197"/>
                </a:cubicBezTo>
                <a:cubicBezTo>
                  <a:pt x="140" y="195"/>
                  <a:pt x="138" y="196"/>
                  <a:pt x="137" y="198"/>
                </a:cubicBezTo>
                <a:cubicBezTo>
                  <a:pt x="135" y="200"/>
                  <a:pt x="136" y="202"/>
                  <a:pt x="138" y="203"/>
                </a:cubicBezTo>
                <a:cubicBezTo>
                  <a:pt x="138" y="203"/>
                  <a:pt x="149" y="211"/>
                  <a:pt x="152" y="225"/>
                </a:cubicBezTo>
                <a:close/>
                <a:moveTo>
                  <a:pt x="192" y="220"/>
                </a:moveTo>
                <a:cubicBezTo>
                  <a:pt x="192" y="209"/>
                  <a:pt x="199" y="198"/>
                  <a:pt x="199" y="198"/>
                </a:cubicBezTo>
                <a:cubicBezTo>
                  <a:pt x="201" y="196"/>
                  <a:pt x="200" y="194"/>
                  <a:pt x="198" y="193"/>
                </a:cubicBezTo>
                <a:cubicBezTo>
                  <a:pt x="196" y="191"/>
                  <a:pt x="194" y="192"/>
                  <a:pt x="193" y="194"/>
                </a:cubicBezTo>
                <a:cubicBezTo>
                  <a:pt x="192" y="194"/>
                  <a:pt x="184" y="207"/>
                  <a:pt x="184" y="220"/>
                </a:cubicBezTo>
                <a:cubicBezTo>
                  <a:pt x="184" y="222"/>
                  <a:pt x="186" y="224"/>
                  <a:pt x="188" y="224"/>
                </a:cubicBezTo>
                <a:cubicBezTo>
                  <a:pt x="190" y="224"/>
                  <a:pt x="192" y="222"/>
                  <a:pt x="192" y="220"/>
                </a:cubicBezTo>
                <a:close/>
                <a:moveTo>
                  <a:pt x="127" y="128"/>
                </a:moveTo>
                <a:cubicBezTo>
                  <a:pt x="119" y="121"/>
                  <a:pt x="119" y="121"/>
                  <a:pt x="119" y="121"/>
                </a:cubicBezTo>
                <a:cubicBezTo>
                  <a:pt x="117" y="120"/>
                  <a:pt x="114" y="120"/>
                  <a:pt x="113" y="121"/>
                </a:cubicBezTo>
                <a:cubicBezTo>
                  <a:pt x="112" y="123"/>
                  <a:pt x="112" y="126"/>
                  <a:pt x="113" y="127"/>
                </a:cubicBezTo>
                <a:cubicBezTo>
                  <a:pt x="157" y="163"/>
                  <a:pt x="157" y="163"/>
                  <a:pt x="157" y="163"/>
                </a:cubicBezTo>
                <a:cubicBezTo>
                  <a:pt x="158" y="164"/>
                  <a:pt x="159" y="164"/>
                  <a:pt x="160" y="164"/>
                </a:cubicBezTo>
                <a:cubicBezTo>
                  <a:pt x="161" y="164"/>
                  <a:pt x="162" y="164"/>
                  <a:pt x="163" y="163"/>
                </a:cubicBezTo>
                <a:cubicBezTo>
                  <a:pt x="164" y="161"/>
                  <a:pt x="164" y="158"/>
                  <a:pt x="163" y="157"/>
                </a:cubicBezTo>
                <a:cubicBezTo>
                  <a:pt x="161" y="156"/>
                  <a:pt x="161" y="156"/>
                  <a:pt x="161" y="156"/>
                </a:cubicBezTo>
                <a:cubicBezTo>
                  <a:pt x="176" y="156"/>
                  <a:pt x="176" y="156"/>
                  <a:pt x="176" y="156"/>
                </a:cubicBezTo>
                <a:cubicBezTo>
                  <a:pt x="178" y="156"/>
                  <a:pt x="180" y="154"/>
                  <a:pt x="180" y="152"/>
                </a:cubicBezTo>
                <a:cubicBezTo>
                  <a:pt x="180" y="150"/>
                  <a:pt x="178" y="148"/>
                  <a:pt x="176" y="148"/>
                </a:cubicBezTo>
                <a:cubicBezTo>
                  <a:pt x="152" y="148"/>
                  <a:pt x="152" y="148"/>
                  <a:pt x="152" y="148"/>
                </a:cubicBezTo>
                <a:cubicBezTo>
                  <a:pt x="152" y="148"/>
                  <a:pt x="152" y="148"/>
                  <a:pt x="152" y="148"/>
                </a:cubicBezTo>
                <a:cubicBezTo>
                  <a:pt x="137" y="136"/>
                  <a:pt x="137" y="136"/>
                  <a:pt x="137" y="136"/>
                </a:cubicBezTo>
                <a:cubicBezTo>
                  <a:pt x="148" y="136"/>
                  <a:pt x="148" y="136"/>
                  <a:pt x="148" y="136"/>
                </a:cubicBezTo>
                <a:cubicBezTo>
                  <a:pt x="150" y="136"/>
                  <a:pt x="152" y="134"/>
                  <a:pt x="152" y="132"/>
                </a:cubicBezTo>
                <a:cubicBezTo>
                  <a:pt x="152" y="130"/>
                  <a:pt x="150" y="128"/>
                  <a:pt x="148" y="128"/>
                </a:cubicBezTo>
                <a:cubicBezTo>
                  <a:pt x="128" y="128"/>
                  <a:pt x="128" y="128"/>
                  <a:pt x="128" y="128"/>
                </a:cubicBezTo>
                <a:cubicBezTo>
                  <a:pt x="128" y="128"/>
                  <a:pt x="128" y="128"/>
                  <a:pt x="127" y="128"/>
                </a:cubicBezTo>
                <a:close/>
                <a:moveTo>
                  <a:pt x="248" y="159"/>
                </a:moveTo>
                <a:cubicBezTo>
                  <a:pt x="148" y="98"/>
                  <a:pt x="148" y="98"/>
                  <a:pt x="148" y="98"/>
                </a:cubicBezTo>
                <a:cubicBezTo>
                  <a:pt x="141" y="94"/>
                  <a:pt x="133" y="92"/>
                  <a:pt x="125" y="92"/>
                </a:cubicBezTo>
                <a:cubicBezTo>
                  <a:pt x="124" y="92"/>
                  <a:pt x="124" y="92"/>
                  <a:pt x="124" y="92"/>
                </a:cubicBezTo>
                <a:cubicBezTo>
                  <a:pt x="124" y="67"/>
                  <a:pt x="124" y="67"/>
                  <a:pt x="124" y="67"/>
                </a:cubicBezTo>
                <a:cubicBezTo>
                  <a:pt x="141" y="64"/>
                  <a:pt x="141" y="64"/>
                  <a:pt x="141" y="64"/>
                </a:cubicBezTo>
                <a:cubicBezTo>
                  <a:pt x="143" y="64"/>
                  <a:pt x="144" y="62"/>
                  <a:pt x="144" y="60"/>
                </a:cubicBezTo>
                <a:cubicBezTo>
                  <a:pt x="144" y="36"/>
                  <a:pt x="144" y="36"/>
                  <a:pt x="144" y="36"/>
                </a:cubicBezTo>
                <a:cubicBezTo>
                  <a:pt x="144" y="36"/>
                  <a:pt x="144" y="36"/>
                  <a:pt x="144" y="35"/>
                </a:cubicBezTo>
                <a:cubicBezTo>
                  <a:pt x="144" y="35"/>
                  <a:pt x="144" y="35"/>
                  <a:pt x="144" y="35"/>
                </a:cubicBezTo>
                <a:cubicBezTo>
                  <a:pt x="144" y="34"/>
                  <a:pt x="143" y="34"/>
                  <a:pt x="143" y="34"/>
                </a:cubicBezTo>
                <a:cubicBezTo>
                  <a:pt x="143" y="34"/>
                  <a:pt x="143" y="33"/>
                  <a:pt x="143" y="33"/>
                </a:cubicBezTo>
                <a:cubicBezTo>
                  <a:pt x="143" y="33"/>
                  <a:pt x="142" y="33"/>
                  <a:pt x="142" y="33"/>
                </a:cubicBezTo>
                <a:cubicBezTo>
                  <a:pt x="142" y="33"/>
                  <a:pt x="142" y="33"/>
                  <a:pt x="142" y="32"/>
                </a:cubicBezTo>
                <a:cubicBezTo>
                  <a:pt x="110" y="16"/>
                  <a:pt x="110" y="16"/>
                  <a:pt x="110" y="16"/>
                </a:cubicBezTo>
                <a:cubicBezTo>
                  <a:pt x="109" y="16"/>
                  <a:pt x="109" y="16"/>
                  <a:pt x="108" y="16"/>
                </a:cubicBezTo>
                <a:cubicBezTo>
                  <a:pt x="86" y="16"/>
                  <a:pt x="86" y="16"/>
                  <a:pt x="86" y="16"/>
                </a:cubicBezTo>
                <a:cubicBezTo>
                  <a:pt x="85" y="8"/>
                  <a:pt x="85" y="8"/>
                  <a:pt x="85" y="8"/>
                </a:cubicBezTo>
                <a:cubicBezTo>
                  <a:pt x="92" y="8"/>
                  <a:pt x="92" y="8"/>
                  <a:pt x="92" y="8"/>
                </a:cubicBezTo>
                <a:cubicBezTo>
                  <a:pt x="94" y="8"/>
                  <a:pt x="96" y="6"/>
                  <a:pt x="96" y="4"/>
                </a:cubicBezTo>
                <a:cubicBezTo>
                  <a:pt x="96" y="2"/>
                  <a:pt x="94" y="0"/>
                  <a:pt x="92" y="0"/>
                </a:cubicBezTo>
                <a:cubicBezTo>
                  <a:pt x="48" y="0"/>
                  <a:pt x="48" y="0"/>
                  <a:pt x="48" y="0"/>
                </a:cubicBezTo>
                <a:cubicBezTo>
                  <a:pt x="46" y="0"/>
                  <a:pt x="44" y="2"/>
                  <a:pt x="44" y="4"/>
                </a:cubicBezTo>
                <a:cubicBezTo>
                  <a:pt x="44" y="6"/>
                  <a:pt x="46" y="8"/>
                  <a:pt x="48" y="8"/>
                </a:cubicBezTo>
                <a:cubicBezTo>
                  <a:pt x="59" y="8"/>
                  <a:pt x="59" y="8"/>
                  <a:pt x="59" y="8"/>
                </a:cubicBezTo>
                <a:cubicBezTo>
                  <a:pt x="58" y="16"/>
                  <a:pt x="58" y="16"/>
                  <a:pt x="58" y="16"/>
                </a:cubicBezTo>
                <a:cubicBezTo>
                  <a:pt x="4" y="16"/>
                  <a:pt x="4" y="16"/>
                  <a:pt x="4" y="16"/>
                </a:cubicBezTo>
                <a:cubicBezTo>
                  <a:pt x="2" y="16"/>
                  <a:pt x="0" y="18"/>
                  <a:pt x="0" y="20"/>
                </a:cubicBezTo>
                <a:cubicBezTo>
                  <a:pt x="0" y="48"/>
                  <a:pt x="0" y="48"/>
                  <a:pt x="0" y="48"/>
                </a:cubicBezTo>
                <a:cubicBezTo>
                  <a:pt x="0" y="49"/>
                  <a:pt x="1" y="50"/>
                  <a:pt x="2" y="51"/>
                </a:cubicBezTo>
                <a:cubicBezTo>
                  <a:pt x="18" y="63"/>
                  <a:pt x="18" y="63"/>
                  <a:pt x="18" y="63"/>
                </a:cubicBezTo>
                <a:cubicBezTo>
                  <a:pt x="18" y="63"/>
                  <a:pt x="18" y="63"/>
                  <a:pt x="18" y="63"/>
                </a:cubicBezTo>
                <a:cubicBezTo>
                  <a:pt x="18" y="64"/>
                  <a:pt x="19" y="64"/>
                  <a:pt x="19" y="64"/>
                </a:cubicBezTo>
                <a:cubicBezTo>
                  <a:pt x="24" y="65"/>
                  <a:pt x="24" y="65"/>
                  <a:pt x="24" y="65"/>
                </a:cubicBezTo>
                <a:cubicBezTo>
                  <a:pt x="24" y="92"/>
                  <a:pt x="24" y="92"/>
                  <a:pt x="24" y="92"/>
                </a:cubicBezTo>
                <a:cubicBezTo>
                  <a:pt x="24" y="92"/>
                  <a:pt x="24" y="93"/>
                  <a:pt x="24" y="93"/>
                </a:cubicBezTo>
                <a:cubicBezTo>
                  <a:pt x="14" y="97"/>
                  <a:pt x="14" y="97"/>
                  <a:pt x="14" y="97"/>
                </a:cubicBezTo>
                <a:cubicBezTo>
                  <a:pt x="5" y="99"/>
                  <a:pt x="0" y="107"/>
                  <a:pt x="0" y="116"/>
                </a:cubicBezTo>
                <a:cubicBezTo>
                  <a:pt x="0" y="135"/>
                  <a:pt x="0" y="135"/>
                  <a:pt x="0" y="135"/>
                </a:cubicBezTo>
                <a:cubicBezTo>
                  <a:pt x="0" y="142"/>
                  <a:pt x="1" y="148"/>
                  <a:pt x="3" y="154"/>
                </a:cubicBezTo>
                <a:cubicBezTo>
                  <a:pt x="20" y="197"/>
                  <a:pt x="20" y="197"/>
                  <a:pt x="20" y="197"/>
                </a:cubicBezTo>
                <a:cubicBezTo>
                  <a:pt x="23" y="205"/>
                  <a:pt x="27" y="212"/>
                  <a:pt x="33" y="218"/>
                </a:cubicBezTo>
                <a:cubicBezTo>
                  <a:pt x="34" y="219"/>
                  <a:pt x="46" y="232"/>
                  <a:pt x="75" y="236"/>
                </a:cubicBezTo>
                <a:cubicBezTo>
                  <a:pt x="76" y="236"/>
                  <a:pt x="76" y="236"/>
                  <a:pt x="76" y="236"/>
                </a:cubicBezTo>
                <a:cubicBezTo>
                  <a:pt x="78" y="236"/>
                  <a:pt x="80" y="235"/>
                  <a:pt x="80" y="233"/>
                </a:cubicBezTo>
                <a:cubicBezTo>
                  <a:pt x="80" y="230"/>
                  <a:pt x="79" y="228"/>
                  <a:pt x="77" y="228"/>
                </a:cubicBezTo>
                <a:cubicBezTo>
                  <a:pt x="50" y="224"/>
                  <a:pt x="39" y="213"/>
                  <a:pt x="39" y="213"/>
                </a:cubicBezTo>
                <a:cubicBezTo>
                  <a:pt x="34" y="207"/>
                  <a:pt x="30" y="201"/>
                  <a:pt x="27" y="194"/>
                </a:cubicBezTo>
                <a:cubicBezTo>
                  <a:pt x="11" y="151"/>
                  <a:pt x="11" y="151"/>
                  <a:pt x="11" y="151"/>
                </a:cubicBezTo>
                <a:cubicBezTo>
                  <a:pt x="9" y="146"/>
                  <a:pt x="8" y="141"/>
                  <a:pt x="8" y="135"/>
                </a:cubicBezTo>
                <a:cubicBezTo>
                  <a:pt x="8" y="116"/>
                  <a:pt x="8" y="116"/>
                  <a:pt x="8" y="116"/>
                </a:cubicBezTo>
                <a:cubicBezTo>
                  <a:pt x="8" y="115"/>
                  <a:pt x="8" y="114"/>
                  <a:pt x="8" y="113"/>
                </a:cubicBezTo>
                <a:cubicBezTo>
                  <a:pt x="28" y="150"/>
                  <a:pt x="28" y="150"/>
                  <a:pt x="28" y="150"/>
                </a:cubicBezTo>
                <a:cubicBezTo>
                  <a:pt x="34" y="161"/>
                  <a:pt x="44" y="169"/>
                  <a:pt x="56" y="172"/>
                </a:cubicBezTo>
                <a:cubicBezTo>
                  <a:pt x="93" y="181"/>
                  <a:pt x="93" y="181"/>
                  <a:pt x="93" y="181"/>
                </a:cubicBezTo>
                <a:cubicBezTo>
                  <a:pt x="101" y="183"/>
                  <a:pt x="109" y="184"/>
                  <a:pt x="117" y="184"/>
                </a:cubicBezTo>
                <a:cubicBezTo>
                  <a:pt x="127" y="184"/>
                  <a:pt x="137" y="183"/>
                  <a:pt x="147" y="180"/>
                </a:cubicBezTo>
                <a:cubicBezTo>
                  <a:pt x="162" y="175"/>
                  <a:pt x="162" y="175"/>
                  <a:pt x="162" y="175"/>
                </a:cubicBezTo>
                <a:cubicBezTo>
                  <a:pt x="165" y="174"/>
                  <a:pt x="174" y="172"/>
                  <a:pt x="185" y="174"/>
                </a:cubicBezTo>
                <a:cubicBezTo>
                  <a:pt x="189" y="175"/>
                  <a:pt x="196" y="176"/>
                  <a:pt x="200" y="176"/>
                </a:cubicBezTo>
                <a:cubicBezTo>
                  <a:pt x="203" y="176"/>
                  <a:pt x="203" y="176"/>
                  <a:pt x="203" y="176"/>
                </a:cubicBezTo>
                <a:cubicBezTo>
                  <a:pt x="209" y="176"/>
                  <a:pt x="215" y="175"/>
                  <a:pt x="221" y="174"/>
                </a:cubicBezTo>
                <a:cubicBezTo>
                  <a:pt x="243" y="168"/>
                  <a:pt x="243" y="168"/>
                  <a:pt x="243" y="168"/>
                </a:cubicBezTo>
                <a:cubicBezTo>
                  <a:pt x="240" y="178"/>
                  <a:pt x="239" y="189"/>
                  <a:pt x="237" y="202"/>
                </a:cubicBezTo>
                <a:cubicBezTo>
                  <a:pt x="236" y="213"/>
                  <a:pt x="231" y="223"/>
                  <a:pt x="222" y="230"/>
                </a:cubicBezTo>
                <a:cubicBezTo>
                  <a:pt x="220" y="231"/>
                  <a:pt x="219" y="234"/>
                  <a:pt x="221" y="235"/>
                </a:cubicBezTo>
                <a:cubicBezTo>
                  <a:pt x="222" y="237"/>
                  <a:pt x="223" y="237"/>
                  <a:pt x="224" y="237"/>
                </a:cubicBezTo>
                <a:cubicBezTo>
                  <a:pt x="225" y="237"/>
                  <a:pt x="226" y="237"/>
                  <a:pt x="226" y="236"/>
                </a:cubicBezTo>
                <a:cubicBezTo>
                  <a:pt x="237" y="228"/>
                  <a:pt x="244" y="216"/>
                  <a:pt x="245" y="203"/>
                </a:cubicBezTo>
                <a:cubicBezTo>
                  <a:pt x="247" y="189"/>
                  <a:pt x="249" y="178"/>
                  <a:pt x="251" y="168"/>
                </a:cubicBezTo>
                <a:cubicBezTo>
                  <a:pt x="252" y="164"/>
                  <a:pt x="251" y="161"/>
                  <a:pt x="248" y="159"/>
                </a:cubicBezTo>
                <a:close/>
                <a:moveTo>
                  <a:pt x="107" y="24"/>
                </a:moveTo>
                <a:cubicBezTo>
                  <a:pt x="123" y="32"/>
                  <a:pt x="123" y="32"/>
                  <a:pt x="123" y="32"/>
                </a:cubicBezTo>
                <a:cubicBezTo>
                  <a:pt x="88" y="32"/>
                  <a:pt x="88" y="32"/>
                  <a:pt x="88" y="32"/>
                </a:cubicBezTo>
                <a:cubicBezTo>
                  <a:pt x="87" y="24"/>
                  <a:pt x="87" y="24"/>
                  <a:pt x="87" y="24"/>
                </a:cubicBezTo>
                <a:lnTo>
                  <a:pt x="107" y="24"/>
                </a:lnTo>
                <a:close/>
                <a:moveTo>
                  <a:pt x="68" y="8"/>
                </a:moveTo>
                <a:cubicBezTo>
                  <a:pt x="76" y="8"/>
                  <a:pt x="76" y="8"/>
                  <a:pt x="76" y="8"/>
                </a:cubicBezTo>
                <a:cubicBezTo>
                  <a:pt x="79" y="32"/>
                  <a:pt x="79" y="32"/>
                  <a:pt x="79" y="32"/>
                </a:cubicBezTo>
                <a:cubicBezTo>
                  <a:pt x="65" y="32"/>
                  <a:pt x="65" y="32"/>
                  <a:pt x="65" y="32"/>
                </a:cubicBezTo>
                <a:lnTo>
                  <a:pt x="68" y="8"/>
                </a:lnTo>
                <a:close/>
                <a:moveTo>
                  <a:pt x="16" y="52"/>
                </a:moveTo>
                <a:cubicBezTo>
                  <a:pt x="8" y="46"/>
                  <a:pt x="8" y="46"/>
                  <a:pt x="8" y="46"/>
                </a:cubicBezTo>
                <a:cubicBezTo>
                  <a:pt x="8" y="32"/>
                  <a:pt x="8" y="32"/>
                  <a:pt x="8" y="32"/>
                </a:cubicBezTo>
                <a:cubicBezTo>
                  <a:pt x="16" y="38"/>
                  <a:pt x="16" y="38"/>
                  <a:pt x="16" y="38"/>
                </a:cubicBezTo>
                <a:lnTo>
                  <a:pt x="16" y="52"/>
                </a:lnTo>
                <a:close/>
                <a:moveTo>
                  <a:pt x="219" y="166"/>
                </a:moveTo>
                <a:cubicBezTo>
                  <a:pt x="214" y="167"/>
                  <a:pt x="209" y="168"/>
                  <a:pt x="203" y="168"/>
                </a:cubicBezTo>
                <a:cubicBezTo>
                  <a:pt x="200" y="168"/>
                  <a:pt x="200" y="168"/>
                  <a:pt x="200" y="168"/>
                </a:cubicBezTo>
                <a:cubicBezTo>
                  <a:pt x="196" y="168"/>
                  <a:pt x="191" y="167"/>
                  <a:pt x="187" y="166"/>
                </a:cubicBezTo>
                <a:cubicBezTo>
                  <a:pt x="174" y="164"/>
                  <a:pt x="163" y="167"/>
                  <a:pt x="159" y="168"/>
                </a:cubicBezTo>
                <a:cubicBezTo>
                  <a:pt x="144" y="172"/>
                  <a:pt x="144" y="172"/>
                  <a:pt x="144" y="172"/>
                </a:cubicBezTo>
                <a:cubicBezTo>
                  <a:pt x="128" y="177"/>
                  <a:pt x="111" y="178"/>
                  <a:pt x="95" y="174"/>
                </a:cubicBezTo>
                <a:cubicBezTo>
                  <a:pt x="58" y="164"/>
                  <a:pt x="58" y="164"/>
                  <a:pt x="58" y="164"/>
                </a:cubicBezTo>
                <a:cubicBezTo>
                  <a:pt x="48" y="162"/>
                  <a:pt x="40" y="155"/>
                  <a:pt x="35" y="146"/>
                </a:cubicBezTo>
                <a:cubicBezTo>
                  <a:pt x="13" y="106"/>
                  <a:pt x="13" y="106"/>
                  <a:pt x="13" y="106"/>
                </a:cubicBezTo>
                <a:cubicBezTo>
                  <a:pt x="14" y="105"/>
                  <a:pt x="15" y="104"/>
                  <a:pt x="16" y="104"/>
                </a:cubicBezTo>
                <a:cubicBezTo>
                  <a:pt x="29" y="100"/>
                  <a:pt x="29" y="100"/>
                  <a:pt x="29" y="100"/>
                </a:cubicBezTo>
                <a:cubicBezTo>
                  <a:pt x="41" y="115"/>
                  <a:pt x="41" y="115"/>
                  <a:pt x="41" y="115"/>
                </a:cubicBezTo>
                <a:cubicBezTo>
                  <a:pt x="41" y="114"/>
                  <a:pt x="41" y="114"/>
                  <a:pt x="41" y="114"/>
                </a:cubicBezTo>
                <a:cubicBezTo>
                  <a:pt x="42" y="115"/>
                  <a:pt x="43" y="116"/>
                  <a:pt x="44" y="116"/>
                </a:cubicBezTo>
                <a:cubicBezTo>
                  <a:pt x="48" y="116"/>
                  <a:pt x="48" y="116"/>
                  <a:pt x="48" y="116"/>
                </a:cubicBezTo>
                <a:cubicBezTo>
                  <a:pt x="50" y="116"/>
                  <a:pt x="52" y="114"/>
                  <a:pt x="52" y="112"/>
                </a:cubicBezTo>
                <a:cubicBezTo>
                  <a:pt x="52" y="110"/>
                  <a:pt x="50" y="108"/>
                  <a:pt x="48" y="108"/>
                </a:cubicBezTo>
                <a:cubicBezTo>
                  <a:pt x="48" y="64"/>
                  <a:pt x="48" y="64"/>
                  <a:pt x="48" y="64"/>
                </a:cubicBezTo>
                <a:cubicBezTo>
                  <a:pt x="48" y="62"/>
                  <a:pt x="47" y="60"/>
                  <a:pt x="45" y="60"/>
                </a:cubicBezTo>
                <a:cubicBezTo>
                  <a:pt x="24" y="57"/>
                  <a:pt x="24" y="57"/>
                  <a:pt x="24" y="57"/>
                </a:cubicBezTo>
                <a:cubicBezTo>
                  <a:pt x="24" y="40"/>
                  <a:pt x="24" y="40"/>
                  <a:pt x="24" y="40"/>
                </a:cubicBezTo>
                <a:cubicBezTo>
                  <a:pt x="26" y="40"/>
                  <a:pt x="28" y="38"/>
                  <a:pt x="28" y="36"/>
                </a:cubicBezTo>
                <a:cubicBezTo>
                  <a:pt x="28" y="34"/>
                  <a:pt x="26" y="32"/>
                  <a:pt x="24" y="32"/>
                </a:cubicBezTo>
                <a:cubicBezTo>
                  <a:pt x="21" y="32"/>
                  <a:pt x="21" y="32"/>
                  <a:pt x="21" y="32"/>
                </a:cubicBezTo>
                <a:cubicBezTo>
                  <a:pt x="11" y="24"/>
                  <a:pt x="11" y="24"/>
                  <a:pt x="11" y="24"/>
                </a:cubicBezTo>
                <a:cubicBezTo>
                  <a:pt x="57" y="24"/>
                  <a:pt x="57" y="24"/>
                  <a:pt x="57" y="24"/>
                </a:cubicBezTo>
                <a:cubicBezTo>
                  <a:pt x="56" y="32"/>
                  <a:pt x="56" y="32"/>
                  <a:pt x="56" y="32"/>
                </a:cubicBezTo>
                <a:cubicBezTo>
                  <a:pt x="48" y="32"/>
                  <a:pt x="48" y="32"/>
                  <a:pt x="48" y="32"/>
                </a:cubicBezTo>
                <a:cubicBezTo>
                  <a:pt x="46" y="32"/>
                  <a:pt x="44" y="34"/>
                  <a:pt x="44" y="36"/>
                </a:cubicBezTo>
                <a:cubicBezTo>
                  <a:pt x="44" y="38"/>
                  <a:pt x="46" y="40"/>
                  <a:pt x="48" y="40"/>
                </a:cubicBezTo>
                <a:cubicBezTo>
                  <a:pt x="136" y="40"/>
                  <a:pt x="136" y="40"/>
                  <a:pt x="136" y="40"/>
                </a:cubicBezTo>
                <a:cubicBezTo>
                  <a:pt x="136" y="57"/>
                  <a:pt x="136" y="57"/>
                  <a:pt x="136" y="57"/>
                </a:cubicBezTo>
                <a:cubicBezTo>
                  <a:pt x="119" y="60"/>
                  <a:pt x="119" y="60"/>
                  <a:pt x="119" y="60"/>
                </a:cubicBezTo>
                <a:cubicBezTo>
                  <a:pt x="117" y="60"/>
                  <a:pt x="116" y="62"/>
                  <a:pt x="116" y="64"/>
                </a:cubicBezTo>
                <a:cubicBezTo>
                  <a:pt x="116" y="108"/>
                  <a:pt x="116" y="108"/>
                  <a:pt x="116" y="108"/>
                </a:cubicBezTo>
                <a:cubicBezTo>
                  <a:pt x="72" y="108"/>
                  <a:pt x="72" y="108"/>
                  <a:pt x="72" y="108"/>
                </a:cubicBezTo>
                <a:cubicBezTo>
                  <a:pt x="70" y="108"/>
                  <a:pt x="68" y="110"/>
                  <a:pt x="68" y="112"/>
                </a:cubicBezTo>
                <a:cubicBezTo>
                  <a:pt x="68" y="114"/>
                  <a:pt x="70" y="116"/>
                  <a:pt x="72" y="116"/>
                </a:cubicBezTo>
                <a:cubicBezTo>
                  <a:pt x="120" y="116"/>
                  <a:pt x="120" y="116"/>
                  <a:pt x="120" y="116"/>
                </a:cubicBezTo>
                <a:cubicBezTo>
                  <a:pt x="122" y="116"/>
                  <a:pt x="124" y="114"/>
                  <a:pt x="124" y="112"/>
                </a:cubicBezTo>
                <a:cubicBezTo>
                  <a:pt x="124" y="100"/>
                  <a:pt x="124" y="100"/>
                  <a:pt x="124" y="100"/>
                </a:cubicBezTo>
                <a:cubicBezTo>
                  <a:pt x="125" y="100"/>
                  <a:pt x="125" y="100"/>
                  <a:pt x="125" y="100"/>
                </a:cubicBezTo>
                <a:cubicBezTo>
                  <a:pt x="131" y="100"/>
                  <a:pt x="138" y="102"/>
                  <a:pt x="143" y="105"/>
                </a:cubicBezTo>
                <a:cubicBezTo>
                  <a:pt x="237" y="162"/>
                  <a:pt x="237" y="162"/>
                  <a:pt x="237" y="162"/>
                </a:cubicBezTo>
                <a:lnTo>
                  <a:pt x="219" y="166"/>
                </a:lnTo>
                <a:close/>
                <a:moveTo>
                  <a:pt x="32" y="91"/>
                </a:moveTo>
                <a:cubicBezTo>
                  <a:pt x="32" y="66"/>
                  <a:pt x="32" y="66"/>
                  <a:pt x="32" y="66"/>
                </a:cubicBezTo>
                <a:cubicBezTo>
                  <a:pt x="40" y="67"/>
                  <a:pt x="40" y="67"/>
                  <a:pt x="40" y="67"/>
                </a:cubicBezTo>
                <a:cubicBezTo>
                  <a:pt x="40" y="101"/>
                  <a:pt x="40" y="101"/>
                  <a:pt x="40" y="101"/>
                </a:cubicBezTo>
                <a:lnTo>
                  <a:pt x="32" y="91"/>
                </a:lnTo>
                <a:close/>
                <a:moveTo>
                  <a:pt x="91" y="121"/>
                </a:moveTo>
                <a:cubicBezTo>
                  <a:pt x="89" y="120"/>
                  <a:pt x="87" y="120"/>
                  <a:pt x="85" y="121"/>
                </a:cubicBezTo>
                <a:cubicBezTo>
                  <a:pt x="84" y="123"/>
                  <a:pt x="84" y="125"/>
                  <a:pt x="85" y="127"/>
                </a:cubicBezTo>
                <a:cubicBezTo>
                  <a:pt x="86" y="128"/>
                  <a:pt x="86" y="128"/>
                  <a:pt x="86" y="128"/>
                </a:cubicBezTo>
                <a:cubicBezTo>
                  <a:pt x="68" y="128"/>
                  <a:pt x="68" y="128"/>
                  <a:pt x="68" y="128"/>
                </a:cubicBezTo>
                <a:cubicBezTo>
                  <a:pt x="66" y="128"/>
                  <a:pt x="64" y="130"/>
                  <a:pt x="64" y="132"/>
                </a:cubicBezTo>
                <a:cubicBezTo>
                  <a:pt x="64" y="134"/>
                  <a:pt x="66" y="136"/>
                  <a:pt x="68" y="136"/>
                </a:cubicBezTo>
                <a:cubicBezTo>
                  <a:pt x="95" y="136"/>
                  <a:pt x="95" y="136"/>
                  <a:pt x="95" y="136"/>
                </a:cubicBezTo>
                <a:cubicBezTo>
                  <a:pt x="109" y="148"/>
                  <a:pt x="109" y="148"/>
                  <a:pt x="109" y="148"/>
                </a:cubicBezTo>
                <a:cubicBezTo>
                  <a:pt x="84" y="148"/>
                  <a:pt x="84" y="148"/>
                  <a:pt x="84" y="148"/>
                </a:cubicBezTo>
                <a:cubicBezTo>
                  <a:pt x="82" y="148"/>
                  <a:pt x="80" y="150"/>
                  <a:pt x="80" y="152"/>
                </a:cubicBezTo>
                <a:cubicBezTo>
                  <a:pt x="80" y="154"/>
                  <a:pt x="82" y="156"/>
                  <a:pt x="84" y="156"/>
                </a:cubicBezTo>
                <a:cubicBezTo>
                  <a:pt x="116" y="156"/>
                  <a:pt x="116" y="156"/>
                  <a:pt x="116" y="156"/>
                </a:cubicBezTo>
                <a:cubicBezTo>
                  <a:pt x="116" y="156"/>
                  <a:pt x="117" y="156"/>
                  <a:pt x="117" y="156"/>
                </a:cubicBezTo>
                <a:cubicBezTo>
                  <a:pt x="125" y="163"/>
                  <a:pt x="125" y="163"/>
                  <a:pt x="125" y="163"/>
                </a:cubicBezTo>
                <a:cubicBezTo>
                  <a:pt x="126" y="164"/>
                  <a:pt x="127" y="164"/>
                  <a:pt x="128" y="164"/>
                </a:cubicBezTo>
                <a:cubicBezTo>
                  <a:pt x="129" y="164"/>
                  <a:pt x="130" y="164"/>
                  <a:pt x="131" y="163"/>
                </a:cubicBezTo>
                <a:cubicBezTo>
                  <a:pt x="132" y="161"/>
                  <a:pt x="132" y="159"/>
                  <a:pt x="131" y="157"/>
                </a:cubicBezTo>
                <a:lnTo>
                  <a:pt x="91" y="12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60" name="Freeform 111">
            <a:extLst>
              <a:ext uri="{FF2B5EF4-FFF2-40B4-BE49-F238E27FC236}">
                <a16:creationId xmlns:a16="http://schemas.microsoft.com/office/drawing/2014/main" id="{C7A7610C-4950-4A55-B822-B753E8A899FF}"/>
              </a:ext>
            </a:extLst>
          </p:cNvPr>
          <p:cNvSpPr>
            <a:spLocks noChangeAspect="1" noEditPoints="1"/>
          </p:cNvSpPr>
          <p:nvPr/>
        </p:nvSpPr>
        <p:spPr bwMode="auto">
          <a:xfrm>
            <a:off x="11217194" y="3380289"/>
            <a:ext cx="400050" cy="400050"/>
          </a:xfrm>
          <a:custGeom>
            <a:avLst/>
            <a:gdLst>
              <a:gd name="T0" fmla="*/ 146 w 256"/>
              <a:gd name="T1" fmla="*/ 4 h 256"/>
              <a:gd name="T2" fmla="*/ 36 w 256"/>
              <a:gd name="T3" fmla="*/ 256 h 256"/>
              <a:gd name="T4" fmla="*/ 44 w 256"/>
              <a:gd name="T5" fmla="*/ 40 h 256"/>
              <a:gd name="T6" fmla="*/ 176 w 256"/>
              <a:gd name="T7" fmla="*/ 13 h 256"/>
              <a:gd name="T8" fmla="*/ 176 w 256"/>
              <a:gd name="T9" fmla="*/ 256 h 256"/>
              <a:gd name="T10" fmla="*/ 184 w 256"/>
              <a:gd name="T11" fmla="*/ 0 h 256"/>
              <a:gd name="T12" fmla="*/ 176 w 256"/>
              <a:gd name="T13" fmla="*/ 5 h 256"/>
              <a:gd name="T14" fmla="*/ 228 w 256"/>
              <a:gd name="T15" fmla="*/ 4 h 256"/>
              <a:gd name="T16" fmla="*/ 220 w 256"/>
              <a:gd name="T17" fmla="*/ 13 h 256"/>
              <a:gd name="T18" fmla="*/ 197 w 256"/>
              <a:gd name="T19" fmla="*/ 8 h 256"/>
              <a:gd name="T20" fmla="*/ 199 w 256"/>
              <a:gd name="T21" fmla="*/ 16 h 256"/>
              <a:gd name="T22" fmla="*/ 220 w 256"/>
              <a:gd name="T23" fmla="*/ 36 h 256"/>
              <a:gd name="T24" fmla="*/ 196 w 256"/>
              <a:gd name="T25" fmla="*/ 44 h 256"/>
              <a:gd name="T26" fmla="*/ 220 w 256"/>
              <a:gd name="T27" fmla="*/ 68 h 256"/>
              <a:gd name="T28" fmla="*/ 196 w 256"/>
              <a:gd name="T29" fmla="*/ 76 h 256"/>
              <a:gd name="T30" fmla="*/ 220 w 256"/>
              <a:gd name="T31" fmla="*/ 100 h 256"/>
              <a:gd name="T32" fmla="*/ 196 w 256"/>
              <a:gd name="T33" fmla="*/ 108 h 256"/>
              <a:gd name="T34" fmla="*/ 220 w 256"/>
              <a:gd name="T35" fmla="*/ 132 h 256"/>
              <a:gd name="T36" fmla="*/ 196 w 256"/>
              <a:gd name="T37" fmla="*/ 140 h 256"/>
              <a:gd name="T38" fmla="*/ 220 w 256"/>
              <a:gd name="T39" fmla="*/ 164 h 256"/>
              <a:gd name="T40" fmla="*/ 196 w 256"/>
              <a:gd name="T41" fmla="*/ 172 h 256"/>
              <a:gd name="T42" fmla="*/ 220 w 256"/>
              <a:gd name="T43" fmla="*/ 196 h 256"/>
              <a:gd name="T44" fmla="*/ 196 w 256"/>
              <a:gd name="T45" fmla="*/ 204 h 256"/>
              <a:gd name="T46" fmla="*/ 220 w 256"/>
              <a:gd name="T47" fmla="*/ 228 h 256"/>
              <a:gd name="T48" fmla="*/ 196 w 256"/>
              <a:gd name="T49" fmla="*/ 236 h 256"/>
              <a:gd name="T50" fmla="*/ 220 w 256"/>
              <a:gd name="T51" fmla="*/ 256 h 256"/>
              <a:gd name="T52" fmla="*/ 228 w 256"/>
              <a:gd name="T53" fmla="*/ 24 h 256"/>
              <a:gd name="T54" fmla="*/ 248 w 256"/>
              <a:gd name="T55" fmla="*/ 256 h 256"/>
              <a:gd name="T56" fmla="*/ 256 w 256"/>
              <a:gd name="T57" fmla="*/ 40 h 256"/>
              <a:gd name="T58" fmla="*/ 18 w 256"/>
              <a:gd name="T59" fmla="*/ 43 h 256"/>
              <a:gd name="T60" fmla="*/ 0 w 256"/>
              <a:gd name="T61" fmla="*/ 256 h 256"/>
              <a:gd name="T62" fmla="*/ 8 w 256"/>
              <a:gd name="T63" fmla="*/ 64 h 256"/>
              <a:gd name="T64" fmla="*/ 25 w 256"/>
              <a:gd name="T65" fmla="*/ 49 h 256"/>
              <a:gd name="T66" fmla="*/ 18 w 256"/>
              <a:gd name="T67" fmla="*/ 4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6" h="256">
                <a:moveTo>
                  <a:pt x="176" y="5"/>
                </a:moveTo>
                <a:cubicBezTo>
                  <a:pt x="166" y="4"/>
                  <a:pt x="156" y="4"/>
                  <a:pt x="146" y="4"/>
                </a:cubicBezTo>
                <a:cubicBezTo>
                  <a:pt x="93" y="4"/>
                  <a:pt x="36" y="17"/>
                  <a:pt x="36" y="40"/>
                </a:cubicBezTo>
                <a:cubicBezTo>
                  <a:pt x="36" y="256"/>
                  <a:pt x="36" y="256"/>
                  <a:pt x="36" y="256"/>
                </a:cubicBezTo>
                <a:cubicBezTo>
                  <a:pt x="44" y="256"/>
                  <a:pt x="44" y="256"/>
                  <a:pt x="44" y="256"/>
                </a:cubicBezTo>
                <a:cubicBezTo>
                  <a:pt x="44" y="40"/>
                  <a:pt x="44" y="40"/>
                  <a:pt x="44" y="40"/>
                </a:cubicBezTo>
                <a:cubicBezTo>
                  <a:pt x="44" y="27"/>
                  <a:pt x="86" y="12"/>
                  <a:pt x="146" y="12"/>
                </a:cubicBezTo>
                <a:cubicBezTo>
                  <a:pt x="156" y="12"/>
                  <a:pt x="166" y="12"/>
                  <a:pt x="176" y="13"/>
                </a:cubicBezTo>
                <a:cubicBezTo>
                  <a:pt x="176" y="13"/>
                  <a:pt x="176" y="13"/>
                  <a:pt x="176" y="13"/>
                </a:cubicBezTo>
                <a:cubicBezTo>
                  <a:pt x="176" y="256"/>
                  <a:pt x="176" y="256"/>
                  <a:pt x="176" y="256"/>
                </a:cubicBezTo>
                <a:cubicBezTo>
                  <a:pt x="184" y="256"/>
                  <a:pt x="184" y="256"/>
                  <a:pt x="184" y="256"/>
                </a:cubicBezTo>
                <a:cubicBezTo>
                  <a:pt x="184" y="0"/>
                  <a:pt x="184" y="0"/>
                  <a:pt x="184" y="0"/>
                </a:cubicBezTo>
                <a:cubicBezTo>
                  <a:pt x="176" y="0"/>
                  <a:pt x="176" y="0"/>
                  <a:pt x="176" y="0"/>
                </a:cubicBezTo>
                <a:lnTo>
                  <a:pt x="176" y="5"/>
                </a:lnTo>
                <a:close/>
                <a:moveTo>
                  <a:pt x="228" y="15"/>
                </a:moveTo>
                <a:cubicBezTo>
                  <a:pt x="228" y="4"/>
                  <a:pt x="228" y="4"/>
                  <a:pt x="228" y="4"/>
                </a:cubicBezTo>
                <a:cubicBezTo>
                  <a:pt x="220" y="4"/>
                  <a:pt x="220" y="4"/>
                  <a:pt x="220" y="4"/>
                </a:cubicBezTo>
                <a:cubicBezTo>
                  <a:pt x="220" y="13"/>
                  <a:pt x="220" y="13"/>
                  <a:pt x="220" y="13"/>
                </a:cubicBezTo>
                <a:cubicBezTo>
                  <a:pt x="214" y="11"/>
                  <a:pt x="208" y="10"/>
                  <a:pt x="201" y="9"/>
                </a:cubicBezTo>
                <a:cubicBezTo>
                  <a:pt x="197" y="8"/>
                  <a:pt x="197" y="8"/>
                  <a:pt x="197" y="8"/>
                </a:cubicBezTo>
                <a:cubicBezTo>
                  <a:pt x="195" y="16"/>
                  <a:pt x="195" y="16"/>
                  <a:pt x="195" y="16"/>
                </a:cubicBezTo>
                <a:cubicBezTo>
                  <a:pt x="199" y="16"/>
                  <a:pt x="199" y="16"/>
                  <a:pt x="199" y="16"/>
                </a:cubicBezTo>
                <a:cubicBezTo>
                  <a:pt x="207" y="18"/>
                  <a:pt x="214" y="19"/>
                  <a:pt x="220" y="21"/>
                </a:cubicBezTo>
                <a:cubicBezTo>
                  <a:pt x="220" y="36"/>
                  <a:pt x="220" y="36"/>
                  <a:pt x="220" y="36"/>
                </a:cubicBezTo>
                <a:cubicBezTo>
                  <a:pt x="196" y="36"/>
                  <a:pt x="196" y="36"/>
                  <a:pt x="196" y="36"/>
                </a:cubicBezTo>
                <a:cubicBezTo>
                  <a:pt x="196" y="44"/>
                  <a:pt x="196" y="44"/>
                  <a:pt x="196" y="44"/>
                </a:cubicBezTo>
                <a:cubicBezTo>
                  <a:pt x="220" y="44"/>
                  <a:pt x="220" y="44"/>
                  <a:pt x="220" y="44"/>
                </a:cubicBezTo>
                <a:cubicBezTo>
                  <a:pt x="220" y="68"/>
                  <a:pt x="220" y="68"/>
                  <a:pt x="220" y="68"/>
                </a:cubicBezTo>
                <a:cubicBezTo>
                  <a:pt x="196" y="68"/>
                  <a:pt x="196" y="68"/>
                  <a:pt x="196" y="68"/>
                </a:cubicBezTo>
                <a:cubicBezTo>
                  <a:pt x="196" y="76"/>
                  <a:pt x="196" y="76"/>
                  <a:pt x="196" y="76"/>
                </a:cubicBezTo>
                <a:cubicBezTo>
                  <a:pt x="220" y="76"/>
                  <a:pt x="220" y="76"/>
                  <a:pt x="220" y="76"/>
                </a:cubicBezTo>
                <a:cubicBezTo>
                  <a:pt x="220" y="100"/>
                  <a:pt x="220" y="100"/>
                  <a:pt x="220" y="100"/>
                </a:cubicBezTo>
                <a:cubicBezTo>
                  <a:pt x="196" y="100"/>
                  <a:pt x="196" y="100"/>
                  <a:pt x="196" y="100"/>
                </a:cubicBezTo>
                <a:cubicBezTo>
                  <a:pt x="196" y="108"/>
                  <a:pt x="196" y="108"/>
                  <a:pt x="196" y="108"/>
                </a:cubicBezTo>
                <a:cubicBezTo>
                  <a:pt x="220" y="108"/>
                  <a:pt x="220" y="108"/>
                  <a:pt x="220" y="108"/>
                </a:cubicBezTo>
                <a:cubicBezTo>
                  <a:pt x="220" y="132"/>
                  <a:pt x="220" y="132"/>
                  <a:pt x="220" y="132"/>
                </a:cubicBezTo>
                <a:cubicBezTo>
                  <a:pt x="196" y="132"/>
                  <a:pt x="196" y="132"/>
                  <a:pt x="196" y="132"/>
                </a:cubicBezTo>
                <a:cubicBezTo>
                  <a:pt x="196" y="140"/>
                  <a:pt x="196" y="140"/>
                  <a:pt x="196" y="140"/>
                </a:cubicBezTo>
                <a:cubicBezTo>
                  <a:pt x="220" y="140"/>
                  <a:pt x="220" y="140"/>
                  <a:pt x="220" y="140"/>
                </a:cubicBezTo>
                <a:cubicBezTo>
                  <a:pt x="220" y="164"/>
                  <a:pt x="220" y="164"/>
                  <a:pt x="220" y="164"/>
                </a:cubicBezTo>
                <a:cubicBezTo>
                  <a:pt x="196" y="164"/>
                  <a:pt x="196" y="164"/>
                  <a:pt x="196" y="164"/>
                </a:cubicBezTo>
                <a:cubicBezTo>
                  <a:pt x="196" y="172"/>
                  <a:pt x="196" y="172"/>
                  <a:pt x="196" y="172"/>
                </a:cubicBezTo>
                <a:cubicBezTo>
                  <a:pt x="220" y="172"/>
                  <a:pt x="220" y="172"/>
                  <a:pt x="220" y="172"/>
                </a:cubicBezTo>
                <a:cubicBezTo>
                  <a:pt x="220" y="196"/>
                  <a:pt x="220" y="196"/>
                  <a:pt x="220" y="196"/>
                </a:cubicBezTo>
                <a:cubicBezTo>
                  <a:pt x="196" y="196"/>
                  <a:pt x="196" y="196"/>
                  <a:pt x="196" y="196"/>
                </a:cubicBezTo>
                <a:cubicBezTo>
                  <a:pt x="196" y="204"/>
                  <a:pt x="196" y="204"/>
                  <a:pt x="196" y="204"/>
                </a:cubicBezTo>
                <a:cubicBezTo>
                  <a:pt x="220" y="204"/>
                  <a:pt x="220" y="204"/>
                  <a:pt x="220" y="204"/>
                </a:cubicBezTo>
                <a:cubicBezTo>
                  <a:pt x="220" y="228"/>
                  <a:pt x="220" y="228"/>
                  <a:pt x="220" y="228"/>
                </a:cubicBezTo>
                <a:cubicBezTo>
                  <a:pt x="196" y="228"/>
                  <a:pt x="196" y="228"/>
                  <a:pt x="196" y="228"/>
                </a:cubicBezTo>
                <a:cubicBezTo>
                  <a:pt x="196" y="236"/>
                  <a:pt x="196" y="236"/>
                  <a:pt x="196" y="236"/>
                </a:cubicBezTo>
                <a:cubicBezTo>
                  <a:pt x="220" y="236"/>
                  <a:pt x="220" y="236"/>
                  <a:pt x="220" y="236"/>
                </a:cubicBezTo>
                <a:cubicBezTo>
                  <a:pt x="220" y="256"/>
                  <a:pt x="220" y="256"/>
                  <a:pt x="220" y="256"/>
                </a:cubicBezTo>
                <a:cubicBezTo>
                  <a:pt x="228" y="256"/>
                  <a:pt x="228" y="256"/>
                  <a:pt x="228" y="256"/>
                </a:cubicBezTo>
                <a:cubicBezTo>
                  <a:pt x="228" y="24"/>
                  <a:pt x="228" y="24"/>
                  <a:pt x="228" y="24"/>
                </a:cubicBezTo>
                <a:cubicBezTo>
                  <a:pt x="242" y="29"/>
                  <a:pt x="248" y="35"/>
                  <a:pt x="248" y="40"/>
                </a:cubicBezTo>
                <a:cubicBezTo>
                  <a:pt x="248" y="256"/>
                  <a:pt x="248" y="256"/>
                  <a:pt x="248" y="256"/>
                </a:cubicBezTo>
                <a:cubicBezTo>
                  <a:pt x="256" y="256"/>
                  <a:pt x="256" y="256"/>
                  <a:pt x="256" y="256"/>
                </a:cubicBezTo>
                <a:cubicBezTo>
                  <a:pt x="256" y="40"/>
                  <a:pt x="256" y="40"/>
                  <a:pt x="256" y="40"/>
                </a:cubicBezTo>
                <a:cubicBezTo>
                  <a:pt x="256" y="30"/>
                  <a:pt x="246" y="22"/>
                  <a:pt x="228" y="15"/>
                </a:cubicBezTo>
                <a:close/>
                <a:moveTo>
                  <a:pt x="18" y="43"/>
                </a:moveTo>
                <a:cubicBezTo>
                  <a:pt x="6" y="49"/>
                  <a:pt x="0" y="56"/>
                  <a:pt x="0" y="64"/>
                </a:cubicBezTo>
                <a:cubicBezTo>
                  <a:pt x="0" y="256"/>
                  <a:pt x="0" y="256"/>
                  <a:pt x="0" y="256"/>
                </a:cubicBezTo>
                <a:cubicBezTo>
                  <a:pt x="8" y="256"/>
                  <a:pt x="8" y="256"/>
                  <a:pt x="8" y="256"/>
                </a:cubicBezTo>
                <a:cubicBezTo>
                  <a:pt x="8" y="64"/>
                  <a:pt x="8" y="64"/>
                  <a:pt x="8" y="64"/>
                </a:cubicBezTo>
                <a:cubicBezTo>
                  <a:pt x="8" y="60"/>
                  <a:pt x="13" y="55"/>
                  <a:pt x="22" y="51"/>
                </a:cubicBezTo>
                <a:cubicBezTo>
                  <a:pt x="25" y="49"/>
                  <a:pt x="25" y="49"/>
                  <a:pt x="25" y="49"/>
                </a:cubicBezTo>
                <a:cubicBezTo>
                  <a:pt x="22" y="42"/>
                  <a:pt x="22" y="42"/>
                  <a:pt x="22" y="42"/>
                </a:cubicBezTo>
                <a:lnTo>
                  <a:pt x="18" y="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9" name="Freeform 115">
            <a:extLst>
              <a:ext uri="{FF2B5EF4-FFF2-40B4-BE49-F238E27FC236}">
                <a16:creationId xmlns:a16="http://schemas.microsoft.com/office/drawing/2014/main" id="{0141A457-D75E-4405-B7C6-24E9488D3745}"/>
              </a:ext>
            </a:extLst>
          </p:cNvPr>
          <p:cNvSpPr>
            <a:spLocks noChangeAspect="1" noEditPoints="1"/>
          </p:cNvSpPr>
          <p:nvPr/>
        </p:nvSpPr>
        <p:spPr bwMode="auto">
          <a:xfrm>
            <a:off x="573088" y="4355982"/>
            <a:ext cx="400050" cy="400050"/>
          </a:xfrm>
          <a:custGeom>
            <a:avLst/>
            <a:gdLst>
              <a:gd name="T0" fmla="*/ 80 w 256"/>
              <a:gd name="T1" fmla="*/ 232 h 256"/>
              <a:gd name="T2" fmla="*/ 128 w 256"/>
              <a:gd name="T3" fmla="*/ 232 h 256"/>
              <a:gd name="T4" fmla="*/ 104 w 256"/>
              <a:gd name="T5" fmla="*/ 248 h 256"/>
              <a:gd name="T6" fmla="*/ 104 w 256"/>
              <a:gd name="T7" fmla="*/ 216 h 256"/>
              <a:gd name="T8" fmla="*/ 104 w 256"/>
              <a:gd name="T9" fmla="*/ 248 h 256"/>
              <a:gd name="T10" fmla="*/ 252 w 256"/>
              <a:gd name="T11" fmla="*/ 64 h 256"/>
              <a:gd name="T12" fmla="*/ 228 w 256"/>
              <a:gd name="T13" fmla="*/ 72 h 256"/>
              <a:gd name="T14" fmla="*/ 212 w 256"/>
              <a:gd name="T15" fmla="*/ 153 h 256"/>
              <a:gd name="T16" fmla="*/ 70 w 256"/>
              <a:gd name="T17" fmla="*/ 160 h 256"/>
              <a:gd name="T18" fmla="*/ 23 w 256"/>
              <a:gd name="T19" fmla="*/ 16 h 256"/>
              <a:gd name="T20" fmla="*/ 8 w 256"/>
              <a:gd name="T21" fmla="*/ 12 h 256"/>
              <a:gd name="T22" fmla="*/ 8 w 256"/>
              <a:gd name="T23" fmla="*/ 28 h 256"/>
              <a:gd name="T24" fmla="*/ 23 w 256"/>
              <a:gd name="T25" fmla="*/ 24 h 256"/>
              <a:gd name="T26" fmla="*/ 65 w 256"/>
              <a:gd name="T27" fmla="*/ 176 h 256"/>
              <a:gd name="T28" fmla="*/ 204 w 256"/>
              <a:gd name="T29" fmla="*/ 192 h 256"/>
              <a:gd name="T30" fmla="*/ 204 w 256"/>
              <a:gd name="T31" fmla="*/ 184 h 256"/>
              <a:gd name="T32" fmla="*/ 73 w 256"/>
              <a:gd name="T33" fmla="*/ 175 h 256"/>
              <a:gd name="T34" fmla="*/ 201 w 256"/>
              <a:gd name="T35" fmla="*/ 168 h 256"/>
              <a:gd name="T36" fmla="*/ 256 w 256"/>
              <a:gd name="T37" fmla="*/ 70 h 256"/>
              <a:gd name="T38" fmla="*/ 176 w 256"/>
              <a:gd name="T39" fmla="*/ 208 h 256"/>
              <a:gd name="T40" fmla="*/ 176 w 256"/>
              <a:gd name="T41" fmla="*/ 256 h 256"/>
              <a:gd name="T42" fmla="*/ 176 w 256"/>
              <a:gd name="T43" fmla="*/ 208 h 256"/>
              <a:gd name="T44" fmla="*/ 160 w 256"/>
              <a:gd name="T45" fmla="*/ 232 h 256"/>
              <a:gd name="T46" fmla="*/ 192 w 256"/>
              <a:gd name="T47" fmla="*/ 232 h 256"/>
              <a:gd name="T48" fmla="*/ 141 w 256"/>
              <a:gd name="T49" fmla="*/ 58 h 256"/>
              <a:gd name="T50" fmla="*/ 144 w 256"/>
              <a:gd name="T51" fmla="*/ 100 h 256"/>
              <a:gd name="T52" fmla="*/ 147 w 256"/>
              <a:gd name="T53" fmla="*/ 58 h 256"/>
              <a:gd name="T54" fmla="*/ 144 w 256"/>
              <a:gd name="T55" fmla="*/ 92 h 256"/>
              <a:gd name="T56" fmla="*/ 144 w 256"/>
              <a:gd name="T57" fmla="*/ 67 h 256"/>
              <a:gd name="T58" fmla="*/ 144 w 256"/>
              <a:gd name="T59" fmla="*/ 92 h 256"/>
              <a:gd name="T60" fmla="*/ 80 w 256"/>
              <a:gd name="T61" fmla="*/ 116 h 256"/>
              <a:gd name="T62" fmla="*/ 88 w 256"/>
              <a:gd name="T63" fmla="*/ 120 h 256"/>
              <a:gd name="T64" fmla="*/ 96 w 256"/>
              <a:gd name="T65" fmla="*/ 144 h 256"/>
              <a:gd name="T66" fmla="*/ 192 w 256"/>
              <a:gd name="T67" fmla="*/ 120 h 256"/>
              <a:gd name="T68" fmla="*/ 200 w 256"/>
              <a:gd name="T69" fmla="*/ 144 h 256"/>
              <a:gd name="T70" fmla="*/ 204 w 256"/>
              <a:gd name="T71" fmla="*/ 120 h 256"/>
              <a:gd name="T72" fmla="*/ 204 w 256"/>
              <a:gd name="T73" fmla="*/ 112 h 256"/>
              <a:gd name="T74" fmla="*/ 200 w 256"/>
              <a:gd name="T75" fmla="*/ 44 h 256"/>
              <a:gd name="T76" fmla="*/ 208 w 256"/>
              <a:gd name="T77" fmla="*/ 40 h 256"/>
              <a:gd name="T78" fmla="*/ 200 w 256"/>
              <a:gd name="T79" fmla="*/ 36 h 256"/>
              <a:gd name="T80" fmla="*/ 204 w 256"/>
              <a:gd name="T81" fmla="*/ 8 h 256"/>
              <a:gd name="T82" fmla="*/ 204 w 256"/>
              <a:gd name="T83" fmla="*/ 0 h 256"/>
              <a:gd name="T84" fmla="*/ 80 w 256"/>
              <a:gd name="T85" fmla="*/ 4 h 256"/>
              <a:gd name="T86" fmla="*/ 88 w 256"/>
              <a:gd name="T87" fmla="*/ 8 h 256"/>
              <a:gd name="T88" fmla="*/ 84 w 256"/>
              <a:gd name="T89" fmla="*/ 36 h 256"/>
              <a:gd name="T90" fmla="*/ 84 w 256"/>
              <a:gd name="T91" fmla="*/ 44 h 256"/>
              <a:gd name="T92" fmla="*/ 88 w 256"/>
              <a:gd name="T93" fmla="*/ 112 h 256"/>
              <a:gd name="T94" fmla="*/ 96 w 256"/>
              <a:gd name="T95" fmla="*/ 8 h 256"/>
              <a:gd name="T96" fmla="*/ 192 w 256"/>
              <a:gd name="T97" fmla="*/ 36 h 256"/>
              <a:gd name="T98" fmla="*/ 96 w 256"/>
              <a:gd name="T99" fmla="*/ 8 h 256"/>
              <a:gd name="T100" fmla="*/ 192 w 256"/>
              <a:gd name="T101" fmla="*/ 44 h 256"/>
              <a:gd name="T102" fmla="*/ 96 w 256"/>
              <a:gd name="T103" fmla="*/ 11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6">
                <a:moveTo>
                  <a:pt x="104" y="208"/>
                </a:moveTo>
                <a:cubicBezTo>
                  <a:pt x="91" y="208"/>
                  <a:pt x="80" y="219"/>
                  <a:pt x="80" y="232"/>
                </a:cubicBezTo>
                <a:cubicBezTo>
                  <a:pt x="80" y="245"/>
                  <a:pt x="91" y="256"/>
                  <a:pt x="104" y="256"/>
                </a:cubicBezTo>
                <a:cubicBezTo>
                  <a:pt x="117" y="256"/>
                  <a:pt x="128" y="245"/>
                  <a:pt x="128" y="232"/>
                </a:cubicBezTo>
                <a:cubicBezTo>
                  <a:pt x="128" y="219"/>
                  <a:pt x="117" y="208"/>
                  <a:pt x="104" y="208"/>
                </a:cubicBezTo>
                <a:close/>
                <a:moveTo>
                  <a:pt x="104" y="248"/>
                </a:moveTo>
                <a:cubicBezTo>
                  <a:pt x="95" y="248"/>
                  <a:pt x="88" y="241"/>
                  <a:pt x="88" y="232"/>
                </a:cubicBezTo>
                <a:cubicBezTo>
                  <a:pt x="88" y="223"/>
                  <a:pt x="95" y="216"/>
                  <a:pt x="104" y="216"/>
                </a:cubicBezTo>
                <a:cubicBezTo>
                  <a:pt x="113" y="216"/>
                  <a:pt x="120" y="223"/>
                  <a:pt x="120" y="232"/>
                </a:cubicBezTo>
                <a:cubicBezTo>
                  <a:pt x="120" y="241"/>
                  <a:pt x="113" y="248"/>
                  <a:pt x="104" y="248"/>
                </a:cubicBezTo>
                <a:close/>
                <a:moveTo>
                  <a:pt x="255" y="66"/>
                </a:moveTo>
                <a:cubicBezTo>
                  <a:pt x="255" y="65"/>
                  <a:pt x="253" y="64"/>
                  <a:pt x="252" y="64"/>
                </a:cubicBezTo>
                <a:cubicBezTo>
                  <a:pt x="228" y="64"/>
                  <a:pt x="228" y="64"/>
                  <a:pt x="228" y="64"/>
                </a:cubicBezTo>
                <a:cubicBezTo>
                  <a:pt x="228" y="72"/>
                  <a:pt x="228" y="72"/>
                  <a:pt x="228" y="72"/>
                </a:cubicBezTo>
                <a:cubicBezTo>
                  <a:pt x="246" y="72"/>
                  <a:pt x="246" y="72"/>
                  <a:pt x="246" y="72"/>
                </a:cubicBezTo>
                <a:cubicBezTo>
                  <a:pt x="212" y="153"/>
                  <a:pt x="212" y="153"/>
                  <a:pt x="212" y="153"/>
                </a:cubicBezTo>
                <a:cubicBezTo>
                  <a:pt x="211" y="157"/>
                  <a:pt x="206" y="160"/>
                  <a:pt x="201" y="160"/>
                </a:cubicBezTo>
                <a:cubicBezTo>
                  <a:pt x="70" y="160"/>
                  <a:pt x="70" y="160"/>
                  <a:pt x="70" y="160"/>
                </a:cubicBezTo>
                <a:cubicBezTo>
                  <a:pt x="43" y="32"/>
                  <a:pt x="43" y="32"/>
                  <a:pt x="43" y="32"/>
                </a:cubicBezTo>
                <a:cubicBezTo>
                  <a:pt x="41" y="23"/>
                  <a:pt x="32" y="16"/>
                  <a:pt x="23" y="16"/>
                </a:cubicBezTo>
                <a:cubicBezTo>
                  <a:pt x="15" y="16"/>
                  <a:pt x="15" y="16"/>
                  <a:pt x="15" y="16"/>
                </a:cubicBezTo>
                <a:cubicBezTo>
                  <a:pt x="13" y="14"/>
                  <a:pt x="11" y="12"/>
                  <a:pt x="8" y="12"/>
                </a:cubicBezTo>
                <a:cubicBezTo>
                  <a:pt x="4" y="12"/>
                  <a:pt x="0" y="16"/>
                  <a:pt x="0" y="20"/>
                </a:cubicBezTo>
                <a:cubicBezTo>
                  <a:pt x="0" y="24"/>
                  <a:pt x="4" y="28"/>
                  <a:pt x="8" y="28"/>
                </a:cubicBezTo>
                <a:cubicBezTo>
                  <a:pt x="11" y="28"/>
                  <a:pt x="13" y="26"/>
                  <a:pt x="15" y="24"/>
                </a:cubicBezTo>
                <a:cubicBezTo>
                  <a:pt x="23" y="24"/>
                  <a:pt x="23" y="24"/>
                  <a:pt x="23" y="24"/>
                </a:cubicBezTo>
                <a:cubicBezTo>
                  <a:pt x="29" y="24"/>
                  <a:pt x="34" y="28"/>
                  <a:pt x="35" y="33"/>
                </a:cubicBezTo>
                <a:cubicBezTo>
                  <a:pt x="65" y="176"/>
                  <a:pt x="65" y="176"/>
                  <a:pt x="65" y="176"/>
                </a:cubicBezTo>
                <a:cubicBezTo>
                  <a:pt x="67" y="185"/>
                  <a:pt x="76" y="192"/>
                  <a:pt x="85" y="192"/>
                </a:cubicBezTo>
                <a:cubicBezTo>
                  <a:pt x="204" y="192"/>
                  <a:pt x="204" y="192"/>
                  <a:pt x="204" y="192"/>
                </a:cubicBezTo>
                <a:cubicBezTo>
                  <a:pt x="206" y="192"/>
                  <a:pt x="208" y="190"/>
                  <a:pt x="208" y="188"/>
                </a:cubicBezTo>
                <a:cubicBezTo>
                  <a:pt x="208" y="186"/>
                  <a:pt x="206" y="184"/>
                  <a:pt x="204" y="184"/>
                </a:cubicBezTo>
                <a:cubicBezTo>
                  <a:pt x="85" y="184"/>
                  <a:pt x="85" y="184"/>
                  <a:pt x="85" y="184"/>
                </a:cubicBezTo>
                <a:cubicBezTo>
                  <a:pt x="79" y="184"/>
                  <a:pt x="74" y="180"/>
                  <a:pt x="73" y="175"/>
                </a:cubicBezTo>
                <a:cubicBezTo>
                  <a:pt x="72" y="168"/>
                  <a:pt x="72" y="168"/>
                  <a:pt x="72" y="168"/>
                </a:cubicBezTo>
                <a:cubicBezTo>
                  <a:pt x="201" y="168"/>
                  <a:pt x="201" y="168"/>
                  <a:pt x="201" y="168"/>
                </a:cubicBezTo>
                <a:cubicBezTo>
                  <a:pt x="209" y="168"/>
                  <a:pt x="217" y="163"/>
                  <a:pt x="220" y="156"/>
                </a:cubicBezTo>
                <a:cubicBezTo>
                  <a:pt x="256" y="70"/>
                  <a:pt x="256" y="70"/>
                  <a:pt x="256" y="70"/>
                </a:cubicBezTo>
                <a:cubicBezTo>
                  <a:pt x="256" y="68"/>
                  <a:pt x="256" y="67"/>
                  <a:pt x="255" y="66"/>
                </a:cubicBezTo>
                <a:close/>
                <a:moveTo>
                  <a:pt x="176" y="208"/>
                </a:moveTo>
                <a:cubicBezTo>
                  <a:pt x="163" y="208"/>
                  <a:pt x="152" y="219"/>
                  <a:pt x="152" y="232"/>
                </a:cubicBezTo>
                <a:cubicBezTo>
                  <a:pt x="152" y="245"/>
                  <a:pt x="163" y="256"/>
                  <a:pt x="176" y="256"/>
                </a:cubicBezTo>
                <a:cubicBezTo>
                  <a:pt x="189" y="256"/>
                  <a:pt x="200" y="245"/>
                  <a:pt x="200" y="232"/>
                </a:cubicBezTo>
                <a:cubicBezTo>
                  <a:pt x="200" y="219"/>
                  <a:pt x="189" y="208"/>
                  <a:pt x="176" y="208"/>
                </a:cubicBezTo>
                <a:close/>
                <a:moveTo>
                  <a:pt x="176" y="248"/>
                </a:moveTo>
                <a:cubicBezTo>
                  <a:pt x="167" y="248"/>
                  <a:pt x="160" y="241"/>
                  <a:pt x="160" y="232"/>
                </a:cubicBezTo>
                <a:cubicBezTo>
                  <a:pt x="160" y="223"/>
                  <a:pt x="167" y="216"/>
                  <a:pt x="176" y="216"/>
                </a:cubicBezTo>
                <a:cubicBezTo>
                  <a:pt x="185" y="216"/>
                  <a:pt x="192" y="223"/>
                  <a:pt x="192" y="232"/>
                </a:cubicBezTo>
                <a:cubicBezTo>
                  <a:pt x="192" y="241"/>
                  <a:pt x="185" y="248"/>
                  <a:pt x="176" y="248"/>
                </a:cubicBezTo>
                <a:close/>
                <a:moveTo>
                  <a:pt x="141" y="58"/>
                </a:moveTo>
                <a:cubicBezTo>
                  <a:pt x="139" y="61"/>
                  <a:pt x="128" y="77"/>
                  <a:pt x="128" y="84"/>
                </a:cubicBezTo>
                <a:cubicBezTo>
                  <a:pt x="128" y="93"/>
                  <a:pt x="135" y="100"/>
                  <a:pt x="144" y="100"/>
                </a:cubicBezTo>
                <a:cubicBezTo>
                  <a:pt x="153" y="100"/>
                  <a:pt x="160" y="93"/>
                  <a:pt x="160" y="84"/>
                </a:cubicBezTo>
                <a:cubicBezTo>
                  <a:pt x="160" y="77"/>
                  <a:pt x="149" y="61"/>
                  <a:pt x="147" y="58"/>
                </a:cubicBezTo>
                <a:cubicBezTo>
                  <a:pt x="146" y="56"/>
                  <a:pt x="142" y="56"/>
                  <a:pt x="141" y="58"/>
                </a:cubicBezTo>
                <a:close/>
                <a:moveTo>
                  <a:pt x="144" y="92"/>
                </a:moveTo>
                <a:cubicBezTo>
                  <a:pt x="140" y="92"/>
                  <a:pt x="136" y="88"/>
                  <a:pt x="136" y="84"/>
                </a:cubicBezTo>
                <a:cubicBezTo>
                  <a:pt x="136" y="81"/>
                  <a:pt x="140" y="74"/>
                  <a:pt x="144" y="67"/>
                </a:cubicBezTo>
                <a:cubicBezTo>
                  <a:pt x="148" y="74"/>
                  <a:pt x="152" y="81"/>
                  <a:pt x="152" y="84"/>
                </a:cubicBezTo>
                <a:cubicBezTo>
                  <a:pt x="152" y="88"/>
                  <a:pt x="148" y="92"/>
                  <a:pt x="144" y="92"/>
                </a:cubicBezTo>
                <a:close/>
                <a:moveTo>
                  <a:pt x="84" y="112"/>
                </a:moveTo>
                <a:cubicBezTo>
                  <a:pt x="82" y="112"/>
                  <a:pt x="80" y="114"/>
                  <a:pt x="80" y="116"/>
                </a:cubicBezTo>
                <a:cubicBezTo>
                  <a:pt x="80" y="118"/>
                  <a:pt x="82" y="120"/>
                  <a:pt x="84" y="120"/>
                </a:cubicBezTo>
                <a:cubicBezTo>
                  <a:pt x="88" y="120"/>
                  <a:pt x="88" y="120"/>
                  <a:pt x="88" y="120"/>
                </a:cubicBezTo>
                <a:cubicBezTo>
                  <a:pt x="88" y="144"/>
                  <a:pt x="88" y="144"/>
                  <a:pt x="88" y="144"/>
                </a:cubicBezTo>
                <a:cubicBezTo>
                  <a:pt x="96" y="144"/>
                  <a:pt x="96" y="144"/>
                  <a:pt x="96" y="144"/>
                </a:cubicBezTo>
                <a:cubicBezTo>
                  <a:pt x="96" y="120"/>
                  <a:pt x="96" y="120"/>
                  <a:pt x="96" y="120"/>
                </a:cubicBezTo>
                <a:cubicBezTo>
                  <a:pt x="192" y="120"/>
                  <a:pt x="192" y="120"/>
                  <a:pt x="192" y="120"/>
                </a:cubicBezTo>
                <a:cubicBezTo>
                  <a:pt x="192" y="144"/>
                  <a:pt x="192" y="144"/>
                  <a:pt x="192" y="144"/>
                </a:cubicBezTo>
                <a:cubicBezTo>
                  <a:pt x="200" y="144"/>
                  <a:pt x="200" y="144"/>
                  <a:pt x="200" y="144"/>
                </a:cubicBezTo>
                <a:cubicBezTo>
                  <a:pt x="200" y="120"/>
                  <a:pt x="200" y="120"/>
                  <a:pt x="200" y="120"/>
                </a:cubicBezTo>
                <a:cubicBezTo>
                  <a:pt x="204" y="120"/>
                  <a:pt x="204" y="120"/>
                  <a:pt x="204" y="120"/>
                </a:cubicBezTo>
                <a:cubicBezTo>
                  <a:pt x="206" y="120"/>
                  <a:pt x="208" y="118"/>
                  <a:pt x="208" y="116"/>
                </a:cubicBezTo>
                <a:cubicBezTo>
                  <a:pt x="208" y="114"/>
                  <a:pt x="206" y="112"/>
                  <a:pt x="204" y="112"/>
                </a:cubicBezTo>
                <a:cubicBezTo>
                  <a:pt x="200" y="112"/>
                  <a:pt x="200" y="112"/>
                  <a:pt x="200" y="112"/>
                </a:cubicBezTo>
                <a:cubicBezTo>
                  <a:pt x="200" y="44"/>
                  <a:pt x="200" y="44"/>
                  <a:pt x="200" y="44"/>
                </a:cubicBezTo>
                <a:cubicBezTo>
                  <a:pt x="204" y="44"/>
                  <a:pt x="204" y="44"/>
                  <a:pt x="204" y="44"/>
                </a:cubicBezTo>
                <a:cubicBezTo>
                  <a:pt x="206" y="44"/>
                  <a:pt x="208" y="42"/>
                  <a:pt x="208" y="40"/>
                </a:cubicBezTo>
                <a:cubicBezTo>
                  <a:pt x="208" y="38"/>
                  <a:pt x="206" y="36"/>
                  <a:pt x="204" y="36"/>
                </a:cubicBezTo>
                <a:cubicBezTo>
                  <a:pt x="200" y="36"/>
                  <a:pt x="200" y="36"/>
                  <a:pt x="200" y="36"/>
                </a:cubicBezTo>
                <a:cubicBezTo>
                  <a:pt x="200" y="8"/>
                  <a:pt x="200" y="8"/>
                  <a:pt x="200" y="8"/>
                </a:cubicBezTo>
                <a:cubicBezTo>
                  <a:pt x="204" y="8"/>
                  <a:pt x="204" y="8"/>
                  <a:pt x="204" y="8"/>
                </a:cubicBezTo>
                <a:cubicBezTo>
                  <a:pt x="206" y="8"/>
                  <a:pt x="208" y="6"/>
                  <a:pt x="208" y="4"/>
                </a:cubicBezTo>
                <a:cubicBezTo>
                  <a:pt x="208" y="2"/>
                  <a:pt x="206" y="0"/>
                  <a:pt x="204" y="0"/>
                </a:cubicBezTo>
                <a:cubicBezTo>
                  <a:pt x="84" y="0"/>
                  <a:pt x="84" y="0"/>
                  <a:pt x="84" y="0"/>
                </a:cubicBezTo>
                <a:cubicBezTo>
                  <a:pt x="82" y="0"/>
                  <a:pt x="80" y="2"/>
                  <a:pt x="80" y="4"/>
                </a:cubicBezTo>
                <a:cubicBezTo>
                  <a:pt x="80" y="6"/>
                  <a:pt x="82" y="8"/>
                  <a:pt x="84" y="8"/>
                </a:cubicBezTo>
                <a:cubicBezTo>
                  <a:pt x="88" y="8"/>
                  <a:pt x="88" y="8"/>
                  <a:pt x="88" y="8"/>
                </a:cubicBezTo>
                <a:cubicBezTo>
                  <a:pt x="88" y="36"/>
                  <a:pt x="88" y="36"/>
                  <a:pt x="88" y="36"/>
                </a:cubicBezTo>
                <a:cubicBezTo>
                  <a:pt x="84" y="36"/>
                  <a:pt x="84" y="36"/>
                  <a:pt x="84" y="36"/>
                </a:cubicBezTo>
                <a:cubicBezTo>
                  <a:pt x="82" y="36"/>
                  <a:pt x="80" y="38"/>
                  <a:pt x="80" y="40"/>
                </a:cubicBezTo>
                <a:cubicBezTo>
                  <a:pt x="80" y="42"/>
                  <a:pt x="82" y="44"/>
                  <a:pt x="84" y="44"/>
                </a:cubicBezTo>
                <a:cubicBezTo>
                  <a:pt x="88" y="44"/>
                  <a:pt x="88" y="44"/>
                  <a:pt x="88" y="44"/>
                </a:cubicBezTo>
                <a:cubicBezTo>
                  <a:pt x="88" y="112"/>
                  <a:pt x="88" y="112"/>
                  <a:pt x="88" y="112"/>
                </a:cubicBezTo>
                <a:lnTo>
                  <a:pt x="84" y="112"/>
                </a:lnTo>
                <a:close/>
                <a:moveTo>
                  <a:pt x="96" y="8"/>
                </a:moveTo>
                <a:cubicBezTo>
                  <a:pt x="192" y="8"/>
                  <a:pt x="192" y="8"/>
                  <a:pt x="192" y="8"/>
                </a:cubicBezTo>
                <a:cubicBezTo>
                  <a:pt x="192" y="36"/>
                  <a:pt x="192" y="36"/>
                  <a:pt x="192" y="36"/>
                </a:cubicBezTo>
                <a:cubicBezTo>
                  <a:pt x="96" y="36"/>
                  <a:pt x="96" y="36"/>
                  <a:pt x="96" y="36"/>
                </a:cubicBezTo>
                <a:lnTo>
                  <a:pt x="96" y="8"/>
                </a:lnTo>
                <a:close/>
                <a:moveTo>
                  <a:pt x="96" y="44"/>
                </a:moveTo>
                <a:cubicBezTo>
                  <a:pt x="192" y="44"/>
                  <a:pt x="192" y="44"/>
                  <a:pt x="192" y="44"/>
                </a:cubicBezTo>
                <a:cubicBezTo>
                  <a:pt x="192" y="112"/>
                  <a:pt x="192" y="112"/>
                  <a:pt x="192" y="112"/>
                </a:cubicBezTo>
                <a:cubicBezTo>
                  <a:pt x="96" y="112"/>
                  <a:pt x="96" y="112"/>
                  <a:pt x="96" y="112"/>
                </a:cubicBezTo>
                <a:lnTo>
                  <a:pt x="96" y="4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3" name="Freeform 119">
            <a:extLst>
              <a:ext uri="{FF2B5EF4-FFF2-40B4-BE49-F238E27FC236}">
                <a16:creationId xmlns:a16="http://schemas.microsoft.com/office/drawing/2014/main" id="{42A6A27E-25E1-443D-9646-ACC06D642E3D}"/>
              </a:ext>
            </a:extLst>
          </p:cNvPr>
          <p:cNvSpPr>
            <a:spLocks noChangeAspect="1" noEditPoints="1"/>
          </p:cNvSpPr>
          <p:nvPr/>
        </p:nvSpPr>
        <p:spPr bwMode="auto">
          <a:xfrm>
            <a:off x="1557403" y="4355982"/>
            <a:ext cx="366712" cy="400050"/>
          </a:xfrm>
          <a:custGeom>
            <a:avLst/>
            <a:gdLst>
              <a:gd name="T0" fmla="*/ 4 w 236"/>
              <a:gd name="T1" fmla="*/ 232 h 256"/>
              <a:gd name="T2" fmla="*/ 0 w 236"/>
              <a:gd name="T3" fmla="*/ 256 h 256"/>
              <a:gd name="T4" fmla="*/ 8 w 236"/>
              <a:gd name="T5" fmla="*/ 240 h 256"/>
              <a:gd name="T6" fmla="*/ 184 w 236"/>
              <a:gd name="T7" fmla="*/ 256 h 256"/>
              <a:gd name="T8" fmla="*/ 192 w 236"/>
              <a:gd name="T9" fmla="*/ 236 h 256"/>
              <a:gd name="T10" fmla="*/ 230 w 236"/>
              <a:gd name="T11" fmla="*/ 70 h 256"/>
              <a:gd name="T12" fmla="*/ 176 w 236"/>
              <a:gd name="T13" fmla="*/ 26 h 256"/>
              <a:gd name="T14" fmla="*/ 160 w 236"/>
              <a:gd name="T15" fmla="*/ 0 h 256"/>
              <a:gd name="T16" fmla="*/ 16 w 236"/>
              <a:gd name="T17" fmla="*/ 16 h 256"/>
              <a:gd name="T18" fmla="*/ 24 w 236"/>
              <a:gd name="T19" fmla="*/ 224 h 256"/>
              <a:gd name="T20" fmla="*/ 32 w 236"/>
              <a:gd name="T21" fmla="*/ 8 h 256"/>
              <a:gd name="T22" fmla="*/ 168 w 236"/>
              <a:gd name="T23" fmla="*/ 16 h 256"/>
              <a:gd name="T24" fmla="*/ 176 w 236"/>
              <a:gd name="T25" fmla="*/ 224 h 256"/>
              <a:gd name="T26" fmla="*/ 186 w 236"/>
              <a:gd name="T27" fmla="*/ 140 h 256"/>
              <a:gd name="T28" fmla="*/ 196 w 236"/>
              <a:gd name="T29" fmla="*/ 206 h 256"/>
              <a:gd name="T30" fmla="*/ 232 w 236"/>
              <a:gd name="T31" fmla="*/ 206 h 256"/>
              <a:gd name="T32" fmla="*/ 236 w 236"/>
              <a:gd name="T33" fmla="*/ 136 h 256"/>
              <a:gd name="T34" fmla="*/ 230 w 236"/>
              <a:gd name="T35" fmla="*/ 70 h 256"/>
              <a:gd name="T36" fmla="*/ 214 w 236"/>
              <a:gd name="T37" fmla="*/ 216 h 256"/>
              <a:gd name="T38" fmla="*/ 204 w 236"/>
              <a:gd name="T39" fmla="*/ 150 h 256"/>
              <a:gd name="T40" fmla="*/ 176 w 236"/>
              <a:gd name="T41" fmla="*/ 132 h 256"/>
              <a:gd name="T42" fmla="*/ 188 w 236"/>
              <a:gd name="T43" fmla="*/ 74 h 256"/>
              <a:gd name="T44" fmla="*/ 200 w 236"/>
              <a:gd name="T45" fmla="*/ 120 h 256"/>
              <a:gd name="T46" fmla="*/ 200 w 236"/>
              <a:gd name="T47" fmla="*/ 112 h 256"/>
              <a:gd name="T48" fmla="*/ 196 w 236"/>
              <a:gd name="T49" fmla="*/ 96 h 256"/>
              <a:gd name="T50" fmla="*/ 215 w 236"/>
              <a:gd name="T51" fmla="*/ 131 h 256"/>
              <a:gd name="T52" fmla="*/ 224 w 236"/>
              <a:gd name="T53" fmla="*/ 206 h 256"/>
              <a:gd name="T54" fmla="*/ 226 w 236"/>
              <a:gd name="T55" fmla="*/ 132 h 256"/>
              <a:gd name="T56" fmla="*/ 212 w 236"/>
              <a:gd name="T57" fmla="*/ 91 h 256"/>
              <a:gd name="T58" fmla="*/ 196 w 236"/>
              <a:gd name="T59" fmla="*/ 88 h 256"/>
              <a:gd name="T60" fmla="*/ 195 w 236"/>
              <a:gd name="T61" fmla="*/ 69 h 256"/>
              <a:gd name="T62" fmla="*/ 176 w 236"/>
              <a:gd name="T63" fmla="*/ 37 h 256"/>
              <a:gd name="T64" fmla="*/ 210 w 236"/>
              <a:gd name="T65" fmla="*/ 67 h 256"/>
              <a:gd name="T66" fmla="*/ 228 w 236"/>
              <a:gd name="T67" fmla="*/ 81 h 256"/>
              <a:gd name="T68" fmla="*/ 68 w 236"/>
              <a:gd name="T69" fmla="*/ 64 h 256"/>
              <a:gd name="T70" fmla="*/ 76 w 236"/>
              <a:gd name="T71" fmla="*/ 48 h 256"/>
              <a:gd name="T72" fmla="*/ 68 w 236"/>
              <a:gd name="T73" fmla="*/ 64 h 256"/>
              <a:gd name="T74" fmla="*/ 124 w 236"/>
              <a:gd name="T75" fmla="*/ 64 h 256"/>
              <a:gd name="T76" fmla="*/ 116 w 236"/>
              <a:gd name="T77" fmla="*/ 48 h 256"/>
              <a:gd name="T78" fmla="*/ 144 w 236"/>
              <a:gd name="T79" fmla="*/ 84 h 256"/>
              <a:gd name="T80" fmla="*/ 148 w 236"/>
              <a:gd name="T81" fmla="*/ 32 h 256"/>
              <a:gd name="T82" fmla="*/ 48 w 236"/>
              <a:gd name="T83" fmla="*/ 28 h 256"/>
              <a:gd name="T84" fmla="*/ 44 w 236"/>
              <a:gd name="T85" fmla="*/ 80 h 256"/>
              <a:gd name="T86" fmla="*/ 144 w 236"/>
              <a:gd name="T87" fmla="*/ 84 h 256"/>
              <a:gd name="T88" fmla="*/ 140 w 236"/>
              <a:gd name="T89" fmla="*/ 36 h 256"/>
              <a:gd name="T90" fmla="*/ 52 w 236"/>
              <a:gd name="T91" fmla="*/ 76 h 256"/>
              <a:gd name="T92" fmla="*/ 92 w 236"/>
              <a:gd name="T93" fmla="*/ 64 h 256"/>
              <a:gd name="T94" fmla="*/ 100 w 236"/>
              <a:gd name="T95" fmla="*/ 48 h 256"/>
              <a:gd name="T96" fmla="*/ 92 w 236"/>
              <a:gd name="T97" fmla="*/ 6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6" h="256">
                <a:moveTo>
                  <a:pt x="188" y="232"/>
                </a:moveTo>
                <a:cubicBezTo>
                  <a:pt x="4" y="232"/>
                  <a:pt x="4" y="232"/>
                  <a:pt x="4" y="232"/>
                </a:cubicBezTo>
                <a:cubicBezTo>
                  <a:pt x="2" y="232"/>
                  <a:pt x="0" y="234"/>
                  <a:pt x="0" y="236"/>
                </a:cubicBezTo>
                <a:cubicBezTo>
                  <a:pt x="0" y="256"/>
                  <a:pt x="0" y="256"/>
                  <a:pt x="0" y="256"/>
                </a:cubicBezTo>
                <a:cubicBezTo>
                  <a:pt x="8" y="256"/>
                  <a:pt x="8" y="256"/>
                  <a:pt x="8" y="256"/>
                </a:cubicBezTo>
                <a:cubicBezTo>
                  <a:pt x="8" y="240"/>
                  <a:pt x="8" y="240"/>
                  <a:pt x="8" y="240"/>
                </a:cubicBezTo>
                <a:cubicBezTo>
                  <a:pt x="184" y="240"/>
                  <a:pt x="184" y="240"/>
                  <a:pt x="184" y="240"/>
                </a:cubicBezTo>
                <a:cubicBezTo>
                  <a:pt x="184" y="256"/>
                  <a:pt x="184" y="256"/>
                  <a:pt x="184" y="256"/>
                </a:cubicBezTo>
                <a:cubicBezTo>
                  <a:pt x="192" y="256"/>
                  <a:pt x="192" y="256"/>
                  <a:pt x="192" y="256"/>
                </a:cubicBezTo>
                <a:cubicBezTo>
                  <a:pt x="192" y="236"/>
                  <a:pt x="192" y="236"/>
                  <a:pt x="192" y="236"/>
                </a:cubicBezTo>
                <a:cubicBezTo>
                  <a:pt x="192" y="234"/>
                  <a:pt x="190" y="232"/>
                  <a:pt x="188" y="232"/>
                </a:cubicBezTo>
                <a:close/>
                <a:moveTo>
                  <a:pt x="230" y="70"/>
                </a:moveTo>
                <a:cubicBezTo>
                  <a:pt x="214" y="61"/>
                  <a:pt x="214" y="61"/>
                  <a:pt x="214" y="61"/>
                </a:cubicBezTo>
                <a:cubicBezTo>
                  <a:pt x="176" y="26"/>
                  <a:pt x="176" y="26"/>
                  <a:pt x="176" y="26"/>
                </a:cubicBezTo>
                <a:cubicBezTo>
                  <a:pt x="176" y="16"/>
                  <a:pt x="176" y="16"/>
                  <a:pt x="176" y="16"/>
                </a:cubicBezTo>
                <a:cubicBezTo>
                  <a:pt x="176" y="7"/>
                  <a:pt x="169" y="0"/>
                  <a:pt x="160" y="0"/>
                </a:cubicBezTo>
                <a:cubicBezTo>
                  <a:pt x="32" y="0"/>
                  <a:pt x="32" y="0"/>
                  <a:pt x="32" y="0"/>
                </a:cubicBezTo>
                <a:cubicBezTo>
                  <a:pt x="23" y="0"/>
                  <a:pt x="16" y="7"/>
                  <a:pt x="16" y="16"/>
                </a:cubicBezTo>
                <a:cubicBezTo>
                  <a:pt x="16" y="224"/>
                  <a:pt x="16" y="224"/>
                  <a:pt x="16" y="224"/>
                </a:cubicBezTo>
                <a:cubicBezTo>
                  <a:pt x="24" y="224"/>
                  <a:pt x="24" y="224"/>
                  <a:pt x="24" y="224"/>
                </a:cubicBezTo>
                <a:cubicBezTo>
                  <a:pt x="24" y="16"/>
                  <a:pt x="24" y="16"/>
                  <a:pt x="24" y="16"/>
                </a:cubicBezTo>
                <a:cubicBezTo>
                  <a:pt x="24" y="12"/>
                  <a:pt x="28" y="8"/>
                  <a:pt x="32" y="8"/>
                </a:cubicBezTo>
                <a:cubicBezTo>
                  <a:pt x="160" y="8"/>
                  <a:pt x="160" y="8"/>
                  <a:pt x="160" y="8"/>
                </a:cubicBezTo>
                <a:cubicBezTo>
                  <a:pt x="164" y="8"/>
                  <a:pt x="168" y="12"/>
                  <a:pt x="168" y="16"/>
                </a:cubicBezTo>
                <a:cubicBezTo>
                  <a:pt x="168" y="224"/>
                  <a:pt x="168" y="224"/>
                  <a:pt x="168" y="224"/>
                </a:cubicBezTo>
                <a:cubicBezTo>
                  <a:pt x="176" y="224"/>
                  <a:pt x="176" y="224"/>
                  <a:pt x="176" y="224"/>
                </a:cubicBezTo>
                <a:cubicBezTo>
                  <a:pt x="176" y="140"/>
                  <a:pt x="176" y="140"/>
                  <a:pt x="176" y="140"/>
                </a:cubicBezTo>
                <a:cubicBezTo>
                  <a:pt x="186" y="140"/>
                  <a:pt x="186" y="140"/>
                  <a:pt x="186" y="140"/>
                </a:cubicBezTo>
                <a:cubicBezTo>
                  <a:pt x="192" y="140"/>
                  <a:pt x="196" y="144"/>
                  <a:pt x="196" y="150"/>
                </a:cubicBezTo>
                <a:cubicBezTo>
                  <a:pt x="196" y="206"/>
                  <a:pt x="196" y="206"/>
                  <a:pt x="196" y="206"/>
                </a:cubicBezTo>
                <a:cubicBezTo>
                  <a:pt x="196" y="216"/>
                  <a:pt x="204" y="224"/>
                  <a:pt x="214" y="224"/>
                </a:cubicBezTo>
                <a:cubicBezTo>
                  <a:pt x="224" y="224"/>
                  <a:pt x="232" y="216"/>
                  <a:pt x="232" y="206"/>
                </a:cubicBezTo>
                <a:cubicBezTo>
                  <a:pt x="232" y="140"/>
                  <a:pt x="232" y="140"/>
                  <a:pt x="232" y="140"/>
                </a:cubicBezTo>
                <a:cubicBezTo>
                  <a:pt x="234" y="140"/>
                  <a:pt x="236" y="138"/>
                  <a:pt x="236" y="136"/>
                </a:cubicBezTo>
                <a:cubicBezTo>
                  <a:pt x="236" y="81"/>
                  <a:pt x="236" y="81"/>
                  <a:pt x="236" y="81"/>
                </a:cubicBezTo>
                <a:cubicBezTo>
                  <a:pt x="236" y="76"/>
                  <a:pt x="234" y="72"/>
                  <a:pt x="230" y="70"/>
                </a:cubicBezTo>
                <a:close/>
                <a:moveTo>
                  <a:pt x="224" y="206"/>
                </a:moveTo>
                <a:cubicBezTo>
                  <a:pt x="224" y="212"/>
                  <a:pt x="220" y="216"/>
                  <a:pt x="214" y="216"/>
                </a:cubicBezTo>
                <a:cubicBezTo>
                  <a:pt x="208" y="216"/>
                  <a:pt x="204" y="212"/>
                  <a:pt x="204" y="206"/>
                </a:cubicBezTo>
                <a:cubicBezTo>
                  <a:pt x="204" y="150"/>
                  <a:pt x="204" y="150"/>
                  <a:pt x="204" y="150"/>
                </a:cubicBezTo>
                <a:cubicBezTo>
                  <a:pt x="204" y="140"/>
                  <a:pt x="196" y="132"/>
                  <a:pt x="186" y="132"/>
                </a:cubicBezTo>
                <a:cubicBezTo>
                  <a:pt x="176" y="132"/>
                  <a:pt x="176" y="132"/>
                  <a:pt x="176" y="132"/>
                </a:cubicBezTo>
                <a:cubicBezTo>
                  <a:pt x="176" y="62"/>
                  <a:pt x="176" y="62"/>
                  <a:pt x="176" y="62"/>
                </a:cubicBezTo>
                <a:cubicBezTo>
                  <a:pt x="188" y="74"/>
                  <a:pt x="188" y="74"/>
                  <a:pt x="188" y="74"/>
                </a:cubicBezTo>
                <a:cubicBezTo>
                  <a:pt x="188" y="108"/>
                  <a:pt x="188" y="108"/>
                  <a:pt x="188" y="108"/>
                </a:cubicBezTo>
                <a:cubicBezTo>
                  <a:pt x="188" y="115"/>
                  <a:pt x="193" y="120"/>
                  <a:pt x="200" y="120"/>
                </a:cubicBezTo>
                <a:cubicBezTo>
                  <a:pt x="202" y="120"/>
                  <a:pt x="204" y="118"/>
                  <a:pt x="204" y="116"/>
                </a:cubicBezTo>
                <a:cubicBezTo>
                  <a:pt x="204" y="114"/>
                  <a:pt x="202" y="112"/>
                  <a:pt x="200" y="112"/>
                </a:cubicBezTo>
                <a:cubicBezTo>
                  <a:pt x="198" y="112"/>
                  <a:pt x="196" y="110"/>
                  <a:pt x="196" y="108"/>
                </a:cubicBezTo>
                <a:cubicBezTo>
                  <a:pt x="196" y="96"/>
                  <a:pt x="196" y="96"/>
                  <a:pt x="196" y="96"/>
                </a:cubicBezTo>
                <a:cubicBezTo>
                  <a:pt x="205" y="96"/>
                  <a:pt x="205" y="96"/>
                  <a:pt x="205" y="96"/>
                </a:cubicBezTo>
                <a:cubicBezTo>
                  <a:pt x="215" y="131"/>
                  <a:pt x="215" y="131"/>
                  <a:pt x="215" y="131"/>
                </a:cubicBezTo>
                <a:cubicBezTo>
                  <a:pt x="216" y="136"/>
                  <a:pt x="220" y="139"/>
                  <a:pt x="224" y="140"/>
                </a:cubicBezTo>
                <a:lnTo>
                  <a:pt x="224" y="206"/>
                </a:lnTo>
                <a:close/>
                <a:moveTo>
                  <a:pt x="228" y="132"/>
                </a:moveTo>
                <a:cubicBezTo>
                  <a:pt x="226" y="132"/>
                  <a:pt x="226" y="132"/>
                  <a:pt x="226" y="132"/>
                </a:cubicBezTo>
                <a:cubicBezTo>
                  <a:pt x="224" y="132"/>
                  <a:pt x="223" y="131"/>
                  <a:pt x="222" y="129"/>
                </a:cubicBezTo>
                <a:cubicBezTo>
                  <a:pt x="212" y="91"/>
                  <a:pt x="212" y="91"/>
                  <a:pt x="212" y="91"/>
                </a:cubicBezTo>
                <a:cubicBezTo>
                  <a:pt x="211" y="89"/>
                  <a:pt x="210" y="88"/>
                  <a:pt x="208" y="88"/>
                </a:cubicBezTo>
                <a:cubicBezTo>
                  <a:pt x="196" y="88"/>
                  <a:pt x="196" y="88"/>
                  <a:pt x="196" y="88"/>
                </a:cubicBezTo>
                <a:cubicBezTo>
                  <a:pt x="196" y="72"/>
                  <a:pt x="196" y="72"/>
                  <a:pt x="196" y="72"/>
                </a:cubicBezTo>
                <a:cubicBezTo>
                  <a:pt x="196" y="71"/>
                  <a:pt x="196" y="70"/>
                  <a:pt x="195" y="69"/>
                </a:cubicBezTo>
                <a:cubicBezTo>
                  <a:pt x="176" y="50"/>
                  <a:pt x="176" y="50"/>
                  <a:pt x="176" y="50"/>
                </a:cubicBezTo>
                <a:cubicBezTo>
                  <a:pt x="176" y="37"/>
                  <a:pt x="176" y="37"/>
                  <a:pt x="176" y="37"/>
                </a:cubicBezTo>
                <a:cubicBezTo>
                  <a:pt x="209" y="67"/>
                  <a:pt x="209" y="67"/>
                  <a:pt x="209" y="67"/>
                </a:cubicBezTo>
                <a:cubicBezTo>
                  <a:pt x="210" y="67"/>
                  <a:pt x="210" y="67"/>
                  <a:pt x="210" y="67"/>
                </a:cubicBezTo>
                <a:cubicBezTo>
                  <a:pt x="226" y="77"/>
                  <a:pt x="226" y="77"/>
                  <a:pt x="226" y="77"/>
                </a:cubicBezTo>
                <a:cubicBezTo>
                  <a:pt x="227" y="78"/>
                  <a:pt x="228" y="79"/>
                  <a:pt x="228" y="81"/>
                </a:cubicBezTo>
                <a:lnTo>
                  <a:pt x="228" y="132"/>
                </a:lnTo>
                <a:close/>
                <a:moveTo>
                  <a:pt x="68" y="64"/>
                </a:moveTo>
                <a:cubicBezTo>
                  <a:pt x="76" y="64"/>
                  <a:pt x="76" y="64"/>
                  <a:pt x="76" y="64"/>
                </a:cubicBezTo>
                <a:cubicBezTo>
                  <a:pt x="76" y="48"/>
                  <a:pt x="76" y="48"/>
                  <a:pt x="76" y="48"/>
                </a:cubicBezTo>
                <a:cubicBezTo>
                  <a:pt x="68" y="48"/>
                  <a:pt x="68" y="48"/>
                  <a:pt x="68" y="48"/>
                </a:cubicBezTo>
                <a:lnTo>
                  <a:pt x="68" y="64"/>
                </a:lnTo>
                <a:close/>
                <a:moveTo>
                  <a:pt x="116" y="64"/>
                </a:moveTo>
                <a:cubicBezTo>
                  <a:pt x="124" y="64"/>
                  <a:pt x="124" y="64"/>
                  <a:pt x="124" y="64"/>
                </a:cubicBezTo>
                <a:cubicBezTo>
                  <a:pt x="124" y="48"/>
                  <a:pt x="124" y="48"/>
                  <a:pt x="124" y="48"/>
                </a:cubicBezTo>
                <a:cubicBezTo>
                  <a:pt x="116" y="48"/>
                  <a:pt x="116" y="48"/>
                  <a:pt x="116" y="48"/>
                </a:cubicBezTo>
                <a:lnTo>
                  <a:pt x="116" y="64"/>
                </a:lnTo>
                <a:close/>
                <a:moveTo>
                  <a:pt x="144" y="84"/>
                </a:moveTo>
                <a:cubicBezTo>
                  <a:pt x="146" y="84"/>
                  <a:pt x="148" y="82"/>
                  <a:pt x="148" y="80"/>
                </a:cubicBezTo>
                <a:cubicBezTo>
                  <a:pt x="148" y="32"/>
                  <a:pt x="148" y="32"/>
                  <a:pt x="148" y="32"/>
                </a:cubicBezTo>
                <a:cubicBezTo>
                  <a:pt x="148" y="30"/>
                  <a:pt x="146" y="28"/>
                  <a:pt x="144" y="28"/>
                </a:cubicBezTo>
                <a:cubicBezTo>
                  <a:pt x="48" y="28"/>
                  <a:pt x="48" y="28"/>
                  <a:pt x="48" y="28"/>
                </a:cubicBezTo>
                <a:cubicBezTo>
                  <a:pt x="46" y="28"/>
                  <a:pt x="44" y="30"/>
                  <a:pt x="44" y="32"/>
                </a:cubicBezTo>
                <a:cubicBezTo>
                  <a:pt x="44" y="80"/>
                  <a:pt x="44" y="80"/>
                  <a:pt x="44" y="80"/>
                </a:cubicBezTo>
                <a:cubicBezTo>
                  <a:pt x="44" y="82"/>
                  <a:pt x="46" y="84"/>
                  <a:pt x="48" y="84"/>
                </a:cubicBezTo>
                <a:lnTo>
                  <a:pt x="144" y="84"/>
                </a:lnTo>
                <a:close/>
                <a:moveTo>
                  <a:pt x="52" y="36"/>
                </a:moveTo>
                <a:cubicBezTo>
                  <a:pt x="140" y="36"/>
                  <a:pt x="140" y="36"/>
                  <a:pt x="140" y="36"/>
                </a:cubicBezTo>
                <a:cubicBezTo>
                  <a:pt x="140" y="76"/>
                  <a:pt x="140" y="76"/>
                  <a:pt x="140" y="76"/>
                </a:cubicBezTo>
                <a:cubicBezTo>
                  <a:pt x="52" y="76"/>
                  <a:pt x="52" y="76"/>
                  <a:pt x="52" y="76"/>
                </a:cubicBezTo>
                <a:lnTo>
                  <a:pt x="52" y="36"/>
                </a:lnTo>
                <a:close/>
                <a:moveTo>
                  <a:pt x="92" y="64"/>
                </a:moveTo>
                <a:cubicBezTo>
                  <a:pt x="100" y="64"/>
                  <a:pt x="100" y="64"/>
                  <a:pt x="100" y="64"/>
                </a:cubicBezTo>
                <a:cubicBezTo>
                  <a:pt x="100" y="48"/>
                  <a:pt x="100" y="48"/>
                  <a:pt x="100" y="48"/>
                </a:cubicBezTo>
                <a:cubicBezTo>
                  <a:pt x="92" y="48"/>
                  <a:pt x="92" y="48"/>
                  <a:pt x="92" y="48"/>
                </a:cubicBezTo>
                <a:lnTo>
                  <a:pt x="92" y="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1" name="Freeform 123">
            <a:extLst>
              <a:ext uri="{FF2B5EF4-FFF2-40B4-BE49-F238E27FC236}">
                <a16:creationId xmlns:a16="http://schemas.microsoft.com/office/drawing/2014/main" id="{1AD6BF02-3FE4-4366-949F-9582AE1723D9}"/>
              </a:ext>
            </a:extLst>
          </p:cNvPr>
          <p:cNvSpPr>
            <a:spLocks noChangeAspect="1" noEditPoints="1"/>
          </p:cNvSpPr>
          <p:nvPr/>
        </p:nvSpPr>
        <p:spPr bwMode="auto">
          <a:xfrm>
            <a:off x="2546480" y="4355982"/>
            <a:ext cx="323850" cy="400050"/>
          </a:xfrm>
          <a:custGeom>
            <a:avLst/>
            <a:gdLst>
              <a:gd name="T0" fmla="*/ 88 w 208"/>
              <a:gd name="T1" fmla="*/ 44 h 256"/>
              <a:gd name="T2" fmla="*/ 88 w 208"/>
              <a:gd name="T3" fmla="*/ 52 h 256"/>
              <a:gd name="T4" fmla="*/ 172 w 208"/>
              <a:gd name="T5" fmla="*/ 48 h 256"/>
              <a:gd name="T6" fmla="*/ 168 w 208"/>
              <a:gd name="T7" fmla="*/ 144 h 256"/>
              <a:gd name="T8" fmla="*/ 104 w 208"/>
              <a:gd name="T9" fmla="*/ 148 h 256"/>
              <a:gd name="T10" fmla="*/ 168 w 208"/>
              <a:gd name="T11" fmla="*/ 152 h 256"/>
              <a:gd name="T12" fmla="*/ 168 w 208"/>
              <a:gd name="T13" fmla="*/ 144 h 256"/>
              <a:gd name="T14" fmla="*/ 104 w 208"/>
              <a:gd name="T15" fmla="*/ 116 h 256"/>
              <a:gd name="T16" fmla="*/ 104 w 208"/>
              <a:gd name="T17" fmla="*/ 124 h 256"/>
              <a:gd name="T18" fmla="*/ 172 w 208"/>
              <a:gd name="T19" fmla="*/ 120 h 256"/>
              <a:gd name="T20" fmla="*/ 168 w 208"/>
              <a:gd name="T21" fmla="*/ 220 h 256"/>
              <a:gd name="T22" fmla="*/ 112 w 208"/>
              <a:gd name="T23" fmla="*/ 224 h 256"/>
              <a:gd name="T24" fmla="*/ 168 w 208"/>
              <a:gd name="T25" fmla="*/ 228 h 256"/>
              <a:gd name="T26" fmla="*/ 168 w 208"/>
              <a:gd name="T27" fmla="*/ 220 h 256"/>
              <a:gd name="T28" fmla="*/ 192 w 208"/>
              <a:gd name="T29" fmla="*/ 116 h 256"/>
              <a:gd name="T30" fmla="*/ 208 w 208"/>
              <a:gd name="T31" fmla="*/ 34 h 256"/>
              <a:gd name="T32" fmla="*/ 172 w 208"/>
              <a:gd name="T33" fmla="*/ 16 h 256"/>
              <a:gd name="T34" fmla="*/ 160 w 208"/>
              <a:gd name="T35" fmla="*/ 0 h 256"/>
              <a:gd name="T36" fmla="*/ 128 w 208"/>
              <a:gd name="T37" fmla="*/ 12 h 256"/>
              <a:gd name="T38" fmla="*/ 18 w 208"/>
              <a:gd name="T39" fmla="*/ 16 h 256"/>
              <a:gd name="T40" fmla="*/ 16 w 208"/>
              <a:gd name="T41" fmla="*/ 52 h 256"/>
              <a:gd name="T42" fmla="*/ 0 w 208"/>
              <a:gd name="T43" fmla="*/ 134 h 256"/>
              <a:gd name="T44" fmla="*/ 16 w 208"/>
              <a:gd name="T45" fmla="*/ 220 h 256"/>
              <a:gd name="T46" fmla="*/ 18 w 208"/>
              <a:gd name="T47" fmla="*/ 256 h 256"/>
              <a:gd name="T48" fmla="*/ 208 w 208"/>
              <a:gd name="T49" fmla="*/ 238 h 256"/>
              <a:gd name="T50" fmla="*/ 192 w 208"/>
              <a:gd name="T51" fmla="*/ 152 h 256"/>
              <a:gd name="T52" fmla="*/ 136 w 208"/>
              <a:gd name="T53" fmla="*/ 12 h 256"/>
              <a:gd name="T54" fmla="*/ 160 w 208"/>
              <a:gd name="T55" fmla="*/ 8 h 256"/>
              <a:gd name="T56" fmla="*/ 164 w 208"/>
              <a:gd name="T57" fmla="*/ 16 h 256"/>
              <a:gd name="T58" fmla="*/ 136 w 208"/>
              <a:gd name="T59" fmla="*/ 12 h 256"/>
              <a:gd name="T60" fmla="*/ 190 w 208"/>
              <a:gd name="T61" fmla="*/ 228 h 256"/>
              <a:gd name="T62" fmla="*/ 190 w 208"/>
              <a:gd name="T63" fmla="*/ 248 h 256"/>
              <a:gd name="T64" fmla="*/ 8 w 208"/>
              <a:gd name="T65" fmla="*/ 238 h 256"/>
              <a:gd name="T66" fmla="*/ 64 w 208"/>
              <a:gd name="T67" fmla="*/ 228 h 256"/>
              <a:gd name="T68" fmla="*/ 64 w 208"/>
              <a:gd name="T69" fmla="*/ 220 h 256"/>
              <a:gd name="T70" fmla="*/ 24 w 208"/>
              <a:gd name="T71" fmla="*/ 152 h 256"/>
              <a:gd name="T72" fmla="*/ 60 w 208"/>
              <a:gd name="T73" fmla="*/ 148 h 256"/>
              <a:gd name="T74" fmla="*/ 18 w 208"/>
              <a:gd name="T75" fmla="*/ 144 h 256"/>
              <a:gd name="T76" fmla="*/ 18 w 208"/>
              <a:gd name="T77" fmla="*/ 124 h 256"/>
              <a:gd name="T78" fmla="*/ 56 w 208"/>
              <a:gd name="T79" fmla="*/ 120 h 256"/>
              <a:gd name="T80" fmla="*/ 24 w 208"/>
              <a:gd name="T81" fmla="*/ 116 h 256"/>
              <a:gd name="T82" fmla="*/ 36 w 208"/>
              <a:gd name="T83" fmla="*/ 52 h 256"/>
              <a:gd name="T84" fmla="*/ 36 w 208"/>
              <a:gd name="T85" fmla="*/ 44 h 256"/>
              <a:gd name="T86" fmla="*/ 8 w 208"/>
              <a:gd name="T87" fmla="*/ 34 h 256"/>
              <a:gd name="T88" fmla="*/ 190 w 208"/>
              <a:gd name="T89" fmla="*/ 24 h 256"/>
              <a:gd name="T90" fmla="*/ 190 w 208"/>
              <a:gd name="T91" fmla="*/ 44 h 256"/>
              <a:gd name="T92" fmla="*/ 184 w 208"/>
              <a:gd name="T93" fmla="*/ 48 h 256"/>
              <a:gd name="T94" fmla="*/ 188 w 208"/>
              <a:gd name="T95" fmla="*/ 124 h 256"/>
              <a:gd name="T96" fmla="*/ 200 w 208"/>
              <a:gd name="T97" fmla="*/ 134 h 256"/>
              <a:gd name="T98" fmla="*/ 188 w 208"/>
              <a:gd name="T99" fmla="*/ 144 h 256"/>
              <a:gd name="T100" fmla="*/ 184 w 208"/>
              <a:gd name="T10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8" h="256">
                <a:moveTo>
                  <a:pt x="168" y="44"/>
                </a:moveTo>
                <a:cubicBezTo>
                  <a:pt x="88" y="44"/>
                  <a:pt x="88" y="44"/>
                  <a:pt x="88" y="44"/>
                </a:cubicBezTo>
                <a:cubicBezTo>
                  <a:pt x="86" y="44"/>
                  <a:pt x="84" y="46"/>
                  <a:pt x="84" y="48"/>
                </a:cubicBezTo>
                <a:cubicBezTo>
                  <a:pt x="84" y="50"/>
                  <a:pt x="86" y="52"/>
                  <a:pt x="88" y="52"/>
                </a:cubicBezTo>
                <a:cubicBezTo>
                  <a:pt x="168" y="52"/>
                  <a:pt x="168" y="52"/>
                  <a:pt x="168" y="52"/>
                </a:cubicBezTo>
                <a:cubicBezTo>
                  <a:pt x="170" y="52"/>
                  <a:pt x="172" y="50"/>
                  <a:pt x="172" y="48"/>
                </a:cubicBezTo>
                <a:cubicBezTo>
                  <a:pt x="172" y="46"/>
                  <a:pt x="170" y="44"/>
                  <a:pt x="168" y="44"/>
                </a:cubicBezTo>
                <a:close/>
                <a:moveTo>
                  <a:pt x="168" y="144"/>
                </a:moveTo>
                <a:cubicBezTo>
                  <a:pt x="108" y="144"/>
                  <a:pt x="108" y="144"/>
                  <a:pt x="108" y="144"/>
                </a:cubicBezTo>
                <a:cubicBezTo>
                  <a:pt x="106" y="144"/>
                  <a:pt x="104" y="146"/>
                  <a:pt x="104" y="148"/>
                </a:cubicBezTo>
                <a:cubicBezTo>
                  <a:pt x="104" y="150"/>
                  <a:pt x="106" y="152"/>
                  <a:pt x="108" y="152"/>
                </a:cubicBezTo>
                <a:cubicBezTo>
                  <a:pt x="168" y="152"/>
                  <a:pt x="168" y="152"/>
                  <a:pt x="168" y="152"/>
                </a:cubicBezTo>
                <a:cubicBezTo>
                  <a:pt x="170" y="152"/>
                  <a:pt x="172" y="150"/>
                  <a:pt x="172" y="148"/>
                </a:cubicBezTo>
                <a:cubicBezTo>
                  <a:pt x="172" y="146"/>
                  <a:pt x="170" y="144"/>
                  <a:pt x="168" y="144"/>
                </a:cubicBezTo>
                <a:close/>
                <a:moveTo>
                  <a:pt x="168" y="116"/>
                </a:moveTo>
                <a:cubicBezTo>
                  <a:pt x="104" y="116"/>
                  <a:pt x="104" y="116"/>
                  <a:pt x="104" y="116"/>
                </a:cubicBezTo>
                <a:cubicBezTo>
                  <a:pt x="102" y="116"/>
                  <a:pt x="100" y="118"/>
                  <a:pt x="100" y="120"/>
                </a:cubicBezTo>
                <a:cubicBezTo>
                  <a:pt x="100" y="122"/>
                  <a:pt x="102" y="124"/>
                  <a:pt x="104" y="124"/>
                </a:cubicBezTo>
                <a:cubicBezTo>
                  <a:pt x="168" y="124"/>
                  <a:pt x="168" y="124"/>
                  <a:pt x="168" y="124"/>
                </a:cubicBezTo>
                <a:cubicBezTo>
                  <a:pt x="170" y="124"/>
                  <a:pt x="172" y="122"/>
                  <a:pt x="172" y="120"/>
                </a:cubicBezTo>
                <a:cubicBezTo>
                  <a:pt x="172" y="118"/>
                  <a:pt x="170" y="116"/>
                  <a:pt x="168" y="116"/>
                </a:cubicBezTo>
                <a:close/>
                <a:moveTo>
                  <a:pt x="168" y="220"/>
                </a:moveTo>
                <a:cubicBezTo>
                  <a:pt x="116" y="220"/>
                  <a:pt x="116" y="220"/>
                  <a:pt x="116" y="220"/>
                </a:cubicBezTo>
                <a:cubicBezTo>
                  <a:pt x="114" y="220"/>
                  <a:pt x="112" y="222"/>
                  <a:pt x="112" y="224"/>
                </a:cubicBezTo>
                <a:cubicBezTo>
                  <a:pt x="112" y="226"/>
                  <a:pt x="114" y="228"/>
                  <a:pt x="116" y="228"/>
                </a:cubicBezTo>
                <a:cubicBezTo>
                  <a:pt x="168" y="228"/>
                  <a:pt x="168" y="228"/>
                  <a:pt x="168" y="228"/>
                </a:cubicBezTo>
                <a:cubicBezTo>
                  <a:pt x="170" y="228"/>
                  <a:pt x="172" y="226"/>
                  <a:pt x="172" y="224"/>
                </a:cubicBezTo>
                <a:cubicBezTo>
                  <a:pt x="172" y="222"/>
                  <a:pt x="170" y="220"/>
                  <a:pt x="168" y="220"/>
                </a:cubicBezTo>
                <a:close/>
                <a:moveTo>
                  <a:pt x="208" y="134"/>
                </a:moveTo>
                <a:cubicBezTo>
                  <a:pt x="208" y="125"/>
                  <a:pt x="201" y="117"/>
                  <a:pt x="192" y="116"/>
                </a:cubicBezTo>
                <a:cubicBezTo>
                  <a:pt x="192" y="52"/>
                  <a:pt x="192" y="52"/>
                  <a:pt x="192" y="52"/>
                </a:cubicBezTo>
                <a:cubicBezTo>
                  <a:pt x="201" y="51"/>
                  <a:pt x="208" y="43"/>
                  <a:pt x="208" y="34"/>
                </a:cubicBezTo>
                <a:cubicBezTo>
                  <a:pt x="208" y="24"/>
                  <a:pt x="200" y="16"/>
                  <a:pt x="190" y="16"/>
                </a:cubicBezTo>
                <a:cubicBezTo>
                  <a:pt x="172" y="16"/>
                  <a:pt x="172" y="16"/>
                  <a:pt x="172" y="16"/>
                </a:cubicBezTo>
                <a:cubicBezTo>
                  <a:pt x="172" y="12"/>
                  <a:pt x="172" y="12"/>
                  <a:pt x="172" y="12"/>
                </a:cubicBezTo>
                <a:cubicBezTo>
                  <a:pt x="172" y="5"/>
                  <a:pt x="167" y="0"/>
                  <a:pt x="160" y="0"/>
                </a:cubicBezTo>
                <a:cubicBezTo>
                  <a:pt x="140" y="0"/>
                  <a:pt x="140" y="0"/>
                  <a:pt x="140" y="0"/>
                </a:cubicBezTo>
                <a:cubicBezTo>
                  <a:pt x="133" y="0"/>
                  <a:pt x="128" y="5"/>
                  <a:pt x="128" y="12"/>
                </a:cubicBezTo>
                <a:cubicBezTo>
                  <a:pt x="128" y="16"/>
                  <a:pt x="128" y="16"/>
                  <a:pt x="128" y="16"/>
                </a:cubicBezTo>
                <a:cubicBezTo>
                  <a:pt x="18" y="16"/>
                  <a:pt x="18" y="16"/>
                  <a:pt x="18" y="16"/>
                </a:cubicBezTo>
                <a:cubicBezTo>
                  <a:pt x="8" y="16"/>
                  <a:pt x="0" y="24"/>
                  <a:pt x="0" y="34"/>
                </a:cubicBezTo>
                <a:cubicBezTo>
                  <a:pt x="0" y="43"/>
                  <a:pt x="7" y="51"/>
                  <a:pt x="16" y="52"/>
                </a:cubicBezTo>
                <a:cubicBezTo>
                  <a:pt x="16" y="116"/>
                  <a:pt x="16" y="116"/>
                  <a:pt x="16" y="116"/>
                </a:cubicBezTo>
                <a:cubicBezTo>
                  <a:pt x="7" y="117"/>
                  <a:pt x="0" y="125"/>
                  <a:pt x="0" y="134"/>
                </a:cubicBezTo>
                <a:cubicBezTo>
                  <a:pt x="0" y="143"/>
                  <a:pt x="7" y="151"/>
                  <a:pt x="16" y="152"/>
                </a:cubicBezTo>
                <a:cubicBezTo>
                  <a:pt x="16" y="220"/>
                  <a:pt x="16" y="220"/>
                  <a:pt x="16" y="220"/>
                </a:cubicBezTo>
                <a:cubicBezTo>
                  <a:pt x="7" y="221"/>
                  <a:pt x="0" y="229"/>
                  <a:pt x="0" y="238"/>
                </a:cubicBezTo>
                <a:cubicBezTo>
                  <a:pt x="0" y="248"/>
                  <a:pt x="8" y="256"/>
                  <a:pt x="18" y="256"/>
                </a:cubicBezTo>
                <a:cubicBezTo>
                  <a:pt x="190" y="256"/>
                  <a:pt x="190" y="256"/>
                  <a:pt x="190" y="256"/>
                </a:cubicBezTo>
                <a:cubicBezTo>
                  <a:pt x="200" y="256"/>
                  <a:pt x="208" y="248"/>
                  <a:pt x="208" y="238"/>
                </a:cubicBezTo>
                <a:cubicBezTo>
                  <a:pt x="208" y="229"/>
                  <a:pt x="201" y="221"/>
                  <a:pt x="192" y="220"/>
                </a:cubicBezTo>
                <a:cubicBezTo>
                  <a:pt x="192" y="152"/>
                  <a:pt x="192" y="152"/>
                  <a:pt x="192" y="152"/>
                </a:cubicBezTo>
                <a:cubicBezTo>
                  <a:pt x="201" y="151"/>
                  <a:pt x="208" y="143"/>
                  <a:pt x="208" y="134"/>
                </a:cubicBezTo>
                <a:close/>
                <a:moveTo>
                  <a:pt x="136" y="12"/>
                </a:moveTo>
                <a:cubicBezTo>
                  <a:pt x="136" y="10"/>
                  <a:pt x="138" y="8"/>
                  <a:pt x="140" y="8"/>
                </a:cubicBezTo>
                <a:cubicBezTo>
                  <a:pt x="160" y="8"/>
                  <a:pt x="160" y="8"/>
                  <a:pt x="160" y="8"/>
                </a:cubicBezTo>
                <a:cubicBezTo>
                  <a:pt x="162" y="8"/>
                  <a:pt x="164" y="10"/>
                  <a:pt x="164" y="12"/>
                </a:cubicBezTo>
                <a:cubicBezTo>
                  <a:pt x="164" y="16"/>
                  <a:pt x="164" y="16"/>
                  <a:pt x="164" y="16"/>
                </a:cubicBezTo>
                <a:cubicBezTo>
                  <a:pt x="136" y="16"/>
                  <a:pt x="136" y="16"/>
                  <a:pt x="136" y="16"/>
                </a:cubicBezTo>
                <a:lnTo>
                  <a:pt x="136" y="12"/>
                </a:lnTo>
                <a:close/>
                <a:moveTo>
                  <a:pt x="188" y="228"/>
                </a:moveTo>
                <a:cubicBezTo>
                  <a:pt x="190" y="228"/>
                  <a:pt x="190" y="228"/>
                  <a:pt x="190" y="228"/>
                </a:cubicBezTo>
                <a:cubicBezTo>
                  <a:pt x="196" y="228"/>
                  <a:pt x="200" y="232"/>
                  <a:pt x="200" y="238"/>
                </a:cubicBezTo>
                <a:cubicBezTo>
                  <a:pt x="200" y="244"/>
                  <a:pt x="196" y="248"/>
                  <a:pt x="190" y="248"/>
                </a:cubicBezTo>
                <a:cubicBezTo>
                  <a:pt x="18" y="248"/>
                  <a:pt x="18" y="248"/>
                  <a:pt x="18" y="248"/>
                </a:cubicBezTo>
                <a:cubicBezTo>
                  <a:pt x="12" y="248"/>
                  <a:pt x="8" y="244"/>
                  <a:pt x="8" y="238"/>
                </a:cubicBezTo>
                <a:cubicBezTo>
                  <a:pt x="8" y="232"/>
                  <a:pt x="12" y="228"/>
                  <a:pt x="18" y="228"/>
                </a:cubicBezTo>
                <a:cubicBezTo>
                  <a:pt x="64" y="228"/>
                  <a:pt x="64" y="228"/>
                  <a:pt x="64" y="228"/>
                </a:cubicBezTo>
                <a:cubicBezTo>
                  <a:pt x="66" y="228"/>
                  <a:pt x="68" y="226"/>
                  <a:pt x="68" y="224"/>
                </a:cubicBezTo>
                <a:cubicBezTo>
                  <a:pt x="68" y="222"/>
                  <a:pt x="66" y="220"/>
                  <a:pt x="64" y="220"/>
                </a:cubicBezTo>
                <a:cubicBezTo>
                  <a:pt x="24" y="220"/>
                  <a:pt x="24" y="220"/>
                  <a:pt x="24" y="220"/>
                </a:cubicBezTo>
                <a:cubicBezTo>
                  <a:pt x="24" y="152"/>
                  <a:pt x="24" y="152"/>
                  <a:pt x="24" y="152"/>
                </a:cubicBezTo>
                <a:cubicBezTo>
                  <a:pt x="56" y="152"/>
                  <a:pt x="56" y="152"/>
                  <a:pt x="56" y="152"/>
                </a:cubicBezTo>
                <a:cubicBezTo>
                  <a:pt x="58" y="152"/>
                  <a:pt x="60" y="150"/>
                  <a:pt x="60" y="148"/>
                </a:cubicBezTo>
                <a:cubicBezTo>
                  <a:pt x="60" y="146"/>
                  <a:pt x="58" y="144"/>
                  <a:pt x="56" y="144"/>
                </a:cubicBezTo>
                <a:cubicBezTo>
                  <a:pt x="18" y="144"/>
                  <a:pt x="18" y="144"/>
                  <a:pt x="18" y="144"/>
                </a:cubicBezTo>
                <a:cubicBezTo>
                  <a:pt x="12" y="144"/>
                  <a:pt x="8" y="140"/>
                  <a:pt x="8" y="134"/>
                </a:cubicBezTo>
                <a:cubicBezTo>
                  <a:pt x="8" y="128"/>
                  <a:pt x="12" y="124"/>
                  <a:pt x="18" y="124"/>
                </a:cubicBezTo>
                <a:cubicBezTo>
                  <a:pt x="52" y="124"/>
                  <a:pt x="52" y="124"/>
                  <a:pt x="52" y="124"/>
                </a:cubicBezTo>
                <a:cubicBezTo>
                  <a:pt x="54" y="124"/>
                  <a:pt x="56" y="122"/>
                  <a:pt x="56" y="120"/>
                </a:cubicBezTo>
                <a:cubicBezTo>
                  <a:pt x="56" y="118"/>
                  <a:pt x="54" y="116"/>
                  <a:pt x="52" y="116"/>
                </a:cubicBezTo>
                <a:cubicBezTo>
                  <a:pt x="24" y="116"/>
                  <a:pt x="24" y="116"/>
                  <a:pt x="24" y="116"/>
                </a:cubicBezTo>
                <a:cubicBezTo>
                  <a:pt x="24" y="52"/>
                  <a:pt x="24" y="52"/>
                  <a:pt x="24" y="52"/>
                </a:cubicBezTo>
                <a:cubicBezTo>
                  <a:pt x="36" y="52"/>
                  <a:pt x="36" y="52"/>
                  <a:pt x="36" y="52"/>
                </a:cubicBezTo>
                <a:cubicBezTo>
                  <a:pt x="38" y="52"/>
                  <a:pt x="40" y="50"/>
                  <a:pt x="40" y="48"/>
                </a:cubicBezTo>
                <a:cubicBezTo>
                  <a:pt x="40" y="46"/>
                  <a:pt x="38" y="44"/>
                  <a:pt x="36" y="44"/>
                </a:cubicBezTo>
                <a:cubicBezTo>
                  <a:pt x="18" y="44"/>
                  <a:pt x="18" y="44"/>
                  <a:pt x="18" y="44"/>
                </a:cubicBezTo>
                <a:cubicBezTo>
                  <a:pt x="12" y="44"/>
                  <a:pt x="8" y="40"/>
                  <a:pt x="8" y="34"/>
                </a:cubicBezTo>
                <a:cubicBezTo>
                  <a:pt x="8" y="28"/>
                  <a:pt x="12" y="24"/>
                  <a:pt x="18" y="24"/>
                </a:cubicBezTo>
                <a:cubicBezTo>
                  <a:pt x="190" y="24"/>
                  <a:pt x="190" y="24"/>
                  <a:pt x="190" y="24"/>
                </a:cubicBezTo>
                <a:cubicBezTo>
                  <a:pt x="196" y="24"/>
                  <a:pt x="200" y="28"/>
                  <a:pt x="200" y="34"/>
                </a:cubicBezTo>
                <a:cubicBezTo>
                  <a:pt x="200" y="40"/>
                  <a:pt x="196" y="44"/>
                  <a:pt x="190" y="44"/>
                </a:cubicBezTo>
                <a:cubicBezTo>
                  <a:pt x="188" y="44"/>
                  <a:pt x="188" y="44"/>
                  <a:pt x="188" y="44"/>
                </a:cubicBezTo>
                <a:cubicBezTo>
                  <a:pt x="186" y="44"/>
                  <a:pt x="184" y="46"/>
                  <a:pt x="184" y="48"/>
                </a:cubicBezTo>
                <a:cubicBezTo>
                  <a:pt x="184" y="120"/>
                  <a:pt x="184" y="120"/>
                  <a:pt x="184" y="120"/>
                </a:cubicBezTo>
                <a:cubicBezTo>
                  <a:pt x="184" y="122"/>
                  <a:pt x="186" y="124"/>
                  <a:pt x="188" y="124"/>
                </a:cubicBezTo>
                <a:cubicBezTo>
                  <a:pt x="190" y="124"/>
                  <a:pt x="190" y="124"/>
                  <a:pt x="190" y="124"/>
                </a:cubicBezTo>
                <a:cubicBezTo>
                  <a:pt x="196" y="124"/>
                  <a:pt x="200" y="128"/>
                  <a:pt x="200" y="134"/>
                </a:cubicBezTo>
                <a:cubicBezTo>
                  <a:pt x="200" y="140"/>
                  <a:pt x="196" y="144"/>
                  <a:pt x="190" y="144"/>
                </a:cubicBezTo>
                <a:cubicBezTo>
                  <a:pt x="188" y="144"/>
                  <a:pt x="188" y="144"/>
                  <a:pt x="188" y="144"/>
                </a:cubicBezTo>
                <a:cubicBezTo>
                  <a:pt x="186" y="144"/>
                  <a:pt x="184" y="146"/>
                  <a:pt x="184" y="148"/>
                </a:cubicBezTo>
                <a:cubicBezTo>
                  <a:pt x="184" y="224"/>
                  <a:pt x="184" y="224"/>
                  <a:pt x="184" y="224"/>
                </a:cubicBezTo>
                <a:cubicBezTo>
                  <a:pt x="184" y="226"/>
                  <a:pt x="186" y="228"/>
                  <a:pt x="188" y="22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9" name="Freeform 127">
            <a:extLst>
              <a:ext uri="{FF2B5EF4-FFF2-40B4-BE49-F238E27FC236}">
                <a16:creationId xmlns:a16="http://schemas.microsoft.com/office/drawing/2014/main" id="{8EBBB55C-BF66-40B9-A075-D8F73A53C65F}"/>
              </a:ext>
            </a:extLst>
          </p:cNvPr>
          <p:cNvSpPr>
            <a:spLocks noChangeAspect="1" noEditPoints="1"/>
          </p:cNvSpPr>
          <p:nvPr/>
        </p:nvSpPr>
        <p:spPr bwMode="auto">
          <a:xfrm>
            <a:off x="3507776" y="4355982"/>
            <a:ext cx="336550" cy="400050"/>
          </a:xfrm>
          <a:custGeom>
            <a:avLst/>
            <a:gdLst>
              <a:gd name="T0" fmla="*/ 111 w 216"/>
              <a:gd name="T1" fmla="*/ 114 h 256"/>
              <a:gd name="T2" fmla="*/ 76 w 216"/>
              <a:gd name="T3" fmla="*/ 168 h 256"/>
              <a:gd name="T4" fmla="*/ 140 w 216"/>
              <a:gd name="T5" fmla="*/ 168 h 256"/>
              <a:gd name="T6" fmla="*/ 108 w 216"/>
              <a:gd name="T7" fmla="*/ 123 h 256"/>
              <a:gd name="T8" fmla="*/ 108 w 216"/>
              <a:gd name="T9" fmla="*/ 192 h 256"/>
              <a:gd name="T10" fmla="*/ 24 w 216"/>
              <a:gd name="T11" fmla="*/ 12 h 256"/>
              <a:gd name="T12" fmla="*/ 52 w 216"/>
              <a:gd name="T13" fmla="*/ 8 h 256"/>
              <a:gd name="T14" fmla="*/ 56 w 216"/>
              <a:gd name="T15" fmla="*/ 20 h 256"/>
              <a:gd name="T16" fmla="*/ 64 w 216"/>
              <a:gd name="T17" fmla="*/ 12 h 256"/>
              <a:gd name="T18" fmla="*/ 28 w 216"/>
              <a:gd name="T19" fmla="*/ 0 h 256"/>
              <a:gd name="T20" fmla="*/ 16 w 216"/>
              <a:gd name="T21" fmla="*/ 20 h 256"/>
              <a:gd name="T22" fmla="*/ 24 w 216"/>
              <a:gd name="T23" fmla="*/ 12 h 256"/>
              <a:gd name="T24" fmla="*/ 212 w 216"/>
              <a:gd name="T25" fmla="*/ 147 h 256"/>
              <a:gd name="T26" fmla="*/ 119 w 216"/>
              <a:gd name="T27" fmla="*/ 63 h 256"/>
              <a:gd name="T28" fmla="*/ 44 w 216"/>
              <a:gd name="T29" fmla="*/ 56 h 256"/>
              <a:gd name="T30" fmla="*/ 44 w 216"/>
              <a:gd name="T31" fmla="*/ 64 h 256"/>
              <a:gd name="T32" fmla="*/ 115 w 216"/>
              <a:gd name="T33" fmla="*/ 69 h 256"/>
              <a:gd name="T34" fmla="*/ 204 w 216"/>
              <a:gd name="T35" fmla="*/ 147 h 256"/>
              <a:gd name="T36" fmla="*/ 152 w 216"/>
              <a:gd name="T37" fmla="*/ 220 h 256"/>
              <a:gd name="T38" fmla="*/ 206 w 216"/>
              <a:gd name="T39" fmla="*/ 228 h 256"/>
              <a:gd name="T40" fmla="*/ 205 w 216"/>
              <a:gd name="T41" fmla="*/ 245 h 256"/>
              <a:gd name="T42" fmla="*/ 15 w 216"/>
              <a:gd name="T43" fmla="*/ 248 h 256"/>
              <a:gd name="T44" fmla="*/ 9 w 216"/>
              <a:gd name="T45" fmla="*/ 231 h 256"/>
              <a:gd name="T46" fmla="*/ 64 w 216"/>
              <a:gd name="T47" fmla="*/ 228 h 256"/>
              <a:gd name="T48" fmla="*/ 12 w 216"/>
              <a:gd name="T49" fmla="*/ 220 h 256"/>
              <a:gd name="T50" fmla="*/ 20 w 216"/>
              <a:gd name="T51" fmla="*/ 36 h 256"/>
              <a:gd name="T52" fmla="*/ 81 w 216"/>
              <a:gd name="T53" fmla="*/ 32 h 256"/>
              <a:gd name="T54" fmla="*/ 109 w 216"/>
              <a:gd name="T55" fmla="*/ 8 h 256"/>
              <a:gd name="T56" fmla="*/ 139 w 216"/>
              <a:gd name="T57" fmla="*/ 12 h 256"/>
              <a:gd name="T58" fmla="*/ 196 w 216"/>
              <a:gd name="T59" fmla="*/ 66 h 256"/>
              <a:gd name="T60" fmla="*/ 200 w 216"/>
              <a:gd name="T61" fmla="*/ 104 h 256"/>
              <a:gd name="T62" fmla="*/ 204 w 216"/>
              <a:gd name="T63" fmla="*/ 66 h 256"/>
              <a:gd name="T64" fmla="*/ 144 w 216"/>
              <a:gd name="T65" fmla="*/ 5 h 256"/>
              <a:gd name="T66" fmla="*/ 109 w 216"/>
              <a:gd name="T67" fmla="*/ 0 h 256"/>
              <a:gd name="T68" fmla="*/ 74 w 216"/>
              <a:gd name="T69" fmla="*/ 28 h 256"/>
              <a:gd name="T70" fmla="*/ 4 w 216"/>
              <a:gd name="T71" fmla="*/ 44 h 256"/>
              <a:gd name="T72" fmla="*/ 1 w 216"/>
              <a:gd name="T73" fmla="*/ 233 h 256"/>
              <a:gd name="T74" fmla="*/ 15 w 216"/>
              <a:gd name="T75" fmla="*/ 256 h 256"/>
              <a:gd name="T76" fmla="*/ 213 w 216"/>
              <a:gd name="T77" fmla="*/ 246 h 256"/>
              <a:gd name="T78" fmla="*/ 212 w 216"/>
              <a:gd name="T79" fmla="*/ 222 h 256"/>
              <a:gd name="T80" fmla="*/ 180 w 216"/>
              <a:gd name="T81" fmla="*/ 84 h 256"/>
              <a:gd name="T82" fmla="*/ 174 w 216"/>
              <a:gd name="T83" fmla="*/ 61 h 256"/>
              <a:gd name="T84" fmla="*/ 124 w 216"/>
              <a:gd name="T85" fmla="*/ 24 h 256"/>
              <a:gd name="T86" fmla="*/ 105 w 216"/>
              <a:gd name="T87" fmla="*/ 31 h 256"/>
              <a:gd name="T88" fmla="*/ 102 w 216"/>
              <a:gd name="T89" fmla="*/ 43 h 256"/>
              <a:gd name="T90" fmla="*/ 112 w 216"/>
              <a:gd name="T91" fmla="*/ 36 h 256"/>
              <a:gd name="T92" fmla="*/ 124 w 216"/>
              <a:gd name="T93" fmla="*/ 32 h 256"/>
              <a:gd name="T94" fmla="*/ 169 w 216"/>
              <a:gd name="T95" fmla="*/ 67 h 256"/>
              <a:gd name="T96" fmla="*/ 172 w 216"/>
              <a:gd name="T97" fmla="*/ 8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6" h="256">
                <a:moveTo>
                  <a:pt x="140" y="168"/>
                </a:moveTo>
                <a:cubicBezTo>
                  <a:pt x="140" y="152"/>
                  <a:pt x="114" y="117"/>
                  <a:pt x="111" y="114"/>
                </a:cubicBezTo>
                <a:cubicBezTo>
                  <a:pt x="110" y="112"/>
                  <a:pt x="106" y="112"/>
                  <a:pt x="105" y="114"/>
                </a:cubicBezTo>
                <a:cubicBezTo>
                  <a:pt x="102" y="117"/>
                  <a:pt x="76" y="152"/>
                  <a:pt x="76" y="168"/>
                </a:cubicBezTo>
                <a:cubicBezTo>
                  <a:pt x="76" y="186"/>
                  <a:pt x="90" y="200"/>
                  <a:pt x="108" y="200"/>
                </a:cubicBezTo>
                <a:cubicBezTo>
                  <a:pt x="126" y="200"/>
                  <a:pt x="140" y="186"/>
                  <a:pt x="140" y="168"/>
                </a:cubicBezTo>
                <a:close/>
                <a:moveTo>
                  <a:pt x="84" y="168"/>
                </a:moveTo>
                <a:cubicBezTo>
                  <a:pt x="84" y="158"/>
                  <a:pt x="99" y="135"/>
                  <a:pt x="108" y="123"/>
                </a:cubicBezTo>
                <a:cubicBezTo>
                  <a:pt x="117" y="135"/>
                  <a:pt x="132" y="158"/>
                  <a:pt x="132" y="168"/>
                </a:cubicBezTo>
                <a:cubicBezTo>
                  <a:pt x="132" y="181"/>
                  <a:pt x="121" y="192"/>
                  <a:pt x="108" y="192"/>
                </a:cubicBezTo>
                <a:cubicBezTo>
                  <a:pt x="95" y="192"/>
                  <a:pt x="84" y="181"/>
                  <a:pt x="84" y="168"/>
                </a:cubicBezTo>
                <a:close/>
                <a:moveTo>
                  <a:pt x="24" y="12"/>
                </a:moveTo>
                <a:cubicBezTo>
                  <a:pt x="24" y="10"/>
                  <a:pt x="26" y="8"/>
                  <a:pt x="28" y="8"/>
                </a:cubicBezTo>
                <a:cubicBezTo>
                  <a:pt x="52" y="8"/>
                  <a:pt x="52" y="8"/>
                  <a:pt x="52" y="8"/>
                </a:cubicBezTo>
                <a:cubicBezTo>
                  <a:pt x="54" y="8"/>
                  <a:pt x="56" y="10"/>
                  <a:pt x="56" y="12"/>
                </a:cubicBezTo>
                <a:cubicBezTo>
                  <a:pt x="56" y="20"/>
                  <a:pt x="56" y="20"/>
                  <a:pt x="56" y="20"/>
                </a:cubicBezTo>
                <a:cubicBezTo>
                  <a:pt x="64" y="20"/>
                  <a:pt x="64" y="20"/>
                  <a:pt x="64" y="20"/>
                </a:cubicBezTo>
                <a:cubicBezTo>
                  <a:pt x="64" y="12"/>
                  <a:pt x="64" y="12"/>
                  <a:pt x="64" y="12"/>
                </a:cubicBezTo>
                <a:cubicBezTo>
                  <a:pt x="64" y="5"/>
                  <a:pt x="59" y="0"/>
                  <a:pt x="52" y="0"/>
                </a:cubicBezTo>
                <a:cubicBezTo>
                  <a:pt x="28" y="0"/>
                  <a:pt x="28" y="0"/>
                  <a:pt x="28" y="0"/>
                </a:cubicBezTo>
                <a:cubicBezTo>
                  <a:pt x="21" y="0"/>
                  <a:pt x="16" y="5"/>
                  <a:pt x="16" y="12"/>
                </a:cubicBezTo>
                <a:cubicBezTo>
                  <a:pt x="16" y="20"/>
                  <a:pt x="16" y="20"/>
                  <a:pt x="16" y="20"/>
                </a:cubicBezTo>
                <a:cubicBezTo>
                  <a:pt x="24" y="20"/>
                  <a:pt x="24" y="20"/>
                  <a:pt x="24" y="20"/>
                </a:cubicBezTo>
                <a:lnTo>
                  <a:pt x="24" y="12"/>
                </a:lnTo>
                <a:close/>
                <a:moveTo>
                  <a:pt x="212" y="222"/>
                </a:moveTo>
                <a:cubicBezTo>
                  <a:pt x="212" y="147"/>
                  <a:pt x="212" y="147"/>
                  <a:pt x="212" y="147"/>
                </a:cubicBezTo>
                <a:cubicBezTo>
                  <a:pt x="212" y="137"/>
                  <a:pt x="207" y="128"/>
                  <a:pt x="199" y="122"/>
                </a:cubicBezTo>
                <a:cubicBezTo>
                  <a:pt x="119" y="63"/>
                  <a:pt x="119" y="63"/>
                  <a:pt x="119" y="63"/>
                </a:cubicBezTo>
                <a:cubicBezTo>
                  <a:pt x="113" y="58"/>
                  <a:pt x="106" y="56"/>
                  <a:pt x="98" y="56"/>
                </a:cubicBezTo>
                <a:cubicBezTo>
                  <a:pt x="44" y="56"/>
                  <a:pt x="44" y="56"/>
                  <a:pt x="44" y="56"/>
                </a:cubicBezTo>
                <a:cubicBezTo>
                  <a:pt x="42" y="56"/>
                  <a:pt x="40" y="58"/>
                  <a:pt x="40" y="60"/>
                </a:cubicBezTo>
                <a:cubicBezTo>
                  <a:pt x="40" y="62"/>
                  <a:pt x="42" y="64"/>
                  <a:pt x="44" y="64"/>
                </a:cubicBezTo>
                <a:cubicBezTo>
                  <a:pt x="98" y="64"/>
                  <a:pt x="98" y="64"/>
                  <a:pt x="98" y="64"/>
                </a:cubicBezTo>
                <a:cubicBezTo>
                  <a:pt x="104" y="64"/>
                  <a:pt x="110" y="66"/>
                  <a:pt x="115" y="69"/>
                </a:cubicBezTo>
                <a:cubicBezTo>
                  <a:pt x="194" y="128"/>
                  <a:pt x="194" y="128"/>
                  <a:pt x="194" y="128"/>
                </a:cubicBezTo>
                <a:cubicBezTo>
                  <a:pt x="200" y="133"/>
                  <a:pt x="204" y="140"/>
                  <a:pt x="204" y="147"/>
                </a:cubicBezTo>
                <a:cubicBezTo>
                  <a:pt x="204" y="220"/>
                  <a:pt x="204" y="220"/>
                  <a:pt x="204" y="220"/>
                </a:cubicBezTo>
                <a:cubicBezTo>
                  <a:pt x="152" y="220"/>
                  <a:pt x="152" y="220"/>
                  <a:pt x="152" y="220"/>
                </a:cubicBezTo>
                <a:cubicBezTo>
                  <a:pt x="152" y="228"/>
                  <a:pt x="152" y="228"/>
                  <a:pt x="152" y="228"/>
                </a:cubicBezTo>
                <a:cubicBezTo>
                  <a:pt x="206" y="228"/>
                  <a:pt x="206" y="228"/>
                  <a:pt x="206" y="228"/>
                </a:cubicBezTo>
                <a:cubicBezTo>
                  <a:pt x="207" y="229"/>
                  <a:pt x="208" y="230"/>
                  <a:pt x="207" y="231"/>
                </a:cubicBezTo>
                <a:cubicBezTo>
                  <a:pt x="205" y="245"/>
                  <a:pt x="205" y="245"/>
                  <a:pt x="205" y="245"/>
                </a:cubicBezTo>
                <a:cubicBezTo>
                  <a:pt x="205" y="247"/>
                  <a:pt x="203" y="248"/>
                  <a:pt x="201" y="248"/>
                </a:cubicBezTo>
                <a:cubicBezTo>
                  <a:pt x="15" y="248"/>
                  <a:pt x="15" y="248"/>
                  <a:pt x="15" y="248"/>
                </a:cubicBezTo>
                <a:cubicBezTo>
                  <a:pt x="13" y="248"/>
                  <a:pt x="11" y="247"/>
                  <a:pt x="11" y="245"/>
                </a:cubicBezTo>
                <a:cubicBezTo>
                  <a:pt x="9" y="231"/>
                  <a:pt x="9" y="231"/>
                  <a:pt x="9" y="231"/>
                </a:cubicBezTo>
                <a:cubicBezTo>
                  <a:pt x="8" y="230"/>
                  <a:pt x="9" y="229"/>
                  <a:pt x="10" y="228"/>
                </a:cubicBezTo>
                <a:cubicBezTo>
                  <a:pt x="64" y="228"/>
                  <a:pt x="64" y="228"/>
                  <a:pt x="64" y="228"/>
                </a:cubicBezTo>
                <a:cubicBezTo>
                  <a:pt x="64" y="220"/>
                  <a:pt x="64" y="220"/>
                  <a:pt x="64" y="220"/>
                </a:cubicBezTo>
                <a:cubicBezTo>
                  <a:pt x="12" y="220"/>
                  <a:pt x="12" y="220"/>
                  <a:pt x="12" y="220"/>
                </a:cubicBezTo>
                <a:cubicBezTo>
                  <a:pt x="12" y="44"/>
                  <a:pt x="12" y="44"/>
                  <a:pt x="12" y="44"/>
                </a:cubicBezTo>
                <a:cubicBezTo>
                  <a:pt x="12" y="40"/>
                  <a:pt x="16" y="36"/>
                  <a:pt x="20" y="36"/>
                </a:cubicBezTo>
                <a:cubicBezTo>
                  <a:pt x="77" y="36"/>
                  <a:pt x="77" y="36"/>
                  <a:pt x="77" y="36"/>
                </a:cubicBezTo>
                <a:cubicBezTo>
                  <a:pt x="79" y="36"/>
                  <a:pt x="81" y="34"/>
                  <a:pt x="81" y="32"/>
                </a:cubicBezTo>
                <a:cubicBezTo>
                  <a:pt x="97" y="14"/>
                  <a:pt x="97" y="14"/>
                  <a:pt x="97" y="14"/>
                </a:cubicBezTo>
                <a:cubicBezTo>
                  <a:pt x="100" y="10"/>
                  <a:pt x="105" y="8"/>
                  <a:pt x="109" y="8"/>
                </a:cubicBezTo>
                <a:cubicBezTo>
                  <a:pt x="129" y="8"/>
                  <a:pt x="129" y="8"/>
                  <a:pt x="129" y="8"/>
                </a:cubicBezTo>
                <a:cubicBezTo>
                  <a:pt x="133" y="8"/>
                  <a:pt x="136" y="9"/>
                  <a:pt x="139" y="12"/>
                </a:cubicBezTo>
                <a:cubicBezTo>
                  <a:pt x="190" y="53"/>
                  <a:pt x="190" y="53"/>
                  <a:pt x="190" y="53"/>
                </a:cubicBezTo>
                <a:cubicBezTo>
                  <a:pt x="194" y="56"/>
                  <a:pt x="196" y="61"/>
                  <a:pt x="196" y="66"/>
                </a:cubicBezTo>
                <a:cubicBezTo>
                  <a:pt x="196" y="100"/>
                  <a:pt x="196" y="100"/>
                  <a:pt x="196" y="100"/>
                </a:cubicBezTo>
                <a:cubicBezTo>
                  <a:pt x="196" y="102"/>
                  <a:pt x="198" y="104"/>
                  <a:pt x="200" y="104"/>
                </a:cubicBezTo>
                <a:cubicBezTo>
                  <a:pt x="202" y="104"/>
                  <a:pt x="204" y="102"/>
                  <a:pt x="204" y="100"/>
                </a:cubicBezTo>
                <a:cubicBezTo>
                  <a:pt x="204" y="66"/>
                  <a:pt x="204" y="66"/>
                  <a:pt x="204" y="66"/>
                </a:cubicBezTo>
                <a:cubicBezTo>
                  <a:pt x="204" y="58"/>
                  <a:pt x="201" y="51"/>
                  <a:pt x="195" y="47"/>
                </a:cubicBezTo>
                <a:cubicBezTo>
                  <a:pt x="144" y="5"/>
                  <a:pt x="144" y="5"/>
                  <a:pt x="144" y="5"/>
                </a:cubicBezTo>
                <a:cubicBezTo>
                  <a:pt x="140" y="2"/>
                  <a:pt x="134" y="0"/>
                  <a:pt x="129" y="0"/>
                </a:cubicBezTo>
                <a:cubicBezTo>
                  <a:pt x="109" y="0"/>
                  <a:pt x="109" y="0"/>
                  <a:pt x="109" y="0"/>
                </a:cubicBezTo>
                <a:cubicBezTo>
                  <a:pt x="102" y="0"/>
                  <a:pt x="96" y="3"/>
                  <a:pt x="91" y="8"/>
                </a:cubicBezTo>
                <a:cubicBezTo>
                  <a:pt x="74" y="28"/>
                  <a:pt x="74" y="28"/>
                  <a:pt x="74" y="28"/>
                </a:cubicBezTo>
                <a:cubicBezTo>
                  <a:pt x="20" y="28"/>
                  <a:pt x="20" y="28"/>
                  <a:pt x="20" y="28"/>
                </a:cubicBezTo>
                <a:cubicBezTo>
                  <a:pt x="11" y="28"/>
                  <a:pt x="4" y="35"/>
                  <a:pt x="4" y="44"/>
                </a:cubicBezTo>
                <a:cubicBezTo>
                  <a:pt x="4" y="222"/>
                  <a:pt x="4" y="222"/>
                  <a:pt x="4" y="222"/>
                </a:cubicBezTo>
                <a:cubicBezTo>
                  <a:pt x="1" y="225"/>
                  <a:pt x="0" y="229"/>
                  <a:pt x="1" y="233"/>
                </a:cubicBezTo>
                <a:cubicBezTo>
                  <a:pt x="3" y="246"/>
                  <a:pt x="3" y="246"/>
                  <a:pt x="3" y="246"/>
                </a:cubicBezTo>
                <a:cubicBezTo>
                  <a:pt x="4" y="252"/>
                  <a:pt x="9" y="256"/>
                  <a:pt x="15" y="256"/>
                </a:cubicBezTo>
                <a:cubicBezTo>
                  <a:pt x="201" y="256"/>
                  <a:pt x="201" y="256"/>
                  <a:pt x="201" y="256"/>
                </a:cubicBezTo>
                <a:cubicBezTo>
                  <a:pt x="207" y="256"/>
                  <a:pt x="212" y="252"/>
                  <a:pt x="213" y="246"/>
                </a:cubicBezTo>
                <a:cubicBezTo>
                  <a:pt x="215" y="233"/>
                  <a:pt x="215" y="233"/>
                  <a:pt x="215" y="233"/>
                </a:cubicBezTo>
                <a:cubicBezTo>
                  <a:pt x="216" y="229"/>
                  <a:pt x="215" y="225"/>
                  <a:pt x="212" y="222"/>
                </a:cubicBezTo>
                <a:close/>
                <a:moveTo>
                  <a:pt x="176" y="88"/>
                </a:moveTo>
                <a:cubicBezTo>
                  <a:pt x="178" y="88"/>
                  <a:pt x="180" y="86"/>
                  <a:pt x="180" y="84"/>
                </a:cubicBezTo>
                <a:cubicBezTo>
                  <a:pt x="180" y="74"/>
                  <a:pt x="180" y="74"/>
                  <a:pt x="180" y="74"/>
                </a:cubicBezTo>
                <a:cubicBezTo>
                  <a:pt x="180" y="69"/>
                  <a:pt x="178" y="64"/>
                  <a:pt x="174" y="61"/>
                </a:cubicBezTo>
                <a:cubicBezTo>
                  <a:pt x="134" y="28"/>
                  <a:pt x="134" y="28"/>
                  <a:pt x="134" y="28"/>
                </a:cubicBezTo>
                <a:cubicBezTo>
                  <a:pt x="131" y="25"/>
                  <a:pt x="127" y="24"/>
                  <a:pt x="124" y="24"/>
                </a:cubicBezTo>
                <a:cubicBezTo>
                  <a:pt x="118" y="24"/>
                  <a:pt x="118" y="24"/>
                  <a:pt x="118" y="24"/>
                </a:cubicBezTo>
                <a:cubicBezTo>
                  <a:pt x="113" y="24"/>
                  <a:pt x="108" y="27"/>
                  <a:pt x="105" y="31"/>
                </a:cubicBezTo>
                <a:cubicBezTo>
                  <a:pt x="101" y="38"/>
                  <a:pt x="101" y="38"/>
                  <a:pt x="101" y="38"/>
                </a:cubicBezTo>
                <a:cubicBezTo>
                  <a:pt x="99" y="40"/>
                  <a:pt x="100" y="42"/>
                  <a:pt x="102" y="43"/>
                </a:cubicBezTo>
                <a:cubicBezTo>
                  <a:pt x="104" y="45"/>
                  <a:pt x="106" y="44"/>
                  <a:pt x="107" y="42"/>
                </a:cubicBezTo>
                <a:cubicBezTo>
                  <a:pt x="112" y="36"/>
                  <a:pt x="112" y="36"/>
                  <a:pt x="112" y="36"/>
                </a:cubicBezTo>
                <a:cubicBezTo>
                  <a:pt x="113" y="33"/>
                  <a:pt x="116" y="32"/>
                  <a:pt x="118" y="32"/>
                </a:cubicBezTo>
                <a:cubicBezTo>
                  <a:pt x="124" y="32"/>
                  <a:pt x="124" y="32"/>
                  <a:pt x="124" y="32"/>
                </a:cubicBezTo>
                <a:cubicBezTo>
                  <a:pt x="126" y="32"/>
                  <a:pt x="127" y="33"/>
                  <a:pt x="129" y="34"/>
                </a:cubicBezTo>
                <a:cubicBezTo>
                  <a:pt x="169" y="67"/>
                  <a:pt x="169" y="67"/>
                  <a:pt x="169" y="67"/>
                </a:cubicBezTo>
                <a:cubicBezTo>
                  <a:pt x="171" y="69"/>
                  <a:pt x="172" y="71"/>
                  <a:pt x="172" y="74"/>
                </a:cubicBezTo>
                <a:cubicBezTo>
                  <a:pt x="172" y="84"/>
                  <a:pt x="172" y="84"/>
                  <a:pt x="172" y="84"/>
                </a:cubicBezTo>
                <a:cubicBezTo>
                  <a:pt x="172" y="86"/>
                  <a:pt x="174" y="88"/>
                  <a:pt x="176" y="8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8" name="Freeform 131">
            <a:extLst>
              <a:ext uri="{FF2B5EF4-FFF2-40B4-BE49-F238E27FC236}">
                <a16:creationId xmlns:a16="http://schemas.microsoft.com/office/drawing/2014/main" id="{D9870B68-90E0-4DE0-B1A4-BCF8C75C5B68}"/>
              </a:ext>
            </a:extLst>
          </p:cNvPr>
          <p:cNvSpPr>
            <a:spLocks noChangeAspect="1" noEditPoints="1"/>
          </p:cNvSpPr>
          <p:nvPr/>
        </p:nvSpPr>
        <p:spPr bwMode="auto">
          <a:xfrm>
            <a:off x="4499235" y="4355982"/>
            <a:ext cx="288925" cy="400050"/>
          </a:xfrm>
          <a:custGeom>
            <a:avLst/>
            <a:gdLst>
              <a:gd name="T0" fmla="*/ 92 w 184"/>
              <a:gd name="T1" fmla="*/ 120 h 256"/>
              <a:gd name="T2" fmla="*/ 76 w 184"/>
              <a:gd name="T3" fmla="*/ 125 h 256"/>
              <a:gd name="T4" fmla="*/ 84 w 184"/>
              <a:gd name="T5" fmla="*/ 82 h 256"/>
              <a:gd name="T6" fmla="*/ 40 w 184"/>
              <a:gd name="T7" fmla="*/ 128 h 256"/>
              <a:gd name="T8" fmla="*/ 46 w 184"/>
              <a:gd name="T9" fmla="*/ 144 h 256"/>
              <a:gd name="T10" fmla="*/ 76 w 184"/>
              <a:gd name="T11" fmla="*/ 125 h 256"/>
              <a:gd name="T12" fmla="*/ 76 w 184"/>
              <a:gd name="T13" fmla="*/ 87 h 256"/>
              <a:gd name="T14" fmla="*/ 48 w 184"/>
              <a:gd name="T15" fmla="*/ 134 h 256"/>
              <a:gd name="T16" fmla="*/ 100 w 184"/>
              <a:gd name="T17" fmla="*/ 82 h 256"/>
              <a:gd name="T18" fmla="*/ 108 w 184"/>
              <a:gd name="T19" fmla="*/ 125 h 256"/>
              <a:gd name="T20" fmla="*/ 138 w 184"/>
              <a:gd name="T21" fmla="*/ 144 h 256"/>
              <a:gd name="T22" fmla="*/ 144 w 184"/>
              <a:gd name="T23" fmla="*/ 128 h 256"/>
              <a:gd name="T24" fmla="*/ 115 w 184"/>
              <a:gd name="T25" fmla="*/ 122 h 256"/>
              <a:gd name="T26" fmla="*/ 136 w 184"/>
              <a:gd name="T27" fmla="*/ 128 h 256"/>
              <a:gd name="T28" fmla="*/ 103 w 184"/>
              <a:gd name="T29" fmla="*/ 143 h 256"/>
              <a:gd name="T30" fmla="*/ 81 w 184"/>
              <a:gd name="T31" fmla="*/ 143 h 256"/>
              <a:gd name="T32" fmla="*/ 54 w 184"/>
              <a:gd name="T33" fmla="*/ 164 h 256"/>
              <a:gd name="T34" fmla="*/ 131 w 184"/>
              <a:gd name="T35" fmla="*/ 161 h 256"/>
              <a:gd name="T36" fmla="*/ 64 w 184"/>
              <a:gd name="T37" fmla="*/ 162 h 256"/>
              <a:gd name="T38" fmla="*/ 120 w 184"/>
              <a:gd name="T39" fmla="*/ 162 h 256"/>
              <a:gd name="T40" fmla="*/ 88 w 184"/>
              <a:gd name="T41" fmla="*/ 24 h 256"/>
              <a:gd name="T42" fmla="*/ 120 w 184"/>
              <a:gd name="T43" fmla="*/ 24 h 256"/>
              <a:gd name="T44" fmla="*/ 172 w 184"/>
              <a:gd name="T45" fmla="*/ 32 h 256"/>
              <a:gd name="T46" fmla="*/ 176 w 184"/>
              <a:gd name="T47" fmla="*/ 0 h 256"/>
              <a:gd name="T48" fmla="*/ 140 w 184"/>
              <a:gd name="T49" fmla="*/ 24 h 256"/>
              <a:gd name="T50" fmla="*/ 92 w 184"/>
              <a:gd name="T51" fmla="*/ 48 h 256"/>
              <a:gd name="T52" fmla="*/ 56 w 184"/>
              <a:gd name="T53" fmla="*/ 32 h 256"/>
              <a:gd name="T54" fmla="*/ 8 w 184"/>
              <a:gd name="T55" fmla="*/ 20 h 256"/>
              <a:gd name="T56" fmla="*/ 0 w 184"/>
              <a:gd name="T57" fmla="*/ 20 h 256"/>
              <a:gd name="T58" fmla="*/ 16 w 184"/>
              <a:gd name="T59" fmla="*/ 40 h 256"/>
              <a:gd name="T60" fmla="*/ 40 w 184"/>
              <a:gd name="T61" fmla="*/ 32 h 256"/>
              <a:gd name="T62" fmla="*/ 40 w 184"/>
              <a:gd name="T63" fmla="*/ 189 h 256"/>
              <a:gd name="T64" fmla="*/ 28 w 184"/>
              <a:gd name="T65" fmla="*/ 216 h 256"/>
              <a:gd name="T66" fmla="*/ 12 w 184"/>
              <a:gd name="T67" fmla="*/ 224 h 256"/>
              <a:gd name="T68" fmla="*/ 8 w 184"/>
              <a:gd name="T69" fmla="*/ 256 h 256"/>
              <a:gd name="T70" fmla="*/ 56 w 184"/>
              <a:gd name="T71" fmla="*/ 232 h 256"/>
              <a:gd name="T72" fmla="*/ 48 w 184"/>
              <a:gd name="T73" fmla="*/ 195 h 256"/>
              <a:gd name="T74" fmla="*/ 136 w 184"/>
              <a:gd name="T75" fmla="*/ 228 h 256"/>
              <a:gd name="T76" fmla="*/ 176 w 184"/>
              <a:gd name="T77" fmla="*/ 236 h 256"/>
              <a:gd name="T78" fmla="*/ 184 w 184"/>
              <a:gd name="T79" fmla="*/ 236 h 256"/>
              <a:gd name="T80" fmla="*/ 168 w 184"/>
              <a:gd name="T81" fmla="*/ 216 h 256"/>
              <a:gd name="T82" fmla="*/ 144 w 184"/>
              <a:gd name="T83" fmla="*/ 224 h 256"/>
              <a:gd name="T84" fmla="*/ 144 w 184"/>
              <a:gd name="T85" fmla="*/ 67 h 256"/>
              <a:gd name="T86" fmla="*/ 156 w 184"/>
              <a:gd name="T87" fmla="*/ 40 h 256"/>
              <a:gd name="T88" fmla="*/ 92 w 184"/>
              <a:gd name="T89" fmla="*/ 200 h 256"/>
              <a:gd name="T90" fmla="*/ 164 w 184"/>
              <a:gd name="T91" fmla="*/ 128 h 256"/>
              <a:gd name="T92" fmla="*/ 120 w 184"/>
              <a:gd name="T93"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4" h="256">
                <a:moveTo>
                  <a:pt x="92" y="136"/>
                </a:moveTo>
                <a:cubicBezTo>
                  <a:pt x="96" y="136"/>
                  <a:pt x="100" y="132"/>
                  <a:pt x="100" y="128"/>
                </a:cubicBezTo>
                <a:cubicBezTo>
                  <a:pt x="100" y="124"/>
                  <a:pt x="96" y="120"/>
                  <a:pt x="92" y="120"/>
                </a:cubicBezTo>
                <a:cubicBezTo>
                  <a:pt x="88" y="120"/>
                  <a:pt x="84" y="124"/>
                  <a:pt x="84" y="128"/>
                </a:cubicBezTo>
                <a:cubicBezTo>
                  <a:pt x="84" y="132"/>
                  <a:pt x="88" y="136"/>
                  <a:pt x="92" y="136"/>
                </a:cubicBezTo>
                <a:close/>
                <a:moveTo>
                  <a:pt x="76" y="125"/>
                </a:moveTo>
                <a:cubicBezTo>
                  <a:pt x="77" y="121"/>
                  <a:pt x="79" y="118"/>
                  <a:pt x="82" y="115"/>
                </a:cubicBezTo>
                <a:cubicBezTo>
                  <a:pt x="83" y="115"/>
                  <a:pt x="84" y="113"/>
                  <a:pt x="84" y="112"/>
                </a:cubicBezTo>
                <a:cubicBezTo>
                  <a:pt x="84" y="82"/>
                  <a:pt x="84" y="82"/>
                  <a:pt x="84" y="82"/>
                </a:cubicBezTo>
                <a:cubicBezTo>
                  <a:pt x="84" y="80"/>
                  <a:pt x="83" y="79"/>
                  <a:pt x="82" y="78"/>
                </a:cubicBezTo>
                <a:cubicBezTo>
                  <a:pt x="81" y="78"/>
                  <a:pt x="80" y="77"/>
                  <a:pt x="79" y="78"/>
                </a:cubicBezTo>
                <a:cubicBezTo>
                  <a:pt x="56" y="84"/>
                  <a:pt x="40" y="104"/>
                  <a:pt x="40" y="128"/>
                </a:cubicBezTo>
                <a:cubicBezTo>
                  <a:pt x="40" y="132"/>
                  <a:pt x="41" y="137"/>
                  <a:pt x="42" y="141"/>
                </a:cubicBezTo>
                <a:cubicBezTo>
                  <a:pt x="42" y="142"/>
                  <a:pt x="43" y="143"/>
                  <a:pt x="44" y="144"/>
                </a:cubicBezTo>
                <a:cubicBezTo>
                  <a:pt x="45" y="144"/>
                  <a:pt x="45" y="144"/>
                  <a:pt x="46" y="144"/>
                </a:cubicBezTo>
                <a:cubicBezTo>
                  <a:pt x="46" y="144"/>
                  <a:pt x="47" y="144"/>
                  <a:pt x="48" y="144"/>
                </a:cubicBezTo>
                <a:cubicBezTo>
                  <a:pt x="74" y="128"/>
                  <a:pt x="74" y="128"/>
                  <a:pt x="74" y="128"/>
                </a:cubicBezTo>
                <a:cubicBezTo>
                  <a:pt x="75" y="128"/>
                  <a:pt x="76" y="127"/>
                  <a:pt x="76" y="125"/>
                </a:cubicBezTo>
                <a:close/>
                <a:moveTo>
                  <a:pt x="48" y="134"/>
                </a:moveTo>
                <a:cubicBezTo>
                  <a:pt x="48" y="132"/>
                  <a:pt x="48" y="130"/>
                  <a:pt x="48" y="128"/>
                </a:cubicBezTo>
                <a:cubicBezTo>
                  <a:pt x="48" y="110"/>
                  <a:pt x="59" y="94"/>
                  <a:pt x="76" y="87"/>
                </a:cubicBezTo>
                <a:cubicBezTo>
                  <a:pt x="76" y="110"/>
                  <a:pt x="76" y="110"/>
                  <a:pt x="76" y="110"/>
                </a:cubicBezTo>
                <a:cubicBezTo>
                  <a:pt x="72" y="113"/>
                  <a:pt x="70" y="118"/>
                  <a:pt x="69" y="122"/>
                </a:cubicBezTo>
                <a:lnTo>
                  <a:pt x="48" y="134"/>
                </a:lnTo>
                <a:close/>
                <a:moveTo>
                  <a:pt x="105" y="78"/>
                </a:moveTo>
                <a:cubicBezTo>
                  <a:pt x="104" y="77"/>
                  <a:pt x="103" y="78"/>
                  <a:pt x="102" y="78"/>
                </a:cubicBezTo>
                <a:cubicBezTo>
                  <a:pt x="101" y="79"/>
                  <a:pt x="100" y="80"/>
                  <a:pt x="100" y="82"/>
                </a:cubicBezTo>
                <a:cubicBezTo>
                  <a:pt x="100" y="112"/>
                  <a:pt x="100" y="112"/>
                  <a:pt x="100" y="112"/>
                </a:cubicBezTo>
                <a:cubicBezTo>
                  <a:pt x="100" y="113"/>
                  <a:pt x="101" y="115"/>
                  <a:pt x="102" y="115"/>
                </a:cubicBezTo>
                <a:cubicBezTo>
                  <a:pt x="105" y="118"/>
                  <a:pt x="107" y="121"/>
                  <a:pt x="108" y="125"/>
                </a:cubicBezTo>
                <a:cubicBezTo>
                  <a:pt x="108" y="127"/>
                  <a:pt x="109" y="128"/>
                  <a:pt x="110" y="128"/>
                </a:cubicBezTo>
                <a:cubicBezTo>
                  <a:pt x="136" y="144"/>
                  <a:pt x="136" y="144"/>
                  <a:pt x="136" y="144"/>
                </a:cubicBezTo>
                <a:cubicBezTo>
                  <a:pt x="137" y="144"/>
                  <a:pt x="138" y="144"/>
                  <a:pt x="138" y="144"/>
                </a:cubicBezTo>
                <a:cubicBezTo>
                  <a:pt x="139" y="144"/>
                  <a:pt x="139" y="144"/>
                  <a:pt x="140" y="144"/>
                </a:cubicBezTo>
                <a:cubicBezTo>
                  <a:pt x="141" y="143"/>
                  <a:pt x="142" y="142"/>
                  <a:pt x="142" y="141"/>
                </a:cubicBezTo>
                <a:cubicBezTo>
                  <a:pt x="143" y="137"/>
                  <a:pt x="144" y="132"/>
                  <a:pt x="144" y="128"/>
                </a:cubicBezTo>
                <a:cubicBezTo>
                  <a:pt x="144" y="104"/>
                  <a:pt x="128" y="84"/>
                  <a:pt x="105" y="78"/>
                </a:cubicBezTo>
                <a:close/>
                <a:moveTo>
                  <a:pt x="136" y="134"/>
                </a:moveTo>
                <a:cubicBezTo>
                  <a:pt x="115" y="122"/>
                  <a:pt x="115" y="122"/>
                  <a:pt x="115" y="122"/>
                </a:cubicBezTo>
                <a:cubicBezTo>
                  <a:pt x="114" y="118"/>
                  <a:pt x="112" y="113"/>
                  <a:pt x="108" y="110"/>
                </a:cubicBezTo>
                <a:cubicBezTo>
                  <a:pt x="108" y="87"/>
                  <a:pt x="108" y="87"/>
                  <a:pt x="108" y="87"/>
                </a:cubicBezTo>
                <a:cubicBezTo>
                  <a:pt x="125" y="94"/>
                  <a:pt x="136" y="110"/>
                  <a:pt x="136" y="128"/>
                </a:cubicBezTo>
                <a:cubicBezTo>
                  <a:pt x="136" y="130"/>
                  <a:pt x="136" y="132"/>
                  <a:pt x="136" y="134"/>
                </a:cubicBezTo>
                <a:close/>
                <a:moveTo>
                  <a:pt x="129" y="158"/>
                </a:moveTo>
                <a:cubicBezTo>
                  <a:pt x="103" y="143"/>
                  <a:pt x="103" y="143"/>
                  <a:pt x="103" y="143"/>
                </a:cubicBezTo>
                <a:cubicBezTo>
                  <a:pt x="101" y="142"/>
                  <a:pt x="100" y="142"/>
                  <a:pt x="99" y="142"/>
                </a:cubicBezTo>
                <a:cubicBezTo>
                  <a:pt x="94" y="145"/>
                  <a:pt x="90" y="145"/>
                  <a:pt x="85" y="142"/>
                </a:cubicBezTo>
                <a:cubicBezTo>
                  <a:pt x="84" y="142"/>
                  <a:pt x="83" y="142"/>
                  <a:pt x="81" y="143"/>
                </a:cubicBezTo>
                <a:cubicBezTo>
                  <a:pt x="55" y="158"/>
                  <a:pt x="55" y="158"/>
                  <a:pt x="55" y="158"/>
                </a:cubicBezTo>
                <a:cubicBezTo>
                  <a:pt x="54" y="158"/>
                  <a:pt x="54" y="159"/>
                  <a:pt x="53" y="161"/>
                </a:cubicBezTo>
                <a:cubicBezTo>
                  <a:pt x="53" y="162"/>
                  <a:pt x="54" y="163"/>
                  <a:pt x="54" y="164"/>
                </a:cubicBezTo>
                <a:cubicBezTo>
                  <a:pt x="64" y="174"/>
                  <a:pt x="78" y="180"/>
                  <a:pt x="92" y="180"/>
                </a:cubicBezTo>
                <a:cubicBezTo>
                  <a:pt x="106" y="180"/>
                  <a:pt x="120" y="174"/>
                  <a:pt x="130" y="164"/>
                </a:cubicBezTo>
                <a:cubicBezTo>
                  <a:pt x="130" y="163"/>
                  <a:pt x="131" y="162"/>
                  <a:pt x="131" y="161"/>
                </a:cubicBezTo>
                <a:cubicBezTo>
                  <a:pt x="130" y="159"/>
                  <a:pt x="130" y="158"/>
                  <a:pt x="129" y="158"/>
                </a:cubicBezTo>
                <a:close/>
                <a:moveTo>
                  <a:pt x="92" y="172"/>
                </a:moveTo>
                <a:cubicBezTo>
                  <a:pt x="82" y="172"/>
                  <a:pt x="72" y="168"/>
                  <a:pt x="64" y="162"/>
                </a:cubicBezTo>
                <a:cubicBezTo>
                  <a:pt x="84" y="150"/>
                  <a:pt x="84" y="150"/>
                  <a:pt x="84" y="150"/>
                </a:cubicBezTo>
                <a:cubicBezTo>
                  <a:pt x="89" y="153"/>
                  <a:pt x="95" y="153"/>
                  <a:pt x="100" y="150"/>
                </a:cubicBezTo>
                <a:cubicBezTo>
                  <a:pt x="120" y="162"/>
                  <a:pt x="120" y="162"/>
                  <a:pt x="120" y="162"/>
                </a:cubicBezTo>
                <a:cubicBezTo>
                  <a:pt x="112" y="168"/>
                  <a:pt x="102" y="172"/>
                  <a:pt x="92" y="172"/>
                </a:cubicBezTo>
                <a:close/>
                <a:moveTo>
                  <a:pt x="120" y="24"/>
                </a:moveTo>
                <a:cubicBezTo>
                  <a:pt x="88" y="24"/>
                  <a:pt x="88" y="24"/>
                  <a:pt x="88" y="24"/>
                </a:cubicBezTo>
                <a:cubicBezTo>
                  <a:pt x="88" y="32"/>
                  <a:pt x="88" y="32"/>
                  <a:pt x="88" y="32"/>
                </a:cubicBezTo>
                <a:cubicBezTo>
                  <a:pt x="120" y="32"/>
                  <a:pt x="120" y="32"/>
                  <a:pt x="120" y="32"/>
                </a:cubicBezTo>
                <a:lnTo>
                  <a:pt x="120" y="24"/>
                </a:lnTo>
                <a:close/>
                <a:moveTo>
                  <a:pt x="168" y="40"/>
                </a:moveTo>
                <a:cubicBezTo>
                  <a:pt x="168" y="32"/>
                  <a:pt x="168" y="32"/>
                  <a:pt x="168" y="32"/>
                </a:cubicBezTo>
                <a:cubicBezTo>
                  <a:pt x="172" y="32"/>
                  <a:pt x="172" y="32"/>
                  <a:pt x="172" y="32"/>
                </a:cubicBezTo>
                <a:cubicBezTo>
                  <a:pt x="179" y="32"/>
                  <a:pt x="184" y="27"/>
                  <a:pt x="184" y="20"/>
                </a:cubicBezTo>
                <a:cubicBezTo>
                  <a:pt x="184" y="0"/>
                  <a:pt x="184" y="0"/>
                  <a:pt x="184" y="0"/>
                </a:cubicBezTo>
                <a:cubicBezTo>
                  <a:pt x="176" y="0"/>
                  <a:pt x="176" y="0"/>
                  <a:pt x="176" y="0"/>
                </a:cubicBezTo>
                <a:cubicBezTo>
                  <a:pt x="176" y="20"/>
                  <a:pt x="176" y="20"/>
                  <a:pt x="176" y="20"/>
                </a:cubicBezTo>
                <a:cubicBezTo>
                  <a:pt x="176" y="22"/>
                  <a:pt x="174" y="24"/>
                  <a:pt x="172" y="24"/>
                </a:cubicBezTo>
                <a:cubicBezTo>
                  <a:pt x="140" y="24"/>
                  <a:pt x="140" y="24"/>
                  <a:pt x="140" y="24"/>
                </a:cubicBezTo>
                <a:cubicBezTo>
                  <a:pt x="138" y="24"/>
                  <a:pt x="136" y="26"/>
                  <a:pt x="136" y="28"/>
                </a:cubicBezTo>
                <a:cubicBezTo>
                  <a:pt x="136" y="61"/>
                  <a:pt x="136" y="61"/>
                  <a:pt x="136" y="61"/>
                </a:cubicBezTo>
                <a:cubicBezTo>
                  <a:pt x="123" y="53"/>
                  <a:pt x="108" y="48"/>
                  <a:pt x="92" y="48"/>
                </a:cubicBezTo>
                <a:cubicBezTo>
                  <a:pt x="76" y="48"/>
                  <a:pt x="61" y="53"/>
                  <a:pt x="48" y="61"/>
                </a:cubicBezTo>
                <a:cubicBezTo>
                  <a:pt x="48" y="32"/>
                  <a:pt x="48" y="32"/>
                  <a:pt x="48" y="32"/>
                </a:cubicBezTo>
                <a:cubicBezTo>
                  <a:pt x="56" y="32"/>
                  <a:pt x="56" y="32"/>
                  <a:pt x="56" y="32"/>
                </a:cubicBezTo>
                <a:cubicBezTo>
                  <a:pt x="56" y="24"/>
                  <a:pt x="56" y="24"/>
                  <a:pt x="56" y="24"/>
                </a:cubicBezTo>
                <a:cubicBezTo>
                  <a:pt x="12" y="24"/>
                  <a:pt x="12" y="24"/>
                  <a:pt x="12" y="24"/>
                </a:cubicBezTo>
                <a:cubicBezTo>
                  <a:pt x="10" y="24"/>
                  <a:pt x="8" y="22"/>
                  <a:pt x="8" y="20"/>
                </a:cubicBezTo>
                <a:cubicBezTo>
                  <a:pt x="8" y="0"/>
                  <a:pt x="8" y="0"/>
                  <a:pt x="8" y="0"/>
                </a:cubicBezTo>
                <a:cubicBezTo>
                  <a:pt x="0" y="0"/>
                  <a:pt x="0" y="0"/>
                  <a:pt x="0" y="0"/>
                </a:cubicBezTo>
                <a:cubicBezTo>
                  <a:pt x="0" y="20"/>
                  <a:pt x="0" y="20"/>
                  <a:pt x="0" y="20"/>
                </a:cubicBezTo>
                <a:cubicBezTo>
                  <a:pt x="0" y="27"/>
                  <a:pt x="5" y="32"/>
                  <a:pt x="12" y="32"/>
                </a:cubicBezTo>
                <a:cubicBezTo>
                  <a:pt x="16" y="32"/>
                  <a:pt x="16" y="32"/>
                  <a:pt x="16" y="32"/>
                </a:cubicBezTo>
                <a:cubicBezTo>
                  <a:pt x="16" y="40"/>
                  <a:pt x="16" y="40"/>
                  <a:pt x="16" y="40"/>
                </a:cubicBezTo>
                <a:cubicBezTo>
                  <a:pt x="28" y="40"/>
                  <a:pt x="28" y="40"/>
                  <a:pt x="28" y="40"/>
                </a:cubicBezTo>
                <a:cubicBezTo>
                  <a:pt x="28" y="32"/>
                  <a:pt x="28" y="32"/>
                  <a:pt x="28" y="32"/>
                </a:cubicBezTo>
                <a:cubicBezTo>
                  <a:pt x="40" y="32"/>
                  <a:pt x="40" y="32"/>
                  <a:pt x="40" y="32"/>
                </a:cubicBezTo>
                <a:cubicBezTo>
                  <a:pt x="40" y="67"/>
                  <a:pt x="40" y="67"/>
                  <a:pt x="40" y="67"/>
                </a:cubicBezTo>
                <a:cubicBezTo>
                  <a:pt x="23" y="82"/>
                  <a:pt x="12" y="104"/>
                  <a:pt x="12" y="128"/>
                </a:cubicBezTo>
                <a:cubicBezTo>
                  <a:pt x="12" y="152"/>
                  <a:pt x="23" y="174"/>
                  <a:pt x="40" y="189"/>
                </a:cubicBezTo>
                <a:cubicBezTo>
                  <a:pt x="40" y="224"/>
                  <a:pt x="40" y="224"/>
                  <a:pt x="40" y="224"/>
                </a:cubicBezTo>
                <a:cubicBezTo>
                  <a:pt x="28" y="224"/>
                  <a:pt x="28" y="224"/>
                  <a:pt x="28" y="224"/>
                </a:cubicBezTo>
                <a:cubicBezTo>
                  <a:pt x="28" y="216"/>
                  <a:pt x="28" y="216"/>
                  <a:pt x="28" y="216"/>
                </a:cubicBezTo>
                <a:cubicBezTo>
                  <a:pt x="16" y="216"/>
                  <a:pt x="16" y="216"/>
                  <a:pt x="16" y="216"/>
                </a:cubicBezTo>
                <a:cubicBezTo>
                  <a:pt x="16" y="224"/>
                  <a:pt x="16" y="224"/>
                  <a:pt x="16" y="224"/>
                </a:cubicBezTo>
                <a:cubicBezTo>
                  <a:pt x="12" y="224"/>
                  <a:pt x="12" y="224"/>
                  <a:pt x="12" y="224"/>
                </a:cubicBezTo>
                <a:cubicBezTo>
                  <a:pt x="5" y="224"/>
                  <a:pt x="0" y="229"/>
                  <a:pt x="0" y="236"/>
                </a:cubicBezTo>
                <a:cubicBezTo>
                  <a:pt x="0" y="256"/>
                  <a:pt x="0" y="256"/>
                  <a:pt x="0" y="256"/>
                </a:cubicBezTo>
                <a:cubicBezTo>
                  <a:pt x="8" y="256"/>
                  <a:pt x="8" y="256"/>
                  <a:pt x="8" y="256"/>
                </a:cubicBezTo>
                <a:cubicBezTo>
                  <a:pt x="8" y="236"/>
                  <a:pt x="8" y="236"/>
                  <a:pt x="8" y="236"/>
                </a:cubicBezTo>
                <a:cubicBezTo>
                  <a:pt x="8" y="234"/>
                  <a:pt x="10" y="232"/>
                  <a:pt x="12" y="232"/>
                </a:cubicBezTo>
                <a:cubicBezTo>
                  <a:pt x="56" y="232"/>
                  <a:pt x="56" y="232"/>
                  <a:pt x="56" y="232"/>
                </a:cubicBezTo>
                <a:cubicBezTo>
                  <a:pt x="56" y="224"/>
                  <a:pt x="56" y="224"/>
                  <a:pt x="56" y="224"/>
                </a:cubicBezTo>
                <a:cubicBezTo>
                  <a:pt x="48" y="224"/>
                  <a:pt x="48" y="224"/>
                  <a:pt x="48" y="224"/>
                </a:cubicBezTo>
                <a:cubicBezTo>
                  <a:pt x="48" y="195"/>
                  <a:pt x="48" y="195"/>
                  <a:pt x="48" y="195"/>
                </a:cubicBezTo>
                <a:cubicBezTo>
                  <a:pt x="61" y="203"/>
                  <a:pt x="76" y="208"/>
                  <a:pt x="92" y="208"/>
                </a:cubicBezTo>
                <a:cubicBezTo>
                  <a:pt x="108" y="208"/>
                  <a:pt x="123" y="203"/>
                  <a:pt x="136" y="195"/>
                </a:cubicBezTo>
                <a:cubicBezTo>
                  <a:pt x="136" y="228"/>
                  <a:pt x="136" y="228"/>
                  <a:pt x="136" y="228"/>
                </a:cubicBezTo>
                <a:cubicBezTo>
                  <a:pt x="136" y="230"/>
                  <a:pt x="138" y="232"/>
                  <a:pt x="140" y="232"/>
                </a:cubicBezTo>
                <a:cubicBezTo>
                  <a:pt x="172" y="232"/>
                  <a:pt x="172" y="232"/>
                  <a:pt x="172" y="232"/>
                </a:cubicBezTo>
                <a:cubicBezTo>
                  <a:pt x="174" y="232"/>
                  <a:pt x="176" y="234"/>
                  <a:pt x="176" y="236"/>
                </a:cubicBezTo>
                <a:cubicBezTo>
                  <a:pt x="176" y="256"/>
                  <a:pt x="176" y="256"/>
                  <a:pt x="176" y="256"/>
                </a:cubicBezTo>
                <a:cubicBezTo>
                  <a:pt x="184" y="256"/>
                  <a:pt x="184" y="256"/>
                  <a:pt x="184" y="256"/>
                </a:cubicBezTo>
                <a:cubicBezTo>
                  <a:pt x="184" y="236"/>
                  <a:pt x="184" y="236"/>
                  <a:pt x="184" y="236"/>
                </a:cubicBezTo>
                <a:cubicBezTo>
                  <a:pt x="184" y="229"/>
                  <a:pt x="179" y="224"/>
                  <a:pt x="172" y="224"/>
                </a:cubicBezTo>
                <a:cubicBezTo>
                  <a:pt x="168" y="224"/>
                  <a:pt x="168" y="224"/>
                  <a:pt x="168" y="224"/>
                </a:cubicBezTo>
                <a:cubicBezTo>
                  <a:pt x="168" y="216"/>
                  <a:pt x="168" y="216"/>
                  <a:pt x="168" y="216"/>
                </a:cubicBezTo>
                <a:cubicBezTo>
                  <a:pt x="156" y="216"/>
                  <a:pt x="156" y="216"/>
                  <a:pt x="156" y="216"/>
                </a:cubicBezTo>
                <a:cubicBezTo>
                  <a:pt x="156" y="224"/>
                  <a:pt x="156" y="224"/>
                  <a:pt x="156" y="224"/>
                </a:cubicBezTo>
                <a:cubicBezTo>
                  <a:pt x="144" y="224"/>
                  <a:pt x="144" y="224"/>
                  <a:pt x="144" y="224"/>
                </a:cubicBezTo>
                <a:cubicBezTo>
                  <a:pt x="144" y="189"/>
                  <a:pt x="144" y="189"/>
                  <a:pt x="144" y="189"/>
                </a:cubicBezTo>
                <a:cubicBezTo>
                  <a:pt x="161" y="174"/>
                  <a:pt x="172" y="152"/>
                  <a:pt x="172" y="128"/>
                </a:cubicBezTo>
                <a:cubicBezTo>
                  <a:pt x="172" y="104"/>
                  <a:pt x="161" y="82"/>
                  <a:pt x="144" y="67"/>
                </a:cubicBezTo>
                <a:cubicBezTo>
                  <a:pt x="144" y="32"/>
                  <a:pt x="144" y="32"/>
                  <a:pt x="144" y="32"/>
                </a:cubicBezTo>
                <a:cubicBezTo>
                  <a:pt x="156" y="32"/>
                  <a:pt x="156" y="32"/>
                  <a:pt x="156" y="32"/>
                </a:cubicBezTo>
                <a:cubicBezTo>
                  <a:pt x="156" y="40"/>
                  <a:pt x="156" y="40"/>
                  <a:pt x="156" y="40"/>
                </a:cubicBezTo>
                <a:lnTo>
                  <a:pt x="168" y="40"/>
                </a:lnTo>
                <a:close/>
                <a:moveTo>
                  <a:pt x="164" y="128"/>
                </a:moveTo>
                <a:cubicBezTo>
                  <a:pt x="164" y="168"/>
                  <a:pt x="132" y="200"/>
                  <a:pt x="92" y="200"/>
                </a:cubicBezTo>
                <a:cubicBezTo>
                  <a:pt x="52" y="200"/>
                  <a:pt x="20" y="168"/>
                  <a:pt x="20" y="128"/>
                </a:cubicBezTo>
                <a:cubicBezTo>
                  <a:pt x="20" y="88"/>
                  <a:pt x="52" y="56"/>
                  <a:pt x="92" y="56"/>
                </a:cubicBezTo>
                <a:cubicBezTo>
                  <a:pt x="132" y="56"/>
                  <a:pt x="164" y="88"/>
                  <a:pt x="164" y="128"/>
                </a:cubicBezTo>
                <a:close/>
                <a:moveTo>
                  <a:pt x="88" y="232"/>
                </a:moveTo>
                <a:cubicBezTo>
                  <a:pt x="120" y="232"/>
                  <a:pt x="120" y="232"/>
                  <a:pt x="120" y="232"/>
                </a:cubicBezTo>
                <a:cubicBezTo>
                  <a:pt x="120" y="224"/>
                  <a:pt x="120" y="224"/>
                  <a:pt x="120" y="224"/>
                </a:cubicBezTo>
                <a:cubicBezTo>
                  <a:pt x="88" y="224"/>
                  <a:pt x="88" y="224"/>
                  <a:pt x="88" y="224"/>
                </a:cubicBezTo>
                <a:lnTo>
                  <a:pt x="88" y="23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5" name="Freeform 109">
            <a:extLst>
              <a:ext uri="{FF2B5EF4-FFF2-40B4-BE49-F238E27FC236}">
                <a16:creationId xmlns:a16="http://schemas.microsoft.com/office/drawing/2014/main" id="{92CABE4D-3E6A-41CF-8817-6944149798FD}"/>
              </a:ext>
            </a:extLst>
          </p:cNvPr>
          <p:cNvSpPr>
            <a:spLocks noChangeAspect="1" noEditPoints="1"/>
          </p:cNvSpPr>
          <p:nvPr/>
        </p:nvSpPr>
        <p:spPr bwMode="auto">
          <a:xfrm>
            <a:off x="5411318" y="4355982"/>
            <a:ext cx="400050" cy="400050"/>
          </a:xfrm>
          <a:custGeom>
            <a:avLst/>
            <a:gdLst>
              <a:gd name="T0" fmla="*/ 128 w 256"/>
              <a:gd name="T1" fmla="*/ 140 h 256"/>
              <a:gd name="T2" fmla="*/ 167 w 256"/>
              <a:gd name="T3" fmla="*/ 114 h 256"/>
              <a:gd name="T4" fmla="*/ 159 w 256"/>
              <a:gd name="T5" fmla="*/ 117 h 256"/>
              <a:gd name="T6" fmla="*/ 132 w 256"/>
              <a:gd name="T7" fmla="*/ 128 h 256"/>
              <a:gd name="T8" fmla="*/ 124 w 256"/>
              <a:gd name="T9" fmla="*/ 132 h 256"/>
              <a:gd name="T10" fmla="*/ 97 w 256"/>
              <a:gd name="T11" fmla="*/ 111 h 256"/>
              <a:gd name="T12" fmla="*/ 76 w 256"/>
              <a:gd name="T13" fmla="*/ 84 h 256"/>
              <a:gd name="T14" fmla="*/ 80 w 256"/>
              <a:gd name="T15" fmla="*/ 76 h 256"/>
              <a:gd name="T16" fmla="*/ 91 w 256"/>
              <a:gd name="T17" fmla="*/ 49 h 256"/>
              <a:gd name="T18" fmla="*/ 97 w 256"/>
              <a:gd name="T19" fmla="*/ 43 h 256"/>
              <a:gd name="T20" fmla="*/ 162 w 256"/>
              <a:gd name="T21" fmla="*/ 41 h 256"/>
              <a:gd name="T22" fmla="*/ 162 w 256"/>
              <a:gd name="T23" fmla="*/ 50 h 256"/>
              <a:gd name="T24" fmla="*/ 180 w 256"/>
              <a:gd name="T25" fmla="*/ 76 h 256"/>
              <a:gd name="T26" fmla="*/ 176 w 256"/>
              <a:gd name="T27" fmla="*/ 84 h 256"/>
              <a:gd name="T28" fmla="*/ 132 w 256"/>
              <a:gd name="T29" fmla="*/ 65 h 256"/>
              <a:gd name="T30" fmla="*/ 124 w 256"/>
              <a:gd name="T31" fmla="*/ 44 h 256"/>
              <a:gd name="T32" fmla="*/ 124 w 256"/>
              <a:gd name="T33" fmla="*/ 95 h 256"/>
              <a:gd name="T34" fmla="*/ 128 w 256"/>
              <a:gd name="T35" fmla="*/ 104 h 256"/>
              <a:gd name="T36" fmla="*/ 132 w 256"/>
              <a:gd name="T37" fmla="*/ 95 h 256"/>
              <a:gd name="T38" fmla="*/ 128 w 256"/>
              <a:gd name="T39" fmla="*/ 88 h 256"/>
              <a:gd name="T40" fmla="*/ 136 w 256"/>
              <a:gd name="T41" fmla="*/ 80 h 256"/>
              <a:gd name="T42" fmla="*/ 224 w 256"/>
              <a:gd name="T43" fmla="*/ 156 h 256"/>
              <a:gd name="T44" fmla="*/ 224 w 256"/>
              <a:gd name="T45" fmla="*/ 168 h 256"/>
              <a:gd name="T46" fmla="*/ 160 w 256"/>
              <a:gd name="T47" fmla="*/ 176 h 256"/>
              <a:gd name="T48" fmla="*/ 148 w 256"/>
              <a:gd name="T49" fmla="*/ 157 h 256"/>
              <a:gd name="T50" fmla="*/ 48 w 256"/>
              <a:gd name="T51" fmla="*/ 80 h 256"/>
              <a:gd name="T52" fmla="*/ 104 w 256"/>
              <a:gd name="T53" fmla="*/ 168 h 256"/>
              <a:gd name="T54" fmla="*/ 32 w 256"/>
              <a:gd name="T55" fmla="*/ 180 h 256"/>
              <a:gd name="T56" fmla="*/ 40 w 256"/>
              <a:gd name="T57" fmla="*/ 156 h 256"/>
              <a:gd name="T58" fmla="*/ 0 w 256"/>
              <a:gd name="T59" fmla="*/ 144 h 256"/>
              <a:gd name="T60" fmla="*/ 24 w 256"/>
              <a:gd name="T61" fmla="*/ 156 h 256"/>
              <a:gd name="T62" fmla="*/ 92 w 256"/>
              <a:gd name="T63" fmla="*/ 188 h 256"/>
              <a:gd name="T64" fmla="*/ 116 w 256"/>
              <a:gd name="T65" fmla="*/ 172 h 256"/>
              <a:gd name="T66" fmla="*/ 140 w 256"/>
              <a:gd name="T67" fmla="*/ 159 h 256"/>
              <a:gd name="T68" fmla="*/ 132 w 256"/>
              <a:gd name="T69" fmla="*/ 176 h 256"/>
              <a:gd name="T70" fmla="*/ 228 w 256"/>
              <a:gd name="T71" fmla="*/ 188 h 256"/>
              <a:gd name="T72" fmla="*/ 236 w 256"/>
              <a:gd name="T73" fmla="*/ 152 h 256"/>
              <a:gd name="T74" fmla="*/ 236 w 256"/>
              <a:gd name="T75" fmla="*/ 144 h 256"/>
              <a:gd name="T76" fmla="*/ 128 w 256"/>
              <a:gd name="T77" fmla="*/ 8 h 256"/>
              <a:gd name="T78" fmla="*/ 232 w 256"/>
              <a:gd name="T79" fmla="*/ 244 h 256"/>
              <a:gd name="T80" fmla="*/ 224 w 256"/>
              <a:gd name="T81" fmla="*/ 212 h 256"/>
              <a:gd name="T82" fmla="*/ 24 w 256"/>
              <a:gd name="T83" fmla="*/ 204 h 256"/>
              <a:gd name="T84" fmla="*/ 0 w 256"/>
              <a:gd name="T85" fmla="*/ 248 h 256"/>
              <a:gd name="T86" fmla="*/ 32 w 256"/>
              <a:gd name="T87" fmla="*/ 244 h 256"/>
              <a:gd name="T88" fmla="*/ 32 w 256"/>
              <a:gd name="T89" fmla="*/ 232 h 256"/>
              <a:gd name="T90" fmla="*/ 224 w 256"/>
              <a:gd name="T91" fmla="*/ 232 h 256"/>
              <a:gd name="T92" fmla="*/ 224 w 256"/>
              <a:gd name="T93" fmla="*/ 244 h 256"/>
              <a:gd name="T94" fmla="*/ 256 w 256"/>
              <a:gd name="T95"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56">
                <a:moveTo>
                  <a:pt x="128" y="20"/>
                </a:moveTo>
                <a:cubicBezTo>
                  <a:pt x="95" y="20"/>
                  <a:pt x="68" y="47"/>
                  <a:pt x="68" y="80"/>
                </a:cubicBezTo>
                <a:cubicBezTo>
                  <a:pt x="68" y="113"/>
                  <a:pt x="95" y="140"/>
                  <a:pt x="128" y="140"/>
                </a:cubicBezTo>
                <a:cubicBezTo>
                  <a:pt x="161" y="140"/>
                  <a:pt x="188" y="113"/>
                  <a:pt x="188" y="80"/>
                </a:cubicBezTo>
                <a:cubicBezTo>
                  <a:pt x="188" y="47"/>
                  <a:pt x="161" y="20"/>
                  <a:pt x="128" y="20"/>
                </a:cubicBezTo>
                <a:close/>
                <a:moveTo>
                  <a:pt x="167" y="114"/>
                </a:moveTo>
                <a:cubicBezTo>
                  <a:pt x="165" y="111"/>
                  <a:pt x="165" y="111"/>
                  <a:pt x="165" y="111"/>
                </a:cubicBezTo>
                <a:cubicBezTo>
                  <a:pt x="163" y="110"/>
                  <a:pt x="161" y="110"/>
                  <a:pt x="159" y="111"/>
                </a:cubicBezTo>
                <a:cubicBezTo>
                  <a:pt x="158" y="113"/>
                  <a:pt x="158" y="115"/>
                  <a:pt x="159" y="117"/>
                </a:cubicBezTo>
                <a:cubicBezTo>
                  <a:pt x="162" y="119"/>
                  <a:pt x="162" y="119"/>
                  <a:pt x="162" y="119"/>
                </a:cubicBezTo>
                <a:cubicBezTo>
                  <a:pt x="154" y="126"/>
                  <a:pt x="143" y="131"/>
                  <a:pt x="132" y="132"/>
                </a:cubicBezTo>
                <a:cubicBezTo>
                  <a:pt x="132" y="128"/>
                  <a:pt x="132" y="128"/>
                  <a:pt x="132" y="128"/>
                </a:cubicBezTo>
                <a:cubicBezTo>
                  <a:pt x="132" y="126"/>
                  <a:pt x="130" y="124"/>
                  <a:pt x="128" y="124"/>
                </a:cubicBezTo>
                <a:cubicBezTo>
                  <a:pt x="126" y="124"/>
                  <a:pt x="124" y="126"/>
                  <a:pt x="124" y="128"/>
                </a:cubicBezTo>
                <a:cubicBezTo>
                  <a:pt x="124" y="132"/>
                  <a:pt x="124" y="132"/>
                  <a:pt x="124" y="132"/>
                </a:cubicBezTo>
                <a:cubicBezTo>
                  <a:pt x="113" y="131"/>
                  <a:pt x="102" y="126"/>
                  <a:pt x="94" y="119"/>
                </a:cubicBezTo>
                <a:cubicBezTo>
                  <a:pt x="97" y="117"/>
                  <a:pt x="97" y="117"/>
                  <a:pt x="97" y="117"/>
                </a:cubicBezTo>
                <a:cubicBezTo>
                  <a:pt x="98" y="115"/>
                  <a:pt x="98" y="113"/>
                  <a:pt x="97" y="111"/>
                </a:cubicBezTo>
                <a:cubicBezTo>
                  <a:pt x="95" y="110"/>
                  <a:pt x="93" y="110"/>
                  <a:pt x="91" y="111"/>
                </a:cubicBezTo>
                <a:cubicBezTo>
                  <a:pt x="89" y="114"/>
                  <a:pt x="89" y="114"/>
                  <a:pt x="89" y="114"/>
                </a:cubicBezTo>
                <a:cubicBezTo>
                  <a:pt x="82" y="106"/>
                  <a:pt x="77" y="95"/>
                  <a:pt x="76" y="84"/>
                </a:cubicBezTo>
                <a:cubicBezTo>
                  <a:pt x="80" y="84"/>
                  <a:pt x="80" y="84"/>
                  <a:pt x="80" y="84"/>
                </a:cubicBezTo>
                <a:cubicBezTo>
                  <a:pt x="82" y="84"/>
                  <a:pt x="84" y="82"/>
                  <a:pt x="84" y="80"/>
                </a:cubicBezTo>
                <a:cubicBezTo>
                  <a:pt x="84" y="78"/>
                  <a:pt x="82" y="76"/>
                  <a:pt x="80" y="76"/>
                </a:cubicBezTo>
                <a:cubicBezTo>
                  <a:pt x="76" y="76"/>
                  <a:pt x="76" y="76"/>
                  <a:pt x="76" y="76"/>
                </a:cubicBezTo>
                <a:cubicBezTo>
                  <a:pt x="77" y="65"/>
                  <a:pt x="82" y="54"/>
                  <a:pt x="89" y="46"/>
                </a:cubicBezTo>
                <a:cubicBezTo>
                  <a:pt x="91" y="49"/>
                  <a:pt x="91" y="49"/>
                  <a:pt x="91" y="49"/>
                </a:cubicBezTo>
                <a:cubicBezTo>
                  <a:pt x="92" y="50"/>
                  <a:pt x="93" y="50"/>
                  <a:pt x="94" y="50"/>
                </a:cubicBezTo>
                <a:cubicBezTo>
                  <a:pt x="95" y="50"/>
                  <a:pt x="96" y="50"/>
                  <a:pt x="97" y="49"/>
                </a:cubicBezTo>
                <a:cubicBezTo>
                  <a:pt x="98" y="47"/>
                  <a:pt x="98" y="45"/>
                  <a:pt x="97" y="43"/>
                </a:cubicBezTo>
                <a:cubicBezTo>
                  <a:pt x="94" y="41"/>
                  <a:pt x="94" y="41"/>
                  <a:pt x="94" y="41"/>
                </a:cubicBezTo>
                <a:cubicBezTo>
                  <a:pt x="103" y="33"/>
                  <a:pt x="115" y="28"/>
                  <a:pt x="128" y="28"/>
                </a:cubicBezTo>
                <a:cubicBezTo>
                  <a:pt x="141" y="28"/>
                  <a:pt x="153" y="33"/>
                  <a:pt x="162" y="41"/>
                </a:cubicBezTo>
                <a:cubicBezTo>
                  <a:pt x="159" y="43"/>
                  <a:pt x="159" y="43"/>
                  <a:pt x="159" y="43"/>
                </a:cubicBezTo>
                <a:cubicBezTo>
                  <a:pt x="158" y="45"/>
                  <a:pt x="158" y="47"/>
                  <a:pt x="159" y="49"/>
                </a:cubicBezTo>
                <a:cubicBezTo>
                  <a:pt x="160" y="50"/>
                  <a:pt x="161" y="50"/>
                  <a:pt x="162" y="50"/>
                </a:cubicBezTo>
                <a:cubicBezTo>
                  <a:pt x="163" y="50"/>
                  <a:pt x="164" y="50"/>
                  <a:pt x="165" y="49"/>
                </a:cubicBezTo>
                <a:cubicBezTo>
                  <a:pt x="167" y="46"/>
                  <a:pt x="167" y="46"/>
                  <a:pt x="167" y="46"/>
                </a:cubicBezTo>
                <a:cubicBezTo>
                  <a:pt x="174" y="54"/>
                  <a:pt x="179" y="65"/>
                  <a:pt x="180" y="76"/>
                </a:cubicBezTo>
                <a:cubicBezTo>
                  <a:pt x="176" y="76"/>
                  <a:pt x="176" y="76"/>
                  <a:pt x="176" y="76"/>
                </a:cubicBezTo>
                <a:cubicBezTo>
                  <a:pt x="174" y="76"/>
                  <a:pt x="172" y="78"/>
                  <a:pt x="172" y="80"/>
                </a:cubicBezTo>
                <a:cubicBezTo>
                  <a:pt x="172" y="82"/>
                  <a:pt x="174" y="84"/>
                  <a:pt x="176" y="84"/>
                </a:cubicBezTo>
                <a:cubicBezTo>
                  <a:pt x="180" y="84"/>
                  <a:pt x="180" y="84"/>
                  <a:pt x="180" y="84"/>
                </a:cubicBezTo>
                <a:cubicBezTo>
                  <a:pt x="179" y="95"/>
                  <a:pt x="174" y="106"/>
                  <a:pt x="167" y="114"/>
                </a:cubicBezTo>
                <a:close/>
                <a:moveTo>
                  <a:pt x="132" y="65"/>
                </a:moveTo>
                <a:cubicBezTo>
                  <a:pt x="132" y="44"/>
                  <a:pt x="132" y="44"/>
                  <a:pt x="132" y="44"/>
                </a:cubicBezTo>
                <a:cubicBezTo>
                  <a:pt x="132" y="42"/>
                  <a:pt x="130" y="40"/>
                  <a:pt x="128" y="40"/>
                </a:cubicBezTo>
                <a:cubicBezTo>
                  <a:pt x="126" y="40"/>
                  <a:pt x="124" y="42"/>
                  <a:pt x="124" y="44"/>
                </a:cubicBezTo>
                <a:cubicBezTo>
                  <a:pt x="124" y="65"/>
                  <a:pt x="124" y="65"/>
                  <a:pt x="124" y="65"/>
                </a:cubicBezTo>
                <a:cubicBezTo>
                  <a:pt x="117" y="66"/>
                  <a:pt x="112" y="73"/>
                  <a:pt x="112" y="80"/>
                </a:cubicBezTo>
                <a:cubicBezTo>
                  <a:pt x="112" y="87"/>
                  <a:pt x="117" y="94"/>
                  <a:pt x="124" y="95"/>
                </a:cubicBezTo>
                <a:cubicBezTo>
                  <a:pt x="124" y="96"/>
                  <a:pt x="124" y="96"/>
                  <a:pt x="124" y="96"/>
                </a:cubicBezTo>
                <a:cubicBezTo>
                  <a:pt x="124" y="100"/>
                  <a:pt x="124" y="100"/>
                  <a:pt x="124" y="100"/>
                </a:cubicBezTo>
                <a:cubicBezTo>
                  <a:pt x="124" y="102"/>
                  <a:pt x="126" y="104"/>
                  <a:pt x="128" y="104"/>
                </a:cubicBezTo>
                <a:cubicBezTo>
                  <a:pt x="130" y="104"/>
                  <a:pt x="132" y="102"/>
                  <a:pt x="132" y="100"/>
                </a:cubicBezTo>
                <a:cubicBezTo>
                  <a:pt x="132" y="96"/>
                  <a:pt x="132" y="96"/>
                  <a:pt x="132" y="96"/>
                </a:cubicBezTo>
                <a:cubicBezTo>
                  <a:pt x="132" y="96"/>
                  <a:pt x="132" y="96"/>
                  <a:pt x="132" y="95"/>
                </a:cubicBezTo>
                <a:cubicBezTo>
                  <a:pt x="139" y="94"/>
                  <a:pt x="144" y="87"/>
                  <a:pt x="144" y="80"/>
                </a:cubicBezTo>
                <a:cubicBezTo>
                  <a:pt x="144" y="73"/>
                  <a:pt x="139" y="66"/>
                  <a:pt x="132" y="65"/>
                </a:cubicBezTo>
                <a:close/>
                <a:moveTo>
                  <a:pt x="128" y="88"/>
                </a:moveTo>
                <a:cubicBezTo>
                  <a:pt x="124" y="88"/>
                  <a:pt x="120" y="84"/>
                  <a:pt x="120" y="80"/>
                </a:cubicBezTo>
                <a:cubicBezTo>
                  <a:pt x="120" y="76"/>
                  <a:pt x="124" y="72"/>
                  <a:pt x="128" y="72"/>
                </a:cubicBezTo>
                <a:cubicBezTo>
                  <a:pt x="132" y="72"/>
                  <a:pt x="136" y="76"/>
                  <a:pt x="136" y="80"/>
                </a:cubicBezTo>
                <a:cubicBezTo>
                  <a:pt x="136" y="84"/>
                  <a:pt x="132" y="88"/>
                  <a:pt x="128" y="88"/>
                </a:cubicBezTo>
                <a:close/>
                <a:moveTo>
                  <a:pt x="236" y="144"/>
                </a:moveTo>
                <a:cubicBezTo>
                  <a:pt x="229" y="144"/>
                  <a:pt x="224" y="149"/>
                  <a:pt x="224" y="156"/>
                </a:cubicBezTo>
                <a:cubicBezTo>
                  <a:pt x="216" y="156"/>
                  <a:pt x="216" y="156"/>
                  <a:pt x="216" y="156"/>
                </a:cubicBezTo>
                <a:cubicBezTo>
                  <a:pt x="216" y="168"/>
                  <a:pt x="216" y="168"/>
                  <a:pt x="216" y="168"/>
                </a:cubicBezTo>
                <a:cubicBezTo>
                  <a:pt x="224" y="168"/>
                  <a:pt x="224" y="168"/>
                  <a:pt x="224" y="168"/>
                </a:cubicBezTo>
                <a:cubicBezTo>
                  <a:pt x="224" y="180"/>
                  <a:pt x="224" y="180"/>
                  <a:pt x="224" y="180"/>
                </a:cubicBezTo>
                <a:cubicBezTo>
                  <a:pt x="164" y="180"/>
                  <a:pt x="164" y="180"/>
                  <a:pt x="164" y="180"/>
                </a:cubicBezTo>
                <a:cubicBezTo>
                  <a:pt x="162" y="180"/>
                  <a:pt x="160" y="178"/>
                  <a:pt x="160" y="176"/>
                </a:cubicBezTo>
                <a:cubicBezTo>
                  <a:pt x="160" y="172"/>
                  <a:pt x="156" y="168"/>
                  <a:pt x="152" y="168"/>
                </a:cubicBezTo>
                <a:cubicBezTo>
                  <a:pt x="148" y="168"/>
                  <a:pt x="148" y="168"/>
                  <a:pt x="148" y="168"/>
                </a:cubicBezTo>
                <a:cubicBezTo>
                  <a:pt x="148" y="157"/>
                  <a:pt x="148" y="157"/>
                  <a:pt x="148" y="157"/>
                </a:cubicBezTo>
                <a:cubicBezTo>
                  <a:pt x="182" y="148"/>
                  <a:pt x="208" y="117"/>
                  <a:pt x="208" y="80"/>
                </a:cubicBezTo>
                <a:cubicBezTo>
                  <a:pt x="208" y="36"/>
                  <a:pt x="172" y="0"/>
                  <a:pt x="128" y="0"/>
                </a:cubicBezTo>
                <a:cubicBezTo>
                  <a:pt x="84" y="0"/>
                  <a:pt x="48" y="36"/>
                  <a:pt x="48" y="80"/>
                </a:cubicBezTo>
                <a:cubicBezTo>
                  <a:pt x="48" y="117"/>
                  <a:pt x="74" y="148"/>
                  <a:pt x="108" y="157"/>
                </a:cubicBezTo>
                <a:cubicBezTo>
                  <a:pt x="108" y="168"/>
                  <a:pt x="108" y="168"/>
                  <a:pt x="108" y="168"/>
                </a:cubicBezTo>
                <a:cubicBezTo>
                  <a:pt x="104" y="168"/>
                  <a:pt x="104" y="168"/>
                  <a:pt x="104" y="168"/>
                </a:cubicBezTo>
                <a:cubicBezTo>
                  <a:pt x="100" y="168"/>
                  <a:pt x="96" y="172"/>
                  <a:pt x="96" y="176"/>
                </a:cubicBezTo>
                <a:cubicBezTo>
                  <a:pt x="96" y="178"/>
                  <a:pt x="94" y="180"/>
                  <a:pt x="92" y="180"/>
                </a:cubicBezTo>
                <a:cubicBezTo>
                  <a:pt x="32" y="180"/>
                  <a:pt x="32" y="180"/>
                  <a:pt x="32" y="180"/>
                </a:cubicBezTo>
                <a:cubicBezTo>
                  <a:pt x="32" y="168"/>
                  <a:pt x="32" y="168"/>
                  <a:pt x="32" y="168"/>
                </a:cubicBezTo>
                <a:cubicBezTo>
                  <a:pt x="40" y="168"/>
                  <a:pt x="40" y="168"/>
                  <a:pt x="40" y="168"/>
                </a:cubicBezTo>
                <a:cubicBezTo>
                  <a:pt x="40" y="156"/>
                  <a:pt x="40" y="156"/>
                  <a:pt x="40" y="156"/>
                </a:cubicBezTo>
                <a:cubicBezTo>
                  <a:pt x="32" y="156"/>
                  <a:pt x="32" y="156"/>
                  <a:pt x="32" y="156"/>
                </a:cubicBezTo>
                <a:cubicBezTo>
                  <a:pt x="32" y="149"/>
                  <a:pt x="27" y="144"/>
                  <a:pt x="20" y="144"/>
                </a:cubicBezTo>
                <a:cubicBezTo>
                  <a:pt x="0" y="144"/>
                  <a:pt x="0" y="144"/>
                  <a:pt x="0" y="144"/>
                </a:cubicBezTo>
                <a:cubicBezTo>
                  <a:pt x="0" y="152"/>
                  <a:pt x="0" y="152"/>
                  <a:pt x="0" y="152"/>
                </a:cubicBezTo>
                <a:cubicBezTo>
                  <a:pt x="20" y="152"/>
                  <a:pt x="20" y="152"/>
                  <a:pt x="20" y="152"/>
                </a:cubicBezTo>
                <a:cubicBezTo>
                  <a:pt x="22" y="152"/>
                  <a:pt x="24" y="154"/>
                  <a:pt x="24" y="156"/>
                </a:cubicBezTo>
                <a:cubicBezTo>
                  <a:pt x="24" y="184"/>
                  <a:pt x="24" y="184"/>
                  <a:pt x="24" y="184"/>
                </a:cubicBezTo>
                <a:cubicBezTo>
                  <a:pt x="24" y="186"/>
                  <a:pt x="26" y="188"/>
                  <a:pt x="28" y="188"/>
                </a:cubicBezTo>
                <a:cubicBezTo>
                  <a:pt x="92" y="188"/>
                  <a:pt x="92" y="188"/>
                  <a:pt x="92" y="188"/>
                </a:cubicBezTo>
                <a:cubicBezTo>
                  <a:pt x="99" y="188"/>
                  <a:pt x="104" y="183"/>
                  <a:pt x="104" y="176"/>
                </a:cubicBezTo>
                <a:cubicBezTo>
                  <a:pt x="112" y="176"/>
                  <a:pt x="112" y="176"/>
                  <a:pt x="112" y="176"/>
                </a:cubicBezTo>
                <a:cubicBezTo>
                  <a:pt x="114" y="176"/>
                  <a:pt x="116" y="174"/>
                  <a:pt x="116" y="172"/>
                </a:cubicBezTo>
                <a:cubicBezTo>
                  <a:pt x="116" y="159"/>
                  <a:pt x="116" y="159"/>
                  <a:pt x="116" y="159"/>
                </a:cubicBezTo>
                <a:cubicBezTo>
                  <a:pt x="120" y="160"/>
                  <a:pt x="124" y="160"/>
                  <a:pt x="128" y="160"/>
                </a:cubicBezTo>
                <a:cubicBezTo>
                  <a:pt x="132" y="160"/>
                  <a:pt x="136" y="160"/>
                  <a:pt x="140" y="159"/>
                </a:cubicBezTo>
                <a:cubicBezTo>
                  <a:pt x="140" y="168"/>
                  <a:pt x="140" y="168"/>
                  <a:pt x="140" y="168"/>
                </a:cubicBezTo>
                <a:cubicBezTo>
                  <a:pt x="132" y="168"/>
                  <a:pt x="132" y="168"/>
                  <a:pt x="132" y="168"/>
                </a:cubicBezTo>
                <a:cubicBezTo>
                  <a:pt x="132" y="176"/>
                  <a:pt x="132" y="176"/>
                  <a:pt x="132" y="176"/>
                </a:cubicBezTo>
                <a:cubicBezTo>
                  <a:pt x="152" y="176"/>
                  <a:pt x="152" y="176"/>
                  <a:pt x="152" y="176"/>
                </a:cubicBezTo>
                <a:cubicBezTo>
                  <a:pt x="152" y="183"/>
                  <a:pt x="157" y="188"/>
                  <a:pt x="164" y="188"/>
                </a:cubicBezTo>
                <a:cubicBezTo>
                  <a:pt x="228" y="188"/>
                  <a:pt x="228" y="188"/>
                  <a:pt x="228" y="188"/>
                </a:cubicBezTo>
                <a:cubicBezTo>
                  <a:pt x="230" y="188"/>
                  <a:pt x="232" y="186"/>
                  <a:pt x="232" y="184"/>
                </a:cubicBezTo>
                <a:cubicBezTo>
                  <a:pt x="232" y="156"/>
                  <a:pt x="232" y="156"/>
                  <a:pt x="232" y="156"/>
                </a:cubicBezTo>
                <a:cubicBezTo>
                  <a:pt x="232" y="154"/>
                  <a:pt x="234" y="152"/>
                  <a:pt x="236" y="152"/>
                </a:cubicBezTo>
                <a:cubicBezTo>
                  <a:pt x="256" y="152"/>
                  <a:pt x="256" y="152"/>
                  <a:pt x="256" y="152"/>
                </a:cubicBezTo>
                <a:cubicBezTo>
                  <a:pt x="256" y="144"/>
                  <a:pt x="256" y="144"/>
                  <a:pt x="256" y="144"/>
                </a:cubicBezTo>
                <a:lnTo>
                  <a:pt x="236" y="144"/>
                </a:lnTo>
                <a:close/>
                <a:moveTo>
                  <a:pt x="128" y="152"/>
                </a:moveTo>
                <a:cubicBezTo>
                  <a:pt x="88" y="152"/>
                  <a:pt x="56" y="120"/>
                  <a:pt x="56" y="80"/>
                </a:cubicBezTo>
                <a:cubicBezTo>
                  <a:pt x="56" y="40"/>
                  <a:pt x="88" y="8"/>
                  <a:pt x="128" y="8"/>
                </a:cubicBezTo>
                <a:cubicBezTo>
                  <a:pt x="168" y="8"/>
                  <a:pt x="200" y="40"/>
                  <a:pt x="200" y="80"/>
                </a:cubicBezTo>
                <a:cubicBezTo>
                  <a:pt x="200" y="120"/>
                  <a:pt x="168" y="152"/>
                  <a:pt x="128" y="152"/>
                </a:cubicBezTo>
                <a:close/>
                <a:moveTo>
                  <a:pt x="232" y="244"/>
                </a:moveTo>
                <a:cubicBezTo>
                  <a:pt x="232" y="204"/>
                  <a:pt x="232" y="204"/>
                  <a:pt x="232" y="204"/>
                </a:cubicBezTo>
                <a:cubicBezTo>
                  <a:pt x="224" y="204"/>
                  <a:pt x="224" y="204"/>
                  <a:pt x="224" y="204"/>
                </a:cubicBezTo>
                <a:cubicBezTo>
                  <a:pt x="224" y="212"/>
                  <a:pt x="224" y="212"/>
                  <a:pt x="224" y="212"/>
                </a:cubicBezTo>
                <a:cubicBezTo>
                  <a:pt x="32" y="212"/>
                  <a:pt x="32" y="212"/>
                  <a:pt x="32" y="212"/>
                </a:cubicBezTo>
                <a:cubicBezTo>
                  <a:pt x="32" y="204"/>
                  <a:pt x="32" y="204"/>
                  <a:pt x="32" y="204"/>
                </a:cubicBezTo>
                <a:cubicBezTo>
                  <a:pt x="24" y="204"/>
                  <a:pt x="24" y="204"/>
                  <a:pt x="24" y="204"/>
                </a:cubicBezTo>
                <a:cubicBezTo>
                  <a:pt x="24" y="244"/>
                  <a:pt x="24" y="244"/>
                  <a:pt x="24" y="244"/>
                </a:cubicBezTo>
                <a:cubicBezTo>
                  <a:pt x="24" y="246"/>
                  <a:pt x="22" y="248"/>
                  <a:pt x="20" y="248"/>
                </a:cubicBezTo>
                <a:cubicBezTo>
                  <a:pt x="0" y="248"/>
                  <a:pt x="0" y="248"/>
                  <a:pt x="0" y="248"/>
                </a:cubicBezTo>
                <a:cubicBezTo>
                  <a:pt x="0" y="256"/>
                  <a:pt x="0" y="256"/>
                  <a:pt x="0" y="256"/>
                </a:cubicBezTo>
                <a:cubicBezTo>
                  <a:pt x="20" y="256"/>
                  <a:pt x="20" y="256"/>
                  <a:pt x="20" y="256"/>
                </a:cubicBezTo>
                <a:cubicBezTo>
                  <a:pt x="27" y="256"/>
                  <a:pt x="32" y="251"/>
                  <a:pt x="32" y="244"/>
                </a:cubicBezTo>
                <a:cubicBezTo>
                  <a:pt x="40" y="244"/>
                  <a:pt x="40" y="244"/>
                  <a:pt x="40" y="244"/>
                </a:cubicBezTo>
                <a:cubicBezTo>
                  <a:pt x="40" y="232"/>
                  <a:pt x="40" y="232"/>
                  <a:pt x="40" y="232"/>
                </a:cubicBezTo>
                <a:cubicBezTo>
                  <a:pt x="32" y="232"/>
                  <a:pt x="32" y="232"/>
                  <a:pt x="32" y="232"/>
                </a:cubicBezTo>
                <a:cubicBezTo>
                  <a:pt x="32" y="220"/>
                  <a:pt x="32" y="220"/>
                  <a:pt x="32" y="220"/>
                </a:cubicBezTo>
                <a:cubicBezTo>
                  <a:pt x="224" y="220"/>
                  <a:pt x="224" y="220"/>
                  <a:pt x="224" y="220"/>
                </a:cubicBezTo>
                <a:cubicBezTo>
                  <a:pt x="224" y="232"/>
                  <a:pt x="224" y="232"/>
                  <a:pt x="224" y="232"/>
                </a:cubicBezTo>
                <a:cubicBezTo>
                  <a:pt x="216" y="232"/>
                  <a:pt x="216" y="232"/>
                  <a:pt x="216" y="232"/>
                </a:cubicBezTo>
                <a:cubicBezTo>
                  <a:pt x="216" y="244"/>
                  <a:pt x="216" y="244"/>
                  <a:pt x="216" y="244"/>
                </a:cubicBezTo>
                <a:cubicBezTo>
                  <a:pt x="224" y="244"/>
                  <a:pt x="224" y="244"/>
                  <a:pt x="224" y="244"/>
                </a:cubicBezTo>
                <a:cubicBezTo>
                  <a:pt x="224" y="251"/>
                  <a:pt x="229" y="256"/>
                  <a:pt x="236" y="256"/>
                </a:cubicBezTo>
                <a:cubicBezTo>
                  <a:pt x="256" y="256"/>
                  <a:pt x="256" y="256"/>
                  <a:pt x="256" y="256"/>
                </a:cubicBezTo>
                <a:cubicBezTo>
                  <a:pt x="256" y="248"/>
                  <a:pt x="256" y="248"/>
                  <a:pt x="256" y="248"/>
                </a:cubicBezTo>
                <a:cubicBezTo>
                  <a:pt x="236" y="248"/>
                  <a:pt x="236" y="248"/>
                  <a:pt x="236" y="248"/>
                </a:cubicBezTo>
                <a:cubicBezTo>
                  <a:pt x="234" y="248"/>
                  <a:pt x="232" y="246"/>
                  <a:pt x="232" y="2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32" name="Freeform 113">
            <a:extLst>
              <a:ext uri="{FF2B5EF4-FFF2-40B4-BE49-F238E27FC236}">
                <a16:creationId xmlns:a16="http://schemas.microsoft.com/office/drawing/2014/main" id="{65A8CCEF-004F-4EFB-AAFB-3DE0BE2AD48B}"/>
              </a:ext>
            </a:extLst>
          </p:cNvPr>
          <p:cNvSpPr>
            <a:spLocks noChangeAspect="1" noEditPoints="1"/>
          </p:cNvSpPr>
          <p:nvPr/>
        </p:nvSpPr>
        <p:spPr bwMode="auto">
          <a:xfrm>
            <a:off x="6378964" y="4427420"/>
            <a:ext cx="400050" cy="257175"/>
          </a:xfrm>
          <a:custGeom>
            <a:avLst/>
            <a:gdLst>
              <a:gd name="T0" fmla="*/ 224 w 256"/>
              <a:gd name="T1" fmla="*/ 24 h 164"/>
              <a:gd name="T2" fmla="*/ 183 w 256"/>
              <a:gd name="T3" fmla="*/ 36 h 164"/>
              <a:gd name="T4" fmla="*/ 128 w 256"/>
              <a:gd name="T5" fmla="*/ 0 h 164"/>
              <a:gd name="T6" fmla="*/ 73 w 256"/>
              <a:gd name="T7" fmla="*/ 36 h 164"/>
              <a:gd name="T8" fmla="*/ 32 w 256"/>
              <a:gd name="T9" fmla="*/ 24 h 164"/>
              <a:gd name="T10" fmla="*/ 0 w 256"/>
              <a:gd name="T11" fmla="*/ 24 h 164"/>
              <a:gd name="T12" fmla="*/ 28 w 256"/>
              <a:gd name="T13" fmla="*/ 148 h 164"/>
              <a:gd name="T14" fmla="*/ 52 w 256"/>
              <a:gd name="T15" fmla="*/ 132 h 164"/>
              <a:gd name="T16" fmla="*/ 69 w 256"/>
              <a:gd name="T17" fmla="*/ 136 h 164"/>
              <a:gd name="T18" fmla="*/ 188 w 256"/>
              <a:gd name="T19" fmla="*/ 136 h 164"/>
              <a:gd name="T20" fmla="*/ 224 w 256"/>
              <a:gd name="T21" fmla="*/ 132 h 164"/>
              <a:gd name="T22" fmla="*/ 252 w 256"/>
              <a:gd name="T23" fmla="*/ 148 h 164"/>
              <a:gd name="T24" fmla="*/ 252 w 256"/>
              <a:gd name="T25" fmla="*/ 20 h 164"/>
              <a:gd name="T26" fmla="*/ 8 w 256"/>
              <a:gd name="T27" fmla="*/ 28 h 164"/>
              <a:gd name="T28" fmla="*/ 56 w 256"/>
              <a:gd name="T29" fmla="*/ 116 h 164"/>
              <a:gd name="T30" fmla="*/ 32 w 256"/>
              <a:gd name="T31" fmla="*/ 124 h 164"/>
              <a:gd name="T32" fmla="*/ 52 w 256"/>
              <a:gd name="T33" fmla="*/ 88 h 164"/>
              <a:gd name="T34" fmla="*/ 197 w 256"/>
              <a:gd name="T35" fmla="*/ 128 h 164"/>
              <a:gd name="T36" fmla="*/ 188 w 256"/>
              <a:gd name="T37" fmla="*/ 127 h 164"/>
              <a:gd name="T38" fmla="*/ 73 w 256"/>
              <a:gd name="T39" fmla="*/ 128 h 164"/>
              <a:gd name="T40" fmla="*/ 64 w 256"/>
              <a:gd name="T41" fmla="*/ 129 h 164"/>
              <a:gd name="T42" fmla="*/ 60 w 256"/>
              <a:gd name="T43" fmla="*/ 123 h 164"/>
              <a:gd name="T44" fmla="*/ 60 w 256"/>
              <a:gd name="T45" fmla="*/ 88 h 164"/>
              <a:gd name="T46" fmla="*/ 124 w 256"/>
              <a:gd name="T47" fmla="*/ 12 h 164"/>
              <a:gd name="T48" fmla="*/ 132 w 256"/>
              <a:gd name="T49" fmla="*/ 16 h 164"/>
              <a:gd name="T50" fmla="*/ 190 w 256"/>
              <a:gd name="T51" fmla="*/ 115 h 164"/>
              <a:gd name="T52" fmla="*/ 197 w 256"/>
              <a:gd name="T53" fmla="*/ 128 h 164"/>
              <a:gd name="T54" fmla="*/ 205 w 256"/>
              <a:gd name="T55" fmla="*/ 123 h 164"/>
              <a:gd name="T56" fmla="*/ 204 w 256"/>
              <a:gd name="T57" fmla="*/ 88 h 164"/>
              <a:gd name="T58" fmla="*/ 224 w 256"/>
              <a:gd name="T59" fmla="*/ 124 h 164"/>
              <a:gd name="T60" fmla="*/ 232 w 256"/>
              <a:gd name="T61" fmla="*/ 28 h 164"/>
              <a:gd name="T62" fmla="*/ 137 w 256"/>
              <a:gd name="T63" fmla="*/ 37 h 164"/>
              <a:gd name="T64" fmla="*/ 132 w 256"/>
              <a:gd name="T65" fmla="*/ 74 h 164"/>
              <a:gd name="T66" fmla="*/ 142 w 256"/>
              <a:gd name="T67" fmla="*/ 91 h 164"/>
              <a:gd name="T68" fmla="*/ 174 w 256"/>
              <a:gd name="T69" fmla="*/ 108 h 164"/>
              <a:gd name="T70" fmla="*/ 137 w 256"/>
              <a:gd name="T71" fmla="*/ 37 h 164"/>
              <a:gd name="T72" fmla="*/ 140 w 256"/>
              <a:gd name="T73" fmla="*/ 72 h 164"/>
              <a:gd name="T74" fmla="*/ 171 w 256"/>
              <a:gd name="T75" fmla="*/ 99 h 164"/>
              <a:gd name="T76" fmla="*/ 124 w 256"/>
              <a:gd name="T77" fmla="*/ 74 h 164"/>
              <a:gd name="T78" fmla="*/ 119 w 256"/>
              <a:gd name="T79" fmla="*/ 37 h 164"/>
              <a:gd name="T80" fmla="*/ 82 w 256"/>
              <a:gd name="T81" fmla="*/ 108 h 164"/>
              <a:gd name="T82" fmla="*/ 114 w 256"/>
              <a:gd name="T83" fmla="*/ 91 h 164"/>
              <a:gd name="T84" fmla="*/ 85 w 256"/>
              <a:gd name="T85" fmla="*/ 99 h 164"/>
              <a:gd name="T86" fmla="*/ 116 w 256"/>
              <a:gd name="T87" fmla="*/ 72 h 164"/>
              <a:gd name="T88" fmla="*/ 138 w 256"/>
              <a:gd name="T89" fmla="*/ 98 h 164"/>
              <a:gd name="T90" fmla="*/ 118 w 256"/>
              <a:gd name="T91" fmla="*/ 98 h 164"/>
              <a:gd name="T92" fmla="*/ 88 w 256"/>
              <a:gd name="T93" fmla="*/ 121 h 164"/>
              <a:gd name="T94" fmla="*/ 169 w 256"/>
              <a:gd name="T95" fmla="*/ 118 h 164"/>
              <a:gd name="T96" fmla="*/ 97 w 256"/>
              <a:gd name="T97" fmla="*/ 120 h 164"/>
              <a:gd name="T98" fmla="*/ 159 w 256"/>
              <a:gd name="T99" fmla="*/ 12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6" h="164">
                <a:moveTo>
                  <a:pt x="252" y="20"/>
                </a:moveTo>
                <a:cubicBezTo>
                  <a:pt x="228" y="20"/>
                  <a:pt x="228" y="20"/>
                  <a:pt x="228" y="20"/>
                </a:cubicBezTo>
                <a:cubicBezTo>
                  <a:pt x="226" y="20"/>
                  <a:pt x="224" y="22"/>
                  <a:pt x="224" y="24"/>
                </a:cubicBezTo>
                <a:cubicBezTo>
                  <a:pt x="224" y="36"/>
                  <a:pt x="224" y="36"/>
                  <a:pt x="224" y="36"/>
                </a:cubicBezTo>
                <a:cubicBezTo>
                  <a:pt x="184" y="36"/>
                  <a:pt x="184" y="36"/>
                  <a:pt x="184" y="36"/>
                </a:cubicBezTo>
                <a:cubicBezTo>
                  <a:pt x="184" y="36"/>
                  <a:pt x="184" y="36"/>
                  <a:pt x="183" y="36"/>
                </a:cubicBezTo>
                <a:cubicBezTo>
                  <a:pt x="172" y="24"/>
                  <a:pt x="157" y="16"/>
                  <a:pt x="140" y="13"/>
                </a:cubicBezTo>
                <a:cubicBezTo>
                  <a:pt x="140" y="12"/>
                  <a:pt x="140" y="12"/>
                  <a:pt x="140" y="12"/>
                </a:cubicBezTo>
                <a:cubicBezTo>
                  <a:pt x="140" y="5"/>
                  <a:pt x="135" y="0"/>
                  <a:pt x="128" y="0"/>
                </a:cubicBezTo>
                <a:cubicBezTo>
                  <a:pt x="121" y="0"/>
                  <a:pt x="116" y="5"/>
                  <a:pt x="116" y="12"/>
                </a:cubicBezTo>
                <a:cubicBezTo>
                  <a:pt x="116" y="13"/>
                  <a:pt x="116" y="13"/>
                  <a:pt x="116" y="13"/>
                </a:cubicBezTo>
                <a:cubicBezTo>
                  <a:pt x="99" y="16"/>
                  <a:pt x="84" y="24"/>
                  <a:pt x="73" y="36"/>
                </a:cubicBezTo>
                <a:cubicBezTo>
                  <a:pt x="72" y="36"/>
                  <a:pt x="72" y="36"/>
                  <a:pt x="72" y="36"/>
                </a:cubicBezTo>
                <a:cubicBezTo>
                  <a:pt x="32" y="36"/>
                  <a:pt x="32" y="36"/>
                  <a:pt x="32" y="36"/>
                </a:cubicBezTo>
                <a:cubicBezTo>
                  <a:pt x="32" y="24"/>
                  <a:pt x="32" y="24"/>
                  <a:pt x="32" y="24"/>
                </a:cubicBezTo>
                <a:cubicBezTo>
                  <a:pt x="32" y="22"/>
                  <a:pt x="30" y="20"/>
                  <a:pt x="28" y="20"/>
                </a:cubicBezTo>
                <a:cubicBezTo>
                  <a:pt x="4" y="20"/>
                  <a:pt x="4" y="20"/>
                  <a:pt x="4" y="20"/>
                </a:cubicBezTo>
                <a:cubicBezTo>
                  <a:pt x="2" y="20"/>
                  <a:pt x="0" y="22"/>
                  <a:pt x="0" y="24"/>
                </a:cubicBezTo>
                <a:cubicBezTo>
                  <a:pt x="0" y="144"/>
                  <a:pt x="0" y="144"/>
                  <a:pt x="0" y="144"/>
                </a:cubicBezTo>
                <a:cubicBezTo>
                  <a:pt x="0" y="146"/>
                  <a:pt x="2" y="148"/>
                  <a:pt x="4" y="148"/>
                </a:cubicBezTo>
                <a:cubicBezTo>
                  <a:pt x="28" y="148"/>
                  <a:pt x="28" y="148"/>
                  <a:pt x="28" y="148"/>
                </a:cubicBezTo>
                <a:cubicBezTo>
                  <a:pt x="30" y="148"/>
                  <a:pt x="32" y="146"/>
                  <a:pt x="32" y="144"/>
                </a:cubicBezTo>
                <a:cubicBezTo>
                  <a:pt x="32" y="132"/>
                  <a:pt x="32" y="132"/>
                  <a:pt x="32" y="132"/>
                </a:cubicBezTo>
                <a:cubicBezTo>
                  <a:pt x="52" y="132"/>
                  <a:pt x="52" y="132"/>
                  <a:pt x="52" y="132"/>
                </a:cubicBezTo>
                <a:cubicBezTo>
                  <a:pt x="53" y="135"/>
                  <a:pt x="56" y="137"/>
                  <a:pt x="59" y="138"/>
                </a:cubicBezTo>
                <a:cubicBezTo>
                  <a:pt x="62" y="138"/>
                  <a:pt x="65" y="138"/>
                  <a:pt x="68" y="136"/>
                </a:cubicBezTo>
                <a:cubicBezTo>
                  <a:pt x="69" y="136"/>
                  <a:pt x="69" y="136"/>
                  <a:pt x="69" y="136"/>
                </a:cubicBezTo>
                <a:cubicBezTo>
                  <a:pt x="84" y="154"/>
                  <a:pt x="105" y="164"/>
                  <a:pt x="128" y="164"/>
                </a:cubicBezTo>
                <a:cubicBezTo>
                  <a:pt x="151" y="164"/>
                  <a:pt x="172" y="154"/>
                  <a:pt x="187" y="136"/>
                </a:cubicBezTo>
                <a:cubicBezTo>
                  <a:pt x="188" y="136"/>
                  <a:pt x="188" y="136"/>
                  <a:pt x="188" y="136"/>
                </a:cubicBezTo>
                <a:cubicBezTo>
                  <a:pt x="191" y="138"/>
                  <a:pt x="194" y="138"/>
                  <a:pt x="197" y="138"/>
                </a:cubicBezTo>
                <a:cubicBezTo>
                  <a:pt x="200" y="137"/>
                  <a:pt x="203" y="135"/>
                  <a:pt x="204" y="132"/>
                </a:cubicBezTo>
                <a:cubicBezTo>
                  <a:pt x="224" y="132"/>
                  <a:pt x="224" y="132"/>
                  <a:pt x="224" y="132"/>
                </a:cubicBezTo>
                <a:cubicBezTo>
                  <a:pt x="224" y="144"/>
                  <a:pt x="224" y="144"/>
                  <a:pt x="224" y="144"/>
                </a:cubicBezTo>
                <a:cubicBezTo>
                  <a:pt x="224" y="146"/>
                  <a:pt x="226" y="148"/>
                  <a:pt x="228" y="148"/>
                </a:cubicBezTo>
                <a:cubicBezTo>
                  <a:pt x="252" y="148"/>
                  <a:pt x="252" y="148"/>
                  <a:pt x="252" y="148"/>
                </a:cubicBezTo>
                <a:cubicBezTo>
                  <a:pt x="254" y="148"/>
                  <a:pt x="256" y="146"/>
                  <a:pt x="256" y="144"/>
                </a:cubicBezTo>
                <a:cubicBezTo>
                  <a:pt x="256" y="24"/>
                  <a:pt x="256" y="24"/>
                  <a:pt x="256" y="24"/>
                </a:cubicBezTo>
                <a:cubicBezTo>
                  <a:pt x="256" y="22"/>
                  <a:pt x="254" y="20"/>
                  <a:pt x="252" y="20"/>
                </a:cubicBezTo>
                <a:close/>
                <a:moveTo>
                  <a:pt x="24" y="140"/>
                </a:moveTo>
                <a:cubicBezTo>
                  <a:pt x="8" y="140"/>
                  <a:pt x="8" y="140"/>
                  <a:pt x="8" y="140"/>
                </a:cubicBezTo>
                <a:cubicBezTo>
                  <a:pt x="8" y="28"/>
                  <a:pt x="8" y="28"/>
                  <a:pt x="8" y="28"/>
                </a:cubicBezTo>
                <a:cubicBezTo>
                  <a:pt x="24" y="28"/>
                  <a:pt x="24" y="28"/>
                  <a:pt x="24" y="28"/>
                </a:cubicBezTo>
                <a:lnTo>
                  <a:pt x="24" y="140"/>
                </a:lnTo>
                <a:close/>
                <a:moveTo>
                  <a:pt x="56" y="116"/>
                </a:moveTo>
                <a:cubicBezTo>
                  <a:pt x="53" y="117"/>
                  <a:pt x="51" y="120"/>
                  <a:pt x="51" y="123"/>
                </a:cubicBezTo>
                <a:cubicBezTo>
                  <a:pt x="50" y="123"/>
                  <a:pt x="50" y="124"/>
                  <a:pt x="50" y="124"/>
                </a:cubicBezTo>
                <a:cubicBezTo>
                  <a:pt x="32" y="124"/>
                  <a:pt x="32" y="124"/>
                  <a:pt x="32" y="124"/>
                </a:cubicBezTo>
                <a:cubicBezTo>
                  <a:pt x="32" y="44"/>
                  <a:pt x="32" y="44"/>
                  <a:pt x="32" y="44"/>
                </a:cubicBezTo>
                <a:cubicBezTo>
                  <a:pt x="66" y="44"/>
                  <a:pt x="66" y="44"/>
                  <a:pt x="66" y="44"/>
                </a:cubicBezTo>
                <a:cubicBezTo>
                  <a:pt x="57" y="56"/>
                  <a:pt x="52" y="72"/>
                  <a:pt x="52" y="88"/>
                </a:cubicBezTo>
                <a:cubicBezTo>
                  <a:pt x="52" y="97"/>
                  <a:pt x="54" y="106"/>
                  <a:pt x="57" y="115"/>
                </a:cubicBezTo>
                <a:lnTo>
                  <a:pt x="56" y="116"/>
                </a:lnTo>
                <a:close/>
                <a:moveTo>
                  <a:pt x="197" y="128"/>
                </a:moveTo>
                <a:cubicBezTo>
                  <a:pt x="197" y="129"/>
                  <a:pt x="196" y="130"/>
                  <a:pt x="195" y="130"/>
                </a:cubicBezTo>
                <a:cubicBezTo>
                  <a:pt x="194" y="130"/>
                  <a:pt x="193" y="130"/>
                  <a:pt x="192" y="129"/>
                </a:cubicBezTo>
                <a:cubicBezTo>
                  <a:pt x="188" y="127"/>
                  <a:pt x="188" y="127"/>
                  <a:pt x="188" y="127"/>
                </a:cubicBezTo>
                <a:cubicBezTo>
                  <a:pt x="186" y="126"/>
                  <a:pt x="184" y="127"/>
                  <a:pt x="183" y="128"/>
                </a:cubicBezTo>
                <a:cubicBezTo>
                  <a:pt x="170" y="146"/>
                  <a:pt x="150" y="156"/>
                  <a:pt x="128" y="156"/>
                </a:cubicBezTo>
                <a:cubicBezTo>
                  <a:pt x="106" y="156"/>
                  <a:pt x="86" y="146"/>
                  <a:pt x="73" y="128"/>
                </a:cubicBezTo>
                <a:cubicBezTo>
                  <a:pt x="73" y="127"/>
                  <a:pt x="71" y="127"/>
                  <a:pt x="70" y="127"/>
                </a:cubicBezTo>
                <a:cubicBezTo>
                  <a:pt x="69" y="127"/>
                  <a:pt x="69" y="127"/>
                  <a:pt x="68" y="127"/>
                </a:cubicBezTo>
                <a:cubicBezTo>
                  <a:pt x="64" y="129"/>
                  <a:pt x="64" y="129"/>
                  <a:pt x="64" y="129"/>
                </a:cubicBezTo>
                <a:cubicBezTo>
                  <a:pt x="63" y="130"/>
                  <a:pt x="62" y="130"/>
                  <a:pt x="61" y="130"/>
                </a:cubicBezTo>
                <a:cubicBezTo>
                  <a:pt x="60" y="130"/>
                  <a:pt x="59" y="129"/>
                  <a:pt x="59" y="128"/>
                </a:cubicBezTo>
                <a:cubicBezTo>
                  <a:pt x="58" y="126"/>
                  <a:pt x="58" y="124"/>
                  <a:pt x="60" y="123"/>
                </a:cubicBezTo>
                <a:cubicBezTo>
                  <a:pt x="64" y="120"/>
                  <a:pt x="64" y="120"/>
                  <a:pt x="64" y="120"/>
                </a:cubicBezTo>
                <a:cubicBezTo>
                  <a:pt x="66" y="119"/>
                  <a:pt x="67" y="117"/>
                  <a:pt x="66" y="115"/>
                </a:cubicBezTo>
                <a:cubicBezTo>
                  <a:pt x="62" y="107"/>
                  <a:pt x="60" y="97"/>
                  <a:pt x="60" y="88"/>
                </a:cubicBezTo>
                <a:cubicBezTo>
                  <a:pt x="60" y="53"/>
                  <a:pt x="86" y="24"/>
                  <a:pt x="120" y="20"/>
                </a:cubicBezTo>
                <a:cubicBezTo>
                  <a:pt x="122" y="20"/>
                  <a:pt x="124" y="19"/>
                  <a:pt x="124" y="16"/>
                </a:cubicBezTo>
                <a:cubicBezTo>
                  <a:pt x="124" y="12"/>
                  <a:pt x="124" y="12"/>
                  <a:pt x="124" y="12"/>
                </a:cubicBezTo>
                <a:cubicBezTo>
                  <a:pt x="124" y="10"/>
                  <a:pt x="126" y="8"/>
                  <a:pt x="128" y="8"/>
                </a:cubicBezTo>
                <a:cubicBezTo>
                  <a:pt x="130" y="8"/>
                  <a:pt x="132" y="10"/>
                  <a:pt x="132" y="12"/>
                </a:cubicBezTo>
                <a:cubicBezTo>
                  <a:pt x="132" y="16"/>
                  <a:pt x="132" y="16"/>
                  <a:pt x="132" y="16"/>
                </a:cubicBezTo>
                <a:cubicBezTo>
                  <a:pt x="132" y="19"/>
                  <a:pt x="134" y="20"/>
                  <a:pt x="136" y="20"/>
                </a:cubicBezTo>
                <a:cubicBezTo>
                  <a:pt x="170" y="24"/>
                  <a:pt x="196" y="53"/>
                  <a:pt x="196" y="88"/>
                </a:cubicBezTo>
                <a:cubicBezTo>
                  <a:pt x="196" y="97"/>
                  <a:pt x="194" y="107"/>
                  <a:pt x="190" y="115"/>
                </a:cubicBezTo>
                <a:cubicBezTo>
                  <a:pt x="189" y="117"/>
                  <a:pt x="190" y="119"/>
                  <a:pt x="192" y="120"/>
                </a:cubicBezTo>
                <a:cubicBezTo>
                  <a:pt x="196" y="123"/>
                  <a:pt x="196" y="123"/>
                  <a:pt x="196" y="123"/>
                </a:cubicBezTo>
                <a:cubicBezTo>
                  <a:pt x="198" y="124"/>
                  <a:pt x="198" y="126"/>
                  <a:pt x="197" y="128"/>
                </a:cubicBezTo>
                <a:close/>
                <a:moveTo>
                  <a:pt x="224" y="124"/>
                </a:moveTo>
                <a:cubicBezTo>
                  <a:pt x="206" y="124"/>
                  <a:pt x="206" y="124"/>
                  <a:pt x="206" y="124"/>
                </a:cubicBezTo>
                <a:cubicBezTo>
                  <a:pt x="206" y="124"/>
                  <a:pt x="206" y="123"/>
                  <a:pt x="205" y="123"/>
                </a:cubicBezTo>
                <a:cubicBezTo>
                  <a:pt x="205" y="120"/>
                  <a:pt x="203" y="117"/>
                  <a:pt x="200" y="116"/>
                </a:cubicBezTo>
                <a:cubicBezTo>
                  <a:pt x="199" y="115"/>
                  <a:pt x="199" y="115"/>
                  <a:pt x="199" y="115"/>
                </a:cubicBezTo>
                <a:cubicBezTo>
                  <a:pt x="202" y="106"/>
                  <a:pt x="204" y="97"/>
                  <a:pt x="204" y="88"/>
                </a:cubicBezTo>
                <a:cubicBezTo>
                  <a:pt x="204" y="72"/>
                  <a:pt x="199" y="56"/>
                  <a:pt x="190" y="44"/>
                </a:cubicBezTo>
                <a:cubicBezTo>
                  <a:pt x="224" y="44"/>
                  <a:pt x="224" y="44"/>
                  <a:pt x="224" y="44"/>
                </a:cubicBezTo>
                <a:lnTo>
                  <a:pt x="224" y="124"/>
                </a:lnTo>
                <a:close/>
                <a:moveTo>
                  <a:pt x="248" y="140"/>
                </a:moveTo>
                <a:cubicBezTo>
                  <a:pt x="232" y="140"/>
                  <a:pt x="232" y="140"/>
                  <a:pt x="232" y="140"/>
                </a:cubicBezTo>
                <a:cubicBezTo>
                  <a:pt x="232" y="28"/>
                  <a:pt x="232" y="28"/>
                  <a:pt x="232" y="28"/>
                </a:cubicBezTo>
                <a:cubicBezTo>
                  <a:pt x="248" y="28"/>
                  <a:pt x="248" y="28"/>
                  <a:pt x="248" y="28"/>
                </a:cubicBezTo>
                <a:lnTo>
                  <a:pt x="248" y="140"/>
                </a:lnTo>
                <a:close/>
                <a:moveTo>
                  <a:pt x="137" y="37"/>
                </a:moveTo>
                <a:cubicBezTo>
                  <a:pt x="135" y="37"/>
                  <a:pt x="134" y="37"/>
                  <a:pt x="133" y="38"/>
                </a:cubicBezTo>
                <a:cubicBezTo>
                  <a:pt x="133" y="38"/>
                  <a:pt x="132" y="40"/>
                  <a:pt x="132" y="41"/>
                </a:cubicBezTo>
                <a:cubicBezTo>
                  <a:pt x="132" y="74"/>
                  <a:pt x="132" y="74"/>
                  <a:pt x="132" y="74"/>
                </a:cubicBezTo>
                <a:cubicBezTo>
                  <a:pt x="132" y="76"/>
                  <a:pt x="133" y="77"/>
                  <a:pt x="134" y="78"/>
                </a:cubicBezTo>
                <a:cubicBezTo>
                  <a:pt x="138" y="80"/>
                  <a:pt x="140" y="84"/>
                  <a:pt x="140" y="88"/>
                </a:cubicBezTo>
                <a:cubicBezTo>
                  <a:pt x="140" y="89"/>
                  <a:pt x="141" y="91"/>
                  <a:pt x="142" y="91"/>
                </a:cubicBezTo>
                <a:cubicBezTo>
                  <a:pt x="171" y="108"/>
                  <a:pt x="171" y="108"/>
                  <a:pt x="171" y="108"/>
                </a:cubicBezTo>
                <a:cubicBezTo>
                  <a:pt x="172" y="109"/>
                  <a:pt x="172" y="109"/>
                  <a:pt x="173" y="109"/>
                </a:cubicBezTo>
                <a:cubicBezTo>
                  <a:pt x="173" y="109"/>
                  <a:pt x="174" y="109"/>
                  <a:pt x="174" y="108"/>
                </a:cubicBezTo>
                <a:cubicBezTo>
                  <a:pt x="175" y="108"/>
                  <a:pt x="176" y="107"/>
                  <a:pt x="177" y="106"/>
                </a:cubicBezTo>
                <a:cubicBezTo>
                  <a:pt x="179" y="100"/>
                  <a:pt x="180" y="94"/>
                  <a:pt x="180" y="88"/>
                </a:cubicBezTo>
                <a:cubicBezTo>
                  <a:pt x="180" y="63"/>
                  <a:pt x="162" y="41"/>
                  <a:pt x="137" y="37"/>
                </a:cubicBezTo>
                <a:close/>
                <a:moveTo>
                  <a:pt x="171" y="99"/>
                </a:moveTo>
                <a:cubicBezTo>
                  <a:pt x="148" y="86"/>
                  <a:pt x="148" y="86"/>
                  <a:pt x="148" y="86"/>
                </a:cubicBezTo>
                <a:cubicBezTo>
                  <a:pt x="147" y="80"/>
                  <a:pt x="144" y="75"/>
                  <a:pt x="140" y="72"/>
                </a:cubicBezTo>
                <a:cubicBezTo>
                  <a:pt x="140" y="46"/>
                  <a:pt x="140" y="46"/>
                  <a:pt x="140" y="46"/>
                </a:cubicBezTo>
                <a:cubicBezTo>
                  <a:pt x="159" y="51"/>
                  <a:pt x="172" y="68"/>
                  <a:pt x="172" y="88"/>
                </a:cubicBezTo>
                <a:cubicBezTo>
                  <a:pt x="172" y="92"/>
                  <a:pt x="172" y="95"/>
                  <a:pt x="171" y="99"/>
                </a:cubicBezTo>
                <a:close/>
                <a:moveTo>
                  <a:pt x="116" y="88"/>
                </a:moveTo>
                <a:cubicBezTo>
                  <a:pt x="116" y="84"/>
                  <a:pt x="118" y="80"/>
                  <a:pt x="122" y="78"/>
                </a:cubicBezTo>
                <a:cubicBezTo>
                  <a:pt x="123" y="77"/>
                  <a:pt x="124" y="76"/>
                  <a:pt x="124" y="74"/>
                </a:cubicBezTo>
                <a:cubicBezTo>
                  <a:pt x="124" y="41"/>
                  <a:pt x="124" y="41"/>
                  <a:pt x="124" y="41"/>
                </a:cubicBezTo>
                <a:cubicBezTo>
                  <a:pt x="124" y="40"/>
                  <a:pt x="123" y="38"/>
                  <a:pt x="123" y="38"/>
                </a:cubicBezTo>
                <a:cubicBezTo>
                  <a:pt x="122" y="37"/>
                  <a:pt x="121" y="37"/>
                  <a:pt x="119" y="37"/>
                </a:cubicBezTo>
                <a:cubicBezTo>
                  <a:pt x="94" y="41"/>
                  <a:pt x="76" y="63"/>
                  <a:pt x="76" y="88"/>
                </a:cubicBezTo>
                <a:cubicBezTo>
                  <a:pt x="76" y="94"/>
                  <a:pt x="77" y="100"/>
                  <a:pt x="79" y="106"/>
                </a:cubicBezTo>
                <a:cubicBezTo>
                  <a:pt x="80" y="107"/>
                  <a:pt x="81" y="108"/>
                  <a:pt x="82" y="108"/>
                </a:cubicBezTo>
                <a:cubicBezTo>
                  <a:pt x="82" y="109"/>
                  <a:pt x="83" y="109"/>
                  <a:pt x="83" y="109"/>
                </a:cubicBezTo>
                <a:cubicBezTo>
                  <a:pt x="84" y="109"/>
                  <a:pt x="84" y="109"/>
                  <a:pt x="85" y="108"/>
                </a:cubicBezTo>
                <a:cubicBezTo>
                  <a:pt x="114" y="91"/>
                  <a:pt x="114" y="91"/>
                  <a:pt x="114" y="91"/>
                </a:cubicBezTo>
                <a:cubicBezTo>
                  <a:pt x="115" y="91"/>
                  <a:pt x="116" y="89"/>
                  <a:pt x="116" y="88"/>
                </a:cubicBezTo>
                <a:close/>
                <a:moveTo>
                  <a:pt x="108" y="86"/>
                </a:moveTo>
                <a:cubicBezTo>
                  <a:pt x="85" y="99"/>
                  <a:pt x="85" y="99"/>
                  <a:pt x="85" y="99"/>
                </a:cubicBezTo>
                <a:cubicBezTo>
                  <a:pt x="84" y="95"/>
                  <a:pt x="84" y="92"/>
                  <a:pt x="84" y="88"/>
                </a:cubicBezTo>
                <a:cubicBezTo>
                  <a:pt x="84" y="68"/>
                  <a:pt x="97" y="51"/>
                  <a:pt x="116" y="46"/>
                </a:cubicBezTo>
                <a:cubicBezTo>
                  <a:pt x="116" y="72"/>
                  <a:pt x="116" y="72"/>
                  <a:pt x="116" y="72"/>
                </a:cubicBezTo>
                <a:cubicBezTo>
                  <a:pt x="112" y="75"/>
                  <a:pt x="109" y="80"/>
                  <a:pt x="108" y="86"/>
                </a:cubicBezTo>
                <a:close/>
                <a:moveTo>
                  <a:pt x="167" y="115"/>
                </a:moveTo>
                <a:cubicBezTo>
                  <a:pt x="138" y="98"/>
                  <a:pt x="138" y="98"/>
                  <a:pt x="138" y="98"/>
                </a:cubicBezTo>
                <a:cubicBezTo>
                  <a:pt x="137" y="98"/>
                  <a:pt x="135" y="98"/>
                  <a:pt x="134" y="98"/>
                </a:cubicBezTo>
                <a:cubicBezTo>
                  <a:pt x="130" y="101"/>
                  <a:pt x="126" y="101"/>
                  <a:pt x="122" y="98"/>
                </a:cubicBezTo>
                <a:cubicBezTo>
                  <a:pt x="121" y="98"/>
                  <a:pt x="119" y="98"/>
                  <a:pt x="118" y="98"/>
                </a:cubicBezTo>
                <a:cubicBezTo>
                  <a:pt x="89" y="115"/>
                  <a:pt x="89" y="115"/>
                  <a:pt x="89" y="115"/>
                </a:cubicBezTo>
                <a:cubicBezTo>
                  <a:pt x="88" y="116"/>
                  <a:pt x="87" y="117"/>
                  <a:pt x="87" y="118"/>
                </a:cubicBezTo>
                <a:cubicBezTo>
                  <a:pt x="87" y="119"/>
                  <a:pt x="87" y="120"/>
                  <a:pt x="88" y="121"/>
                </a:cubicBezTo>
                <a:cubicBezTo>
                  <a:pt x="98" y="133"/>
                  <a:pt x="112" y="140"/>
                  <a:pt x="128" y="140"/>
                </a:cubicBezTo>
                <a:cubicBezTo>
                  <a:pt x="144" y="140"/>
                  <a:pt x="158" y="133"/>
                  <a:pt x="168" y="121"/>
                </a:cubicBezTo>
                <a:cubicBezTo>
                  <a:pt x="169" y="120"/>
                  <a:pt x="169" y="119"/>
                  <a:pt x="169" y="118"/>
                </a:cubicBezTo>
                <a:cubicBezTo>
                  <a:pt x="169" y="117"/>
                  <a:pt x="168" y="116"/>
                  <a:pt x="167" y="115"/>
                </a:cubicBezTo>
                <a:close/>
                <a:moveTo>
                  <a:pt x="128" y="132"/>
                </a:moveTo>
                <a:cubicBezTo>
                  <a:pt x="116" y="132"/>
                  <a:pt x="106" y="128"/>
                  <a:pt x="97" y="120"/>
                </a:cubicBezTo>
                <a:cubicBezTo>
                  <a:pt x="120" y="106"/>
                  <a:pt x="120" y="106"/>
                  <a:pt x="120" y="106"/>
                </a:cubicBezTo>
                <a:cubicBezTo>
                  <a:pt x="125" y="109"/>
                  <a:pt x="131" y="109"/>
                  <a:pt x="136" y="106"/>
                </a:cubicBezTo>
                <a:cubicBezTo>
                  <a:pt x="159" y="120"/>
                  <a:pt x="159" y="120"/>
                  <a:pt x="159" y="120"/>
                </a:cubicBezTo>
                <a:cubicBezTo>
                  <a:pt x="150" y="128"/>
                  <a:pt x="140" y="132"/>
                  <a:pt x="128" y="13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5" name="Freeform 117">
            <a:extLst>
              <a:ext uri="{FF2B5EF4-FFF2-40B4-BE49-F238E27FC236}">
                <a16:creationId xmlns:a16="http://schemas.microsoft.com/office/drawing/2014/main" id="{81629CD9-DEE5-4ADB-B490-077E727612A2}"/>
              </a:ext>
            </a:extLst>
          </p:cNvPr>
          <p:cNvSpPr>
            <a:spLocks noChangeAspect="1" noEditPoints="1"/>
          </p:cNvSpPr>
          <p:nvPr/>
        </p:nvSpPr>
        <p:spPr bwMode="auto">
          <a:xfrm>
            <a:off x="7352960" y="4411545"/>
            <a:ext cx="387350" cy="288925"/>
          </a:xfrm>
          <a:custGeom>
            <a:avLst/>
            <a:gdLst>
              <a:gd name="T0" fmla="*/ 16 w 248"/>
              <a:gd name="T1" fmla="*/ 144 h 184"/>
              <a:gd name="T2" fmla="*/ 72 w 248"/>
              <a:gd name="T3" fmla="*/ 144 h 184"/>
              <a:gd name="T4" fmla="*/ 44 w 248"/>
              <a:gd name="T5" fmla="*/ 162 h 184"/>
              <a:gd name="T6" fmla="*/ 44 w 248"/>
              <a:gd name="T7" fmla="*/ 126 h 184"/>
              <a:gd name="T8" fmla="*/ 44 w 248"/>
              <a:gd name="T9" fmla="*/ 162 h 184"/>
              <a:gd name="T10" fmla="*/ 96 w 248"/>
              <a:gd name="T11" fmla="*/ 144 h 184"/>
              <a:gd name="T12" fmla="*/ 152 w 248"/>
              <a:gd name="T13" fmla="*/ 144 h 184"/>
              <a:gd name="T14" fmla="*/ 124 w 248"/>
              <a:gd name="T15" fmla="*/ 162 h 184"/>
              <a:gd name="T16" fmla="*/ 124 w 248"/>
              <a:gd name="T17" fmla="*/ 126 h 184"/>
              <a:gd name="T18" fmla="*/ 124 w 248"/>
              <a:gd name="T19" fmla="*/ 162 h 184"/>
              <a:gd name="T20" fmla="*/ 232 w 248"/>
              <a:gd name="T21" fmla="*/ 144 h 184"/>
              <a:gd name="T22" fmla="*/ 176 w 248"/>
              <a:gd name="T23" fmla="*/ 144 h 184"/>
              <a:gd name="T24" fmla="*/ 204 w 248"/>
              <a:gd name="T25" fmla="*/ 126 h 184"/>
              <a:gd name="T26" fmla="*/ 204 w 248"/>
              <a:gd name="T27" fmla="*/ 162 h 184"/>
              <a:gd name="T28" fmla="*/ 204 w 248"/>
              <a:gd name="T29" fmla="*/ 126 h 184"/>
              <a:gd name="T30" fmla="*/ 248 w 248"/>
              <a:gd name="T31" fmla="*/ 8 h 184"/>
              <a:gd name="T32" fmla="*/ 148 w 248"/>
              <a:gd name="T33" fmla="*/ 0 h 184"/>
              <a:gd name="T34" fmla="*/ 124 w 248"/>
              <a:gd name="T35" fmla="*/ 0 h 184"/>
              <a:gd name="T36" fmla="*/ 100 w 248"/>
              <a:gd name="T37" fmla="*/ 0 h 184"/>
              <a:gd name="T38" fmla="*/ 0 w 248"/>
              <a:gd name="T39" fmla="*/ 8 h 184"/>
              <a:gd name="T40" fmla="*/ 108 w 248"/>
              <a:gd name="T41" fmla="*/ 16 h 184"/>
              <a:gd name="T42" fmla="*/ 44 w 248"/>
              <a:gd name="T43" fmla="*/ 104 h 184"/>
              <a:gd name="T44" fmla="*/ 63 w 248"/>
              <a:gd name="T45" fmla="*/ 46 h 184"/>
              <a:gd name="T46" fmla="*/ 60 w 248"/>
              <a:gd name="T47" fmla="*/ 40 h 184"/>
              <a:gd name="T48" fmla="*/ 0 w 248"/>
              <a:gd name="T49" fmla="*/ 48 h 184"/>
              <a:gd name="T50" fmla="*/ 5 w 248"/>
              <a:gd name="T51" fmla="*/ 126 h 184"/>
              <a:gd name="T52" fmla="*/ 0 w 248"/>
              <a:gd name="T53" fmla="*/ 144 h 184"/>
              <a:gd name="T54" fmla="*/ 84 w 248"/>
              <a:gd name="T55" fmla="*/ 161 h 184"/>
              <a:gd name="T56" fmla="*/ 164 w 248"/>
              <a:gd name="T57" fmla="*/ 161 h 184"/>
              <a:gd name="T58" fmla="*/ 248 w 248"/>
              <a:gd name="T59" fmla="*/ 144 h 184"/>
              <a:gd name="T60" fmla="*/ 243 w 248"/>
              <a:gd name="T61" fmla="*/ 126 h 184"/>
              <a:gd name="T62" fmla="*/ 248 w 248"/>
              <a:gd name="T63" fmla="*/ 48 h 184"/>
              <a:gd name="T64" fmla="*/ 188 w 248"/>
              <a:gd name="T65" fmla="*/ 40 h 184"/>
              <a:gd name="T66" fmla="*/ 185 w 248"/>
              <a:gd name="T67" fmla="*/ 46 h 184"/>
              <a:gd name="T68" fmla="*/ 204 w 248"/>
              <a:gd name="T69" fmla="*/ 104 h 184"/>
              <a:gd name="T70" fmla="*/ 140 w 248"/>
              <a:gd name="T71" fmla="*/ 16 h 184"/>
              <a:gd name="T72" fmla="*/ 44 w 248"/>
              <a:gd name="T73" fmla="*/ 176 h 184"/>
              <a:gd name="T74" fmla="*/ 44 w 248"/>
              <a:gd name="T75" fmla="*/ 112 h 184"/>
              <a:gd name="T76" fmla="*/ 44 w 248"/>
              <a:gd name="T77" fmla="*/ 176 h 184"/>
              <a:gd name="T78" fmla="*/ 240 w 248"/>
              <a:gd name="T79" fmla="*/ 144 h 184"/>
              <a:gd name="T80" fmla="*/ 168 w 248"/>
              <a:gd name="T81" fmla="*/ 144 h 184"/>
              <a:gd name="T82" fmla="*/ 124 w 248"/>
              <a:gd name="T83" fmla="*/ 176 h 184"/>
              <a:gd name="T84" fmla="*/ 124 w 248"/>
              <a:gd name="T85" fmla="*/ 112 h 184"/>
              <a:gd name="T86" fmla="*/ 124 w 248"/>
              <a:gd name="T87" fmla="*/ 176 h 184"/>
              <a:gd name="T88" fmla="*/ 124 w 248"/>
              <a:gd name="T89" fmla="*/ 104 h 184"/>
              <a:gd name="T90" fmla="*/ 116 w 248"/>
              <a:gd name="T91" fmla="*/ 17 h 184"/>
              <a:gd name="T92" fmla="*/ 124 w 248"/>
              <a:gd name="T93" fmla="*/ 8 h 184"/>
              <a:gd name="T94" fmla="*/ 155 w 248"/>
              <a:gd name="T95" fmla="*/ 11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8" h="184">
                <a:moveTo>
                  <a:pt x="44" y="118"/>
                </a:moveTo>
                <a:cubicBezTo>
                  <a:pt x="29" y="118"/>
                  <a:pt x="16" y="130"/>
                  <a:pt x="16" y="144"/>
                </a:cubicBezTo>
                <a:cubicBezTo>
                  <a:pt x="16" y="158"/>
                  <a:pt x="29" y="170"/>
                  <a:pt x="44" y="170"/>
                </a:cubicBezTo>
                <a:cubicBezTo>
                  <a:pt x="59" y="170"/>
                  <a:pt x="72" y="158"/>
                  <a:pt x="72" y="144"/>
                </a:cubicBezTo>
                <a:cubicBezTo>
                  <a:pt x="72" y="130"/>
                  <a:pt x="59" y="118"/>
                  <a:pt x="44" y="118"/>
                </a:cubicBezTo>
                <a:close/>
                <a:moveTo>
                  <a:pt x="44" y="162"/>
                </a:moveTo>
                <a:cubicBezTo>
                  <a:pt x="33" y="162"/>
                  <a:pt x="24" y="154"/>
                  <a:pt x="24" y="144"/>
                </a:cubicBezTo>
                <a:cubicBezTo>
                  <a:pt x="24" y="134"/>
                  <a:pt x="33" y="126"/>
                  <a:pt x="44" y="126"/>
                </a:cubicBezTo>
                <a:cubicBezTo>
                  <a:pt x="55" y="126"/>
                  <a:pt x="64" y="134"/>
                  <a:pt x="64" y="144"/>
                </a:cubicBezTo>
                <a:cubicBezTo>
                  <a:pt x="64" y="154"/>
                  <a:pt x="55" y="162"/>
                  <a:pt x="44" y="162"/>
                </a:cubicBezTo>
                <a:close/>
                <a:moveTo>
                  <a:pt x="124" y="118"/>
                </a:moveTo>
                <a:cubicBezTo>
                  <a:pt x="109" y="118"/>
                  <a:pt x="96" y="130"/>
                  <a:pt x="96" y="144"/>
                </a:cubicBezTo>
                <a:cubicBezTo>
                  <a:pt x="96" y="158"/>
                  <a:pt x="109" y="170"/>
                  <a:pt x="124" y="170"/>
                </a:cubicBezTo>
                <a:cubicBezTo>
                  <a:pt x="139" y="170"/>
                  <a:pt x="152" y="158"/>
                  <a:pt x="152" y="144"/>
                </a:cubicBezTo>
                <a:cubicBezTo>
                  <a:pt x="152" y="130"/>
                  <a:pt x="139" y="118"/>
                  <a:pt x="124" y="118"/>
                </a:cubicBezTo>
                <a:close/>
                <a:moveTo>
                  <a:pt x="124" y="162"/>
                </a:moveTo>
                <a:cubicBezTo>
                  <a:pt x="113" y="162"/>
                  <a:pt x="104" y="154"/>
                  <a:pt x="104" y="144"/>
                </a:cubicBezTo>
                <a:cubicBezTo>
                  <a:pt x="104" y="134"/>
                  <a:pt x="113" y="126"/>
                  <a:pt x="124" y="126"/>
                </a:cubicBezTo>
                <a:cubicBezTo>
                  <a:pt x="135" y="126"/>
                  <a:pt x="144" y="134"/>
                  <a:pt x="144" y="144"/>
                </a:cubicBezTo>
                <a:cubicBezTo>
                  <a:pt x="144" y="154"/>
                  <a:pt x="135" y="162"/>
                  <a:pt x="124" y="162"/>
                </a:cubicBezTo>
                <a:close/>
                <a:moveTo>
                  <a:pt x="204" y="170"/>
                </a:moveTo>
                <a:cubicBezTo>
                  <a:pt x="219" y="170"/>
                  <a:pt x="232" y="158"/>
                  <a:pt x="232" y="144"/>
                </a:cubicBezTo>
                <a:cubicBezTo>
                  <a:pt x="232" y="130"/>
                  <a:pt x="219" y="118"/>
                  <a:pt x="204" y="118"/>
                </a:cubicBezTo>
                <a:cubicBezTo>
                  <a:pt x="189" y="118"/>
                  <a:pt x="176" y="130"/>
                  <a:pt x="176" y="144"/>
                </a:cubicBezTo>
                <a:cubicBezTo>
                  <a:pt x="176" y="158"/>
                  <a:pt x="189" y="170"/>
                  <a:pt x="204" y="170"/>
                </a:cubicBezTo>
                <a:close/>
                <a:moveTo>
                  <a:pt x="204" y="126"/>
                </a:moveTo>
                <a:cubicBezTo>
                  <a:pt x="215" y="126"/>
                  <a:pt x="224" y="134"/>
                  <a:pt x="224" y="144"/>
                </a:cubicBezTo>
                <a:cubicBezTo>
                  <a:pt x="224" y="154"/>
                  <a:pt x="215" y="162"/>
                  <a:pt x="204" y="162"/>
                </a:cubicBezTo>
                <a:cubicBezTo>
                  <a:pt x="193" y="162"/>
                  <a:pt x="184" y="154"/>
                  <a:pt x="184" y="144"/>
                </a:cubicBezTo>
                <a:cubicBezTo>
                  <a:pt x="184" y="134"/>
                  <a:pt x="193" y="126"/>
                  <a:pt x="204" y="126"/>
                </a:cubicBezTo>
                <a:close/>
                <a:moveTo>
                  <a:pt x="148" y="8"/>
                </a:moveTo>
                <a:cubicBezTo>
                  <a:pt x="248" y="8"/>
                  <a:pt x="248" y="8"/>
                  <a:pt x="248" y="8"/>
                </a:cubicBezTo>
                <a:cubicBezTo>
                  <a:pt x="248" y="0"/>
                  <a:pt x="248" y="0"/>
                  <a:pt x="248" y="0"/>
                </a:cubicBezTo>
                <a:cubicBezTo>
                  <a:pt x="148" y="0"/>
                  <a:pt x="148" y="0"/>
                  <a:pt x="148" y="0"/>
                </a:cubicBezTo>
                <a:cubicBezTo>
                  <a:pt x="143" y="0"/>
                  <a:pt x="139" y="2"/>
                  <a:pt x="136" y="6"/>
                </a:cubicBezTo>
                <a:cubicBezTo>
                  <a:pt x="133" y="2"/>
                  <a:pt x="129" y="0"/>
                  <a:pt x="124" y="0"/>
                </a:cubicBezTo>
                <a:cubicBezTo>
                  <a:pt x="119" y="0"/>
                  <a:pt x="115" y="2"/>
                  <a:pt x="112" y="6"/>
                </a:cubicBezTo>
                <a:cubicBezTo>
                  <a:pt x="109" y="2"/>
                  <a:pt x="105" y="0"/>
                  <a:pt x="100" y="0"/>
                </a:cubicBezTo>
                <a:cubicBezTo>
                  <a:pt x="0" y="0"/>
                  <a:pt x="0" y="0"/>
                  <a:pt x="0" y="0"/>
                </a:cubicBezTo>
                <a:cubicBezTo>
                  <a:pt x="0" y="8"/>
                  <a:pt x="0" y="8"/>
                  <a:pt x="0" y="8"/>
                </a:cubicBezTo>
                <a:cubicBezTo>
                  <a:pt x="100" y="8"/>
                  <a:pt x="100" y="8"/>
                  <a:pt x="100" y="8"/>
                </a:cubicBezTo>
                <a:cubicBezTo>
                  <a:pt x="104" y="8"/>
                  <a:pt x="108" y="11"/>
                  <a:pt x="108" y="16"/>
                </a:cubicBezTo>
                <a:cubicBezTo>
                  <a:pt x="83" y="125"/>
                  <a:pt x="83" y="125"/>
                  <a:pt x="83" y="125"/>
                </a:cubicBezTo>
                <a:cubicBezTo>
                  <a:pt x="75" y="112"/>
                  <a:pt x="61" y="104"/>
                  <a:pt x="44" y="104"/>
                </a:cubicBezTo>
                <a:cubicBezTo>
                  <a:pt x="37" y="104"/>
                  <a:pt x="31" y="105"/>
                  <a:pt x="25" y="108"/>
                </a:cubicBezTo>
                <a:cubicBezTo>
                  <a:pt x="63" y="46"/>
                  <a:pt x="63" y="46"/>
                  <a:pt x="63" y="46"/>
                </a:cubicBezTo>
                <a:cubicBezTo>
                  <a:pt x="64" y="45"/>
                  <a:pt x="64" y="43"/>
                  <a:pt x="63" y="42"/>
                </a:cubicBezTo>
                <a:cubicBezTo>
                  <a:pt x="63" y="41"/>
                  <a:pt x="61" y="40"/>
                  <a:pt x="60" y="40"/>
                </a:cubicBezTo>
                <a:cubicBezTo>
                  <a:pt x="0" y="40"/>
                  <a:pt x="0" y="40"/>
                  <a:pt x="0" y="40"/>
                </a:cubicBezTo>
                <a:cubicBezTo>
                  <a:pt x="0" y="48"/>
                  <a:pt x="0" y="48"/>
                  <a:pt x="0" y="48"/>
                </a:cubicBezTo>
                <a:cubicBezTo>
                  <a:pt x="53" y="48"/>
                  <a:pt x="53" y="48"/>
                  <a:pt x="53" y="48"/>
                </a:cubicBezTo>
                <a:cubicBezTo>
                  <a:pt x="5" y="126"/>
                  <a:pt x="5" y="126"/>
                  <a:pt x="5" y="126"/>
                </a:cubicBezTo>
                <a:cubicBezTo>
                  <a:pt x="5" y="126"/>
                  <a:pt x="5" y="126"/>
                  <a:pt x="5" y="126"/>
                </a:cubicBezTo>
                <a:cubicBezTo>
                  <a:pt x="2" y="131"/>
                  <a:pt x="0" y="138"/>
                  <a:pt x="0" y="144"/>
                </a:cubicBezTo>
                <a:cubicBezTo>
                  <a:pt x="0" y="166"/>
                  <a:pt x="20" y="184"/>
                  <a:pt x="44" y="184"/>
                </a:cubicBezTo>
                <a:cubicBezTo>
                  <a:pt x="62" y="184"/>
                  <a:pt x="77" y="174"/>
                  <a:pt x="84" y="161"/>
                </a:cubicBezTo>
                <a:cubicBezTo>
                  <a:pt x="91" y="174"/>
                  <a:pt x="106" y="184"/>
                  <a:pt x="124" y="184"/>
                </a:cubicBezTo>
                <a:cubicBezTo>
                  <a:pt x="142" y="184"/>
                  <a:pt x="157" y="174"/>
                  <a:pt x="164" y="161"/>
                </a:cubicBezTo>
                <a:cubicBezTo>
                  <a:pt x="171" y="174"/>
                  <a:pt x="186" y="184"/>
                  <a:pt x="204" y="184"/>
                </a:cubicBezTo>
                <a:cubicBezTo>
                  <a:pt x="228" y="184"/>
                  <a:pt x="248" y="166"/>
                  <a:pt x="248" y="144"/>
                </a:cubicBezTo>
                <a:cubicBezTo>
                  <a:pt x="248" y="138"/>
                  <a:pt x="246" y="131"/>
                  <a:pt x="243" y="126"/>
                </a:cubicBezTo>
                <a:cubicBezTo>
                  <a:pt x="243" y="126"/>
                  <a:pt x="243" y="126"/>
                  <a:pt x="243" y="126"/>
                </a:cubicBezTo>
                <a:cubicBezTo>
                  <a:pt x="195" y="48"/>
                  <a:pt x="195" y="48"/>
                  <a:pt x="195" y="48"/>
                </a:cubicBezTo>
                <a:cubicBezTo>
                  <a:pt x="248" y="48"/>
                  <a:pt x="248" y="48"/>
                  <a:pt x="248" y="48"/>
                </a:cubicBezTo>
                <a:cubicBezTo>
                  <a:pt x="248" y="40"/>
                  <a:pt x="248" y="40"/>
                  <a:pt x="248" y="40"/>
                </a:cubicBezTo>
                <a:cubicBezTo>
                  <a:pt x="188" y="40"/>
                  <a:pt x="188" y="40"/>
                  <a:pt x="188" y="40"/>
                </a:cubicBezTo>
                <a:cubicBezTo>
                  <a:pt x="187" y="40"/>
                  <a:pt x="185" y="41"/>
                  <a:pt x="185" y="42"/>
                </a:cubicBezTo>
                <a:cubicBezTo>
                  <a:pt x="184" y="43"/>
                  <a:pt x="184" y="45"/>
                  <a:pt x="185" y="46"/>
                </a:cubicBezTo>
                <a:cubicBezTo>
                  <a:pt x="223" y="108"/>
                  <a:pt x="223" y="108"/>
                  <a:pt x="223" y="108"/>
                </a:cubicBezTo>
                <a:cubicBezTo>
                  <a:pt x="217" y="105"/>
                  <a:pt x="211" y="104"/>
                  <a:pt x="204" y="104"/>
                </a:cubicBezTo>
                <a:cubicBezTo>
                  <a:pt x="187" y="104"/>
                  <a:pt x="173" y="112"/>
                  <a:pt x="165" y="125"/>
                </a:cubicBezTo>
                <a:cubicBezTo>
                  <a:pt x="140" y="16"/>
                  <a:pt x="140" y="16"/>
                  <a:pt x="140" y="16"/>
                </a:cubicBezTo>
                <a:cubicBezTo>
                  <a:pt x="140" y="11"/>
                  <a:pt x="144" y="8"/>
                  <a:pt x="148" y="8"/>
                </a:cubicBezTo>
                <a:close/>
                <a:moveTo>
                  <a:pt x="44" y="176"/>
                </a:moveTo>
                <a:cubicBezTo>
                  <a:pt x="24" y="176"/>
                  <a:pt x="8" y="162"/>
                  <a:pt x="8" y="144"/>
                </a:cubicBezTo>
                <a:cubicBezTo>
                  <a:pt x="8" y="126"/>
                  <a:pt x="24" y="112"/>
                  <a:pt x="44" y="112"/>
                </a:cubicBezTo>
                <a:cubicBezTo>
                  <a:pt x="64" y="112"/>
                  <a:pt x="80" y="126"/>
                  <a:pt x="80" y="144"/>
                </a:cubicBezTo>
                <a:cubicBezTo>
                  <a:pt x="80" y="162"/>
                  <a:pt x="64" y="176"/>
                  <a:pt x="44" y="176"/>
                </a:cubicBezTo>
                <a:close/>
                <a:moveTo>
                  <a:pt x="204" y="112"/>
                </a:moveTo>
                <a:cubicBezTo>
                  <a:pt x="224" y="112"/>
                  <a:pt x="240" y="126"/>
                  <a:pt x="240" y="144"/>
                </a:cubicBezTo>
                <a:cubicBezTo>
                  <a:pt x="240" y="162"/>
                  <a:pt x="224" y="176"/>
                  <a:pt x="204" y="176"/>
                </a:cubicBezTo>
                <a:cubicBezTo>
                  <a:pt x="184" y="176"/>
                  <a:pt x="168" y="162"/>
                  <a:pt x="168" y="144"/>
                </a:cubicBezTo>
                <a:cubicBezTo>
                  <a:pt x="168" y="126"/>
                  <a:pt x="184" y="112"/>
                  <a:pt x="204" y="112"/>
                </a:cubicBezTo>
                <a:close/>
                <a:moveTo>
                  <a:pt x="124" y="176"/>
                </a:moveTo>
                <a:cubicBezTo>
                  <a:pt x="104" y="176"/>
                  <a:pt x="88" y="162"/>
                  <a:pt x="88" y="144"/>
                </a:cubicBezTo>
                <a:cubicBezTo>
                  <a:pt x="88" y="126"/>
                  <a:pt x="104" y="112"/>
                  <a:pt x="124" y="112"/>
                </a:cubicBezTo>
                <a:cubicBezTo>
                  <a:pt x="144" y="112"/>
                  <a:pt x="160" y="126"/>
                  <a:pt x="160" y="144"/>
                </a:cubicBezTo>
                <a:cubicBezTo>
                  <a:pt x="160" y="162"/>
                  <a:pt x="144" y="176"/>
                  <a:pt x="124" y="176"/>
                </a:cubicBezTo>
                <a:close/>
                <a:moveTo>
                  <a:pt x="155" y="116"/>
                </a:moveTo>
                <a:cubicBezTo>
                  <a:pt x="147" y="109"/>
                  <a:pt x="136" y="104"/>
                  <a:pt x="124" y="104"/>
                </a:cubicBezTo>
                <a:cubicBezTo>
                  <a:pt x="112" y="104"/>
                  <a:pt x="101" y="109"/>
                  <a:pt x="93" y="116"/>
                </a:cubicBezTo>
                <a:cubicBezTo>
                  <a:pt x="116" y="17"/>
                  <a:pt x="116" y="17"/>
                  <a:pt x="116" y="17"/>
                </a:cubicBezTo>
                <a:cubicBezTo>
                  <a:pt x="116" y="16"/>
                  <a:pt x="116" y="16"/>
                  <a:pt x="116" y="16"/>
                </a:cubicBezTo>
                <a:cubicBezTo>
                  <a:pt x="116" y="12"/>
                  <a:pt x="120" y="8"/>
                  <a:pt x="124" y="8"/>
                </a:cubicBezTo>
                <a:cubicBezTo>
                  <a:pt x="128" y="8"/>
                  <a:pt x="132" y="12"/>
                  <a:pt x="132" y="16"/>
                </a:cubicBezTo>
                <a:lnTo>
                  <a:pt x="155" y="1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9" name="Freeform 121">
            <a:extLst>
              <a:ext uri="{FF2B5EF4-FFF2-40B4-BE49-F238E27FC236}">
                <a16:creationId xmlns:a16="http://schemas.microsoft.com/office/drawing/2014/main" id="{6860F730-91BD-4426-9332-754427BD784D}"/>
              </a:ext>
            </a:extLst>
          </p:cNvPr>
          <p:cNvSpPr>
            <a:spLocks noChangeAspect="1" noEditPoints="1"/>
          </p:cNvSpPr>
          <p:nvPr/>
        </p:nvSpPr>
        <p:spPr bwMode="auto">
          <a:xfrm>
            <a:off x="8314256" y="4455995"/>
            <a:ext cx="400050" cy="200025"/>
          </a:xfrm>
          <a:custGeom>
            <a:avLst/>
            <a:gdLst>
              <a:gd name="T0" fmla="*/ 252 w 256"/>
              <a:gd name="T1" fmla="*/ 0 h 128"/>
              <a:gd name="T2" fmla="*/ 228 w 256"/>
              <a:gd name="T3" fmla="*/ 0 h 128"/>
              <a:gd name="T4" fmla="*/ 224 w 256"/>
              <a:gd name="T5" fmla="*/ 4 h 128"/>
              <a:gd name="T6" fmla="*/ 224 w 256"/>
              <a:gd name="T7" fmla="*/ 16 h 128"/>
              <a:gd name="T8" fmla="*/ 32 w 256"/>
              <a:gd name="T9" fmla="*/ 16 h 128"/>
              <a:gd name="T10" fmla="*/ 32 w 256"/>
              <a:gd name="T11" fmla="*/ 4 h 128"/>
              <a:gd name="T12" fmla="*/ 28 w 256"/>
              <a:gd name="T13" fmla="*/ 0 h 128"/>
              <a:gd name="T14" fmla="*/ 4 w 256"/>
              <a:gd name="T15" fmla="*/ 0 h 128"/>
              <a:gd name="T16" fmla="*/ 0 w 256"/>
              <a:gd name="T17" fmla="*/ 4 h 128"/>
              <a:gd name="T18" fmla="*/ 0 w 256"/>
              <a:gd name="T19" fmla="*/ 124 h 128"/>
              <a:gd name="T20" fmla="*/ 4 w 256"/>
              <a:gd name="T21" fmla="*/ 128 h 128"/>
              <a:gd name="T22" fmla="*/ 28 w 256"/>
              <a:gd name="T23" fmla="*/ 128 h 128"/>
              <a:gd name="T24" fmla="*/ 32 w 256"/>
              <a:gd name="T25" fmla="*/ 124 h 128"/>
              <a:gd name="T26" fmla="*/ 32 w 256"/>
              <a:gd name="T27" fmla="*/ 112 h 128"/>
              <a:gd name="T28" fmla="*/ 224 w 256"/>
              <a:gd name="T29" fmla="*/ 112 h 128"/>
              <a:gd name="T30" fmla="*/ 224 w 256"/>
              <a:gd name="T31" fmla="*/ 124 h 128"/>
              <a:gd name="T32" fmla="*/ 228 w 256"/>
              <a:gd name="T33" fmla="*/ 128 h 128"/>
              <a:gd name="T34" fmla="*/ 252 w 256"/>
              <a:gd name="T35" fmla="*/ 128 h 128"/>
              <a:gd name="T36" fmla="*/ 256 w 256"/>
              <a:gd name="T37" fmla="*/ 124 h 128"/>
              <a:gd name="T38" fmla="*/ 256 w 256"/>
              <a:gd name="T39" fmla="*/ 4 h 128"/>
              <a:gd name="T40" fmla="*/ 252 w 256"/>
              <a:gd name="T41" fmla="*/ 0 h 128"/>
              <a:gd name="T42" fmla="*/ 24 w 256"/>
              <a:gd name="T43" fmla="*/ 120 h 128"/>
              <a:gd name="T44" fmla="*/ 8 w 256"/>
              <a:gd name="T45" fmla="*/ 120 h 128"/>
              <a:gd name="T46" fmla="*/ 8 w 256"/>
              <a:gd name="T47" fmla="*/ 8 h 128"/>
              <a:gd name="T48" fmla="*/ 24 w 256"/>
              <a:gd name="T49" fmla="*/ 8 h 128"/>
              <a:gd name="T50" fmla="*/ 24 w 256"/>
              <a:gd name="T51" fmla="*/ 120 h 128"/>
              <a:gd name="T52" fmla="*/ 32 w 256"/>
              <a:gd name="T53" fmla="*/ 104 h 128"/>
              <a:gd name="T54" fmla="*/ 32 w 256"/>
              <a:gd name="T55" fmla="*/ 24 h 128"/>
              <a:gd name="T56" fmla="*/ 224 w 256"/>
              <a:gd name="T57" fmla="*/ 24 h 128"/>
              <a:gd name="T58" fmla="*/ 224 w 256"/>
              <a:gd name="T59" fmla="*/ 104 h 128"/>
              <a:gd name="T60" fmla="*/ 32 w 256"/>
              <a:gd name="T61" fmla="*/ 104 h 128"/>
              <a:gd name="T62" fmla="*/ 248 w 256"/>
              <a:gd name="T63" fmla="*/ 120 h 128"/>
              <a:gd name="T64" fmla="*/ 232 w 256"/>
              <a:gd name="T65" fmla="*/ 120 h 128"/>
              <a:gd name="T66" fmla="*/ 232 w 256"/>
              <a:gd name="T67" fmla="*/ 8 h 128"/>
              <a:gd name="T68" fmla="*/ 248 w 256"/>
              <a:gd name="T69" fmla="*/ 8 h 128"/>
              <a:gd name="T70" fmla="*/ 248 w 256"/>
              <a:gd name="T71"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6" h="128">
                <a:moveTo>
                  <a:pt x="252" y="0"/>
                </a:moveTo>
                <a:cubicBezTo>
                  <a:pt x="228" y="0"/>
                  <a:pt x="228" y="0"/>
                  <a:pt x="228" y="0"/>
                </a:cubicBezTo>
                <a:cubicBezTo>
                  <a:pt x="226" y="0"/>
                  <a:pt x="224" y="2"/>
                  <a:pt x="224" y="4"/>
                </a:cubicBezTo>
                <a:cubicBezTo>
                  <a:pt x="224" y="16"/>
                  <a:pt x="224" y="16"/>
                  <a:pt x="224" y="16"/>
                </a:cubicBezTo>
                <a:cubicBezTo>
                  <a:pt x="32" y="16"/>
                  <a:pt x="32" y="16"/>
                  <a:pt x="32" y="16"/>
                </a:cubicBezTo>
                <a:cubicBezTo>
                  <a:pt x="32" y="4"/>
                  <a:pt x="32" y="4"/>
                  <a:pt x="32" y="4"/>
                </a:cubicBezTo>
                <a:cubicBezTo>
                  <a:pt x="32" y="2"/>
                  <a:pt x="30" y="0"/>
                  <a:pt x="28" y="0"/>
                </a:cubicBezTo>
                <a:cubicBezTo>
                  <a:pt x="4" y="0"/>
                  <a:pt x="4" y="0"/>
                  <a:pt x="4" y="0"/>
                </a:cubicBezTo>
                <a:cubicBezTo>
                  <a:pt x="2" y="0"/>
                  <a:pt x="0" y="2"/>
                  <a:pt x="0" y="4"/>
                </a:cubicBezTo>
                <a:cubicBezTo>
                  <a:pt x="0" y="124"/>
                  <a:pt x="0" y="124"/>
                  <a:pt x="0" y="124"/>
                </a:cubicBezTo>
                <a:cubicBezTo>
                  <a:pt x="0" y="126"/>
                  <a:pt x="2" y="128"/>
                  <a:pt x="4" y="128"/>
                </a:cubicBezTo>
                <a:cubicBezTo>
                  <a:pt x="28" y="128"/>
                  <a:pt x="28" y="128"/>
                  <a:pt x="28" y="128"/>
                </a:cubicBezTo>
                <a:cubicBezTo>
                  <a:pt x="30" y="128"/>
                  <a:pt x="32" y="126"/>
                  <a:pt x="32" y="124"/>
                </a:cubicBezTo>
                <a:cubicBezTo>
                  <a:pt x="32" y="112"/>
                  <a:pt x="32" y="112"/>
                  <a:pt x="32" y="112"/>
                </a:cubicBezTo>
                <a:cubicBezTo>
                  <a:pt x="224" y="112"/>
                  <a:pt x="224" y="112"/>
                  <a:pt x="224" y="112"/>
                </a:cubicBezTo>
                <a:cubicBezTo>
                  <a:pt x="224" y="124"/>
                  <a:pt x="224" y="124"/>
                  <a:pt x="224" y="124"/>
                </a:cubicBezTo>
                <a:cubicBezTo>
                  <a:pt x="224" y="126"/>
                  <a:pt x="226" y="128"/>
                  <a:pt x="228" y="128"/>
                </a:cubicBezTo>
                <a:cubicBezTo>
                  <a:pt x="252" y="128"/>
                  <a:pt x="252" y="128"/>
                  <a:pt x="252" y="128"/>
                </a:cubicBezTo>
                <a:cubicBezTo>
                  <a:pt x="254" y="128"/>
                  <a:pt x="256" y="126"/>
                  <a:pt x="256" y="124"/>
                </a:cubicBezTo>
                <a:cubicBezTo>
                  <a:pt x="256" y="4"/>
                  <a:pt x="256" y="4"/>
                  <a:pt x="256" y="4"/>
                </a:cubicBezTo>
                <a:cubicBezTo>
                  <a:pt x="256" y="2"/>
                  <a:pt x="254" y="0"/>
                  <a:pt x="252" y="0"/>
                </a:cubicBezTo>
                <a:close/>
                <a:moveTo>
                  <a:pt x="24" y="120"/>
                </a:moveTo>
                <a:cubicBezTo>
                  <a:pt x="8" y="120"/>
                  <a:pt x="8" y="120"/>
                  <a:pt x="8" y="120"/>
                </a:cubicBezTo>
                <a:cubicBezTo>
                  <a:pt x="8" y="8"/>
                  <a:pt x="8" y="8"/>
                  <a:pt x="8" y="8"/>
                </a:cubicBezTo>
                <a:cubicBezTo>
                  <a:pt x="24" y="8"/>
                  <a:pt x="24" y="8"/>
                  <a:pt x="24" y="8"/>
                </a:cubicBezTo>
                <a:lnTo>
                  <a:pt x="24" y="120"/>
                </a:lnTo>
                <a:close/>
                <a:moveTo>
                  <a:pt x="32" y="104"/>
                </a:moveTo>
                <a:cubicBezTo>
                  <a:pt x="32" y="24"/>
                  <a:pt x="32" y="24"/>
                  <a:pt x="32" y="24"/>
                </a:cubicBezTo>
                <a:cubicBezTo>
                  <a:pt x="224" y="24"/>
                  <a:pt x="224" y="24"/>
                  <a:pt x="224" y="24"/>
                </a:cubicBezTo>
                <a:cubicBezTo>
                  <a:pt x="224" y="104"/>
                  <a:pt x="224" y="104"/>
                  <a:pt x="224" y="104"/>
                </a:cubicBezTo>
                <a:lnTo>
                  <a:pt x="32" y="104"/>
                </a:lnTo>
                <a:close/>
                <a:moveTo>
                  <a:pt x="248" y="120"/>
                </a:moveTo>
                <a:cubicBezTo>
                  <a:pt x="232" y="120"/>
                  <a:pt x="232" y="120"/>
                  <a:pt x="232" y="120"/>
                </a:cubicBezTo>
                <a:cubicBezTo>
                  <a:pt x="232" y="8"/>
                  <a:pt x="232" y="8"/>
                  <a:pt x="232" y="8"/>
                </a:cubicBezTo>
                <a:cubicBezTo>
                  <a:pt x="248" y="8"/>
                  <a:pt x="248" y="8"/>
                  <a:pt x="248" y="8"/>
                </a:cubicBezTo>
                <a:lnTo>
                  <a:pt x="248" y="12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0" name="Freeform 125">
            <a:extLst>
              <a:ext uri="{FF2B5EF4-FFF2-40B4-BE49-F238E27FC236}">
                <a16:creationId xmlns:a16="http://schemas.microsoft.com/office/drawing/2014/main" id="{2FA21EF4-DB4F-4F80-94A6-30E9327F45CF}"/>
              </a:ext>
            </a:extLst>
          </p:cNvPr>
          <p:cNvSpPr>
            <a:spLocks noChangeAspect="1" noEditPoints="1"/>
          </p:cNvSpPr>
          <p:nvPr/>
        </p:nvSpPr>
        <p:spPr bwMode="auto">
          <a:xfrm>
            <a:off x="9281902" y="4355982"/>
            <a:ext cx="400050" cy="400050"/>
          </a:xfrm>
          <a:custGeom>
            <a:avLst/>
            <a:gdLst>
              <a:gd name="T0" fmla="*/ 248 w 256"/>
              <a:gd name="T1" fmla="*/ 4 h 256"/>
              <a:gd name="T2" fmla="*/ 200 w 256"/>
              <a:gd name="T3" fmla="*/ 4 h 256"/>
              <a:gd name="T4" fmla="*/ 192 w 256"/>
              <a:gd name="T5" fmla="*/ 24 h 256"/>
              <a:gd name="T6" fmla="*/ 200 w 256"/>
              <a:gd name="T7" fmla="*/ 52 h 256"/>
              <a:gd name="T8" fmla="*/ 208 w 256"/>
              <a:gd name="T9" fmla="*/ 48 h 256"/>
              <a:gd name="T10" fmla="*/ 200 w 256"/>
              <a:gd name="T11" fmla="*/ 28 h 256"/>
              <a:gd name="T12" fmla="*/ 208 w 256"/>
              <a:gd name="T13" fmla="*/ 8 h 256"/>
              <a:gd name="T14" fmla="*/ 224 w 256"/>
              <a:gd name="T15" fmla="*/ 20 h 256"/>
              <a:gd name="T16" fmla="*/ 248 w 256"/>
              <a:gd name="T17" fmla="*/ 44 h 256"/>
              <a:gd name="T18" fmla="*/ 240 w 256"/>
              <a:gd name="T19" fmla="*/ 52 h 256"/>
              <a:gd name="T20" fmla="*/ 248 w 256"/>
              <a:gd name="T21" fmla="*/ 52 h 256"/>
              <a:gd name="T22" fmla="*/ 256 w 256"/>
              <a:gd name="T23" fmla="*/ 24 h 256"/>
              <a:gd name="T24" fmla="*/ 150 w 256"/>
              <a:gd name="T25" fmla="*/ 152 h 256"/>
              <a:gd name="T26" fmla="*/ 96 w 256"/>
              <a:gd name="T27" fmla="*/ 88 h 256"/>
              <a:gd name="T28" fmla="*/ 52 w 256"/>
              <a:gd name="T29" fmla="*/ 101 h 256"/>
              <a:gd name="T30" fmla="*/ 0 w 256"/>
              <a:gd name="T31" fmla="*/ 156 h 256"/>
              <a:gd name="T32" fmla="*/ 4 w 256"/>
              <a:gd name="T33" fmla="*/ 256 h 256"/>
              <a:gd name="T34" fmla="*/ 76 w 256"/>
              <a:gd name="T35" fmla="*/ 244 h 256"/>
              <a:gd name="T36" fmla="*/ 84 w 256"/>
              <a:gd name="T37" fmla="*/ 244 h 256"/>
              <a:gd name="T38" fmla="*/ 152 w 256"/>
              <a:gd name="T39" fmla="*/ 256 h 256"/>
              <a:gd name="T40" fmla="*/ 156 w 256"/>
              <a:gd name="T41" fmla="*/ 156 h 256"/>
              <a:gd name="T42" fmla="*/ 32 w 256"/>
              <a:gd name="T43" fmla="*/ 180 h 256"/>
              <a:gd name="T44" fmla="*/ 141 w 256"/>
              <a:gd name="T45" fmla="*/ 188 h 256"/>
              <a:gd name="T46" fmla="*/ 76 w 256"/>
              <a:gd name="T47" fmla="*/ 196 h 256"/>
              <a:gd name="T48" fmla="*/ 9 w 256"/>
              <a:gd name="T49" fmla="*/ 180 h 256"/>
              <a:gd name="T50" fmla="*/ 9 w 256"/>
              <a:gd name="T51" fmla="*/ 160 h 256"/>
              <a:gd name="T52" fmla="*/ 60 w 256"/>
              <a:gd name="T53" fmla="*/ 104 h 256"/>
              <a:gd name="T54" fmla="*/ 92 w 256"/>
              <a:gd name="T55" fmla="*/ 102 h 256"/>
              <a:gd name="T56" fmla="*/ 32 w 256"/>
              <a:gd name="T57" fmla="*/ 152 h 256"/>
              <a:gd name="T58" fmla="*/ 148 w 256"/>
              <a:gd name="T59" fmla="*/ 160 h 256"/>
              <a:gd name="T60" fmla="*/ 184 w 256"/>
              <a:gd name="T61" fmla="*/ 64 h 256"/>
              <a:gd name="T62" fmla="*/ 92 w 256"/>
              <a:gd name="T63" fmla="*/ 44 h 256"/>
              <a:gd name="T64" fmla="*/ 80 w 256"/>
              <a:gd name="T65" fmla="*/ 80 h 256"/>
              <a:gd name="T66" fmla="*/ 152 w 256"/>
              <a:gd name="T67" fmla="*/ 52 h 256"/>
              <a:gd name="T68" fmla="*/ 120 w 256"/>
              <a:gd name="T69" fmla="*/ 96 h 256"/>
              <a:gd name="T70" fmla="*/ 128 w 256"/>
              <a:gd name="T71" fmla="*/ 96 h 256"/>
              <a:gd name="T72" fmla="*/ 208 w 256"/>
              <a:gd name="T73" fmla="*/ 96 h 256"/>
              <a:gd name="T74" fmla="*/ 156 w 256"/>
              <a:gd name="T75" fmla="*/ 132 h 256"/>
              <a:gd name="T76" fmla="*/ 164 w 256"/>
              <a:gd name="T77" fmla="*/ 204 h 256"/>
              <a:gd name="T78" fmla="*/ 208 w 256"/>
              <a:gd name="T79" fmla="*/ 256 h 256"/>
              <a:gd name="T80" fmla="*/ 224 w 256"/>
              <a:gd name="T81" fmla="*/ 212 h 256"/>
              <a:gd name="T82" fmla="*/ 216 w 256"/>
              <a:gd name="T83" fmla="*/ 132 h 256"/>
              <a:gd name="T84" fmla="*/ 216 w 256"/>
              <a:gd name="T85"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252" y="20"/>
                </a:moveTo>
                <a:cubicBezTo>
                  <a:pt x="248" y="20"/>
                  <a:pt x="248" y="20"/>
                  <a:pt x="248" y="20"/>
                </a:cubicBezTo>
                <a:cubicBezTo>
                  <a:pt x="248" y="4"/>
                  <a:pt x="248" y="4"/>
                  <a:pt x="248" y="4"/>
                </a:cubicBezTo>
                <a:cubicBezTo>
                  <a:pt x="248" y="2"/>
                  <a:pt x="246" y="0"/>
                  <a:pt x="244" y="0"/>
                </a:cubicBezTo>
                <a:cubicBezTo>
                  <a:pt x="204" y="0"/>
                  <a:pt x="204" y="0"/>
                  <a:pt x="204" y="0"/>
                </a:cubicBezTo>
                <a:cubicBezTo>
                  <a:pt x="202" y="0"/>
                  <a:pt x="200" y="2"/>
                  <a:pt x="200" y="4"/>
                </a:cubicBezTo>
                <a:cubicBezTo>
                  <a:pt x="200" y="20"/>
                  <a:pt x="200" y="20"/>
                  <a:pt x="200" y="20"/>
                </a:cubicBezTo>
                <a:cubicBezTo>
                  <a:pt x="196" y="20"/>
                  <a:pt x="196" y="20"/>
                  <a:pt x="196" y="20"/>
                </a:cubicBezTo>
                <a:cubicBezTo>
                  <a:pt x="194" y="20"/>
                  <a:pt x="192" y="22"/>
                  <a:pt x="192" y="24"/>
                </a:cubicBezTo>
                <a:cubicBezTo>
                  <a:pt x="192" y="48"/>
                  <a:pt x="192" y="48"/>
                  <a:pt x="192" y="48"/>
                </a:cubicBezTo>
                <a:cubicBezTo>
                  <a:pt x="192" y="50"/>
                  <a:pt x="194" y="52"/>
                  <a:pt x="196" y="52"/>
                </a:cubicBezTo>
                <a:cubicBezTo>
                  <a:pt x="200" y="52"/>
                  <a:pt x="200" y="52"/>
                  <a:pt x="200" y="52"/>
                </a:cubicBezTo>
                <a:cubicBezTo>
                  <a:pt x="200" y="60"/>
                  <a:pt x="200" y="60"/>
                  <a:pt x="200" y="60"/>
                </a:cubicBezTo>
                <a:cubicBezTo>
                  <a:pt x="208" y="60"/>
                  <a:pt x="208" y="60"/>
                  <a:pt x="208" y="60"/>
                </a:cubicBezTo>
                <a:cubicBezTo>
                  <a:pt x="208" y="48"/>
                  <a:pt x="208" y="48"/>
                  <a:pt x="208" y="48"/>
                </a:cubicBezTo>
                <a:cubicBezTo>
                  <a:pt x="208" y="46"/>
                  <a:pt x="206" y="44"/>
                  <a:pt x="204" y="44"/>
                </a:cubicBezTo>
                <a:cubicBezTo>
                  <a:pt x="200" y="44"/>
                  <a:pt x="200" y="44"/>
                  <a:pt x="200" y="44"/>
                </a:cubicBezTo>
                <a:cubicBezTo>
                  <a:pt x="200" y="28"/>
                  <a:pt x="200" y="28"/>
                  <a:pt x="200" y="28"/>
                </a:cubicBezTo>
                <a:cubicBezTo>
                  <a:pt x="204" y="28"/>
                  <a:pt x="204" y="28"/>
                  <a:pt x="204" y="28"/>
                </a:cubicBezTo>
                <a:cubicBezTo>
                  <a:pt x="206" y="28"/>
                  <a:pt x="208" y="26"/>
                  <a:pt x="208" y="24"/>
                </a:cubicBezTo>
                <a:cubicBezTo>
                  <a:pt x="208" y="8"/>
                  <a:pt x="208" y="8"/>
                  <a:pt x="208" y="8"/>
                </a:cubicBezTo>
                <a:cubicBezTo>
                  <a:pt x="240" y="8"/>
                  <a:pt x="240" y="8"/>
                  <a:pt x="240" y="8"/>
                </a:cubicBezTo>
                <a:cubicBezTo>
                  <a:pt x="240" y="20"/>
                  <a:pt x="240" y="20"/>
                  <a:pt x="240" y="20"/>
                </a:cubicBezTo>
                <a:cubicBezTo>
                  <a:pt x="224" y="20"/>
                  <a:pt x="224" y="20"/>
                  <a:pt x="224" y="20"/>
                </a:cubicBezTo>
                <a:cubicBezTo>
                  <a:pt x="224" y="28"/>
                  <a:pt x="224" y="28"/>
                  <a:pt x="224" y="28"/>
                </a:cubicBezTo>
                <a:cubicBezTo>
                  <a:pt x="248" y="28"/>
                  <a:pt x="248" y="28"/>
                  <a:pt x="248" y="28"/>
                </a:cubicBezTo>
                <a:cubicBezTo>
                  <a:pt x="248" y="44"/>
                  <a:pt x="248" y="44"/>
                  <a:pt x="248" y="44"/>
                </a:cubicBezTo>
                <a:cubicBezTo>
                  <a:pt x="224" y="44"/>
                  <a:pt x="224" y="44"/>
                  <a:pt x="224" y="44"/>
                </a:cubicBezTo>
                <a:cubicBezTo>
                  <a:pt x="224" y="52"/>
                  <a:pt x="224" y="52"/>
                  <a:pt x="224" y="52"/>
                </a:cubicBezTo>
                <a:cubicBezTo>
                  <a:pt x="240" y="52"/>
                  <a:pt x="240" y="52"/>
                  <a:pt x="240" y="52"/>
                </a:cubicBezTo>
                <a:cubicBezTo>
                  <a:pt x="240" y="256"/>
                  <a:pt x="240" y="256"/>
                  <a:pt x="240" y="256"/>
                </a:cubicBezTo>
                <a:cubicBezTo>
                  <a:pt x="248" y="256"/>
                  <a:pt x="248" y="256"/>
                  <a:pt x="248" y="256"/>
                </a:cubicBezTo>
                <a:cubicBezTo>
                  <a:pt x="248" y="52"/>
                  <a:pt x="248" y="52"/>
                  <a:pt x="248" y="52"/>
                </a:cubicBezTo>
                <a:cubicBezTo>
                  <a:pt x="252" y="52"/>
                  <a:pt x="252" y="52"/>
                  <a:pt x="252" y="52"/>
                </a:cubicBezTo>
                <a:cubicBezTo>
                  <a:pt x="254" y="52"/>
                  <a:pt x="256" y="50"/>
                  <a:pt x="256" y="48"/>
                </a:cubicBezTo>
                <a:cubicBezTo>
                  <a:pt x="256" y="24"/>
                  <a:pt x="256" y="24"/>
                  <a:pt x="256" y="24"/>
                </a:cubicBezTo>
                <a:cubicBezTo>
                  <a:pt x="256" y="22"/>
                  <a:pt x="254" y="20"/>
                  <a:pt x="252" y="20"/>
                </a:cubicBezTo>
                <a:close/>
                <a:moveTo>
                  <a:pt x="152" y="152"/>
                </a:moveTo>
                <a:cubicBezTo>
                  <a:pt x="150" y="152"/>
                  <a:pt x="150" y="152"/>
                  <a:pt x="150" y="152"/>
                </a:cubicBezTo>
                <a:cubicBezTo>
                  <a:pt x="143" y="127"/>
                  <a:pt x="124" y="107"/>
                  <a:pt x="100" y="99"/>
                </a:cubicBezTo>
                <a:cubicBezTo>
                  <a:pt x="100" y="92"/>
                  <a:pt x="100" y="92"/>
                  <a:pt x="100" y="92"/>
                </a:cubicBezTo>
                <a:cubicBezTo>
                  <a:pt x="100" y="90"/>
                  <a:pt x="98" y="88"/>
                  <a:pt x="96" y="88"/>
                </a:cubicBezTo>
                <a:cubicBezTo>
                  <a:pt x="56" y="88"/>
                  <a:pt x="56" y="88"/>
                  <a:pt x="56" y="88"/>
                </a:cubicBezTo>
                <a:cubicBezTo>
                  <a:pt x="54" y="88"/>
                  <a:pt x="52" y="90"/>
                  <a:pt x="52" y="92"/>
                </a:cubicBezTo>
                <a:cubicBezTo>
                  <a:pt x="52" y="101"/>
                  <a:pt x="52" y="101"/>
                  <a:pt x="52" y="101"/>
                </a:cubicBezTo>
                <a:cubicBezTo>
                  <a:pt x="29" y="109"/>
                  <a:pt x="12" y="129"/>
                  <a:pt x="6" y="152"/>
                </a:cubicBezTo>
                <a:cubicBezTo>
                  <a:pt x="4" y="152"/>
                  <a:pt x="4" y="152"/>
                  <a:pt x="4" y="152"/>
                </a:cubicBezTo>
                <a:cubicBezTo>
                  <a:pt x="2" y="152"/>
                  <a:pt x="0" y="154"/>
                  <a:pt x="0" y="156"/>
                </a:cubicBezTo>
                <a:cubicBezTo>
                  <a:pt x="0" y="184"/>
                  <a:pt x="0" y="184"/>
                  <a:pt x="0" y="184"/>
                </a:cubicBezTo>
                <a:cubicBezTo>
                  <a:pt x="0" y="186"/>
                  <a:pt x="2" y="188"/>
                  <a:pt x="4" y="188"/>
                </a:cubicBezTo>
                <a:cubicBezTo>
                  <a:pt x="4" y="256"/>
                  <a:pt x="4" y="256"/>
                  <a:pt x="4" y="256"/>
                </a:cubicBezTo>
                <a:cubicBezTo>
                  <a:pt x="12" y="256"/>
                  <a:pt x="12" y="256"/>
                  <a:pt x="12" y="256"/>
                </a:cubicBezTo>
                <a:cubicBezTo>
                  <a:pt x="12" y="203"/>
                  <a:pt x="12" y="203"/>
                  <a:pt x="12" y="203"/>
                </a:cubicBezTo>
                <a:cubicBezTo>
                  <a:pt x="24" y="227"/>
                  <a:pt x="48" y="243"/>
                  <a:pt x="76" y="244"/>
                </a:cubicBezTo>
                <a:cubicBezTo>
                  <a:pt x="76" y="256"/>
                  <a:pt x="76" y="256"/>
                  <a:pt x="76" y="256"/>
                </a:cubicBezTo>
                <a:cubicBezTo>
                  <a:pt x="84" y="256"/>
                  <a:pt x="84" y="256"/>
                  <a:pt x="84" y="256"/>
                </a:cubicBezTo>
                <a:cubicBezTo>
                  <a:pt x="84" y="244"/>
                  <a:pt x="84" y="244"/>
                  <a:pt x="84" y="244"/>
                </a:cubicBezTo>
                <a:cubicBezTo>
                  <a:pt x="110" y="242"/>
                  <a:pt x="133" y="226"/>
                  <a:pt x="144" y="203"/>
                </a:cubicBezTo>
                <a:cubicBezTo>
                  <a:pt x="144" y="256"/>
                  <a:pt x="144" y="256"/>
                  <a:pt x="144" y="256"/>
                </a:cubicBezTo>
                <a:cubicBezTo>
                  <a:pt x="152" y="256"/>
                  <a:pt x="152" y="256"/>
                  <a:pt x="152" y="256"/>
                </a:cubicBezTo>
                <a:cubicBezTo>
                  <a:pt x="152" y="188"/>
                  <a:pt x="152" y="188"/>
                  <a:pt x="152" y="188"/>
                </a:cubicBezTo>
                <a:cubicBezTo>
                  <a:pt x="154" y="188"/>
                  <a:pt x="156" y="186"/>
                  <a:pt x="156" y="184"/>
                </a:cubicBezTo>
                <a:cubicBezTo>
                  <a:pt x="156" y="156"/>
                  <a:pt x="156" y="156"/>
                  <a:pt x="156" y="156"/>
                </a:cubicBezTo>
                <a:cubicBezTo>
                  <a:pt x="156" y="154"/>
                  <a:pt x="154" y="152"/>
                  <a:pt x="152" y="152"/>
                </a:cubicBezTo>
                <a:close/>
                <a:moveTo>
                  <a:pt x="148" y="180"/>
                </a:moveTo>
                <a:cubicBezTo>
                  <a:pt x="32" y="180"/>
                  <a:pt x="32" y="180"/>
                  <a:pt x="32" y="180"/>
                </a:cubicBezTo>
                <a:cubicBezTo>
                  <a:pt x="30" y="180"/>
                  <a:pt x="28" y="182"/>
                  <a:pt x="28" y="184"/>
                </a:cubicBezTo>
                <a:cubicBezTo>
                  <a:pt x="28" y="186"/>
                  <a:pt x="30" y="188"/>
                  <a:pt x="32" y="188"/>
                </a:cubicBezTo>
                <a:cubicBezTo>
                  <a:pt x="141" y="188"/>
                  <a:pt x="141" y="188"/>
                  <a:pt x="141" y="188"/>
                </a:cubicBezTo>
                <a:cubicBezTo>
                  <a:pt x="134" y="214"/>
                  <a:pt x="111" y="233"/>
                  <a:pt x="84" y="236"/>
                </a:cubicBezTo>
                <a:cubicBezTo>
                  <a:pt x="84" y="196"/>
                  <a:pt x="84" y="196"/>
                  <a:pt x="84" y="196"/>
                </a:cubicBezTo>
                <a:cubicBezTo>
                  <a:pt x="76" y="196"/>
                  <a:pt x="76" y="196"/>
                  <a:pt x="76" y="196"/>
                </a:cubicBezTo>
                <a:cubicBezTo>
                  <a:pt x="76" y="236"/>
                  <a:pt x="76" y="236"/>
                  <a:pt x="76" y="236"/>
                </a:cubicBezTo>
                <a:cubicBezTo>
                  <a:pt x="46" y="235"/>
                  <a:pt x="19" y="213"/>
                  <a:pt x="13" y="183"/>
                </a:cubicBezTo>
                <a:cubicBezTo>
                  <a:pt x="13" y="181"/>
                  <a:pt x="11" y="180"/>
                  <a:pt x="9" y="180"/>
                </a:cubicBezTo>
                <a:cubicBezTo>
                  <a:pt x="8" y="180"/>
                  <a:pt x="8" y="180"/>
                  <a:pt x="8" y="180"/>
                </a:cubicBezTo>
                <a:cubicBezTo>
                  <a:pt x="8" y="160"/>
                  <a:pt x="8" y="160"/>
                  <a:pt x="8" y="160"/>
                </a:cubicBezTo>
                <a:cubicBezTo>
                  <a:pt x="9" y="160"/>
                  <a:pt x="9" y="160"/>
                  <a:pt x="9" y="160"/>
                </a:cubicBezTo>
                <a:cubicBezTo>
                  <a:pt x="11" y="160"/>
                  <a:pt x="13" y="159"/>
                  <a:pt x="13" y="157"/>
                </a:cubicBezTo>
                <a:cubicBezTo>
                  <a:pt x="18" y="134"/>
                  <a:pt x="35" y="115"/>
                  <a:pt x="57" y="107"/>
                </a:cubicBezTo>
                <a:cubicBezTo>
                  <a:pt x="59" y="107"/>
                  <a:pt x="60" y="105"/>
                  <a:pt x="60" y="104"/>
                </a:cubicBezTo>
                <a:cubicBezTo>
                  <a:pt x="60" y="96"/>
                  <a:pt x="60" y="96"/>
                  <a:pt x="60" y="96"/>
                </a:cubicBezTo>
                <a:cubicBezTo>
                  <a:pt x="92" y="96"/>
                  <a:pt x="92" y="96"/>
                  <a:pt x="92" y="96"/>
                </a:cubicBezTo>
                <a:cubicBezTo>
                  <a:pt x="92" y="102"/>
                  <a:pt x="92" y="102"/>
                  <a:pt x="92" y="102"/>
                </a:cubicBezTo>
                <a:cubicBezTo>
                  <a:pt x="92" y="104"/>
                  <a:pt x="93" y="106"/>
                  <a:pt x="95" y="106"/>
                </a:cubicBezTo>
                <a:cubicBezTo>
                  <a:pt x="117" y="112"/>
                  <a:pt x="135" y="130"/>
                  <a:pt x="141" y="152"/>
                </a:cubicBezTo>
                <a:cubicBezTo>
                  <a:pt x="32" y="152"/>
                  <a:pt x="32" y="152"/>
                  <a:pt x="32" y="152"/>
                </a:cubicBezTo>
                <a:cubicBezTo>
                  <a:pt x="30" y="152"/>
                  <a:pt x="28" y="154"/>
                  <a:pt x="28" y="156"/>
                </a:cubicBezTo>
                <a:cubicBezTo>
                  <a:pt x="28" y="158"/>
                  <a:pt x="30" y="160"/>
                  <a:pt x="32" y="160"/>
                </a:cubicBezTo>
                <a:cubicBezTo>
                  <a:pt x="148" y="160"/>
                  <a:pt x="148" y="160"/>
                  <a:pt x="148" y="160"/>
                </a:cubicBezTo>
                <a:lnTo>
                  <a:pt x="148" y="180"/>
                </a:lnTo>
                <a:close/>
                <a:moveTo>
                  <a:pt x="216" y="96"/>
                </a:moveTo>
                <a:cubicBezTo>
                  <a:pt x="216" y="78"/>
                  <a:pt x="202" y="64"/>
                  <a:pt x="184" y="64"/>
                </a:cubicBezTo>
                <a:cubicBezTo>
                  <a:pt x="172" y="64"/>
                  <a:pt x="172" y="64"/>
                  <a:pt x="172" y="64"/>
                </a:cubicBezTo>
                <a:cubicBezTo>
                  <a:pt x="172" y="53"/>
                  <a:pt x="163" y="44"/>
                  <a:pt x="152" y="44"/>
                </a:cubicBezTo>
                <a:cubicBezTo>
                  <a:pt x="92" y="44"/>
                  <a:pt x="92" y="44"/>
                  <a:pt x="92" y="44"/>
                </a:cubicBezTo>
                <a:cubicBezTo>
                  <a:pt x="81" y="44"/>
                  <a:pt x="72" y="53"/>
                  <a:pt x="72" y="64"/>
                </a:cubicBezTo>
                <a:cubicBezTo>
                  <a:pt x="72" y="80"/>
                  <a:pt x="72" y="80"/>
                  <a:pt x="72" y="80"/>
                </a:cubicBezTo>
                <a:cubicBezTo>
                  <a:pt x="80" y="80"/>
                  <a:pt x="80" y="80"/>
                  <a:pt x="80" y="80"/>
                </a:cubicBezTo>
                <a:cubicBezTo>
                  <a:pt x="80" y="64"/>
                  <a:pt x="80" y="64"/>
                  <a:pt x="80" y="64"/>
                </a:cubicBezTo>
                <a:cubicBezTo>
                  <a:pt x="80" y="57"/>
                  <a:pt x="85" y="52"/>
                  <a:pt x="92" y="52"/>
                </a:cubicBezTo>
                <a:cubicBezTo>
                  <a:pt x="152" y="52"/>
                  <a:pt x="152" y="52"/>
                  <a:pt x="152" y="52"/>
                </a:cubicBezTo>
                <a:cubicBezTo>
                  <a:pt x="159" y="52"/>
                  <a:pt x="164" y="57"/>
                  <a:pt x="164" y="64"/>
                </a:cubicBezTo>
                <a:cubicBezTo>
                  <a:pt x="152" y="64"/>
                  <a:pt x="152" y="64"/>
                  <a:pt x="152" y="64"/>
                </a:cubicBezTo>
                <a:cubicBezTo>
                  <a:pt x="134" y="64"/>
                  <a:pt x="120" y="78"/>
                  <a:pt x="120" y="96"/>
                </a:cubicBezTo>
                <a:cubicBezTo>
                  <a:pt x="120" y="104"/>
                  <a:pt x="120" y="104"/>
                  <a:pt x="120" y="104"/>
                </a:cubicBezTo>
                <a:cubicBezTo>
                  <a:pt x="128" y="104"/>
                  <a:pt x="128" y="104"/>
                  <a:pt x="128" y="104"/>
                </a:cubicBezTo>
                <a:cubicBezTo>
                  <a:pt x="128" y="96"/>
                  <a:pt x="128" y="96"/>
                  <a:pt x="128" y="96"/>
                </a:cubicBezTo>
                <a:cubicBezTo>
                  <a:pt x="128" y="83"/>
                  <a:pt x="139" y="72"/>
                  <a:pt x="152" y="72"/>
                </a:cubicBezTo>
                <a:cubicBezTo>
                  <a:pt x="184" y="72"/>
                  <a:pt x="184" y="72"/>
                  <a:pt x="184" y="72"/>
                </a:cubicBezTo>
                <a:cubicBezTo>
                  <a:pt x="197" y="72"/>
                  <a:pt x="208" y="83"/>
                  <a:pt x="208" y="96"/>
                </a:cubicBezTo>
                <a:cubicBezTo>
                  <a:pt x="208" y="124"/>
                  <a:pt x="208" y="124"/>
                  <a:pt x="208" y="124"/>
                </a:cubicBezTo>
                <a:cubicBezTo>
                  <a:pt x="156" y="124"/>
                  <a:pt x="156" y="124"/>
                  <a:pt x="156" y="124"/>
                </a:cubicBezTo>
                <a:cubicBezTo>
                  <a:pt x="156" y="132"/>
                  <a:pt x="156" y="132"/>
                  <a:pt x="156" y="132"/>
                </a:cubicBezTo>
                <a:cubicBezTo>
                  <a:pt x="208" y="132"/>
                  <a:pt x="208" y="132"/>
                  <a:pt x="208" y="132"/>
                </a:cubicBezTo>
                <a:cubicBezTo>
                  <a:pt x="208" y="204"/>
                  <a:pt x="208" y="204"/>
                  <a:pt x="208" y="204"/>
                </a:cubicBezTo>
                <a:cubicBezTo>
                  <a:pt x="164" y="204"/>
                  <a:pt x="164" y="204"/>
                  <a:pt x="164" y="204"/>
                </a:cubicBezTo>
                <a:cubicBezTo>
                  <a:pt x="164" y="212"/>
                  <a:pt x="164" y="212"/>
                  <a:pt x="164" y="212"/>
                </a:cubicBezTo>
                <a:cubicBezTo>
                  <a:pt x="208" y="212"/>
                  <a:pt x="208" y="212"/>
                  <a:pt x="208" y="212"/>
                </a:cubicBezTo>
                <a:cubicBezTo>
                  <a:pt x="208" y="256"/>
                  <a:pt x="208" y="256"/>
                  <a:pt x="208" y="256"/>
                </a:cubicBezTo>
                <a:cubicBezTo>
                  <a:pt x="216" y="256"/>
                  <a:pt x="216" y="256"/>
                  <a:pt x="216" y="256"/>
                </a:cubicBezTo>
                <a:cubicBezTo>
                  <a:pt x="216" y="212"/>
                  <a:pt x="216" y="212"/>
                  <a:pt x="216" y="212"/>
                </a:cubicBezTo>
                <a:cubicBezTo>
                  <a:pt x="224" y="212"/>
                  <a:pt x="224" y="212"/>
                  <a:pt x="224" y="212"/>
                </a:cubicBezTo>
                <a:cubicBezTo>
                  <a:pt x="224" y="204"/>
                  <a:pt x="224" y="204"/>
                  <a:pt x="224" y="204"/>
                </a:cubicBezTo>
                <a:cubicBezTo>
                  <a:pt x="216" y="204"/>
                  <a:pt x="216" y="204"/>
                  <a:pt x="216" y="204"/>
                </a:cubicBezTo>
                <a:cubicBezTo>
                  <a:pt x="216" y="132"/>
                  <a:pt x="216" y="132"/>
                  <a:pt x="216" y="132"/>
                </a:cubicBezTo>
                <a:cubicBezTo>
                  <a:pt x="224" y="132"/>
                  <a:pt x="224" y="132"/>
                  <a:pt x="224" y="132"/>
                </a:cubicBezTo>
                <a:cubicBezTo>
                  <a:pt x="224" y="124"/>
                  <a:pt x="224" y="124"/>
                  <a:pt x="224" y="124"/>
                </a:cubicBezTo>
                <a:cubicBezTo>
                  <a:pt x="216" y="124"/>
                  <a:pt x="216" y="124"/>
                  <a:pt x="216" y="124"/>
                </a:cubicBezTo>
                <a:lnTo>
                  <a:pt x="216" y="9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4" name="Freeform 132">
            <a:extLst>
              <a:ext uri="{FF2B5EF4-FFF2-40B4-BE49-F238E27FC236}">
                <a16:creationId xmlns:a16="http://schemas.microsoft.com/office/drawing/2014/main" id="{A0D957EE-3A6B-4744-831D-FDF67B7548ED}"/>
              </a:ext>
            </a:extLst>
          </p:cNvPr>
          <p:cNvSpPr>
            <a:spLocks noChangeAspect="1" noEditPoints="1"/>
          </p:cNvSpPr>
          <p:nvPr/>
        </p:nvSpPr>
        <p:spPr bwMode="auto">
          <a:xfrm>
            <a:off x="10249548" y="4355982"/>
            <a:ext cx="400050" cy="400050"/>
          </a:xfrm>
          <a:custGeom>
            <a:avLst/>
            <a:gdLst>
              <a:gd name="T0" fmla="*/ 48 w 256"/>
              <a:gd name="T1" fmla="*/ 138 h 256"/>
              <a:gd name="T2" fmla="*/ 48 w 256"/>
              <a:gd name="T3" fmla="*/ 130 h 256"/>
              <a:gd name="T4" fmla="*/ 52 w 256"/>
              <a:gd name="T5" fmla="*/ 126 h 256"/>
              <a:gd name="T6" fmla="*/ 36 w 256"/>
              <a:gd name="T7" fmla="*/ 172 h 256"/>
              <a:gd name="T8" fmla="*/ 48 w 256"/>
              <a:gd name="T9" fmla="*/ 160 h 256"/>
              <a:gd name="T10" fmla="*/ 48 w 256"/>
              <a:gd name="T11" fmla="*/ 168 h 256"/>
              <a:gd name="T12" fmla="*/ 220 w 256"/>
              <a:gd name="T13" fmla="*/ 212 h 256"/>
              <a:gd name="T14" fmla="*/ 180 w 256"/>
              <a:gd name="T15" fmla="*/ 256 h 256"/>
              <a:gd name="T16" fmla="*/ 216 w 256"/>
              <a:gd name="T17" fmla="*/ 220 h 256"/>
              <a:gd name="T18" fmla="*/ 224 w 256"/>
              <a:gd name="T19" fmla="*/ 216 h 256"/>
              <a:gd name="T20" fmla="*/ 84 w 256"/>
              <a:gd name="T21" fmla="*/ 0 h 256"/>
              <a:gd name="T22" fmla="*/ 0 w 256"/>
              <a:gd name="T23" fmla="*/ 256 h 256"/>
              <a:gd name="T24" fmla="*/ 48 w 256"/>
              <a:gd name="T25" fmla="*/ 40 h 256"/>
              <a:gd name="T26" fmla="*/ 24 w 256"/>
              <a:gd name="T27" fmla="*/ 72 h 256"/>
              <a:gd name="T28" fmla="*/ 88 w 256"/>
              <a:gd name="T29" fmla="*/ 256 h 256"/>
              <a:gd name="T30" fmla="*/ 53 w 256"/>
              <a:gd name="T31" fmla="*/ 32 h 256"/>
              <a:gd name="T32" fmla="*/ 116 w 256"/>
              <a:gd name="T33" fmla="*/ 124 h 256"/>
              <a:gd name="T34" fmla="*/ 116 w 256"/>
              <a:gd name="T35" fmla="*/ 132 h 256"/>
              <a:gd name="T36" fmla="*/ 104 w 256"/>
              <a:gd name="T37" fmla="*/ 176 h 256"/>
              <a:gd name="T38" fmla="*/ 124 w 256"/>
              <a:gd name="T39" fmla="*/ 256 h 256"/>
              <a:gd name="T40" fmla="*/ 132 w 256"/>
              <a:gd name="T41" fmla="*/ 168 h 256"/>
              <a:gd name="T42" fmla="*/ 132 w 256"/>
              <a:gd name="T43" fmla="*/ 132 h 256"/>
              <a:gd name="T44" fmla="*/ 124 w 256"/>
              <a:gd name="T45" fmla="*/ 40 h 256"/>
              <a:gd name="T46" fmla="*/ 52 w 256"/>
              <a:gd name="T47" fmla="*/ 224 h 256"/>
              <a:gd name="T48" fmla="*/ 256 w 256"/>
              <a:gd name="T49" fmla="*/ 184 h 256"/>
              <a:gd name="T50" fmla="*/ 224 w 256"/>
              <a:gd name="T51" fmla="*/ 32 h 256"/>
              <a:gd name="T52" fmla="*/ 232 w 256"/>
              <a:gd name="T53" fmla="*/ 4 h 256"/>
              <a:gd name="T54" fmla="*/ 168 w 256"/>
              <a:gd name="T55" fmla="*/ 4 h 256"/>
              <a:gd name="T56" fmla="*/ 176 w 256"/>
              <a:gd name="T57" fmla="*/ 34 h 256"/>
              <a:gd name="T58" fmla="*/ 144 w 256"/>
              <a:gd name="T59" fmla="*/ 96 h 256"/>
              <a:gd name="T60" fmla="*/ 152 w 256"/>
              <a:gd name="T61" fmla="*/ 96 h 256"/>
              <a:gd name="T62" fmla="*/ 176 w 256"/>
              <a:gd name="T63" fmla="*/ 124 h 256"/>
              <a:gd name="T64" fmla="*/ 176 w 256"/>
              <a:gd name="T65" fmla="*/ 132 h 256"/>
              <a:gd name="T66" fmla="*/ 184 w 256"/>
              <a:gd name="T67" fmla="*/ 32 h 256"/>
              <a:gd name="T68" fmla="*/ 176 w 256"/>
              <a:gd name="T69" fmla="*/ 8 h 256"/>
              <a:gd name="T70" fmla="*/ 200 w 256"/>
              <a:gd name="T71" fmla="*/ 24 h 256"/>
              <a:gd name="T72" fmla="*/ 216 w 256"/>
              <a:gd name="T73" fmla="*/ 184 h 256"/>
              <a:gd name="T74" fmla="*/ 248 w 256"/>
              <a:gd name="T75" fmla="*/ 192 h 256"/>
              <a:gd name="T76" fmla="*/ 256 w 256"/>
              <a:gd name="T77" fmla="*/ 192 h 256"/>
              <a:gd name="T78" fmla="*/ 248 w 256"/>
              <a:gd name="T79" fmla="*/ 184 h 256"/>
              <a:gd name="T80" fmla="*/ 248 w 256"/>
              <a:gd name="T81" fmla="*/ 132 h 256"/>
              <a:gd name="T82" fmla="*/ 224 w 256"/>
              <a:gd name="T83" fmla="*/ 124 h 256"/>
              <a:gd name="T84" fmla="*/ 248 w 256"/>
              <a:gd name="T85"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48" y="114"/>
                </a:moveTo>
                <a:cubicBezTo>
                  <a:pt x="41" y="114"/>
                  <a:pt x="36" y="119"/>
                  <a:pt x="36" y="126"/>
                </a:cubicBezTo>
                <a:cubicBezTo>
                  <a:pt x="36" y="133"/>
                  <a:pt x="41" y="138"/>
                  <a:pt x="48" y="138"/>
                </a:cubicBezTo>
                <a:cubicBezTo>
                  <a:pt x="55" y="138"/>
                  <a:pt x="60" y="133"/>
                  <a:pt x="60" y="126"/>
                </a:cubicBezTo>
                <a:cubicBezTo>
                  <a:pt x="60" y="119"/>
                  <a:pt x="55" y="114"/>
                  <a:pt x="48" y="114"/>
                </a:cubicBezTo>
                <a:close/>
                <a:moveTo>
                  <a:pt x="48" y="130"/>
                </a:moveTo>
                <a:cubicBezTo>
                  <a:pt x="46" y="130"/>
                  <a:pt x="44" y="128"/>
                  <a:pt x="44" y="126"/>
                </a:cubicBezTo>
                <a:cubicBezTo>
                  <a:pt x="44" y="124"/>
                  <a:pt x="46" y="122"/>
                  <a:pt x="48" y="122"/>
                </a:cubicBezTo>
                <a:cubicBezTo>
                  <a:pt x="50" y="122"/>
                  <a:pt x="52" y="124"/>
                  <a:pt x="52" y="126"/>
                </a:cubicBezTo>
                <a:cubicBezTo>
                  <a:pt x="52" y="128"/>
                  <a:pt x="50" y="130"/>
                  <a:pt x="48" y="130"/>
                </a:cubicBezTo>
                <a:close/>
                <a:moveTo>
                  <a:pt x="48" y="160"/>
                </a:moveTo>
                <a:cubicBezTo>
                  <a:pt x="41" y="160"/>
                  <a:pt x="36" y="165"/>
                  <a:pt x="36" y="172"/>
                </a:cubicBezTo>
                <a:cubicBezTo>
                  <a:pt x="36" y="179"/>
                  <a:pt x="41" y="184"/>
                  <a:pt x="48" y="184"/>
                </a:cubicBezTo>
                <a:cubicBezTo>
                  <a:pt x="55" y="184"/>
                  <a:pt x="60" y="179"/>
                  <a:pt x="60" y="172"/>
                </a:cubicBezTo>
                <a:cubicBezTo>
                  <a:pt x="60" y="165"/>
                  <a:pt x="55" y="160"/>
                  <a:pt x="48" y="160"/>
                </a:cubicBezTo>
                <a:close/>
                <a:moveTo>
                  <a:pt x="48" y="176"/>
                </a:moveTo>
                <a:cubicBezTo>
                  <a:pt x="46" y="176"/>
                  <a:pt x="44" y="174"/>
                  <a:pt x="44" y="172"/>
                </a:cubicBezTo>
                <a:cubicBezTo>
                  <a:pt x="44" y="170"/>
                  <a:pt x="46" y="168"/>
                  <a:pt x="48" y="168"/>
                </a:cubicBezTo>
                <a:cubicBezTo>
                  <a:pt x="50" y="168"/>
                  <a:pt x="52" y="170"/>
                  <a:pt x="52" y="172"/>
                </a:cubicBezTo>
                <a:cubicBezTo>
                  <a:pt x="52" y="174"/>
                  <a:pt x="50" y="176"/>
                  <a:pt x="48" y="176"/>
                </a:cubicBezTo>
                <a:close/>
                <a:moveTo>
                  <a:pt x="220" y="212"/>
                </a:moveTo>
                <a:cubicBezTo>
                  <a:pt x="184" y="212"/>
                  <a:pt x="184" y="212"/>
                  <a:pt x="184" y="212"/>
                </a:cubicBezTo>
                <a:cubicBezTo>
                  <a:pt x="182" y="212"/>
                  <a:pt x="180" y="214"/>
                  <a:pt x="180" y="216"/>
                </a:cubicBezTo>
                <a:cubicBezTo>
                  <a:pt x="180" y="256"/>
                  <a:pt x="180" y="256"/>
                  <a:pt x="180" y="256"/>
                </a:cubicBezTo>
                <a:cubicBezTo>
                  <a:pt x="188" y="256"/>
                  <a:pt x="188" y="256"/>
                  <a:pt x="188" y="256"/>
                </a:cubicBezTo>
                <a:cubicBezTo>
                  <a:pt x="188" y="220"/>
                  <a:pt x="188" y="220"/>
                  <a:pt x="188" y="220"/>
                </a:cubicBezTo>
                <a:cubicBezTo>
                  <a:pt x="216" y="220"/>
                  <a:pt x="216" y="220"/>
                  <a:pt x="216" y="220"/>
                </a:cubicBezTo>
                <a:cubicBezTo>
                  <a:pt x="216" y="256"/>
                  <a:pt x="216" y="256"/>
                  <a:pt x="216" y="256"/>
                </a:cubicBezTo>
                <a:cubicBezTo>
                  <a:pt x="224" y="256"/>
                  <a:pt x="224" y="256"/>
                  <a:pt x="224" y="256"/>
                </a:cubicBezTo>
                <a:cubicBezTo>
                  <a:pt x="224" y="216"/>
                  <a:pt x="224" y="216"/>
                  <a:pt x="224" y="216"/>
                </a:cubicBezTo>
                <a:cubicBezTo>
                  <a:pt x="224" y="214"/>
                  <a:pt x="222" y="212"/>
                  <a:pt x="220" y="212"/>
                </a:cubicBezTo>
                <a:close/>
                <a:moveTo>
                  <a:pt x="124" y="40"/>
                </a:moveTo>
                <a:cubicBezTo>
                  <a:pt x="124" y="18"/>
                  <a:pt x="106" y="0"/>
                  <a:pt x="84" y="0"/>
                </a:cubicBezTo>
                <a:cubicBezTo>
                  <a:pt x="65" y="0"/>
                  <a:pt x="49" y="13"/>
                  <a:pt x="45" y="32"/>
                </a:cubicBezTo>
                <a:cubicBezTo>
                  <a:pt x="20" y="34"/>
                  <a:pt x="0" y="55"/>
                  <a:pt x="0" y="80"/>
                </a:cubicBezTo>
                <a:cubicBezTo>
                  <a:pt x="0" y="256"/>
                  <a:pt x="0" y="256"/>
                  <a:pt x="0" y="256"/>
                </a:cubicBezTo>
                <a:cubicBezTo>
                  <a:pt x="8" y="256"/>
                  <a:pt x="8" y="256"/>
                  <a:pt x="8" y="256"/>
                </a:cubicBezTo>
                <a:cubicBezTo>
                  <a:pt x="8" y="80"/>
                  <a:pt x="8" y="80"/>
                  <a:pt x="8" y="80"/>
                </a:cubicBezTo>
                <a:cubicBezTo>
                  <a:pt x="8" y="58"/>
                  <a:pt x="26" y="40"/>
                  <a:pt x="48" y="40"/>
                </a:cubicBezTo>
                <a:cubicBezTo>
                  <a:pt x="64" y="40"/>
                  <a:pt x="78" y="50"/>
                  <a:pt x="85" y="64"/>
                </a:cubicBezTo>
                <a:cubicBezTo>
                  <a:pt x="24" y="64"/>
                  <a:pt x="24" y="64"/>
                  <a:pt x="24" y="64"/>
                </a:cubicBezTo>
                <a:cubicBezTo>
                  <a:pt x="24" y="72"/>
                  <a:pt x="24" y="72"/>
                  <a:pt x="24" y="72"/>
                </a:cubicBezTo>
                <a:cubicBezTo>
                  <a:pt x="87" y="72"/>
                  <a:pt x="87" y="72"/>
                  <a:pt x="87" y="72"/>
                </a:cubicBezTo>
                <a:cubicBezTo>
                  <a:pt x="88" y="75"/>
                  <a:pt x="88" y="77"/>
                  <a:pt x="88" y="80"/>
                </a:cubicBezTo>
                <a:cubicBezTo>
                  <a:pt x="88" y="256"/>
                  <a:pt x="88" y="256"/>
                  <a:pt x="88" y="256"/>
                </a:cubicBezTo>
                <a:cubicBezTo>
                  <a:pt x="96" y="256"/>
                  <a:pt x="96" y="256"/>
                  <a:pt x="96" y="256"/>
                </a:cubicBezTo>
                <a:cubicBezTo>
                  <a:pt x="96" y="80"/>
                  <a:pt x="96" y="80"/>
                  <a:pt x="96" y="80"/>
                </a:cubicBezTo>
                <a:cubicBezTo>
                  <a:pt x="96" y="55"/>
                  <a:pt x="77" y="35"/>
                  <a:pt x="53" y="32"/>
                </a:cubicBezTo>
                <a:cubicBezTo>
                  <a:pt x="56" y="18"/>
                  <a:pt x="69" y="8"/>
                  <a:pt x="84" y="8"/>
                </a:cubicBezTo>
                <a:cubicBezTo>
                  <a:pt x="102" y="8"/>
                  <a:pt x="116" y="22"/>
                  <a:pt x="116" y="40"/>
                </a:cubicBezTo>
                <a:cubicBezTo>
                  <a:pt x="116" y="124"/>
                  <a:pt x="116" y="124"/>
                  <a:pt x="116" y="124"/>
                </a:cubicBezTo>
                <a:cubicBezTo>
                  <a:pt x="104" y="124"/>
                  <a:pt x="104" y="124"/>
                  <a:pt x="104" y="124"/>
                </a:cubicBezTo>
                <a:cubicBezTo>
                  <a:pt x="104" y="132"/>
                  <a:pt x="104" y="132"/>
                  <a:pt x="104" y="132"/>
                </a:cubicBezTo>
                <a:cubicBezTo>
                  <a:pt x="116" y="132"/>
                  <a:pt x="116" y="132"/>
                  <a:pt x="116" y="132"/>
                </a:cubicBezTo>
                <a:cubicBezTo>
                  <a:pt x="116" y="168"/>
                  <a:pt x="116" y="168"/>
                  <a:pt x="116" y="168"/>
                </a:cubicBezTo>
                <a:cubicBezTo>
                  <a:pt x="104" y="168"/>
                  <a:pt x="104" y="168"/>
                  <a:pt x="104" y="168"/>
                </a:cubicBezTo>
                <a:cubicBezTo>
                  <a:pt x="104" y="176"/>
                  <a:pt x="104" y="176"/>
                  <a:pt x="104" y="176"/>
                </a:cubicBezTo>
                <a:cubicBezTo>
                  <a:pt x="116" y="176"/>
                  <a:pt x="116" y="176"/>
                  <a:pt x="116" y="176"/>
                </a:cubicBezTo>
                <a:cubicBezTo>
                  <a:pt x="116" y="256"/>
                  <a:pt x="116" y="256"/>
                  <a:pt x="116" y="256"/>
                </a:cubicBezTo>
                <a:cubicBezTo>
                  <a:pt x="124" y="256"/>
                  <a:pt x="124" y="256"/>
                  <a:pt x="124" y="256"/>
                </a:cubicBezTo>
                <a:cubicBezTo>
                  <a:pt x="124" y="176"/>
                  <a:pt x="124" y="176"/>
                  <a:pt x="124" y="176"/>
                </a:cubicBezTo>
                <a:cubicBezTo>
                  <a:pt x="132" y="176"/>
                  <a:pt x="132" y="176"/>
                  <a:pt x="132" y="176"/>
                </a:cubicBezTo>
                <a:cubicBezTo>
                  <a:pt x="132" y="168"/>
                  <a:pt x="132" y="168"/>
                  <a:pt x="132" y="168"/>
                </a:cubicBezTo>
                <a:cubicBezTo>
                  <a:pt x="124" y="168"/>
                  <a:pt x="124" y="168"/>
                  <a:pt x="124" y="168"/>
                </a:cubicBezTo>
                <a:cubicBezTo>
                  <a:pt x="124" y="132"/>
                  <a:pt x="124" y="132"/>
                  <a:pt x="124" y="132"/>
                </a:cubicBezTo>
                <a:cubicBezTo>
                  <a:pt x="132" y="132"/>
                  <a:pt x="132" y="132"/>
                  <a:pt x="132" y="132"/>
                </a:cubicBezTo>
                <a:cubicBezTo>
                  <a:pt x="132" y="124"/>
                  <a:pt x="132" y="124"/>
                  <a:pt x="132" y="124"/>
                </a:cubicBezTo>
                <a:cubicBezTo>
                  <a:pt x="124" y="124"/>
                  <a:pt x="124" y="124"/>
                  <a:pt x="124" y="124"/>
                </a:cubicBezTo>
                <a:lnTo>
                  <a:pt x="124" y="40"/>
                </a:lnTo>
                <a:close/>
                <a:moveTo>
                  <a:pt x="44" y="256"/>
                </a:moveTo>
                <a:cubicBezTo>
                  <a:pt x="52" y="256"/>
                  <a:pt x="52" y="256"/>
                  <a:pt x="52" y="256"/>
                </a:cubicBezTo>
                <a:cubicBezTo>
                  <a:pt x="52" y="224"/>
                  <a:pt x="52" y="224"/>
                  <a:pt x="52" y="224"/>
                </a:cubicBezTo>
                <a:cubicBezTo>
                  <a:pt x="44" y="224"/>
                  <a:pt x="44" y="224"/>
                  <a:pt x="44" y="224"/>
                </a:cubicBezTo>
                <a:lnTo>
                  <a:pt x="44" y="256"/>
                </a:lnTo>
                <a:close/>
                <a:moveTo>
                  <a:pt x="256" y="184"/>
                </a:moveTo>
                <a:cubicBezTo>
                  <a:pt x="256" y="96"/>
                  <a:pt x="256" y="96"/>
                  <a:pt x="256" y="96"/>
                </a:cubicBezTo>
                <a:cubicBezTo>
                  <a:pt x="256" y="78"/>
                  <a:pt x="242" y="64"/>
                  <a:pt x="224" y="64"/>
                </a:cubicBezTo>
                <a:cubicBezTo>
                  <a:pt x="224" y="32"/>
                  <a:pt x="224" y="32"/>
                  <a:pt x="224" y="32"/>
                </a:cubicBezTo>
                <a:cubicBezTo>
                  <a:pt x="228" y="32"/>
                  <a:pt x="228" y="32"/>
                  <a:pt x="228" y="32"/>
                </a:cubicBezTo>
                <a:cubicBezTo>
                  <a:pt x="230" y="32"/>
                  <a:pt x="232" y="30"/>
                  <a:pt x="232" y="28"/>
                </a:cubicBezTo>
                <a:cubicBezTo>
                  <a:pt x="232" y="4"/>
                  <a:pt x="232" y="4"/>
                  <a:pt x="232" y="4"/>
                </a:cubicBezTo>
                <a:cubicBezTo>
                  <a:pt x="232" y="2"/>
                  <a:pt x="230" y="0"/>
                  <a:pt x="228" y="0"/>
                </a:cubicBezTo>
                <a:cubicBezTo>
                  <a:pt x="172" y="0"/>
                  <a:pt x="172" y="0"/>
                  <a:pt x="172" y="0"/>
                </a:cubicBezTo>
                <a:cubicBezTo>
                  <a:pt x="170" y="0"/>
                  <a:pt x="168" y="2"/>
                  <a:pt x="168" y="4"/>
                </a:cubicBezTo>
                <a:cubicBezTo>
                  <a:pt x="168" y="28"/>
                  <a:pt x="168" y="28"/>
                  <a:pt x="168" y="28"/>
                </a:cubicBezTo>
                <a:cubicBezTo>
                  <a:pt x="168" y="30"/>
                  <a:pt x="169" y="31"/>
                  <a:pt x="170" y="32"/>
                </a:cubicBezTo>
                <a:cubicBezTo>
                  <a:pt x="176" y="34"/>
                  <a:pt x="176" y="34"/>
                  <a:pt x="176" y="34"/>
                </a:cubicBezTo>
                <a:cubicBezTo>
                  <a:pt x="176" y="64"/>
                  <a:pt x="176" y="64"/>
                  <a:pt x="176" y="64"/>
                </a:cubicBezTo>
                <a:cubicBezTo>
                  <a:pt x="176" y="64"/>
                  <a:pt x="176" y="64"/>
                  <a:pt x="176" y="64"/>
                </a:cubicBezTo>
                <a:cubicBezTo>
                  <a:pt x="158" y="64"/>
                  <a:pt x="144" y="78"/>
                  <a:pt x="144" y="96"/>
                </a:cubicBezTo>
                <a:cubicBezTo>
                  <a:pt x="144" y="256"/>
                  <a:pt x="144" y="256"/>
                  <a:pt x="144" y="256"/>
                </a:cubicBezTo>
                <a:cubicBezTo>
                  <a:pt x="152" y="256"/>
                  <a:pt x="152" y="256"/>
                  <a:pt x="152" y="256"/>
                </a:cubicBezTo>
                <a:cubicBezTo>
                  <a:pt x="152" y="96"/>
                  <a:pt x="152" y="96"/>
                  <a:pt x="152" y="96"/>
                </a:cubicBezTo>
                <a:cubicBezTo>
                  <a:pt x="152" y="83"/>
                  <a:pt x="163" y="72"/>
                  <a:pt x="176" y="72"/>
                </a:cubicBezTo>
                <a:cubicBezTo>
                  <a:pt x="176" y="72"/>
                  <a:pt x="176" y="72"/>
                  <a:pt x="176" y="72"/>
                </a:cubicBezTo>
                <a:cubicBezTo>
                  <a:pt x="176" y="124"/>
                  <a:pt x="176" y="124"/>
                  <a:pt x="176" y="124"/>
                </a:cubicBezTo>
                <a:cubicBezTo>
                  <a:pt x="160" y="124"/>
                  <a:pt x="160" y="124"/>
                  <a:pt x="160" y="124"/>
                </a:cubicBezTo>
                <a:cubicBezTo>
                  <a:pt x="160" y="132"/>
                  <a:pt x="160" y="132"/>
                  <a:pt x="160" y="132"/>
                </a:cubicBezTo>
                <a:cubicBezTo>
                  <a:pt x="176" y="132"/>
                  <a:pt x="176" y="132"/>
                  <a:pt x="176" y="132"/>
                </a:cubicBezTo>
                <a:cubicBezTo>
                  <a:pt x="176" y="176"/>
                  <a:pt x="176" y="176"/>
                  <a:pt x="176" y="176"/>
                </a:cubicBezTo>
                <a:cubicBezTo>
                  <a:pt x="184" y="176"/>
                  <a:pt x="184" y="176"/>
                  <a:pt x="184" y="176"/>
                </a:cubicBezTo>
                <a:cubicBezTo>
                  <a:pt x="184" y="32"/>
                  <a:pt x="184" y="32"/>
                  <a:pt x="184" y="32"/>
                </a:cubicBezTo>
                <a:cubicBezTo>
                  <a:pt x="184" y="30"/>
                  <a:pt x="183" y="29"/>
                  <a:pt x="182" y="28"/>
                </a:cubicBezTo>
                <a:cubicBezTo>
                  <a:pt x="176" y="26"/>
                  <a:pt x="176" y="26"/>
                  <a:pt x="176" y="26"/>
                </a:cubicBezTo>
                <a:cubicBezTo>
                  <a:pt x="176" y="8"/>
                  <a:pt x="176" y="8"/>
                  <a:pt x="176" y="8"/>
                </a:cubicBezTo>
                <a:cubicBezTo>
                  <a:pt x="224" y="8"/>
                  <a:pt x="224" y="8"/>
                  <a:pt x="224" y="8"/>
                </a:cubicBezTo>
                <a:cubicBezTo>
                  <a:pt x="224" y="24"/>
                  <a:pt x="224" y="24"/>
                  <a:pt x="224" y="24"/>
                </a:cubicBezTo>
                <a:cubicBezTo>
                  <a:pt x="200" y="24"/>
                  <a:pt x="200" y="24"/>
                  <a:pt x="200" y="24"/>
                </a:cubicBezTo>
                <a:cubicBezTo>
                  <a:pt x="200" y="32"/>
                  <a:pt x="200" y="32"/>
                  <a:pt x="200" y="32"/>
                </a:cubicBezTo>
                <a:cubicBezTo>
                  <a:pt x="216" y="32"/>
                  <a:pt x="216" y="32"/>
                  <a:pt x="216" y="32"/>
                </a:cubicBezTo>
                <a:cubicBezTo>
                  <a:pt x="216" y="184"/>
                  <a:pt x="216" y="184"/>
                  <a:pt x="216" y="184"/>
                </a:cubicBezTo>
                <a:cubicBezTo>
                  <a:pt x="168" y="184"/>
                  <a:pt x="168" y="184"/>
                  <a:pt x="168" y="184"/>
                </a:cubicBezTo>
                <a:cubicBezTo>
                  <a:pt x="168" y="192"/>
                  <a:pt x="168" y="192"/>
                  <a:pt x="168" y="192"/>
                </a:cubicBezTo>
                <a:cubicBezTo>
                  <a:pt x="248" y="192"/>
                  <a:pt x="248" y="192"/>
                  <a:pt x="248" y="192"/>
                </a:cubicBezTo>
                <a:cubicBezTo>
                  <a:pt x="248" y="256"/>
                  <a:pt x="248" y="256"/>
                  <a:pt x="248" y="256"/>
                </a:cubicBezTo>
                <a:cubicBezTo>
                  <a:pt x="256" y="256"/>
                  <a:pt x="256" y="256"/>
                  <a:pt x="256" y="256"/>
                </a:cubicBezTo>
                <a:cubicBezTo>
                  <a:pt x="256" y="192"/>
                  <a:pt x="256" y="192"/>
                  <a:pt x="256" y="192"/>
                </a:cubicBezTo>
                <a:cubicBezTo>
                  <a:pt x="256" y="192"/>
                  <a:pt x="256" y="192"/>
                  <a:pt x="256" y="192"/>
                </a:cubicBezTo>
                <a:cubicBezTo>
                  <a:pt x="256" y="184"/>
                  <a:pt x="256" y="184"/>
                  <a:pt x="256" y="184"/>
                </a:cubicBezTo>
                <a:close/>
                <a:moveTo>
                  <a:pt x="248" y="184"/>
                </a:moveTo>
                <a:cubicBezTo>
                  <a:pt x="224" y="184"/>
                  <a:pt x="224" y="184"/>
                  <a:pt x="224" y="184"/>
                </a:cubicBezTo>
                <a:cubicBezTo>
                  <a:pt x="224" y="132"/>
                  <a:pt x="224" y="132"/>
                  <a:pt x="224" y="132"/>
                </a:cubicBezTo>
                <a:cubicBezTo>
                  <a:pt x="248" y="132"/>
                  <a:pt x="248" y="132"/>
                  <a:pt x="248" y="132"/>
                </a:cubicBezTo>
                <a:lnTo>
                  <a:pt x="248" y="184"/>
                </a:lnTo>
                <a:close/>
                <a:moveTo>
                  <a:pt x="248" y="124"/>
                </a:moveTo>
                <a:cubicBezTo>
                  <a:pt x="224" y="124"/>
                  <a:pt x="224" y="124"/>
                  <a:pt x="224" y="124"/>
                </a:cubicBezTo>
                <a:cubicBezTo>
                  <a:pt x="224" y="72"/>
                  <a:pt x="224" y="72"/>
                  <a:pt x="224" y="72"/>
                </a:cubicBezTo>
                <a:cubicBezTo>
                  <a:pt x="237" y="72"/>
                  <a:pt x="248" y="83"/>
                  <a:pt x="248" y="96"/>
                </a:cubicBezTo>
                <a:lnTo>
                  <a:pt x="248" y="12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32" name="Freeform 136">
            <a:extLst>
              <a:ext uri="{FF2B5EF4-FFF2-40B4-BE49-F238E27FC236}">
                <a16:creationId xmlns:a16="http://schemas.microsoft.com/office/drawing/2014/main" id="{4F39877F-76B1-4D8D-9063-E0AA59FEA902}"/>
              </a:ext>
            </a:extLst>
          </p:cNvPr>
          <p:cNvSpPr>
            <a:spLocks noChangeAspect="1" noEditPoints="1"/>
          </p:cNvSpPr>
          <p:nvPr/>
        </p:nvSpPr>
        <p:spPr bwMode="auto">
          <a:xfrm>
            <a:off x="11216400" y="4362332"/>
            <a:ext cx="401638" cy="387350"/>
          </a:xfrm>
          <a:custGeom>
            <a:avLst/>
            <a:gdLst>
              <a:gd name="T0" fmla="*/ 137 w 257"/>
              <a:gd name="T1" fmla="*/ 228 h 248"/>
              <a:gd name="T2" fmla="*/ 201 w 257"/>
              <a:gd name="T3" fmla="*/ 228 h 248"/>
              <a:gd name="T4" fmla="*/ 193 w 257"/>
              <a:gd name="T5" fmla="*/ 228 h 248"/>
              <a:gd name="T6" fmla="*/ 145 w 257"/>
              <a:gd name="T7" fmla="*/ 228 h 248"/>
              <a:gd name="T8" fmla="*/ 193 w 257"/>
              <a:gd name="T9" fmla="*/ 68 h 248"/>
              <a:gd name="T10" fmla="*/ 225 w 257"/>
              <a:gd name="T11" fmla="*/ 36 h 248"/>
              <a:gd name="T12" fmla="*/ 205 w 257"/>
              <a:gd name="T13" fmla="*/ 54 h 248"/>
              <a:gd name="T14" fmla="*/ 242 w 257"/>
              <a:gd name="T15" fmla="*/ 51 h 248"/>
              <a:gd name="T16" fmla="*/ 245 w 257"/>
              <a:gd name="T17" fmla="*/ 236 h 248"/>
              <a:gd name="T18" fmla="*/ 205 w 257"/>
              <a:gd name="T19" fmla="*/ 248 h 248"/>
              <a:gd name="T20" fmla="*/ 257 w 257"/>
              <a:gd name="T21" fmla="*/ 228 h 248"/>
              <a:gd name="T22" fmla="*/ 229 w 257"/>
              <a:gd name="T23" fmla="*/ 20 h 248"/>
              <a:gd name="T24" fmla="*/ 177 w 257"/>
              <a:gd name="T25" fmla="*/ 12 h 248"/>
              <a:gd name="T26" fmla="*/ 221 w 257"/>
              <a:gd name="T27" fmla="*/ 36 h 248"/>
              <a:gd name="T28" fmla="*/ 229 w 257"/>
              <a:gd name="T29" fmla="*/ 20 h 248"/>
              <a:gd name="T30" fmla="*/ 125 w 257"/>
              <a:gd name="T31" fmla="*/ 4 h 248"/>
              <a:gd name="T32" fmla="*/ 129 w 257"/>
              <a:gd name="T33" fmla="*/ 228 h 248"/>
              <a:gd name="T34" fmla="*/ 117 w 257"/>
              <a:gd name="T35" fmla="*/ 192 h 248"/>
              <a:gd name="T36" fmla="*/ 117 w 257"/>
              <a:gd name="T37" fmla="*/ 184 h 248"/>
              <a:gd name="T38" fmla="*/ 129 w 257"/>
              <a:gd name="T39" fmla="*/ 148 h 248"/>
              <a:gd name="T40" fmla="*/ 129 w 257"/>
              <a:gd name="T41" fmla="*/ 120 h 248"/>
              <a:gd name="T42" fmla="*/ 117 w 257"/>
              <a:gd name="T43" fmla="*/ 84 h 248"/>
              <a:gd name="T44" fmla="*/ 117 w 257"/>
              <a:gd name="T45" fmla="*/ 76 h 248"/>
              <a:gd name="T46" fmla="*/ 157 w 257"/>
              <a:gd name="T47" fmla="*/ 12 h 248"/>
              <a:gd name="T48" fmla="*/ 169 w 257"/>
              <a:gd name="T49" fmla="*/ 36 h 248"/>
              <a:gd name="T50" fmla="*/ 21 w 257"/>
              <a:gd name="T51" fmla="*/ 184 h 248"/>
              <a:gd name="T52" fmla="*/ 15 w 257"/>
              <a:gd name="T53" fmla="*/ 176 h 248"/>
              <a:gd name="T54" fmla="*/ 97 w 257"/>
              <a:gd name="T55" fmla="*/ 160 h 248"/>
              <a:gd name="T56" fmla="*/ 1 w 257"/>
              <a:gd name="T57" fmla="*/ 156 h 248"/>
              <a:gd name="T58" fmla="*/ 10 w 257"/>
              <a:gd name="T59" fmla="*/ 183 h 248"/>
              <a:gd name="T60" fmla="*/ 17 w 257"/>
              <a:gd name="T61" fmla="*/ 248 h 248"/>
              <a:gd name="T62" fmla="*/ 21 w 257"/>
              <a:gd name="T63" fmla="*/ 240 h 248"/>
              <a:gd name="T64" fmla="*/ 49 w 257"/>
              <a:gd name="T65" fmla="*/ 124 h 248"/>
              <a:gd name="T66" fmla="*/ 49 w 257"/>
              <a:gd name="T67" fmla="*/ 140 h 248"/>
              <a:gd name="T68" fmla="*/ 61 w 257"/>
              <a:gd name="T69" fmla="*/ 124 h 248"/>
              <a:gd name="T70" fmla="*/ 49 w 257"/>
              <a:gd name="T71" fmla="*/ 220 h 248"/>
              <a:gd name="T72" fmla="*/ 41 w 257"/>
              <a:gd name="T73" fmla="*/ 220 h 248"/>
              <a:gd name="T74" fmla="*/ 69 w 257"/>
              <a:gd name="T75" fmla="*/ 220 h 248"/>
              <a:gd name="T76" fmla="*/ 61 w 257"/>
              <a:gd name="T77" fmla="*/ 220 h 248"/>
              <a:gd name="T78" fmla="*/ 37 w 257"/>
              <a:gd name="T79" fmla="*/ 104 h 248"/>
              <a:gd name="T80" fmla="*/ 29 w 257"/>
              <a:gd name="T81" fmla="*/ 104 h 248"/>
              <a:gd name="T82" fmla="*/ 17 w 257"/>
              <a:gd name="T83" fmla="*/ 148 h 248"/>
              <a:gd name="T84" fmla="*/ 101 w 257"/>
              <a:gd name="T85" fmla="*/ 112 h 248"/>
              <a:gd name="T86" fmla="*/ 89 w 257"/>
              <a:gd name="T87" fmla="*/ 40 h 248"/>
              <a:gd name="T88" fmla="*/ 53 w 257"/>
              <a:gd name="T89" fmla="*/ 40 h 248"/>
              <a:gd name="T90" fmla="*/ 81 w 257"/>
              <a:gd name="T91" fmla="*/ 104 h 248"/>
              <a:gd name="T92" fmla="*/ 13 w 257"/>
              <a:gd name="T93" fmla="*/ 12 h 248"/>
              <a:gd name="T94" fmla="*/ 65 w 257"/>
              <a:gd name="T95" fmla="*/ 28 h 248"/>
              <a:gd name="T96" fmla="*/ 73 w 257"/>
              <a:gd name="T97" fmla="*/ 28 h 248"/>
              <a:gd name="T98" fmla="*/ 13 w 257"/>
              <a:gd name="T99" fmla="*/ 4 h 248"/>
              <a:gd name="T100" fmla="*/ 0 w 257"/>
              <a:gd name="T101" fmla="*/ 1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7" h="248">
                <a:moveTo>
                  <a:pt x="169" y="36"/>
                </a:moveTo>
                <a:cubicBezTo>
                  <a:pt x="151" y="36"/>
                  <a:pt x="137" y="50"/>
                  <a:pt x="137" y="68"/>
                </a:cubicBezTo>
                <a:cubicBezTo>
                  <a:pt x="137" y="228"/>
                  <a:pt x="137" y="228"/>
                  <a:pt x="137" y="228"/>
                </a:cubicBezTo>
                <a:cubicBezTo>
                  <a:pt x="137" y="239"/>
                  <a:pt x="146" y="248"/>
                  <a:pt x="157" y="248"/>
                </a:cubicBezTo>
                <a:cubicBezTo>
                  <a:pt x="181" y="248"/>
                  <a:pt x="181" y="248"/>
                  <a:pt x="181" y="248"/>
                </a:cubicBezTo>
                <a:cubicBezTo>
                  <a:pt x="192" y="248"/>
                  <a:pt x="201" y="239"/>
                  <a:pt x="201" y="228"/>
                </a:cubicBezTo>
                <a:cubicBezTo>
                  <a:pt x="201" y="68"/>
                  <a:pt x="201" y="68"/>
                  <a:pt x="201" y="68"/>
                </a:cubicBezTo>
                <a:cubicBezTo>
                  <a:pt x="201" y="50"/>
                  <a:pt x="187" y="36"/>
                  <a:pt x="169" y="36"/>
                </a:cubicBezTo>
                <a:close/>
                <a:moveTo>
                  <a:pt x="193" y="228"/>
                </a:moveTo>
                <a:cubicBezTo>
                  <a:pt x="193" y="235"/>
                  <a:pt x="188" y="240"/>
                  <a:pt x="181" y="240"/>
                </a:cubicBezTo>
                <a:cubicBezTo>
                  <a:pt x="157" y="240"/>
                  <a:pt x="157" y="240"/>
                  <a:pt x="157" y="240"/>
                </a:cubicBezTo>
                <a:cubicBezTo>
                  <a:pt x="150" y="240"/>
                  <a:pt x="145" y="235"/>
                  <a:pt x="145" y="228"/>
                </a:cubicBezTo>
                <a:cubicBezTo>
                  <a:pt x="145" y="68"/>
                  <a:pt x="145" y="68"/>
                  <a:pt x="145" y="68"/>
                </a:cubicBezTo>
                <a:cubicBezTo>
                  <a:pt x="145" y="55"/>
                  <a:pt x="156" y="44"/>
                  <a:pt x="169" y="44"/>
                </a:cubicBezTo>
                <a:cubicBezTo>
                  <a:pt x="182" y="44"/>
                  <a:pt x="193" y="55"/>
                  <a:pt x="193" y="68"/>
                </a:cubicBezTo>
                <a:lnTo>
                  <a:pt x="193" y="228"/>
                </a:lnTo>
                <a:close/>
                <a:moveTo>
                  <a:pt x="248" y="45"/>
                </a:moveTo>
                <a:cubicBezTo>
                  <a:pt x="242" y="39"/>
                  <a:pt x="234" y="36"/>
                  <a:pt x="225" y="36"/>
                </a:cubicBezTo>
                <a:cubicBezTo>
                  <a:pt x="216" y="36"/>
                  <a:pt x="208" y="39"/>
                  <a:pt x="202" y="45"/>
                </a:cubicBezTo>
                <a:cubicBezTo>
                  <a:pt x="200" y="48"/>
                  <a:pt x="200" y="48"/>
                  <a:pt x="200" y="48"/>
                </a:cubicBezTo>
                <a:cubicBezTo>
                  <a:pt x="205" y="54"/>
                  <a:pt x="205" y="54"/>
                  <a:pt x="205" y="54"/>
                </a:cubicBezTo>
                <a:cubicBezTo>
                  <a:pt x="208" y="51"/>
                  <a:pt x="208" y="51"/>
                  <a:pt x="208" y="51"/>
                </a:cubicBezTo>
                <a:cubicBezTo>
                  <a:pt x="213" y="46"/>
                  <a:pt x="219" y="44"/>
                  <a:pt x="225" y="44"/>
                </a:cubicBezTo>
                <a:cubicBezTo>
                  <a:pt x="231" y="44"/>
                  <a:pt x="237" y="46"/>
                  <a:pt x="242" y="51"/>
                </a:cubicBezTo>
                <a:cubicBezTo>
                  <a:pt x="247" y="56"/>
                  <a:pt x="249" y="62"/>
                  <a:pt x="249" y="68"/>
                </a:cubicBezTo>
                <a:cubicBezTo>
                  <a:pt x="249" y="228"/>
                  <a:pt x="249" y="228"/>
                  <a:pt x="249" y="228"/>
                </a:cubicBezTo>
                <a:cubicBezTo>
                  <a:pt x="249" y="231"/>
                  <a:pt x="248" y="234"/>
                  <a:pt x="245" y="236"/>
                </a:cubicBezTo>
                <a:cubicBezTo>
                  <a:pt x="243" y="239"/>
                  <a:pt x="240" y="240"/>
                  <a:pt x="237" y="240"/>
                </a:cubicBezTo>
                <a:cubicBezTo>
                  <a:pt x="205" y="240"/>
                  <a:pt x="205" y="240"/>
                  <a:pt x="205" y="240"/>
                </a:cubicBezTo>
                <a:cubicBezTo>
                  <a:pt x="205" y="248"/>
                  <a:pt x="205" y="248"/>
                  <a:pt x="205" y="248"/>
                </a:cubicBezTo>
                <a:cubicBezTo>
                  <a:pt x="237" y="248"/>
                  <a:pt x="237" y="248"/>
                  <a:pt x="237" y="248"/>
                </a:cubicBezTo>
                <a:cubicBezTo>
                  <a:pt x="242" y="248"/>
                  <a:pt x="247" y="246"/>
                  <a:pt x="251" y="242"/>
                </a:cubicBezTo>
                <a:cubicBezTo>
                  <a:pt x="255" y="238"/>
                  <a:pt x="257" y="233"/>
                  <a:pt x="257" y="228"/>
                </a:cubicBezTo>
                <a:cubicBezTo>
                  <a:pt x="257" y="68"/>
                  <a:pt x="257" y="68"/>
                  <a:pt x="257" y="68"/>
                </a:cubicBezTo>
                <a:cubicBezTo>
                  <a:pt x="257" y="59"/>
                  <a:pt x="254" y="51"/>
                  <a:pt x="248" y="45"/>
                </a:cubicBezTo>
                <a:close/>
                <a:moveTo>
                  <a:pt x="229" y="20"/>
                </a:moveTo>
                <a:cubicBezTo>
                  <a:pt x="229" y="11"/>
                  <a:pt x="222" y="4"/>
                  <a:pt x="213" y="4"/>
                </a:cubicBezTo>
                <a:cubicBezTo>
                  <a:pt x="177" y="4"/>
                  <a:pt x="177" y="4"/>
                  <a:pt x="177" y="4"/>
                </a:cubicBezTo>
                <a:cubicBezTo>
                  <a:pt x="177" y="12"/>
                  <a:pt x="177" y="12"/>
                  <a:pt x="177" y="12"/>
                </a:cubicBezTo>
                <a:cubicBezTo>
                  <a:pt x="213" y="12"/>
                  <a:pt x="213" y="12"/>
                  <a:pt x="213" y="12"/>
                </a:cubicBezTo>
                <a:cubicBezTo>
                  <a:pt x="217" y="12"/>
                  <a:pt x="221" y="16"/>
                  <a:pt x="221" y="20"/>
                </a:cubicBezTo>
                <a:cubicBezTo>
                  <a:pt x="221" y="36"/>
                  <a:pt x="221" y="36"/>
                  <a:pt x="221" y="36"/>
                </a:cubicBezTo>
                <a:cubicBezTo>
                  <a:pt x="225" y="36"/>
                  <a:pt x="225" y="36"/>
                  <a:pt x="225" y="36"/>
                </a:cubicBezTo>
                <a:cubicBezTo>
                  <a:pt x="229" y="36"/>
                  <a:pt x="229" y="36"/>
                  <a:pt x="229" y="36"/>
                </a:cubicBezTo>
                <a:lnTo>
                  <a:pt x="229" y="20"/>
                </a:lnTo>
                <a:close/>
                <a:moveTo>
                  <a:pt x="173" y="20"/>
                </a:moveTo>
                <a:cubicBezTo>
                  <a:pt x="173" y="11"/>
                  <a:pt x="166" y="4"/>
                  <a:pt x="157" y="4"/>
                </a:cubicBezTo>
                <a:cubicBezTo>
                  <a:pt x="125" y="4"/>
                  <a:pt x="125" y="4"/>
                  <a:pt x="125" y="4"/>
                </a:cubicBezTo>
                <a:cubicBezTo>
                  <a:pt x="116" y="4"/>
                  <a:pt x="109" y="11"/>
                  <a:pt x="109" y="20"/>
                </a:cubicBezTo>
                <a:cubicBezTo>
                  <a:pt x="109" y="228"/>
                  <a:pt x="109" y="228"/>
                  <a:pt x="109" y="228"/>
                </a:cubicBezTo>
                <a:cubicBezTo>
                  <a:pt x="129" y="228"/>
                  <a:pt x="129" y="228"/>
                  <a:pt x="129" y="228"/>
                </a:cubicBezTo>
                <a:cubicBezTo>
                  <a:pt x="129" y="220"/>
                  <a:pt x="129" y="220"/>
                  <a:pt x="129" y="220"/>
                </a:cubicBezTo>
                <a:cubicBezTo>
                  <a:pt x="117" y="220"/>
                  <a:pt x="117" y="220"/>
                  <a:pt x="117" y="220"/>
                </a:cubicBezTo>
                <a:cubicBezTo>
                  <a:pt x="117" y="192"/>
                  <a:pt x="117" y="192"/>
                  <a:pt x="117" y="192"/>
                </a:cubicBezTo>
                <a:cubicBezTo>
                  <a:pt x="129" y="192"/>
                  <a:pt x="129" y="192"/>
                  <a:pt x="129" y="192"/>
                </a:cubicBezTo>
                <a:cubicBezTo>
                  <a:pt x="129" y="184"/>
                  <a:pt x="129" y="184"/>
                  <a:pt x="129" y="184"/>
                </a:cubicBezTo>
                <a:cubicBezTo>
                  <a:pt x="117" y="184"/>
                  <a:pt x="117" y="184"/>
                  <a:pt x="117" y="184"/>
                </a:cubicBezTo>
                <a:cubicBezTo>
                  <a:pt x="117" y="156"/>
                  <a:pt x="117" y="156"/>
                  <a:pt x="117" y="156"/>
                </a:cubicBezTo>
                <a:cubicBezTo>
                  <a:pt x="129" y="156"/>
                  <a:pt x="129" y="156"/>
                  <a:pt x="129" y="156"/>
                </a:cubicBezTo>
                <a:cubicBezTo>
                  <a:pt x="129" y="148"/>
                  <a:pt x="129" y="148"/>
                  <a:pt x="129" y="148"/>
                </a:cubicBezTo>
                <a:cubicBezTo>
                  <a:pt x="117" y="148"/>
                  <a:pt x="117" y="148"/>
                  <a:pt x="117" y="148"/>
                </a:cubicBezTo>
                <a:cubicBezTo>
                  <a:pt x="117" y="120"/>
                  <a:pt x="117" y="120"/>
                  <a:pt x="117" y="120"/>
                </a:cubicBezTo>
                <a:cubicBezTo>
                  <a:pt x="129" y="120"/>
                  <a:pt x="129" y="120"/>
                  <a:pt x="129" y="120"/>
                </a:cubicBezTo>
                <a:cubicBezTo>
                  <a:pt x="129" y="112"/>
                  <a:pt x="129" y="112"/>
                  <a:pt x="129" y="112"/>
                </a:cubicBezTo>
                <a:cubicBezTo>
                  <a:pt x="117" y="112"/>
                  <a:pt x="117" y="112"/>
                  <a:pt x="117" y="112"/>
                </a:cubicBezTo>
                <a:cubicBezTo>
                  <a:pt x="117" y="84"/>
                  <a:pt x="117" y="84"/>
                  <a:pt x="117" y="84"/>
                </a:cubicBezTo>
                <a:cubicBezTo>
                  <a:pt x="129" y="84"/>
                  <a:pt x="129" y="84"/>
                  <a:pt x="129" y="84"/>
                </a:cubicBezTo>
                <a:cubicBezTo>
                  <a:pt x="129" y="76"/>
                  <a:pt x="129" y="76"/>
                  <a:pt x="129" y="76"/>
                </a:cubicBezTo>
                <a:cubicBezTo>
                  <a:pt x="117" y="76"/>
                  <a:pt x="117" y="76"/>
                  <a:pt x="117" y="76"/>
                </a:cubicBezTo>
                <a:cubicBezTo>
                  <a:pt x="117" y="20"/>
                  <a:pt x="117" y="20"/>
                  <a:pt x="117" y="20"/>
                </a:cubicBezTo>
                <a:cubicBezTo>
                  <a:pt x="117" y="16"/>
                  <a:pt x="121" y="12"/>
                  <a:pt x="125" y="12"/>
                </a:cubicBezTo>
                <a:cubicBezTo>
                  <a:pt x="157" y="12"/>
                  <a:pt x="157" y="12"/>
                  <a:pt x="157" y="12"/>
                </a:cubicBezTo>
                <a:cubicBezTo>
                  <a:pt x="161" y="12"/>
                  <a:pt x="165" y="16"/>
                  <a:pt x="165" y="20"/>
                </a:cubicBezTo>
                <a:cubicBezTo>
                  <a:pt x="165" y="36"/>
                  <a:pt x="165" y="36"/>
                  <a:pt x="165" y="36"/>
                </a:cubicBezTo>
                <a:cubicBezTo>
                  <a:pt x="169" y="36"/>
                  <a:pt x="169" y="36"/>
                  <a:pt x="169" y="36"/>
                </a:cubicBezTo>
                <a:cubicBezTo>
                  <a:pt x="173" y="36"/>
                  <a:pt x="173" y="36"/>
                  <a:pt x="173" y="36"/>
                </a:cubicBezTo>
                <a:lnTo>
                  <a:pt x="173" y="20"/>
                </a:lnTo>
                <a:close/>
                <a:moveTo>
                  <a:pt x="21" y="184"/>
                </a:moveTo>
                <a:cubicBezTo>
                  <a:pt x="65" y="184"/>
                  <a:pt x="65" y="184"/>
                  <a:pt x="65" y="184"/>
                </a:cubicBezTo>
                <a:cubicBezTo>
                  <a:pt x="65" y="176"/>
                  <a:pt x="65" y="176"/>
                  <a:pt x="65" y="176"/>
                </a:cubicBezTo>
                <a:cubicBezTo>
                  <a:pt x="15" y="176"/>
                  <a:pt x="15" y="176"/>
                  <a:pt x="15" y="176"/>
                </a:cubicBezTo>
                <a:cubicBezTo>
                  <a:pt x="9" y="170"/>
                  <a:pt x="9" y="170"/>
                  <a:pt x="9" y="170"/>
                </a:cubicBezTo>
                <a:cubicBezTo>
                  <a:pt x="9" y="160"/>
                  <a:pt x="9" y="160"/>
                  <a:pt x="9" y="160"/>
                </a:cubicBezTo>
                <a:cubicBezTo>
                  <a:pt x="97" y="160"/>
                  <a:pt x="97" y="160"/>
                  <a:pt x="97" y="160"/>
                </a:cubicBezTo>
                <a:cubicBezTo>
                  <a:pt x="97" y="152"/>
                  <a:pt x="97" y="152"/>
                  <a:pt x="97" y="152"/>
                </a:cubicBezTo>
                <a:cubicBezTo>
                  <a:pt x="5" y="152"/>
                  <a:pt x="5" y="152"/>
                  <a:pt x="5" y="152"/>
                </a:cubicBezTo>
                <a:cubicBezTo>
                  <a:pt x="3" y="152"/>
                  <a:pt x="1" y="154"/>
                  <a:pt x="1" y="156"/>
                </a:cubicBezTo>
                <a:cubicBezTo>
                  <a:pt x="1" y="172"/>
                  <a:pt x="1" y="172"/>
                  <a:pt x="1" y="172"/>
                </a:cubicBezTo>
                <a:cubicBezTo>
                  <a:pt x="1" y="173"/>
                  <a:pt x="1" y="174"/>
                  <a:pt x="2" y="175"/>
                </a:cubicBezTo>
                <a:cubicBezTo>
                  <a:pt x="10" y="183"/>
                  <a:pt x="10" y="183"/>
                  <a:pt x="10" y="183"/>
                </a:cubicBezTo>
                <a:cubicBezTo>
                  <a:pt x="11" y="184"/>
                  <a:pt x="12" y="184"/>
                  <a:pt x="13" y="184"/>
                </a:cubicBezTo>
                <a:cubicBezTo>
                  <a:pt x="13" y="244"/>
                  <a:pt x="13" y="244"/>
                  <a:pt x="13" y="244"/>
                </a:cubicBezTo>
                <a:cubicBezTo>
                  <a:pt x="13" y="246"/>
                  <a:pt x="15" y="248"/>
                  <a:pt x="17" y="248"/>
                </a:cubicBezTo>
                <a:cubicBezTo>
                  <a:pt x="129" y="248"/>
                  <a:pt x="129" y="248"/>
                  <a:pt x="129" y="248"/>
                </a:cubicBezTo>
                <a:cubicBezTo>
                  <a:pt x="129" y="240"/>
                  <a:pt x="129" y="240"/>
                  <a:pt x="129" y="240"/>
                </a:cubicBezTo>
                <a:cubicBezTo>
                  <a:pt x="21" y="240"/>
                  <a:pt x="21" y="240"/>
                  <a:pt x="21" y="240"/>
                </a:cubicBezTo>
                <a:lnTo>
                  <a:pt x="21" y="184"/>
                </a:lnTo>
                <a:close/>
                <a:moveTo>
                  <a:pt x="49" y="140"/>
                </a:moveTo>
                <a:cubicBezTo>
                  <a:pt x="49" y="124"/>
                  <a:pt x="49" y="124"/>
                  <a:pt x="49" y="124"/>
                </a:cubicBezTo>
                <a:cubicBezTo>
                  <a:pt x="41" y="124"/>
                  <a:pt x="41" y="124"/>
                  <a:pt x="41" y="124"/>
                </a:cubicBezTo>
                <a:cubicBezTo>
                  <a:pt x="41" y="140"/>
                  <a:pt x="41" y="140"/>
                  <a:pt x="41" y="140"/>
                </a:cubicBezTo>
                <a:lnTo>
                  <a:pt x="49" y="140"/>
                </a:lnTo>
                <a:close/>
                <a:moveTo>
                  <a:pt x="69" y="140"/>
                </a:moveTo>
                <a:cubicBezTo>
                  <a:pt x="69" y="124"/>
                  <a:pt x="69" y="124"/>
                  <a:pt x="69" y="124"/>
                </a:cubicBezTo>
                <a:cubicBezTo>
                  <a:pt x="61" y="124"/>
                  <a:pt x="61" y="124"/>
                  <a:pt x="61" y="124"/>
                </a:cubicBezTo>
                <a:cubicBezTo>
                  <a:pt x="61" y="140"/>
                  <a:pt x="61" y="140"/>
                  <a:pt x="61" y="140"/>
                </a:cubicBezTo>
                <a:lnTo>
                  <a:pt x="69" y="140"/>
                </a:lnTo>
                <a:close/>
                <a:moveTo>
                  <a:pt x="49" y="220"/>
                </a:moveTo>
                <a:cubicBezTo>
                  <a:pt x="49" y="204"/>
                  <a:pt x="49" y="204"/>
                  <a:pt x="49" y="204"/>
                </a:cubicBezTo>
                <a:cubicBezTo>
                  <a:pt x="41" y="204"/>
                  <a:pt x="41" y="204"/>
                  <a:pt x="41" y="204"/>
                </a:cubicBezTo>
                <a:cubicBezTo>
                  <a:pt x="41" y="220"/>
                  <a:pt x="41" y="220"/>
                  <a:pt x="41" y="220"/>
                </a:cubicBezTo>
                <a:lnTo>
                  <a:pt x="49" y="220"/>
                </a:lnTo>
                <a:close/>
                <a:moveTo>
                  <a:pt x="61" y="220"/>
                </a:moveTo>
                <a:cubicBezTo>
                  <a:pt x="69" y="220"/>
                  <a:pt x="69" y="220"/>
                  <a:pt x="69" y="220"/>
                </a:cubicBezTo>
                <a:cubicBezTo>
                  <a:pt x="69" y="204"/>
                  <a:pt x="69" y="204"/>
                  <a:pt x="69" y="204"/>
                </a:cubicBezTo>
                <a:cubicBezTo>
                  <a:pt x="61" y="204"/>
                  <a:pt x="61" y="204"/>
                  <a:pt x="61" y="204"/>
                </a:cubicBezTo>
                <a:lnTo>
                  <a:pt x="61" y="220"/>
                </a:lnTo>
                <a:close/>
                <a:moveTo>
                  <a:pt x="53" y="40"/>
                </a:moveTo>
                <a:cubicBezTo>
                  <a:pt x="53" y="104"/>
                  <a:pt x="53" y="104"/>
                  <a:pt x="53" y="104"/>
                </a:cubicBezTo>
                <a:cubicBezTo>
                  <a:pt x="37" y="104"/>
                  <a:pt x="37" y="104"/>
                  <a:pt x="37" y="104"/>
                </a:cubicBezTo>
                <a:cubicBezTo>
                  <a:pt x="37" y="64"/>
                  <a:pt x="37" y="64"/>
                  <a:pt x="37" y="64"/>
                </a:cubicBezTo>
                <a:cubicBezTo>
                  <a:pt x="29" y="64"/>
                  <a:pt x="29" y="64"/>
                  <a:pt x="29" y="64"/>
                </a:cubicBezTo>
                <a:cubicBezTo>
                  <a:pt x="29" y="104"/>
                  <a:pt x="29" y="104"/>
                  <a:pt x="29" y="104"/>
                </a:cubicBezTo>
                <a:cubicBezTo>
                  <a:pt x="21" y="104"/>
                  <a:pt x="21" y="104"/>
                  <a:pt x="21" y="104"/>
                </a:cubicBezTo>
                <a:cubicBezTo>
                  <a:pt x="19" y="104"/>
                  <a:pt x="17" y="106"/>
                  <a:pt x="17" y="108"/>
                </a:cubicBezTo>
                <a:cubicBezTo>
                  <a:pt x="17" y="148"/>
                  <a:pt x="17" y="148"/>
                  <a:pt x="17" y="148"/>
                </a:cubicBezTo>
                <a:cubicBezTo>
                  <a:pt x="25" y="148"/>
                  <a:pt x="25" y="148"/>
                  <a:pt x="25" y="148"/>
                </a:cubicBezTo>
                <a:cubicBezTo>
                  <a:pt x="25" y="112"/>
                  <a:pt x="25" y="112"/>
                  <a:pt x="25" y="112"/>
                </a:cubicBezTo>
                <a:cubicBezTo>
                  <a:pt x="101" y="112"/>
                  <a:pt x="101" y="112"/>
                  <a:pt x="101" y="112"/>
                </a:cubicBezTo>
                <a:cubicBezTo>
                  <a:pt x="101" y="104"/>
                  <a:pt x="101" y="104"/>
                  <a:pt x="101" y="104"/>
                </a:cubicBezTo>
                <a:cubicBezTo>
                  <a:pt x="89" y="104"/>
                  <a:pt x="89" y="104"/>
                  <a:pt x="89" y="104"/>
                </a:cubicBezTo>
                <a:cubicBezTo>
                  <a:pt x="89" y="40"/>
                  <a:pt x="89" y="40"/>
                  <a:pt x="89" y="40"/>
                </a:cubicBezTo>
                <a:cubicBezTo>
                  <a:pt x="89" y="38"/>
                  <a:pt x="87" y="36"/>
                  <a:pt x="85" y="36"/>
                </a:cubicBezTo>
                <a:cubicBezTo>
                  <a:pt x="57" y="36"/>
                  <a:pt x="57" y="36"/>
                  <a:pt x="57" y="36"/>
                </a:cubicBezTo>
                <a:cubicBezTo>
                  <a:pt x="55" y="36"/>
                  <a:pt x="53" y="38"/>
                  <a:pt x="53" y="40"/>
                </a:cubicBezTo>
                <a:close/>
                <a:moveTo>
                  <a:pt x="61" y="44"/>
                </a:moveTo>
                <a:cubicBezTo>
                  <a:pt x="81" y="44"/>
                  <a:pt x="81" y="44"/>
                  <a:pt x="81" y="44"/>
                </a:cubicBezTo>
                <a:cubicBezTo>
                  <a:pt x="81" y="104"/>
                  <a:pt x="81" y="104"/>
                  <a:pt x="81" y="104"/>
                </a:cubicBezTo>
                <a:cubicBezTo>
                  <a:pt x="61" y="104"/>
                  <a:pt x="61" y="104"/>
                  <a:pt x="61" y="104"/>
                </a:cubicBezTo>
                <a:lnTo>
                  <a:pt x="61" y="44"/>
                </a:lnTo>
                <a:close/>
                <a:moveTo>
                  <a:pt x="13" y="12"/>
                </a:moveTo>
                <a:cubicBezTo>
                  <a:pt x="19" y="12"/>
                  <a:pt x="24" y="11"/>
                  <a:pt x="29" y="10"/>
                </a:cubicBezTo>
                <a:cubicBezTo>
                  <a:pt x="34" y="9"/>
                  <a:pt x="39" y="8"/>
                  <a:pt x="45" y="8"/>
                </a:cubicBezTo>
                <a:cubicBezTo>
                  <a:pt x="56" y="8"/>
                  <a:pt x="65" y="17"/>
                  <a:pt x="65" y="28"/>
                </a:cubicBezTo>
                <a:cubicBezTo>
                  <a:pt x="65" y="32"/>
                  <a:pt x="65" y="32"/>
                  <a:pt x="65" y="32"/>
                </a:cubicBezTo>
                <a:cubicBezTo>
                  <a:pt x="73" y="32"/>
                  <a:pt x="73" y="32"/>
                  <a:pt x="73" y="32"/>
                </a:cubicBezTo>
                <a:cubicBezTo>
                  <a:pt x="73" y="28"/>
                  <a:pt x="73" y="28"/>
                  <a:pt x="73" y="28"/>
                </a:cubicBezTo>
                <a:cubicBezTo>
                  <a:pt x="73" y="13"/>
                  <a:pt x="60" y="0"/>
                  <a:pt x="45" y="0"/>
                </a:cubicBezTo>
                <a:cubicBezTo>
                  <a:pt x="38" y="0"/>
                  <a:pt x="32" y="1"/>
                  <a:pt x="27" y="2"/>
                </a:cubicBezTo>
                <a:cubicBezTo>
                  <a:pt x="23" y="3"/>
                  <a:pt x="18" y="4"/>
                  <a:pt x="13" y="4"/>
                </a:cubicBezTo>
                <a:cubicBezTo>
                  <a:pt x="11" y="4"/>
                  <a:pt x="8" y="4"/>
                  <a:pt x="6" y="3"/>
                </a:cubicBezTo>
                <a:cubicBezTo>
                  <a:pt x="2" y="2"/>
                  <a:pt x="2" y="2"/>
                  <a:pt x="2" y="2"/>
                </a:cubicBezTo>
                <a:cubicBezTo>
                  <a:pt x="0" y="10"/>
                  <a:pt x="0" y="10"/>
                  <a:pt x="0" y="10"/>
                </a:cubicBezTo>
                <a:cubicBezTo>
                  <a:pt x="4" y="11"/>
                  <a:pt x="4" y="11"/>
                  <a:pt x="4" y="11"/>
                </a:cubicBezTo>
                <a:cubicBezTo>
                  <a:pt x="7" y="12"/>
                  <a:pt x="10" y="12"/>
                  <a:pt x="13" y="1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2" name="Freeform 143">
            <a:extLst>
              <a:ext uri="{FF2B5EF4-FFF2-40B4-BE49-F238E27FC236}">
                <a16:creationId xmlns:a16="http://schemas.microsoft.com/office/drawing/2014/main" id="{C22A7745-D838-49C8-950A-5DEF166D28AC}"/>
              </a:ext>
            </a:extLst>
          </p:cNvPr>
          <p:cNvSpPr>
            <a:spLocks noChangeAspect="1" noEditPoints="1"/>
          </p:cNvSpPr>
          <p:nvPr/>
        </p:nvSpPr>
        <p:spPr bwMode="auto">
          <a:xfrm>
            <a:off x="573088" y="5299695"/>
            <a:ext cx="400050" cy="381000"/>
          </a:xfrm>
          <a:custGeom>
            <a:avLst/>
            <a:gdLst>
              <a:gd name="T0" fmla="*/ 112 w 256"/>
              <a:gd name="T1" fmla="*/ 68 h 244"/>
              <a:gd name="T2" fmla="*/ 132 w 256"/>
              <a:gd name="T3" fmla="*/ 244 h 244"/>
              <a:gd name="T4" fmla="*/ 176 w 256"/>
              <a:gd name="T5" fmla="*/ 224 h 244"/>
              <a:gd name="T6" fmla="*/ 144 w 256"/>
              <a:gd name="T7" fmla="*/ 36 h 244"/>
              <a:gd name="T8" fmla="*/ 156 w 256"/>
              <a:gd name="T9" fmla="*/ 236 h 244"/>
              <a:gd name="T10" fmla="*/ 120 w 256"/>
              <a:gd name="T11" fmla="*/ 224 h 244"/>
              <a:gd name="T12" fmla="*/ 144 w 256"/>
              <a:gd name="T13" fmla="*/ 44 h 244"/>
              <a:gd name="T14" fmla="*/ 168 w 256"/>
              <a:gd name="T15" fmla="*/ 224 h 244"/>
              <a:gd name="T16" fmla="*/ 88 w 256"/>
              <a:gd name="T17" fmla="*/ 36 h 244"/>
              <a:gd name="T18" fmla="*/ 56 w 256"/>
              <a:gd name="T19" fmla="*/ 68 h 244"/>
              <a:gd name="T20" fmla="*/ 62 w 256"/>
              <a:gd name="T21" fmla="*/ 238 h 244"/>
              <a:gd name="T22" fmla="*/ 104 w 256"/>
              <a:gd name="T23" fmla="*/ 244 h 244"/>
              <a:gd name="T24" fmla="*/ 76 w 256"/>
              <a:gd name="T25" fmla="*/ 236 h 244"/>
              <a:gd name="T26" fmla="*/ 64 w 256"/>
              <a:gd name="T27" fmla="*/ 224 h 244"/>
              <a:gd name="T28" fmla="*/ 71 w 256"/>
              <a:gd name="T29" fmla="*/ 51 h 244"/>
              <a:gd name="T30" fmla="*/ 105 w 256"/>
              <a:gd name="T31" fmla="*/ 51 h 244"/>
              <a:gd name="T32" fmla="*/ 113 w 256"/>
              <a:gd name="T33" fmla="*/ 48 h 244"/>
              <a:gd name="T34" fmla="*/ 55 w 256"/>
              <a:gd name="T35" fmla="*/ 45 h 244"/>
              <a:gd name="T36" fmla="*/ 9 w 256"/>
              <a:gd name="T37" fmla="*/ 45 h 244"/>
              <a:gd name="T38" fmla="*/ 0 w 256"/>
              <a:gd name="T39" fmla="*/ 224 h 244"/>
              <a:gd name="T40" fmla="*/ 20 w 256"/>
              <a:gd name="T41" fmla="*/ 244 h 244"/>
              <a:gd name="T42" fmla="*/ 48 w 256"/>
              <a:gd name="T43" fmla="*/ 236 h 244"/>
              <a:gd name="T44" fmla="*/ 12 w 256"/>
              <a:gd name="T45" fmla="*/ 232 h 244"/>
              <a:gd name="T46" fmla="*/ 8 w 256"/>
              <a:gd name="T47" fmla="*/ 68 h 244"/>
              <a:gd name="T48" fmla="*/ 32 w 256"/>
              <a:gd name="T49" fmla="*/ 44 h 244"/>
              <a:gd name="T50" fmla="*/ 52 w 256"/>
              <a:gd name="T51" fmla="*/ 54 h 244"/>
              <a:gd name="T52" fmla="*/ 55 w 256"/>
              <a:gd name="T53" fmla="*/ 45 h 244"/>
              <a:gd name="T54" fmla="*/ 160 w 256"/>
              <a:gd name="T55" fmla="*/ 8 h 244"/>
              <a:gd name="T56" fmla="*/ 196 w 256"/>
              <a:gd name="T57" fmla="*/ 20 h 244"/>
              <a:gd name="T58" fmla="*/ 184 w 256"/>
              <a:gd name="T59" fmla="*/ 72 h 244"/>
              <a:gd name="T60" fmla="*/ 196 w 256"/>
              <a:gd name="T61" fmla="*/ 80 h 244"/>
              <a:gd name="T62" fmla="*/ 184 w 256"/>
              <a:gd name="T63" fmla="*/ 108 h 244"/>
              <a:gd name="T64" fmla="*/ 196 w 256"/>
              <a:gd name="T65" fmla="*/ 116 h 244"/>
              <a:gd name="T66" fmla="*/ 184 w 256"/>
              <a:gd name="T67" fmla="*/ 144 h 244"/>
              <a:gd name="T68" fmla="*/ 196 w 256"/>
              <a:gd name="T69" fmla="*/ 152 h 244"/>
              <a:gd name="T70" fmla="*/ 184 w 256"/>
              <a:gd name="T71" fmla="*/ 180 h 244"/>
              <a:gd name="T72" fmla="*/ 196 w 256"/>
              <a:gd name="T73" fmla="*/ 188 h 244"/>
              <a:gd name="T74" fmla="*/ 184 w 256"/>
              <a:gd name="T75" fmla="*/ 216 h 244"/>
              <a:gd name="T76" fmla="*/ 204 w 256"/>
              <a:gd name="T77" fmla="*/ 224 h 244"/>
              <a:gd name="T78" fmla="*/ 184 w 256"/>
              <a:gd name="T79" fmla="*/ 0 h 244"/>
              <a:gd name="T80" fmla="*/ 140 w 256"/>
              <a:gd name="T81" fmla="*/ 20 h 244"/>
              <a:gd name="T82" fmla="*/ 148 w 256"/>
              <a:gd name="T83" fmla="*/ 28 h 244"/>
              <a:gd name="T84" fmla="*/ 92 w 256"/>
              <a:gd name="T85" fmla="*/ 20 h 244"/>
              <a:gd name="T86" fmla="*/ 136 w 256"/>
              <a:gd name="T87" fmla="*/ 8 h 244"/>
              <a:gd name="T88" fmla="*/ 104 w 256"/>
              <a:gd name="T89" fmla="*/ 0 h 244"/>
              <a:gd name="T90" fmla="*/ 84 w 256"/>
              <a:gd name="T91" fmla="*/ 28 h 244"/>
              <a:gd name="T92" fmla="*/ 92 w 256"/>
              <a:gd name="T93" fmla="*/ 20 h 244"/>
              <a:gd name="T94" fmla="*/ 48 w 256"/>
              <a:gd name="T95" fmla="*/ 8 h 244"/>
              <a:gd name="T96" fmla="*/ 80 w 256"/>
              <a:gd name="T97" fmla="*/ 0 h 244"/>
              <a:gd name="T98" fmla="*/ 28 w 256"/>
              <a:gd name="T99" fmla="*/ 20 h 244"/>
              <a:gd name="T100" fmla="*/ 36 w 256"/>
              <a:gd name="T101" fmla="*/ 28 h 244"/>
              <a:gd name="T102" fmla="*/ 252 w 256"/>
              <a:gd name="T103" fmla="*/ 112 h 244"/>
              <a:gd name="T104" fmla="*/ 212 w 256"/>
              <a:gd name="T105" fmla="*/ 120 h 244"/>
              <a:gd name="T106" fmla="*/ 248 w 256"/>
              <a:gd name="T107" fmla="*/ 130 h 244"/>
              <a:gd name="T108" fmla="*/ 212 w 256"/>
              <a:gd name="T109" fmla="*/ 140 h 244"/>
              <a:gd name="T110" fmla="*/ 236 w 256"/>
              <a:gd name="T111" fmla="*/ 148 h 244"/>
              <a:gd name="T112" fmla="*/ 184 w 256"/>
              <a:gd name="T113" fmla="*/ 236 h 244"/>
              <a:gd name="T114" fmla="*/ 240 w 256"/>
              <a:gd name="T115" fmla="*/ 244 h 244"/>
              <a:gd name="T116" fmla="*/ 244 w 256"/>
              <a:gd name="T117" fmla="*/ 146 h 244"/>
              <a:gd name="T118" fmla="*/ 256 w 256"/>
              <a:gd name="T119" fmla="*/ 132 h 244"/>
              <a:gd name="T120" fmla="*/ 252 w 256"/>
              <a:gd name="T121" fmla="*/ 11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6" h="244">
                <a:moveTo>
                  <a:pt x="144" y="36"/>
                </a:moveTo>
                <a:cubicBezTo>
                  <a:pt x="126" y="36"/>
                  <a:pt x="112" y="50"/>
                  <a:pt x="112" y="68"/>
                </a:cubicBezTo>
                <a:cubicBezTo>
                  <a:pt x="112" y="224"/>
                  <a:pt x="112" y="224"/>
                  <a:pt x="112" y="224"/>
                </a:cubicBezTo>
                <a:cubicBezTo>
                  <a:pt x="112" y="235"/>
                  <a:pt x="121" y="244"/>
                  <a:pt x="132" y="244"/>
                </a:cubicBezTo>
                <a:cubicBezTo>
                  <a:pt x="156" y="244"/>
                  <a:pt x="156" y="244"/>
                  <a:pt x="156" y="244"/>
                </a:cubicBezTo>
                <a:cubicBezTo>
                  <a:pt x="167" y="244"/>
                  <a:pt x="176" y="235"/>
                  <a:pt x="176" y="224"/>
                </a:cubicBezTo>
                <a:cubicBezTo>
                  <a:pt x="176" y="68"/>
                  <a:pt x="176" y="68"/>
                  <a:pt x="176" y="68"/>
                </a:cubicBezTo>
                <a:cubicBezTo>
                  <a:pt x="176" y="50"/>
                  <a:pt x="162" y="36"/>
                  <a:pt x="144" y="36"/>
                </a:cubicBezTo>
                <a:close/>
                <a:moveTo>
                  <a:pt x="168" y="224"/>
                </a:moveTo>
                <a:cubicBezTo>
                  <a:pt x="168" y="231"/>
                  <a:pt x="163" y="236"/>
                  <a:pt x="156" y="236"/>
                </a:cubicBezTo>
                <a:cubicBezTo>
                  <a:pt x="132" y="236"/>
                  <a:pt x="132" y="236"/>
                  <a:pt x="132" y="236"/>
                </a:cubicBezTo>
                <a:cubicBezTo>
                  <a:pt x="125" y="236"/>
                  <a:pt x="120" y="231"/>
                  <a:pt x="120" y="224"/>
                </a:cubicBezTo>
                <a:cubicBezTo>
                  <a:pt x="120" y="68"/>
                  <a:pt x="120" y="68"/>
                  <a:pt x="120" y="68"/>
                </a:cubicBezTo>
                <a:cubicBezTo>
                  <a:pt x="120" y="55"/>
                  <a:pt x="131" y="44"/>
                  <a:pt x="144" y="44"/>
                </a:cubicBezTo>
                <a:cubicBezTo>
                  <a:pt x="157" y="44"/>
                  <a:pt x="168" y="55"/>
                  <a:pt x="168" y="68"/>
                </a:cubicBezTo>
                <a:lnTo>
                  <a:pt x="168" y="224"/>
                </a:lnTo>
                <a:close/>
                <a:moveTo>
                  <a:pt x="111" y="45"/>
                </a:moveTo>
                <a:cubicBezTo>
                  <a:pt x="105" y="39"/>
                  <a:pt x="97" y="36"/>
                  <a:pt x="88" y="36"/>
                </a:cubicBezTo>
                <a:cubicBezTo>
                  <a:pt x="79" y="36"/>
                  <a:pt x="71" y="39"/>
                  <a:pt x="65" y="45"/>
                </a:cubicBezTo>
                <a:cubicBezTo>
                  <a:pt x="59" y="51"/>
                  <a:pt x="56" y="59"/>
                  <a:pt x="56" y="68"/>
                </a:cubicBezTo>
                <a:cubicBezTo>
                  <a:pt x="56" y="224"/>
                  <a:pt x="56" y="224"/>
                  <a:pt x="56" y="224"/>
                </a:cubicBezTo>
                <a:cubicBezTo>
                  <a:pt x="56" y="229"/>
                  <a:pt x="58" y="234"/>
                  <a:pt x="62" y="238"/>
                </a:cubicBezTo>
                <a:cubicBezTo>
                  <a:pt x="66" y="242"/>
                  <a:pt x="71" y="244"/>
                  <a:pt x="76" y="244"/>
                </a:cubicBezTo>
                <a:cubicBezTo>
                  <a:pt x="104" y="244"/>
                  <a:pt x="104" y="244"/>
                  <a:pt x="104" y="244"/>
                </a:cubicBezTo>
                <a:cubicBezTo>
                  <a:pt x="104" y="236"/>
                  <a:pt x="104" y="236"/>
                  <a:pt x="104" y="236"/>
                </a:cubicBezTo>
                <a:cubicBezTo>
                  <a:pt x="76" y="236"/>
                  <a:pt x="76" y="236"/>
                  <a:pt x="76" y="236"/>
                </a:cubicBezTo>
                <a:cubicBezTo>
                  <a:pt x="73" y="236"/>
                  <a:pt x="70" y="235"/>
                  <a:pt x="68" y="232"/>
                </a:cubicBezTo>
                <a:cubicBezTo>
                  <a:pt x="65" y="230"/>
                  <a:pt x="64" y="227"/>
                  <a:pt x="64" y="224"/>
                </a:cubicBezTo>
                <a:cubicBezTo>
                  <a:pt x="64" y="68"/>
                  <a:pt x="64" y="68"/>
                  <a:pt x="64" y="68"/>
                </a:cubicBezTo>
                <a:cubicBezTo>
                  <a:pt x="64" y="62"/>
                  <a:pt x="66" y="56"/>
                  <a:pt x="71" y="51"/>
                </a:cubicBezTo>
                <a:cubicBezTo>
                  <a:pt x="76" y="46"/>
                  <a:pt x="82" y="44"/>
                  <a:pt x="88" y="44"/>
                </a:cubicBezTo>
                <a:cubicBezTo>
                  <a:pt x="94" y="44"/>
                  <a:pt x="100" y="46"/>
                  <a:pt x="105" y="51"/>
                </a:cubicBezTo>
                <a:cubicBezTo>
                  <a:pt x="108" y="54"/>
                  <a:pt x="108" y="54"/>
                  <a:pt x="108" y="54"/>
                </a:cubicBezTo>
                <a:cubicBezTo>
                  <a:pt x="113" y="48"/>
                  <a:pt x="113" y="48"/>
                  <a:pt x="113" y="48"/>
                </a:cubicBezTo>
                <a:lnTo>
                  <a:pt x="111" y="45"/>
                </a:lnTo>
                <a:close/>
                <a:moveTo>
                  <a:pt x="55" y="45"/>
                </a:moveTo>
                <a:cubicBezTo>
                  <a:pt x="49" y="39"/>
                  <a:pt x="41" y="36"/>
                  <a:pt x="32" y="36"/>
                </a:cubicBezTo>
                <a:cubicBezTo>
                  <a:pt x="23" y="36"/>
                  <a:pt x="15" y="39"/>
                  <a:pt x="9" y="45"/>
                </a:cubicBezTo>
                <a:cubicBezTo>
                  <a:pt x="3" y="51"/>
                  <a:pt x="0" y="59"/>
                  <a:pt x="0" y="68"/>
                </a:cubicBezTo>
                <a:cubicBezTo>
                  <a:pt x="0" y="224"/>
                  <a:pt x="0" y="224"/>
                  <a:pt x="0" y="224"/>
                </a:cubicBezTo>
                <a:cubicBezTo>
                  <a:pt x="0" y="229"/>
                  <a:pt x="2" y="234"/>
                  <a:pt x="6" y="238"/>
                </a:cubicBezTo>
                <a:cubicBezTo>
                  <a:pt x="10" y="242"/>
                  <a:pt x="15" y="244"/>
                  <a:pt x="20" y="244"/>
                </a:cubicBezTo>
                <a:cubicBezTo>
                  <a:pt x="48" y="244"/>
                  <a:pt x="48" y="244"/>
                  <a:pt x="48" y="244"/>
                </a:cubicBezTo>
                <a:cubicBezTo>
                  <a:pt x="48" y="236"/>
                  <a:pt x="48" y="236"/>
                  <a:pt x="48" y="236"/>
                </a:cubicBezTo>
                <a:cubicBezTo>
                  <a:pt x="20" y="236"/>
                  <a:pt x="20" y="236"/>
                  <a:pt x="20" y="236"/>
                </a:cubicBezTo>
                <a:cubicBezTo>
                  <a:pt x="17" y="236"/>
                  <a:pt x="14" y="235"/>
                  <a:pt x="12" y="232"/>
                </a:cubicBezTo>
                <a:cubicBezTo>
                  <a:pt x="9" y="230"/>
                  <a:pt x="8" y="227"/>
                  <a:pt x="8" y="224"/>
                </a:cubicBezTo>
                <a:cubicBezTo>
                  <a:pt x="8" y="68"/>
                  <a:pt x="8" y="68"/>
                  <a:pt x="8" y="68"/>
                </a:cubicBezTo>
                <a:cubicBezTo>
                  <a:pt x="8" y="62"/>
                  <a:pt x="10" y="56"/>
                  <a:pt x="15" y="51"/>
                </a:cubicBezTo>
                <a:cubicBezTo>
                  <a:pt x="20" y="46"/>
                  <a:pt x="26" y="44"/>
                  <a:pt x="32" y="44"/>
                </a:cubicBezTo>
                <a:cubicBezTo>
                  <a:pt x="38" y="44"/>
                  <a:pt x="44" y="46"/>
                  <a:pt x="49" y="51"/>
                </a:cubicBezTo>
                <a:cubicBezTo>
                  <a:pt x="52" y="54"/>
                  <a:pt x="52" y="54"/>
                  <a:pt x="52" y="54"/>
                </a:cubicBezTo>
                <a:cubicBezTo>
                  <a:pt x="57" y="48"/>
                  <a:pt x="57" y="48"/>
                  <a:pt x="57" y="48"/>
                </a:cubicBezTo>
                <a:lnTo>
                  <a:pt x="55" y="45"/>
                </a:lnTo>
                <a:close/>
                <a:moveTo>
                  <a:pt x="148" y="20"/>
                </a:moveTo>
                <a:cubicBezTo>
                  <a:pt x="148" y="13"/>
                  <a:pt x="153" y="8"/>
                  <a:pt x="160" y="8"/>
                </a:cubicBezTo>
                <a:cubicBezTo>
                  <a:pt x="184" y="8"/>
                  <a:pt x="184" y="8"/>
                  <a:pt x="184" y="8"/>
                </a:cubicBezTo>
                <a:cubicBezTo>
                  <a:pt x="191" y="8"/>
                  <a:pt x="196" y="13"/>
                  <a:pt x="196" y="20"/>
                </a:cubicBezTo>
                <a:cubicBezTo>
                  <a:pt x="196" y="72"/>
                  <a:pt x="196" y="72"/>
                  <a:pt x="196" y="72"/>
                </a:cubicBezTo>
                <a:cubicBezTo>
                  <a:pt x="184" y="72"/>
                  <a:pt x="184" y="72"/>
                  <a:pt x="184" y="72"/>
                </a:cubicBezTo>
                <a:cubicBezTo>
                  <a:pt x="184" y="80"/>
                  <a:pt x="184" y="80"/>
                  <a:pt x="184" y="80"/>
                </a:cubicBezTo>
                <a:cubicBezTo>
                  <a:pt x="196" y="80"/>
                  <a:pt x="196" y="80"/>
                  <a:pt x="196" y="80"/>
                </a:cubicBezTo>
                <a:cubicBezTo>
                  <a:pt x="196" y="108"/>
                  <a:pt x="196" y="108"/>
                  <a:pt x="196" y="108"/>
                </a:cubicBezTo>
                <a:cubicBezTo>
                  <a:pt x="184" y="108"/>
                  <a:pt x="184" y="108"/>
                  <a:pt x="184" y="108"/>
                </a:cubicBezTo>
                <a:cubicBezTo>
                  <a:pt x="184" y="116"/>
                  <a:pt x="184" y="116"/>
                  <a:pt x="184" y="116"/>
                </a:cubicBezTo>
                <a:cubicBezTo>
                  <a:pt x="196" y="116"/>
                  <a:pt x="196" y="116"/>
                  <a:pt x="196" y="116"/>
                </a:cubicBezTo>
                <a:cubicBezTo>
                  <a:pt x="196" y="144"/>
                  <a:pt x="196" y="144"/>
                  <a:pt x="196" y="144"/>
                </a:cubicBezTo>
                <a:cubicBezTo>
                  <a:pt x="184" y="144"/>
                  <a:pt x="184" y="144"/>
                  <a:pt x="184" y="144"/>
                </a:cubicBezTo>
                <a:cubicBezTo>
                  <a:pt x="184" y="152"/>
                  <a:pt x="184" y="152"/>
                  <a:pt x="184" y="152"/>
                </a:cubicBezTo>
                <a:cubicBezTo>
                  <a:pt x="196" y="152"/>
                  <a:pt x="196" y="152"/>
                  <a:pt x="196" y="152"/>
                </a:cubicBezTo>
                <a:cubicBezTo>
                  <a:pt x="196" y="180"/>
                  <a:pt x="196" y="180"/>
                  <a:pt x="196" y="180"/>
                </a:cubicBezTo>
                <a:cubicBezTo>
                  <a:pt x="184" y="180"/>
                  <a:pt x="184" y="180"/>
                  <a:pt x="184" y="180"/>
                </a:cubicBezTo>
                <a:cubicBezTo>
                  <a:pt x="184" y="188"/>
                  <a:pt x="184" y="188"/>
                  <a:pt x="184" y="188"/>
                </a:cubicBezTo>
                <a:cubicBezTo>
                  <a:pt x="196" y="188"/>
                  <a:pt x="196" y="188"/>
                  <a:pt x="196" y="188"/>
                </a:cubicBezTo>
                <a:cubicBezTo>
                  <a:pt x="196" y="216"/>
                  <a:pt x="196" y="216"/>
                  <a:pt x="196" y="216"/>
                </a:cubicBezTo>
                <a:cubicBezTo>
                  <a:pt x="184" y="216"/>
                  <a:pt x="184" y="216"/>
                  <a:pt x="184" y="216"/>
                </a:cubicBezTo>
                <a:cubicBezTo>
                  <a:pt x="184" y="224"/>
                  <a:pt x="184" y="224"/>
                  <a:pt x="184" y="224"/>
                </a:cubicBezTo>
                <a:cubicBezTo>
                  <a:pt x="204" y="224"/>
                  <a:pt x="204" y="224"/>
                  <a:pt x="204" y="224"/>
                </a:cubicBezTo>
                <a:cubicBezTo>
                  <a:pt x="204" y="20"/>
                  <a:pt x="204" y="20"/>
                  <a:pt x="204" y="20"/>
                </a:cubicBezTo>
                <a:cubicBezTo>
                  <a:pt x="204" y="9"/>
                  <a:pt x="195" y="0"/>
                  <a:pt x="184" y="0"/>
                </a:cubicBezTo>
                <a:cubicBezTo>
                  <a:pt x="160" y="0"/>
                  <a:pt x="160" y="0"/>
                  <a:pt x="160" y="0"/>
                </a:cubicBezTo>
                <a:cubicBezTo>
                  <a:pt x="149" y="0"/>
                  <a:pt x="140" y="9"/>
                  <a:pt x="140" y="20"/>
                </a:cubicBezTo>
                <a:cubicBezTo>
                  <a:pt x="140" y="28"/>
                  <a:pt x="140" y="28"/>
                  <a:pt x="140" y="28"/>
                </a:cubicBezTo>
                <a:cubicBezTo>
                  <a:pt x="148" y="28"/>
                  <a:pt x="148" y="28"/>
                  <a:pt x="148" y="28"/>
                </a:cubicBezTo>
                <a:lnTo>
                  <a:pt x="148" y="20"/>
                </a:lnTo>
                <a:close/>
                <a:moveTo>
                  <a:pt x="92" y="20"/>
                </a:moveTo>
                <a:cubicBezTo>
                  <a:pt x="92" y="13"/>
                  <a:pt x="97" y="8"/>
                  <a:pt x="104" y="8"/>
                </a:cubicBezTo>
                <a:cubicBezTo>
                  <a:pt x="136" y="8"/>
                  <a:pt x="136" y="8"/>
                  <a:pt x="136" y="8"/>
                </a:cubicBezTo>
                <a:cubicBezTo>
                  <a:pt x="136" y="0"/>
                  <a:pt x="136" y="0"/>
                  <a:pt x="136" y="0"/>
                </a:cubicBezTo>
                <a:cubicBezTo>
                  <a:pt x="104" y="0"/>
                  <a:pt x="104" y="0"/>
                  <a:pt x="104" y="0"/>
                </a:cubicBezTo>
                <a:cubicBezTo>
                  <a:pt x="93" y="0"/>
                  <a:pt x="84" y="9"/>
                  <a:pt x="84" y="20"/>
                </a:cubicBezTo>
                <a:cubicBezTo>
                  <a:pt x="84" y="28"/>
                  <a:pt x="84" y="28"/>
                  <a:pt x="84" y="28"/>
                </a:cubicBezTo>
                <a:cubicBezTo>
                  <a:pt x="92" y="28"/>
                  <a:pt x="92" y="28"/>
                  <a:pt x="92" y="28"/>
                </a:cubicBezTo>
                <a:lnTo>
                  <a:pt x="92" y="20"/>
                </a:lnTo>
                <a:close/>
                <a:moveTo>
                  <a:pt x="36" y="20"/>
                </a:moveTo>
                <a:cubicBezTo>
                  <a:pt x="36" y="13"/>
                  <a:pt x="41" y="8"/>
                  <a:pt x="48" y="8"/>
                </a:cubicBezTo>
                <a:cubicBezTo>
                  <a:pt x="80" y="8"/>
                  <a:pt x="80" y="8"/>
                  <a:pt x="80" y="8"/>
                </a:cubicBezTo>
                <a:cubicBezTo>
                  <a:pt x="80" y="0"/>
                  <a:pt x="80" y="0"/>
                  <a:pt x="80" y="0"/>
                </a:cubicBezTo>
                <a:cubicBezTo>
                  <a:pt x="48" y="0"/>
                  <a:pt x="48" y="0"/>
                  <a:pt x="48" y="0"/>
                </a:cubicBezTo>
                <a:cubicBezTo>
                  <a:pt x="37" y="0"/>
                  <a:pt x="28" y="9"/>
                  <a:pt x="28" y="20"/>
                </a:cubicBezTo>
                <a:cubicBezTo>
                  <a:pt x="28" y="28"/>
                  <a:pt x="28" y="28"/>
                  <a:pt x="28" y="28"/>
                </a:cubicBezTo>
                <a:cubicBezTo>
                  <a:pt x="36" y="28"/>
                  <a:pt x="36" y="28"/>
                  <a:pt x="36" y="28"/>
                </a:cubicBezTo>
                <a:lnTo>
                  <a:pt x="36" y="20"/>
                </a:lnTo>
                <a:close/>
                <a:moveTo>
                  <a:pt x="252" y="112"/>
                </a:moveTo>
                <a:cubicBezTo>
                  <a:pt x="212" y="112"/>
                  <a:pt x="212" y="112"/>
                  <a:pt x="212" y="112"/>
                </a:cubicBezTo>
                <a:cubicBezTo>
                  <a:pt x="212" y="120"/>
                  <a:pt x="212" y="120"/>
                  <a:pt x="212" y="120"/>
                </a:cubicBezTo>
                <a:cubicBezTo>
                  <a:pt x="248" y="120"/>
                  <a:pt x="248" y="120"/>
                  <a:pt x="248" y="120"/>
                </a:cubicBezTo>
                <a:cubicBezTo>
                  <a:pt x="248" y="130"/>
                  <a:pt x="248" y="130"/>
                  <a:pt x="248" y="130"/>
                </a:cubicBezTo>
                <a:cubicBezTo>
                  <a:pt x="238" y="140"/>
                  <a:pt x="238" y="140"/>
                  <a:pt x="238" y="140"/>
                </a:cubicBezTo>
                <a:cubicBezTo>
                  <a:pt x="212" y="140"/>
                  <a:pt x="212" y="140"/>
                  <a:pt x="212" y="140"/>
                </a:cubicBezTo>
                <a:cubicBezTo>
                  <a:pt x="212" y="148"/>
                  <a:pt x="212" y="148"/>
                  <a:pt x="212" y="148"/>
                </a:cubicBezTo>
                <a:cubicBezTo>
                  <a:pt x="236" y="148"/>
                  <a:pt x="236" y="148"/>
                  <a:pt x="236" y="148"/>
                </a:cubicBezTo>
                <a:cubicBezTo>
                  <a:pt x="236" y="236"/>
                  <a:pt x="236" y="236"/>
                  <a:pt x="236" y="236"/>
                </a:cubicBezTo>
                <a:cubicBezTo>
                  <a:pt x="184" y="236"/>
                  <a:pt x="184" y="236"/>
                  <a:pt x="184" y="236"/>
                </a:cubicBezTo>
                <a:cubicBezTo>
                  <a:pt x="184" y="244"/>
                  <a:pt x="184" y="244"/>
                  <a:pt x="184" y="244"/>
                </a:cubicBezTo>
                <a:cubicBezTo>
                  <a:pt x="240" y="244"/>
                  <a:pt x="240" y="244"/>
                  <a:pt x="240" y="244"/>
                </a:cubicBezTo>
                <a:cubicBezTo>
                  <a:pt x="242" y="244"/>
                  <a:pt x="244" y="242"/>
                  <a:pt x="244" y="240"/>
                </a:cubicBezTo>
                <a:cubicBezTo>
                  <a:pt x="244" y="146"/>
                  <a:pt x="244" y="146"/>
                  <a:pt x="244" y="146"/>
                </a:cubicBezTo>
                <a:cubicBezTo>
                  <a:pt x="255" y="135"/>
                  <a:pt x="255" y="135"/>
                  <a:pt x="255" y="135"/>
                </a:cubicBezTo>
                <a:cubicBezTo>
                  <a:pt x="256" y="134"/>
                  <a:pt x="256" y="133"/>
                  <a:pt x="256" y="132"/>
                </a:cubicBezTo>
                <a:cubicBezTo>
                  <a:pt x="256" y="116"/>
                  <a:pt x="256" y="116"/>
                  <a:pt x="256" y="116"/>
                </a:cubicBezTo>
                <a:cubicBezTo>
                  <a:pt x="256" y="114"/>
                  <a:pt x="254" y="112"/>
                  <a:pt x="252" y="11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7" name="Freeform 147">
            <a:extLst>
              <a:ext uri="{FF2B5EF4-FFF2-40B4-BE49-F238E27FC236}">
                <a16:creationId xmlns:a16="http://schemas.microsoft.com/office/drawing/2014/main" id="{EED8EEF9-7FA2-4350-8E9E-5B48460D0D61}"/>
              </a:ext>
            </a:extLst>
          </p:cNvPr>
          <p:cNvSpPr>
            <a:spLocks noChangeAspect="1" noEditPoints="1"/>
          </p:cNvSpPr>
          <p:nvPr/>
        </p:nvSpPr>
        <p:spPr bwMode="auto">
          <a:xfrm>
            <a:off x="1541528" y="5290170"/>
            <a:ext cx="398462" cy="400050"/>
          </a:xfrm>
          <a:custGeom>
            <a:avLst/>
            <a:gdLst>
              <a:gd name="T0" fmla="*/ 52 w 256"/>
              <a:gd name="T1" fmla="*/ 32 h 256"/>
              <a:gd name="T2" fmla="*/ 80 w 256"/>
              <a:gd name="T3" fmla="*/ 56 h 256"/>
              <a:gd name="T4" fmla="*/ 34 w 256"/>
              <a:gd name="T5" fmla="*/ 26 h 256"/>
              <a:gd name="T6" fmla="*/ 9 w 256"/>
              <a:gd name="T7" fmla="*/ 26 h 256"/>
              <a:gd name="T8" fmla="*/ 20 w 256"/>
              <a:gd name="T9" fmla="*/ 36 h 256"/>
              <a:gd name="T10" fmla="*/ 256 w 256"/>
              <a:gd name="T11" fmla="*/ 136 h 256"/>
              <a:gd name="T12" fmla="*/ 240 w 256"/>
              <a:gd name="T13" fmla="*/ 84 h 256"/>
              <a:gd name="T14" fmla="*/ 196 w 256"/>
              <a:gd name="T15" fmla="*/ 132 h 256"/>
              <a:gd name="T16" fmla="*/ 132 w 256"/>
              <a:gd name="T17" fmla="*/ 64 h 256"/>
              <a:gd name="T18" fmla="*/ 108 w 256"/>
              <a:gd name="T19" fmla="*/ 136 h 256"/>
              <a:gd name="T20" fmla="*/ 120 w 256"/>
              <a:gd name="T21" fmla="*/ 166 h 256"/>
              <a:gd name="T22" fmla="*/ 20 w 256"/>
              <a:gd name="T23" fmla="*/ 196 h 256"/>
              <a:gd name="T24" fmla="*/ 96 w 256"/>
              <a:gd name="T25" fmla="*/ 188 h 256"/>
              <a:gd name="T26" fmla="*/ 60 w 256"/>
              <a:gd name="T27" fmla="*/ 60 h 256"/>
              <a:gd name="T28" fmla="*/ 36 w 256"/>
              <a:gd name="T29" fmla="*/ 188 h 256"/>
              <a:gd name="T30" fmla="*/ 28 w 256"/>
              <a:gd name="T31" fmla="*/ 188 h 256"/>
              <a:gd name="T32" fmla="*/ 12 w 256"/>
              <a:gd name="T33" fmla="*/ 248 h 256"/>
              <a:gd name="T34" fmla="*/ 256 w 256"/>
              <a:gd name="T35" fmla="*/ 256 h 256"/>
              <a:gd name="T36" fmla="*/ 244 w 256"/>
              <a:gd name="T37" fmla="*/ 166 h 256"/>
              <a:gd name="T38" fmla="*/ 88 w 256"/>
              <a:gd name="T39" fmla="*/ 68 h 256"/>
              <a:gd name="T40" fmla="*/ 64 w 256"/>
              <a:gd name="T41" fmla="*/ 68 h 256"/>
              <a:gd name="T42" fmla="*/ 188 w 256"/>
              <a:gd name="T43" fmla="*/ 64 h 256"/>
              <a:gd name="T44" fmla="*/ 140 w 256"/>
              <a:gd name="T45" fmla="*/ 64 h 256"/>
              <a:gd name="T46" fmla="*/ 192 w 256"/>
              <a:gd name="T47" fmla="*/ 168 h 256"/>
              <a:gd name="T48" fmla="*/ 128 w 256"/>
              <a:gd name="T49" fmla="*/ 248 h 256"/>
              <a:gd name="T50" fmla="*/ 148 w 256"/>
              <a:gd name="T51" fmla="*/ 160 h 256"/>
              <a:gd name="T52" fmla="*/ 116 w 256"/>
              <a:gd name="T53" fmla="*/ 140 h 256"/>
              <a:gd name="T54" fmla="*/ 238 w 256"/>
              <a:gd name="T55" fmla="*/ 160 h 256"/>
              <a:gd name="T56" fmla="*/ 32 w 256"/>
              <a:gd name="T57" fmla="*/ 212 h 256"/>
              <a:gd name="T58" fmla="*/ 64 w 256"/>
              <a:gd name="T59" fmla="*/ 228 h 256"/>
              <a:gd name="T60" fmla="*/ 56 w 256"/>
              <a:gd name="T61" fmla="*/ 228 h 256"/>
              <a:gd name="T62" fmla="*/ 88 w 256"/>
              <a:gd name="T63" fmla="*/ 212 h 256"/>
              <a:gd name="T64" fmla="*/ 88 w 256"/>
              <a:gd name="T65" fmla="*/ 228 h 256"/>
              <a:gd name="T66" fmla="*/ 104 w 256"/>
              <a:gd name="T67" fmla="*/ 212 h 256"/>
              <a:gd name="T68" fmla="*/ 144 w 256"/>
              <a:gd name="T69" fmla="*/ 216 h 256"/>
              <a:gd name="T70" fmla="*/ 144 w 256"/>
              <a:gd name="T71" fmla="*/ 200 h 256"/>
              <a:gd name="T72" fmla="*/ 176 w 256"/>
              <a:gd name="T73" fmla="*/ 216 h 256"/>
              <a:gd name="T74" fmla="*/ 168 w 256"/>
              <a:gd name="T75" fmla="*/ 216 h 256"/>
              <a:gd name="T76" fmla="*/ 200 w 256"/>
              <a:gd name="T77" fmla="*/ 200 h 256"/>
              <a:gd name="T78" fmla="*/ 224 w 256"/>
              <a:gd name="T79" fmla="*/ 200 h 256"/>
              <a:gd name="T80" fmla="*/ 224 w 256"/>
              <a:gd name="T81" fmla="*/ 216 h 256"/>
              <a:gd name="T82" fmla="*/ 180 w 256"/>
              <a:gd name="T83" fmla="*/ 8 h 256"/>
              <a:gd name="T84" fmla="*/ 216 w 256"/>
              <a:gd name="T85" fmla="*/ 60 h 256"/>
              <a:gd name="T86" fmla="*/ 216 w 256"/>
              <a:gd name="T87" fmla="*/ 68 h 256"/>
              <a:gd name="T88" fmla="*/ 200 w 256"/>
              <a:gd name="T89" fmla="*/ 100 h 256"/>
              <a:gd name="T90" fmla="*/ 224 w 256"/>
              <a:gd name="T91" fmla="*/ 124 h 256"/>
              <a:gd name="T92" fmla="*/ 180 w 256"/>
              <a:gd name="T93" fmla="*/ 0 h 256"/>
              <a:gd name="T94" fmla="*/ 168 w 256"/>
              <a:gd name="T95" fmla="*/ 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56">
                <a:moveTo>
                  <a:pt x="20" y="36"/>
                </a:moveTo>
                <a:cubicBezTo>
                  <a:pt x="26" y="36"/>
                  <a:pt x="31" y="35"/>
                  <a:pt x="36" y="34"/>
                </a:cubicBezTo>
                <a:cubicBezTo>
                  <a:pt x="41" y="33"/>
                  <a:pt x="46" y="32"/>
                  <a:pt x="52" y="32"/>
                </a:cubicBezTo>
                <a:cubicBezTo>
                  <a:pt x="63" y="32"/>
                  <a:pt x="72" y="41"/>
                  <a:pt x="72" y="52"/>
                </a:cubicBezTo>
                <a:cubicBezTo>
                  <a:pt x="72" y="56"/>
                  <a:pt x="72" y="56"/>
                  <a:pt x="72" y="56"/>
                </a:cubicBezTo>
                <a:cubicBezTo>
                  <a:pt x="80" y="56"/>
                  <a:pt x="80" y="56"/>
                  <a:pt x="80" y="56"/>
                </a:cubicBezTo>
                <a:cubicBezTo>
                  <a:pt x="80" y="52"/>
                  <a:pt x="80" y="52"/>
                  <a:pt x="80" y="52"/>
                </a:cubicBezTo>
                <a:cubicBezTo>
                  <a:pt x="80" y="37"/>
                  <a:pt x="67" y="24"/>
                  <a:pt x="52" y="24"/>
                </a:cubicBezTo>
                <a:cubicBezTo>
                  <a:pt x="45" y="24"/>
                  <a:pt x="39" y="25"/>
                  <a:pt x="34" y="26"/>
                </a:cubicBezTo>
                <a:cubicBezTo>
                  <a:pt x="30" y="27"/>
                  <a:pt x="25" y="28"/>
                  <a:pt x="20" y="28"/>
                </a:cubicBezTo>
                <a:cubicBezTo>
                  <a:pt x="18" y="28"/>
                  <a:pt x="15" y="28"/>
                  <a:pt x="13" y="27"/>
                </a:cubicBezTo>
                <a:cubicBezTo>
                  <a:pt x="9" y="26"/>
                  <a:pt x="9" y="26"/>
                  <a:pt x="9" y="26"/>
                </a:cubicBezTo>
                <a:cubicBezTo>
                  <a:pt x="7" y="34"/>
                  <a:pt x="7" y="34"/>
                  <a:pt x="7" y="34"/>
                </a:cubicBezTo>
                <a:cubicBezTo>
                  <a:pt x="11" y="35"/>
                  <a:pt x="11" y="35"/>
                  <a:pt x="11" y="35"/>
                </a:cubicBezTo>
                <a:cubicBezTo>
                  <a:pt x="14" y="36"/>
                  <a:pt x="17" y="36"/>
                  <a:pt x="20" y="36"/>
                </a:cubicBezTo>
                <a:close/>
                <a:moveTo>
                  <a:pt x="255" y="155"/>
                </a:moveTo>
                <a:cubicBezTo>
                  <a:pt x="256" y="154"/>
                  <a:pt x="256" y="153"/>
                  <a:pt x="256" y="152"/>
                </a:cubicBezTo>
                <a:cubicBezTo>
                  <a:pt x="256" y="136"/>
                  <a:pt x="256" y="136"/>
                  <a:pt x="256" y="136"/>
                </a:cubicBezTo>
                <a:cubicBezTo>
                  <a:pt x="256" y="134"/>
                  <a:pt x="254" y="132"/>
                  <a:pt x="252" y="132"/>
                </a:cubicBezTo>
                <a:cubicBezTo>
                  <a:pt x="240" y="132"/>
                  <a:pt x="240" y="132"/>
                  <a:pt x="240" y="132"/>
                </a:cubicBezTo>
                <a:cubicBezTo>
                  <a:pt x="240" y="84"/>
                  <a:pt x="240" y="84"/>
                  <a:pt x="240" y="84"/>
                </a:cubicBezTo>
                <a:cubicBezTo>
                  <a:pt x="232" y="84"/>
                  <a:pt x="232" y="84"/>
                  <a:pt x="232" y="84"/>
                </a:cubicBezTo>
                <a:cubicBezTo>
                  <a:pt x="232" y="132"/>
                  <a:pt x="232" y="132"/>
                  <a:pt x="232" y="132"/>
                </a:cubicBezTo>
                <a:cubicBezTo>
                  <a:pt x="196" y="132"/>
                  <a:pt x="196" y="132"/>
                  <a:pt x="196" y="132"/>
                </a:cubicBezTo>
                <a:cubicBezTo>
                  <a:pt x="196" y="64"/>
                  <a:pt x="196" y="64"/>
                  <a:pt x="196" y="64"/>
                </a:cubicBezTo>
                <a:cubicBezTo>
                  <a:pt x="196" y="46"/>
                  <a:pt x="182" y="32"/>
                  <a:pt x="164" y="32"/>
                </a:cubicBezTo>
                <a:cubicBezTo>
                  <a:pt x="146" y="32"/>
                  <a:pt x="132" y="46"/>
                  <a:pt x="132" y="64"/>
                </a:cubicBezTo>
                <a:cubicBezTo>
                  <a:pt x="132" y="132"/>
                  <a:pt x="132" y="132"/>
                  <a:pt x="132" y="132"/>
                </a:cubicBezTo>
                <a:cubicBezTo>
                  <a:pt x="112" y="132"/>
                  <a:pt x="112" y="132"/>
                  <a:pt x="112" y="132"/>
                </a:cubicBezTo>
                <a:cubicBezTo>
                  <a:pt x="110" y="132"/>
                  <a:pt x="108" y="134"/>
                  <a:pt x="108" y="136"/>
                </a:cubicBezTo>
                <a:cubicBezTo>
                  <a:pt x="108" y="152"/>
                  <a:pt x="108" y="152"/>
                  <a:pt x="108" y="152"/>
                </a:cubicBezTo>
                <a:cubicBezTo>
                  <a:pt x="108" y="153"/>
                  <a:pt x="108" y="154"/>
                  <a:pt x="109" y="155"/>
                </a:cubicBezTo>
                <a:cubicBezTo>
                  <a:pt x="120" y="166"/>
                  <a:pt x="120" y="166"/>
                  <a:pt x="120" y="166"/>
                </a:cubicBezTo>
                <a:cubicBezTo>
                  <a:pt x="120" y="248"/>
                  <a:pt x="120" y="248"/>
                  <a:pt x="120" y="248"/>
                </a:cubicBezTo>
                <a:cubicBezTo>
                  <a:pt x="20" y="248"/>
                  <a:pt x="20" y="248"/>
                  <a:pt x="20" y="248"/>
                </a:cubicBezTo>
                <a:cubicBezTo>
                  <a:pt x="20" y="196"/>
                  <a:pt x="20" y="196"/>
                  <a:pt x="20" y="196"/>
                </a:cubicBezTo>
                <a:cubicBezTo>
                  <a:pt x="112" y="196"/>
                  <a:pt x="112" y="196"/>
                  <a:pt x="112" y="196"/>
                </a:cubicBezTo>
                <a:cubicBezTo>
                  <a:pt x="112" y="188"/>
                  <a:pt x="112" y="188"/>
                  <a:pt x="112" y="188"/>
                </a:cubicBezTo>
                <a:cubicBezTo>
                  <a:pt x="96" y="188"/>
                  <a:pt x="96" y="188"/>
                  <a:pt x="96" y="188"/>
                </a:cubicBezTo>
                <a:cubicBezTo>
                  <a:pt x="96" y="64"/>
                  <a:pt x="96" y="64"/>
                  <a:pt x="96" y="64"/>
                </a:cubicBezTo>
                <a:cubicBezTo>
                  <a:pt x="96" y="62"/>
                  <a:pt x="94" y="60"/>
                  <a:pt x="92" y="60"/>
                </a:cubicBezTo>
                <a:cubicBezTo>
                  <a:pt x="60" y="60"/>
                  <a:pt x="60" y="60"/>
                  <a:pt x="60" y="60"/>
                </a:cubicBezTo>
                <a:cubicBezTo>
                  <a:pt x="58" y="60"/>
                  <a:pt x="56" y="62"/>
                  <a:pt x="56" y="64"/>
                </a:cubicBezTo>
                <a:cubicBezTo>
                  <a:pt x="56" y="188"/>
                  <a:pt x="56" y="188"/>
                  <a:pt x="56" y="188"/>
                </a:cubicBezTo>
                <a:cubicBezTo>
                  <a:pt x="36" y="188"/>
                  <a:pt x="36" y="188"/>
                  <a:pt x="36" y="188"/>
                </a:cubicBezTo>
                <a:cubicBezTo>
                  <a:pt x="36" y="132"/>
                  <a:pt x="36" y="132"/>
                  <a:pt x="36" y="132"/>
                </a:cubicBezTo>
                <a:cubicBezTo>
                  <a:pt x="28" y="132"/>
                  <a:pt x="28" y="132"/>
                  <a:pt x="28" y="132"/>
                </a:cubicBezTo>
                <a:cubicBezTo>
                  <a:pt x="28" y="188"/>
                  <a:pt x="28" y="188"/>
                  <a:pt x="28" y="188"/>
                </a:cubicBezTo>
                <a:cubicBezTo>
                  <a:pt x="16" y="188"/>
                  <a:pt x="16" y="188"/>
                  <a:pt x="16" y="188"/>
                </a:cubicBezTo>
                <a:cubicBezTo>
                  <a:pt x="14" y="188"/>
                  <a:pt x="12" y="190"/>
                  <a:pt x="12" y="192"/>
                </a:cubicBezTo>
                <a:cubicBezTo>
                  <a:pt x="12" y="248"/>
                  <a:pt x="12" y="248"/>
                  <a:pt x="12" y="248"/>
                </a:cubicBezTo>
                <a:cubicBezTo>
                  <a:pt x="0" y="248"/>
                  <a:pt x="0" y="248"/>
                  <a:pt x="0" y="248"/>
                </a:cubicBezTo>
                <a:cubicBezTo>
                  <a:pt x="0" y="256"/>
                  <a:pt x="0" y="256"/>
                  <a:pt x="0" y="256"/>
                </a:cubicBezTo>
                <a:cubicBezTo>
                  <a:pt x="256" y="256"/>
                  <a:pt x="256" y="256"/>
                  <a:pt x="256" y="256"/>
                </a:cubicBezTo>
                <a:cubicBezTo>
                  <a:pt x="256" y="248"/>
                  <a:pt x="256" y="248"/>
                  <a:pt x="256" y="248"/>
                </a:cubicBezTo>
                <a:cubicBezTo>
                  <a:pt x="244" y="248"/>
                  <a:pt x="244" y="248"/>
                  <a:pt x="244" y="248"/>
                </a:cubicBezTo>
                <a:cubicBezTo>
                  <a:pt x="244" y="166"/>
                  <a:pt x="244" y="166"/>
                  <a:pt x="244" y="166"/>
                </a:cubicBezTo>
                <a:lnTo>
                  <a:pt x="255" y="155"/>
                </a:lnTo>
                <a:close/>
                <a:moveTo>
                  <a:pt x="64" y="68"/>
                </a:moveTo>
                <a:cubicBezTo>
                  <a:pt x="88" y="68"/>
                  <a:pt x="88" y="68"/>
                  <a:pt x="88" y="68"/>
                </a:cubicBezTo>
                <a:cubicBezTo>
                  <a:pt x="88" y="188"/>
                  <a:pt x="88" y="188"/>
                  <a:pt x="88" y="188"/>
                </a:cubicBezTo>
                <a:cubicBezTo>
                  <a:pt x="64" y="188"/>
                  <a:pt x="64" y="188"/>
                  <a:pt x="64" y="188"/>
                </a:cubicBezTo>
                <a:lnTo>
                  <a:pt x="64" y="68"/>
                </a:lnTo>
                <a:close/>
                <a:moveTo>
                  <a:pt x="140" y="64"/>
                </a:moveTo>
                <a:cubicBezTo>
                  <a:pt x="140" y="51"/>
                  <a:pt x="151" y="40"/>
                  <a:pt x="164" y="40"/>
                </a:cubicBezTo>
                <a:cubicBezTo>
                  <a:pt x="177" y="40"/>
                  <a:pt x="188" y="51"/>
                  <a:pt x="188" y="64"/>
                </a:cubicBezTo>
                <a:cubicBezTo>
                  <a:pt x="188" y="132"/>
                  <a:pt x="188" y="132"/>
                  <a:pt x="188" y="132"/>
                </a:cubicBezTo>
                <a:cubicBezTo>
                  <a:pt x="140" y="132"/>
                  <a:pt x="140" y="132"/>
                  <a:pt x="140" y="132"/>
                </a:cubicBezTo>
                <a:lnTo>
                  <a:pt x="140" y="64"/>
                </a:lnTo>
                <a:close/>
                <a:moveTo>
                  <a:pt x="238" y="160"/>
                </a:moveTo>
                <a:cubicBezTo>
                  <a:pt x="192" y="160"/>
                  <a:pt x="192" y="160"/>
                  <a:pt x="192" y="160"/>
                </a:cubicBezTo>
                <a:cubicBezTo>
                  <a:pt x="192" y="168"/>
                  <a:pt x="192" y="168"/>
                  <a:pt x="192" y="168"/>
                </a:cubicBezTo>
                <a:cubicBezTo>
                  <a:pt x="236" y="168"/>
                  <a:pt x="236" y="168"/>
                  <a:pt x="236" y="168"/>
                </a:cubicBezTo>
                <a:cubicBezTo>
                  <a:pt x="236" y="248"/>
                  <a:pt x="236" y="248"/>
                  <a:pt x="236" y="248"/>
                </a:cubicBezTo>
                <a:cubicBezTo>
                  <a:pt x="128" y="248"/>
                  <a:pt x="128" y="248"/>
                  <a:pt x="128" y="248"/>
                </a:cubicBezTo>
                <a:cubicBezTo>
                  <a:pt x="128" y="168"/>
                  <a:pt x="128" y="168"/>
                  <a:pt x="128" y="168"/>
                </a:cubicBezTo>
                <a:cubicBezTo>
                  <a:pt x="148" y="168"/>
                  <a:pt x="148" y="168"/>
                  <a:pt x="148" y="168"/>
                </a:cubicBezTo>
                <a:cubicBezTo>
                  <a:pt x="148" y="160"/>
                  <a:pt x="148" y="160"/>
                  <a:pt x="148" y="160"/>
                </a:cubicBezTo>
                <a:cubicBezTo>
                  <a:pt x="126" y="160"/>
                  <a:pt x="126" y="160"/>
                  <a:pt x="126" y="160"/>
                </a:cubicBezTo>
                <a:cubicBezTo>
                  <a:pt x="116" y="150"/>
                  <a:pt x="116" y="150"/>
                  <a:pt x="116" y="150"/>
                </a:cubicBezTo>
                <a:cubicBezTo>
                  <a:pt x="116" y="140"/>
                  <a:pt x="116" y="140"/>
                  <a:pt x="116" y="140"/>
                </a:cubicBezTo>
                <a:cubicBezTo>
                  <a:pt x="248" y="140"/>
                  <a:pt x="248" y="140"/>
                  <a:pt x="248" y="140"/>
                </a:cubicBezTo>
                <a:cubicBezTo>
                  <a:pt x="248" y="150"/>
                  <a:pt x="248" y="150"/>
                  <a:pt x="248" y="150"/>
                </a:cubicBezTo>
                <a:lnTo>
                  <a:pt x="238" y="160"/>
                </a:lnTo>
                <a:close/>
                <a:moveTo>
                  <a:pt x="40" y="228"/>
                </a:moveTo>
                <a:cubicBezTo>
                  <a:pt x="40" y="212"/>
                  <a:pt x="40" y="212"/>
                  <a:pt x="40" y="212"/>
                </a:cubicBezTo>
                <a:cubicBezTo>
                  <a:pt x="32" y="212"/>
                  <a:pt x="32" y="212"/>
                  <a:pt x="32" y="212"/>
                </a:cubicBezTo>
                <a:cubicBezTo>
                  <a:pt x="32" y="228"/>
                  <a:pt x="32" y="228"/>
                  <a:pt x="32" y="228"/>
                </a:cubicBezTo>
                <a:lnTo>
                  <a:pt x="40" y="228"/>
                </a:lnTo>
                <a:close/>
                <a:moveTo>
                  <a:pt x="64" y="228"/>
                </a:moveTo>
                <a:cubicBezTo>
                  <a:pt x="64" y="212"/>
                  <a:pt x="64" y="212"/>
                  <a:pt x="64" y="212"/>
                </a:cubicBezTo>
                <a:cubicBezTo>
                  <a:pt x="56" y="212"/>
                  <a:pt x="56" y="212"/>
                  <a:pt x="56" y="212"/>
                </a:cubicBezTo>
                <a:cubicBezTo>
                  <a:pt x="56" y="228"/>
                  <a:pt x="56" y="228"/>
                  <a:pt x="56" y="228"/>
                </a:cubicBezTo>
                <a:lnTo>
                  <a:pt x="64" y="228"/>
                </a:lnTo>
                <a:close/>
                <a:moveTo>
                  <a:pt x="88" y="228"/>
                </a:moveTo>
                <a:cubicBezTo>
                  <a:pt x="88" y="212"/>
                  <a:pt x="88" y="212"/>
                  <a:pt x="88" y="212"/>
                </a:cubicBezTo>
                <a:cubicBezTo>
                  <a:pt x="80" y="212"/>
                  <a:pt x="80" y="212"/>
                  <a:pt x="80" y="212"/>
                </a:cubicBezTo>
                <a:cubicBezTo>
                  <a:pt x="80" y="228"/>
                  <a:pt x="80" y="228"/>
                  <a:pt x="80" y="228"/>
                </a:cubicBezTo>
                <a:lnTo>
                  <a:pt x="88" y="228"/>
                </a:lnTo>
                <a:close/>
                <a:moveTo>
                  <a:pt x="112" y="228"/>
                </a:moveTo>
                <a:cubicBezTo>
                  <a:pt x="112" y="212"/>
                  <a:pt x="112" y="212"/>
                  <a:pt x="112" y="212"/>
                </a:cubicBezTo>
                <a:cubicBezTo>
                  <a:pt x="104" y="212"/>
                  <a:pt x="104" y="212"/>
                  <a:pt x="104" y="212"/>
                </a:cubicBezTo>
                <a:cubicBezTo>
                  <a:pt x="104" y="228"/>
                  <a:pt x="104" y="228"/>
                  <a:pt x="104" y="228"/>
                </a:cubicBezTo>
                <a:lnTo>
                  <a:pt x="112" y="228"/>
                </a:lnTo>
                <a:close/>
                <a:moveTo>
                  <a:pt x="144" y="216"/>
                </a:moveTo>
                <a:cubicBezTo>
                  <a:pt x="152" y="216"/>
                  <a:pt x="152" y="216"/>
                  <a:pt x="152" y="216"/>
                </a:cubicBezTo>
                <a:cubicBezTo>
                  <a:pt x="152" y="200"/>
                  <a:pt x="152" y="200"/>
                  <a:pt x="152" y="200"/>
                </a:cubicBezTo>
                <a:cubicBezTo>
                  <a:pt x="144" y="200"/>
                  <a:pt x="144" y="200"/>
                  <a:pt x="144" y="200"/>
                </a:cubicBezTo>
                <a:lnTo>
                  <a:pt x="144" y="216"/>
                </a:lnTo>
                <a:close/>
                <a:moveTo>
                  <a:pt x="168" y="216"/>
                </a:moveTo>
                <a:cubicBezTo>
                  <a:pt x="176" y="216"/>
                  <a:pt x="176" y="216"/>
                  <a:pt x="176" y="216"/>
                </a:cubicBezTo>
                <a:cubicBezTo>
                  <a:pt x="176" y="200"/>
                  <a:pt x="176" y="200"/>
                  <a:pt x="176" y="200"/>
                </a:cubicBezTo>
                <a:cubicBezTo>
                  <a:pt x="168" y="200"/>
                  <a:pt x="168" y="200"/>
                  <a:pt x="168" y="200"/>
                </a:cubicBezTo>
                <a:lnTo>
                  <a:pt x="168" y="216"/>
                </a:lnTo>
                <a:close/>
                <a:moveTo>
                  <a:pt x="192" y="216"/>
                </a:moveTo>
                <a:cubicBezTo>
                  <a:pt x="200" y="216"/>
                  <a:pt x="200" y="216"/>
                  <a:pt x="200" y="216"/>
                </a:cubicBezTo>
                <a:cubicBezTo>
                  <a:pt x="200" y="200"/>
                  <a:pt x="200" y="200"/>
                  <a:pt x="200" y="200"/>
                </a:cubicBezTo>
                <a:cubicBezTo>
                  <a:pt x="192" y="200"/>
                  <a:pt x="192" y="200"/>
                  <a:pt x="192" y="200"/>
                </a:cubicBezTo>
                <a:lnTo>
                  <a:pt x="192" y="216"/>
                </a:lnTo>
                <a:close/>
                <a:moveTo>
                  <a:pt x="224" y="200"/>
                </a:moveTo>
                <a:cubicBezTo>
                  <a:pt x="216" y="200"/>
                  <a:pt x="216" y="200"/>
                  <a:pt x="216" y="200"/>
                </a:cubicBezTo>
                <a:cubicBezTo>
                  <a:pt x="216" y="216"/>
                  <a:pt x="216" y="216"/>
                  <a:pt x="216" y="216"/>
                </a:cubicBezTo>
                <a:cubicBezTo>
                  <a:pt x="224" y="216"/>
                  <a:pt x="224" y="216"/>
                  <a:pt x="224" y="216"/>
                </a:cubicBezTo>
                <a:lnTo>
                  <a:pt x="224" y="200"/>
                </a:lnTo>
                <a:close/>
                <a:moveTo>
                  <a:pt x="168" y="20"/>
                </a:moveTo>
                <a:cubicBezTo>
                  <a:pt x="168" y="13"/>
                  <a:pt x="173" y="8"/>
                  <a:pt x="180" y="8"/>
                </a:cubicBezTo>
                <a:cubicBezTo>
                  <a:pt x="204" y="8"/>
                  <a:pt x="204" y="8"/>
                  <a:pt x="204" y="8"/>
                </a:cubicBezTo>
                <a:cubicBezTo>
                  <a:pt x="211" y="8"/>
                  <a:pt x="216" y="13"/>
                  <a:pt x="216" y="20"/>
                </a:cubicBezTo>
                <a:cubicBezTo>
                  <a:pt x="216" y="60"/>
                  <a:pt x="216" y="60"/>
                  <a:pt x="216" y="60"/>
                </a:cubicBezTo>
                <a:cubicBezTo>
                  <a:pt x="200" y="60"/>
                  <a:pt x="200" y="60"/>
                  <a:pt x="200" y="60"/>
                </a:cubicBezTo>
                <a:cubicBezTo>
                  <a:pt x="200" y="68"/>
                  <a:pt x="200" y="68"/>
                  <a:pt x="200" y="68"/>
                </a:cubicBezTo>
                <a:cubicBezTo>
                  <a:pt x="216" y="68"/>
                  <a:pt x="216" y="68"/>
                  <a:pt x="216" y="68"/>
                </a:cubicBezTo>
                <a:cubicBezTo>
                  <a:pt x="216" y="92"/>
                  <a:pt x="216" y="92"/>
                  <a:pt x="216" y="92"/>
                </a:cubicBezTo>
                <a:cubicBezTo>
                  <a:pt x="200" y="92"/>
                  <a:pt x="200" y="92"/>
                  <a:pt x="200" y="92"/>
                </a:cubicBezTo>
                <a:cubicBezTo>
                  <a:pt x="200" y="100"/>
                  <a:pt x="200" y="100"/>
                  <a:pt x="200" y="100"/>
                </a:cubicBezTo>
                <a:cubicBezTo>
                  <a:pt x="216" y="100"/>
                  <a:pt x="216" y="100"/>
                  <a:pt x="216" y="100"/>
                </a:cubicBezTo>
                <a:cubicBezTo>
                  <a:pt x="216" y="124"/>
                  <a:pt x="216" y="124"/>
                  <a:pt x="216" y="124"/>
                </a:cubicBezTo>
                <a:cubicBezTo>
                  <a:pt x="224" y="124"/>
                  <a:pt x="224" y="124"/>
                  <a:pt x="224" y="124"/>
                </a:cubicBezTo>
                <a:cubicBezTo>
                  <a:pt x="224" y="20"/>
                  <a:pt x="224" y="20"/>
                  <a:pt x="224" y="20"/>
                </a:cubicBezTo>
                <a:cubicBezTo>
                  <a:pt x="224" y="9"/>
                  <a:pt x="215" y="0"/>
                  <a:pt x="204" y="0"/>
                </a:cubicBezTo>
                <a:cubicBezTo>
                  <a:pt x="180" y="0"/>
                  <a:pt x="180" y="0"/>
                  <a:pt x="180" y="0"/>
                </a:cubicBezTo>
                <a:cubicBezTo>
                  <a:pt x="169" y="0"/>
                  <a:pt x="160" y="9"/>
                  <a:pt x="160" y="20"/>
                </a:cubicBezTo>
                <a:cubicBezTo>
                  <a:pt x="160" y="28"/>
                  <a:pt x="160" y="28"/>
                  <a:pt x="160" y="28"/>
                </a:cubicBezTo>
                <a:cubicBezTo>
                  <a:pt x="168" y="28"/>
                  <a:pt x="168" y="28"/>
                  <a:pt x="168" y="28"/>
                </a:cubicBezTo>
                <a:lnTo>
                  <a:pt x="168" y="2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5" name="Freeform 154">
            <a:extLst>
              <a:ext uri="{FF2B5EF4-FFF2-40B4-BE49-F238E27FC236}">
                <a16:creationId xmlns:a16="http://schemas.microsoft.com/office/drawing/2014/main" id="{C860CF68-89DC-459B-A64D-C891869E5BF7}"/>
              </a:ext>
            </a:extLst>
          </p:cNvPr>
          <p:cNvSpPr>
            <a:spLocks noChangeAspect="1" noEditPoints="1"/>
          </p:cNvSpPr>
          <p:nvPr/>
        </p:nvSpPr>
        <p:spPr bwMode="auto">
          <a:xfrm>
            <a:off x="2508380" y="5289376"/>
            <a:ext cx="400050" cy="401638"/>
          </a:xfrm>
          <a:custGeom>
            <a:avLst/>
            <a:gdLst>
              <a:gd name="T0" fmla="*/ 192 w 256"/>
              <a:gd name="T1" fmla="*/ 149 h 257"/>
              <a:gd name="T2" fmla="*/ 204 w 256"/>
              <a:gd name="T3" fmla="*/ 177 h 257"/>
              <a:gd name="T4" fmla="*/ 228 w 256"/>
              <a:gd name="T5" fmla="*/ 173 h 257"/>
              <a:gd name="T6" fmla="*/ 204 w 256"/>
              <a:gd name="T7" fmla="*/ 169 h 257"/>
              <a:gd name="T8" fmla="*/ 200 w 256"/>
              <a:gd name="T9" fmla="*/ 149 h 257"/>
              <a:gd name="T10" fmla="*/ 256 w 256"/>
              <a:gd name="T11" fmla="*/ 171 h 257"/>
              <a:gd name="T12" fmla="*/ 224 w 256"/>
              <a:gd name="T13" fmla="*/ 121 h 257"/>
              <a:gd name="T14" fmla="*/ 168 w 256"/>
              <a:gd name="T15" fmla="*/ 125 h 257"/>
              <a:gd name="T16" fmla="*/ 159 w 256"/>
              <a:gd name="T17" fmla="*/ 197 h 257"/>
              <a:gd name="T18" fmla="*/ 154 w 256"/>
              <a:gd name="T19" fmla="*/ 124 h 257"/>
              <a:gd name="T20" fmla="*/ 156 w 256"/>
              <a:gd name="T21" fmla="*/ 23 h 257"/>
              <a:gd name="T22" fmla="*/ 179 w 256"/>
              <a:gd name="T23" fmla="*/ 3 h 257"/>
              <a:gd name="T24" fmla="*/ 150 w 256"/>
              <a:gd name="T25" fmla="*/ 18 h 257"/>
              <a:gd name="T26" fmla="*/ 148 w 256"/>
              <a:gd name="T27" fmla="*/ 119 h 257"/>
              <a:gd name="T28" fmla="*/ 116 w 256"/>
              <a:gd name="T29" fmla="*/ 95 h 257"/>
              <a:gd name="T30" fmla="*/ 127 w 256"/>
              <a:gd name="T31" fmla="*/ 83 h 257"/>
              <a:gd name="T32" fmla="*/ 110 w 256"/>
              <a:gd name="T33" fmla="*/ 90 h 257"/>
              <a:gd name="T34" fmla="*/ 108 w 256"/>
              <a:gd name="T35" fmla="*/ 145 h 257"/>
              <a:gd name="T36" fmla="*/ 80 w 256"/>
              <a:gd name="T37" fmla="*/ 166 h 257"/>
              <a:gd name="T38" fmla="*/ 90 w 256"/>
              <a:gd name="T39" fmla="*/ 112 h 257"/>
              <a:gd name="T40" fmla="*/ 86 w 256"/>
              <a:gd name="T41" fmla="*/ 106 h 257"/>
              <a:gd name="T42" fmla="*/ 72 w 256"/>
              <a:gd name="T43" fmla="*/ 117 h 257"/>
              <a:gd name="T44" fmla="*/ 44 w 256"/>
              <a:gd name="T45" fmla="*/ 191 h 257"/>
              <a:gd name="T46" fmla="*/ 54 w 256"/>
              <a:gd name="T47" fmla="*/ 136 h 257"/>
              <a:gd name="T48" fmla="*/ 50 w 256"/>
              <a:gd name="T49" fmla="*/ 130 h 257"/>
              <a:gd name="T50" fmla="*/ 36 w 256"/>
              <a:gd name="T51" fmla="*/ 141 h 257"/>
              <a:gd name="T52" fmla="*/ 35 w 256"/>
              <a:gd name="T53" fmla="*/ 197 h 257"/>
              <a:gd name="T54" fmla="*/ 8 w 256"/>
              <a:gd name="T55" fmla="*/ 135 h 257"/>
              <a:gd name="T56" fmla="*/ 135 w 256"/>
              <a:gd name="T57" fmla="*/ 43 h 257"/>
              <a:gd name="T58" fmla="*/ 2 w 256"/>
              <a:gd name="T59" fmla="*/ 130 h 257"/>
              <a:gd name="T60" fmla="*/ 0 w 256"/>
              <a:gd name="T61" fmla="*/ 201 h 257"/>
              <a:gd name="T62" fmla="*/ 14 w 256"/>
              <a:gd name="T63" fmla="*/ 205 h 257"/>
              <a:gd name="T64" fmla="*/ 34 w 256"/>
              <a:gd name="T65" fmla="*/ 257 h 257"/>
              <a:gd name="T66" fmla="*/ 46 w 256"/>
              <a:gd name="T67" fmla="*/ 199 h 257"/>
              <a:gd name="T68" fmla="*/ 151 w 256"/>
              <a:gd name="T69" fmla="*/ 197 h 257"/>
              <a:gd name="T70" fmla="*/ 136 w 256"/>
              <a:gd name="T71" fmla="*/ 201 h 257"/>
              <a:gd name="T72" fmla="*/ 172 w 256"/>
              <a:gd name="T73" fmla="*/ 205 h 257"/>
              <a:gd name="T74" fmla="*/ 176 w 256"/>
              <a:gd name="T75" fmla="*/ 129 h 257"/>
              <a:gd name="T76" fmla="*/ 231 w 256"/>
              <a:gd name="T77" fmla="*/ 134 h 257"/>
              <a:gd name="T78" fmla="*/ 248 w 256"/>
              <a:gd name="T79" fmla="*/ 221 h 257"/>
              <a:gd name="T80" fmla="*/ 236 w 256"/>
              <a:gd name="T81" fmla="*/ 225 h 257"/>
              <a:gd name="T82" fmla="*/ 176 w 256"/>
              <a:gd name="T83" fmla="*/ 225 h 257"/>
              <a:gd name="T84" fmla="*/ 102 w 256"/>
              <a:gd name="T85" fmla="*/ 197 h 257"/>
              <a:gd name="T86" fmla="*/ 100 w 256"/>
              <a:gd name="T87" fmla="*/ 197 h 257"/>
              <a:gd name="T88" fmla="*/ 68 w 256"/>
              <a:gd name="T89" fmla="*/ 201 h 257"/>
              <a:gd name="T90" fmla="*/ 82 w 256"/>
              <a:gd name="T91" fmla="*/ 205 h 257"/>
              <a:gd name="T92" fmla="*/ 102 w 256"/>
              <a:gd name="T93" fmla="*/ 257 h 257"/>
              <a:gd name="T94" fmla="*/ 177 w 256"/>
              <a:gd name="T95" fmla="*/ 233 h 257"/>
              <a:gd name="T96" fmla="*/ 235 w 256"/>
              <a:gd name="T97" fmla="*/ 233 h 257"/>
              <a:gd name="T98" fmla="*/ 256 w 256"/>
              <a:gd name="T99" fmla="*/ 221 h 257"/>
              <a:gd name="T100" fmla="*/ 256 w 256"/>
              <a:gd name="T101" fmla="*/ 171 h 257"/>
              <a:gd name="T102" fmla="*/ 34 w 256"/>
              <a:gd name="T103" fmla="*/ 249 h 257"/>
              <a:gd name="T104" fmla="*/ 34 w 256"/>
              <a:gd name="T105" fmla="*/ 205 h 257"/>
              <a:gd name="T106" fmla="*/ 102 w 256"/>
              <a:gd name="T107" fmla="*/ 249 h 257"/>
              <a:gd name="T108" fmla="*/ 102 w 256"/>
              <a:gd name="T109" fmla="*/ 205 h 257"/>
              <a:gd name="T110" fmla="*/ 102 w 256"/>
              <a:gd name="T111" fmla="*/ 249 h 257"/>
              <a:gd name="T112" fmla="*/ 184 w 256"/>
              <a:gd name="T113" fmla="*/ 227 h 257"/>
              <a:gd name="T114" fmla="*/ 228 w 256"/>
              <a:gd name="T115" fmla="*/ 22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257">
                <a:moveTo>
                  <a:pt x="196" y="145"/>
                </a:moveTo>
                <a:cubicBezTo>
                  <a:pt x="194" y="145"/>
                  <a:pt x="192" y="147"/>
                  <a:pt x="192" y="149"/>
                </a:cubicBezTo>
                <a:cubicBezTo>
                  <a:pt x="192" y="165"/>
                  <a:pt x="192" y="165"/>
                  <a:pt x="192" y="165"/>
                </a:cubicBezTo>
                <a:cubicBezTo>
                  <a:pt x="192" y="172"/>
                  <a:pt x="197" y="177"/>
                  <a:pt x="204" y="177"/>
                </a:cubicBezTo>
                <a:cubicBezTo>
                  <a:pt x="224" y="177"/>
                  <a:pt x="224" y="177"/>
                  <a:pt x="224" y="177"/>
                </a:cubicBezTo>
                <a:cubicBezTo>
                  <a:pt x="226" y="177"/>
                  <a:pt x="228" y="175"/>
                  <a:pt x="228" y="173"/>
                </a:cubicBezTo>
                <a:cubicBezTo>
                  <a:pt x="228" y="171"/>
                  <a:pt x="226" y="169"/>
                  <a:pt x="224" y="169"/>
                </a:cubicBezTo>
                <a:cubicBezTo>
                  <a:pt x="204" y="169"/>
                  <a:pt x="204" y="169"/>
                  <a:pt x="204" y="169"/>
                </a:cubicBezTo>
                <a:cubicBezTo>
                  <a:pt x="202" y="169"/>
                  <a:pt x="200" y="167"/>
                  <a:pt x="200" y="165"/>
                </a:cubicBezTo>
                <a:cubicBezTo>
                  <a:pt x="200" y="149"/>
                  <a:pt x="200" y="149"/>
                  <a:pt x="200" y="149"/>
                </a:cubicBezTo>
                <a:cubicBezTo>
                  <a:pt x="200" y="147"/>
                  <a:pt x="198" y="145"/>
                  <a:pt x="196" y="145"/>
                </a:cubicBezTo>
                <a:close/>
                <a:moveTo>
                  <a:pt x="256" y="171"/>
                </a:moveTo>
                <a:cubicBezTo>
                  <a:pt x="239" y="131"/>
                  <a:pt x="239" y="131"/>
                  <a:pt x="239" y="131"/>
                </a:cubicBezTo>
                <a:cubicBezTo>
                  <a:pt x="236" y="125"/>
                  <a:pt x="230" y="121"/>
                  <a:pt x="224" y="121"/>
                </a:cubicBezTo>
                <a:cubicBezTo>
                  <a:pt x="172" y="121"/>
                  <a:pt x="172" y="121"/>
                  <a:pt x="172" y="121"/>
                </a:cubicBezTo>
                <a:cubicBezTo>
                  <a:pt x="170" y="121"/>
                  <a:pt x="168" y="123"/>
                  <a:pt x="168" y="125"/>
                </a:cubicBezTo>
                <a:cubicBezTo>
                  <a:pt x="168" y="197"/>
                  <a:pt x="168" y="197"/>
                  <a:pt x="168" y="197"/>
                </a:cubicBezTo>
                <a:cubicBezTo>
                  <a:pt x="159" y="197"/>
                  <a:pt x="159" y="197"/>
                  <a:pt x="159" y="197"/>
                </a:cubicBezTo>
                <a:cubicBezTo>
                  <a:pt x="140" y="134"/>
                  <a:pt x="140" y="134"/>
                  <a:pt x="140" y="134"/>
                </a:cubicBezTo>
                <a:cubicBezTo>
                  <a:pt x="154" y="124"/>
                  <a:pt x="154" y="124"/>
                  <a:pt x="154" y="124"/>
                </a:cubicBezTo>
                <a:cubicBezTo>
                  <a:pt x="155" y="124"/>
                  <a:pt x="156" y="122"/>
                  <a:pt x="156" y="121"/>
                </a:cubicBezTo>
                <a:cubicBezTo>
                  <a:pt x="156" y="23"/>
                  <a:pt x="156" y="23"/>
                  <a:pt x="156" y="23"/>
                </a:cubicBezTo>
                <a:cubicBezTo>
                  <a:pt x="178" y="8"/>
                  <a:pt x="178" y="8"/>
                  <a:pt x="178" y="8"/>
                </a:cubicBezTo>
                <a:cubicBezTo>
                  <a:pt x="180" y="7"/>
                  <a:pt x="181" y="5"/>
                  <a:pt x="179" y="3"/>
                </a:cubicBezTo>
                <a:cubicBezTo>
                  <a:pt x="178" y="1"/>
                  <a:pt x="176" y="0"/>
                  <a:pt x="174" y="2"/>
                </a:cubicBezTo>
                <a:cubicBezTo>
                  <a:pt x="150" y="18"/>
                  <a:pt x="150" y="18"/>
                  <a:pt x="150" y="18"/>
                </a:cubicBezTo>
                <a:cubicBezTo>
                  <a:pt x="149" y="18"/>
                  <a:pt x="148" y="20"/>
                  <a:pt x="148" y="21"/>
                </a:cubicBezTo>
                <a:cubicBezTo>
                  <a:pt x="148" y="119"/>
                  <a:pt x="148" y="119"/>
                  <a:pt x="148" y="119"/>
                </a:cubicBezTo>
                <a:cubicBezTo>
                  <a:pt x="116" y="141"/>
                  <a:pt x="116" y="141"/>
                  <a:pt x="116" y="141"/>
                </a:cubicBezTo>
                <a:cubicBezTo>
                  <a:pt x="116" y="95"/>
                  <a:pt x="116" y="95"/>
                  <a:pt x="116" y="95"/>
                </a:cubicBezTo>
                <a:cubicBezTo>
                  <a:pt x="126" y="88"/>
                  <a:pt x="126" y="88"/>
                  <a:pt x="126" y="88"/>
                </a:cubicBezTo>
                <a:cubicBezTo>
                  <a:pt x="128" y="87"/>
                  <a:pt x="129" y="85"/>
                  <a:pt x="127" y="83"/>
                </a:cubicBezTo>
                <a:cubicBezTo>
                  <a:pt x="126" y="81"/>
                  <a:pt x="124" y="80"/>
                  <a:pt x="122" y="82"/>
                </a:cubicBezTo>
                <a:cubicBezTo>
                  <a:pt x="110" y="90"/>
                  <a:pt x="110" y="90"/>
                  <a:pt x="110" y="90"/>
                </a:cubicBezTo>
                <a:cubicBezTo>
                  <a:pt x="109" y="90"/>
                  <a:pt x="108" y="92"/>
                  <a:pt x="108" y="93"/>
                </a:cubicBezTo>
                <a:cubicBezTo>
                  <a:pt x="108" y="145"/>
                  <a:pt x="108" y="145"/>
                  <a:pt x="108" y="145"/>
                </a:cubicBezTo>
                <a:cubicBezTo>
                  <a:pt x="108" y="145"/>
                  <a:pt x="108" y="146"/>
                  <a:pt x="108" y="146"/>
                </a:cubicBezTo>
                <a:cubicBezTo>
                  <a:pt x="80" y="166"/>
                  <a:pt x="80" y="166"/>
                  <a:pt x="80" y="166"/>
                </a:cubicBezTo>
                <a:cubicBezTo>
                  <a:pt x="80" y="119"/>
                  <a:pt x="80" y="119"/>
                  <a:pt x="80" y="119"/>
                </a:cubicBezTo>
                <a:cubicBezTo>
                  <a:pt x="90" y="112"/>
                  <a:pt x="90" y="112"/>
                  <a:pt x="90" y="112"/>
                </a:cubicBezTo>
                <a:cubicBezTo>
                  <a:pt x="92" y="111"/>
                  <a:pt x="93" y="109"/>
                  <a:pt x="91" y="107"/>
                </a:cubicBezTo>
                <a:cubicBezTo>
                  <a:pt x="90" y="105"/>
                  <a:pt x="88" y="104"/>
                  <a:pt x="86" y="106"/>
                </a:cubicBezTo>
                <a:cubicBezTo>
                  <a:pt x="74" y="114"/>
                  <a:pt x="74" y="114"/>
                  <a:pt x="74" y="114"/>
                </a:cubicBezTo>
                <a:cubicBezTo>
                  <a:pt x="73" y="114"/>
                  <a:pt x="72" y="116"/>
                  <a:pt x="72" y="117"/>
                </a:cubicBezTo>
                <a:cubicBezTo>
                  <a:pt x="72" y="171"/>
                  <a:pt x="72" y="171"/>
                  <a:pt x="72" y="171"/>
                </a:cubicBezTo>
                <a:cubicBezTo>
                  <a:pt x="44" y="191"/>
                  <a:pt x="44" y="191"/>
                  <a:pt x="44" y="191"/>
                </a:cubicBezTo>
                <a:cubicBezTo>
                  <a:pt x="44" y="143"/>
                  <a:pt x="44" y="143"/>
                  <a:pt x="44" y="143"/>
                </a:cubicBezTo>
                <a:cubicBezTo>
                  <a:pt x="54" y="136"/>
                  <a:pt x="54" y="136"/>
                  <a:pt x="54" y="136"/>
                </a:cubicBezTo>
                <a:cubicBezTo>
                  <a:pt x="56" y="135"/>
                  <a:pt x="57" y="133"/>
                  <a:pt x="55" y="131"/>
                </a:cubicBezTo>
                <a:cubicBezTo>
                  <a:pt x="54" y="129"/>
                  <a:pt x="52" y="128"/>
                  <a:pt x="50" y="130"/>
                </a:cubicBezTo>
                <a:cubicBezTo>
                  <a:pt x="38" y="138"/>
                  <a:pt x="38" y="138"/>
                  <a:pt x="38" y="138"/>
                </a:cubicBezTo>
                <a:cubicBezTo>
                  <a:pt x="37" y="138"/>
                  <a:pt x="36" y="140"/>
                  <a:pt x="36" y="141"/>
                </a:cubicBezTo>
                <a:cubicBezTo>
                  <a:pt x="36" y="196"/>
                  <a:pt x="36" y="196"/>
                  <a:pt x="36" y="196"/>
                </a:cubicBezTo>
                <a:cubicBezTo>
                  <a:pt x="35" y="197"/>
                  <a:pt x="35" y="197"/>
                  <a:pt x="35" y="197"/>
                </a:cubicBezTo>
                <a:cubicBezTo>
                  <a:pt x="8" y="197"/>
                  <a:pt x="8" y="197"/>
                  <a:pt x="8" y="197"/>
                </a:cubicBezTo>
                <a:cubicBezTo>
                  <a:pt x="8" y="135"/>
                  <a:pt x="8" y="135"/>
                  <a:pt x="8" y="135"/>
                </a:cubicBezTo>
                <a:cubicBezTo>
                  <a:pt x="134" y="48"/>
                  <a:pt x="134" y="48"/>
                  <a:pt x="134" y="48"/>
                </a:cubicBezTo>
                <a:cubicBezTo>
                  <a:pt x="136" y="47"/>
                  <a:pt x="137" y="45"/>
                  <a:pt x="135" y="43"/>
                </a:cubicBezTo>
                <a:cubicBezTo>
                  <a:pt x="134" y="41"/>
                  <a:pt x="132" y="40"/>
                  <a:pt x="130" y="42"/>
                </a:cubicBezTo>
                <a:cubicBezTo>
                  <a:pt x="2" y="130"/>
                  <a:pt x="2" y="130"/>
                  <a:pt x="2" y="130"/>
                </a:cubicBezTo>
                <a:cubicBezTo>
                  <a:pt x="1" y="130"/>
                  <a:pt x="0" y="132"/>
                  <a:pt x="0" y="133"/>
                </a:cubicBezTo>
                <a:cubicBezTo>
                  <a:pt x="0" y="201"/>
                  <a:pt x="0" y="201"/>
                  <a:pt x="0" y="201"/>
                </a:cubicBezTo>
                <a:cubicBezTo>
                  <a:pt x="0" y="203"/>
                  <a:pt x="2" y="205"/>
                  <a:pt x="4" y="205"/>
                </a:cubicBezTo>
                <a:cubicBezTo>
                  <a:pt x="14" y="205"/>
                  <a:pt x="14" y="205"/>
                  <a:pt x="14" y="205"/>
                </a:cubicBezTo>
                <a:cubicBezTo>
                  <a:pt x="8" y="210"/>
                  <a:pt x="4" y="218"/>
                  <a:pt x="4" y="227"/>
                </a:cubicBezTo>
                <a:cubicBezTo>
                  <a:pt x="4" y="244"/>
                  <a:pt x="17" y="257"/>
                  <a:pt x="34" y="257"/>
                </a:cubicBezTo>
                <a:cubicBezTo>
                  <a:pt x="51" y="257"/>
                  <a:pt x="64" y="244"/>
                  <a:pt x="64" y="227"/>
                </a:cubicBezTo>
                <a:cubicBezTo>
                  <a:pt x="64" y="215"/>
                  <a:pt x="56" y="204"/>
                  <a:pt x="46" y="199"/>
                </a:cubicBezTo>
                <a:cubicBezTo>
                  <a:pt x="133" y="139"/>
                  <a:pt x="133" y="139"/>
                  <a:pt x="133" y="139"/>
                </a:cubicBezTo>
                <a:cubicBezTo>
                  <a:pt x="151" y="197"/>
                  <a:pt x="151" y="197"/>
                  <a:pt x="151" y="197"/>
                </a:cubicBezTo>
                <a:cubicBezTo>
                  <a:pt x="140" y="197"/>
                  <a:pt x="140" y="197"/>
                  <a:pt x="140" y="197"/>
                </a:cubicBezTo>
                <a:cubicBezTo>
                  <a:pt x="138" y="197"/>
                  <a:pt x="136" y="199"/>
                  <a:pt x="136" y="201"/>
                </a:cubicBezTo>
                <a:cubicBezTo>
                  <a:pt x="136" y="203"/>
                  <a:pt x="138" y="205"/>
                  <a:pt x="140" y="205"/>
                </a:cubicBezTo>
                <a:cubicBezTo>
                  <a:pt x="172" y="205"/>
                  <a:pt x="172" y="205"/>
                  <a:pt x="172" y="205"/>
                </a:cubicBezTo>
                <a:cubicBezTo>
                  <a:pt x="174" y="205"/>
                  <a:pt x="176" y="203"/>
                  <a:pt x="176" y="201"/>
                </a:cubicBezTo>
                <a:cubicBezTo>
                  <a:pt x="176" y="129"/>
                  <a:pt x="176" y="129"/>
                  <a:pt x="176" y="129"/>
                </a:cubicBezTo>
                <a:cubicBezTo>
                  <a:pt x="224" y="129"/>
                  <a:pt x="224" y="129"/>
                  <a:pt x="224" y="129"/>
                </a:cubicBezTo>
                <a:cubicBezTo>
                  <a:pt x="227" y="129"/>
                  <a:pt x="230" y="131"/>
                  <a:pt x="231" y="134"/>
                </a:cubicBezTo>
                <a:cubicBezTo>
                  <a:pt x="248" y="174"/>
                  <a:pt x="248" y="174"/>
                  <a:pt x="248" y="174"/>
                </a:cubicBezTo>
                <a:cubicBezTo>
                  <a:pt x="248" y="221"/>
                  <a:pt x="248" y="221"/>
                  <a:pt x="248" y="221"/>
                </a:cubicBezTo>
                <a:cubicBezTo>
                  <a:pt x="248" y="223"/>
                  <a:pt x="246" y="225"/>
                  <a:pt x="244" y="225"/>
                </a:cubicBezTo>
                <a:cubicBezTo>
                  <a:pt x="236" y="225"/>
                  <a:pt x="236" y="225"/>
                  <a:pt x="236" y="225"/>
                </a:cubicBezTo>
                <a:cubicBezTo>
                  <a:pt x="235" y="209"/>
                  <a:pt x="222" y="197"/>
                  <a:pt x="206" y="197"/>
                </a:cubicBezTo>
                <a:cubicBezTo>
                  <a:pt x="190" y="197"/>
                  <a:pt x="177" y="209"/>
                  <a:pt x="176" y="225"/>
                </a:cubicBezTo>
                <a:cubicBezTo>
                  <a:pt x="132" y="225"/>
                  <a:pt x="132" y="225"/>
                  <a:pt x="132" y="225"/>
                </a:cubicBezTo>
                <a:cubicBezTo>
                  <a:pt x="131" y="209"/>
                  <a:pt x="118" y="197"/>
                  <a:pt x="102" y="197"/>
                </a:cubicBezTo>
                <a:cubicBezTo>
                  <a:pt x="101" y="197"/>
                  <a:pt x="101" y="197"/>
                  <a:pt x="100" y="197"/>
                </a:cubicBezTo>
                <a:cubicBezTo>
                  <a:pt x="100" y="197"/>
                  <a:pt x="100" y="197"/>
                  <a:pt x="100" y="197"/>
                </a:cubicBezTo>
                <a:cubicBezTo>
                  <a:pt x="72" y="197"/>
                  <a:pt x="72" y="197"/>
                  <a:pt x="72" y="197"/>
                </a:cubicBezTo>
                <a:cubicBezTo>
                  <a:pt x="70" y="197"/>
                  <a:pt x="68" y="199"/>
                  <a:pt x="68" y="201"/>
                </a:cubicBezTo>
                <a:cubicBezTo>
                  <a:pt x="68" y="203"/>
                  <a:pt x="70" y="205"/>
                  <a:pt x="72" y="205"/>
                </a:cubicBezTo>
                <a:cubicBezTo>
                  <a:pt x="82" y="205"/>
                  <a:pt x="82" y="205"/>
                  <a:pt x="82" y="205"/>
                </a:cubicBezTo>
                <a:cubicBezTo>
                  <a:pt x="76" y="210"/>
                  <a:pt x="72" y="218"/>
                  <a:pt x="72" y="227"/>
                </a:cubicBezTo>
                <a:cubicBezTo>
                  <a:pt x="72" y="244"/>
                  <a:pt x="85" y="257"/>
                  <a:pt x="102" y="257"/>
                </a:cubicBezTo>
                <a:cubicBezTo>
                  <a:pt x="116" y="257"/>
                  <a:pt x="129" y="247"/>
                  <a:pt x="131" y="233"/>
                </a:cubicBezTo>
                <a:cubicBezTo>
                  <a:pt x="177" y="233"/>
                  <a:pt x="177" y="233"/>
                  <a:pt x="177" y="233"/>
                </a:cubicBezTo>
                <a:cubicBezTo>
                  <a:pt x="179" y="247"/>
                  <a:pt x="192" y="257"/>
                  <a:pt x="206" y="257"/>
                </a:cubicBezTo>
                <a:cubicBezTo>
                  <a:pt x="220" y="257"/>
                  <a:pt x="233" y="247"/>
                  <a:pt x="235" y="233"/>
                </a:cubicBezTo>
                <a:cubicBezTo>
                  <a:pt x="244" y="233"/>
                  <a:pt x="244" y="233"/>
                  <a:pt x="244" y="233"/>
                </a:cubicBezTo>
                <a:cubicBezTo>
                  <a:pt x="251" y="233"/>
                  <a:pt x="256" y="228"/>
                  <a:pt x="256" y="221"/>
                </a:cubicBezTo>
                <a:cubicBezTo>
                  <a:pt x="256" y="173"/>
                  <a:pt x="256" y="173"/>
                  <a:pt x="256" y="173"/>
                </a:cubicBezTo>
                <a:cubicBezTo>
                  <a:pt x="256" y="172"/>
                  <a:pt x="256" y="172"/>
                  <a:pt x="256" y="171"/>
                </a:cubicBezTo>
                <a:close/>
                <a:moveTo>
                  <a:pt x="56" y="227"/>
                </a:moveTo>
                <a:cubicBezTo>
                  <a:pt x="56" y="239"/>
                  <a:pt x="46" y="249"/>
                  <a:pt x="34" y="249"/>
                </a:cubicBezTo>
                <a:cubicBezTo>
                  <a:pt x="22" y="249"/>
                  <a:pt x="12" y="239"/>
                  <a:pt x="12" y="227"/>
                </a:cubicBezTo>
                <a:cubicBezTo>
                  <a:pt x="12" y="215"/>
                  <a:pt x="22" y="205"/>
                  <a:pt x="34" y="205"/>
                </a:cubicBezTo>
                <a:cubicBezTo>
                  <a:pt x="46" y="205"/>
                  <a:pt x="56" y="215"/>
                  <a:pt x="56" y="227"/>
                </a:cubicBezTo>
                <a:close/>
                <a:moveTo>
                  <a:pt x="102" y="249"/>
                </a:moveTo>
                <a:cubicBezTo>
                  <a:pt x="90" y="249"/>
                  <a:pt x="80" y="239"/>
                  <a:pt x="80" y="227"/>
                </a:cubicBezTo>
                <a:cubicBezTo>
                  <a:pt x="80" y="215"/>
                  <a:pt x="90" y="205"/>
                  <a:pt x="102" y="205"/>
                </a:cubicBezTo>
                <a:cubicBezTo>
                  <a:pt x="114" y="205"/>
                  <a:pt x="124" y="215"/>
                  <a:pt x="124" y="227"/>
                </a:cubicBezTo>
                <a:cubicBezTo>
                  <a:pt x="124" y="239"/>
                  <a:pt x="114" y="249"/>
                  <a:pt x="102" y="249"/>
                </a:cubicBezTo>
                <a:close/>
                <a:moveTo>
                  <a:pt x="206" y="249"/>
                </a:moveTo>
                <a:cubicBezTo>
                  <a:pt x="194" y="249"/>
                  <a:pt x="184" y="239"/>
                  <a:pt x="184" y="227"/>
                </a:cubicBezTo>
                <a:cubicBezTo>
                  <a:pt x="184" y="215"/>
                  <a:pt x="194" y="205"/>
                  <a:pt x="206" y="205"/>
                </a:cubicBezTo>
                <a:cubicBezTo>
                  <a:pt x="218" y="205"/>
                  <a:pt x="228" y="215"/>
                  <a:pt x="228" y="227"/>
                </a:cubicBezTo>
                <a:cubicBezTo>
                  <a:pt x="228" y="239"/>
                  <a:pt x="218" y="249"/>
                  <a:pt x="206" y="24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61" name="Freeform 158">
            <a:extLst>
              <a:ext uri="{FF2B5EF4-FFF2-40B4-BE49-F238E27FC236}">
                <a16:creationId xmlns:a16="http://schemas.microsoft.com/office/drawing/2014/main" id="{21F2D1F4-F700-4E69-9434-40B93A64474F}"/>
              </a:ext>
            </a:extLst>
          </p:cNvPr>
          <p:cNvSpPr>
            <a:spLocks noChangeAspect="1" noEditPoints="1"/>
          </p:cNvSpPr>
          <p:nvPr/>
        </p:nvSpPr>
        <p:spPr bwMode="auto">
          <a:xfrm>
            <a:off x="3476820" y="5322714"/>
            <a:ext cx="398463" cy="334963"/>
          </a:xfrm>
          <a:custGeom>
            <a:avLst/>
            <a:gdLst>
              <a:gd name="T0" fmla="*/ 223 w 255"/>
              <a:gd name="T1" fmla="*/ 80 h 215"/>
              <a:gd name="T2" fmla="*/ 152 w 255"/>
              <a:gd name="T3" fmla="*/ 38 h 215"/>
              <a:gd name="T4" fmla="*/ 82 w 255"/>
              <a:gd name="T5" fmla="*/ 12 h 215"/>
              <a:gd name="T6" fmla="*/ 13 w 255"/>
              <a:gd name="T7" fmla="*/ 57 h 215"/>
              <a:gd name="T8" fmla="*/ 46 w 255"/>
              <a:gd name="T9" fmla="*/ 107 h 215"/>
              <a:gd name="T10" fmla="*/ 144 w 255"/>
              <a:gd name="T11" fmla="*/ 135 h 215"/>
              <a:gd name="T12" fmla="*/ 124 w 255"/>
              <a:gd name="T13" fmla="*/ 127 h 215"/>
              <a:gd name="T14" fmla="*/ 39 w 255"/>
              <a:gd name="T15" fmla="*/ 20 h 215"/>
              <a:gd name="T16" fmla="*/ 160 w 255"/>
              <a:gd name="T17" fmla="*/ 61 h 215"/>
              <a:gd name="T18" fmla="*/ 191 w 255"/>
              <a:gd name="T19" fmla="*/ 88 h 215"/>
              <a:gd name="T20" fmla="*/ 247 w 255"/>
              <a:gd name="T21" fmla="*/ 132 h 215"/>
              <a:gd name="T22" fmla="*/ 235 w 255"/>
              <a:gd name="T23" fmla="*/ 183 h 215"/>
              <a:gd name="T24" fmla="*/ 128 w 255"/>
              <a:gd name="T25" fmla="*/ 183 h 215"/>
              <a:gd name="T26" fmla="*/ 33 w 255"/>
              <a:gd name="T27" fmla="*/ 155 h 215"/>
              <a:gd name="T28" fmla="*/ 1 w 255"/>
              <a:gd name="T29" fmla="*/ 185 h 215"/>
              <a:gd name="T30" fmla="*/ 51 w 255"/>
              <a:gd name="T31" fmla="*/ 163 h 215"/>
              <a:gd name="T32" fmla="*/ 98 w 255"/>
              <a:gd name="T33" fmla="*/ 215 h 215"/>
              <a:gd name="T34" fmla="*/ 206 w 255"/>
              <a:gd name="T35" fmla="*/ 215 h 215"/>
              <a:gd name="T36" fmla="*/ 255 w 255"/>
              <a:gd name="T37" fmla="*/ 179 h 215"/>
              <a:gd name="T38" fmla="*/ 168 w 255"/>
              <a:gd name="T39" fmla="*/ 100 h 215"/>
              <a:gd name="T40" fmla="*/ 184 w 255"/>
              <a:gd name="T41" fmla="*/ 84 h 215"/>
              <a:gd name="T42" fmla="*/ 31 w 255"/>
              <a:gd name="T43" fmla="*/ 207 h 215"/>
              <a:gd name="T44" fmla="*/ 52 w 255"/>
              <a:gd name="T45" fmla="*/ 185 h 215"/>
              <a:gd name="T46" fmla="*/ 98 w 255"/>
              <a:gd name="T47" fmla="*/ 163 h 215"/>
              <a:gd name="T48" fmla="*/ 206 w 255"/>
              <a:gd name="T49" fmla="*/ 207 h 215"/>
              <a:gd name="T50" fmla="*/ 227 w 255"/>
              <a:gd name="T51" fmla="*/ 185 h 215"/>
              <a:gd name="T52" fmla="*/ 172 w 255"/>
              <a:gd name="T53" fmla="*/ 159 h 215"/>
              <a:gd name="T54" fmla="*/ 164 w 255"/>
              <a:gd name="T55" fmla="*/ 120 h 215"/>
              <a:gd name="T56" fmla="*/ 132 w 255"/>
              <a:gd name="T57" fmla="*/ 159 h 215"/>
              <a:gd name="T58" fmla="*/ 196 w 255"/>
              <a:gd name="T59" fmla="*/ 104 h 215"/>
              <a:gd name="T60" fmla="*/ 204 w 255"/>
              <a:gd name="T61" fmla="*/ 135 h 215"/>
              <a:gd name="T62" fmla="*/ 223 w 255"/>
              <a:gd name="T63" fmla="*/ 127 h 215"/>
              <a:gd name="T64" fmla="*/ 200 w 255"/>
              <a:gd name="T65" fmla="*/ 108 h 215"/>
              <a:gd name="T66" fmla="*/ 10 w 255"/>
              <a:gd name="T67" fmla="*/ 28 h 215"/>
              <a:gd name="T68" fmla="*/ 37 w 255"/>
              <a:gd name="T69" fmla="*/ 8 h 215"/>
              <a:gd name="T70" fmla="*/ 5 w 255"/>
              <a:gd name="T71" fmla="*/ 0 h 215"/>
              <a:gd name="T72" fmla="*/ 5 w 255"/>
              <a:gd name="T73" fmla="*/ 25 h 215"/>
              <a:gd name="T74" fmla="*/ 53 w 255"/>
              <a:gd name="T75" fmla="*/ 78 h 215"/>
              <a:gd name="T76" fmla="*/ 60 w 255"/>
              <a:gd name="T77" fmla="*/ 81 h 215"/>
              <a:gd name="T78" fmla="*/ 73 w 255"/>
              <a:gd name="T79" fmla="*/ 34 h 215"/>
              <a:gd name="T80" fmla="*/ 34 w 255"/>
              <a:gd name="T81" fmla="*/ 139 h 215"/>
              <a:gd name="T82" fmla="*/ 87 w 255"/>
              <a:gd name="T83" fmla="*/ 143 h 215"/>
              <a:gd name="T84" fmla="*/ 34 w 255"/>
              <a:gd name="T85" fmla="*/ 116 h 215"/>
              <a:gd name="T86" fmla="*/ 29 w 255"/>
              <a:gd name="T87" fmla="*/ 133 h 215"/>
              <a:gd name="T88" fmla="*/ 5 w 255"/>
              <a:gd name="T89" fmla="*/ 15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215">
                <a:moveTo>
                  <a:pt x="255" y="130"/>
                </a:moveTo>
                <a:cubicBezTo>
                  <a:pt x="238" y="90"/>
                  <a:pt x="238" y="90"/>
                  <a:pt x="238" y="90"/>
                </a:cubicBezTo>
                <a:cubicBezTo>
                  <a:pt x="236" y="84"/>
                  <a:pt x="230" y="80"/>
                  <a:pt x="223" y="80"/>
                </a:cubicBezTo>
                <a:cubicBezTo>
                  <a:pt x="191" y="80"/>
                  <a:pt x="191" y="80"/>
                  <a:pt x="191" y="80"/>
                </a:cubicBezTo>
                <a:cubicBezTo>
                  <a:pt x="189" y="69"/>
                  <a:pt x="181" y="61"/>
                  <a:pt x="170" y="60"/>
                </a:cubicBezTo>
                <a:cubicBezTo>
                  <a:pt x="152" y="38"/>
                  <a:pt x="152" y="38"/>
                  <a:pt x="152" y="38"/>
                </a:cubicBezTo>
                <a:cubicBezTo>
                  <a:pt x="152" y="37"/>
                  <a:pt x="151" y="37"/>
                  <a:pt x="150" y="37"/>
                </a:cubicBezTo>
                <a:cubicBezTo>
                  <a:pt x="83" y="12"/>
                  <a:pt x="83" y="12"/>
                  <a:pt x="83" y="12"/>
                </a:cubicBezTo>
                <a:cubicBezTo>
                  <a:pt x="83" y="12"/>
                  <a:pt x="82" y="12"/>
                  <a:pt x="82" y="12"/>
                </a:cubicBezTo>
                <a:cubicBezTo>
                  <a:pt x="37" y="12"/>
                  <a:pt x="37" y="12"/>
                  <a:pt x="37" y="12"/>
                </a:cubicBezTo>
                <a:cubicBezTo>
                  <a:pt x="35" y="12"/>
                  <a:pt x="34" y="13"/>
                  <a:pt x="33" y="15"/>
                </a:cubicBezTo>
                <a:cubicBezTo>
                  <a:pt x="13" y="57"/>
                  <a:pt x="13" y="57"/>
                  <a:pt x="13" y="57"/>
                </a:cubicBezTo>
                <a:cubicBezTo>
                  <a:pt x="12" y="59"/>
                  <a:pt x="13" y="60"/>
                  <a:pt x="13" y="61"/>
                </a:cubicBezTo>
                <a:cubicBezTo>
                  <a:pt x="44" y="106"/>
                  <a:pt x="44" y="106"/>
                  <a:pt x="44" y="106"/>
                </a:cubicBezTo>
                <a:cubicBezTo>
                  <a:pt x="45" y="107"/>
                  <a:pt x="45" y="107"/>
                  <a:pt x="46" y="107"/>
                </a:cubicBezTo>
                <a:cubicBezTo>
                  <a:pt x="122" y="135"/>
                  <a:pt x="122" y="135"/>
                  <a:pt x="122" y="135"/>
                </a:cubicBezTo>
                <a:cubicBezTo>
                  <a:pt x="122" y="135"/>
                  <a:pt x="123" y="135"/>
                  <a:pt x="123" y="135"/>
                </a:cubicBezTo>
                <a:cubicBezTo>
                  <a:pt x="144" y="135"/>
                  <a:pt x="144" y="135"/>
                  <a:pt x="144" y="135"/>
                </a:cubicBezTo>
                <a:cubicBezTo>
                  <a:pt x="146" y="135"/>
                  <a:pt x="148" y="134"/>
                  <a:pt x="148" y="131"/>
                </a:cubicBezTo>
                <a:cubicBezTo>
                  <a:pt x="148" y="129"/>
                  <a:pt x="146" y="127"/>
                  <a:pt x="144" y="127"/>
                </a:cubicBezTo>
                <a:cubicBezTo>
                  <a:pt x="124" y="127"/>
                  <a:pt x="124" y="127"/>
                  <a:pt x="124" y="127"/>
                </a:cubicBezTo>
                <a:cubicBezTo>
                  <a:pt x="50" y="100"/>
                  <a:pt x="50" y="100"/>
                  <a:pt x="50" y="100"/>
                </a:cubicBezTo>
                <a:cubicBezTo>
                  <a:pt x="21" y="59"/>
                  <a:pt x="21" y="59"/>
                  <a:pt x="21" y="59"/>
                </a:cubicBezTo>
                <a:cubicBezTo>
                  <a:pt x="39" y="20"/>
                  <a:pt x="39" y="20"/>
                  <a:pt x="39" y="20"/>
                </a:cubicBezTo>
                <a:cubicBezTo>
                  <a:pt x="81" y="20"/>
                  <a:pt x="81" y="20"/>
                  <a:pt x="81" y="20"/>
                </a:cubicBezTo>
                <a:cubicBezTo>
                  <a:pt x="146" y="44"/>
                  <a:pt x="146" y="44"/>
                  <a:pt x="146" y="44"/>
                </a:cubicBezTo>
                <a:cubicBezTo>
                  <a:pt x="160" y="61"/>
                  <a:pt x="160" y="61"/>
                  <a:pt x="160" y="61"/>
                </a:cubicBezTo>
                <a:cubicBezTo>
                  <a:pt x="151" y="64"/>
                  <a:pt x="144" y="73"/>
                  <a:pt x="144" y="84"/>
                </a:cubicBezTo>
                <a:cubicBezTo>
                  <a:pt x="144" y="97"/>
                  <a:pt x="155" y="108"/>
                  <a:pt x="168" y="108"/>
                </a:cubicBezTo>
                <a:cubicBezTo>
                  <a:pt x="180" y="108"/>
                  <a:pt x="189" y="99"/>
                  <a:pt x="191" y="88"/>
                </a:cubicBezTo>
                <a:cubicBezTo>
                  <a:pt x="223" y="88"/>
                  <a:pt x="223" y="88"/>
                  <a:pt x="223" y="88"/>
                </a:cubicBezTo>
                <a:cubicBezTo>
                  <a:pt x="227" y="88"/>
                  <a:pt x="229" y="90"/>
                  <a:pt x="231" y="93"/>
                </a:cubicBezTo>
                <a:cubicBezTo>
                  <a:pt x="247" y="132"/>
                  <a:pt x="247" y="132"/>
                  <a:pt x="247" y="132"/>
                </a:cubicBezTo>
                <a:cubicBezTo>
                  <a:pt x="247" y="179"/>
                  <a:pt x="247" y="179"/>
                  <a:pt x="247" y="179"/>
                </a:cubicBezTo>
                <a:cubicBezTo>
                  <a:pt x="247" y="181"/>
                  <a:pt x="245" y="183"/>
                  <a:pt x="243" y="183"/>
                </a:cubicBezTo>
                <a:cubicBezTo>
                  <a:pt x="235" y="183"/>
                  <a:pt x="235" y="183"/>
                  <a:pt x="235" y="183"/>
                </a:cubicBezTo>
                <a:cubicBezTo>
                  <a:pt x="234" y="168"/>
                  <a:pt x="221" y="155"/>
                  <a:pt x="206" y="155"/>
                </a:cubicBezTo>
                <a:cubicBezTo>
                  <a:pt x="190" y="155"/>
                  <a:pt x="177" y="168"/>
                  <a:pt x="176" y="183"/>
                </a:cubicBezTo>
                <a:cubicBezTo>
                  <a:pt x="128" y="183"/>
                  <a:pt x="128" y="183"/>
                  <a:pt x="128" y="183"/>
                </a:cubicBezTo>
                <a:cubicBezTo>
                  <a:pt x="127" y="169"/>
                  <a:pt x="115" y="157"/>
                  <a:pt x="101" y="155"/>
                </a:cubicBezTo>
                <a:cubicBezTo>
                  <a:pt x="101" y="155"/>
                  <a:pt x="100" y="155"/>
                  <a:pt x="100" y="155"/>
                </a:cubicBezTo>
                <a:cubicBezTo>
                  <a:pt x="33" y="155"/>
                  <a:pt x="33" y="155"/>
                  <a:pt x="33" y="155"/>
                </a:cubicBezTo>
                <a:cubicBezTo>
                  <a:pt x="32" y="155"/>
                  <a:pt x="32" y="155"/>
                  <a:pt x="32" y="155"/>
                </a:cubicBezTo>
                <a:cubicBezTo>
                  <a:pt x="32" y="155"/>
                  <a:pt x="31" y="155"/>
                  <a:pt x="31" y="155"/>
                </a:cubicBezTo>
                <a:cubicBezTo>
                  <a:pt x="14" y="155"/>
                  <a:pt x="1" y="169"/>
                  <a:pt x="1" y="185"/>
                </a:cubicBezTo>
                <a:cubicBezTo>
                  <a:pt x="1" y="202"/>
                  <a:pt x="14" y="215"/>
                  <a:pt x="31" y="215"/>
                </a:cubicBezTo>
                <a:cubicBezTo>
                  <a:pt x="47" y="215"/>
                  <a:pt x="60" y="202"/>
                  <a:pt x="60" y="185"/>
                </a:cubicBezTo>
                <a:cubicBezTo>
                  <a:pt x="60" y="177"/>
                  <a:pt x="57" y="169"/>
                  <a:pt x="51" y="163"/>
                </a:cubicBezTo>
                <a:cubicBezTo>
                  <a:pt x="78" y="163"/>
                  <a:pt x="78" y="163"/>
                  <a:pt x="78" y="163"/>
                </a:cubicBezTo>
                <a:cubicBezTo>
                  <a:pt x="72" y="169"/>
                  <a:pt x="68" y="177"/>
                  <a:pt x="68" y="185"/>
                </a:cubicBezTo>
                <a:cubicBezTo>
                  <a:pt x="68" y="202"/>
                  <a:pt x="82" y="215"/>
                  <a:pt x="98" y="215"/>
                </a:cubicBezTo>
                <a:cubicBezTo>
                  <a:pt x="113" y="215"/>
                  <a:pt x="125" y="205"/>
                  <a:pt x="127" y="191"/>
                </a:cubicBezTo>
                <a:cubicBezTo>
                  <a:pt x="176" y="191"/>
                  <a:pt x="176" y="191"/>
                  <a:pt x="176" y="191"/>
                </a:cubicBezTo>
                <a:cubicBezTo>
                  <a:pt x="179" y="205"/>
                  <a:pt x="191" y="215"/>
                  <a:pt x="206" y="215"/>
                </a:cubicBezTo>
                <a:cubicBezTo>
                  <a:pt x="220" y="215"/>
                  <a:pt x="232" y="205"/>
                  <a:pt x="235" y="191"/>
                </a:cubicBezTo>
                <a:cubicBezTo>
                  <a:pt x="243" y="191"/>
                  <a:pt x="243" y="191"/>
                  <a:pt x="243" y="191"/>
                </a:cubicBezTo>
                <a:cubicBezTo>
                  <a:pt x="250" y="191"/>
                  <a:pt x="255" y="186"/>
                  <a:pt x="255" y="179"/>
                </a:cubicBezTo>
                <a:cubicBezTo>
                  <a:pt x="255" y="131"/>
                  <a:pt x="255" y="131"/>
                  <a:pt x="255" y="131"/>
                </a:cubicBezTo>
                <a:cubicBezTo>
                  <a:pt x="255" y="131"/>
                  <a:pt x="255" y="130"/>
                  <a:pt x="255" y="130"/>
                </a:cubicBezTo>
                <a:close/>
                <a:moveTo>
                  <a:pt x="168" y="100"/>
                </a:moveTo>
                <a:cubicBezTo>
                  <a:pt x="159" y="100"/>
                  <a:pt x="152" y="93"/>
                  <a:pt x="152" y="84"/>
                </a:cubicBezTo>
                <a:cubicBezTo>
                  <a:pt x="152" y="75"/>
                  <a:pt x="159" y="68"/>
                  <a:pt x="168" y="68"/>
                </a:cubicBezTo>
                <a:cubicBezTo>
                  <a:pt x="177" y="68"/>
                  <a:pt x="184" y="75"/>
                  <a:pt x="184" y="84"/>
                </a:cubicBezTo>
                <a:cubicBezTo>
                  <a:pt x="184" y="93"/>
                  <a:pt x="177" y="100"/>
                  <a:pt x="168" y="100"/>
                </a:cubicBezTo>
                <a:close/>
                <a:moveTo>
                  <a:pt x="52" y="185"/>
                </a:moveTo>
                <a:cubicBezTo>
                  <a:pt x="52" y="197"/>
                  <a:pt x="43" y="207"/>
                  <a:pt x="31" y="207"/>
                </a:cubicBezTo>
                <a:cubicBezTo>
                  <a:pt x="19" y="207"/>
                  <a:pt x="9" y="197"/>
                  <a:pt x="9" y="185"/>
                </a:cubicBezTo>
                <a:cubicBezTo>
                  <a:pt x="9" y="173"/>
                  <a:pt x="19" y="163"/>
                  <a:pt x="31" y="163"/>
                </a:cubicBezTo>
                <a:cubicBezTo>
                  <a:pt x="43" y="163"/>
                  <a:pt x="52" y="173"/>
                  <a:pt x="52" y="185"/>
                </a:cubicBezTo>
                <a:close/>
                <a:moveTo>
                  <a:pt x="98" y="207"/>
                </a:moveTo>
                <a:cubicBezTo>
                  <a:pt x="86" y="207"/>
                  <a:pt x="76" y="197"/>
                  <a:pt x="76" y="185"/>
                </a:cubicBezTo>
                <a:cubicBezTo>
                  <a:pt x="76" y="173"/>
                  <a:pt x="86" y="163"/>
                  <a:pt x="98" y="163"/>
                </a:cubicBezTo>
                <a:cubicBezTo>
                  <a:pt x="110" y="163"/>
                  <a:pt x="120" y="173"/>
                  <a:pt x="120" y="185"/>
                </a:cubicBezTo>
                <a:cubicBezTo>
                  <a:pt x="120" y="197"/>
                  <a:pt x="110" y="207"/>
                  <a:pt x="98" y="207"/>
                </a:cubicBezTo>
                <a:close/>
                <a:moveTo>
                  <a:pt x="206" y="207"/>
                </a:moveTo>
                <a:cubicBezTo>
                  <a:pt x="193" y="207"/>
                  <a:pt x="184" y="197"/>
                  <a:pt x="184" y="185"/>
                </a:cubicBezTo>
                <a:cubicBezTo>
                  <a:pt x="184" y="173"/>
                  <a:pt x="193" y="163"/>
                  <a:pt x="206" y="163"/>
                </a:cubicBezTo>
                <a:cubicBezTo>
                  <a:pt x="218" y="163"/>
                  <a:pt x="227" y="173"/>
                  <a:pt x="227" y="185"/>
                </a:cubicBezTo>
                <a:cubicBezTo>
                  <a:pt x="227" y="197"/>
                  <a:pt x="218" y="207"/>
                  <a:pt x="206" y="207"/>
                </a:cubicBezTo>
                <a:close/>
                <a:moveTo>
                  <a:pt x="168" y="163"/>
                </a:moveTo>
                <a:cubicBezTo>
                  <a:pt x="170" y="163"/>
                  <a:pt x="172" y="162"/>
                  <a:pt x="172" y="159"/>
                </a:cubicBezTo>
                <a:cubicBezTo>
                  <a:pt x="172" y="120"/>
                  <a:pt x="172" y="120"/>
                  <a:pt x="172" y="120"/>
                </a:cubicBezTo>
                <a:cubicBezTo>
                  <a:pt x="172" y="117"/>
                  <a:pt x="170" y="116"/>
                  <a:pt x="168" y="116"/>
                </a:cubicBezTo>
                <a:cubicBezTo>
                  <a:pt x="166" y="116"/>
                  <a:pt x="164" y="117"/>
                  <a:pt x="164" y="120"/>
                </a:cubicBezTo>
                <a:cubicBezTo>
                  <a:pt x="164" y="155"/>
                  <a:pt x="164" y="155"/>
                  <a:pt x="164" y="155"/>
                </a:cubicBezTo>
                <a:cubicBezTo>
                  <a:pt x="136" y="155"/>
                  <a:pt x="136" y="155"/>
                  <a:pt x="136" y="155"/>
                </a:cubicBezTo>
                <a:cubicBezTo>
                  <a:pt x="134" y="155"/>
                  <a:pt x="132" y="157"/>
                  <a:pt x="132" y="159"/>
                </a:cubicBezTo>
                <a:cubicBezTo>
                  <a:pt x="132" y="162"/>
                  <a:pt x="134" y="163"/>
                  <a:pt x="136" y="163"/>
                </a:cubicBezTo>
                <a:lnTo>
                  <a:pt x="168" y="163"/>
                </a:lnTo>
                <a:close/>
                <a:moveTo>
                  <a:pt x="196" y="104"/>
                </a:moveTo>
                <a:cubicBezTo>
                  <a:pt x="193" y="104"/>
                  <a:pt x="192" y="105"/>
                  <a:pt x="192" y="108"/>
                </a:cubicBezTo>
                <a:cubicBezTo>
                  <a:pt x="192" y="124"/>
                  <a:pt x="192" y="124"/>
                  <a:pt x="192" y="124"/>
                </a:cubicBezTo>
                <a:cubicBezTo>
                  <a:pt x="192" y="130"/>
                  <a:pt x="197" y="135"/>
                  <a:pt x="204" y="135"/>
                </a:cubicBezTo>
                <a:cubicBezTo>
                  <a:pt x="223" y="135"/>
                  <a:pt x="223" y="135"/>
                  <a:pt x="223" y="135"/>
                </a:cubicBezTo>
                <a:cubicBezTo>
                  <a:pt x="226" y="135"/>
                  <a:pt x="227" y="134"/>
                  <a:pt x="227" y="131"/>
                </a:cubicBezTo>
                <a:cubicBezTo>
                  <a:pt x="227" y="129"/>
                  <a:pt x="226" y="127"/>
                  <a:pt x="223" y="127"/>
                </a:cubicBezTo>
                <a:cubicBezTo>
                  <a:pt x="204" y="127"/>
                  <a:pt x="204" y="127"/>
                  <a:pt x="204" y="127"/>
                </a:cubicBezTo>
                <a:cubicBezTo>
                  <a:pt x="201" y="127"/>
                  <a:pt x="200" y="126"/>
                  <a:pt x="200" y="124"/>
                </a:cubicBezTo>
                <a:cubicBezTo>
                  <a:pt x="200" y="108"/>
                  <a:pt x="200" y="108"/>
                  <a:pt x="200" y="108"/>
                </a:cubicBezTo>
                <a:cubicBezTo>
                  <a:pt x="200" y="105"/>
                  <a:pt x="198" y="104"/>
                  <a:pt x="196" y="104"/>
                </a:cubicBezTo>
                <a:close/>
                <a:moveTo>
                  <a:pt x="9" y="28"/>
                </a:moveTo>
                <a:cubicBezTo>
                  <a:pt x="9" y="28"/>
                  <a:pt x="9" y="28"/>
                  <a:pt x="10" y="28"/>
                </a:cubicBezTo>
                <a:cubicBezTo>
                  <a:pt x="12" y="28"/>
                  <a:pt x="13" y="26"/>
                  <a:pt x="13" y="23"/>
                </a:cubicBezTo>
                <a:cubicBezTo>
                  <a:pt x="10" y="8"/>
                  <a:pt x="10" y="8"/>
                  <a:pt x="10" y="8"/>
                </a:cubicBezTo>
                <a:cubicBezTo>
                  <a:pt x="37" y="8"/>
                  <a:pt x="37" y="8"/>
                  <a:pt x="37" y="8"/>
                </a:cubicBezTo>
                <a:cubicBezTo>
                  <a:pt x="39" y="8"/>
                  <a:pt x="41" y="7"/>
                  <a:pt x="41" y="4"/>
                </a:cubicBezTo>
                <a:cubicBezTo>
                  <a:pt x="41" y="2"/>
                  <a:pt x="39" y="0"/>
                  <a:pt x="37" y="0"/>
                </a:cubicBezTo>
                <a:cubicBezTo>
                  <a:pt x="5" y="0"/>
                  <a:pt x="5" y="0"/>
                  <a:pt x="5" y="0"/>
                </a:cubicBezTo>
                <a:cubicBezTo>
                  <a:pt x="4" y="0"/>
                  <a:pt x="2" y="1"/>
                  <a:pt x="2" y="2"/>
                </a:cubicBezTo>
                <a:cubicBezTo>
                  <a:pt x="1" y="3"/>
                  <a:pt x="1" y="4"/>
                  <a:pt x="1" y="5"/>
                </a:cubicBezTo>
                <a:cubicBezTo>
                  <a:pt x="5" y="25"/>
                  <a:pt x="5" y="25"/>
                  <a:pt x="5" y="25"/>
                </a:cubicBezTo>
                <a:cubicBezTo>
                  <a:pt x="5" y="27"/>
                  <a:pt x="7" y="28"/>
                  <a:pt x="9" y="28"/>
                </a:cubicBezTo>
                <a:close/>
                <a:moveTo>
                  <a:pt x="73" y="34"/>
                </a:moveTo>
                <a:cubicBezTo>
                  <a:pt x="53" y="78"/>
                  <a:pt x="53" y="78"/>
                  <a:pt x="53" y="78"/>
                </a:cubicBezTo>
                <a:cubicBezTo>
                  <a:pt x="52" y="80"/>
                  <a:pt x="53" y="83"/>
                  <a:pt x="55" y="83"/>
                </a:cubicBezTo>
                <a:cubicBezTo>
                  <a:pt x="55" y="84"/>
                  <a:pt x="56" y="84"/>
                  <a:pt x="56" y="84"/>
                </a:cubicBezTo>
                <a:cubicBezTo>
                  <a:pt x="58" y="84"/>
                  <a:pt x="59" y="83"/>
                  <a:pt x="60" y="81"/>
                </a:cubicBezTo>
                <a:cubicBezTo>
                  <a:pt x="80" y="38"/>
                  <a:pt x="80" y="38"/>
                  <a:pt x="80" y="38"/>
                </a:cubicBezTo>
                <a:cubicBezTo>
                  <a:pt x="81" y="36"/>
                  <a:pt x="80" y="33"/>
                  <a:pt x="78" y="32"/>
                </a:cubicBezTo>
                <a:cubicBezTo>
                  <a:pt x="76" y="32"/>
                  <a:pt x="74" y="32"/>
                  <a:pt x="73" y="34"/>
                </a:cubicBezTo>
                <a:close/>
                <a:moveTo>
                  <a:pt x="5" y="151"/>
                </a:moveTo>
                <a:cubicBezTo>
                  <a:pt x="5" y="151"/>
                  <a:pt x="6" y="151"/>
                  <a:pt x="6" y="151"/>
                </a:cubicBezTo>
                <a:cubicBezTo>
                  <a:pt x="34" y="139"/>
                  <a:pt x="34" y="139"/>
                  <a:pt x="34" y="139"/>
                </a:cubicBezTo>
                <a:cubicBezTo>
                  <a:pt x="36" y="139"/>
                  <a:pt x="37" y="137"/>
                  <a:pt x="37" y="135"/>
                </a:cubicBezTo>
                <a:cubicBezTo>
                  <a:pt x="37" y="125"/>
                  <a:pt x="37" y="125"/>
                  <a:pt x="37" y="125"/>
                </a:cubicBezTo>
                <a:cubicBezTo>
                  <a:pt x="87" y="143"/>
                  <a:pt x="87" y="143"/>
                  <a:pt x="87" y="143"/>
                </a:cubicBezTo>
                <a:cubicBezTo>
                  <a:pt x="89" y="144"/>
                  <a:pt x="91" y="143"/>
                  <a:pt x="92" y="141"/>
                </a:cubicBezTo>
                <a:cubicBezTo>
                  <a:pt x="93" y="139"/>
                  <a:pt x="92" y="136"/>
                  <a:pt x="90" y="136"/>
                </a:cubicBezTo>
                <a:cubicBezTo>
                  <a:pt x="34" y="116"/>
                  <a:pt x="34" y="116"/>
                  <a:pt x="34" y="116"/>
                </a:cubicBezTo>
                <a:cubicBezTo>
                  <a:pt x="33" y="115"/>
                  <a:pt x="31" y="116"/>
                  <a:pt x="30" y="116"/>
                </a:cubicBezTo>
                <a:cubicBezTo>
                  <a:pt x="29" y="117"/>
                  <a:pt x="29" y="118"/>
                  <a:pt x="29" y="120"/>
                </a:cubicBezTo>
                <a:cubicBezTo>
                  <a:pt x="29" y="133"/>
                  <a:pt x="29" y="133"/>
                  <a:pt x="29" y="133"/>
                </a:cubicBezTo>
                <a:cubicBezTo>
                  <a:pt x="3" y="144"/>
                  <a:pt x="3" y="144"/>
                  <a:pt x="3" y="144"/>
                </a:cubicBezTo>
                <a:cubicBezTo>
                  <a:pt x="1" y="145"/>
                  <a:pt x="0" y="147"/>
                  <a:pt x="1" y="149"/>
                </a:cubicBezTo>
                <a:cubicBezTo>
                  <a:pt x="2" y="150"/>
                  <a:pt x="3" y="151"/>
                  <a:pt x="5" y="15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43" name="Freeform 162">
            <a:extLst>
              <a:ext uri="{FF2B5EF4-FFF2-40B4-BE49-F238E27FC236}">
                <a16:creationId xmlns:a16="http://schemas.microsoft.com/office/drawing/2014/main" id="{866ABC68-4A38-4A35-9355-A764D5F01618}"/>
              </a:ext>
            </a:extLst>
          </p:cNvPr>
          <p:cNvSpPr>
            <a:spLocks noChangeAspect="1" noEditPoints="1"/>
          </p:cNvSpPr>
          <p:nvPr/>
        </p:nvSpPr>
        <p:spPr bwMode="auto">
          <a:xfrm>
            <a:off x="4443672" y="5309220"/>
            <a:ext cx="400050" cy="361950"/>
          </a:xfrm>
          <a:custGeom>
            <a:avLst/>
            <a:gdLst>
              <a:gd name="T0" fmla="*/ 44 w 256"/>
              <a:gd name="T1" fmla="*/ 196 h 232"/>
              <a:gd name="T2" fmla="*/ 8 w 256"/>
              <a:gd name="T3" fmla="*/ 184 h 232"/>
              <a:gd name="T4" fmla="*/ 44 w 256"/>
              <a:gd name="T5" fmla="*/ 178 h 232"/>
              <a:gd name="T6" fmla="*/ 24 w 256"/>
              <a:gd name="T7" fmla="*/ 100 h 232"/>
              <a:gd name="T8" fmla="*/ 34 w 256"/>
              <a:gd name="T9" fmla="*/ 176 h 232"/>
              <a:gd name="T10" fmla="*/ 12 w 256"/>
              <a:gd name="T11" fmla="*/ 164 h 232"/>
              <a:gd name="T12" fmla="*/ 4 w 256"/>
              <a:gd name="T13" fmla="*/ 176 h 232"/>
              <a:gd name="T14" fmla="*/ 12 w 256"/>
              <a:gd name="T15" fmla="*/ 204 h 232"/>
              <a:gd name="T16" fmla="*/ 188 w 256"/>
              <a:gd name="T17" fmla="*/ 84 h 232"/>
              <a:gd name="T18" fmla="*/ 52 w 256"/>
              <a:gd name="T19" fmla="*/ 72 h 232"/>
              <a:gd name="T20" fmla="*/ 16 w 256"/>
              <a:gd name="T21" fmla="*/ 68 h 232"/>
              <a:gd name="T22" fmla="*/ 76 w 256"/>
              <a:gd name="T23" fmla="*/ 72 h 232"/>
              <a:gd name="T24" fmla="*/ 212 w 256"/>
              <a:gd name="T25" fmla="*/ 84 h 232"/>
              <a:gd name="T26" fmla="*/ 240 w 256"/>
              <a:gd name="T27" fmla="*/ 88 h 232"/>
              <a:gd name="T28" fmla="*/ 76 w 256"/>
              <a:gd name="T29" fmla="*/ 64 h 232"/>
              <a:gd name="T30" fmla="*/ 160 w 256"/>
              <a:gd name="T31" fmla="*/ 200 h 232"/>
              <a:gd name="T32" fmla="*/ 168 w 256"/>
              <a:gd name="T33" fmla="*/ 192 h 232"/>
              <a:gd name="T34" fmla="*/ 248 w 256"/>
              <a:gd name="T35" fmla="*/ 168 h 232"/>
              <a:gd name="T36" fmla="*/ 240 w 256"/>
              <a:gd name="T37" fmla="*/ 176 h 232"/>
              <a:gd name="T38" fmla="*/ 232 w 256"/>
              <a:gd name="T39" fmla="*/ 156 h 232"/>
              <a:gd name="T40" fmla="*/ 224 w 256"/>
              <a:gd name="T41" fmla="*/ 155 h 232"/>
              <a:gd name="T42" fmla="*/ 216 w 256"/>
              <a:gd name="T43" fmla="*/ 184 h 232"/>
              <a:gd name="T44" fmla="*/ 244 w 256"/>
              <a:gd name="T45" fmla="*/ 196 h 232"/>
              <a:gd name="T46" fmla="*/ 244 w 256"/>
              <a:gd name="T47" fmla="*/ 204 h 232"/>
              <a:gd name="T48" fmla="*/ 252 w 256"/>
              <a:gd name="T49" fmla="*/ 176 h 232"/>
              <a:gd name="T50" fmla="*/ 88 w 256"/>
              <a:gd name="T51" fmla="*/ 208 h 232"/>
              <a:gd name="T52" fmla="*/ 200 w 256"/>
              <a:gd name="T53" fmla="*/ 200 h 232"/>
              <a:gd name="T54" fmla="*/ 147 w 256"/>
              <a:gd name="T55" fmla="*/ 224 h 232"/>
              <a:gd name="T56" fmla="*/ 88 w 256"/>
              <a:gd name="T57" fmla="*/ 168 h 232"/>
              <a:gd name="T58" fmla="*/ 0 w 256"/>
              <a:gd name="T59" fmla="*/ 224 h 232"/>
              <a:gd name="T60" fmla="*/ 256 w 256"/>
              <a:gd name="T61" fmla="*/ 224 h 232"/>
              <a:gd name="T62" fmla="*/ 88 w 256"/>
              <a:gd name="T63" fmla="*/ 224 h 232"/>
              <a:gd name="T64" fmla="*/ 112 w 256"/>
              <a:gd name="T65" fmla="*/ 200 h 232"/>
              <a:gd name="T66" fmla="*/ 144 w 256"/>
              <a:gd name="T67" fmla="*/ 200 h 232"/>
              <a:gd name="T68" fmla="*/ 168 w 256"/>
              <a:gd name="T69" fmla="*/ 224 h 232"/>
              <a:gd name="T70" fmla="*/ 73 w 256"/>
              <a:gd name="T71" fmla="*/ 14 h 232"/>
              <a:gd name="T72" fmla="*/ 145 w 256"/>
              <a:gd name="T73" fmla="*/ 8 h 232"/>
              <a:gd name="T74" fmla="*/ 218 w 256"/>
              <a:gd name="T75" fmla="*/ 51 h 232"/>
              <a:gd name="T76" fmla="*/ 184 w 256"/>
              <a:gd name="T77" fmla="*/ 0 h 232"/>
              <a:gd name="T78" fmla="*/ 108 w 256"/>
              <a:gd name="T79" fmla="*/ 20 h 232"/>
              <a:gd name="T80" fmla="*/ 33 w 256"/>
              <a:gd name="T81" fmla="*/ 47 h 232"/>
              <a:gd name="T82" fmla="*/ 169 w 256"/>
              <a:gd name="T83" fmla="*/ 46 h 232"/>
              <a:gd name="T84" fmla="*/ 130 w 256"/>
              <a:gd name="T85" fmla="*/ 41 h 232"/>
              <a:gd name="T86" fmla="*/ 169 w 256"/>
              <a:gd name="T87" fmla="*/ 4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32">
                <a:moveTo>
                  <a:pt x="12" y="204"/>
                </a:moveTo>
                <a:cubicBezTo>
                  <a:pt x="44" y="204"/>
                  <a:pt x="44" y="204"/>
                  <a:pt x="44" y="204"/>
                </a:cubicBezTo>
                <a:cubicBezTo>
                  <a:pt x="44" y="196"/>
                  <a:pt x="44" y="196"/>
                  <a:pt x="44" y="196"/>
                </a:cubicBezTo>
                <a:cubicBezTo>
                  <a:pt x="12" y="196"/>
                  <a:pt x="12" y="196"/>
                  <a:pt x="12" y="196"/>
                </a:cubicBezTo>
                <a:cubicBezTo>
                  <a:pt x="10" y="196"/>
                  <a:pt x="8" y="194"/>
                  <a:pt x="8" y="192"/>
                </a:cubicBezTo>
                <a:cubicBezTo>
                  <a:pt x="8" y="184"/>
                  <a:pt x="8" y="184"/>
                  <a:pt x="8" y="184"/>
                </a:cubicBezTo>
                <a:cubicBezTo>
                  <a:pt x="40" y="184"/>
                  <a:pt x="40" y="184"/>
                  <a:pt x="40" y="184"/>
                </a:cubicBezTo>
                <a:cubicBezTo>
                  <a:pt x="41" y="184"/>
                  <a:pt x="43" y="183"/>
                  <a:pt x="43" y="182"/>
                </a:cubicBezTo>
                <a:cubicBezTo>
                  <a:pt x="44" y="181"/>
                  <a:pt x="44" y="179"/>
                  <a:pt x="44" y="178"/>
                </a:cubicBezTo>
                <a:cubicBezTo>
                  <a:pt x="32" y="155"/>
                  <a:pt x="32" y="155"/>
                  <a:pt x="32" y="155"/>
                </a:cubicBezTo>
                <a:cubicBezTo>
                  <a:pt x="32" y="100"/>
                  <a:pt x="32" y="100"/>
                  <a:pt x="32" y="100"/>
                </a:cubicBezTo>
                <a:cubicBezTo>
                  <a:pt x="24" y="100"/>
                  <a:pt x="24" y="100"/>
                  <a:pt x="24" y="100"/>
                </a:cubicBezTo>
                <a:cubicBezTo>
                  <a:pt x="24" y="156"/>
                  <a:pt x="24" y="156"/>
                  <a:pt x="24" y="156"/>
                </a:cubicBezTo>
                <a:cubicBezTo>
                  <a:pt x="24" y="157"/>
                  <a:pt x="24" y="157"/>
                  <a:pt x="24" y="158"/>
                </a:cubicBezTo>
                <a:cubicBezTo>
                  <a:pt x="34" y="176"/>
                  <a:pt x="34" y="176"/>
                  <a:pt x="34" y="176"/>
                </a:cubicBezTo>
                <a:cubicBezTo>
                  <a:pt x="16" y="176"/>
                  <a:pt x="16" y="176"/>
                  <a:pt x="16" y="176"/>
                </a:cubicBezTo>
                <a:cubicBezTo>
                  <a:pt x="16" y="168"/>
                  <a:pt x="16" y="168"/>
                  <a:pt x="16" y="168"/>
                </a:cubicBezTo>
                <a:cubicBezTo>
                  <a:pt x="16" y="166"/>
                  <a:pt x="14" y="164"/>
                  <a:pt x="12" y="164"/>
                </a:cubicBezTo>
                <a:cubicBezTo>
                  <a:pt x="10" y="164"/>
                  <a:pt x="8" y="166"/>
                  <a:pt x="8" y="168"/>
                </a:cubicBezTo>
                <a:cubicBezTo>
                  <a:pt x="8" y="176"/>
                  <a:pt x="8" y="176"/>
                  <a:pt x="8" y="176"/>
                </a:cubicBezTo>
                <a:cubicBezTo>
                  <a:pt x="4" y="176"/>
                  <a:pt x="4" y="176"/>
                  <a:pt x="4" y="176"/>
                </a:cubicBezTo>
                <a:cubicBezTo>
                  <a:pt x="2" y="176"/>
                  <a:pt x="0" y="178"/>
                  <a:pt x="0" y="180"/>
                </a:cubicBezTo>
                <a:cubicBezTo>
                  <a:pt x="0" y="192"/>
                  <a:pt x="0" y="192"/>
                  <a:pt x="0" y="192"/>
                </a:cubicBezTo>
                <a:cubicBezTo>
                  <a:pt x="0" y="199"/>
                  <a:pt x="5" y="204"/>
                  <a:pt x="12" y="204"/>
                </a:cubicBezTo>
                <a:close/>
                <a:moveTo>
                  <a:pt x="20" y="92"/>
                </a:moveTo>
                <a:cubicBezTo>
                  <a:pt x="188" y="92"/>
                  <a:pt x="188" y="92"/>
                  <a:pt x="188" y="92"/>
                </a:cubicBezTo>
                <a:cubicBezTo>
                  <a:pt x="188" y="84"/>
                  <a:pt x="188" y="84"/>
                  <a:pt x="188" y="84"/>
                </a:cubicBezTo>
                <a:cubicBezTo>
                  <a:pt x="24" y="84"/>
                  <a:pt x="24" y="84"/>
                  <a:pt x="24" y="84"/>
                </a:cubicBezTo>
                <a:cubicBezTo>
                  <a:pt x="24" y="72"/>
                  <a:pt x="24" y="72"/>
                  <a:pt x="24" y="72"/>
                </a:cubicBezTo>
                <a:cubicBezTo>
                  <a:pt x="52" y="72"/>
                  <a:pt x="52" y="72"/>
                  <a:pt x="52" y="72"/>
                </a:cubicBezTo>
                <a:cubicBezTo>
                  <a:pt x="52" y="64"/>
                  <a:pt x="52" y="64"/>
                  <a:pt x="52" y="64"/>
                </a:cubicBezTo>
                <a:cubicBezTo>
                  <a:pt x="20" y="64"/>
                  <a:pt x="20" y="64"/>
                  <a:pt x="20" y="64"/>
                </a:cubicBezTo>
                <a:cubicBezTo>
                  <a:pt x="18" y="64"/>
                  <a:pt x="16" y="66"/>
                  <a:pt x="16" y="68"/>
                </a:cubicBezTo>
                <a:cubicBezTo>
                  <a:pt x="16" y="88"/>
                  <a:pt x="16" y="88"/>
                  <a:pt x="16" y="88"/>
                </a:cubicBezTo>
                <a:cubicBezTo>
                  <a:pt x="16" y="90"/>
                  <a:pt x="18" y="92"/>
                  <a:pt x="20" y="92"/>
                </a:cubicBezTo>
                <a:close/>
                <a:moveTo>
                  <a:pt x="76" y="72"/>
                </a:moveTo>
                <a:cubicBezTo>
                  <a:pt x="232" y="72"/>
                  <a:pt x="232" y="72"/>
                  <a:pt x="232" y="72"/>
                </a:cubicBezTo>
                <a:cubicBezTo>
                  <a:pt x="232" y="84"/>
                  <a:pt x="232" y="84"/>
                  <a:pt x="232" y="84"/>
                </a:cubicBezTo>
                <a:cubicBezTo>
                  <a:pt x="212" y="84"/>
                  <a:pt x="212" y="84"/>
                  <a:pt x="212" y="84"/>
                </a:cubicBezTo>
                <a:cubicBezTo>
                  <a:pt x="212" y="92"/>
                  <a:pt x="212" y="92"/>
                  <a:pt x="212" y="92"/>
                </a:cubicBezTo>
                <a:cubicBezTo>
                  <a:pt x="236" y="92"/>
                  <a:pt x="236" y="92"/>
                  <a:pt x="236" y="92"/>
                </a:cubicBezTo>
                <a:cubicBezTo>
                  <a:pt x="238" y="92"/>
                  <a:pt x="240" y="90"/>
                  <a:pt x="240" y="88"/>
                </a:cubicBezTo>
                <a:cubicBezTo>
                  <a:pt x="240" y="68"/>
                  <a:pt x="240" y="68"/>
                  <a:pt x="240" y="68"/>
                </a:cubicBezTo>
                <a:cubicBezTo>
                  <a:pt x="240" y="66"/>
                  <a:pt x="238" y="64"/>
                  <a:pt x="236" y="64"/>
                </a:cubicBezTo>
                <a:cubicBezTo>
                  <a:pt x="76" y="64"/>
                  <a:pt x="76" y="64"/>
                  <a:pt x="76" y="64"/>
                </a:cubicBezTo>
                <a:lnTo>
                  <a:pt x="76" y="72"/>
                </a:lnTo>
                <a:close/>
                <a:moveTo>
                  <a:pt x="168" y="192"/>
                </a:moveTo>
                <a:cubicBezTo>
                  <a:pt x="164" y="192"/>
                  <a:pt x="160" y="196"/>
                  <a:pt x="160" y="200"/>
                </a:cubicBezTo>
                <a:cubicBezTo>
                  <a:pt x="160" y="204"/>
                  <a:pt x="164" y="208"/>
                  <a:pt x="168" y="208"/>
                </a:cubicBezTo>
                <a:cubicBezTo>
                  <a:pt x="172" y="208"/>
                  <a:pt x="176" y="204"/>
                  <a:pt x="176" y="200"/>
                </a:cubicBezTo>
                <a:cubicBezTo>
                  <a:pt x="176" y="196"/>
                  <a:pt x="172" y="192"/>
                  <a:pt x="168" y="192"/>
                </a:cubicBezTo>
                <a:close/>
                <a:moveTo>
                  <a:pt x="252" y="176"/>
                </a:moveTo>
                <a:cubicBezTo>
                  <a:pt x="248" y="176"/>
                  <a:pt x="248" y="176"/>
                  <a:pt x="248" y="176"/>
                </a:cubicBezTo>
                <a:cubicBezTo>
                  <a:pt x="248" y="168"/>
                  <a:pt x="248" y="168"/>
                  <a:pt x="248" y="168"/>
                </a:cubicBezTo>
                <a:cubicBezTo>
                  <a:pt x="248" y="166"/>
                  <a:pt x="246" y="164"/>
                  <a:pt x="244" y="164"/>
                </a:cubicBezTo>
                <a:cubicBezTo>
                  <a:pt x="242" y="164"/>
                  <a:pt x="240" y="166"/>
                  <a:pt x="240" y="168"/>
                </a:cubicBezTo>
                <a:cubicBezTo>
                  <a:pt x="240" y="176"/>
                  <a:pt x="240" y="176"/>
                  <a:pt x="240" y="176"/>
                </a:cubicBezTo>
                <a:cubicBezTo>
                  <a:pt x="222" y="176"/>
                  <a:pt x="222" y="176"/>
                  <a:pt x="222" y="176"/>
                </a:cubicBezTo>
                <a:cubicBezTo>
                  <a:pt x="232" y="158"/>
                  <a:pt x="232" y="158"/>
                  <a:pt x="232" y="158"/>
                </a:cubicBezTo>
                <a:cubicBezTo>
                  <a:pt x="232" y="157"/>
                  <a:pt x="232" y="157"/>
                  <a:pt x="232" y="156"/>
                </a:cubicBezTo>
                <a:cubicBezTo>
                  <a:pt x="232" y="100"/>
                  <a:pt x="232" y="100"/>
                  <a:pt x="232" y="100"/>
                </a:cubicBezTo>
                <a:cubicBezTo>
                  <a:pt x="224" y="100"/>
                  <a:pt x="224" y="100"/>
                  <a:pt x="224" y="100"/>
                </a:cubicBezTo>
                <a:cubicBezTo>
                  <a:pt x="224" y="155"/>
                  <a:pt x="224" y="155"/>
                  <a:pt x="224" y="155"/>
                </a:cubicBezTo>
                <a:cubicBezTo>
                  <a:pt x="212" y="178"/>
                  <a:pt x="212" y="178"/>
                  <a:pt x="212" y="178"/>
                </a:cubicBezTo>
                <a:cubicBezTo>
                  <a:pt x="212" y="179"/>
                  <a:pt x="212" y="181"/>
                  <a:pt x="213" y="182"/>
                </a:cubicBezTo>
                <a:cubicBezTo>
                  <a:pt x="213" y="183"/>
                  <a:pt x="215" y="184"/>
                  <a:pt x="216" y="184"/>
                </a:cubicBezTo>
                <a:cubicBezTo>
                  <a:pt x="248" y="184"/>
                  <a:pt x="248" y="184"/>
                  <a:pt x="248" y="184"/>
                </a:cubicBezTo>
                <a:cubicBezTo>
                  <a:pt x="248" y="192"/>
                  <a:pt x="248" y="192"/>
                  <a:pt x="248" y="192"/>
                </a:cubicBezTo>
                <a:cubicBezTo>
                  <a:pt x="248" y="194"/>
                  <a:pt x="246" y="196"/>
                  <a:pt x="244" y="196"/>
                </a:cubicBezTo>
                <a:cubicBezTo>
                  <a:pt x="212" y="196"/>
                  <a:pt x="212" y="196"/>
                  <a:pt x="212" y="196"/>
                </a:cubicBezTo>
                <a:cubicBezTo>
                  <a:pt x="212" y="204"/>
                  <a:pt x="212" y="204"/>
                  <a:pt x="212" y="204"/>
                </a:cubicBezTo>
                <a:cubicBezTo>
                  <a:pt x="244" y="204"/>
                  <a:pt x="244" y="204"/>
                  <a:pt x="244" y="204"/>
                </a:cubicBezTo>
                <a:cubicBezTo>
                  <a:pt x="251" y="204"/>
                  <a:pt x="256" y="199"/>
                  <a:pt x="256" y="192"/>
                </a:cubicBezTo>
                <a:cubicBezTo>
                  <a:pt x="256" y="180"/>
                  <a:pt x="256" y="180"/>
                  <a:pt x="256" y="180"/>
                </a:cubicBezTo>
                <a:cubicBezTo>
                  <a:pt x="256" y="178"/>
                  <a:pt x="254" y="176"/>
                  <a:pt x="252" y="176"/>
                </a:cubicBezTo>
                <a:close/>
                <a:moveTo>
                  <a:pt x="88" y="192"/>
                </a:moveTo>
                <a:cubicBezTo>
                  <a:pt x="84" y="192"/>
                  <a:pt x="80" y="196"/>
                  <a:pt x="80" y="200"/>
                </a:cubicBezTo>
                <a:cubicBezTo>
                  <a:pt x="80" y="204"/>
                  <a:pt x="84" y="208"/>
                  <a:pt x="88" y="208"/>
                </a:cubicBezTo>
                <a:cubicBezTo>
                  <a:pt x="92" y="208"/>
                  <a:pt x="96" y="204"/>
                  <a:pt x="96" y="200"/>
                </a:cubicBezTo>
                <a:cubicBezTo>
                  <a:pt x="96" y="196"/>
                  <a:pt x="92" y="192"/>
                  <a:pt x="88" y="192"/>
                </a:cubicBezTo>
                <a:close/>
                <a:moveTo>
                  <a:pt x="200" y="200"/>
                </a:moveTo>
                <a:cubicBezTo>
                  <a:pt x="200" y="182"/>
                  <a:pt x="186" y="168"/>
                  <a:pt x="168" y="168"/>
                </a:cubicBezTo>
                <a:cubicBezTo>
                  <a:pt x="150" y="168"/>
                  <a:pt x="136" y="182"/>
                  <a:pt x="136" y="200"/>
                </a:cubicBezTo>
                <a:cubicBezTo>
                  <a:pt x="136" y="210"/>
                  <a:pt x="140" y="218"/>
                  <a:pt x="147" y="224"/>
                </a:cubicBezTo>
                <a:cubicBezTo>
                  <a:pt x="109" y="224"/>
                  <a:pt x="109" y="224"/>
                  <a:pt x="109" y="224"/>
                </a:cubicBezTo>
                <a:cubicBezTo>
                  <a:pt x="116" y="218"/>
                  <a:pt x="120" y="210"/>
                  <a:pt x="120" y="200"/>
                </a:cubicBezTo>
                <a:cubicBezTo>
                  <a:pt x="120" y="182"/>
                  <a:pt x="106" y="168"/>
                  <a:pt x="88" y="168"/>
                </a:cubicBezTo>
                <a:cubicBezTo>
                  <a:pt x="70" y="168"/>
                  <a:pt x="56" y="182"/>
                  <a:pt x="56" y="200"/>
                </a:cubicBezTo>
                <a:cubicBezTo>
                  <a:pt x="56" y="210"/>
                  <a:pt x="60" y="218"/>
                  <a:pt x="67" y="224"/>
                </a:cubicBezTo>
                <a:cubicBezTo>
                  <a:pt x="0" y="224"/>
                  <a:pt x="0" y="224"/>
                  <a:pt x="0" y="224"/>
                </a:cubicBezTo>
                <a:cubicBezTo>
                  <a:pt x="0" y="232"/>
                  <a:pt x="0" y="232"/>
                  <a:pt x="0" y="232"/>
                </a:cubicBezTo>
                <a:cubicBezTo>
                  <a:pt x="256" y="232"/>
                  <a:pt x="256" y="232"/>
                  <a:pt x="256" y="232"/>
                </a:cubicBezTo>
                <a:cubicBezTo>
                  <a:pt x="256" y="224"/>
                  <a:pt x="256" y="224"/>
                  <a:pt x="256" y="224"/>
                </a:cubicBezTo>
                <a:cubicBezTo>
                  <a:pt x="189" y="224"/>
                  <a:pt x="189" y="224"/>
                  <a:pt x="189" y="224"/>
                </a:cubicBezTo>
                <a:cubicBezTo>
                  <a:pt x="196" y="218"/>
                  <a:pt x="200" y="210"/>
                  <a:pt x="200" y="200"/>
                </a:cubicBezTo>
                <a:close/>
                <a:moveTo>
                  <a:pt x="88" y="224"/>
                </a:moveTo>
                <a:cubicBezTo>
                  <a:pt x="75" y="224"/>
                  <a:pt x="64" y="213"/>
                  <a:pt x="64" y="200"/>
                </a:cubicBezTo>
                <a:cubicBezTo>
                  <a:pt x="64" y="187"/>
                  <a:pt x="75" y="176"/>
                  <a:pt x="88" y="176"/>
                </a:cubicBezTo>
                <a:cubicBezTo>
                  <a:pt x="101" y="176"/>
                  <a:pt x="112" y="187"/>
                  <a:pt x="112" y="200"/>
                </a:cubicBezTo>
                <a:cubicBezTo>
                  <a:pt x="112" y="213"/>
                  <a:pt x="101" y="224"/>
                  <a:pt x="88" y="224"/>
                </a:cubicBezTo>
                <a:close/>
                <a:moveTo>
                  <a:pt x="168" y="224"/>
                </a:moveTo>
                <a:cubicBezTo>
                  <a:pt x="155" y="224"/>
                  <a:pt x="144" y="213"/>
                  <a:pt x="144" y="200"/>
                </a:cubicBezTo>
                <a:cubicBezTo>
                  <a:pt x="144" y="187"/>
                  <a:pt x="155" y="176"/>
                  <a:pt x="168" y="176"/>
                </a:cubicBezTo>
                <a:cubicBezTo>
                  <a:pt x="181" y="176"/>
                  <a:pt x="192" y="187"/>
                  <a:pt x="192" y="200"/>
                </a:cubicBezTo>
                <a:cubicBezTo>
                  <a:pt x="192" y="213"/>
                  <a:pt x="181" y="224"/>
                  <a:pt x="168" y="224"/>
                </a:cubicBezTo>
                <a:close/>
                <a:moveTo>
                  <a:pt x="36" y="54"/>
                </a:moveTo>
                <a:cubicBezTo>
                  <a:pt x="37" y="54"/>
                  <a:pt x="38" y="53"/>
                  <a:pt x="39" y="52"/>
                </a:cubicBezTo>
                <a:cubicBezTo>
                  <a:pt x="73" y="14"/>
                  <a:pt x="73" y="14"/>
                  <a:pt x="73" y="14"/>
                </a:cubicBezTo>
                <a:cubicBezTo>
                  <a:pt x="107" y="28"/>
                  <a:pt x="107" y="28"/>
                  <a:pt x="107" y="28"/>
                </a:cubicBezTo>
                <a:cubicBezTo>
                  <a:pt x="108" y="28"/>
                  <a:pt x="109" y="28"/>
                  <a:pt x="110" y="27"/>
                </a:cubicBezTo>
                <a:cubicBezTo>
                  <a:pt x="145" y="8"/>
                  <a:pt x="145" y="8"/>
                  <a:pt x="145" y="8"/>
                </a:cubicBezTo>
                <a:cubicBezTo>
                  <a:pt x="182" y="8"/>
                  <a:pt x="182" y="8"/>
                  <a:pt x="182" y="8"/>
                </a:cubicBezTo>
                <a:cubicBezTo>
                  <a:pt x="213" y="50"/>
                  <a:pt x="213" y="50"/>
                  <a:pt x="213" y="50"/>
                </a:cubicBezTo>
                <a:cubicBezTo>
                  <a:pt x="214" y="52"/>
                  <a:pt x="217" y="53"/>
                  <a:pt x="218" y="51"/>
                </a:cubicBezTo>
                <a:cubicBezTo>
                  <a:pt x="220" y="50"/>
                  <a:pt x="221" y="47"/>
                  <a:pt x="219" y="46"/>
                </a:cubicBezTo>
                <a:cubicBezTo>
                  <a:pt x="187" y="2"/>
                  <a:pt x="187" y="2"/>
                  <a:pt x="187" y="2"/>
                </a:cubicBezTo>
                <a:cubicBezTo>
                  <a:pt x="186" y="1"/>
                  <a:pt x="185" y="0"/>
                  <a:pt x="184" y="0"/>
                </a:cubicBezTo>
                <a:cubicBezTo>
                  <a:pt x="144" y="0"/>
                  <a:pt x="144" y="0"/>
                  <a:pt x="144" y="0"/>
                </a:cubicBezTo>
                <a:cubicBezTo>
                  <a:pt x="143" y="0"/>
                  <a:pt x="143" y="0"/>
                  <a:pt x="142" y="1"/>
                </a:cubicBezTo>
                <a:cubicBezTo>
                  <a:pt x="108" y="20"/>
                  <a:pt x="108" y="20"/>
                  <a:pt x="108" y="20"/>
                </a:cubicBezTo>
                <a:cubicBezTo>
                  <a:pt x="73" y="6"/>
                  <a:pt x="73" y="6"/>
                  <a:pt x="73" y="6"/>
                </a:cubicBezTo>
                <a:cubicBezTo>
                  <a:pt x="72" y="5"/>
                  <a:pt x="70" y="6"/>
                  <a:pt x="69" y="7"/>
                </a:cubicBezTo>
                <a:cubicBezTo>
                  <a:pt x="33" y="47"/>
                  <a:pt x="33" y="47"/>
                  <a:pt x="33" y="47"/>
                </a:cubicBezTo>
                <a:cubicBezTo>
                  <a:pt x="32" y="49"/>
                  <a:pt x="32" y="51"/>
                  <a:pt x="33" y="53"/>
                </a:cubicBezTo>
                <a:cubicBezTo>
                  <a:pt x="34" y="53"/>
                  <a:pt x="35" y="54"/>
                  <a:pt x="36" y="54"/>
                </a:cubicBezTo>
                <a:close/>
                <a:moveTo>
                  <a:pt x="169" y="46"/>
                </a:moveTo>
                <a:cubicBezTo>
                  <a:pt x="175" y="42"/>
                  <a:pt x="175" y="42"/>
                  <a:pt x="175" y="42"/>
                </a:cubicBezTo>
                <a:cubicBezTo>
                  <a:pt x="161" y="23"/>
                  <a:pt x="161" y="23"/>
                  <a:pt x="161" y="23"/>
                </a:cubicBezTo>
                <a:cubicBezTo>
                  <a:pt x="130" y="41"/>
                  <a:pt x="130" y="41"/>
                  <a:pt x="130" y="41"/>
                </a:cubicBezTo>
                <a:cubicBezTo>
                  <a:pt x="134" y="47"/>
                  <a:pt x="134" y="47"/>
                  <a:pt x="134" y="47"/>
                </a:cubicBezTo>
                <a:cubicBezTo>
                  <a:pt x="159" y="33"/>
                  <a:pt x="159" y="33"/>
                  <a:pt x="159" y="33"/>
                </a:cubicBezTo>
                <a:lnTo>
                  <a:pt x="169" y="4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48" name="Freeform 166">
            <a:extLst>
              <a:ext uri="{FF2B5EF4-FFF2-40B4-BE49-F238E27FC236}">
                <a16:creationId xmlns:a16="http://schemas.microsoft.com/office/drawing/2014/main" id="{0E0BAF6F-C4F9-4F06-9973-A1F5511D39E7}"/>
              </a:ext>
            </a:extLst>
          </p:cNvPr>
          <p:cNvSpPr>
            <a:spLocks noChangeAspect="1" noEditPoints="1"/>
          </p:cNvSpPr>
          <p:nvPr/>
        </p:nvSpPr>
        <p:spPr bwMode="auto">
          <a:xfrm>
            <a:off x="5411318" y="5321920"/>
            <a:ext cx="400050" cy="336550"/>
          </a:xfrm>
          <a:custGeom>
            <a:avLst/>
            <a:gdLst>
              <a:gd name="T0" fmla="*/ 196 w 256"/>
              <a:gd name="T1" fmla="*/ 86 h 216"/>
              <a:gd name="T2" fmla="*/ 210 w 256"/>
              <a:gd name="T3" fmla="*/ 104 h 216"/>
              <a:gd name="T4" fmla="*/ 164 w 256"/>
              <a:gd name="T5" fmla="*/ 82 h 216"/>
              <a:gd name="T6" fmla="*/ 168 w 256"/>
              <a:gd name="T7" fmla="*/ 110 h 216"/>
              <a:gd name="T8" fmla="*/ 176 w 256"/>
              <a:gd name="T9" fmla="*/ 106 h 216"/>
              <a:gd name="T10" fmla="*/ 227 w 256"/>
              <a:gd name="T11" fmla="*/ 62 h 216"/>
              <a:gd name="T12" fmla="*/ 91 w 256"/>
              <a:gd name="T13" fmla="*/ 42 h 216"/>
              <a:gd name="T14" fmla="*/ 0 w 256"/>
              <a:gd name="T15" fmla="*/ 44 h 216"/>
              <a:gd name="T16" fmla="*/ 70 w 256"/>
              <a:gd name="T17" fmla="*/ 68 h 216"/>
              <a:gd name="T18" fmla="*/ 113 w 256"/>
              <a:gd name="T19" fmla="*/ 144 h 216"/>
              <a:gd name="T20" fmla="*/ 255 w 256"/>
              <a:gd name="T21" fmla="*/ 106 h 216"/>
              <a:gd name="T22" fmla="*/ 72 w 256"/>
              <a:gd name="T23" fmla="*/ 60 h 216"/>
              <a:gd name="T24" fmla="*/ 86 w 256"/>
              <a:gd name="T25" fmla="*/ 48 h 216"/>
              <a:gd name="T26" fmla="*/ 222 w 256"/>
              <a:gd name="T27" fmla="*/ 68 h 216"/>
              <a:gd name="T28" fmla="*/ 120 w 256"/>
              <a:gd name="T29" fmla="*/ 82 h 216"/>
              <a:gd name="T30" fmla="*/ 128 w 256"/>
              <a:gd name="T31" fmla="*/ 118 h 216"/>
              <a:gd name="T32" fmla="*/ 136 w 256"/>
              <a:gd name="T33" fmla="*/ 114 h 216"/>
              <a:gd name="T34" fmla="*/ 32 w 256"/>
              <a:gd name="T35" fmla="*/ 176 h 216"/>
              <a:gd name="T36" fmla="*/ 72 w 256"/>
              <a:gd name="T37" fmla="*/ 136 h 216"/>
              <a:gd name="T38" fmla="*/ 72 w 256"/>
              <a:gd name="T39" fmla="*/ 144 h 216"/>
              <a:gd name="T40" fmla="*/ 72 w 256"/>
              <a:gd name="T41" fmla="*/ 156 h 216"/>
              <a:gd name="T42" fmla="*/ 92 w 256"/>
              <a:gd name="T43" fmla="*/ 176 h 216"/>
              <a:gd name="T44" fmla="*/ 60 w 256"/>
              <a:gd name="T45" fmla="*/ 176 h 216"/>
              <a:gd name="T46" fmla="*/ 72 w 256"/>
              <a:gd name="T47" fmla="*/ 188 h 216"/>
              <a:gd name="T48" fmla="*/ 208 w 256"/>
              <a:gd name="T49" fmla="*/ 196 h 216"/>
              <a:gd name="T50" fmla="*/ 208 w 256"/>
              <a:gd name="T51" fmla="*/ 188 h 216"/>
              <a:gd name="T52" fmla="*/ 220 w 256"/>
              <a:gd name="T53" fmla="*/ 176 h 216"/>
              <a:gd name="T54" fmla="*/ 168 w 256"/>
              <a:gd name="T55" fmla="*/ 176 h 216"/>
              <a:gd name="T56" fmla="*/ 208 w 256"/>
              <a:gd name="T57" fmla="*/ 136 h 216"/>
              <a:gd name="T58" fmla="*/ 208 w 256"/>
              <a:gd name="T59" fmla="*/ 144 h 216"/>
              <a:gd name="T60" fmla="*/ 156 w 256"/>
              <a:gd name="T61" fmla="*/ 144 h 216"/>
              <a:gd name="T62" fmla="*/ 128 w 256"/>
              <a:gd name="T63" fmla="*/ 188 h 216"/>
              <a:gd name="T64" fmla="*/ 120 w 256"/>
              <a:gd name="T65" fmla="*/ 156 h 216"/>
              <a:gd name="T66" fmla="*/ 152 w 256"/>
              <a:gd name="T67" fmla="*/ 196 h 216"/>
              <a:gd name="T68" fmla="*/ 156 w 256"/>
              <a:gd name="T69" fmla="*/ 144 h 216"/>
              <a:gd name="T70" fmla="*/ 80 w 256"/>
              <a:gd name="T71" fmla="*/ 122 h 216"/>
              <a:gd name="T72" fmla="*/ 20 w 256"/>
              <a:gd name="T73" fmla="*/ 80 h 216"/>
              <a:gd name="T74" fmla="*/ 4 w 256"/>
              <a:gd name="T75" fmla="*/ 104 h 216"/>
              <a:gd name="T76" fmla="*/ 4 w 256"/>
              <a:gd name="T77" fmla="*/ 200 h 216"/>
              <a:gd name="T78" fmla="*/ 24 w 256"/>
              <a:gd name="T79" fmla="*/ 149 h 216"/>
              <a:gd name="T80" fmla="*/ 24 w 256"/>
              <a:gd name="T81" fmla="*/ 88 h 216"/>
              <a:gd name="T82" fmla="*/ 24 w 256"/>
              <a:gd name="T83" fmla="*/ 104 h 216"/>
              <a:gd name="T84" fmla="*/ 8 w 256"/>
              <a:gd name="T85" fmla="*/ 192 h 216"/>
              <a:gd name="T86" fmla="*/ 16 w 256"/>
              <a:gd name="T87" fmla="*/ 192 h 216"/>
              <a:gd name="T88" fmla="*/ 8 w 256"/>
              <a:gd name="T89" fmla="*/ 152 h 216"/>
              <a:gd name="T90" fmla="*/ 37 w 256"/>
              <a:gd name="T91" fmla="*/ 121 h 216"/>
              <a:gd name="T92" fmla="*/ 8 w 256"/>
              <a:gd name="T93" fmla="*/ 144 h 216"/>
              <a:gd name="T94" fmla="*/ 65 w 256"/>
              <a:gd name="T95" fmla="*/ 112 h 216"/>
              <a:gd name="T96" fmla="*/ 37 w 256"/>
              <a:gd name="T97" fmla="*/ 121 h 216"/>
              <a:gd name="T98" fmla="*/ 128 w 256"/>
              <a:gd name="T99" fmla="*/ 20 h 216"/>
              <a:gd name="T100" fmla="*/ 197 w 256"/>
              <a:gd name="T101" fmla="*/ 51 h 216"/>
              <a:gd name="T102" fmla="*/ 203 w 256"/>
              <a:gd name="T103" fmla="*/ 45 h 216"/>
              <a:gd name="T104" fmla="*/ 127 w 256"/>
              <a:gd name="T105" fmla="*/ 12 h 216"/>
              <a:gd name="T106" fmla="*/ 66 w 256"/>
              <a:gd name="T107" fmla="*/ 2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16">
                <a:moveTo>
                  <a:pt x="204" y="82"/>
                </a:moveTo>
                <a:cubicBezTo>
                  <a:pt x="203" y="80"/>
                  <a:pt x="200" y="79"/>
                  <a:pt x="198" y="80"/>
                </a:cubicBezTo>
                <a:cubicBezTo>
                  <a:pt x="196" y="81"/>
                  <a:pt x="195" y="84"/>
                  <a:pt x="196" y="86"/>
                </a:cubicBezTo>
                <a:cubicBezTo>
                  <a:pt x="204" y="102"/>
                  <a:pt x="204" y="102"/>
                  <a:pt x="204" y="102"/>
                </a:cubicBezTo>
                <a:cubicBezTo>
                  <a:pt x="205" y="103"/>
                  <a:pt x="207" y="104"/>
                  <a:pt x="208" y="104"/>
                </a:cubicBezTo>
                <a:cubicBezTo>
                  <a:pt x="209" y="104"/>
                  <a:pt x="209" y="104"/>
                  <a:pt x="210" y="104"/>
                </a:cubicBezTo>
                <a:cubicBezTo>
                  <a:pt x="212" y="103"/>
                  <a:pt x="213" y="100"/>
                  <a:pt x="212" y="98"/>
                </a:cubicBezTo>
                <a:lnTo>
                  <a:pt x="204" y="82"/>
                </a:lnTo>
                <a:close/>
                <a:moveTo>
                  <a:pt x="164" y="82"/>
                </a:moveTo>
                <a:cubicBezTo>
                  <a:pt x="163" y="80"/>
                  <a:pt x="160" y="79"/>
                  <a:pt x="158" y="80"/>
                </a:cubicBezTo>
                <a:cubicBezTo>
                  <a:pt x="156" y="81"/>
                  <a:pt x="155" y="84"/>
                  <a:pt x="156" y="86"/>
                </a:cubicBezTo>
                <a:cubicBezTo>
                  <a:pt x="168" y="110"/>
                  <a:pt x="168" y="110"/>
                  <a:pt x="168" y="110"/>
                </a:cubicBezTo>
                <a:cubicBezTo>
                  <a:pt x="169" y="111"/>
                  <a:pt x="171" y="112"/>
                  <a:pt x="172" y="112"/>
                </a:cubicBezTo>
                <a:cubicBezTo>
                  <a:pt x="173" y="112"/>
                  <a:pt x="173" y="112"/>
                  <a:pt x="174" y="112"/>
                </a:cubicBezTo>
                <a:cubicBezTo>
                  <a:pt x="176" y="111"/>
                  <a:pt x="177" y="108"/>
                  <a:pt x="176" y="106"/>
                </a:cubicBezTo>
                <a:lnTo>
                  <a:pt x="164" y="82"/>
                </a:lnTo>
                <a:close/>
                <a:moveTo>
                  <a:pt x="255" y="106"/>
                </a:moveTo>
                <a:cubicBezTo>
                  <a:pt x="227" y="62"/>
                  <a:pt x="227" y="62"/>
                  <a:pt x="227" y="62"/>
                </a:cubicBezTo>
                <a:cubicBezTo>
                  <a:pt x="227" y="61"/>
                  <a:pt x="225" y="60"/>
                  <a:pt x="224" y="60"/>
                </a:cubicBezTo>
                <a:cubicBezTo>
                  <a:pt x="102" y="60"/>
                  <a:pt x="102" y="60"/>
                  <a:pt x="102" y="60"/>
                </a:cubicBezTo>
                <a:cubicBezTo>
                  <a:pt x="91" y="42"/>
                  <a:pt x="91" y="42"/>
                  <a:pt x="91" y="42"/>
                </a:cubicBezTo>
                <a:cubicBezTo>
                  <a:pt x="91" y="41"/>
                  <a:pt x="89" y="40"/>
                  <a:pt x="88" y="40"/>
                </a:cubicBezTo>
                <a:cubicBezTo>
                  <a:pt x="4" y="40"/>
                  <a:pt x="4" y="40"/>
                  <a:pt x="4" y="40"/>
                </a:cubicBezTo>
                <a:cubicBezTo>
                  <a:pt x="2" y="40"/>
                  <a:pt x="0" y="42"/>
                  <a:pt x="0" y="44"/>
                </a:cubicBezTo>
                <a:cubicBezTo>
                  <a:pt x="0" y="64"/>
                  <a:pt x="0" y="64"/>
                  <a:pt x="0" y="64"/>
                </a:cubicBezTo>
                <a:cubicBezTo>
                  <a:pt x="0" y="66"/>
                  <a:pt x="2" y="68"/>
                  <a:pt x="4" y="68"/>
                </a:cubicBezTo>
                <a:cubicBezTo>
                  <a:pt x="70" y="68"/>
                  <a:pt x="70" y="68"/>
                  <a:pt x="70" y="68"/>
                </a:cubicBezTo>
                <a:cubicBezTo>
                  <a:pt x="108" y="142"/>
                  <a:pt x="108" y="142"/>
                  <a:pt x="108" y="142"/>
                </a:cubicBezTo>
                <a:cubicBezTo>
                  <a:pt x="109" y="143"/>
                  <a:pt x="111" y="144"/>
                  <a:pt x="112" y="144"/>
                </a:cubicBezTo>
                <a:cubicBezTo>
                  <a:pt x="112" y="144"/>
                  <a:pt x="113" y="144"/>
                  <a:pt x="113" y="144"/>
                </a:cubicBezTo>
                <a:cubicBezTo>
                  <a:pt x="253" y="112"/>
                  <a:pt x="253" y="112"/>
                  <a:pt x="253" y="112"/>
                </a:cubicBezTo>
                <a:cubicBezTo>
                  <a:pt x="254" y="112"/>
                  <a:pt x="255" y="111"/>
                  <a:pt x="256" y="110"/>
                </a:cubicBezTo>
                <a:cubicBezTo>
                  <a:pt x="256" y="108"/>
                  <a:pt x="256" y="107"/>
                  <a:pt x="255" y="106"/>
                </a:cubicBezTo>
                <a:close/>
                <a:moveTo>
                  <a:pt x="114" y="135"/>
                </a:moveTo>
                <a:cubicBezTo>
                  <a:pt x="76" y="62"/>
                  <a:pt x="76" y="62"/>
                  <a:pt x="76" y="62"/>
                </a:cubicBezTo>
                <a:cubicBezTo>
                  <a:pt x="75" y="61"/>
                  <a:pt x="73" y="60"/>
                  <a:pt x="72" y="60"/>
                </a:cubicBezTo>
                <a:cubicBezTo>
                  <a:pt x="8" y="60"/>
                  <a:pt x="8" y="60"/>
                  <a:pt x="8" y="60"/>
                </a:cubicBezTo>
                <a:cubicBezTo>
                  <a:pt x="8" y="48"/>
                  <a:pt x="8" y="48"/>
                  <a:pt x="8" y="48"/>
                </a:cubicBezTo>
                <a:cubicBezTo>
                  <a:pt x="86" y="48"/>
                  <a:pt x="86" y="48"/>
                  <a:pt x="86" y="48"/>
                </a:cubicBezTo>
                <a:cubicBezTo>
                  <a:pt x="97" y="66"/>
                  <a:pt x="97" y="66"/>
                  <a:pt x="97" y="66"/>
                </a:cubicBezTo>
                <a:cubicBezTo>
                  <a:pt x="97" y="67"/>
                  <a:pt x="99" y="68"/>
                  <a:pt x="100" y="68"/>
                </a:cubicBezTo>
                <a:cubicBezTo>
                  <a:pt x="222" y="68"/>
                  <a:pt x="222" y="68"/>
                  <a:pt x="222" y="68"/>
                </a:cubicBezTo>
                <a:cubicBezTo>
                  <a:pt x="246" y="105"/>
                  <a:pt x="246" y="105"/>
                  <a:pt x="246" y="105"/>
                </a:cubicBezTo>
                <a:lnTo>
                  <a:pt x="114" y="135"/>
                </a:lnTo>
                <a:close/>
                <a:moveTo>
                  <a:pt x="120" y="82"/>
                </a:moveTo>
                <a:cubicBezTo>
                  <a:pt x="119" y="80"/>
                  <a:pt x="116" y="79"/>
                  <a:pt x="114" y="80"/>
                </a:cubicBezTo>
                <a:cubicBezTo>
                  <a:pt x="112" y="81"/>
                  <a:pt x="111" y="84"/>
                  <a:pt x="112" y="86"/>
                </a:cubicBezTo>
                <a:cubicBezTo>
                  <a:pt x="128" y="118"/>
                  <a:pt x="128" y="118"/>
                  <a:pt x="128" y="118"/>
                </a:cubicBezTo>
                <a:cubicBezTo>
                  <a:pt x="129" y="119"/>
                  <a:pt x="131" y="120"/>
                  <a:pt x="132" y="120"/>
                </a:cubicBezTo>
                <a:cubicBezTo>
                  <a:pt x="133" y="120"/>
                  <a:pt x="133" y="120"/>
                  <a:pt x="134" y="120"/>
                </a:cubicBezTo>
                <a:cubicBezTo>
                  <a:pt x="136" y="119"/>
                  <a:pt x="137" y="116"/>
                  <a:pt x="136" y="114"/>
                </a:cubicBezTo>
                <a:lnTo>
                  <a:pt x="120" y="82"/>
                </a:lnTo>
                <a:close/>
                <a:moveTo>
                  <a:pt x="72" y="136"/>
                </a:moveTo>
                <a:cubicBezTo>
                  <a:pt x="50" y="136"/>
                  <a:pt x="32" y="154"/>
                  <a:pt x="32" y="176"/>
                </a:cubicBezTo>
                <a:cubicBezTo>
                  <a:pt x="32" y="198"/>
                  <a:pt x="50" y="216"/>
                  <a:pt x="72" y="216"/>
                </a:cubicBezTo>
                <a:cubicBezTo>
                  <a:pt x="94" y="216"/>
                  <a:pt x="112" y="198"/>
                  <a:pt x="112" y="176"/>
                </a:cubicBezTo>
                <a:cubicBezTo>
                  <a:pt x="112" y="154"/>
                  <a:pt x="94" y="136"/>
                  <a:pt x="72" y="136"/>
                </a:cubicBezTo>
                <a:close/>
                <a:moveTo>
                  <a:pt x="72" y="208"/>
                </a:moveTo>
                <a:cubicBezTo>
                  <a:pt x="54" y="208"/>
                  <a:pt x="40" y="194"/>
                  <a:pt x="40" y="176"/>
                </a:cubicBezTo>
                <a:cubicBezTo>
                  <a:pt x="40" y="158"/>
                  <a:pt x="54" y="144"/>
                  <a:pt x="72" y="144"/>
                </a:cubicBezTo>
                <a:cubicBezTo>
                  <a:pt x="90" y="144"/>
                  <a:pt x="104" y="158"/>
                  <a:pt x="104" y="176"/>
                </a:cubicBezTo>
                <a:cubicBezTo>
                  <a:pt x="104" y="194"/>
                  <a:pt x="90" y="208"/>
                  <a:pt x="72" y="208"/>
                </a:cubicBezTo>
                <a:close/>
                <a:moveTo>
                  <a:pt x="72" y="156"/>
                </a:moveTo>
                <a:cubicBezTo>
                  <a:pt x="61" y="156"/>
                  <a:pt x="52" y="165"/>
                  <a:pt x="52" y="176"/>
                </a:cubicBezTo>
                <a:cubicBezTo>
                  <a:pt x="52" y="187"/>
                  <a:pt x="61" y="196"/>
                  <a:pt x="72" y="196"/>
                </a:cubicBezTo>
                <a:cubicBezTo>
                  <a:pt x="83" y="196"/>
                  <a:pt x="92" y="187"/>
                  <a:pt x="92" y="176"/>
                </a:cubicBezTo>
                <a:cubicBezTo>
                  <a:pt x="92" y="165"/>
                  <a:pt x="83" y="156"/>
                  <a:pt x="72" y="156"/>
                </a:cubicBezTo>
                <a:close/>
                <a:moveTo>
                  <a:pt x="72" y="188"/>
                </a:moveTo>
                <a:cubicBezTo>
                  <a:pt x="65" y="188"/>
                  <a:pt x="60" y="183"/>
                  <a:pt x="60" y="176"/>
                </a:cubicBezTo>
                <a:cubicBezTo>
                  <a:pt x="60" y="169"/>
                  <a:pt x="65" y="164"/>
                  <a:pt x="72" y="164"/>
                </a:cubicBezTo>
                <a:cubicBezTo>
                  <a:pt x="79" y="164"/>
                  <a:pt x="84" y="169"/>
                  <a:pt x="84" y="176"/>
                </a:cubicBezTo>
                <a:cubicBezTo>
                  <a:pt x="84" y="183"/>
                  <a:pt x="79" y="188"/>
                  <a:pt x="72" y="188"/>
                </a:cubicBezTo>
                <a:close/>
                <a:moveTo>
                  <a:pt x="208" y="156"/>
                </a:moveTo>
                <a:cubicBezTo>
                  <a:pt x="197" y="156"/>
                  <a:pt x="188" y="165"/>
                  <a:pt x="188" y="176"/>
                </a:cubicBezTo>
                <a:cubicBezTo>
                  <a:pt x="188" y="187"/>
                  <a:pt x="197" y="196"/>
                  <a:pt x="208" y="196"/>
                </a:cubicBezTo>
                <a:cubicBezTo>
                  <a:pt x="219" y="196"/>
                  <a:pt x="228" y="187"/>
                  <a:pt x="228" y="176"/>
                </a:cubicBezTo>
                <a:cubicBezTo>
                  <a:pt x="228" y="165"/>
                  <a:pt x="219" y="156"/>
                  <a:pt x="208" y="156"/>
                </a:cubicBezTo>
                <a:close/>
                <a:moveTo>
                  <a:pt x="208" y="188"/>
                </a:moveTo>
                <a:cubicBezTo>
                  <a:pt x="201" y="188"/>
                  <a:pt x="196" y="183"/>
                  <a:pt x="196" y="176"/>
                </a:cubicBezTo>
                <a:cubicBezTo>
                  <a:pt x="196" y="169"/>
                  <a:pt x="201" y="164"/>
                  <a:pt x="208" y="164"/>
                </a:cubicBezTo>
                <a:cubicBezTo>
                  <a:pt x="215" y="164"/>
                  <a:pt x="220" y="169"/>
                  <a:pt x="220" y="176"/>
                </a:cubicBezTo>
                <a:cubicBezTo>
                  <a:pt x="220" y="183"/>
                  <a:pt x="215" y="188"/>
                  <a:pt x="208" y="188"/>
                </a:cubicBezTo>
                <a:close/>
                <a:moveTo>
                  <a:pt x="208" y="136"/>
                </a:moveTo>
                <a:cubicBezTo>
                  <a:pt x="186" y="136"/>
                  <a:pt x="168" y="154"/>
                  <a:pt x="168" y="176"/>
                </a:cubicBezTo>
                <a:cubicBezTo>
                  <a:pt x="168" y="198"/>
                  <a:pt x="186" y="216"/>
                  <a:pt x="208" y="216"/>
                </a:cubicBezTo>
                <a:cubicBezTo>
                  <a:pt x="230" y="216"/>
                  <a:pt x="248" y="198"/>
                  <a:pt x="248" y="176"/>
                </a:cubicBezTo>
                <a:cubicBezTo>
                  <a:pt x="248" y="154"/>
                  <a:pt x="230" y="136"/>
                  <a:pt x="208" y="136"/>
                </a:cubicBezTo>
                <a:close/>
                <a:moveTo>
                  <a:pt x="208" y="208"/>
                </a:moveTo>
                <a:cubicBezTo>
                  <a:pt x="190" y="208"/>
                  <a:pt x="176" y="194"/>
                  <a:pt x="176" y="176"/>
                </a:cubicBezTo>
                <a:cubicBezTo>
                  <a:pt x="176" y="158"/>
                  <a:pt x="190" y="144"/>
                  <a:pt x="208" y="144"/>
                </a:cubicBezTo>
                <a:cubicBezTo>
                  <a:pt x="226" y="144"/>
                  <a:pt x="240" y="158"/>
                  <a:pt x="240" y="176"/>
                </a:cubicBezTo>
                <a:cubicBezTo>
                  <a:pt x="240" y="194"/>
                  <a:pt x="226" y="208"/>
                  <a:pt x="208" y="208"/>
                </a:cubicBezTo>
                <a:close/>
                <a:moveTo>
                  <a:pt x="156" y="144"/>
                </a:moveTo>
                <a:cubicBezTo>
                  <a:pt x="154" y="144"/>
                  <a:pt x="152" y="146"/>
                  <a:pt x="152" y="148"/>
                </a:cubicBezTo>
                <a:cubicBezTo>
                  <a:pt x="152" y="188"/>
                  <a:pt x="152" y="188"/>
                  <a:pt x="152" y="188"/>
                </a:cubicBezTo>
                <a:cubicBezTo>
                  <a:pt x="128" y="188"/>
                  <a:pt x="128" y="188"/>
                  <a:pt x="128" y="188"/>
                </a:cubicBezTo>
                <a:cubicBezTo>
                  <a:pt x="128" y="156"/>
                  <a:pt x="128" y="156"/>
                  <a:pt x="128" y="156"/>
                </a:cubicBezTo>
                <a:cubicBezTo>
                  <a:pt x="128" y="154"/>
                  <a:pt x="126" y="152"/>
                  <a:pt x="124" y="152"/>
                </a:cubicBezTo>
                <a:cubicBezTo>
                  <a:pt x="122" y="152"/>
                  <a:pt x="120" y="154"/>
                  <a:pt x="120" y="156"/>
                </a:cubicBezTo>
                <a:cubicBezTo>
                  <a:pt x="120" y="188"/>
                  <a:pt x="120" y="188"/>
                  <a:pt x="120" y="188"/>
                </a:cubicBezTo>
                <a:cubicBezTo>
                  <a:pt x="120" y="192"/>
                  <a:pt x="124" y="196"/>
                  <a:pt x="128" y="196"/>
                </a:cubicBezTo>
                <a:cubicBezTo>
                  <a:pt x="152" y="196"/>
                  <a:pt x="152" y="196"/>
                  <a:pt x="152" y="196"/>
                </a:cubicBezTo>
                <a:cubicBezTo>
                  <a:pt x="156" y="196"/>
                  <a:pt x="160" y="192"/>
                  <a:pt x="160" y="188"/>
                </a:cubicBezTo>
                <a:cubicBezTo>
                  <a:pt x="160" y="148"/>
                  <a:pt x="160" y="148"/>
                  <a:pt x="160" y="148"/>
                </a:cubicBezTo>
                <a:cubicBezTo>
                  <a:pt x="160" y="146"/>
                  <a:pt x="158" y="144"/>
                  <a:pt x="156" y="144"/>
                </a:cubicBezTo>
                <a:close/>
                <a:moveTo>
                  <a:pt x="76" y="128"/>
                </a:moveTo>
                <a:cubicBezTo>
                  <a:pt x="77" y="128"/>
                  <a:pt x="79" y="127"/>
                  <a:pt x="79" y="126"/>
                </a:cubicBezTo>
                <a:cubicBezTo>
                  <a:pt x="80" y="125"/>
                  <a:pt x="80" y="123"/>
                  <a:pt x="80" y="122"/>
                </a:cubicBezTo>
                <a:cubicBezTo>
                  <a:pt x="60" y="82"/>
                  <a:pt x="60" y="82"/>
                  <a:pt x="60" y="82"/>
                </a:cubicBezTo>
                <a:cubicBezTo>
                  <a:pt x="59" y="81"/>
                  <a:pt x="58" y="80"/>
                  <a:pt x="56" y="80"/>
                </a:cubicBezTo>
                <a:cubicBezTo>
                  <a:pt x="20" y="80"/>
                  <a:pt x="20" y="80"/>
                  <a:pt x="20" y="80"/>
                </a:cubicBezTo>
                <a:cubicBezTo>
                  <a:pt x="18" y="80"/>
                  <a:pt x="16" y="82"/>
                  <a:pt x="16" y="84"/>
                </a:cubicBezTo>
                <a:cubicBezTo>
                  <a:pt x="16" y="104"/>
                  <a:pt x="16" y="104"/>
                  <a:pt x="16" y="104"/>
                </a:cubicBezTo>
                <a:cubicBezTo>
                  <a:pt x="4" y="104"/>
                  <a:pt x="4" y="104"/>
                  <a:pt x="4" y="104"/>
                </a:cubicBezTo>
                <a:cubicBezTo>
                  <a:pt x="2" y="104"/>
                  <a:pt x="0" y="106"/>
                  <a:pt x="0" y="108"/>
                </a:cubicBezTo>
                <a:cubicBezTo>
                  <a:pt x="0" y="196"/>
                  <a:pt x="0" y="196"/>
                  <a:pt x="0" y="196"/>
                </a:cubicBezTo>
                <a:cubicBezTo>
                  <a:pt x="0" y="198"/>
                  <a:pt x="2" y="200"/>
                  <a:pt x="4" y="200"/>
                </a:cubicBezTo>
                <a:cubicBezTo>
                  <a:pt x="20" y="200"/>
                  <a:pt x="20" y="200"/>
                  <a:pt x="20" y="200"/>
                </a:cubicBezTo>
                <a:cubicBezTo>
                  <a:pt x="22" y="200"/>
                  <a:pt x="24" y="198"/>
                  <a:pt x="24" y="196"/>
                </a:cubicBezTo>
                <a:cubicBezTo>
                  <a:pt x="24" y="149"/>
                  <a:pt x="24" y="149"/>
                  <a:pt x="24" y="149"/>
                </a:cubicBezTo>
                <a:cubicBezTo>
                  <a:pt x="42" y="128"/>
                  <a:pt x="42" y="128"/>
                  <a:pt x="42" y="128"/>
                </a:cubicBezTo>
                <a:lnTo>
                  <a:pt x="76" y="128"/>
                </a:lnTo>
                <a:close/>
                <a:moveTo>
                  <a:pt x="24" y="88"/>
                </a:moveTo>
                <a:cubicBezTo>
                  <a:pt x="54" y="88"/>
                  <a:pt x="54" y="88"/>
                  <a:pt x="54" y="88"/>
                </a:cubicBezTo>
                <a:cubicBezTo>
                  <a:pt x="62" y="104"/>
                  <a:pt x="62" y="104"/>
                  <a:pt x="62" y="104"/>
                </a:cubicBezTo>
                <a:cubicBezTo>
                  <a:pt x="24" y="104"/>
                  <a:pt x="24" y="104"/>
                  <a:pt x="24" y="104"/>
                </a:cubicBezTo>
                <a:lnTo>
                  <a:pt x="24" y="88"/>
                </a:lnTo>
                <a:close/>
                <a:moveTo>
                  <a:pt x="16" y="192"/>
                </a:moveTo>
                <a:cubicBezTo>
                  <a:pt x="8" y="192"/>
                  <a:pt x="8" y="192"/>
                  <a:pt x="8" y="192"/>
                </a:cubicBezTo>
                <a:cubicBezTo>
                  <a:pt x="8" y="176"/>
                  <a:pt x="8" y="176"/>
                  <a:pt x="8" y="176"/>
                </a:cubicBezTo>
                <a:cubicBezTo>
                  <a:pt x="16" y="176"/>
                  <a:pt x="16" y="176"/>
                  <a:pt x="16" y="176"/>
                </a:cubicBezTo>
                <a:lnTo>
                  <a:pt x="16" y="192"/>
                </a:lnTo>
                <a:close/>
                <a:moveTo>
                  <a:pt x="16" y="168"/>
                </a:moveTo>
                <a:cubicBezTo>
                  <a:pt x="8" y="168"/>
                  <a:pt x="8" y="168"/>
                  <a:pt x="8" y="168"/>
                </a:cubicBezTo>
                <a:cubicBezTo>
                  <a:pt x="8" y="152"/>
                  <a:pt x="8" y="152"/>
                  <a:pt x="8" y="152"/>
                </a:cubicBezTo>
                <a:cubicBezTo>
                  <a:pt x="16" y="152"/>
                  <a:pt x="16" y="152"/>
                  <a:pt x="16" y="152"/>
                </a:cubicBezTo>
                <a:lnTo>
                  <a:pt x="16" y="168"/>
                </a:lnTo>
                <a:close/>
                <a:moveTo>
                  <a:pt x="37" y="121"/>
                </a:moveTo>
                <a:cubicBezTo>
                  <a:pt x="18" y="144"/>
                  <a:pt x="18" y="144"/>
                  <a:pt x="18" y="144"/>
                </a:cubicBezTo>
                <a:cubicBezTo>
                  <a:pt x="17" y="144"/>
                  <a:pt x="17" y="144"/>
                  <a:pt x="16" y="144"/>
                </a:cubicBezTo>
                <a:cubicBezTo>
                  <a:pt x="8" y="144"/>
                  <a:pt x="8" y="144"/>
                  <a:pt x="8" y="144"/>
                </a:cubicBezTo>
                <a:cubicBezTo>
                  <a:pt x="8" y="112"/>
                  <a:pt x="8" y="112"/>
                  <a:pt x="8" y="112"/>
                </a:cubicBezTo>
                <a:cubicBezTo>
                  <a:pt x="64" y="112"/>
                  <a:pt x="64" y="112"/>
                  <a:pt x="64" y="112"/>
                </a:cubicBezTo>
                <a:cubicBezTo>
                  <a:pt x="64" y="112"/>
                  <a:pt x="65" y="112"/>
                  <a:pt x="65" y="112"/>
                </a:cubicBezTo>
                <a:cubicBezTo>
                  <a:pt x="70" y="120"/>
                  <a:pt x="70" y="120"/>
                  <a:pt x="70" y="120"/>
                </a:cubicBezTo>
                <a:cubicBezTo>
                  <a:pt x="40" y="120"/>
                  <a:pt x="40" y="120"/>
                  <a:pt x="40" y="120"/>
                </a:cubicBezTo>
                <a:cubicBezTo>
                  <a:pt x="39" y="120"/>
                  <a:pt x="38" y="121"/>
                  <a:pt x="37" y="121"/>
                </a:cubicBezTo>
                <a:close/>
                <a:moveTo>
                  <a:pt x="70" y="31"/>
                </a:moveTo>
                <a:cubicBezTo>
                  <a:pt x="89" y="20"/>
                  <a:pt x="89" y="20"/>
                  <a:pt x="89" y="20"/>
                </a:cubicBezTo>
                <a:cubicBezTo>
                  <a:pt x="128" y="20"/>
                  <a:pt x="128" y="20"/>
                  <a:pt x="128" y="20"/>
                </a:cubicBezTo>
                <a:cubicBezTo>
                  <a:pt x="128" y="20"/>
                  <a:pt x="129" y="20"/>
                  <a:pt x="129" y="20"/>
                </a:cubicBezTo>
                <a:cubicBezTo>
                  <a:pt x="163" y="9"/>
                  <a:pt x="163" y="9"/>
                  <a:pt x="163" y="9"/>
                </a:cubicBezTo>
                <a:cubicBezTo>
                  <a:pt x="197" y="51"/>
                  <a:pt x="197" y="51"/>
                  <a:pt x="197" y="51"/>
                </a:cubicBezTo>
                <a:cubicBezTo>
                  <a:pt x="198" y="52"/>
                  <a:pt x="199" y="52"/>
                  <a:pt x="200" y="52"/>
                </a:cubicBezTo>
                <a:cubicBezTo>
                  <a:pt x="201" y="52"/>
                  <a:pt x="202" y="52"/>
                  <a:pt x="203" y="51"/>
                </a:cubicBezTo>
                <a:cubicBezTo>
                  <a:pt x="204" y="50"/>
                  <a:pt x="204" y="47"/>
                  <a:pt x="203" y="45"/>
                </a:cubicBezTo>
                <a:cubicBezTo>
                  <a:pt x="167" y="1"/>
                  <a:pt x="167" y="1"/>
                  <a:pt x="167" y="1"/>
                </a:cubicBezTo>
                <a:cubicBezTo>
                  <a:pt x="166" y="0"/>
                  <a:pt x="164" y="0"/>
                  <a:pt x="163" y="0"/>
                </a:cubicBezTo>
                <a:cubicBezTo>
                  <a:pt x="127" y="12"/>
                  <a:pt x="127" y="12"/>
                  <a:pt x="127" y="12"/>
                </a:cubicBezTo>
                <a:cubicBezTo>
                  <a:pt x="88" y="12"/>
                  <a:pt x="88" y="12"/>
                  <a:pt x="88" y="12"/>
                </a:cubicBezTo>
                <a:cubicBezTo>
                  <a:pt x="87" y="12"/>
                  <a:pt x="87" y="12"/>
                  <a:pt x="86" y="13"/>
                </a:cubicBezTo>
                <a:cubicBezTo>
                  <a:pt x="66" y="25"/>
                  <a:pt x="66" y="25"/>
                  <a:pt x="66" y="25"/>
                </a:cubicBezTo>
                <a:cubicBezTo>
                  <a:pt x="64" y="26"/>
                  <a:pt x="63" y="28"/>
                  <a:pt x="65" y="30"/>
                </a:cubicBezTo>
                <a:cubicBezTo>
                  <a:pt x="66" y="32"/>
                  <a:pt x="68" y="33"/>
                  <a:pt x="70" y="3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56" name="Freeform 170">
            <a:extLst>
              <a:ext uri="{FF2B5EF4-FFF2-40B4-BE49-F238E27FC236}">
                <a16:creationId xmlns:a16="http://schemas.microsoft.com/office/drawing/2014/main" id="{83DA5450-D573-44B2-B827-806DB55CA56B}"/>
              </a:ext>
            </a:extLst>
          </p:cNvPr>
          <p:cNvSpPr>
            <a:spLocks noChangeAspect="1" noEditPoints="1"/>
          </p:cNvSpPr>
          <p:nvPr/>
        </p:nvSpPr>
        <p:spPr bwMode="auto">
          <a:xfrm>
            <a:off x="6378170" y="5290170"/>
            <a:ext cx="401638" cy="400050"/>
          </a:xfrm>
          <a:custGeom>
            <a:avLst/>
            <a:gdLst>
              <a:gd name="T0" fmla="*/ 68 w 257"/>
              <a:gd name="T1" fmla="*/ 228 h 256"/>
              <a:gd name="T2" fmla="*/ 68 w 257"/>
              <a:gd name="T3" fmla="*/ 220 h 256"/>
              <a:gd name="T4" fmla="*/ 80 w 257"/>
              <a:gd name="T5" fmla="*/ 208 h 256"/>
              <a:gd name="T6" fmla="*/ 191 w 257"/>
              <a:gd name="T7" fmla="*/ 134 h 256"/>
              <a:gd name="T8" fmla="*/ 184 w 257"/>
              <a:gd name="T9" fmla="*/ 101 h 256"/>
              <a:gd name="T10" fmla="*/ 212 w 257"/>
              <a:gd name="T11" fmla="*/ 68 h 256"/>
              <a:gd name="T12" fmla="*/ 204 w 257"/>
              <a:gd name="T13" fmla="*/ 100 h 256"/>
              <a:gd name="T14" fmla="*/ 212 w 257"/>
              <a:gd name="T15" fmla="*/ 132 h 256"/>
              <a:gd name="T16" fmla="*/ 224 w 257"/>
              <a:gd name="T17" fmla="*/ 61 h 256"/>
              <a:gd name="T18" fmla="*/ 255 w 257"/>
              <a:gd name="T19" fmla="*/ 18 h 256"/>
              <a:gd name="T20" fmla="*/ 244 w 257"/>
              <a:gd name="T21" fmla="*/ 20 h 256"/>
              <a:gd name="T22" fmla="*/ 148 w 257"/>
              <a:gd name="T23" fmla="*/ 12 h 256"/>
              <a:gd name="T24" fmla="*/ 154 w 257"/>
              <a:gd name="T25" fmla="*/ 42 h 256"/>
              <a:gd name="T26" fmla="*/ 176 w 257"/>
              <a:gd name="T27" fmla="*/ 100 h 256"/>
              <a:gd name="T28" fmla="*/ 168 w 257"/>
              <a:gd name="T29" fmla="*/ 136 h 256"/>
              <a:gd name="T30" fmla="*/ 201 w 257"/>
              <a:gd name="T31" fmla="*/ 161 h 256"/>
              <a:gd name="T32" fmla="*/ 68 w 257"/>
              <a:gd name="T33" fmla="*/ 160 h 256"/>
              <a:gd name="T34" fmla="*/ 8 w 257"/>
              <a:gd name="T35" fmla="*/ 180 h 256"/>
              <a:gd name="T36" fmla="*/ 16 w 257"/>
              <a:gd name="T37" fmla="*/ 144 h 256"/>
              <a:gd name="T38" fmla="*/ 64 w 257"/>
              <a:gd name="T39" fmla="*/ 132 h 256"/>
              <a:gd name="T40" fmla="*/ 148 w 257"/>
              <a:gd name="T41" fmla="*/ 133 h 256"/>
              <a:gd name="T42" fmla="*/ 128 w 257"/>
              <a:gd name="T43" fmla="*/ 160 h 256"/>
              <a:gd name="T44" fmla="*/ 81 w 257"/>
              <a:gd name="T45" fmla="*/ 130 h 256"/>
              <a:gd name="T46" fmla="*/ 120 w 257"/>
              <a:gd name="T47" fmla="*/ 180 h 256"/>
              <a:gd name="T48" fmla="*/ 156 w 257"/>
              <a:gd name="T49" fmla="*/ 180 h 256"/>
              <a:gd name="T50" fmla="*/ 123 w 257"/>
              <a:gd name="T51" fmla="*/ 72 h 256"/>
              <a:gd name="T52" fmla="*/ 124 w 257"/>
              <a:gd name="T53" fmla="*/ 64 h 256"/>
              <a:gd name="T54" fmla="*/ 56 w 257"/>
              <a:gd name="T55" fmla="*/ 128 h 256"/>
              <a:gd name="T56" fmla="*/ 24 w 257"/>
              <a:gd name="T57" fmla="*/ 92 h 256"/>
              <a:gd name="T58" fmla="*/ 24 w 257"/>
              <a:gd name="T59" fmla="*/ 100 h 256"/>
              <a:gd name="T60" fmla="*/ 24 w 257"/>
              <a:gd name="T61" fmla="*/ 128 h 256"/>
              <a:gd name="T62" fmla="*/ 4 w 257"/>
              <a:gd name="T63" fmla="*/ 172 h 256"/>
              <a:gd name="T64" fmla="*/ 2 w 257"/>
              <a:gd name="T65" fmla="*/ 199 h 256"/>
              <a:gd name="T66" fmla="*/ 116 w 257"/>
              <a:gd name="T67" fmla="*/ 212 h 256"/>
              <a:gd name="T68" fmla="*/ 256 w 257"/>
              <a:gd name="T69" fmla="*/ 208 h 256"/>
              <a:gd name="T70" fmla="*/ 156 w 257"/>
              <a:gd name="T71" fmla="*/ 15 h 256"/>
              <a:gd name="T72" fmla="*/ 226 w 257"/>
              <a:gd name="T73" fmla="*/ 50 h 256"/>
              <a:gd name="T74" fmla="*/ 68 w 257"/>
              <a:gd name="T75" fmla="*/ 248 h 256"/>
              <a:gd name="T76" fmla="*/ 108 w 257"/>
              <a:gd name="T77" fmla="*/ 208 h 256"/>
              <a:gd name="T78" fmla="*/ 168 w 257"/>
              <a:gd name="T79" fmla="*/ 208 h 256"/>
              <a:gd name="T80" fmla="*/ 208 w 257"/>
              <a:gd name="T81" fmla="*/ 248 h 256"/>
              <a:gd name="T82" fmla="*/ 208 w 257"/>
              <a:gd name="T83" fmla="*/ 228 h 256"/>
              <a:gd name="T84" fmla="*/ 208 w 257"/>
              <a:gd name="T85" fmla="*/ 220 h 256"/>
              <a:gd name="T86" fmla="*/ 220 w 257"/>
              <a:gd name="T87" fmla="*/ 208 h 256"/>
              <a:gd name="T88" fmla="*/ 80 w 257"/>
              <a:gd name="T89" fmla="*/ 88 h 256"/>
              <a:gd name="T90" fmla="*/ 112 w 257"/>
              <a:gd name="T91" fmla="*/ 116 h 256"/>
              <a:gd name="T92" fmla="*/ 92 w 257"/>
              <a:gd name="T93" fmla="*/ 108 h 256"/>
              <a:gd name="T94" fmla="*/ 84 w 257"/>
              <a:gd name="T95" fmla="*/ 8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7" h="256">
                <a:moveTo>
                  <a:pt x="68" y="188"/>
                </a:moveTo>
                <a:cubicBezTo>
                  <a:pt x="57" y="188"/>
                  <a:pt x="48" y="197"/>
                  <a:pt x="48" y="208"/>
                </a:cubicBezTo>
                <a:cubicBezTo>
                  <a:pt x="48" y="219"/>
                  <a:pt x="57" y="228"/>
                  <a:pt x="68" y="228"/>
                </a:cubicBezTo>
                <a:cubicBezTo>
                  <a:pt x="79" y="228"/>
                  <a:pt x="88" y="219"/>
                  <a:pt x="88" y="208"/>
                </a:cubicBezTo>
                <a:cubicBezTo>
                  <a:pt x="88" y="197"/>
                  <a:pt x="79" y="188"/>
                  <a:pt x="68" y="188"/>
                </a:cubicBezTo>
                <a:close/>
                <a:moveTo>
                  <a:pt x="68" y="220"/>
                </a:moveTo>
                <a:cubicBezTo>
                  <a:pt x="61" y="220"/>
                  <a:pt x="56" y="215"/>
                  <a:pt x="56" y="208"/>
                </a:cubicBezTo>
                <a:cubicBezTo>
                  <a:pt x="56" y="201"/>
                  <a:pt x="61" y="196"/>
                  <a:pt x="68" y="196"/>
                </a:cubicBezTo>
                <a:cubicBezTo>
                  <a:pt x="75" y="196"/>
                  <a:pt x="80" y="201"/>
                  <a:pt x="80" y="208"/>
                </a:cubicBezTo>
                <a:cubicBezTo>
                  <a:pt x="80" y="215"/>
                  <a:pt x="75" y="220"/>
                  <a:pt x="68" y="220"/>
                </a:cubicBezTo>
                <a:close/>
                <a:moveTo>
                  <a:pt x="210" y="160"/>
                </a:moveTo>
                <a:cubicBezTo>
                  <a:pt x="191" y="134"/>
                  <a:pt x="191" y="134"/>
                  <a:pt x="191" y="134"/>
                </a:cubicBezTo>
                <a:cubicBezTo>
                  <a:pt x="191" y="133"/>
                  <a:pt x="189" y="132"/>
                  <a:pt x="188" y="132"/>
                </a:cubicBezTo>
                <a:cubicBezTo>
                  <a:pt x="184" y="132"/>
                  <a:pt x="184" y="132"/>
                  <a:pt x="184" y="132"/>
                </a:cubicBezTo>
                <a:cubicBezTo>
                  <a:pt x="184" y="101"/>
                  <a:pt x="184" y="101"/>
                  <a:pt x="184" y="101"/>
                </a:cubicBezTo>
                <a:cubicBezTo>
                  <a:pt x="202" y="64"/>
                  <a:pt x="202" y="64"/>
                  <a:pt x="202" y="64"/>
                </a:cubicBezTo>
                <a:cubicBezTo>
                  <a:pt x="210" y="68"/>
                  <a:pt x="210" y="68"/>
                  <a:pt x="210" y="68"/>
                </a:cubicBezTo>
                <a:cubicBezTo>
                  <a:pt x="211" y="68"/>
                  <a:pt x="211" y="68"/>
                  <a:pt x="212" y="68"/>
                </a:cubicBezTo>
                <a:cubicBezTo>
                  <a:pt x="212" y="68"/>
                  <a:pt x="213" y="68"/>
                  <a:pt x="213" y="68"/>
                </a:cubicBezTo>
                <a:cubicBezTo>
                  <a:pt x="204" y="99"/>
                  <a:pt x="204" y="99"/>
                  <a:pt x="204" y="99"/>
                </a:cubicBezTo>
                <a:cubicBezTo>
                  <a:pt x="204" y="99"/>
                  <a:pt x="204" y="100"/>
                  <a:pt x="204" y="100"/>
                </a:cubicBezTo>
                <a:cubicBezTo>
                  <a:pt x="204" y="132"/>
                  <a:pt x="204" y="132"/>
                  <a:pt x="204" y="132"/>
                </a:cubicBezTo>
                <a:cubicBezTo>
                  <a:pt x="204" y="134"/>
                  <a:pt x="206" y="136"/>
                  <a:pt x="208" y="136"/>
                </a:cubicBezTo>
                <a:cubicBezTo>
                  <a:pt x="210" y="136"/>
                  <a:pt x="212" y="134"/>
                  <a:pt x="212" y="132"/>
                </a:cubicBezTo>
                <a:cubicBezTo>
                  <a:pt x="212" y="101"/>
                  <a:pt x="212" y="101"/>
                  <a:pt x="212" y="101"/>
                </a:cubicBezTo>
                <a:cubicBezTo>
                  <a:pt x="224" y="61"/>
                  <a:pt x="224" y="61"/>
                  <a:pt x="224" y="61"/>
                </a:cubicBezTo>
                <a:cubicBezTo>
                  <a:pt x="224" y="61"/>
                  <a:pt x="224" y="61"/>
                  <a:pt x="224" y="61"/>
                </a:cubicBezTo>
                <a:cubicBezTo>
                  <a:pt x="231" y="56"/>
                  <a:pt x="231" y="56"/>
                  <a:pt x="231" y="56"/>
                </a:cubicBezTo>
                <a:cubicBezTo>
                  <a:pt x="231" y="56"/>
                  <a:pt x="232" y="55"/>
                  <a:pt x="232" y="55"/>
                </a:cubicBezTo>
                <a:cubicBezTo>
                  <a:pt x="255" y="18"/>
                  <a:pt x="255" y="18"/>
                  <a:pt x="255" y="18"/>
                </a:cubicBezTo>
                <a:cubicBezTo>
                  <a:pt x="257" y="16"/>
                  <a:pt x="256" y="13"/>
                  <a:pt x="254" y="12"/>
                </a:cubicBezTo>
                <a:cubicBezTo>
                  <a:pt x="252" y="11"/>
                  <a:pt x="250" y="11"/>
                  <a:pt x="249" y="13"/>
                </a:cubicBezTo>
                <a:cubicBezTo>
                  <a:pt x="244" y="20"/>
                  <a:pt x="244" y="20"/>
                  <a:pt x="244" y="20"/>
                </a:cubicBezTo>
                <a:cubicBezTo>
                  <a:pt x="159" y="0"/>
                  <a:pt x="159" y="0"/>
                  <a:pt x="159" y="0"/>
                </a:cubicBezTo>
                <a:cubicBezTo>
                  <a:pt x="157" y="0"/>
                  <a:pt x="156" y="0"/>
                  <a:pt x="155" y="2"/>
                </a:cubicBezTo>
                <a:cubicBezTo>
                  <a:pt x="148" y="12"/>
                  <a:pt x="148" y="12"/>
                  <a:pt x="148" y="12"/>
                </a:cubicBezTo>
                <a:cubicBezTo>
                  <a:pt x="148" y="13"/>
                  <a:pt x="148" y="14"/>
                  <a:pt x="148" y="15"/>
                </a:cubicBezTo>
                <a:cubicBezTo>
                  <a:pt x="151" y="39"/>
                  <a:pt x="151" y="39"/>
                  <a:pt x="151" y="39"/>
                </a:cubicBezTo>
                <a:cubicBezTo>
                  <a:pt x="152" y="41"/>
                  <a:pt x="152" y="42"/>
                  <a:pt x="154" y="42"/>
                </a:cubicBezTo>
                <a:cubicBezTo>
                  <a:pt x="195" y="61"/>
                  <a:pt x="195" y="61"/>
                  <a:pt x="195" y="61"/>
                </a:cubicBezTo>
                <a:cubicBezTo>
                  <a:pt x="176" y="98"/>
                  <a:pt x="176" y="98"/>
                  <a:pt x="176" y="98"/>
                </a:cubicBezTo>
                <a:cubicBezTo>
                  <a:pt x="176" y="99"/>
                  <a:pt x="176" y="99"/>
                  <a:pt x="176" y="100"/>
                </a:cubicBezTo>
                <a:cubicBezTo>
                  <a:pt x="176" y="132"/>
                  <a:pt x="176" y="132"/>
                  <a:pt x="176" y="132"/>
                </a:cubicBezTo>
                <a:cubicBezTo>
                  <a:pt x="172" y="132"/>
                  <a:pt x="172" y="132"/>
                  <a:pt x="172" y="132"/>
                </a:cubicBezTo>
                <a:cubicBezTo>
                  <a:pt x="170" y="132"/>
                  <a:pt x="168" y="134"/>
                  <a:pt x="168" y="136"/>
                </a:cubicBezTo>
                <a:cubicBezTo>
                  <a:pt x="168" y="138"/>
                  <a:pt x="170" y="140"/>
                  <a:pt x="172" y="140"/>
                </a:cubicBezTo>
                <a:cubicBezTo>
                  <a:pt x="186" y="140"/>
                  <a:pt x="186" y="140"/>
                  <a:pt x="186" y="140"/>
                </a:cubicBezTo>
                <a:cubicBezTo>
                  <a:pt x="201" y="161"/>
                  <a:pt x="201" y="161"/>
                  <a:pt x="201" y="161"/>
                </a:cubicBezTo>
                <a:cubicBezTo>
                  <a:pt x="179" y="164"/>
                  <a:pt x="162" y="182"/>
                  <a:pt x="160" y="204"/>
                </a:cubicBezTo>
                <a:cubicBezTo>
                  <a:pt x="116" y="204"/>
                  <a:pt x="116" y="204"/>
                  <a:pt x="116" y="204"/>
                </a:cubicBezTo>
                <a:cubicBezTo>
                  <a:pt x="114" y="179"/>
                  <a:pt x="93" y="160"/>
                  <a:pt x="68" y="160"/>
                </a:cubicBezTo>
                <a:cubicBezTo>
                  <a:pt x="44" y="160"/>
                  <a:pt x="24" y="178"/>
                  <a:pt x="21" y="201"/>
                </a:cubicBezTo>
                <a:cubicBezTo>
                  <a:pt x="8" y="194"/>
                  <a:pt x="8" y="194"/>
                  <a:pt x="8" y="194"/>
                </a:cubicBezTo>
                <a:cubicBezTo>
                  <a:pt x="8" y="180"/>
                  <a:pt x="8" y="180"/>
                  <a:pt x="8" y="180"/>
                </a:cubicBezTo>
                <a:cubicBezTo>
                  <a:pt x="12" y="180"/>
                  <a:pt x="12" y="180"/>
                  <a:pt x="12" y="180"/>
                </a:cubicBezTo>
                <a:cubicBezTo>
                  <a:pt x="14" y="180"/>
                  <a:pt x="16" y="178"/>
                  <a:pt x="16" y="176"/>
                </a:cubicBezTo>
                <a:cubicBezTo>
                  <a:pt x="16" y="144"/>
                  <a:pt x="16" y="144"/>
                  <a:pt x="16" y="144"/>
                </a:cubicBezTo>
                <a:cubicBezTo>
                  <a:pt x="16" y="140"/>
                  <a:pt x="20" y="136"/>
                  <a:pt x="24" y="136"/>
                </a:cubicBezTo>
                <a:cubicBezTo>
                  <a:pt x="60" y="136"/>
                  <a:pt x="60" y="136"/>
                  <a:pt x="60" y="136"/>
                </a:cubicBezTo>
                <a:cubicBezTo>
                  <a:pt x="62" y="136"/>
                  <a:pt x="64" y="134"/>
                  <a:pt x="64" y="132"/>
                </a:cubicBezTo>
                <a:cubicBezTo>
                  <a:pt x="64" y="72"/>
                  <a:pt x="64" y="72"/>
                  <a:pt x="64" y="72"/>
                </a:cubicBezTo>
                <a:cubicBezTo>
                  <a:pt x="114" y="72"/>
                  <a:pt x="114" y="72"/>
                  <a:pt x="114" y="72"/>
                </a:cubicBezTo>
                <a:cubicBezTo>
                  <a:pt x="148" y="133"/>
                  <a:pt x="148" y="133"/>
                  <a:pt x="148" y="133"/>
                </a:cubicBezTo>
                <a:cubicBezTo>
                  <a:pt x="148" y="176"/>
                  <a:pt x="148" y="176"/>
                  <a:pt x="148" y="176"/>
                </a:cubicBezTo>
                <a:cubicBezTo>
                  <a:pt x="128" y="176"/>
                  <a:pt x="128" y="176"/>
                  <a:pt x="128" y="176"/>
                </a:cubicBezTo>
                <a:cubicBezTo>
                  <a:pt x="128" y="160"/>
                  <a:pt x="128" y="160"/>
                  <a:pt x="128" y="160"/>
                </a:cubicBezTo>
                <a:cubicBezTo>
                  <a:pt x="128" y="159"/>
                  <a:pt x="127" y="157"/>
                  <a:pt x="126" y="157"/>
                </a:cubicBezTo>
                <a:cubicBezTo>
                  <a:pt x="86" y="129"/>
                  <a:pt x="86" y="129"/>
                  <a:pt x="86" y="129"/>
                </a:cubicBezTo>
                <a:cubicBezTo>
                  <a:pt x="84" y="127"/>
                  <a:pt x="82" y="128"/>
                  <a:pt x="81" y="130"/>
                </a:cubicBezTo>
                <a:cubicBezTo>
                  <a:pt x="79" y="132"/>
                  <a:pt x="80" y="134"/>
                  <a:pt x="82" y="135"/>
                </a:cubicBezTo>
                <a:cubicBezTo>
                  <a:pt x="120" y="162"/>
                  <a:pt x="120" y="162"/>
                  <a:pt x="120" y="162"/>
                </a:cubicBezTo>
                <a:cubicBezTo>
                  <a:pt x="120" y="180"/>
                  <a:pt x="120" y="180"/>
                  <a:pt x="120" y="180"/>
                </a:cubicBezTo>
                <a:cubicBezTo>
                  <a:pt x="120" y="182"/>
                  <a:pt x="122" y="184"/>
                  <a:pt x="124" y="184"/>
                </a:cubicBezTo>
                <a:cubicBezTo>
                  <a:pt x="152" y="184"/>
                  <a:pt x="152" y="184"/>
                  <a:pt x="152" y="184"/>
                </a:cubicBezTo>
                <a:cubicBezTo>
                  <a:pt x="154" y="184"/>
                  <a:pt x="156" y="182"/>
                  <a:pt x="156" y="180"/>
                </a:cubicBezTo>
                <a:cubicBezTo>
                  <a:pt x="156" y="132"/>
                  <a:pt x="156" y="132"/>
                  <a:pt x="156" y="132"/>
                </a:cubicBezTo>
                <a:cubicBezTo>
                  <a:pt x="156" y="131"/>
                  <a:pt x="156" y="131"/>
                  <a:pt x="155" y="130"/>
                </a:cubicBezTo>
                <a:cubicBezTo>
                  <a:pt x="123" y="72"/>
                  <a:pt x="123" y="72"/>
                  <a:pt x="123" y="72"/>
                </a:cubicBezTo>
                <a:cubicBezTo>
                  <a:pt x="124" y="72"/>
                  <a:pt x="124" y="72"/>
                  <a:pt x="124" y="72"/>
                </a:cubicBezTo>
                <a:cubicBezTo>
                  <a:pt x="126" y="72"/>
                  <a:pt x="128" y="70"/>
                  <a:pt x="128" y="68"/>
                </a:cubicBezTo>
                <a:cubicBezTo>
                  <a:pt x="128" y="66"/>
                  <a:pt x="126" y="64"/>
                  <a:pt x="124" y="64"/>
                </a:cubicBezTo>
                <a:cubicBezTo>
                  <a:pt x="60" y="64"/>
                  <a:pt x="60" y="64"/>
                  <a:pt x="60" y="64"/>
                </a:cubicBezTo>
                <a:cubicBezTo>
                  <a:pt x="58" y="64"/>
                  <a:pt x="56" y="66"/>
                  <a:pt x="56" y="68"/>
                </a:cubicBezTo>
                <a:cubicBezTo>
                  <a:pt x="56" y="128"/>
                  <a:pt x="56" y="128"/>
                  <a:pt x="56" y="128"/>
                </a:cubicBezTo>
                <a:cubicBezTo>
                  <a:pt x="40" y="128"/>
                  <a:pt x="40" y="128"/>
                  <a:pt x="40" y="128"/>
                </a:cubicBezTo>
                <a:cubicBezTo>
                  <a:pt x="40" y="108"/>
                  <a:pt x="40" y="108"/>
                  <a:pt x="40" y="108"/>
                </a:cubicBezTo>
                <a:cubicBezTo>
                  <a:pt x="40" y="99"/>
                  <a:pt x="33" y="92"/>
                  <a:pt x="24" y="92"/>
                </a:cubicBezTo>
                <a:cubicBezTo>
                  <a:pt x="20" y="92"/>
                  <a:pt x="20" y="92"/>
                  <a:pt x="20" y="92"/>
                </a:cubicBezTo>
                <a:cubicBezTo>
                  <a:pt x="20" y="100"/>
                  <a:pt x="20" y="100"/>
                  <a:pt x="20" y="100"/>
                </a:cubicBezTo>
                <a:cubicBezTo>
                  <a:pt x="24" y="100"/>
                  <a:pt x="24" y="100"/>
                  <a:pt x="24" y="100"/>
                </a:cubicBezTo>
                <a:cubicBezTo>
                  <a:pt x="28" y="100"/>
                  <a:pt x="32" y="104"/>
                  <a:pt x="32" y="108"/>
                </a:cubicBezTo>
                <a:cubicBezTo>
                  <a:pt x="32" y="128"/>
                  <a:pt x="32" y="128"/>
                  <a:pt x="32" y="128"/>
                </a:cubicBezTo>
                <a:cubicBezTo>
                  <a:pt x="24" y="128"/>
                  <a:pt x="24" y="128"/>
                  <a:pt x="24" y="128"/>
                </a:cubicBezTo>
                <a:cubicBezTo>
                  <a:pt x="15" y="128"/>
                  <a:pt x="8" y="135"/>
                  <a:pt x="8" y="144"/>
                </a:cubicBezTo>
                <a:cubicBezTo>
                  <a:pt x="8" y="172"/>
                  <a:pt x="8" y="172"/>
                  <a:pt x="8" y="172"/>
                </a:cubicBezTo>
                <a:cubicBezTo>
                  <a:pt x="4" y="172"/>
                  <a:pt x="4" y="172"/>
                  <a:pt x="4" y="172"/>
                </a:cubicBezTo>
                <a:cubicBezTo>
                  <a:pt x="2" y="172"/>
                  <a:pt x="0" y="174"/>
                  <a:pt x="0" y="176"/>
                </a:cubicBezTo>
                <a:cubicBezTo>
                  <a:pt x="0" y="196"/>
                  <a:pt x="0" y="196"/>
                  <a:pt x="0" y="196"/>
                </a:cubicBezTo>
                <a:cubicBezTo>
                  <a:pt x="0" y="197"/>
                  <a:pt x="1" y="199"/>
                  <a:pt x="2" y="199"/>
                </a:cubicBezTo>
                <a:cubicBezTo>
                  <a:pt x="20" y="210"/>
                  <a:pt x="20" y="210"/>
                  <a:pt x="20" y="210"/>
                </a:cubicBezTo>
                <a:cubicBezTo>
                  <a:pt x="21" y="236"/>
                  <a:pt x="42" y="256"/>
                  <a:pt x="68" y="256"/>
                </a:cubicBezTo>
                <a:cubicBezTo>
                  <a:pt x="93" y="256"/>
                  <a:pt x="114" y="237"/>
                  <a:pt x="116" y="212"/>
                </a:cubicBezTo>
                <a:cubicBezTo>
                  <a:pt x="160" y="212"/>
                  <a:pt x="160" y="212"/>
                  <a:pt x="160" y="212"/>
                </a:cubicBezTo>
                <a:cubicBezTo>
                  <a:pt x="162" y="237"/>
                  <a:pt x="183" y="256"/>
                  <a:pt x="208" y="256"/>
                </a:cubicBezTo>
                <a:cubicBezTo>
                  <a:pt x="234" y="256"/>
                  <a:pt x="256" y="234"/>
                  <a:pt x="256" y="208"/>
                </a:cubicBezTo>
                <a:cubicBezTo>
                  <a:pt x="256" y="182"/>
                  <a:pt x="236" y="161"/>
                  <a:pt x="210" y="160"/>
                </a:cubicBezTo>
                <a:close/>
                <a:moveTo>
                  <a:pt x="159" y="36"/>
                </a:moveTo>
                <a:cubicBezTo>
                  <a:pt x="156" y="15"/>
                  <a:pt x="156" y="15"/>
                  <a:pt x="156" y="15"/>
                </a:cubicBezTo>
                <a:cubicBezTo>
                  <a:pt x="160" y="9"/>
                  <a:pt x="160" y="9"/>
                  <a:pt x="160" y="9"/>
                </a:cubicBezTo>
                <a:cubicBezTo>
                  <a:pt x="240" y="27"/>
                  <a:pt x="240" y="27"/>
                  <a:pt x="240" y="27"/>
                </a:cubicBezTo>
                <a:cubicBezTo>
                  <a:pt x="226" y="50"/>
                  <a:pt x="226" y="50"/>
                  <a:pt x="226" y="50"/>
                </a:cubicBezTo>
                <a:cubicBezTo>
                  <a:pt x="212" y="60"/>
                  <a:pt x="212" y="60"/>
                  <a:pt x="212" y="60"/>
                </a:cubicBezTo>
                <a:lnTo>
                  <a:pt x="159" y="36"/>
                </a:lnTo>
                <a:close/>
                <a:moveTo>
                  <a:pt x="68" y="248"/>
                </a:moveTo>
                <a:cubicBezTo>
                  <a:pt x="46" y="248"/>
                  <a:pt x="28" y="230"/>
                  <a:pt x="28" y="208"/>
                </a:cubicBezTo>
                <a:cubicBezTo>
                  <a:pt x="28" y="186"/>
                  <a:pt x="46" y="168"/>
                  <a:pt x="68" y="168"/>
                </a:cubicBezTo>
                <a:cubicBezTo>
                  <a:pt x="90" y="168"/>
                  <a:pt x="108" y="186"/>
                  <a:pt x="108" y="208"/>
                </a:cubicBezTo>
                <a:cubicBezTo>
                  <a:pt x="108" y="230"/>
                  <a:pt x="90" y="248"/>
                  <a:pt x="68" y="248"/>
                </a:cubicBezTo>
                <a:close/>
                <a:moveTo>
                  <a:pt x="208" y="248"/>
                </a:moveTo>
                <a:cubicBezTo>
                  <a:pt x="186" y="248"/>
                  <a:pt x="168" y="230"/>
                  <a:pt x="168" y="208"/>
                </a:cubicBezTo>
                <a:cubicBezTo>
                  <a:pt x="168" y="186"/>
                  <a:pt x="186" y="168"/>
                  <a:pt x="208" y="168"/>
                </a:cubicBezTo>
                <a:cubicBezTo>
                  <a:pt x="230" y="168"/>
                  <a:pt x="248" y="186"/>
                  <a:pt x="248" y="208"/>
                </a:cubicBezTo>
                <a:cubicBezTo>
                  <a:pt x="248" y="230"/>
                  <a:pt x="230" y="248"/>
                  <a:pt x="208" y="248"/>
                </a:cubicBezTo>
                <a:close/>
                <a:moveTo>
                  <a:pt x="208" y="188"/>
                </a:moveTo>
                <a:cubicBezTo>
                  <a:pt x="197" y="188"/>
                  <a:pt x="188" y="197"/>
                  <a:pt x="188" y="208"/>
                </a:cubicBezTo>
                <a:cubicBezTo>
                  <a:pt x="188" y="219"/>
                  <a:pt x="197" y="228"/>
                  <a:pt x="208" y="228"/>
                </a:cubicBezTo>
                <a:cubicBezTo>
                  <a:pt x="219" y="228"/>
                  <a:pt x="228" y="219"/>
                  <a:pt x="228" y="208"/>
                </a:cubicBezTo>
                <a:cubicBezTo>
                  <a:pt x="228" y="197"/>
                  <a:pt x="219" y="188"/>
                  <a:pt x="208" y="188"/>
                </a:cubicBezTo>
                <a:close/>
                <a:moveTo>
                  <a:pt x="208" y="220"/>
                </a:moveTo>
                <a:cubicBezTo>
                  <a:pt x="201" y="220"/>
                  <a:pt x="196" y="215"/>
                  <a:pt x="196" y="208"/>
                </a:cubicBezTo>
                <a:cubicBezTo>
                  <a:pt x="196" y="201"/>
                  <a:pt x="201" y="196"/>
                  <a:pt x="208" y="196"/>
                </a:cubicBezTo>
                <a:cubicBezTo>
                  <a:pt x="215" y="196"/>
                  <a:pt x="220" y="201"/>
                  <a:pt x="220" y="208"/>
                </a:cubicBezTo>
                <a:cubicBezTo>
                  <a:pt x="220" y="215"/>
                  <a:pt x="215" y="220"/>
                  <a:pt x="208" y="220"/>
                </a:cubicBezTo>
                <a:close/>
                <a:moveTo>
                  <a:pt x="84" y="84"/>
                </a:moveTo>
                <a:cubicBezTo>
                  <a:pt x="82" y="84"/>
                  <a:pt x="80" y="86"/>
                  <a:pt x="80" y="88"/>
                </a:cubicBezTo>
                <a:cubicBezTo>
                  <a:pt x="80" y="104"/>
                  <a:pt x="80" y="104"/>
                  <a:pt x="80" y="104"/>
                </a:cubicBezTo>
                <a:cubicBezTo>
                  <a:pt x="80" y="111"/>
                  <a:pt x="85" y="116"/>
                  <a:pt x="92" y="116"/>
                </a:cubicBezTo>
                <a:cubicBezTo>
                  <a:pt x="112" y="116"/>
                  <a:pt x="112" y="116"/>
                  <a:pt x="112" y="116"/>
                </a:cubicBezTo>
                <a:cubicBezTo>
                  <a:pt x="114" y="116"/>
                  <a:pt x="116" y="114"/>
                  <a:pt x="116" y="112"/>
                </a:cubicBezTo>
                <a:cubicBezTo>
                  <a:pt x="116" y="110"/>
                  <a:pt x="114" y="108"/>
                  <a:pt x="112" y="108"/>
                </a:cubicBezTo>
                <a:cubicBezTo>
                  <a:pt x="92" y="108"/>
                  <a:pt x="92" y="108"/>
                  <a:pt x="92" y="108"/>
                </a:cubicBezTo>
                <a:cubicBezTo>
                  <a:pt x="90" y="108"/>
                  <a:pt x="88" y="106"/>
                  <a:pt x="88" y="104"/>
                </a:cubicBezTo>
                <a:cubicBezTo>
                  <a:pt x="88" y="88"/>
                  <a:pt x="88" y="88"/>
                  <a:pt x="88" y="88"/>
                </a:cubicBezTo>
                <a:cubicBezTo>
                  <a:pt x="88" y="86"/>
                  <a:pt x="86" y="84"/>
                  <a:pt x="84" y="8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3" name="Freeform 174">
            <a:extLst>
              <a:ext uri="{FF2B5EF4-FFF2-40B4-BE49-F238E27FC236}">
                <a16:creationId xmlns:a16="http://schemas.microsoft.com/office/drawing/2014/main" id="{51EA73E9-4887-4002-BFBA-CC275C22A6EB}"/>
              </a:ext>
            </a:extLst>
          </p:cNvPr>
          <p:cNvSpPr>
            <a:spLocks noChangeAspect="1" noEditPoints="1"/>
          </p:cNvSpPr>
          <p:nvPr/>
        </p:nvSpPr>
        <p:spPr bwMode="auto">
          <a:xfrm>
            <a:off x="7345816" y="5287642"/>
            <a:ext cx="401638" cy="387350"/>
          </a:xfrm>
          <a:custGeom>
            <a:avLst/>
            <a:gdLst>
              <a:gd name="T0" fmla="*/ 172 w 257"/>
              <a:gd name="T1" fmla="*/ 112 h 248"/>
              <a:gd name="T2" fmla="*/ 4 w 257"/>
              <a:gd name="T3" fmla="*/ 172 h 248"/>
              <a:gd name="T4" fmla="*/ 12 w 257"/>
              <a:gd name="T5" fmla="*/ 224 h 248"/>
              <a:gd name="T6" fmla="*/ 87 w 257"/>
              <a:gd name="T7" fmla="*/ 224 h 248"/>
              <a:gd name="T8" fmla="*/ 235 w 257"/>
              <a:gd name="T9" fmla="*/ 224 h 248"/>
              <a:gd name="T10" fmla="*/ 256 w 257"/>
              <a:gd name="T11" fmla="*/ 164 h 248"/>
              <a:gd name="T12" fmla="*/ 58 w 257"/>
              <a:gd name="T13" fmla="*/ 240 h 248"/>
              <a:gd name="T14" fmla="*/ 80 w 257"/>
              <a:gd name="T15" fmla="*/ 218 h 248"/>
              <a:gd name="T16" fmla="*/ 184 w 257"/>
              <a:gd name="T17" fmla="*/ 218 h 248"/>
              <a:gd name="T18" fmla="*/ 206 w 257"/>
              <a:gd name="T19" fmla="*/ 240 h 248"/>
              <a:gd name="T20" fmla="*/ 236 w 257"/>
              <a:gd name="T21" fmla="*/ 216 h 248"/>
              <a:gd name="T22" fmla="*/ 88 w 257"/>
              <a:gd name="T23" fmla="*/ 216 h 248"/>
              <a:gd name="T24" fmla="*/ 12 w 257"/>
              <a:gd name="T25" fmla="*/ 216 h 248"/>
              <a:gd name="T26" fmla="*/ 172 w 257"/>
              <a:gd name="T27" fmla="*/ 180 h 248"/>
              <a:gd name="T28" fmla="*/ 224 w 257"/>
              <a:gd name="T29" fmla="*/ 120 h 248"/>
              <a:gd name="T30" fmla="*/ 248 w 257"/>
              <a:gd name="T31" fmla="*/ 212 h 248"/>
              <a:gd name="T32" fmla="*/ 200 w 257"/>
              <a:gd name="T33" fmla="*/ 156 h 248"/>
              <a:gd name="T34" fmla="*/ 192 w 257"/>
              <a:gd name="T35" fmla="*/ 140 h 248"/>
              <a:gd name="T36" fmla="*/ 224 w 257"/>
              <a:gd name="T37" fmla="*/ 168 h 248"/>
              <a:gd name="T38" fmla="*/ 12 w 257"/>
              <a:gd name="T39" fmla="*/ 144 h 248"/>
              <a:gd name="T40" fmla="*/ 76 w 257"/>
              <a:gd name="T41" fmla="*/ 160 h 248"/>
              <a:gd name="T42" fmla="*/ 84 w 257"/>
              <a:gd name="T43" fmla="*/ 156 h 248"/>
              <a:gd name="T44" fmla="*/ 64 w 257"/>
              <a:gd name="T45" fmla="*/ 136 h 248"/>
              <a:gd name="T46" fmla="*/ 8 w 257"/>
              <a:gd name="T47" fmla="*/ 88 h 248"/>
              <a:gd name="T48" fmla="*/ 61 w 257"/>
              <a:gd name="T49" fmla="*/ 110 h 248"/>
              <a:gd name="T50" fmla="*/ 88 w 257"/>
              <a:gd name="T51" fmla="*/ 108 h 248"/>
              <a:gd name="T52" fmla="*/ 134 w 257"/>
              <a:gd name="T53" fmla="*/ 87 h 248"/>
              <a:gd name="T54" fmla="*/ 133 w 257"/>
              <a:gd name="T55" fmla="*/ 153 h 248"/>
              <a:gd name="T56" fmla="*/ 136 w 257"/>
              <a:gd name="T57" fmla="*/ 164 h 248"/>
              <a:gd name="T58" fmla="*/ 155 w 257"/>
              <a:gd name="T59" fmla="*/ 143 h 248"/>
              <a:gd name="T60" fmla="*/ 156 w 257"/>
              <a:gd name="T61" fmla="*/ 119 h 248"/>
              <a:gd name="T62" fmla="*/ 128 w 257"/>
              <a:gd name="T63" fmla="*/ 76 h 248"/>
              <a:gd name="T64" fmla="*/ 219 w 257"/>
              <a:gd name="T65" fmla="*/ 47 h 248"/>
              <a:gd name="T66" fmla="*/ 230 w 257"/>
              <a:gd name="T67" fmla="*/ 58 h 248"/>
              <a:gd name="T68" fmla="*/ 236 w 257"/>
              <a:gd name="T69" fmla="*/ 70 h 248"/>
              <a:gd name="T70" fmla="*/ 241 w 257"/>
              <a:gd name="T71" fmla="*/ 96 h 248"/>
              <a:gd name="T72" fmla="*/ 228 w 257"/>
              <a:gd name="T73" fmla="*/ 84 h 248"/>
              <a:gd name="T74" fmla="*/ 240 w 257"/>
              <a:gd name="T75" fmla="*/ 104 h 248"/>
              <a:gd name="T76" fmla="*/ 246 w 257"/>
              <a:gd name="T77" fmla="*/ 73 h 248"/>
              <a:gd name="T78" fmla="*/ 253 w 257"/>
              <a:gd name="T79" fmla="*/ 52 h 248"/>
              <a:gd name="T80" fmla="*/ 239 w 257"/>
              <a:gd name="T81" fmla="*/ 0 h 248"/>
              <a:gd name="T82" fmla="*/ 216 w 257"/>
              <a:gd name="T83" fmla="*/ 13 h 248"/>
              <a:gd name="T84" fmla="*/ 23 w 257"/>
              <a:gd name="T85" fmla="*/ 52 h 248"/>
              <a:gd name="T86" fmla="*/ 13 w 257"/>
              <a:gd name="T87" fmla="*/ 67 h 248"/>
              <a:gd name="T88" fmla="*/ 205 w 257"/>
              <a:gd name="T89" fmla="*/ 21 h 248"/>
              <a:gd name="T90" fmla="*/ 84 w 257"/>
              <a:gd name="T91" fmla="*/ 76 h 248"/>
              <a:gd name="T92" fmla="*/ 66 w 257"/>
              <a:gd name="T93" fmla="*/ 104 h 248"/>
              <a:gd name="T94" fmla="*/ 12 w 257"/>
              <a:gd name="T95" fmla="*/ 76 h 248"/>
              <a:gd name="T96" fmla="*/ 12 w 257"/>
              <a:gd name="T97" fmla="*/ 144 h 248"/>
              <a:gd name="T98" fmla="*/ 224 w 257"/>
              <a:gd name="T99" fmla="*/ 11 h 248"/>
              <a:gd name="T100" fmla="*/ 233 w 257"/>
              <a:gd name="T101" fmla="*/ 49 h 248"/>
              <a:gd name="T102" fmla="*/ 217 w 257"/>
              <a:gd name="T103" fmla="*/ 40 h 248"/>
              <a:gd name="T104" fmla="*/ 108 w 257"/>
              <a:gd name="T105" fmla="*/ 96 h 248"/>
              <a:gd name="T106" fmla="*/ 116 w 257"/>
              <a:gd name="T107" fmla="*/ 124 h 248"/>
              <a:gd name="T108" fmla="*/ 128 w 257"/>
              <a:gd name="T109" fmla="*/ 116 h 248"/>
              <a:gd name="T110" fmla="*/ 112 w 257"/>
              <a:gd name="T111" fmla="*/ 10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7" h="248">
                <a:moveTo>
                  <a:pt x="239" y="122"/>
                </a:moveTo>
                <a:cubicBezTo>
                  <a:pt x="236" y="116"/>
                  <a:pt x="230" y="112"/>
                  <a:pt x="224" y="112"/>
                </a:cubicBezTo>
                <a:cubicBezTo>
                  <a:pt x="172" y="112"/>
                  <a:pt x="172" y="112"/>
                  <a:pt x="172" y="112"/>
                </a:cubicBezTo>
                <a:cubicBezTo>
                  <a:pt x="170" y="112"/>
                  <a:pt x="168" y="114"/>
                  <a:pt x="168" y="116"/>
                </a:cubicBezTo>
                <a:cubicBezTo>
                  <a:pt x="168" y="172"/>
                  <a:pt x="168" y="172"/>
                  <a:pt x="168" y="172"/>
                </a:cubicBezTo>
                <a:cubicBezTo>
                  <a:pt x="4" y="172"/>
                  <a:pt x="4" y="172"/>
                  <a:pt x="4" y="172"/>
                </a:cubicBezTo>
                <a:cubicBezTo>
                  <a:pt x="2" y="172"/>
                  <a:pt x="0" y="174"/>
                  <a:pt x="0" y="176"/>
                </a:cubicBezTo>
                <a:cubicBezTo>
                  <a:pt x="0" y="212"/>
                  <a:pt x="0" y="212"/>
                  <a:pt x="0" y="212"/>
                </a:cubicBezTo>
                <a:cubicBezTo>
                  <a:pt x="0" y="219"/>
                  <a:pt x="5" y="224"/>
                  <a:pt x="12" y="224"/>
                </a:cubicBezTo>
                <a:cubicBezTo>
                  <a:pt x="29" y="224"/>
                  <a:pt x="29" y="224"/>
                  <a:pt x="29" y="224"/>
                </a:cubicBezTo>
                <a:cubicBezTo>
                  <a:pt x="31" y="238"/>
                  <a:pt x="44" y="248"/>
                  <a:pt x="58" y="248"/>
                </a:cubicBezTo>
                <a:cubicBezTo>
                  <a:pt x="72" y="248"/>
                  <a:pt x="85" y="238"/>
                  <a:pt x="87" y="224"/>
                </a:cubicBezTo>
                <a:cubicBezTo>
                  <a:pt x="177" y="224"/>
                  <a:pt x="177" y="224"/>
                  <a:pt x="177" y="224"/>
                </a:cubicBezTo>
                <a:cubicBezTo>
                  <a:pt x="179" y="238"/>
                  <a:pt x="192" y="248"/>
                  <a:pt x="206" y="248"/>
                </a:cubicBezTo>
                <a:cubicBezTo>
                  <a:pt x="220" y="248"/>
                  <a:pt x="233" y="238"/>
                  <a:pt x="235" y="224"/>
                </a:cubicBezTo>
                <a:cubicBezTo>
                  <a:pt x="244" y="224"/>
                  <a:pt x="244" y="224"/>
                  <a:pt x="244" y="224"/>
                </a:cubicBezTo>
                <a:cubicBezTo>
                  <a:pt x="251" y="224"/>
                  <a:pt x="256" y="219"/>
                  <a:pt x="256" y="212"/>
                </a:cubicBezTo>
                <a:cubicBezTo>
                  <a:pt x="256" y="164"/>
                  <a:pt x="256" y="164"/>
                  <a:pt x="256" y="164"/>
                </a:cubicBezTo>
                <a:cubicBezTo>
                  <a:pt x="256" y="163"/>
                  <a:pt x="256" y="163"/>
                  <a:pt x="256" y="162"/>
                </a:cubicBezTo>
                <a:lnTo>
                  <a:pt x="239" y="122"/>
                </a:lnTo>
                <a:close/>
                <a:moveTo>
                  <a:pt x="58" y="240"/>
                </a:moveTo>
                <a:cubicBezTo>
                  <a:pt x="46" y="240"/>
                  <a:pt x="36" y="230"/>
                  <a:pt x="36" y="218"/>
                </a:cubicBezTo>
                <a:cubicBezTo>
                  <a:pt x="36" y="206"/>
                  <a:pt x="46" y="196"/>
                  <a:pt x="58" y="196"/>
                </a:cubicBezTo>
                <a:cubicBezTo>
                  <a:pt x="70" y="196"/>
                  <a:pt x="80" y="206"/>
                  <a:pt x="80" y="218"/>
                </a:cubicBezTo>
                <a:cubicBezTo>
                  <a:pt x="80" y="230"/>
                  <a:pt x="70" y="240"/>
                  <a:pt x="58" y="240"/>
                </a:cubicBezTo>
                <a:close/>
                <a:moveTo>
                  <a:pt x="206" y="240"/>
                </a:moveTo>
                <a:cubicBezTo>
                  <a:pt x="194" y="240"/>
                  <a:pt x="184" y="230"/>
                  <a:pt x="184" y="218"/>
                </a:cubicBezTo>
                <a:cubicBezTo>
                  <a:pt x="184" y="206"/>
                  <a:pt x="194" y="196"/>
                  <a:pt x="206" y="196"/>
                </a:cubicBezTo>
                <a:cubicBezTo>
                  <a:pt x="218" y="196"/>
                  <a:pt x="228" y="206"/>
                  <a:pt x="228" y="218"/>
                </a:cubicBezTo>
                <a:cubicBezTo>
                  <a:pt x="228" y="230"/>
                  <a:pt x="218" y="240"/>
                  <a:pt x="206" y="240"/>
                </a:cubicBezTo>
                <a:close/>
                <a:moveTo>
                  <a:pt x="248" y="212"/>
                </a:moveTo>
                <a:cubicBezTo>
                  <a:pt x="248" y="214"/>
                  <a:pt x="246" y="216"/>
                  <a:pt x="244" y="216"/>
                </a:cubicBezTo>
                <a:cubicBezTo>
                  <a:pt x="236" y="216"/>
                  <a:pt x="236" y="216"/>
                  <a:pt x="236" y="216"/>
                </a:cubicBezTo>
                <a:cubicBezTo>
                  <a:pt x="235" y="200"/>
                  <a:pt x="222" y="188"/>
                  <a:pt x="206" y="188"/>
                </a:cubicBezTo>
                <a:cubicBezTo>
                  <a:pt x="190" y="188"/>
                  <a:pt x="177" y="200"/>
                  <a:pt x="176" y="216"/>
                </a:cubicBezTo>
                <a:cubicBezTo>
                  <a:pt x="88" y="216"/>
                  <a:pt x="88" y="216"/>
                  <a:pt x="88" y="216"/>
                </a:cubicBezTo>
                <a:cubicBezTo>
                  <a:pt x="87" y="200"/>
                  <a:pt x="74" y="188"/>
                  <a:pt x="58" y="188"/>
                </a:cubicBezTo>
                <a:cubicBezTo>
                  <a:pt x="42" y="188"/>
                  <a:pt x="29" y="200"/>
                  <a:pt x="28" y="216"/>
                </a:cubicBezTo>
                <a:cubicBezTo>
                  <a:pt x="12" y="216"/>
                  <a:pt x="12" y="216"/>
                  <a:pt x="12" y="216"/>
                </a:cubicBezTo>
                <a:cubicBezTo>
                  <a:pt x="10" y="216"/>
                  <a:pt x="8" y="214"/>
                  <a:pt x="8" y="212"/>
                </a:cubicBezTo>
                <a:cubicBezTo>
                  <a:pt x="8" y="180"/>
                  <a:pt x="8" y="180"/>
                  <a:pt x="8" y="180"/>
                </a:cubicBezTo>
                <a:cubicBezTo>
                  <a:pt x="172" y="180"/>
                  <a:pt x="172" y="180"/>
                  <a:pt x="172" y="180"/>
                </a:cubicBezTo>
                <a:cubicBezTo>
                  <a:pt x="174" y="180"/>
                  <a:pt x="176" y="178"/>
                  <a:pt x="176" y="176"/>
                </a:cubicBezTo>
                <a:cubicBezTo>
                  <a:pt x="176" y="120"/>
                  <a:pt x="176" y="120"/>
                  <a:pt x="176" y="120"/>
                </a:cubicBezTo>
                <a:cubicBezTo>
                  <a:pt x="224" y="120"/>
                  <a:pt x="224" y="120"/>
                  <a:pt x="224" y="120"/>
                </a:cubicBezTo>
                <a:cubicBezTo>
                  <a:pt x="227" y="120"/>
                  <a:pt x="230" y="122"/>
                  <a:pt x="231" y="125"/>
                </a:cubicBezTo>
                <a:cubicBezTo>
                  <a:pt x="248" y="165"/>
                  <a:pt x="248" y="165"/>
                  <a:pt x="248" y="165"/>
                </a:cubicBezTo>
                <a:lnTo>
                  <a:pt x="248" y="212"/>
                </a:lnTo>
                <a:close/>
                <a:moveTo>
                  <a:pt x="224" y="160"/>
                </a:moveTo>
                <a:cubicBezTo>
                  <a:pt x="204" y="160"/>
                  <a:pt x="204" y="160"/>
                  <a:pt x="204" y="160"/>
                </a:cubicBezTo>
                <a:cubicBezTo>
                  <a:pt x="202" y="160"/>
                  <a:pt x="200" y="158"/>
                  <a:pt x="200" y="156"/>
                </a:cubicBezTo>
                <a:cubicBezTo>
                  <a:pt x="200" y="140"/>
                  <a:pt x="200" y="140"/>
                  <a:pt x="200" y="140"/>
                </a:cubicBezTo>
                <a:cubicBezTo>
                  <a:pt x="200" y="138"/>
                  <a:pt x="198" y="136"/>
                  <a:pt x="196" y="136"/>
                </a:cubicBezTo>
                <a:cubicBezTo>
                  <a:pt x="194" y="136"/>
                  <a:pt x="192" y="138"/>
                  <a:pt x="192" y="140"/>
                </a:cubicBezTo>
                <a:cubicBezTo>
                  <a:pt x="192" y="156"/>
                  <a:pt x="192" y="156"/>
                  <a:pt x="192" y="156"/>
                </a:cubicBezTo>
                <a:cubicBezTo>
                  <a:pt x="192" y="163"/>
                  <a:pt x="197" y="168"/>
                  <a:pt x="204" y="168"/>
                </a:cubicBezTo>
                <a:cubicBezTo>
                  <a:pt x="224" y="168"/>
                  <a:pt x="224" y="168"/>
                  <a:pt x="224" y="168"/>
                </a:cubicBezTo>
                <a:cubicBezTo>
                  <a:pt x="226" y="168"/>
                  <a:pt x="228" y="166"/>
                  <a:pt x="228" y="164"/>
                </a:cubicBezTo>
                <a:cubicBezTo>
                  <a:pt x="228" y="162"/>
                  <a:pt x="226" y="160"/>
                  <a:pt x="224" y="160"/>
                </a:cubicBezTo>
                <a:close/>
                <a:moveTo>
                  <a:pt x="12" y="144"/>
                </a:moveTo>
                <a:cubicBezTo>
                  <a:pt x="62" y="144"/>
                  <a:pt x="62" y="144"/>
                  <a:pt x="62" y="144"/>
                </a:cubicBezTo>
                <a:cubicBezTo>
                  <a:pt x="76" y="158"/>
                  <a:pt x="76" y="158"/>
                  <a:pt x="76" y="158"/>
                </a:cubicBezTo>
                <a:cubicBezTo>
                  <a:pt x="76" y="160"/>
                  <a:pt x="76" y="160"/>
                  <a:pt x="76" y="160"/>
                </a:cubicBezTo>
                <a:cubicBezTo>
                  <a:pt x="76" y="162"/>
                  <a:pt x="78" y="164"/>
                  <a:pt x="80" y="164"/>
                </a:cubicBezTo>
                <a:cubicBezTo>
                  <a:pt x="82" y="164"/>
                  <a:pt x="84" y="162"/>
                  <a:pt x="84" y="160"/>
                </a:cubicBezTo>
                <a:cubicBezTo>
                  <a:pt x="84" y="156"/>
                  <a:pt x="84" y="156"/>
                  <a:pt x="84" y="156"/>
                </a:cubicBezTo>
                <a:cubicBezTo>
                  <a:pt x="84" y="155"/>
                  <a:pt x="84" y="154"/>
                  <a:pt x="83" y="153"/>
                </a:cubicBezTo>
                <a:cubicBezTo>
                  <a:pt x="67" y="137"/>
                  <a:pt x="67" y="137"/>
                  <a:pt x="67" y="137"/>
                </a:cubicBezTo>
                <a:cubicBezTo>
                  <a:pt x="66" y="136"/>
                  <a:pt x="65" y="136"/>
                  <a:pt x="64" y="136"/>
                </a:cubicBezTo>
                <a:cubicBezTo>
                  <a:pt x="12" y="136"/>
                  <a:pt x="12" y="136"/>
                  <a:pt x="12" y="136"/>
                </a:cubicBezTo>
                <a:cubicBezTo>
                  <a:pt x="10" y="136"/>
                  <a:pt x="8" y="134"/>
                  <a:pt x="8" y="132"/>
                </a:cubicBezTo>
                <a:cubicBezTo>
                  <a:pt x="8" y="88"/>
                  <a:pt x="8" y="88"/>
                  <a:pt x="8" y="88"/>
                </a:cubicBezTo>
                <a:cubicBezTo>
                  <a:pt x="8" y="86"/>
                  <a:pt x="10" y="84"/>
                  <a:pt x="12" y="84"/>
                </a:cubicBezTo>
                <a:cubicBezTo>
                  <a:pt x="42" y="84"/>
                  <a:pt x="42" y="84"/>
                  <a:pt x="42" y="84"/>
                </a:cubicBezTo>
                <a:cubicBezTo>
                  <a:pt x="61" y="110"/>
                  <a:pt x="61" y="110"/>
                  <a:pt x="61" y="110"/>
                </a:cubicBezTo>
                <a:cubicBezTo>
                  <a:pt x="61" y="111"/>
                  <a:pt x="63" y="112"/>
                  <a:pt x="64" y="112"/>
                </a:cubicBezTo>
                <a:cubicBezTo>
                  <a:pt x="84" y="112"/>
                  <a:pt x="84" y="112"/>
                  <a:pt x="84" y="112"/>
                </a:cubicBezTo>
                <a:cubicBezTo>
                  <a:pt x="86" y="112"/>
                  <a:pt x="88" y="110"/>
                  <a:pt x="88" y="108"/>
                </a:cubicBezTo>
                <a:cubicBezTo>
                  <a:pt x="88" y="84"/>
                  <a:pt x="88" y="84"/>
                  <a:pt x="88" y="84"/>
                </a:cubicBezTo>
                <a:cubicBezTo>
                  <a:pt x="131" y="84"/>
                  <a:pt x="131" y="84"/>
                  <a:pt x="131" y="84"/>
                </a:cubicBezTo>
                <a:cubicBezTo>
                  <a:pt x="132" y="84"/>
                  <a:pt x="134" y="85"/>
                  <a:pt x="134" y="87"/>
                </a:cubicBezTo>
                <a:cubicBezTo>
                  <a:pt x="148" y="121"/>
                  <a:pt x="148" y="121"/>
                  <a:pt x="148" y="121"/>
                </a:cubicBezTo>
                <a:cubicBezTo>
                  <a:pt x="148" y="138"/>
                  <a:pt x="148" y="138"/>
                  <a:pt x="148" y="138"/>
                </a:cubicBezTo>
                <a:cubicBezTo>
                  <a:pt x="133" y="153"/>
                  <a:pt x="133" y="153"/>
                  <a:pt x="133" y="153"/>
                </a:cubicBezTo>
                <a:cubicBezTo>
                  <a:pt x="132" y="154"/>
                  <a:pt x="132" y="155"/>
                  <a:pt x="132" y="156"/>
                </a:cubicBezTo>
                <a:cubicBezTo>
                  <a:pt x="132" y="160"/>
                  <a:pt x="132" y="160"/>
                  <a:pt x="132" y="160"/>
                </a:cubicBezTo>
                <a:cubicBezTo>
                  <a:pt x="132" y="162"/>
                  <a:pt x="134" y="164"/>
                  <a:pt x="136" y="164"/>
                </a:cubicBezTo>
                <a:cubicBezTo>
                  <a:pt x="138" y="164"/>
                  <a:pt x="140" y="162"/>
                  <a:pt x="140" y="160"/>
                </a:cubicBezTo>
                <a:cubicBezTo>
                  <a:pt x="140" y="158"/>
                  <a:pt x="140" y="158"/>
                  <a:pt x="140" y="158"/>
                </a:cubicBezTo>
                <a:cubicBezTo>
                  <a:pt x="155" y="143"/>
                  <a:pt x="155" y="143"/>
                  <a:pt x="155" y="143"/>
                </a:cubicBezTo>
                <a:cubicBezTo>
                  <a:pt x="156" y="142"/>
                  <a:pt x="156" y="141"/>
                  <a:pt x="156" y="140"/>
                </a:cubicBezTo>
                <a:cubicBezTo>
                  <a:pt x="156" y="120"/>
                  <a:pt x="156" y="120"/>
                  <a:pt x="156" y="120"/>
                </a:cubicBezTo>
                <a:cubicBezTo>
                  <a:pt x="156" y="119"/>
                  <a:pt x="156" y="119"/>
                  <a:pt x="156" y="119"/>
                </a:cubicBezTo>
                <a:cubicBezTo>
                  <a:pt x="142" y="84"/>
                  <a:pt x="142" y="84"/>
                  <a:pt x="142" y="84"/>
                </a:cubicBezTo>
                <a:cubicBezTo>
                  <a:pt x="140" y="79"/>
                  <a:pt x="136" y="76"/>
                  <a:pt x="131" y="76"/>
                </a:cubicBezTo>
                <a:cubicBezTo>
                  <a:pt x="128" y="76"/>
                  <a:pt x="128" y="76"/>
                  <a:pt x="128" y="76"/>
                </a:cubicBezTo>
                <a:cubicBezTo>
                  <a:pt x="217" y="56"/>
                  <a:pt x="217" y="56"/>
                  <a:pt x="217" y="56"/>
                </a:cubicBezTo>
                <a:cubicBezTo>
                  <a:pt x="219" y="55"/>
                  <a:pt x="220" y="53"/>
                  <a:pt x="220" y="51"/>
                </a:cubicBezTo>
                <a:cubicBezTo>
                  <a:pt x="219" y="47"/>
                  <a:pt x="219" y="47"/>
                  <a:pt x="219" y="47"/>
                </a:cubicBezTo>
                <a:cubicBezTo>
                  <a:pt x="224" y="47"/>
                  <a:pt x="224" y="47"/>
                  <a:pt x="224" y="47"/>
                </a:cubicBezTo>
                <a:cubicBezTo>
                  <a:pt x="226" y="55"/>
                  <a:pt x="226" y="55"/>
                  <a:pt x="226" y="55"/>
                </a:cubicBezTo>
                <a:cubicBezTo>
                  <a:pt x="227" y="57"/>
                  <a:pt x="229" y="58"/>
                  <a:pt x="230" y="58"/>
                </a:cubicBezTo>
                <a:cubicBezTo>
                  <a:pt x="231" y="58"/>
                  <a:pt x="231" y="58"/>
                  <a:pt x="231" y="58"/>
                </a:cubicBezTo>
                <a:cubicBezTo>
                  <a:pt x="236" y="57"/>
                  <a:pt x="236" y="57"/>
                  <a:pt x="236" y="57"/>
                </a:cubicBezTo>
                <a:cubicBezTo>
                  <a:pt x="236" y="70"/>
                  <a:pt x="236" y="70"/>
                  <a:pt x="236" y="70"/>
                </a:cubicBezTo>
                <a:cubicBezTo>
                  <a:pt x="236" y="75"/>
                  <a:pt x="239" y="79"/>
                  <a:pt x="243" y="81"/>
                </a:cubicBezTo>
                <a:cubicBezTo>
                  <a:pt x="247" y="82"/>
                  <a:pt x="249" y="86"/>
                  <a:pt x="248" y="89"/>
                </a:cubicBezTo>
                <a:cubicBezTo>
                  <a:pt x="247" y="93"/>
                  <a:pt x="245" y="95"/>
                  <a:pt x="241" y="96"/>
                </a:cubicBezTo>
                <a:cubicBezTo>
                  <a:pt x="239" y="96"/>
                  <a:pt x="237" y="96"/>
                  <a:pt x="235" y="94"/>
                </a:cubicBezTo>
                <a:cubicBezTo>
                  <a:pt x="233" y="93"/>
                  <a:pt x="232" y="90"/>
                  <a:pt x="232" y="88"/>
                </a:cubicBezTo>
                <a:cubicBezTo>
                  <a:pt x="232" y="86"/>
                  <a:pt x="230" y="84"/>
                  <a:pt x="228" y="84"/>
                </a:cubicBezTo>
                <a:cubicBezTo>
                  <a:pt x="226" y="84"/>
                  <a:pt x="224" y="86"/>
                  <a:pt x="224" y="88"/>
                </a:cubicBezTo>
                <a:cubicBezTo>
                  <a:pt x="224" y="93"/>
                  <a:pt x="226" y="97"/>
                  <a:pt x="230" y="100"/>
                </a:cubicBezTo>
                <a:cubicBezTo>
                  <a:pt x="233" y="103"/>
                  <a:pt x="236" y="104"/>
                  <a:pt x="240" y="104"/>
                </a:cubicBezTo>
                <a:cubicBezTo>
                  <a:pt x="241" y="104"/>
                  <a:pt x="242" y="104"/>
                  <a:pt x="243" y="104"/>
                </a:cubicBezTo>
                <a:cubicBezTo>
                  <a:pt x="249" y="103"/>
                  <a:pt x="255" y="97"/>
                  <a:pt x="256" y="91"/>
                </a:cubicBezTo>
                <a:cubicBezTo>
                  <a:pt x="257" y="83"/>
                  <a:pt x="253" y="76"/>
                  <a:pt x="246" y="73"/>
                </a:cubicBezTo>
                <a:cubicBezTo>
                  <a:pt x="245" y="73"/>
                  <a:pt x="244" y="71"/>
                  <a:pt x="244" y="70"/>
                </a:cubicBezTo>
                <a:cubicBezTo>
                  <a:pt x="244" y="54"/>
                  <a:pt x="244" y="54"/>
                  <a:pt x="244" y="54"/>
                </a:cubicBezTo>
                <a:cubicBezTo>
                  <a:pt x="253" y="52"/>
                  <a:pt x="253" y="52"/>
                  <a:pt x="253" y="52"/>
                </a:cubicBezTo>
                <a:cubicBezTo>
                  <a:pt x="255" y="51"/>
                  <a:pt x="256" y="49"/>
                  <a:pt x="256" y="47"/>
                </a:cubicBezTo>
                <a:cubicBezTo>
                  <a:pt x="244" y="3"/>
                  <a:pt x="244" y="3"/>
                  <a:pt x="244" y="3"/>
                </a:cubicBezTo>
                <a:cubicBezTo>
                  <a:pt x="243" y="1"/>
                  <a:pt x="241" y="0"/>
                  <a:pt x="239" y="0"/>
                </a:cubicBezTo>
                <a:cubicBezTo>
                  <a:pt x="219" y="4"/>
                  <a:pt x="219" y="4"/>
                  <a:pt x="219" y="4"/>
                </a:cubicBezTo>
                <a:cubicBezTo>
                  <a:pt x="217" y="4"/>
                  <a:pt x="216" y="6"/>
                  <a:pt x="216" y="8"/>
                </a:cubicBezTo>
                <a:cubicBezTo>
                  <a:pt x="216" y="13"/>
                  <a:pt x="216" y="13"/>
                  <a:pt x="216" y="13"/>
                </a:cubicBezTo>
                <a:cubicBezTo>
                  <a:pt x="212" y="15"/>
                  <a:pt x="212" y="15"/>
                  <a:pt x="212" y="15"/>
                </a:cubicBezTo>
                <a:cubicBezTo>
                  <a:pt x="211" y="13"/>
                  <a:pt x="209" y="12"/>
                  <a:pt x="207" y="12"/>
                </a:cubicBezTo>
                <a:cubicBezTo>
                  <a:pt x="23" y="52"/>
                  <a:pt x="23" y="52"/>
                  <a:pt x="23" y="52"/>
                </a:cubicBezTo>
                <a:cubicBezTo>
                  <a:pt x="22" y="52"/>
                  <a:pt x="22" y="53"/>
                  <a:pt x="21" y="53"/>
                </a:cubicBezTo>
                <a:cubicBezTo>
                  <a:pt x="13" y="61"/>
                  <a:pt x="13" y="61"/>
                  <a:pt x="13" y="61"/>
                </a:cubicBezTo>
                <a:cubicBezTo>
                  <a:pt x="12" y="63"/>
                  <a:pt x="12" y="65"/>
                  <a:pt x="13" y="67"/>
                </a:cubicBezTo>
                <a:cubicBezTo>
                  <a:pt x="15" y="68"/>
                  <a:pt x="17" y="68"/>
                  <a:pt x="19" y="67"/>
                </a:cubicBezTo>
                <a:cubicBezTo>
                  <a:pt x="26" y="60"/>
                  <a:pt x="26" y="60"/>
                  <a:pt x="26" y="60"/>
                </a:cubicBezTo>
                <a:cubicBezTo>
                  <a:pt x="205" y="21"/>
                  <a:pt x="205" y="21"/>
                  <a:pt x="205" y="21"/>
                </a:cubicBezTo>
                <a:cubicBezTo>
                  <a:pt x="211" y="49"/>
                  <a:pt x="211" y="49"/>
                  <a:pt x="211" y="49"/>
                </a:cubicBezTo>
                <a:cubicBezTo>
                  <a:pt x="92" y="76"/>
                  <a:pt x="92" y="76"/>
                  <a:pt x="92" y="76"/>
                </a:cubicBezTo>
                <a:cubicBezTo>
                  <a:pt x="84" y="76"/>
                  <a:pt x="84" y="76"/>
                  <a:pt x="84" y="76"/>
                </a:cubicBezTo>
                <a:cubicBezTo>
                  <a:pt x="82" y="76"/>
                  <a:pt x="80" y="78"/>
                  <a:pt x="80" y="80"/>
                </a:cubicBezTo>
                <a:cubicBezTo>
                  <a:pt x="80" y="104"/>
                  <a:pt x="80" y="104"/>
                  <a:pt x="80" y="104"/>
                </a:cubicBezTo>
                <a:cubicBezTo>
                  <a:pt x="66" y="104"/>
                  <a:pt x="66" y="104"/>
                  <a:pt x="66" y="104"/>
                </a:cubicBezTo>
                <a:cubicBezTo>
                  <a:pt x="47" y="78"/>
                  <a:pt x="47" y="78"/>
                  <a:pt x="47" y="78"/>
                </a:cubicBezTo>
                <a:cubicBezTo>
                  <a:pt x="47" y="77"/>
                  <a:pt x="45" y="76"/>
                  <a:pt x="44" y="76"/>
                </a:cubicBezTo>
                <a:cubicBezTo>
                  <a:pt x="12" y="76"/>
                  <a:pt x="12" y="76"/>
                  <a:pt x="12" y="76"/>
                </a:cubicBezTo>
                <a:cubicBezTo>
                  <a:pt x="5" y="76"/>
                  <a:pt x="0" y="81"/>
                  <a:pt x="0" y="88"/>
                </a:cubicBezTo>
                <a:cubicBezTo>
                  <a:pt x="0" y="132"/>
                  <a:pt x="0" y="132"/>
                  <a:pt x="0" y="132"/>
                </a:cubicBezTo>
                <a:cubicBezTo>
                  <a:pt x="0" y="139"/>
                  <a:pt x="5" y="144"/>
                  <a:pt x="12" y="144"/>
                </a:cubicBezTo>
                <a:close/>
                <a:moveTo>
                  <a:pt x="221" y="20"/>
                </a:moveTo>
                <a:cubicBezTo>
                  <a:pt x="223" y="19"/>
                  <a:pt x="224" y="18"/>
                  <a:pt x="224" y="16"/>
                </a:cubicBezTo>
                <a:cubicBezTo>
                  <a:pt x="224" y="11"/>
                  <a:pt x="224" y="11"/>
                  <a:pt x="224" y="11"/>
                </a:cubicBezTo>
                <a:cubicBezTo>
                  <a:pt x="237" y="9"/>
                  <a:pt x="237" y="9"/>
                  <a:pt x="237" y="9"/>
                </a:cubicBezTo>
                <a:cubicBezTo>
                  <a:pt x="247" y="45"/>
                  <a:pt x="247" y="45"/>
                  <a:pt x="247" y="45"/>
                </a:cubicBezTo>
                <a:cubicBezTo>
                  <a:pt x="233" y="49"/>
                  <a:pt x="233" y="49"/>
                  <a:pt x="233" y="49"/>
                </a:cubicBezTo>
                <a:cubicBezTo>
                  <a:pt x="230" y="41"/>
                  <a:pt x="230" y="41"/>
                  <a:pt x="230" y="41"/>
                </a:cubicBezTo>
                <a:cubicBezTo>
                  <a:pt x="229" y="39"/>
                  <a:pt x="227" y="38"/>
                  <a:pt x="225" y="38"/>
                </a:cubicBezTo>
                <a:cubicBezTo>
                  <a:pt x="217" y="40"/>
                  <a:pt x="217" y="40"/>
                  <a:pt x="217" y="40"/>
                </a:cubicBezTo>
                <a:cubicBezTo>
                  <a:pt x="214" y="23"/>
                  <a:pt x="214" y="23"/>
                  <a:pt x="214" y="23"/>
                </a:cubicBezTo>
                <a:lnTo>
                  <a:pt x="221" y="20"/>
                </a:lnTo>
                <a:close/>
                <a:moveTo>
                  <a:pt x="108" y="96"/>
                </a:moveTo>
                <a:cubicBezTo>
                  <a:pt x="106" y="96"/>
                  <a:pt x="104" y="98"/>
                  <a:pt x="104" y="100"/>
                </a:cubicBezTo>
                <a:cubicBezTo>
                  <a:pt x="104" y="112"/>
                  <a:pt x="104" y="112"/>
                  <a:pt x="104" y="112"/>
                </a:cubicBezTo>
                <a:cubicBezTo>
                  <a:pt x="104" y="119"/>
                  <a:pt x="109" y="124"/>
                  <a:pt x="116" y="124"/>
                </a:cubicBezTo>
                <a:cubicBezTo>
                  <a:pt x="128" y="124"/>
                  <a:pt x="128" y="124"/>
                  <a:pt x="128" y="124"/>
                </a:cubicBezTo>
                <a:cubicBezTo>
                  <a:pt x="130" y="124"/>
                  <a:pt x="132" y="122"/>
                  <a:pt x="132" y="120"/>
                </a:cubicBezTo>
                <a:cubicBezTo>
                  <a:pt x="132" y="118"/>
                  <a:pt x="130" y="116"/>
                  <a:pt x="128" y="116"/>
                </a:cubicBezTo>
                <a:cubicBezTo>
                  <a:pt x="116" y="116"/>
                  <a:pt x="116" y="116"/>
                  <a:pt x="116" y="116"/>
                </a:cubicBezTo>
                <a:cubicBezTo>
                  <a:pt x="114" y="116"/>
                  <a:pt x="112" y="114"/>
                  <a:pt x="112" y="112"/>
                </a:cubicBezTo>
                <a:cubicBezTo>
                  <a:pt x="112" y="100"/>
                  <a:pt x="112" y="100"/>
                  <a:pt x="112" y="100"/>
                </a:cubicBezTo>
                <a:cubicBezTo>
                  <a:pt x="112" y="98"/>
                  <a:pt x="110" y="96"/>
                  <a:pt x="108" y="9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74" name="Freeform 178">
            <a:extLst>
              <a:ext uri="{FF2B5EF4-FFF2-40B4-BE49-F238E27FC236}">
                <a16:creationId xmlns:a16="http://schemas.microsoft.com/office/drawing/2014/main" id="{1E4D7F33-3482-4163-A6B7-4221FB184CAA}"/>
              </a:ext>
            </a:extLst>
          </p:cNvPr>
          <p:cNvSpPr>
            <a:spLocks noChangeAspect="1" noEditPoints="1"/>
          </p:cNvSpPr>
          <p:nvPr/>
        </p:nvSpPr>
        <p:spPr bwMode="auto">
          <a:xfrm>
            <a:off x="8314256" y="5361608"/>
            <a:ext cx="400050" cy="257175"/>
          </a:xfrm>
          <a:custGeom>
            <a:avLst/>
            <a:gdLst>
              <a:gd name="T0" fmla="*/ 196 w 256"/>
              <a:gd name="T1" fmla="*/ 70 h 164"/>
              <a:gd name="T2" fmla="*/ 204 w 256"/>
              <a:gd name="T3" fmla="*/ 8 h 164"/>
              <a:gd name="T4" fmla="*/ 204 w 256"/>
              <a:gd name="T5" fmla="*/ 32 h 164"/>
              <a:gd name="T6" fmla="*/ 204 w 256"/>
              <a:gd name="T7" fmla="*/ 40 h 164"/>
              <a:gd name="T8" fmla="*/ 204 w 256"/>
              <a:gd name="T9" fmla="*/ 0 h 164"/>
              <a:gd name="T10" fmla="*/ 156 w 256"/>
              <a:gd name="T11" fmla="*/ 4 h 164"/>
              <a:gd name="T12" fmla="*/ 165 w 256"/>
              <a:gd name="T13" fmla="*/ 8 h 164"/>
              <a:gd name="T14" fmla="*/ 94 w 256"/>
              <a:gd name="T15" fmla="*/ 44 h 164"/>
              <a:gd name="T16" fmla="*/ 89 w 256"/>
              <a:gd name="T17" fmla="*/ 22 h 164"/>
              <a:gd name="T18" fmla="*/ 112 w 256"/>
              <a:gd name="T19" fmla="*/ 3 h 164"/>
              <a:gd name="T20" fmla="*/ 57 w 256"/>
              <a:gd name="T21" fmla="*/ 0 h 164"/>
              <a:gd name="T22" fmla="*/ 53 w 256"/>
              <a:gd name="T23" fmla="*/ 5 h 164"/>
              <a:gd name="T24" fmla="*/ 77 w 256"/>
              <a:gd name="T25" fmla="*/ 26 h 164"/>
              <a:gd name="T26" fmla="*/ 71 w 256"/>
              <a:gd name="T27" fmla="*/ 74 h 164"/>
              <a:gd name="T28" fmla="*/ 0 w 256"/>
              <a:gd name="T29" fmla="*/ 116 h 164"/>
              <a:gd name="T30" fmla="*/ 96 w 256"/>
              <a:gd name="T31" fmla="*/ 120 h 164"/>
              <a:gd name="T32" fmla="*/ 124 w 256"/>
              <a:gd name="T33" fmla="*/ 136 h 164"/>
              <a:gd name="T34" fmla="*/ 141 w 256"/>
              <a:gd name="T35" fmla="*/ 105 h 164"/>
              <a:gd name="T36" fmla="*/ 188 w 256"/>
              <a:gd name="T37" fmla="*/ 72 h 164"/>
              <a:gd name="T38" fmla="*/ 208 w 256"/>
              <a:gd name="T39" fmla="*/ 164 h 164"/>
              <a:gd name="T40" fmla="*/ 208 w 256"/>
              <a:gd name="T41" fmla="*/ 68 h 164"/>
              <a:gd name="T42" fmla="*/ 94 w 256"/>
              <a:gd name="T43" fmla="*/ 8 h 164"/>
              <a:gd name="T44" fmla="*/ 73 w 256"/>
              <a:gd name="T45" fmla="*/ 18 h 164"/>
              <a:gd name="T46" fmla="*/ 91 w 256"/>
              <a:gd name="T47" fmla="*/ 57 h 164"/>
              <a:gd name="T48" fmla="*/ 104 w 256"/>
              <a:gd name="T49" fmla="*/ 112 h 164"/>
              <a:gd name="T50" fmla="*/ 77 w 256"/>
              <a:gd name="T51" fmla="*/ 78 h 164"/>
              <a:gd name="T52" fmla="*/ 88 w 256"/>
              <a:gd name="T53" fmla="*/ 112 h 164"/>
              <a:gd name="T54" fmla="*/ 73 w 256"/>
              <a:gd name="T55" fmla="*/ 85 h 164"/>
              <a:gd name="T56" fmla="*/ 48 w 256"/>
              <a:gd name="T57" fmla="*/ 156 h 164"/>
              <a:gd name="T58" fmla="*/ 48 w 256"/>
              <a:gd name="T59" fmla="*/ 76 h 164"/>
              <a:gd name="T60" fmla="*/ 45 w 256"/>
              <a:gd name="T61" fmla="*/ 114 h 164"/>
              <a:gd name="T62" fmla="*/ 48 w 256"/>
              <a:gd name="T63" fmla="*/ 120 h 164"/>
              <a:gd name="T64" fmla="*/ 48 w 256"/>
              <a:gd name="T65" fmla="*/ 156 h 164"/>
              <a:gd name="T66" fmla="*/ 112 w 256"/>
              <a:gd name="T67" fmla="*/ 116 h 164"/>
              <a:gd name="T68" fmla="*/ 136 w 256"/>
              <a:gd name="T69" fmla="*/ 116 h 164"/>
              <a:gd name="T70" fmla="*/ 135 w 256"/>
              <a:gd name="T71" fmla="*/ 99 h 164"/>
              <a:gd name="T72" fmla="*/ 119 w 256"/>
              <a:gd name="T73" fmla="*/ 97 h 164"/>
              <a:gd name="T74" fmla="*/ 172 w 256"/>
              <a:gd name="T75" fmla="*/ 52 h 164"/>
              <a:gd name="T76" fmla="*/ 208 w 256"/>
              <a:gd name="T77" fmla="*/ 156 h 164"/>
              <a:gd name="T78" fmla="*/ 191 w 256"/>
              <a:gd name="T79" fmla="*/ 80 h 164"/>
              <a:gd name="T80" fmla="*/ 208 w 256"/>
              <a:gd name="T81" fmla="*/ 120 h 164"/>
              <a:gd name="T82" fmla="*/ 212 w 256"/>
              <a:gd name="T83" fmla="*/ 115 h 164"/>
              <a:gd name="T84" fmla="*/ 208 w 256"/>
              <a:gd name="T85" fmla="*/ 76 h 164"/>
              <a:gd name="T86" fmla="*/ 208 w 256"/>
              <a:gd name="T87" fmla="*/ 156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164">
                <a:moveTo>
                  <a:pt x="208" y="68"/>
                </a:moveTo>
                <a:cubicBezTo>
                  <a:pt x="204" y="68"/>
                  <a:pt x="200" y="69"/>
                  <a:pt x="196" y="70"/>
                </a:cubicBezTo>
                <a:cubicBezTo>
                  <a:pt x="174" y="8"/>
                  <a:pt x="174" y="8"/>
                  <a:pt x="174" y="8"/>
                </a:cubicBezTo>
                <a:cubicBezTo>
                  <a:pt x="204" y="8"/>
                  <a:pt x="204" y="8"/>
                  <a:pt x="204" y="8"/>
                </a:cubicBezTo>
                <a:cubicBezTo>
                  <a:pt x="211" y="8"/>
                  <a:pt x="216" y="13"/>
                  <a:pt x="216" y="20"/>
                </a:cubicBezTo>
                <a:cubicBezTo>
                  <a:pt x="216" y="27"/>
                  <a:pt x="211" y="32"/>
                  <a:pt x="204" y="32"/>
                </a:cubicBezTo>
                <a:cubicBezTo>
                  <a:pt x="202" y="32"/>
                  <a:pt x="200" y="34"/>
                  <a:pt x="200" y="36"/>
                </a:cubicBezTo>
                <a:cubicBezTo>
                  <a:pt x="200" y="38"/>
                  <a:pt x="202" y="40"/>
                  <a:pt x="204" y="40"/>
                </a:cubicBezTo>
                <a:cubicBezTo>
                  <a:pt x="215" y="40"/>
                  <a:pt x="224" y="31"/>
                  <a:pt x="224" y="20"/>
                </a:cubicBezTo>
                <a:cubicBezTo>
                  <a:pt x="224" y="9"/>
                  <a:pt x="215" y="0"/>
                  <a:pt x="204" y="0"/>
                </a:cubicBezTo>
                <a:cubicBezTo>
                  <a:pt x="160" y="0"/>
                  <a:pt x="160" y="0"/>
                  <a:pt x="160" y="0"/>
                </a:cubicBezTo>
                <a:cubicBezTo>
                  <a:pt x="158" y="0"/>
                  <a:pt x="156" y="2"/>
                  <a:pt x="156" y="4"/>
                </a:cubicBezTo>
                <a:cubicBezTo>
                  <a:pt x="156" y="6"/>
                  <a:pt x="158" y="8"/>
                  <a:pt x="160" y="8"/>
                </a:cubicBezTo>
                <a:cubicBezTo>
                  <a:pt x="165" y="8"/>
                  <a:pt x="165" y="8"/>
                  <a:pt x="165" y="8"/>
                </a:cubicBezTo>
                <a:cubicBezTo>
                  <a:pt x="178" y="44"/>
                  <a:pt x="178" y="44"/>
                  <a:pt x="178" y="44"/>
                </a:cubicBezTo>
                <a:cubicBezTo>
                  <a:pt x="94" y="44"/>
                  <a:pt x="94" y="44"/>
                  <a:pt x="94" y="44"/>
                </a:cubicBezTo>
                <a:cubicBezTo>
                  <a:pt x="85" y="25"/>
                  <a:pt x="85" y="25"/>
                  <a:pt x="85" y="25"/>
                </a:cubicBezTo>
                <a:cubicBezTo>
                  <a:pt x="86" y="24"/>
                  <a:pt x="88" y="23"/>
                  <a:pt x="89" y="22"/>
                </a:cubicBezTo>
                <a:cubicBezTo>
                  <a:pt x="96" y="15"/>
                  <a:pt x="110" y="8"/>
                  <a:pt x="110" y="8"/>
                </a:cubicBezTo>
                <a:cubicBezTo>
                  <a:pt x="112" y="7"/>
                  <a:pt x="113" y="5"/>
                  <a:pt x="112" y="3"/>
                </a:cubicBezTo>
                <a:cubicBezTo>
                  <a:pt x="112" y="1"/>
                  <a:pt x="110" y="0"/>
                  <a:pt x="109" y="0"/>
                </a:cubicBezTo>
                <a:cubicBezTo>
                  <a:pt x="57" y="0"/>
                  <a:pt x="57" y="0"/>
                  <a:pt x="57" y="0"/>
                </a:cubicBezTo>
                <a:cubicBezTo>
                  <a:pt x="56" y="0"/>
                  <a:pt x="54" y="1"/>
                  <a:pt x="54" y="1"/>
                </a:cubicBezTo>
                <a:cubicBezTo>
                  <a:pt x="53" y="2"/>
                  <a:pt x="53" y="4"/>
                  <a:pt x="53" y="5"/>
                </a:cubicBezTo>
                <a:cubicBezTo>
                  <a:pt x="55" y="15"/>
                  <a:pt x="61" y="23"/>
                  <a:pt x="70" y="25"/>
                </a:cubicBezTo>
                <a:cubicBezTo>
                  <a:pt x="73" y="26"/>
                  <a:pt x="75" y="26"/>
                  <a:pt x="77" y="26"/>
                </a:cubicBezTo>
                <a:cubicBezTo>
                  <a:pt x="87" y="48"/>
                  <a:pt x="87" y="48"/>
                  <a:pt x="87" y="48"/>
                </a:cubicBezTo>
                <a:cubicBezTo>
                  <a:pt x="71" y="74"/>
                  <a:pt x="71" y="74"/>
                  <a:pt x="71" y="74"/>
                </a:cubicBezTo>
                <a:cubicBezTo>
                  <a:pt x="64" y="70"/>
                  <a:pt x="56" y="68"/>
                  <a:pt x="48" y="68"/>
                </a:cubicBezTo>
                <a:cubicBezTo>
                  <a:pt x="22" y="68"/>
                  <a:pt x="0" y="90"/>
                  <a:pt x="0" y="116"/>
                </a:cubicBezTo>
                <a:cubicBezTo>
                  <a:pt x="0" y="142"/>
                  <a:pt x="22" y="164"/>
                  <a:pt x="48" y="164"/>
                </a:cubicBezTo>
                <a:cubicBezTo>
                  <a:pt x="73" y="164"/>
                  <a:pt x="94" y="145"/>
                  <a:pt x="96" y="120"/>
                </a:cubicBezTo>
                <a:cubicBezTo>
                  <a:pt x="104" y="120"/>
                  <a:pt x="104" y="120"/>
                  <a:pt x="104" y="120"/>
                </a:cubicBezTo>
                <a:cubicBezTo>
                  <a:pt x="106" y="129"/>
                  <a:pt x="114" y="136"/>
                  <a:pt x="124" y="136"/>
                </a:cubicBezTo>
                <a:cubicBezTo>
                  <a:pt x="135" y="136"/>
                  <a:pt x="144" y="127"/>
                  <a:pt x="144" y="116"/>
                </a:cubicBezTo>
                <a:cubicBezTo>
                  <a:pt x="144" y="112"/>
                  <a:pt x="143" y="108"/>
                  <a:pt x="141" y="105"/>
                </a:cubicBezTo>
                <a:cubicBezTo>
                  <a:pt x="181" y="53"/>
                  <a:pt x="181" y="53"/>
                  <a:pt x="181" y="53"/>
                </a:cubicBezTo>
                <a:cubicBezTo>
                  <a:pt x="188" y="72"/>
                  <a:pt x="188" y="72"/>
                  <a:pt x="188" y="72"/>
                </a:cubicBezTo>
                <a:cubicBezTo>
                  <a:pt x="172" y="80"/>
                  <a:pt x="160" y="97"/>
                  <a:pt x="160" y="116"/>
                </a:cubicBezTo>
                <a:cubicBezTo>
                  <a:pt x="160" y="142"/>
                  <a:pt x="182" y="164"/>
                  <a:pt x="208" y="164"/>
                </a:cubicBezTo>
                <a:cubicBezTo>
                  <a:pt x="234" y="164"/>
                  <a:pt x="256" y="142"/>
                  <a:pt x="256" y="116"/>
                </a:cubicBezTo>
                <a:cubicBezTo>
                  <a:pt x="256" y="90"/>
                  <a:pt x="234" y="68"/>
                  <a:pt x="208" y="68"/>
                </a:cubicBezTo>
                <a:close/>
                <a:moveTo>
                  <a:pt x="62" y="8"/>
                </a:moveTo>
                <a:cubicBezTo>
                  <a:pt x="94" y="8"/>
                  <a:pt x="94" y="8"/>
                  <a:pt x="94" y="8"/>
                </a:cubicBezTo>
                <a:cubicBezTo>
                  <a:pt x="90" y="10"/>
                  <a:pt x="86" y="13"/>
                  <a:pt x="84" y="16"/>
                </a:cubicBezTo>
                <a:cubicBezTo>
                  <a:pt x="81" y="18"/>
                  <a:pt x="77" y="19"/>
                  <a:pt x="73" y="18"/>
                </a:cubicBezTo>
                <a:cubicBezTo>
                  <a:pt x="70" y="17"/>
                  <a:pt x="65" y="15"/>
                  <a:pt x="62" y="8"/>
                </a:cubicBezTo>
                <a:close/>
                <a:moveTo>
                  <a:pt x="91" y="57"/>
                </a:moveTo>
                <a:cubicBezTo>
                  <a:pt x="112" y="100"/>
                  <a:pt x="112" y="100"/>
                  <a:pt x="112" y="100"/>
                </a:cubicBezTo>
                <a:cubicBezTo>
                  <a:pt x="108" y="103"/>
                  <a:pt x="105" y="107"/>
                  <a:pt x="104" y="112"/>
                </a:cubicBezTo>
                <a:cubicBezTo>
                  <a:pt x="96" y="112"/>
                  <a:pt x="96" y="112"/>
                  <a:pt x="96" y="112"/>
                </a:cubicBezTo>
                <a:cubicBezTo>
                  <a:pt x="95" y="98"/>
                  <a:pt x="88" y="86"/>
                  <a:pt x="77" y="78"/>
                </a:cubicBezTo>
                <a:lnTo>
                  <a:pt x="91" y="57"/>
                </a:lnTo>
                <a:close/>
                <a:moveTo>
                  <a:pt x="88" y="112"/>
                </a:moveTo>
                <a:cubicBezTo>
                  <a:pt x="55" y="112"/>
                  <a:pt x="55" y="112"/>
                  <a:pt x="55" y="112"/>
                </a:cubicBezTo>
                <a:cubicBezTo>
                  <a:pt x="73" y="85"/>
                  <a:pt x="73" y="85"/>
                  <a:pt x="73" y="85"/>
                </a:cubicBezTo>
                <a:cubicBezTo>
                  <a:pt x="81" y="91"/>
                  <a:pt x="87" y="101"/>
                  <a:pt x="88" y="112"/>
                </a:cubicBezTo>
                <a:close/>
                <a:moveTo>
                  <a:pt x="48" y="156"/>
                </a:moveTo>
                <a:cubicBezTo>
                  <a:pt x="26" y="156"/>
                  <a:pt x="8" y="138"/>
                  <a:pt x="8" y="116"/>
                </a:cubicBezTo>
                <a:cubicBezTo>
                  <a:pt x="8" y="94"/>
                  <a:pt x="26" y="76"/>
                  <a:pt x="48" y="76"/>
                </a:cubicBezTo>
                <a:cubicBezTo>
                  <a:pt x="55" y="76"/>
                  <a:pt x="61" y="78"/>
                  <a:pt x="66" y="80"/>
                </a:cubicBezTo>
                <a:cubicBezTo>
                  <a:pt x="45" y="114"/>
                  <a:pt x="45" y="114"/>
                  <a:pt x="45" y="114"/>
                </a:cubicBezTo>
                <a:cubicBezTo>
                  <a:pt x="44" y="115"/>
                  <a:pt x="44" y="117"/>
                  <a:pt x="44" y="118"/>
                </a:cubicBezTo>
                <a:cubicBezTo>
                  <a:pt x="45" y="119"/>
                  <a:pt x="47" y="120"/>
                  <a:pt x="48" y="120"/>
                </a:cubicBezTo>
                <a:cubicBezTo>
                  <a:pt x="88" y="120"/>
                  <a:pt x="88" y="120"/>
                  <a:pt x="88" y="120"/>
                </a:cubicBezTo>
                <a:cubicBezTo>
                  <a:pt x="86" y="140"/>
                  <a:pt x="69" y="156"/>
                  <a:pt x="48" y="156"/>
                </a:cubicBezTo>
                <a:close/>
                <a:moveTo>
                  <a:pt x="124" y="128"/>
                </a:moveTo>
                <a:cubicBezTo>
                  <a:pt x="117" y="128"/>
                  <a:pt x="112" y="123"/>
                  <a:pt x="112" y="116"/>
                </a:cubicBezTo>
                <a:cubicBezTo>
                  <a:pt x="112" y="109"/>
                  <a:pt x="117" y="104"/>
                  <a:pt x="124" y="104"/>
                </a:cubicBezTo>
                <a:cubicBezTo>
                  <a:pt x="131" y="104"/>
                  <a:pt x="136" y="109"/>
                  <a:pt x="136" y="116"/>
                </a:cubicBezTo>
                <a:cubicBezTo>
                  <a:pt x="136" y="123"/>
                  <a:pt x="131" y="128"/>
                  <a:pt x="124" y="128"/>
                </a:cubicBezTo>
                <a:close/>
                <a:moveTo>
                  <a:pt x="135" y="99"/>
                </a:moveTo>
                <a:cubicBezTo>
                  <a:pt x="132" y="97"/>
                  <a:pt x="128" y="96"/>
                  <a:pt x="124" y="96"/>
                </a:cubicBezTo>
                <a:cubicBezTo>
                  <a:pt x="122" y="96"/>
                  <a:pt x="121" y="96"/>
                  <a:pt x="119" y="97"/>
                </a:cubicBezTo>
                <a:cubicBezTo>
                  <a:pt x="98" y="52"/>
                  <a:pt x="98" y="52"/>
                  <a:pt x="98" y="52"/>
                </a:cubicBezTo>
                <a:cubicBezTo>
                  <a:pt x="172" y="52"/>
                  <a:pt x="172" y="52"/>
                  <a:pt x="172" y="52"/>
                </a:cubicBezTo>
                <a:lnTo>
                  <a:pt x="135" y="99"/>
                </a:lnTo>
                <a:close/>
                <a:moveTo>
                  <a:pt x="208" y="156"/>
                </a:moveTo>
                <a:cubicBezTo>
                  <a:pt x="186" y="156"/>
                  <a:pt x="168" y="138"/>
                  <a:pt x="168" y="116"/>
                </a:cubicBezTo>
                <a:cubicBezTo>
                  <a:pt x="168" y="100"/>
                  <a:pt x="177" y="86"/>
                  <a:pt x="191" y="80"/>
                </a:cubicBezTo>
                <a:cubicBezTo>
                  <a:pt x="204" y="117"/>
                  <a:pt x="204" y="117"/>
                  <a:pt x="204" y="117"/>
                </a:cubicBezTo>
                <a:cubicBezTo>
                  <a:pt x="205" y="119"/>
                  <a:pt x="206" y="120"/>
                  <a:pt x="208" y="120"/>
                </a:cubicBezTo>
                <a:cubicBezTo>
                  <a:pt x="208" y="120"/>
                  <a:pt x="209" y="120"/>
                  <a:pt x="209" y="120"/>
                </a:cubicBezTo>
                <a:cubicBezTo>
                  <a:pt x="211" y="119"/>
                  <a:pt x="213" y="117"/>
                  <a:pt x="212" y="115"/>
                </a:cubicBezTo>
                <a:cubicBezTo>
                  <a:pt x="198" y="77"/>
                  <a:pt x="198" y="77"/>
                  <a:pt x="198" y="77"/>
                </a:cubicBezTo>
                <a:cubicBezTo>
                  <a:pt x="201" y="76"/>
                  <a:pt x="205" y="76"/>
                  <a:pt x="208" y="76"/>
                </a:cubicBezTo>
                <a:cubicBezTo>
                  <a:pt x="230" y="76"/>
                  <a:pt x="248" y="94"/>
                  <a:pt x="248" y="116"/>
                </a:cubicBezTo>
                <a:cubicBezTo>
                  <a:pt x="248" y="138"/>
                  <a:pt x="230" y="156"/>
                  <a:pt x="208" y="1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82" name="Freeform 182">
            <a:extLst>
              <a:ext uri="{FF2B5EF4-FFF2-40B4-BE49-F238E27FC236}">
                <a16:creationId xmlns:a16="http://schemas.microsoft.com/office/drawing/2014/main" id="{EA93C28C-BB22-4D90-8EF2-1EBD07B68DBE}"/>
              </a:ext>
            </a:extLst>
          </p:cNvPr>
          <p:cNvSpPr>
            <a:spLocks noChangeAspect="1" noEditPoints="1"/>
          </p:cNvSpPr>
          <p:nvPr/>
        </p:nvSpPr>
        <p:spPr bwMode="auto">
          <a:xfrm>
            <a:off x="9283490" y="5337148"/>
            <a:ext cx="396875" cy="323850"/>
          </a:xfrm>
          <a:custGeom>
            <a:avLst/>
            <a:gdLst>
              <a:gd name="T0" fmla="*/ 251 w 254"/>
              <a:gd name="T1" fmla="*/ 53 h 208"/>
              <a:gd name="T2" fmla="*/ 221 w 254"/>
              <a:gd name="T3" fmla="*/ 44 h 208"/>
              <a:gd name="T4" fmla="*/ 181 w 254"/>
              <a:gd name="T5" fmla="*/ 0 h 208"/>
              <a:gd name="T6" fmla="*/ 49 w 254"/>
              <a:gd name="T7" fmla="*/ 15 h 208"/>
              <a:gd name="T8" fmla="*/ 15 w 254"/>
              <a:gd name="T9" fmla="*/ 44 h 208"/>
              <a:gd name="T10" fmla="*/ 0 w 254"/>
              <a:gd name="T11" fmla="*/ 66 h 208"/>
              <a:gd name="T12" fmla="*/ 8 w 254"/>
              <a:gd name="T13" fmla="*/ 76 h 208"/>
              <a:gd name="T14" fmla="*/ 18 w 254"/>
              <a:gd name="T15" fmla="*/ 96 h 208"/>
              <a:gd name="T16" fmla="*/ 15 w 254"/>
              <a:gd name="T17" fmla="*/ 152 h 208"/>
              <a:gd name="T18" fmla="*/ 19 w 254"/>
              <a:gd name="T19" fmla="*/ 176 h 208"/>
              <a:gd name="T20" fmla="*/ 31 w 254"/>
              <a:gd name="T21" fmla="*/ 208 h 208"/>
              <a:gd name="T22" fmla="*/ 75 w 254"/>
              <a:gd name="T23" fmla="*/ 196 h 208"/>
              <a:gd name="T24" fmla="*/ 179 w 254"/>
              <a:gd name="T25" fmla="*/ 184 h 208"/>
              <a:gd name="T26" fmla="*/ 191 w 254"/>
              <a:gd name="T27" fmla="*/ 208 h 208"/>
              <a:gd name="T28" fmla="*/ 235 w 254"/>
              <a:gd name="T29" fmla="*/ 196 h 208"/>
              <a:gd name="T30" fmla="*/ 238 w 254"/>
              <a:gd name="T31" fmla="*/ 161 h 208"/>
              <a:gd name="T32" fmla="*/ 239 w 254"/>
              <a:gd name="T33" fmla="*/ 111 h 208"/>
              <a:gd name="T34" fmla="*/ 229 w 254"/>
              <a:gd name="T35" fmla="*/ 76 h 208"/>
              <a:gd name="T36" fmla="*/ 252 w 254"/>
              <a:gd name="T37" fmla="*/ 73 h 208"/>
              <a:gd name="T38" fmla="*/ 223 w 254"/>
              <a:gd name="T39" fmla="*/ 68 h 208"/>
              <a:gd name="T40" fmla="*/ 219 w 254"/>
              <a:gd name="T41" fmla="*/ 73 h 208"/>
              <a:gd name="T42" fmla="*/ 231 w 254"/>
              <a:gd name="T43" fmla="*/ 111 h 208"/>
              <a:gd name="T44" fmla="*/ 230 w 254"/>
              <a:gd name="T45" fmla="*/ 159 h 208"/>
              <a:gd name="T46" fmla="*/ 227 w 254"/>
              <a:gd name="T47" fmla="*/ 176 h 208"/>
              <a:gd name="T48" fmla="*/ 223 w 254"/>
              <a:gd name="T49" fmla="*/ 200 h 208"/>
              <a:gd name="T50" fmla="*/ 187 w 254"/>
              <a:gd name="T51" fmla="*/ 196 h 208"/>
              <a:gd name="T52" fmla="*/ 195 w 254"/>
              <a:gd name="T53" fmla="*/ 184 h 208"/>
              <a:gd name="T54" fmla="*/ 195 w 254"/>
              <a:gd name="T55" fmla="*/ 176 h 208"/>
              <a:gd name="T56" fmla="*/ 51 w 254"/>
              <a:gd name="T57" fmla="*/ 180 h 208"/>
              <a:gd name="T58" fmla="*/ 67 w 254"/>
              <a:gd name="T59" fmla="*/ 184 h 208"/>
              <a:gd name="T60" fmla="*/ 63 w 254"/>
              <a:gd name="T61" fmla="*/ 200 h 208"/>
              <a:gd name="T62" fmla="*/ 27 w 254"/>
              <a:gd name="T63" fmla="*/ 196 h 208"/>
              <a:gd name="T64" fmla="*/ 27 w 254"/>
              <a:gd name="T65" fmla="*/ 175 h 208"/>
              <a:gd name="T66" fmla="*/ 23 w 254"/>
              <a:gd name="T67" fmla="*/ 152 h 208"/>
              <a:gd name="T68" fmla="*/ 25 w 254"/>
              <a:gd name="T69" fmla="*/ 99 h 208"/>
              <a:gd name="T70" fmla="*/ 34 w 254"/>
              <a:gd name="T71" fmla="*/ 70 h 208"/>
              <a:gd name="T72" fmla="*/ 8 w 254"/>
              <a:gd name="T73" fmla="*/ 68 h 208"/>
              <a:gd name="T74" fmla="*/ 15 w 254"/>
              <a:gd name="T75" fmla="*/ 52 h 208"/>
              <a:gd name="T76" fmla="*/ 39 w 254"/>
              <a:gd name="T77" fmla="*/ 50 h 208"/>
              <a:gd name="T78" fmla="*/ 73 w 254"/>
              <a:gd name="T79" fmla="*/ 8 h 208"/>
              <a:gd name="T80" fmla="*/ 198 w 254"/>
              <a:gd name="T81" fmla="*/ 18 h 208"/>
              <a:gd name="T82" fmla="*/ 219 w 254"/>
              <a:gd name="T83" fmla="*/ 52 h 208"/>
              <a:gd name="T84" fmla="*/ 243 w 254"/>
              <a:gd name="T85" fmla="*/ 55 h 208"/>
              <a:gd name="T86" fmla="*/ 223 w 254"/>
              <a:gd name="T87" fmla="*/ 68 h 208"/>
              <a:gd name="T88" fmla="*/ 65 w 254"/>
              <a:gd name="T89" fmla="*/ 108 h 208"/>
              <a:gd name="T90" fmla="*/ 69 w 254"/>
              <a:gd name="T91" fmla="*/ 124 h 208"/>
              <a:gd name="T92" fmla="*/ 35 w 254"/>
              <a:gd name="T93" fmla="*/ 128 h 208"/>
              <a:gd name="T94" fmla="*/ 69 w 254"/>
              <a:gd name="T95" fmla="*/ 132 h 208"/>
              <a:gd name="T96" fmla="*/ 76 w 254"/>
              <a:gd name="T97" fmla="*/ 120 h 208"/>
              <a:gd name="T98" fmla="*/ 215 w 254"/>
              <a:gd name="T99" fmla="*/ 124 h 208"/>
              <a:gd name="T100" fmla="*/ 191 w 254"/>
              <a:gd name="T101" fmla="*/ 114 h 208"/>
              <a:gd name="T102" fmla="*/ 183 w 254"/>
              <a:gd name="T103" fmla="*/ 110 h 208"/>
              <a:gd name="T104" fmla="*/ 179 w 254"/>
              <a:gd name="T105" fmla="*/ 128 h 208"/>
              <a:gd name="T106" fmla="*/ 215 w 254"/>
              <a:gd name="T107" fmla="*/ 132 h 208"/>
              <a:gd name="T108" fmla="*/ 215 w 254"/>
              <a:gd name="T109" fmla="*/ 124 h 208"/>
              <a:gd name="T110" fmla="*/ 99 w 254"/>
              <a:gd name="T111" fmla="*/ 148 h 208"/>
              <a:gd name="T112" fmla="*/ 99 w 254"/>
              <a:gd name="T113" fmla="*/ 156 h 208"/>
              <a:gd name="T114" fmla="*/ 159 w 254"/>
              <a:gd name="T115" fmla="*/ 152 h 208"/>
              <a:gd name="T116" fmla="*/ 59 w 254"/>
              <a:gd name="T117" fmla="*/ 76 h 208"/>
              <a:gd name="T118" fmla="*/ 199 w 254"/>
              <a:gd name="T119" fmla="*/ 72 h 208"/>
              <a:gd name="T120" fmla="*/ 59 w 254"/>
              <a:gd name="T121" fmla="*/ 68 h 208"/>
              <a:gd name="T122" fmla="*/ 59 w 254"/>
              <a:gd name="T123" fmla="*/ 76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4" h="208">
                <a:moveTo>
                  <a:pt x="254" y="66"/>
                </a:moveTo>
                <a:cubicBezTo>
                  <a:pt x="251" y="53"/>
                  <a:pt x="251" y="53"/>
                  <a:pt x="251" y="53"/>
                </a:cubicBezTo>
                <a:cubicBezTo>
                  <a:pt x="249" y="48"/>
                  <a:pt x="245" y="44"/>
                  <a:pt x="239" y="44"/>
                </a:cubicBezTo>
                <a:cubicBezTo>
                  <a:pt x="221" y="44"/>
                  <a:pt x="221" y="44"/>
                  <a:pt x="221" y="44"/>
                </a:cubicBezTo>
                <a:cubicBezTo>
                  <a:pt x="205" y="15"/>
                  <a:pt x="205" y="15"/>
                  <a:pt x="205" y="15"/>
                </a:cubicBezTo>
                <a:cubicBezTo>
                  <a:pt x="200" y="6"/>
                  <a:pt x="191" y="0"/>
                  <a:pt x="181" y="0"/>
                </a:cubicBezTo>
                <a:cubicBezTo>
                  <a:pt x="73" y="0"/>
                  <a:pt x="73" y="0"/>
                  <a:pt x="73" y="0"/>
                </a:cubicBezTo>
                <a:cubicBezTo>
                  <a:pt x="63" y="0"/>
                  <a:pt x="54" y="6"/>
                  <a:pt x="49" y="15"/>
                </a:cubicBezTo>
                <a:cubicBezTo>
                  <a:pt x="33" y="44"/>
                  <a:pt x="33" y="44"/>
                  <a:pt x="33" y="44"/>
                </a:cubicBezTo>
                <a:cubicBezTo>
                  <a:pt x="15" y="44"/>
                  <a:pt x="15" y="44"/>
                  <a:pt x="15" y="44"/>
                </a:cubicBezTo>
                <a:cubicBezTo>
                  <a:pt x="9" y="44"/>
                  <a:pt x="5" y="48"/>
                  <a:pt x="3" y="53"/>
                </a:cubicBezTo>
                <a:cubicBezTo>
                  <a:pt x="0" y="66"/>
                  <a:pt x="0" y="66"/>
                  <a:pt x="0" y="66"/>
                </a:cubicBezTo>
                <a:cubicBezTo>
                  <a:pt x="0" y="69"/>
                  <a:pt x="0" y="71"/>
                  <a:pt x="2" y="73"/>
                </a:cubicBezTo>
                <a:cubicBezTo>
                  <a:pt x="3" y="75"/>
                  <a:pt x="6" y="76"/>
                  <a:pt x="8" y="76"/>
                </a:cubicBezTo>
                <a:cubicBezTo>
                  <a:pt x="25" y="76"/>
                  <a:pt x="25" y="76"/>
                  <a:pt x="25" y="76"/>
                </a:cubicBezTo>
                <a:cubicBezTo>
                  <a:pt x="18" y="96"/>
                  <a:pt x="18" y="96"/>
                  <a:pt x="18" y="96"/>
                </a:cubicBezTo>
                <a:cubicBezTo>
                  <a:pt x="16" y="101"/>
                  <a:pt x="15" y="106"/>
                  <a:pt x="15" y="111"/>
                </a:cubicBezTo>
                <a:cubicBezTo>
                  <a:pt x="15" y="152"/>
                  <a:pt x="15" y="152"/>
                  <a:pt x="15" y="152"/>
                </a:cubicBezTo>
                <a:cubicBezTo>
                  <a:pt x="15" y="155"/>
                  <a:pt x="15" y="158"/>
                  <a:pt x="16" y="161"/>
                </a:cubicBezTo>
                <a:cubicBezTo>
                  <a:pt x="19" y="176"/>
                  <a:pt x="19" y="176"/>
                  <a:pt x="19" y="176"/>
                </a:cubicBezTo>
                <a:cubicBezTo>
                  <a:pt x="19" y="196"/>
                  <a:pt x="19" y="196"/>
                  <a:pt x="19" y="196"/>
                </a:cubicBezTo>
                <a:cubicBezTo>
                  <a:pt x="19" y="203"/>
                  <a:pt x="24" y="208"/>
                  <a:pt x="31" y="208"/>
                </a:cubicBezTo>
                <a:cubicBezTo>
                  <a:pt x="63" y="208"/>
                  <a:pt x="63" y="208"/>
                  <a:pt x="63" y="208"/>
                </a:cubicBezTo>
                <a:cubicBezTo>
                  <a:pt x="70" y="208"/>
                  <a:pt x="75" y="203"/>
                  <a:pt x="75" y="196"/>
                </a:cubicBezTo>
                <a:cubicBezTo>
                  <a:pt x="75" y="184"/>
                  <a:pt x="75" y="184"/>
                  <a:pt x="75" y="184"/>
                </a:cubicBezTo>
                <a:cubicBezTo>
                  <a:pt x="179" y="184"/>
                  <a:pt x="179" y="184"/>
                  <a:pt x="179" y="184"/>
                </a:cubicBezTo>
                <a:cubicBezTo>
                  <a:pt x="179" y="196"/>
                  <a:pt x="179" y="196"/>
                  <a:pt x="179" y="196"/>
                </a:cubicBezTo>
                <a:cubicBezTo>
                  <a:pt x="179" y="203"/>
                  <a:pt x="184" y="208"/>
                  <a:pt x="191" y="208"/>
                </a:cubicBezTo>
                <a:cubicBezTo>
                  <a:pt x="223" y="208"/>
                  <a:pt x="223" y="208"/>
                  <a:pt x="223" y="208"/>
                </a:cubicBezTo>
                <a:cubicBezTo>
                  <a:pt x="230" y="208"/>
                  <a:pt x="235" y="203"/>
                  <a:pt x="235" y="196"/>
                </a:cubicBezTo>
                <a:cubicBezTo>
                  <a:pt x="235" y="176"/>
                  <a:pt x="235" y="176"/>
                  <a:pt x="235" y="176"/>
                </a:cubicBezTo>
                <a:cubicBezTo>
                  <a:pt x="238" y="161"/>
                  <a:pt x="238" y="161"/>
                  <a:pt x="238" y="161"/>
                </a:cubicBezTo>
                <a:cubicBezTo>
                  <a:pt x="239" y="158"/>
                  <a:pt x="239" y="155"/>
                  <a:pt x="239" y="152"/>
                </a:cubicBezTo>
                <a:cubicBezTo>
                  <a:pt x="239" y="111"/>
                  <a:pt x="239" y="111"/>
                  <a:pt x="239" y="111"/>
                </a:cubicBezTo>
                <a:cubicBezTo>
                  <a:pt x="239" y="106"/>
                  <a:pt x="238" y="101"/>
                  <a:pt x="236" y="96"/>
                </a:cubicBezTo>
                <a:cubicBezTo>
                  <a:pt x="229" y="76"/>
                  <a:pt x="229" y="76"/>
                  <a:pt x="229" y="76"/>
                </a:cubicBezTo>
                <a:cubicBezTo>
                  <a:pt x="246" y="76"/>
                  <a:pt x="246" y="76"/>
                  <a:pt x="246" y="76"/>
                </a:cubicBezTo>
                <a:cubicBezTo>
                  <a:pt x="248" y="76"/>
                  <a:pt x="251" y="75"/>
                  <a:pt x="252" y="73"/>
                </a:cubicBezTo>
                <a:cubicBezTo>
                  <a:pt x="254" y="71"/>
                  <a:pt x="254" y="69"/>
                  <a:pt x="254" y="66"/>
                </a:cubicBezTo>
                <a:close/>
                <a:moveTo>
                  <a:pt x="223" y="68"/>
                </a:moveTo>
                <a:cubicBezTo>
                  <a:pt x="222" y="68"/>
                  <a:pt x="220" y="69"/>
                  <a:pt x="220" y="70"/>
                </a:cubicBezTo>
                <a:cubicBezTo>
                  <a:pt x="219" y="71"/>
                  <a:pt x="219" y="72"/>
                  <a:pt x="219" y="73"/>
                </a:cubicBezTo>
                <a:cubicBezTo>
                  <a:pt x="229" y="99"/>
                  <a:pt x="229" y="99"/>
                  <a:pt x="229" y="99"/>
                </a:cubicBezTo>
                <a:cubicBezTo>
                  <a:pt x="230" y="103"/>
                  <a:pt x="231" y="107"/>
                  <a:pt x="231" y="111"/>
                </a:cubicBezTo>
                <a:cubicBezTo>
                  <a:pt x="231" y="152"/>
                  <a:pt x="231" y="152"/>
                  <a:pt x="231" y="152"/>
                </a:cubicBezTo>
                <a:cubicBezTo>
                  <a:pt x="231" y="154"/>
                  <a:pt x="231" y="157"/>
                  <a:pt x="230" y="159"/>
                </a:cubicBezTo>
                <a:cubicBezTo>
                  <a:pt x="227" y="175"/>
                  <a:pt x="227" y="175"/>
                  <a:pt x="227" y="175"/>
                </a:cubicBezTo>
                <a:cubicBezTo>
                  <a:pt x="227" y="175"/>
                  <a:pt x="227" y="176"/>
                  <a:pt x="227" y="176"/>
                </a:cubicBezTo>
                <a:cubicBezTo>
                  <a:pt x="227" y="196"/>
                  <a:pt x="227" y="196"/>
                  <a:pt x="227" y="196"/>
                </a:cubicBezTo>
                <a:cubicBezTo>
                  <a:pt x="227" y="198"/>
                  <a:pt x="225" y="200"/>
                  <a:pt x="223" y="200"/>
                </a:cubicBezTo>
                <a:cubicBezTo>
                  <a:pt x="191" y="200"/>
                  <a:pt x="191" y="200"/>
                  <a:pt x="191" y="200"/>
                </a:cubicBezTo>
                <a:cubicBezTo>
                  <a:pt x="189" y="200"/>
                  <a:pt x="187" y="198"/>
                  <a:pt x="187" y="196"/>
                </a:cubicBezTo>
                <a:cubicBezTo>
                  <a:pt x="187" y="184"/>
                  <a:pt x="187" y="184"/>
                  <a:pt x="187" y="184"/>
                </a:cubicBezTo>
                <a:cubicBezTo>
                  <a:pt x="195" y="184"/>
                  <a:pt x="195" y="184"/>
                  <a:pt x="195" y="184"/>
                </a:cubicBezTo>
                <a:cubicBezTo>
                  <a:pt x="197" y="184"/>
                  <a:pt x="199" y="182"/>
                  <a:pt x="199" y="180"/>
                </a:cubicBezTo>
                <a:cubicBezTo>
                  <a:pt x="199" y="178"/>
                  <a:pt x="197" y="176"/>
                  <a:pt x="195" y="176"/>
                </a:cubicBezTo>
                <a:cubicBezTo>
                  <a:pt x="55" y="176"/>
                  <a:pt x="55" y="176"/>
                  <a:pt x="55" y="176"/>
                </a:cubicBezTo>
                <a:cubicBezTo>
                  <a:pt x="53" y="176"/>
                  <a:pt x="51" y="178"/>
                  <a:pt x="51" y="180"/>
                </a:cubicBezTo>
                <a:cubicBezTo>
                  <a:pt x="51" y="182"/>
                  <a:pt x="53" y="184"/>
                  <a:pt x="55" y="184"/>
                </a:cubicBezTo>
                <a:cubicBezTo>
                  <a:pt x="67" y="184"/>
                  <a:pt x="67" y="184"/>
                  <a:pt x="67" y="184"/>
                </a:cubicBezTo>
                <a:cubicBezTo>
                  <a:pt x="67" y="196"/>
                  <a:pt x="67" y="196"/>
                  <a:pt x="67" y="196"/>
                </a:cubicBezTo>
                <a:cubicBezTo>
                  <a:pt x="67" y="198"/>
                  <a:pt x="65" y="200"/>
                  <a:pt x="63" y="200"/>
                </a:cubicBezTo>
                <a:cubicBezTo>
                  <a:pt x="31" y="200"/>
                  <a:pt x="31" y="200"/>
                  <a:pt x="31" y="200"/>
                </a:cubicBezTo>
                <a:cubicBezTo>
                  <a:pt x="29" y="200"/>
                  <a:pt x="27" y="198"/>
                  <a:pt x="27" y="196"/>
                </a:cubicBezTo>
                <a:cubicBezTo>
                  <a:pt x="27" y="176"/>
                  <a:pt x="27" y="176"/>
                  <a:pt x="27" y="176"/>
                </a:cubicBezTo>
                <a:cubicBezTo>
                  <a:pt x="27" y="176"/>
                  <a:pt x="27" y="175"/>
                  <a:pt x="27" y="175"/>
                </a:cubicBezTo>
                <a:cubicBezTo>
                  <a:pt x="24" y="159"/>
                  <a:pt x="24" y="159"/>
                  <a:pt x="24" y="159"/>
                </a:cubicBezTo>
                <a:cubicBezTo>
                  <a:pt x="23" y="157"/>
                  <a:pt x="23" y="154"/>
                  <a:pt x="23" y="152"/>
                </a:cubicBezTo>
                <a:cubicBezTo>
                  <a:pt x="23" y="111"/>
                  <a:pt x="23" y="111"/>
                  <a:pt x="23" y="111"/>
                </a:cubicBezTo>
                <a:cubicBezTo>
                  <a:pt x="23" y="107"/>
                  <a:pt x="24" y="103"/>
                  <a:pt x="25" y="99"/>
                </a:cubicBezTo>
                <a:cubicBezTo>
                  <a:pt x="35" y="73"/>
                  <a:pt x="35" y="73"/>
                  <a:pt x="35" y="73"/>
                </a:cubicBezTo>
                <a:cubicBezTo>
                  <a:pt x="35" y="72"/>
                  <a:pt x="35" y="71"/>
                  <a:pt x="34" y="70"/>
                </a:cubicBezTo>
                <a:cubicBezTo>
                  <a:pt x="34" y="69"/>
                  <a:pt x="32" y="68"/>
                  <a:pt x="31" y="68"/>
                </a:cubicBezTo>
                <a:cubicBezTo>
                  <a:pt x="8" y="68"/>
                  <a:pt x="8" y="68"/>
                  <a:pt x="8" y="68"/>
                </a:cubicBezTo>
                <a:cubicBezTo>
                  <a:pt x="11" y="55"/>
                  <a:pt x="11" y="55"/>
                  <a:pt x="11" y="55"/>
                </a:cubicBezTo>
                <a:cubicBezTo>
                  <a:pt x="12" y="53"/>
                  <a:pt x="13" y="52"/>
                  <a:pt x="15" y="52"/>
                </a:cubicBezTo>
                <a:cubicBezTo>
                  <a:pt x="35" y="52"/>
                  <a:pt x="35" y="52"/>
                  <a:pt x="35" y="52"/>
                </a:cubicBezTo>
                <a:cubicBezTo>
                  <a:pt x="36" y="52"/>
                  <a:pt x="38" y="51"/>
                  <a:pt x="39" y="50"/>
                </a:cubicBezTo>
                <a:cubicBezTo>
                  <a:pt x="56" y="18"/>
                  <a:pt x="56" y="18"/>
                  <a:pt x="56" y="18"/>
                </a:cubicBezTo>
                <a:cubicBezTo>
                  <a:pt x="59" y="12"/>
                  <a:pt x="66" y="8"/>
                  <a:pt x="73" y="8"/>
                </a:cubicBezTo>
                <a:cubicBezTo>
                  <a:pt x="181" y="8"/>
                  <a:pt x="181" y="8"/>
                  <a:pt x="181" y="8"/>
                </a:cubicBezTo>
                <a:cubicBezTo>
                  <a:pt x="188" y="8"/>
                  <a:pt x="195" y="12"/>
                  <a:pt x="198" y="18"/>
                </a:cubicBezTo>
                <a:cubicBezTo>
                  <a:pt x="215" y="50"/>
                  <a:pt x="215" y="50"/>
                  <a:pt x="215" y="50"/>
                </a:cubicBezTo>
                <a:cubicBezTo>
                  <a:pt x="216" y="51"/>
                  <a:pt x="218" y="52"/>
                  <a:pt x="219" y="52"/>
                </a:cubicBezTo>
                <a:cubicBezTo>
                  <a:pt x="239" y="52"/>
                  <a:pt x="239" y="52"/>
                  <a:pt x="239" y="52"/>
                </a:cubicBezTo>
                <a:cubicBezTo>
                  <a:pt x="241" y="52"/>
                  <a:pt x="242" y="53"/>
                  <a:pt x="243" y="55"/>
                </a:cubicBezTo>
                <a:cubicBezTo>
                  <a:pt x="246" y="68"/>
                  <a:pt x="246" y="68"/>
                  <a:pt x="246" y="68"/>
                </a:cubicBezTo>
                <a:lnTo>
                  <a:pt x="223" y="68"/>
                </a:lnTo>
                <a:close/>
                <a:moveTo>
                  <a:pt x="71" y="110"/>
                </a:moveTo>
                <a:cubicBezTo>
                  <a:pt x="70" y="108"/>
                  <a:pt x="67" y="107"/>
                  <a:pt x="65" y="108"/>
                </a:cubicBezTo>
                <a:cubicBezTo>
                  <a:pt x="63" y="109"/>
                  <a:pt x="62" y="112"/>
                  <a:pt x="63" y="114"/>
                </a:cubicBezTo>
                <a:cubicBezTo>
                  <a:pt x="69" y="124"/>
                  <a:pt x="69" y="124"/>
                  <a:pt x="69" y="124"/>
                </a:cubicBezTo>
                <a:cubicBezTo>
                  <a:pt x="39" y="124"/>
                  <a:pt x="39" y="124"/>
                  <a:pt x="39" y="124"/>
                </a:cubicBezTo>
                <a:cubicBezTo>
                  <a:pt x="37" y="124"/>
                  <a:pt x="35" y="126"/>
                  <a:pt x="35" y="128"/>
                </a:cubicBezTo>
                <a:cubicBezTo>
                  <a:pt x="35" y="130"/>
                  <a:pt x="37" y="132"/>
                  <a:pt x="39" y="132"/>
                </a:cubicBezTo>
                <a:cubicBezTo>
                  <a:pt x="69" y="132"/>
                  <a:pt x="69" y="132"/>
                  <a:pt x="69" y="132"/>
                </a:cubicBezTo>
                <a:cubicBezTo>
                  <a:pt x="71" y="132"/>
                  <a:pt x="74" y="131"/>
                  <a:pt x="75" y="128"/>
                </a:cubicBezTo>
                <a:cubicBezTo>
                  <a:pt x="77" y="126"/>
                  <a:pt x="77" y="123"/>
                  <a:pt x="76" y="120"/>
                </a:cubicBezTo>
                <a:lnTo>
                  <a:pt x="71" y="110"/>
                </a:lnTo>
                <a:close/>
                <a:moveTo>
                  <a:pt x="215" y="124"/>
                </a:moveTo>
                <a:cubicBezTo>
                  <a:pt x="185" y="124"/>
                  <a:pt x="185" y="124"/>
                  <a:pt x="185" y="124"/>
                </a:cubicBezTo>
                <a:cubicBezTo>
                  <a:pt x="191" y="114"/>
                  <a:pt x="191" y="114"/>
                  <a:pt x="191" y="114"/>
                </a:cubicBezTo>
                <a:cubicBezTo>
                  <a:pt x="192" y="112"/>
                  <a:pt x="191" y="109"/>
                  <a:pt x="189" y="108"/>
                </a:cubicBezTo>
                <a:cubicBezTo>
                  <a:pt x="187" y="107"/>
                  <a:pt x="184" y="108"/>
                  <a:pt x="183" y="110"/>
                </a:cubicBezTo>
                <a:cubicBezTo>
                  <a:pt x="178" y="120"/>
                  <a:pt x="178" y="120"/>
                  <a:pt x="178" y="120"/>
                </a:cubicBezTo>
                <a:cubicBezTo>
                  <a:pt x="177" y="123"/>
                  <a:pt x="177" y="126"/>
                  <a:pt x="179" y="128"/>
                </a:cubicBezTo>
                <a:cubicBezTo>
                  <a:pt x="180" y="131"/>
                  <a:pt x="183" y="132"/>
                  <a:pt x="185" y="132"/>
                </a:cubicBezTo>
                <a:cubicBezTo>
                  <a:pt x="215" y="132"/>
                  <a:pt x="215" y="132"/>
                  <a:pt x="215" y="132"/>
                </a:cubicBezTo>
                <a:cubicBezTo>
                  <a:pt x="217" y="132"/>
                  <a:pt x="219" y="130"/>
                  <a:pt x="219" y="128"/>
                </a:cubicBezTo>
                <a:cubicBezTo>
                  <a:pt x="219" y="126"/>
                  <a:pt x="217" y="124"/>
                  <a:pt x="215" y="124"/>
                </a:cubicBezTo>
                <a:close/>
                <a:moveTo>
                  <a:pt x="155" y="148"/>
                </a:moveTo>
                <a:cubicBezTo>
                  <a:pt x="99" y="148"/>
                  <a:pt x="99" y="148"/>
                  <a:pt x="99" y="148"/>
                </a:cubicBezTo>
                <a:cubicBezTo>
                  <a:pt x="97" y="148"/>
                  <a:pt x="95" y="150"/>
                  <a:pt x="95" y="152"/>
                </a:cubicBezTo>
                <a:cubicBezTo>
                  <a:pt x="95" y="154"/>
                  <a:pt x="97" y="156"/>
                  <a:pt x="99" y="156"/>
                </a:cubicBezTo>
                <a:cubicBezTo>
                  <a:pt x="155" y="156"/>
                  <a:pt x="155" y="156"/>
                  <a:pt x="155" y="156"/>
                </a:cubicBezTo>
                <a:cubicBezTo>
                  <a:pt x="157" y="156"/>
                  <a:pt x="159" y="154"/>
                  <a:pt x="159" y="152"/>
                </a:cubicBezTo>
                <a:cubicBezTo>
                  <a:pt x="159" y="150"/>
                  <a:pt x="157" y="148"/>
                  <a:pt x="155" y="148"/>
                </a:cubicBezTo>
                <a:close/>
                <a:moveTo>
                  <a:pt x="59" y="76"/>
                </a:moveTo>
                <a:cubicBezTo>
                  <a:pt x="195" y="76"/>
                  <a:pt x="195" y="76"/>
                  <a:pt x="195" y="76"/>
                </a:cubicBezTo>
                <a:cubicBezTo>
                  <a:pt x="197" y="76"/>
                  <a:pt x="199" y="74"/>
                  <a:pt x="199" y="72"/>
                </a:cubicBezTo>
                <a:cubicBezTo>
                  <a:pt x="199" y="70"/>
                  <a:pt x="197" y="68"/>
                  <a:pt x="195" y="68"/>
                </a:cubicBezTo>
                <a:cubicBezTo>
                  <a:pt x="59" y="68"/>
                  <a:pt x="59" y="68"/>
                  <a:pt x="59" y="68"/>
                </a:cubicBezTo>
                <a:cubicBezTo>
                  <a:pt x="57" y="68"/>
                  <a:pt x="55" y="70"/>
                  <a:pt x="55" y="72"/>
                </a:cubicBezTo>
                <a:cubicBezTo>
                  <a:pt x="55" y="74"/>
                  <a:pt x="57" y="76"/>
                  <a:pt x="59" y="7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92" name="Freeform 186">
            <a:extLst>
              <a:ext uri="{FF2B5EF4-FFF2-40B4-BE49-F238E27FC236}">
                <a16:creationId xmlns:a16="http://schemas.microsoft.com/office/drawing/2014/main" id="{05FD5CC8-F5DD-4D21-8E8A-ABB1748DC4E4}"/>
              </a:ext>
            </a:extLst>
          </p:cNvPr>
          <p:cNvSpPr>
            <a:spLocks noChangeAspect="1" noEditPoints="1"/>
          </p:cNvSpPr>
          <p:nvPr/>
        </p:nvSpPr>
        <p:spPr bwMode="auto">
          <a:xfrm>
            <a:off x="10249548" y="5299048"/>
            <a:ext cx="400050" cy="400050"/>
          </a:xfrm>
          <a:custGeom>
            <a:avLst/>
            <a:gdLst>
              <a:gd name="T0" fmla="*/ 0 w 256"/>
              <a:gd name="T1" fmla="*/ 128 h 256"/>
              <a:gd name="T2" fmla="*/ 8 w 256"/>
              <a:gd name="T3" fmla="*/ 168 h 256"/>
              <a:gd name="T4" fmla="*/ 128 w 256"/>
              <a:gd name="T5" fmla="*/ 8 h 256"/>
              <a:gd name="T6" fmla="*/ 248 w 256"/>
              <a:gd name="T7" fmla="*/ 168 h 256"/>
              <a:gd name="T8" fmla="*/ 256 w 256"/>
              <a:gd name="T9" fmla="*/ 128 h 256"/>
              <a:gd name="T10" fmla="*/ 108 w 256"/>
              <a:gd name="T11" fmla="*/ 72 h 256"/>
              <a:gd name="T12" fmla="*/ 152 w 256"/>
              <a:gd name="T13" fmla="*/ 68 h 256"/>
              <a:gd name="T14" fmla="*/ 108 w 256"/>
              <a:gd name="T15" fmla="*/ 64 h 256"/>
              <a:gd name="T16" fmla="*/ 108 w 256"/>
              <a:gd name="T17" fmla="*/ 72 h 256"/>
              <a:gd name="T18" fmla="*/ 174 w 256"/>
              <a:gd name="T19" fmla="*/ 84 h 256"/>
              <a:gd name="T20" fmla="*/ 66 w 256"/>
              <a:gd name="T21" fmla="*/ 97 h 256"/>
              <a:gd name="T22" fmla="*/ 64 w 256"/>
              <a:gd name="T23" fmla="*/ 122 h 256"/>
              <a:gd name="T24" fmla="*/ 72 w 256"/>
              <a:gd name="T25" fmla="*/ 160 h 256"/>
              <a:gd name="T26" fmla="*/ 192 w 256"/>
              <a:gd name="T27" fmla="*/ 152 h 256"/>
              <a:gd name="T28" fmla="*/ 190 w 256"/>
              <a:gd name="T29" fmla="*/ 101 h 256"/>
              <a:gd name="T30" fmla="*/ 184 w 256"/>
              <a:gd name="T31" fmla="*/ 152 h 256"/>
              <a:gd name="T32" fmla="*/ 72 w 256"/>
              <a:gd name="T33" fmla="*/ 122 h 256"/>
              <a:gd name="T34" fmla="*/ 74 w 256"/>
              <a:gd name="T35" fmla="*/ 99 h 256"/>
              <a:gd name="T36" fmla="*/ 174 w 256"/>
              <a:gd name="T37" fmla="*/ 92 h 256"/>
              <a:gd name="T38" fmla="*/ 182 w 256"/>
              <a:gd name="T39" fmla="*/ 103 h 256"/>
              <a:gd name="T40" fmla="*/ 184 w 256"/>
              <a:gd name="T41" fmla="*/ 152 h 256"/>
              <a:gd name="T42" fmla="*/ 64 w 256"/>
              <a:gd name="T43" fmla="*/ 196 h 256"/>
              <a:gd name="T44" fmla="*/ 104 w 256"/>
              <a:gd name="T45" fmla="*/ 196 h 256"/>
              <a:gd name="T46" fmla="*/ 84 w 256"/>
              <a:gd name="T47" fmla="*/ 208 h 256"/>
              <a:gd name="T48" fmla="*/ 84 w 256"/>
              <a:gd name="T49" fmla="*/ 184 h 256"/>
              <a:gd name="T50" fmla="*/ 84 w 256"/>
              <a:gd name="T51" fmla="*/ 208 h 256"/>
              <a:gd name="T52" fmla="*/ 152 w 256"/>
              <a:gd name="T53" fmla="*/ 196 h 256"/>
              <a:gd name="T54" fmla="*/ 192 w 256"/>
              <a:gd name="T55" fmla="*/ 196 h 256"/>
              <a:gd name="T56" fmla="*/ 172 w 256"/>
              <a:gd name="T57" fmla="*/ 208 h 256"/>
              <a:gd name="T58" fmla="*/ 172 w 256"/>
              <a:gd name="T59" fmla="*/ 184 h 256"/>
              <a:gd name="T60" fmla="*/ 172 w 256"/>
              <a:gd name="T61" fmla="*/ 208 h 256"/>
              <a:gd name="T62" fmla="*/ 160 w 256"/>
              <a:gd name="T63" fmla="*/ 44 h 256"/>
              <a:gd name="T64" fmla="*/ 46 w 256"/>
              <a:gd name="T65" fmla="*/ 81 h 256"/>
              <a:gd name="T66" fmla="*/ 36 w 256"/>
              <a:gd name="T67" fmla="*/ 140 h 256"/>
              <a:gd name="T68" fmla="*/ 76 w 256"/>
              <a:gd name="T69" fmla="*/ 240 h 256"/>
              <a:gd name="T70" fmla="*/ 72 w 256"/>
              <a:gd name="T71" fmla="*/ 250 h 256"/>
              <a:gd name="T72" fmla="*/ 76 w 256"/>
              <a:gd name="T73" fmla="*/ 256 h 256"/>
              <a:gd name="T74" fmla="*/ 86 w 256"/>
              <a:gd name="T75" fmla="*/ 240 h 256"/>
              <a:gd name="T76" fmla="*/ 176 w 256"/>
              <a:gd name="T77" fmla="*/ 254 h 256"/>
              <a:gd name="T78" fmla="*/ 182 w 256"/>
              <a:gd name="T79" fmla="*/ 256 h 256"/>
              <a:gd name="T80" fmla="*/ 178 w 256"/>
              <a:gd name="T81" fmla="*/ 240 h 256"/>
              <a:gd name="T82" fmla="*/ 220 w 256"/>
              <a:gd name="T83" fmla="*/ 200 h 256"/>
              <a:gd name="T84" fmla="*/ 213 w 256"/>
              <a:gd name="T85" fmla="*/ 92 h 256"/>
              <a:gd name="T86" fmla="*/ 212 w 256"/>
              <a:gd name="T87" fmla="*/ 200 h 256"/>
              <a:gd name="T88" fmla="*/ 76 w 256"/>
              <a:gd name="T89" fmla="*/ 232 h 256"/>
              <a:gd name="T90" fmla="*/ 44 w 256"/>
              <a:gd name="T91" fmla="*/ 140 h 256"/>
              <a:gd name="T92" fmla="*/ 54 w 256"/>
              <a:gd name="T93" fmla="*/ 84 h 256"/>
              <a:gd name="T94" fmla="*/ 160 w 256"/>
              <a:gd name="T95" fmla="*/ 52 h 256"/>
              <a:gd name="T96" fmla="*/ 206 w 256"/>
              <a:gd name="T97" fmla="*/ 94 h 256"/>
              <a:gd name="T98" fmla="*/ 212 w 256"/>
              <a:gd name="T99" fmla="*/ 20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6" h="256">
                <a:moveTo>
                  <a:pt x="128" y="0"/>
                </a:moveTo>
                <a:cubicBezTo>
                  <a:pt x="57" y="0"/>
                  <a:pt x="0" y="57"/>
                  <a:pt x="0" y="128"/>
                </a:cubicBezTo>
                <a:cubicBezTo>
                  <a:pt x="0" y="168"/>
                  <a:pt x="0" y="168"/>
                  <a:pt x="0" y="168"/>
                </a:cubicBezTo>
                <a:cubicBezTo>
                  <a:pt x="8" y="168"/>
                  <a:pt x="8" y="168"/>
                  <a:pt x="8" y="168"/>
                </a:cubicBezTo>
                <a:cubicBezTo>
                  <a:pt x="8" y="128"/>
                  <a:pt x="8" y="128"/>
                  <a:pt x="8" y="128"/>
                </a:cubicBezTo>
                <a:cubicBezTo>
                  <a:pt x="8" y="62"/>
                  <a:pt x="62" y="8"/>
                  <a:pt x="128" y="8"/>
                </a:cubicBezTo>
                <a:cubicBezTo>
                  <a:pt x="194" y="8"/>
                  <a:pt x="248" y="62"/>
                  <a:pt x="248" y="128"/>
                </a:cubicBezTo>
                <a:cubicBezTo>
                  <a:pt x="248" y="168"/>
                  <a:pt x="248" y="168"/>
                  <a:pt x="248" y="168"/>
                </a:cubicBezTo>
                <a:cubicBezTo>
                  <a:pt x="256" y="168"/>
                  <a:pt x="256" y="168"/>
                  <a:pt x="256" y="168"/>
                </a:cubicBezTo>
                <a:cubicBezTo>
                  <a:pt x="256" y="128"/>
                  <a:pt x="256" y="128"/>
                  <a:pt x="256" y="128"/>
                </a:cubicBezTo>
                <a:cubicBezTo>
                  <a:pt x="256" y="57"/>
                  <a:pt x="199" y="0"/>
                  <a:pt x="128" y="0"/>
                </a:cubicBezTo>
                <a:close/>
                <a:moveTo>
                  <a:pt x="108" y="72"/>
                </a:moveTo>
                <a:cubicBezTo>
                  <a:pt x="148" y="72"/>
                  <a:pt x="148" y="72"/>
                  <a:pt x="148" y="72"/>
                </a:cubicBezTo>
                <a:cubicBezTo>
                  <a:pt x="150" y="72"/>
                  <a:pt x="152" y="70"/>
                  <a:pt x="152" y="68"/>
                </a:cubicBezTo>
                <a:cubicBezTo>
                  <a:pt x="152" y="66"/>
                  <a:pt x="150" y="64"/>
                  <a:pt x="148" y="64"/>
                </a:cubicBezTo>
                <a:cubicBezTo>
                  <a:pt x="108" y="64"/>
                  <a:pt x="108" y="64"/>
                  <a:pt x="108" y="64"/>
                </a:cubicBezTo>
                <a:cubicBezTo>
                  <a:pt x="106" y="64"/>
                  <a:pt x="104" y="66"/>
                  <a:pt x="104" y="68"/>
                </a:cubicBezTo>
                <a:cubicBezTo>
                  <a:pt x="104" y="70"/>
                  <a:pt x="106" y="72"/>
                  <a:pt x="108" y="72"/>
                </a:cubicBezTo>
                <a:close/>
                <a:moveTo>
                  <a:pt x="190" y="97"/>
                </a:moveTo>
                <a:cubicBezTo>
                  <a:pt x="188" y="90"/>
                  <a:pt x="182" y="84"/>
                  <a:pt x="174" y="84"/>
                </a:cubicBezTo>
                <a:cubicBezTo>
                  <a:pt x="82" y="84"/>
                  <a:pt x="82" y="84"/>
                  <a:pt x="82" y="84"/>
                </a:cubicBezTo>
                <a:cubicBezTo>
                  <a:pt x="74" y="84"/>
                  <a:pt x="68" y="90"/>
                  <a:pt x="66" y="97"/>
                </a:cubicBezTo>
                <a:cubicBezTo>
                  <a:pt x="66" y="101"/>
                  <a:pt x="66" y="101"/>
                  <a:pt x="66" y="101"/>
                </a:cubicBezTo>
                <a:cubicBezTo>
                  <a:pt x="65" y="108"/>
                  <a:pt x="64" y="115"/>
                  <a:pt x="64" y="122"/>
                </a:cubicBezTo>
                <a:cubicBezTo>
                  <a:pt x="64" y="152"/>
                  <a:pt x="64" y="152"/>
                  <a:pt x="64" y="152"/>
                </a:cubicBezTo>
                <a:cubicBezTo>
                  <a:pt x="64" y="156"/>
                  <a:pt x="68" y="160"/>
                  <a:pt x="72" y="160"/>
                </a:cubicBezTo>
                <a:cubicBezTo>
                  <a:pt x="184" y="160"/>
                  <a:pt x="184" y="160"/>
                  <a:pt x="184" y="160"/>
                </a:cubicBezTo>
                <a:cubicBezTo>
                  <a:pt x="188" y="160"/>
                  <a:pt x="192" y="156"/>
                  <a:pt x="192" y="152"/>
                </a:cubicBezTo>
                <a:cubicBezTo>
                  <a:pt x="192" y="122"/>
                  <a:pt x="192" y="122"/>
                  <a:pt x="192" y="122"/>
                </a:cubicBezTo>
                <a:cubicBezTo>
                  <a:pt x="192" y="115"/>
                  <a:pt x="191" y="108"/>
                  <a:pt x="190" y="101"/>
                </a:cubicBezTo>
                <a:lnTo>
                  <a:pt x="190" y="97"/>
                </a:lnTo>
                <a:close/>
                <a:moveTo>
                  <a:pt x="184" y="152"/>
                </a:moveTo>
                <a:cubicBezTo>
                  <a:pt x="72" y="152"/>
                  <a:pt x="72" y="152"/>
                  <a:pt x="72" y="152"/>
                </a:cubicBezTo>
                <a:cubicBezTo>
                  <a:pt x="72" y="122"/>
                  <a:pt x="72" y="122"/>
                  <a:pt x="72" y="122"/>
                </a:cubicBezTo>
                <a:cubicBezTo>
                  <a:pt x="72" y="116"/>
                  <a:pt x="73" y="109"/>
                  <a:pt x="74" y="103"/>
                </a:cubicBezTo>
                <a:cubicBezTo>
                  <a:pt x="74" y="99"/>
                  <a:pt x="74" y="99"/>
                  <a:pt x="74" y="99"/>
                </a:cubicBezTo>
                <a:cubicBezTo>
                  <a:pt x="75" y="95"/>
                  <a:pt x="78" y="92"/>
                  <a:pt x="82" y="92"/>
                </a:cubicBezTo>
                <a:cubicBezTo>
                  <a:pt x="174" y="92"/>
                  <a:pt x="174" y="92"/>
                  <a:pt x="174" y="92"/>
                </a:cubicBezTo>
                <a:cubicBezTo>
                  <a:pt x="178" y="92"/>
                  <a:pt x="181" y="95"/>
                  <a:pt x="182" y="99"/>
                </a:cubicBezTo>
                <a:cubicBezTo>
                  <a:pt x="182" y="103"/>
                  <a:pt x="182" y="103"/>
                  <a:pt x="182" y="103"/>
                </a:cubicBezTo>
                <a:cubicBezTo>
                  <a:pt x="183" y="109"/>
                  <a:pt x="184" y="116"/>
                  <a:pt x="184" y="122"/>
                </a:cubicBezTo>
                <a:lnTo>
                  <a:pt x="184" y="152"/>
                </a:lnTo>
                <a:close/>
                <a:moveTo>
                  <a:pt x="84" y="176"/>
                </a:moveTo>
                <a:cubicBezTo>
                  <a:pt x="73" y="176"/>
                  <a:pt x="64" y="185"/>
                  <a:pt x="64" y="196"/>
                </a:cubicBezTo>
                <a:cubicBezTo>
                  <a:pt x="64" y="207"/>
                  <a:pt x="73" y="216"/>
                  <a:pt x="84" y="216"/>
                </a:cubicBezTo>
                <a:cubicBezTo>
                  <a:pt x="95" y="216"/>
                  <a:pt x="104" y="207"/>
                  <a:pt x="104" y="196"/>
                </a:cubicBezTo>
                <a:cubicBezTo>
                  <a:pt x="104" y="185"/>
                  <a:pt x="95" y="176"/>
                  <a:pt x="84" y="176"/>
                </a:cubicBezTo>
                <a:close/>
                <a:moveTo>
                  <a:pt x="84" y="208"/>
                </a:moveTo>
                <a:cubicBezTo>
                  <a:pt x="77" y="208"/>
                  <a:pt x="72" y="203"/>
                  <a:pt x="72" y="196"/>
                </a:cubicBezTo>
                <a:cubicBezTo>
                  <a:pt x="72" y="189"/>
                  <a:pt x="77" y="184"/>
                  <a:pt x="84" y="184"/>
                </a:cubicBezTo>
                <a:cubicBezTo>
                  <a:pt x="91" y="184"/>
                  <a:pt x="96" y="189"/>
                  <a:pt x="96" y="196"/>
                </a:cubicBezTo>
                <a:cubicBezTo>
                  <a:pt x="96" y="203"/>
                  <a:pt x="91" y="208"/>
                  <a:pt x="84" y="208"/>
                </a:cubicBezTo>
                <a:close/>
                <a:moveTo>
                  <a:pt x="172" y="176"/>
                </a:moveTo>
                <a:cubicBezTo>
                  <a:pt x="161" y="176"/>
                  <a:pt x="152" y="185"/>
                  <a:pt x="152" y="196"/>
                </a:cubicBezTo>
                <a:cubicBezTo>
                  <a:pt x="152" y="207"/>
                  <a:pt x="161" y="216"/>
                  <a:pt x="172" y="216"/>
                </a:cubicBezTo>
                <a:cubicBezTo>
                  <a:pt x="183" y="216"/>
                  <a:pt x="192" y="207"/>
                  <a:pt x="192" y="196"/>
                </a:cubicBezTo>
                <a:cubicBezTo>
                  <a:pt x="192" y="185"/>
                  <a:pt x="183" y="176"/>
                  <a:pt x="172" y="176"/>
                </a:cubicBezTo>
                <a:close/>
                <a:moveTo>
                  <a:pt x="172" y="208"/>
                </a:moveTo>
                <a:cubicBezTo>
                  <a:pt x="165" y="208"/>
                  <a:pt x="160" y="203"/>
                  <a:pt x="160" y="196"/>
                </a:cubicBezTo>
                <a:cubicBezTo>
                  <a:pt x="160" y="189"/>
                  <a:pt x="165" y="184"/>
                  <a:pt x="172" y="184"/>
                </a:cubicBezTo>
                <a:cubicBezTo>
                  <a:pt x="179" y="184"/>
                  <a:pt x="184" y="189"/>
                  <a:pt x="184" y="196"/>
                </a:cubicBezTo>
                <a:cubicBezTo>
                  <a:pt x="184" y="203"/>
                  <a:pt x="179" y="208"/>
                  <a:pt x="172" y="208"/>
                </a:cubicBezTo>
                <a:close/>
                <a:moveTo>
                  <a:pt x="210" y="81"/>
                </a:moveTo>
                <a:cubicBezTo>
                  <a:pt x="204" y="59"/>
                  <a:pt x="183" y="44"/>
                  <a:pt x="160" y="44"/>
                </a:cubicBezTo>
                <a:cubicBezTo>
                  <a:pt x="96" y="44"/>
                  <a:pt x="96" y="44"/>
                  <a:pt x="96" y="44"/>
                </a:cubicBezTo>
                <a:cubicBezTo>
                  <a:pt x="73" y="44"/>
                  <a:pt x="52" y="59"/>
                  <a:pt x="46" y="81"/>
                </a:cubicBezTo>
                <a:cubicBezTo>
                  <a:pt x="43" y="92"/>
                  <a:pt x="43" y="92"/>
                  <a:pt x="43" y="92"/>
                </a:cubicBezTo>
                <a:cubicBezTo>
                  <a:pt x="38" y="108"/>
                  <a:pt x="36" y="124"/>
                  <a:pt x="36" y="140"/>
                </a:cubicBezTo>
                <a:cubicBezTo>
                  <a:pt x="36" y="200"/>
                  <a:pt x="36" y="200"/>
                  <a:pt x="36" y="200"/>
                </a:cubicBezTo>
                <a:cubicBezTo>
                  <a:pt x="36" y="222"/>
                  <a:pt x="54" y="240"/>
                  <a:pt x="76" y="240"/>
                </a:cubicBezTo>
                <a:cubicBezTo>
                  <a:pt x="78" y="240"/>
                  <a:pt x="78" y="240"/>
                  <a:pt x="78" y="240"/>
                </a:cubicBezTo>
                <a:cubicBezTo>
                  <a:pt x="72" y="250"/>
                  <a:pt x="72" y="250"/>
                  <a:pt x="72" y="250"/>
                </a:cubicBezTo>
                <a:cubicBezTo>
                  <a:pt x="71" y="252"/>
                  <a:pt x="72" y="255"/>
                  <a:pt x="74" y="256"/>
                </a:cubicBezTo>
                <a:cubicBezTo>
                  <a:pt x="75" y="256"/>
                  <a:pt x="75" y="256"/>
                  <a:pt x="76" y="256"/>
                </a:cubicBezTo>
                <a:cubicBezTo>
                  <a:pt x="77" y="256"/>
                  <a:pt x="79" y="255"/>
                  <a:pt x="80" y="254"/>
                </a:cubicBezTo>
                <a:cubicBezTo>
                  <a:pt x="86" y="240"/>
                  <a:pt x="86" y="240"/>
                  <a:pt x="86" y="240"/>
                </a:cubicBezTo>
                <a:cubicBezTo>
                  <a:pt x="170" y="240"/>
                  <a:pt x="170" y="240"/>
                  <a:pt x="170" y="240"/>
                </a:cubicBezTo>
                <a:cubicBezTo>
                  <a:pt x="176" y="254"/>
                  <a:pt x="176" y="254"/>
                  <a:pt x="176" y="254"/>
                </a:cubicBezTo>
                <a:cubicBezTo>
                  <a:pt x="177" y="255"/>
                  <a:pt x="179" y="256"/>
                  <a:pt x="180" y="256"/>
                </a:cubicBezTo>
                <a:cubicBezTo>
                  <a:pt x="181" y="256"/>
                  <a:pt x="181" y="256"/>
                  <a:pt x="182" y="256"/>
                </a:cubicBezTo>
                <a:cubicBezTo>
                  <a:pt x="184" y="255"/>
                  <a:pt x="185" y="252"/>
                  <a:pt x="184" y="250"/>
                </a:cubicBezTo>
                <a:cubicBezTo>
                  <a:pt x="178" y="240"/>
                  <a:pt x="178" y="240"/>
                  <a:pt x="178" y="240"/>
                </a:cubicBezTo>
                <a:cubicBezTo>
                  <a:pt x="180" y="240"/>
                  <a:pt x="180" y="240"/>
                  <a:pt x="180" y="240"/>
                </a:cubicBezTo>
                <a:cubicBezTo>
                  <a:pt x="202" y="240"/>
                  <a:pt x="220" y="222"/>
                  <a:pt x="220" y="200"/>
                </a:cubicBezTo>
                <a:cubicBezTo>
                  <a:pt x="220" y="140"/>
                  <a:pt x="220" y="140"/>
                  <a:pt x="220" y="140"/>
                </a:cubicBezTo>
                <a:cubicBezTo>
                  <a:pt x="220" y="124"/>
                  <a:pt x="218" y="108"/>
                  <a:pt x="213" y="92"/>
                </a:cubicBezTo>
                <a:lnTo>
                  <a:pt x="210" y="81"/>
                </a:lnTo>
                <a:close/>
                <a:moveTo>
                  <a:pt x="212" y="200"/>
                </a:moveTo>
                <a:cubicBezTo>
                  <a:pt x="212" y="218"/>
                  <a:pt x="198" y="232"/>
                  <a:pt x="180" y="232"/>
                </a:cubicBezTo>
                <a:cubicBezTo>
                  <a:pt x="76" y="232"/>
                  <a:pt x="76" y="232"/>
                  <a:pt x="76" y="232"/>
                </a:cubicBezTo>
                <a:cubicBezTo>
                  <a:pt x="58" y="232"/>
                  <a:pt x="44" y="218"/>
                  <a:pt x="44" y="200"/>
                </a:cubicBezTo>
                <a:cubicBezTo>
                  <a:pt x="44" y="140"/>
                  <a:pt x="44" y="140"/>
                  <a:pt x="44" y="140"/>
                </a:cubicBezTo>
                <a:cubicBezTo>
                  <a:pt x="44" y="124"/>
                  <a:pt x="46" y="109"/>
                  <a:pt x="51" y="94"/>
                </a:cubicBezTo>
                <a:cubicBezTo>
                  <a:pt x="54" y="84"/>
                  <a:pt x="54" y="84"/>
                  <a:pt x="54" y="84"/>
                </a:cubicBezTo>
                <a:cubicBezTo>
                  <a:pt x="59" y="65"/>
                  <a:pt x="77" y="52"/>
                  <a:pt x="96" y="52"/>
                </a:cubicBezTo>
                <a:cubicBezTo>
                  <a:pt x="160" y="52"/>
                  <a:pt x="160" y="52"/>
                  <a:pt x="160" y="52"/>
                </a:cubicBezTo>
                <a:cubicBezTo>
                  <a:pt x="179" y="52"/>
                  <a:pt x="197" y="65"/>
                  <a:pt x="202" y="84"/>
                </a:cubicBezTo>
                <a:cubicBezTo>
                  <a:pt x="206" y="94"/>
                  <a:pt x="206" y="94"/>
                  <a:pt x="206" y="94"/>
                </a:cubicBezTo>
                <a:cubicBezTo>
                  <a:pt x="210" y="109"/>
                  <a:pt x="212" y="124"/>
                  <a:pt x="212" y="140"/>
                </a:cubicBezTo>
                <a:lnTo>
                  <a:pt x="212" y="20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00" name="Freeform 190">
            <a:extLst>
              <a:ext uri="{FF2B5EF4-FFF2-40B4-BE49-F238E27FC236}">
                <a16:creationId xmlns:a16="http://schemas.microsoft.com/office/drawing/2014/main" id="{CBEF62EF-831B-4FB3-8B7F-D8D665609612}"/>
              </a:ext>
            </a:extLst>
          </p:cNvPr>
          <p:cNvSpPr>
            <a:spLocks noChangeAspect="1" noEditPoints="1"/>
          </p:cNvSpPr>
          <p:nvPr/>
        </p:nvSpPr>
        <p:spPr bwMode="auto">
          <a:xfrm>
            <a:off x="11267200" y="5290170"/>
            <a:ext cx="300038" cy="400050"/>
          </a:xfrm>
          <a:custGeom>
            <a:avLst/>
            <a:gdLst>
              <a:gd name="T0" fmla="*/ 151 w 192"/>
              <a:gd name="T1" fmla="*/ 76 h 256"/>
              <a:gd name="T2" fmla="*/ 64 w 192"/>
              <a:gd name="T3" fmla="*/ 56 h 256"/>
              <a:gd name="T4" fmla="*/ 33 w 192"/>
              <a:gd name="T5" fmla="*/ 118 h 256"/>
              <a:gd name="T6" fmla="*/ 160 w 192"/>
              <a:gd name="T7" fmla="*/ 118 h 256"/>
              <a:gd name="T8" fmla="*/ 40 w 192"/>
              <a:gd name="T9" fmla="*/ 114 h 256"/>
              <a:gd name="T10" fmla="*/ 64 w 192"/>
              <a:gd name="T11" fmla="*/ 64 h 256"/>
              <a:gd name="T12" fmla="*/ 144 w 192"/>
              <a:gd name="T13" fmla="*/ 80 h 256"/>
              <a:gd name="T14" fmla="*/ 96 w 192"/>
              <a:gd name="T15" fmla="*/ 160 h 256"/>
              <a:gd name="T16" fmla="*/ 60 w 192"/>
              <a:gd name="T17" fmla="*/ 196 h 256"/>
              <a:gd name="T18" fmla="*/ 36 w 192"/>
              <a:gd name="T19" fmla="*/ 178 h 256"/>
              <a:gd name="T20" fmla="*/ 29 w 192"/>
              <a:gd name="T21" fmla="*/ 182 h 256"/>
              <a:gd name="T22" fmla="*/ 60 w 192"/>
              <a:gd name="T23" fmla="*/ 211 h 256"/>
              <a:gd name="T24" fmla="*/ 68 w 192"/>
              <a:gd name="T25" fmla="*/ 202 h 256"/>
              <a:gd name="T26" fmla="*/ 64 w 192"/>
              <a:gd name="T27" fmla="*/ 192 h 256"/>
              <a:gd name="T28" fmla="*/ 157 w 192"/>
              <a:gd name="T29" fmla="*/ 178 h 256"/>
              <a:gd name="T30" fmla="*/ 132 w 192"/>
              <a:gd name="T31" fmla="*/ 196 h 256"/>
              <a:gd name="T32" fmla="*/ 124 w 192"/>
              <a:gd name="T33" fmla="*/ 196 h 256"/>
              <a:gd name="T34" fmla="*/ 128 w 192"/>
              <a:gd name="T35" fmla="*/ 209 h 256"/>
              <a:gd name="T36" fmla="*/ 136 w 192"/>
              <a:gd name="T37" fmla="*/ 210 h 256"/>
              <a:gd name="T38" fmla="*/ 162 w 192"/>
              <a:gd name="T39" fmla="*/ 177 h 256"/>
              <a:gd name="T40" fmla="*/ 192 w 192"/>
              <a:gd name="T41" fmla="*/ 96 h 256"/>
              <a:gd name="T42" fmla="*/ 126 w 192"/>
              <a:gd name="T43" fmla="*/ 24 h 256"/>
              <a:gd name="T44" fmla="*/ 151 w 192"/>
              <a:gd name="T45" fmla="*/ 16 h 256"/>
              <a:gd name="T46" fmla="*/ 156 w 192"/>
              <a:gd name="T47" fmla="*/ 13 h 256"/>
              <a:gd name="T48" fmla="*/ 129 w 192"/>
              <a:gd name="T49" fmla="*/ 0 h 256"/>
              <a:gd name="T50" fmla="*/ 64 w 192"/>
              <a:gd name="T51" fmla="*/ 0 h 256"/>
              <a:gd name="T52" fmla="*/ 39 w 192"/>
              <a:gd name="T53" fmla="*/ 8 h 256"/>
              <a:gd name="T54" fmla="*/ 41 w 192"/>
              <a:gd name="T55" fmla="*/ 16 h 256"/>
              <a:gd name="T56" fmla="*/ 67 w 192"/>
              <a:gd name="T57" fmla="*/ 24 h 256"/>
              <a:gd name="T58" fmla="*/ 0 w 192"/>
              <a:gd name="T59" fmla="*/ 96 h 256"/>
              <a:gd name="T60" fmla="*/ 40 w 192"/>
              <a:gd name="T61" fmla="*/ 229 h 256"/>
              <a:gd name="T62" fmla="*/ 35 w 192"/>
              <a:gd name="T63" fmla="*/ 256 h 256"/>
              <a:gd name="T64" fmla="*/ 40 w 192"/>
              <a:gd name="T65" fmla="*/ 253 h 256"/>
              <a:gd name="T66" fmla="*/ 96 w 192"/>
              <a:gd name="T67" fmla="*/ 248 h 256"/>
              <a:gd name="T68" fmla="*/ 152 w 192"/>
              <a:gd name="T69" fmla="*/ 253 h 256"/>
              <a:gd name="T70" fmla="*/ 157 w 192"/>
              <a:gd name="T71" fmla="*/ 256 h 256"/>
              <a:gd name="T72" fmla="*/ 153 w 192"/>
              <a:gd name="T73" fmla="*/ 228 h 256"/>
              <a:gd name="T74" fmla="*/ 123 w 192"/>
              <a:gd name="T75" fmla="*/ 8 h 256"/>
              <a:gd name="T76" fmla="*/ 75 w 192"/>
              <a:gd name="T77" fmla="*/ 24 h 256"/>
              <a:gd name="T78" fmla="*/ 123 w 192"/>
              <a:gd name="T79" fmla="*/ 8 h 256"/>
              <a:gd name="T80" fmla="*/ 8 w 192"/>
              <a:gd name="T81" fmla="*/ 156 h 256"/>
              <a:gd name="T82" fmla="*/ 56 w 192"/>
              <a:gd name="T83" fmla="*/ 32 h 256"/>
              <a:gd name="T84" fmla="*/ 184 w 192"/>
              <a:gd name="T85" fmla="*/ 96 h 256"/>
              <a:gd name="T86" fmla="*/ 184 w 192"/>
              <a:gd name="T87" fmla="*/ 1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2" h="256">
                <a:moveTo>
                  <a:pt x="160" y="118"/>
                </a:moveTo>
                <a:cubicBezTo>
                  <a:pt x="165" y="107"/>
                  <a:pt x="158" y="88"/>
                  <a:pt x="151" y="76"/>
                </a:cubicBezTo>
                <a:cubicBezTo>
                  <a:pt x="147" y="70"/>
                  <a:pt x="137" y="56"/>
                  <a:pt x="128" y="56"/>
                </a:cubicBezTo>
                <a:cubicBezTo>
                  <a:pt x="64" y="56"/>
                  <a:pt x="64" y="56"/>
                  <a:pt x="64" y="56"/>
                </a:cubicBezTo>
                <a:cubicBezTo>
                  <a:pt x="55" y="56"/>
                  <a:pt x="45" y="70"/>
                  <a:pt x="42" y="76"/>
                </a:cubicBezTo>
                <a:cubicBezTo>
                  <a:pt x="34" y="88"/>
                  <a:pt x="27" y="107"/>
                  <a:pt x="33" y="118"/>
                </a:cubicBezTo>
                <a:cubicBezTo>
                  <a:pt x="42" y="137"/>
                  <a:pt x="63" y="168"/>
                  <a:pt x="96" y="168"/>
                </a:cubicBezTo>
                <a:cubicBezTo>
                  <a:pt x="130" y="168"/>
                  <a:pt x="150" y="137"/>
                  <a:pt x="160" y="118"/>
                </a:cubicBezTo>
                <a:close/>
                <a:moveTo>
                  <a:pt x="96" y="160"/>
                </a:moveTo>
                <a:cubicBezTo>
                  <a:pt x="67" y="160"/>
                  <a:pt x="48" y="131"/>
                  <a:pt x="40" y="114"/>
                </a:cubicBezTo>
                <a:cubicBezTo>
                  <a:pt x="37" y="108"/>
                  <a:pt x="40" y="93"/>
                  <a:pt x="49" y="80"/>
                </a:cubicBezTo>
                <a:cubicBezTo>
                  <a:pt x="55" y="69"/>
                  <a:pt x="62" y="64"/>
                  <a:pt x="64" y="64"/>
                </a:cubicBezTo>
                <a:cubicBezTo>
                  <a:pt x="128" y="64"/>
                  <a:pt x="128" y="64"/>
                  <a:pt x="128" y="64"/>
                </a:cubicBezTo>
                <a:cubicBezTo>
                  <a:pt x="131" y="64"/>
                  <a:pt x="137" y="69"/>
                  <a:pt x="144" y="80"/>
                </a:cubicBezTo>
                <a:cubicBezTo>
                  <a:pt x="152" y="93"/>
                  <a:pt x="156" y="108"/>
                  <a:pt x="153" y="114"/>
                </a:cubicBezTo>
                <a:cubicBezTo>
                  <a:pt x="144" y="131"/>
                  <a:pt x="125" y="160"/>
                  <a:pt x="96" y="160"/>
                </a:cubicBezTo>
                <a:close/>
                <a:moveTo>
                  <a:pt x="64" y="192"/>
                </a:moveTo>
                <a:cubicBezTo>
                  <a:pt x="62" y="192"/>
                  <a:pt x="60" y="194"/>
                  <a:pt x="60" y="196"/>
                </a:cubicBezTo>
                <a:cubicBezTo>
                  <a:pt x="60" y="203"/>
                  <a:pt x="60" y="203"/>
                  <a:pt x="60" y="203"/>
                </a:cubicBezTo>
                <a:cubicBezTo>
                  <a:pt x="57" y="201"/>
                  <a:pt x="45" y="194"/>
                  <a:pt x="36" y="178"/>
                </a:cubicBezTo>
                <a:cubicBezTo>
                  <a:pt x="34" y="176"/>
                  <a:pt x="32" y="175"/>
                  <a:pt x="30" y="177"/>
                </a:cubicBezTo>
                <a:cubicBezTo>
                  <a:pt x="28" y="178"/>
                  <a:pt x="28" y="180"/>
                  <a:pt x="29" y="182"/>
                </a:cubicBezTo>
                <a:cubicBezTo>
                  <a:pt x="40" y="200"/>
                  <a:pt x="53" y="208"/>
                  <a:pt x="57" y="210"/>
                </a:cubicBezTo>
                <a:cubicBezTo>
                  <a:pt x="58" y="210"/>
                  <a:pt x="59" y="211"/>
                  <a:pt x="60" y="211"/>
                </a:cubicBezTo>
                <a:cubicBezTo>
                  <a:pt x="62" y="211"/>
                  <a:pt x="63" y="210"/>
                  <a:pt x="64" y="209"/>
                </a:cubicBezTo>
                <a:cubicBezTo>
                  <a:pt x="67" y="208"/>
                  <a:pt x="68" y="205"/>
                  <a:pt x="68" y="202"/>
                </a:cubicBezTo>
                <a:cubicBezTo>
                  <a:pt x="68" y="196"/>
                  <a:pt x="68" y="196"/>
                  <a:pt x="68" y="196"/>
                </a:cubicBezTo>
                <a:cubicBezTo>
                  <a:pt x="68" y="194"/>
                  <a:pt x="66" y="192"/>
                  <a:pt x="64" y="192"/>
                </a:cubicBezTo>
                <a:close/>
                <a:moveTo>
                  <a:pt x="162" y="177"/>
                </a:moveTo>
                <a:cubicBezTo>
                  <a:pt x="160" y="175"/>
                  <a:pt x="158" y="176"/>
                  <a:pt x="157" y="178"/>
                </a:cubicBezTo>
                <a:cubicBezTo>
                  <a:pt x="147" y="194"/>
                  <a:pt x="135" y="201"/>
                  <a:pt x="132" y="202"/>
                </a:cubicBezTo>
                <a:cubicBezTo>
                  <a:pt x="132" y="196"/>
                  <a:pt x="132" y="196"/>
                  <a:pt x="132" y="196"/>
                </a:cubicBezTo>
                <a:cubicBezTo>
                  <a:pt x="132" y="194"/>
                  <a:pt x="130" y="192"/>
                  <a:pt x="128" y="192"/>
                </a:cubicBezTo>
                <a:cubicBezTo>
                  <a:pt x="126" y="192"/>
                  <a:pt x="124" y="194"/>
                  <a:pt x="124" y="196"/>
                </a:cubicBezTo>
                <a:cubicBezTo>
                  <a:pt x="124" y="202"/>
                  <a:pt x="124" y="202"/>
                  <a:pt x="124" y="202"/>
                </a:cubicBezTo>
                <a:cubicBezTo>
                  <a:pt x="124" y="205"/>
                  <a:pt x="126" y="208"/>
                  <a:pt x="128" y="209"/>
                </a:cubicBezTo>
                <a:cubicBezTo>
                  <a:pt x="129" y="210"/>
                  <a:pt x="131" y="211"/>
                  <a:pt x="132" y="211"/>
                </a:cubicBezTo>
                <a:cubicBezTo>
                  <a:pt x="133" y="211"/>
                  <a:pt x="135" y="210"/>
                  <a:pt x="136" y="210"/>
                </a:cubicBezTo>
                <a:cubicBezTo>
                  <a:pt x="140" y="208"/>
                  <a:pt x="153" y="200"/>
                  <a:pt x="164" y="182"/>
                </a:cubicBezTo>
                <a:cubicBezTo>
                  <a:pt x="165" y="180"/>
                  <a:pt x="164" y="178"/>
                  <a:pt x="162" y="177"/>
                </a:cubicBezTo>
                <a:close/>
                <a:moveTo>
                  <a:pt x="192" y="156"/>
                </a:moveTo>
                <a:cubicBezTo>
                  <a:pt x="192" y="96"/>
                  <a:pt x="192" y="96"/>
                  <a:pt x="192" y="96"/>
                </a:cubicBezTo>
                <a:cubicBezTo>
                  <a:pt x="192" y="72"/>
                  <a:pt x="161" y="24"/>
                  <a:pt x="136" y="24"/>
                </a:cubicBezTo>
                <a:cubicBezTo>
                  <a:pt x="126" y="24"/>
                  <a:pt x="126" y="24"/>
                  <a:pt x="126" y="24"/>
                </a:cubicBezTo>
                <a:cubicBezTo>
                  <a:pt x="131" y="9"/>
                  <a:pt x="131" y="9"/>
                  <a:pt x="131" y="9"/>
                </a:cubicBezTo>
                <a:cubicBezTo>
                  <a:pt x="151" y="16"/>
                  <a:pt x="151" y="16"/>
                  <a:pt x="151" y="16"/>
                </a:cubicBezTo>
                <a:cubicBezTo>
                  <a:pt x="151" y="16"/>
                  <a:pt x="152" y="16"/>
                  <a:pt x="152" y="16"/>
                </a:cubicBezTo>
                <a:cubicBezTo>
                  <a:pt x="154" y="16"/>
                  <a:pt x="155" y="15"/>
                  <a:pt x="156" y="13"/>
                </a:cubicBezTo>
                <a:cubicBezTo>
                  <a:pt x="157" y="11"/>
                  <a:pt x="156" y="9"/>
                  <a:pt x="153" y="8"/>
                </a:cubicBezTo>
                <a:cubicBezTo>
                  <a:pt x="129" y="0"/>
                  <a:pt x="129" y="0"/>
                  <a:pt x="129" y="0"/>
                </a:cubicBezTo>
                <a:cubicBezTo>
                  <a:pt x="129" y="0"/>
                  <a:pt x="129" y="0"/>
                  <a:pt x="128" y="0"/>
                </a:cubicBezTo>
                <a:cubicBezTo>
                  <a:pt x="64" y="0"/>
                  <a:pt x="64" y="0"/>
                  <a:pt x="64" y="0"/>
                </a:cubicBezTo>
                <a:cubicBezTo>
                  <a:pt x="64" y="0"/>
                  <a:pt x="63" y="0"/>
                  <a:pt x="63" y="0"/>
                </a:cubicBezTo>
                <a:cubicBezTo>
                  <a:pt x="39" y="8"/>
                  <a:pt x="39" y="8"/>
                  <a:pt x="39" y="8"/>
                </a:cubicBezTo>
                <a:cubicBezTo>
                  <a:pt x="37" y="9"/>
                  <a:pt x="36" y="11"/>
                  <a:pt x="36" y="13"/>
                </a:cubicBezTo>
                <a:cubicBezTo>
                  <a:pt x="37" y="15"/>
                  <a:pt x="39" y="16"/>
                  <a:pt x="41" y="16"/>
                </a:cubicBezTo>
                <a:cubicBezTo>
                  <a:pt x="62" y="9"/>
                  <a:pt x="62" y="9"/>
                  <a:pt x="62" y="9"/>
                </a:cubicBezTo>
                <a:cubicBezTo>
                  <a:pt x="67" y="24"/>
                  <a:pt x="67" y="24"/>
                  <a:pt x="67" y="24"/>
                </a:cubicBezTo>
                <a:cubicBezTo>
                  <a:pt x="56" y="24"/>
                  <a:pt x="56" y="24"/>
                  <a:pt x="56" y="24"/>
                </a:cubicBezTo>
                <a:cubicBezTo>
                  <a:pt x="31" y="24"/>
                  <a:pt x="0" y="72"/>
                  <a:pt x="0" y="96"/>
                </a:cubicBezTo>
                <a:cubicBezTo>
                  <a:pt x="0" y="156"/>
                  <a:pt x="0" y="156"/>
                  <a:pt x="0" y="156"/>
                </a:cubicBezTo>
                <a:cubicBezTo>
                  <a:pt x="0" y="184"/>
                  <a:pt x="16" y="211"/>
                  <a:pt x="40" y="229"/>
                </a:cubicBezTo>
                <a:cubicBezTo>
                  <a:pt x="32" y="251"/>
                  <a:pt x="32" y="251"/>
                  <a:pt x="32" y="251"/>
                </a:cubicBezTo>
                <a:cubicBezTo>
                  <a:pt x="32" y="253"/>
                  <a:pt x="33" y="255"/>
                  <a:pt x="35" y="256"/>
                </a:cubicBezTo>
                <a:cubicBezTo>
                  <a:pt x="35" y="256"/>
                  <a:pt x="36" y="256"/>
                  <a:pt x="36" y="256"/>
                </a:cubicBezTo>
                <a:cubicBezTo>
                  <a:pt x="38" y="256"/>
                  <a:pt x="39" y="255"/>
                  <a:pt x="40" y="253"/>
                </a:cubicBezTo>
                <a:cubicBezTo>
                  <a:pt x="47" y="233"/>
                  <a:pt x="47" y="233"/>
                  <a:pt x="47" y="233"/>
                </a:cubicBezTo>
                <a:cubicBezTo>
                  <a:pt x="62" y="242"/>
                  <a:pt x="79" y="248"/>
                  <a:pt x="96" y="248"/>
                </a:cubicBezTo>
                <a:cubicBezTo>
                  <a:pt x="114" y="248"/>
                  <a:pt x="131" y="242"/>
                  <a:pt x="146" y="233"/>
                </a:cubicBezTo>
                <a:cubicBezTo>
                  <a:pt x="152" y="253"/>
                  <a:pt x="152" y="253"/>
                  <a:pt x="152" y="253"/>
                </a:cubicBezTo>
                <a:cubicBezTo>
                  <a:pt x="153" y="255"/>
                  <a:pt x="155" y="256"/>
                  <a:pt x="156" y="256"/>
                </a:cubicBezTo>
                <a:cubicBezTo>
                  <a:pt x="157" y="256"/>
                  <a:pt x="157" y="256"/>
                  <a:pt x="157" y="256"/>
                </a:cubicBezTo>
                <a:cubicBezTo>
                  <a:pt x="160" y="255"/>
                  <a:pt x="161" y="253"/>
                  <a:pt x="160" y="251"/>
                </a:cubicBezTo>
                <a:cubicBezTo>
                  <a:pt x="153" y="228"/>
                  <a:pt x="153" y="228"/>
                  <a:pt x="153" y="228"/>
                </a:cubicBezTo>
                <a:cubicBezTo>
                  <a:pt x="176" y="211"/>
                  <a:pt x="192" y="184"/>
                  <a:pt x="192" y="156"/>
                </a:cubicBezTo>
                <a:close/>
                <a:moveTo>
                  <a:pt x="123" y="8"/>
                </a:moveTo>
                <a:cubicBezTo>
                  <a:pt x="117" y="24"/>
                  <a:pt x="117" y="24"/>
                  <a:pt x="117" y="24"/>
                </a:cubicBezTo>
                <a:cubicBezTo>
                  <a:pt x="75" y="24"/>
                  <a:pt x="75" y="24"/>
                  <a:pt x="75" y="24"/>
                </a:cubicBezTo>
                <a:cubicBezTo>
                  <a:pt x="70" y="8"/>
                  <a:pt x="70" y="8"/>
                  <a:pt x="70" y="8"/>
                </a:cubicBezTo>
                <a:lnTo>
                  <a:pt x="123" y="8"/>
                </a:lnTo>
                <a:close/>
                <a:moveTo>
                  <a:pt x="96" y="240"/>
                </a:moveTo>
                <a:cubicBezTo>
                  <a:pt x="51" y="240"/>
                  <a:pt x="8" y="198"/>
                  <a:pt x="8" y="156"/>
                </a:cubicBezTo>
                <a:cubicBezTo>
                  <a:pt x="8" y="96"/>
                  <a:pt x="8" y="96"/>
                  <a:pt x="8" y="96"/>
                </a:cubicBezTo>
                <a:cubicBezTo>
                  <a:pt x="8" y="75"/>
                  <a:pt x="37" y="32"/>
                  <a:pt x="56" y="32"/>
                </a:cubicBezTo>
                <a:cubicBezTo>
                  <a:pt x="136" y="32"/>
                  <a:pt x="136" y="32"/>
                  <a:pt x="136" y="32"/>
                </a:cubicBezTo>
                <a:cubicBezTo>
                  <a:pt x="155" y="32"/>
                  <a:pt x="184" y="75"/>
                  <a:pt x="184" y="96"/>
                </a:cubicBezTo>
                <a:cubicBezTo>
                  <a:pt x="184" y="96"/>
                  <a:pt x="184" y="96"/>
                  <a:pt x="184" y="96"/>
                </a:cubicBezTo>
                <a:cubicBezTo>
                  <a:pt x="184" y="156"/>
                  <a:pt x="184" y="156"/>
                  <a:pt x="184" y="156"/>
                </a:cubicBezTo>
                <a:cubicBezTo>
                  <a:pt x="184" y="198"/>
                  <a:pt x="141" y="240"/>
                  <a:pt x="96" y="2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08" name="Freeform 194">
            <a:extLst>
              <a:ext uri="{FF2B5EF4-FFF2-40B4-BE49-F238E27FC236}">
                <a16:creationId xmlns:a16="http://schemas.microsoft.com/office/drawing/2014/main" id="{B07E7F9A-F680-4340-BAD3-3B98C068F027}"/>
              </a:ext>
            </a:extLst>
          </p:cNvPr>
          <p:cNvSpPr>
            <a:spLocks noChangeAspect="1" noEditPoints="1"/>
          </p:cNvSpPr>
          <p:nvPr/>
        </p:nvSpPr>
        <p:spPr bwMode="auto">
          <a:xfrm>
            <a:off x="4443672" y="3380289"/>
            <a:ext cx="400050" cy="400050"/>
          </a:xfrm>
          <a:custGeom>
            <a:avLst/>
            <a:gdLst>
              <a:gd name="T0" fmla="*/ 168 w 256"/>
              <a:gd name="T1" fmla="*/ 96 h 256"/>
              <a:gd name="T2" fmla="*/ 144 w 256"/>
              <a:gd name="T3" fmla="*/ 88 h 256"/>
              <a:gd name="T4" fmla="*/ 72 w 256"/>
              <a:gd name="T5" fmla="*/ 120 h 256"/>
              <a:gd name="T6" fmla="*/ 192 w 256"/>
              <a:gd name="T7" fmla="*/ 112 h 256"/>
              <a:gd name="T8" fmla="*/ 184 w 256"/>
              <a:gd name="T9" fmla="*/ 0 h 256"/>
              <a:gd name="T10" fmla="*/ 64 w 256"/>
              <a:gd name="T11" fmla="*/ 8 h 256"/>
              <a:gd name="T12" fmla="*/ 72 w 256"/>
              <a:gd name="T13" fmla="*/ 120 h 256"/>
              <a:gd name="T14" fmla="*/ 140 w 256"/>
              <a:gd name="T15" fmla="*/ 8 h 256"/>
              <a:gd name="T16" fmla="*/ 116 w 256"/>
              <a:gd name="T17" fmla="*/ 24 h 256"/>
              <a:gd name="T18" fmla="*/ 72 w 256"/>
              <a:gd name="T19" fmla="*/ 8 h 256"/>
              <a:gd name="T20" fmla="*/ 108 w 256"/>
              <a:gd name="T21" fmla="*/ 28 h 256"/>
              <a:gd name="T22" fmla="*/ 144 w 256"/>
              <a:gd name="T23" fmla="*/ 32 h 256"/>
              <a:gd name="T24" fmla="*/ 148 w 256"/>
              <a:gd name="T25" fmla="*/ 8 h 256"/>
              <a:gd name="T26" fmla="*/ 184 w 256"/>
              <a:gd name="T27" fmla="*/ 112 h 256"/>
              <a:gd name="T28" fmla="*/ 72 w 256"/>
              <a:gd name="T29" fmla="*/ 8 h 256"/>
              <a:gd name="T30" fmla="*/ 112 w 256"/>
              <a:gd name="T31" fmla="*/ 228 h 256"/>
              <a:gd name="T32" fmla="*/ 104 w 256"/>
              <a:gd name="T33" fmla="*/ 178 h 256"/>
              <a:gd name="T34" fmla="*/ 40 w 256"/>
              <a:gd name="T35" fmla="*/ 136 h 256"/>
              <a:gd name="T36" fmla="*/ 20 w 256"/>
              <a:gd name="T37" fmla="*/ 60 h 256"/>
              <a:gd name="T38" fmla="*/ 0 w 256"/>
              <a:gd name="T39" fmla="*/ 164 h 256"/>
              <a:gd name="T40" fmla="*/ 44 w 256"/>
              <a:gd name="T41" fmla="*/ 226 h 256"/>
              <a:gd name="T42" fmla="*/ 36 w 256"/>
              <a:gd name="T43" fmla="*/ 228 h 256"/>
              <a:gd name="T44" fmla="*/ 32 w 256"/>
              <a:gd name="T45" fmla="*/ 256 h 256"/>
              <a:gd name="T46" fmla="*/ 40 w 256"/>
              <a:gd name="T47" fmla="*/ 236 h 256"/>
              <a:gd name="T48" fmla="*/ 112 w 256"/>
              <a:gd name="T49" fmla="*/ 256 h 256"/>
              <a:gd name="T50" fmla="*/ 120 w 256"/>
              <a:gd name="T51" fmla="*/ 232 h 256"/>
              <a:gd name="T52" fmla="*/ 104 w 256"/>
              <a:gd name="T53" fmla="*/ 228 h 256"/>
              <a:gd name="T54" fmla="*/ 52 w 256"/>
              <a:gd name="T55" fmla="*/ 224 h 256"/>
              <a:gd name="T56" fmla="*/ 15 w 256"/>
              <a:gd name="T57" fmla="*/ 182 h 256"/>
              <a:gd name="T58" fmla="*/ 8 w 256"/>
              <a:gd name="T59" fmla="*/ 80 h 256"/>
              <a:gd name="T60" fmla="*/ 32 w 256"/>
              <a:gd name="T61" fmla="*/ 80 h 256"/>
              <a:gd name="T62" fmla="*/ 32 w 256"/>
              <a:gd name="T63" fmla="*/ 149 h 256"/>
              <a:gd name="T64" fmla="*/ 69 w 256"/>
              <a:gd name="T65" fmla="*/ 199 h 256"/>
              <a:gd name="T66" fmla="*/ 75 w 256"/>
              <a:gd name="T67" fmla="*/ 193 h 256"/>
              <a:gd name="T68" fmla="*/ 43 w 256"/>
              <a:gd name="T69" fmla="*/ 144 h 256"/>
              <a:gd name="T70" fmla="*/ 98 w 256"/>
              <a:gd name="T71" fmla="*/ 184 h 256"/>
              <a:gd name="T72" fmla="*/ 104 w 256"/>
              <a:gd name="T73" fmla="*/ 228 h 256"/>
              <a:gd name="T74" fmla="*/ 216 w 256"/>
              <a:gd name="T75" fmla="*/ 80 h 256"/>
              <a:gd name="T76" fmla="*/ 190 w 256"/>
              <a:gd name="T77" fmla="*/ 138 h 256"/>
              <a:gd name="T78" fmla="*/ 144 w 256"/>
              <a:gd name="T79" fmla="*/ 198 h 256"/>
              <a:gd name="T80" fmla="*/ 140 w 256"/>
              <a:gd name="T81" fmla="*/ 228 h 256"/>
              <a:gd name="T82" fmla="*/ 136 w 256"/>
              <a:gd name="T83" fmla="*/ 256 h 256"/>
              <a:gd name="T84" fmla="*/ 144 w 256"/>
              <a:gd name="T85" fmla="*/ 236 h 256"/>
              <a:gd name="T86" fmla="*/ 216 w 256"/>
              <a:gd name="T87" fmla="*/ 256 h 256"/>
              <a:gd name="T88" fmla="*/ 224 w 256"/>
              <a:gd name="T89" fmla="*/ 232 h 256"/>
              <a:gd name="T90" fmla="*/ 212 w 256"/>
              <a:gd name="T91" fmla="*/ 228 h 256"/>
              <a:gd name="T92" fmla="*/ 247 w 256"/>
              <a:gd name="T93" fmla="*/ 188 h 256"/>
              <a:gd name="T94" fmla="*/ 256 w 256"/>
              <a:gd name="T95" fmla="*/ 80 h 256"/>
              <a:gd name="T96" fmla="*/ 248 w 256"/>
              <a:gd name="T97" fmla="*/ 164 h 256"/>
              <a:gd name="T98" fmla="*/ 205 w 256"/>
              <a:gd name="T99" fmla="*/ 221 h 256"/>
              <a:gd name="T100" fmla="*/ 204 w 256"/>
              <a:gd name="T101" fmla="*/ 228 h 256"/>
              <a:gd name="T102" fmla="*/ 152 w 256"/>
              <a:gd name="T103" fmla="*/ 198 h 256"/>
              <a:gd name="T104" fmla="*/ 196 w 256"/>
              <a:gd name="T105" fmla="*/ 144 h 256"/>
              <a:gd name="T106" fmla="*/ 212 w 256"/>
              <a:gd name="T107" fmla="*/ 161 h 256"/>
              <a:gd name="T108" fmla="*/ 181 w 256"/>
              <a:gd name="T109" fmla="*/ 199 h 256"/>
              <a:gd name="T110" fmla="*/ 218 w 256"/>
              <a:gd name="T111" fmla="*/ 166 h 256"/>
              <a:gd name="T112" fmla="*/ 224 w 256"/>
              <a:gd name="T113" fmla="*/ 148 h 256"/>
              <a:gd name="T114" fmla="*/ 236 w 256"/>
              <a:gd name="T115" fmla="*/ 68 h 256"/>
              <a:gd name="T116" fmla="*/ 248 w 256"/>
              <a:gd name="T117" fmla="*/ 16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144" y="96"/>
                </a:moveTo>
                <a:cubicBezTo>
                  <a:pt x="168" y="96"/>
                  <a:pt x="168" y="96"/>
                  <a:pt x="168" y="96"/>
                </a:cubicBezTo>
                <a:cubicBezTo>
                  <a:pt x="168" y="88"/>
                  <a:pt x="168" y="88"/>
                  <a:pt x="168" y="88"/>
                </a:cubicBezTo>
                <a:cubicBezTo>
                  <a:pt x="144" y="88"/>
                  <a:pt x="144" y="88"/>
                  <a:pt x="144" y="88"/>
                </a:cubicBezTo>
                <a:lnTo>
                  <a:pt x="144" y="96"/>
                </a:lnTo>
                <a:close/>
                <a:moveTo>
                  <a:pt x="72" y="120"/>
                </a:moveTo>
                <a:cubicBezTo>
                  <a:pt x="184" y="120"/>
                  <a:pt x="184" y="120"/>
                  <a:pt x="184" y="120"/>
                </a:cubicBezTo>
                <a:cubicBezTo>
                  <a:pt x="188" y="120"/>
                  <a:pt x="192" y="116"/>
                  <a:pt x="192" y="112"/>
                </a:cubicBezTo>
                <a:cubicBezTo>
                  <a:pt x="192" y="8"/>
                  <a:pt x="192" y="8"/>
                  <a:pt x="192" y="8"/>
                </a:cubicBezTo>
                <a:cubicBezTo>
                  <a:pt x="192" y="4"/>
                  <a:pt x="188" y="0"/>
                  <a:pt x="184" y="0"/>
                </a:cubicBezTo>
                <a:cubicBezTo>
                  <a:pt x="72" y="0"/>
                  <a:pt x="72" y="0"/>
                  <a:pt x="72" y="0"/>
                </a:cubicBezTo>
                <a:cubicBezTo>
                  <a:pt x="68" y="0"/>
                  <a:pt x="64" y="4"/>
                  <a:pt x="64" y="8"/>
                </a:cubicBezTo>
                <a:cubicBezTo>
                  <a:pt x="64" y="112"/>
                  <a:pt x="64" y="112"/>
                  <a:pt x="64" y="112"/>
                </a:cubicBezTo>
                <a:cubicBezTo>
                  <a:pt x="64" y="116"/>
                  <a:pt x="68" y="120"/>
                  <a:pt x="72" y="120"/>
                </a:cubicBezTo>
                <a:close/>
                <a:moveTo>
                  <a:pt x="116" y="8"/>
                </a:moveTo>
                <a:cubicBezTo>
                  <a:pt x="140" y="8"/>
                  <a:pt x="140" y="8"/>
                  <a:pt x="140" y="8"/>
                </a:cubicBezTo>
                <a:cubicBezTo>
                  <a:pt x="140" y="24"/>
                  <a:pt x="140" y="24"/>
                  <a:pt x="140" y="24"/>
                </a:cubicBezTo>
                <a:cubicBezTo>
                  <a:pt x="116" y="24"/>
                  <a:pt x="116" y="24"/>
                  <a:pt x="116" y="24"/>
                </a:cubicBezTo>
                <a:lnTo>
                  <a:pt x="116" y="8"/>
                </a:lnTo>
                <a:close/>
                <a:moveTo>
                  <a:pt x="72" y="8"/>
                </a:moveTo>
                <a:cubicBezTo>
                  <a:pt x="108" y="8"/>
                  <a:pt x="108" y="8"/>
                  <a:pt x="108" y="8"/>
                </a:cubicBezTo>
                <a:cubicBezTo>
                  <a:pt x="108" y="28"/>
                  <a:pt x="108" y="28"/>
                  <a:pt x="108" y="28"/>
                </a:cubicBezTo>
                <a:cubicBezTo>
                  <a:pt x="108" y="30"/>
                  <a:pt x="110" y="32"/>
                  <a:pt x="112" y="32"/>
                </a:cubicBezTo>
                <a:cubicBezTo>
                  <a:pt x="144" y="32"/>
                  <a:pt x="144" y="32"/>
                  <a:pt x="144" y="32"/>
                </a:cubicBezTo>
                <a:cubicBezTo>
                  <a:pt x="146" y="32"/>
                  <a:pt x="148" y="30"/>
                  <a:pt x="148" y="28"/>
                </a:cubicBezTo>
                <a:cubicBezTo>
                  <a:pt x="148" y="8"/>
                  <a:pt x="148" y="8"/>
                  <a:pt x="148" y="8"/>
                </a:cubicBezTo>
                <a:cubicBezTo>
                  <a:pt x="184" y="8"/>
                  <a:pt x="184" y="8"/>
                  <a:pt x="184" y="8"/>
                </a:cubicBezTo>
                <a:cubicBezTo>
                  <a:pt x="184" y="112"/>
                  <a:pt x="184" y="112"/>
                  <a:pt x="184" y="112"/>
                </a:cubicBezTo>
                <a:cubicBezTo>
                  <a:pt x="72" y="112"/>
                  <a:pt x="72" y="112"/>
                  <a:pt x="72" y="112"/>
                </a:cubicBezTo>
                <a:lnTo>
                  <a:pt x="72" y="8"/>
                </a:lnTo>
                <a:close/>
                <a:moveTo>
                  <a:pt x="116" y="228"/>
                </a:moveTo>
                <a:cubicBezTo>
                  <a:pt x="112" y="228"/>
                  <a:pt x="112" y="228"/>
                  <a:pt x="112" y="228"/>
                </a:cubicBezTo>
                <a:cubicBezTo>
                  <a:pt x="112" y="198"/>
                  <a:pt x="112" y="198"/>
                  <a:pt x="112" y="198"/>
                </a:cubicBezTo>
                <a:cubicBezTo>
                  <a:pt x="112" y="190"/>
                  <a:pt x="109" y="184"/>
                  <a:pt x="104" y="178"/>
                </a:cubicBezTo>
                <a:cubicBezTo>
                  <a:pt x="66" y="138"/>
                  <a:pt x="66" y="138"/>
                  <a:pt x="66" y="138"/>
                </a:cubicBezTo>
                <a:cubicBezTo>
                  <a:pt x="59" y="131"/>
                  <a:pt x="48" y="130"/>
                  <a:pt x="40" y="136"/>
                </a:cubicBezTo>
                <a:cubicBezTo>
                  <a:pt x="40" y="80"/>
                  <a:pt x="40" y="80"/>
                  <a:pt x="40" y="80"/>
                </a:cubicBezTo>
                <a:cubicBezTo>
                  <a:pt x="40" y="69"/>
                  <a:pt x="31" y="60"/>
                  <a:pt x="20" y="60"/>
                </a:cubicBezTo>
                <a:cubicBezTo>
                  <a:pt x="9" y="60"/>
                  <a:pt x="0" y="69"/>
                  <a:pt x="0" y="80"/>
                </a:cubicBezTo>
                <a:cubicBezTo>
                  <a:pt x="0" y="164"/>
                  <a:pt x="0" y="164"/>
                  <a:pt x="0" y="164"/>
                </a:cubicBezTo>
                <a:cubicBezTo>
                  <a:pt x="0" y="173"/>
                  <a:pt x="3" y="181"/>
                  <a:pt x="9" y="188"/>
                </a:cubicBezTo>
                <a:cubicBezTo>
                  <a:pt x="44" y="226"/>
                  <a:pt x="44" y="226"/>
                  <a:pt x="44" y="226"/>
                </a:cubicBezTo>
                <a:cubicBezTo>
                  <a:pt x="44" y="228"/>
                  <a:pt x="44" y="228"/>
                  <a:pt x="44" y="228"/>
                </a:cubicBezTo>
                <a:cubicBezTo>
                  <a:pt x="36" y="228"/>
                  <a:pt x="36" y="228"/>
                  <a:pt x="36" y="228"/>
                </a:cubicBezTo>
                <a:cubicBezTo>
                  <a:pt x="34" y="228"/>
                  <a:pt x="32" y="230"/>
                  <a:pt x="32" y="232"/>
                </a:cubicBezTo>
                <a:cubicBezTo>
                  <a:pt x="32" y="256"/>
                  <a:pt x="32" y="256"/>
                  <a:pt x="32" y="256"/>
                </a:cubicBezTo>
                <a:cubicBezTo>
                  <a:pt x="40" y="256"/>
                  <a:pt x="40" y="256"/>
                  <a:pt x="40" y="256"/>
                </a:cubicBezTo>
                <a:cubicBezTo>
                  <a:pt x="40" y="236"/>
                  <a:pt x="40" y="236"/>
                  <a:pt x="40" y="236"/>
                </a:cubicBezTo>
                <a:cubicBezTo>
                  <a:pt x="112" y="236"/>
                  <a:pt x="112" y="236"/>
                  <a:pt x="112" y="236"/>
                </a:cubicBezTo>
                <a:cubicBezTo>
                  <a:pt x="112" y="256"/>
                  <a:pt x="112" y="256"/>
                  <a:pt x="112" y="256"/>
                </a:cubicBezTo>
                <a:cubicBezTo>
                  <a:pt x="120" y="256"/>
                  <a:pt x="120" y="256"/>
                  <a:pt x="120" y="256"/>
                </a:cubicBezTo>
                <a:cubicBezTo>
                  <a:pt x="120" y="232"/>
                  <a:pt x="120" y="232"/>
                  <a:pt x="120" y="232"/>
                </a:cubicBezTo>
                <a:cubicBezTo>
                  <a:pt x="120" y="230"/>
                  <a:pt x="118" y="228"/>
                  <a:pt x="116" y="228"/>
                </a:cubicBezTo>
                <a:close/>
                <a:moveTo>
                  <a:pt x="104" y="228"/>
                </a:moveTo>
                <a:cubicBezTo>
                  <a:pt x="52" y="228"/>
                  <a:pt x="52" y="228"/>
                  <a:pt x="52" y="228"/>
                </a:cubicBezTo>
                <a:cubicBezTo>
                  <a:pt x="52" y="224"/>
                  <a:pt x="52" y="224"/>
                  <a:pt x="52" y="224"/>
                </a:cubicBezTo>
                <a:cubicBezTo>
                  <a:pt x="52" y="223"/>
                  <a:pt x="52" y="222"/>
                  <a:pt x="51" y="221"/>
                </a:cubicBezTo>
                <a:cubicBezTo>
                  <a:pt x="15" y="182"/>
                  <a:pt x="15" y="182"/>
                  <a:pt x="15" y="182"/>
                </a:cubicBezTo>
                <a:cubicBezTo>
                  <a:pt x="11" y="177"/>
                  <a:pt x="8" y="171"/>
                  <a:pt x="8" y="164"/>
                </a:cubicBezTo>
                <a:cubicBezTo>
                  <a:pt x="8" y="80"/>
                  <a:pt x="8" y="80"/>
                  <a:pt x="8" y="80"/>
                </a:cubicBezTo>
                <a:cubicBezTo>
                  <a:pt x="8" y="73"/>
                  <a:pt x="13" y="68"/>
                  <a:pt x="20" y="68"/>
                </a:cubicBezTo>
                <a:cubicBezTo>
                  <a:pt x="27" y="68"/>
                  <a:pt x="32" y="73"/>
                  <a:pt x="32" y="80"/>
                </a:cubicBezTo>
                <a:cubicBezTo>
                  <a:pt x="32" y="148"/>
                  <a:pt x="32" y="148"/>
                  <a:pt x="32" y="148"/>
                </a:cubicBezTo>
                <a:cubicBezTo>
                  <a:pt x="32" y="148"/>
                  <a:pt x="32" y="149"/>
                  <a:pt x="32" y="149"/>
                </a:cubicBezTo>
                <a:cubicBezTo>
                  <a:pt x="31" y="155"/>
                  <a:pt x="33" y="162"/>
                  <a:pt x="38" y="166"/>
                </a:cubicBezTo>
                <a:cubicBezTo>
                  <a:pt x="69" y="199"/>
                  <a:pt x="69" y="199"/>
                  <a:pt x="69" y="199"/>
                </a:cubicBezTo>
                <a:cubicBezTo>
                  <a:pt x="71" y="200"/>
                  <a:pt x="73" y="200"/>
                  <a:pt x="75" y="199"/>
                </a:cubicBezTo>
                <a:cubicBezTo>
                  <a:pt x="76" y="197"/>
                  <a:pt x="76" y="195"/>
                  <a:pt x="75" y="193"/>
                </a:cubicBezTo>
                <a:cubicBezTo>
                  <a:pt x="43" y="161"/>
                  <a:pt x="43" y="161"/>
                  <a:pt x="43" y="161"/>
                </a:cubicBezTo>
                <a:cubicBezTo>
                  <a:pt x="39" y="156"/>
                  <a:pt x="39" y="148"/>
                  <a:pt x="43" y="144"/>
                </a:cubicBezTo>
                <a:cubicBezTo>
                  <a:pt x="48" y="139"/>
                  <a:pt x="56" y="139"/>
                  <a:pt x="60" y="144"/>
                </a:cubicBezTo>
                <a:cubicBezTo>
                  <a:pt x="98" y="184"/>
                  <a:pt x="98" y="184"/>
                  <a:pt x="98" y="184"/>
                </a:cubicBezTo>
                <a:cubicBezTo>
                  <a:pt x="102" y="188"/>
                  <a:pt x="104" y="192"/>
                  <a:pt x="104" y="198"/>
                </a:cubicBezTo>
                <a:lnTo>
                  <a:pt x="104" y="228"/>
                </a:lnTo>
                <a:close/>
                <a:moveTo>
                  <a:pt x="236" y="60"/>
                </a:moveTo>
                <a:cubicBezTo>
                  <a:pt x="225" y="60"/>
                  <a:pt x="216" y="69"/>
                  <a:pt x="216" y="80"/>
                </a:cubicBezTo>
                <a:cubicBezTo>
                  <a:pt x="216" y="136"/>
                  <a:pt x="216" y="136"/>
                  <a:pt x="216" y="136"/>
                </a:cubicBezTo>
                <a:cubicBezTo>
                  <a:pt x="208" y="131"/>
                  <a:pt x="197" y="131"/>
                  <a:pt x="190" y="138"/>
                </a:cubicBezTo>
                <a:cubicBezTo>
                  <a:pt x="152" y="178"/>
                  <a:pt x="152" y="178"/>
                  <a:pt x="152" y="178"/>
                </a:cubicBezTo>
                <a:cubicBezTo>
                  <a:pt x="147" y="184"/>
                  <a:pt x="144" y="190"/>
                  <a:pt x="144" y="198"/>
                </a:cubicBezTo>
                <a:cubicBezTo>
                  <a:pt x="144" y="228"/>
                  <a:pt x="144" y="228"/>
                  <a:pt x="144" y="228"/>
                </a:cubicBezTo>
                <a:cubicBezTo>
                  <a:pt x="140" y="228"/>
                  <a:pt x="140" y="228"/>
                  <a:pt x="140" y="228"/>
                </a:cubicBezTo>
                <a:cubicBezTo>
                  <a:pt x="138" y="228"/>
                  <a:pt x="136" y="230"/>
                  <a:pt x="136" y="232"/>
                </a:cubicBezTo>
                <a:cubicBezTo>
                  <a:pt x="136" y="256"/>
                  <a:pt x="136" y="256"/>
                  <a:pt x="136" y="256"/>
                </a:cubicBezTo>
                <a:cubicBezTo>
                  <a:pt x="144" y="256"/>
                  <a:pt x="144" y="256"/>
                  <a:pt x="144" y="256"/>
                </a:cubicBezTo>
                <a:cubicBezTo>
                  <a:pt x="144" y="236"/>
                  <a:pt x="144" y="236"/>
                  <a:pt x="144" y="236"/>
                </a:cubicBezTo>
                <a:cubicBezTo>
                  <a:pt x="216" y="236"/>
                  <a:pt x="216" y="236"/>
                  <a:pt x="216" y="236"/>
                </a:cubicBezTo>
                <a:cubicBezTo>
                  <a:pt x="216" y="256"/>
                  <a:pt x="216" y="256"/>
                  <a:pt x="216" y="256"/>
                </a:cubicBezTo>
                <a:cubicBezTo>
                  <a:pt x="224" y="256"/>
                  <a:pt x="224" y="256"/>
                  <a:pt x="224" y="256"/>
                </a:cubicBezTo>
                <a:cubicBezTo>
                  <a:pt x="224" y="232"/>
                  <a:pt x="224" y="232"/>
                  <a:pt x="224" y="232"/>
                </a:cubicBezTo>
                <a:cubicBezTo>
                  <a:pt x="224" y="230"/>
                  <a:pt x="222" y="228"/>
                  <a:pt x="220" y="228"/>
                </a:cubicBezTo>
                <a:cubicBezTo>
                  <a:pt x="212" y="228"/>
                  <a:pt x="212" y="228"/>
                  <a:pt x="212" y="228"/>
                </a:cubicBezTo>
                <a:cubicBezTo>
                  <a:pt x="212" y="226"/>
                  <a:pt x="212" y="226"/>
                  <a:pt x="212" y="226"/>
                </a:cubicBezTo>
                <a:cubicBezTo>
                  <a:pt x="247" y="188"/>
                  <a:pt x="247" y="188"/>
                  <a:pt x="247" y="188"/>
                </a:cubicBezTo>
                <a:cubicBezTo>
                  <a:pt x="253" y="181"/>
                  <a:pt x="256" y="173"/>
                  <a:pt x="256" y="164"/>
                </a:cubicBezTo>
                <a:cubicBezTo>
                  <a:pt x="256" y="80"/>
                  <a:pt x="256" y="80"/>
                  <a:pt x="256" y="80"/>
                </a:cubicBezTo>
                <a:cubicBezTo>
                  <a:pt x="256" y="69"/>
                  <a:pt x="247" y="60"/>
                  <a:pt x="236" y="60"/>
                </a:cubicBezTo>
                <a:close/>
                <a:moveTo>
                  <a:pt x="248" y="164"/>
                </a:moveTo>
                <a:cubicBezTo>
                  <a:pt x="248" y="171"/>
                  <a:pt x="245" y="177"/>
                  <a:pt x="241" y="182"/>
                </a:cubicBezTo>
                <a:cubicBezTo>
                  <a:pt x="205" y="221"/>
                  <a:pt x="205" y="221"/>
                  <a:pt x="205" y="221"/>
                </a:cubicBezTo>
                <a:cubicBezTo>
                  <a:pt x="204" y="222"/>
                  <a:pt x="204" y="223"/>
                  <a:pt x="204" y="224"/>
                </a:cubicBezTo>
                <a:cubicBezTo>
                  <a:pt x="204" y="228"/>
                  <a:pt x="204" y="228"/>
                  <a:pt x="204" y="228"/>
                </a:cubicBezTo>
                <a:cubicBezTo>
                  <a:pt x="152" y="228"/>
                  <a:pt x="152" y="228"/>
                  <a:pt x="152" y="228"/>
                </a:cubicBezTo>
                <a:cubicBezTo>
                  <a:pt x="152" y="198"/>
                  <a:pt x="152" y="198"/>
                  <a:pt x="152" y="198"/>
                </a:cubicBezTo>
                <a:cubicBezTo>
                  <a:pt x="152" y="192"/>
                  <a:pt x="154" y="188"/>
                  <a:pt x="158" y="184"/>
                </a:cubicBezTo>
                <a:cubicBezTo>
                  <a:pt x="196" y="144"/>
                  <a:pt x="196" y="144"/>
                  <a:pt x="196" y="144"/>
                </a:cubicBezTo>
                <a:cubicBezTo>
                  <a:pt x="200" y="139"/>
                  <a:pt x="208" y="139"/>
                  <a:pt x="213" y="144"/>
                </a:cubicBezTo>
                <a:cubicBezTo>
                  <a:pt x="217" y="148"/>
                  <a:pt x="217" y="156"/>
                  <a:pt x="212" y="161"/>
                </a:cubicBezTo>
                <a:cubicBezTo>
                  <a:pt x="181" y="193"/>
                  <a:pt x="181" y="193"/>
                  <a:pt x="181" y="193"/>
                </a:cubicBezTo>
                <a:cubicBezTo>
                  <a:pt x="180" y="195"/>
                  <a:pt x="180" y="197"/>
                  <a:pt x="181" y="199"/>
                </a:cubicBezTo>
                <a:cubicBezTo>
                  <a:pt x="183" y="200"/>
                  <a:pt x="185" y="200"/>
                  <a:pt x="187" y="199"/>
                </a:cubicBezTo>
                <a:cubicBezTo>
                  <a:pt x="218" y="166"/>
                  <a:pt x="218" y="166"/>
                  <a:pt x="218" y="166"/>
                </a:cubicBezTo>
                <a:cubicBezTo>
                  <a:pt x="223" y="162"/>
                  <a:pt x="225" y="155"/>
                  <a:pt x="224" y="149"/>
                </a:cubicBezTo>
                <a:cubicBezTo>
                  <a:pt x="224" y="149"/>
                  <a:pt x="224" y="148"/>
                  <a:pt x="224" y="148"/>
                </a:cubicBezTo>
                <a:cubicBezTo>
                  <a:pt x="224" y="80"/>
                  <a:pt x="224" y="80"/>
                  <a:pt x="224" y="80"/>
                </a:cubicBezTo>
                <a:cubicBezTo>
                  <a:pt x="224" y="73"/>
                  <a:pt x="229" y="68"/>
                  <a:pt x="236" y="68"/>
                </a:cubicBezTo>
                <a:cubicBezTo>
                  <a:pt x="243" y="68"/>
                  <a:pt x="248" y="73"/>
                  <a:pt x="248" y="80"/>
                </a:cubicBezTo>
                <a:lnTo>
                  <a:pt x="248" y="1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14" name="Freeform 198">
            <a:extLst>
              <a:ext uri="{FF2B5EF4-FFF2-40B4-BE49-F238E27FC236}">
                <a16:creationId xmlns:a16="http://schemas.microsoft.com/office/drawing/2014/main" id="{5946017C-3976-4BFE-98CF-279DE4D35E29}"/>
              </a:ext>
            </a:extLst>
          </p:cNvPr>
          <p:cNvSpPr>
            <a:spLocks noChangeAspect="1" noEditPoints="1"/>
          </p:cNvSpPr>
          <p:nvPr/>
        </p:nvSpPr>
        <p:spPr bwMode="auto">
          <a:xfrm>
            <a:off x="10249548" y="3412039"/>
            <a:ext cx="400050" cy="336550"/>
          </a:xfrm>
          <a:custGeom>
            <a:avLst/>
            <a:gdLst>
              <a:gd name="T0" fmla="*/ 100 w 256"/>
              <a:gd name="T1" fmla="*/ 4 h 216"/>
              <a:gd name="T2" fmla="*/ 68 w 256"/>
              <a:gd name="T3" fmla="*/ 4 h 216"/>
              <a:gd name="T4" fmla="*/ 87 w 256"/>
              <a:gd name="T5" fmla="*/ 111 h 216"/>
              <a:gd name="T6" fmla="*/ 87 w 256"/>
              <a:gd name="T7" fmla="*/ 49 h 216"/>
              <a:gd name="T8" fmla="*/ 53 w 256"/>
              <a:gd name="T9" fmla="*/ 83 h 216"/>
              <a:gd name="T10" fmla="*/ 84 w 256"/>
              <a:gd name="T11" fmla="*/ 58 h 216"/>
              <a:gd name="T12" fmla="*/ 62 w 256"/>
              <a:gd name="T13" fmla="*/ 80 h 216"/>
              <a:gd name="T14" fmla="*/ 176 w 256"/>
              <a:gd name="T15" fmla="*/ 40 h 216"/>
              <a:gd name="T16" fmla="*/ 184 w 256"/>
              <a:gd name="T17" fmla="*/ 40 h 216"/>
              <a:gd name="T18" fmla="*/ 248 w 256"/>
              <a:gd name="T19" fmla="*/ 172 h 216"/>
              <a:gd name="T20" fmla="*/ 235 w 256"/>
              <a:gd name="T21" fmla="*/ 161 h 216"/>
              <a:gd name="T22" fmla="*/ 208 w 256"/>
              <a:gd name="T23" fmla="*/ 152 h 216"/>
              <a:gd name="T24" fmla="*/ 256 w 256"/>
              <a:gd name="T25" fmla="*/ 80 h 216"/>
              <a:gd name="T26" fmla="*/ 0 w 256"/>
              <a:gd name="T27" fmla="*/ 80 h 216"/>
              <a:gd name="T28" fmla="*/ 33 w 256"/>
              <a:gd name="T29" fmla="*/ 136 h 216"/>
              <a:gd name="T30" fmla="*/ 36 w 256"/>
              <a:gd name="T31" fmla="*/ 24 h 216"/>
              <a:gd name="T32" fmla="*/ 220 w 256"/>
              <a:gd name="T33" fmla="*/ 136 h 216"/>
              <a:gd name="T34" fmla="*/ 200 w 256"/>
              <a:gd name="T35" fmla="*/ 40 h 216"/>
              <a:gd name="T36" fmla="*/ 192 w 256"/>
              <a:gd name="T37" fmla="*/ 60 h 216"/>
              <a:gd name="T38" fmla="*/ 192 w 256"/>
              <a:gd name="T39" fmla="*/ 80 h 216"/>
              <a:gd name="T40" fmla="*/ 200 w 256"/>
              <a:gd name="T41" fmla="*/ 108 h 216"/>
              <a:gd name="T42" fmla="*/ 200 w 256"/>
              <a:gd name="T43" fmla="*/ 116 h 216"/>
              <a:gd name="T44" fmla="*/ 132 w 256"/>
              <a:gd name="T45" fmla="*/ 144 h 216"/>
              <a:gd name="T46" fmla="*/ 132 w 256"/>
              <a:gd name="T47" fmla="*/ 136 h 216"/>
              <a:gd name="T48" fmla="*/ 124 w 256"/>
              <a:gd name="T49" fmla="*/ 152 h 216"/>
              <a:gd name="T50" fmla="*/ 108 w 256"/>
              <a:gd name="T51" fmla="*/ 144 h 216"/>
              <a:gd name="T52" fmla="*/ 56 w 256"/>
              <a:gd name="T53" fmla="*/ 128 h 216"/>
              <a:gd name="T54" fmla="*/ 32 w 256"/>
              <a:gd name="T55" fmla="*/ 152 h 216"/>
              <a:gd name="T56" fmla="*/ 20 w 256"/>
              <a:gd name="T57" fmla="*/ 164 h 216"/>
              <a:gd name="T58" fmla="*/ 8 w 256"/>
              <a:gd name="T59" fmla="*/ 168 h 216"/>
              <a:gd name="T60" fmla="*/ 0 w 256"/>
              <a:gd name="T61" fmla="*/ 184 h 216"/>
              <a:gd name="T62" fmla="*/ 8 w 256"/>
              <a:gd name="T63" fmla="*/ 180 h 216"/>
              <a:gd name="T64" fmla="*/ 21 w 256"/>
              <a:gd name="T65" fmla="*/ 191 h 216"/>
              <a:gd name="T66" fmla="*/ 32 w 256"/>
              <a:gd name="T67" fmla="*/ 200 h 216"/>
              <a:gd name="T68" fmla="*/ 0 w 256"/>
              <a:gd name="T69" fmla="*/ 216 h 216"/>
              <a:gd name="T70" fmla="*/ 221 w 256"/>
              <a:gd name="T71" fmla="*/ 208 h 216"/>
              <a:gd name="T72" fmla="*/ 227 w 256"/>
              <a:gd name="T73" fmla="*/ 199 h 216"/>
              <a:gd name="T74" fmla="*/ 236 w 256"/>
              <a:gd name="T75" fmla="*/ 180 h 216"/>
              <a:gd name="T76" fmla="*/ 252 w 256"/>
              <a:gd name="T77" fmla="*/ 188 h 216"/>
              <a:gd name="T78" fmla="*/ 252 w 256"/>
              <a:gd name="T79" fmla="*/ 164 h 216"/>
              <a:gd name="T80" fmla="*/ 50 w 256"/>
              <a:gd name="T81" fmla="*/ 188 h 216"/>
              <a:gd name="T82" fmla="*/ 78 w 256"/>
              <a:gd name="T83" fmla="*/ 208 h 216"/>
              <a:gd name="T84" fmla="*/ 88 w 256"/>
              <a:gd name="T85" fmla="*/ 198 h 216"/>
              <a:gd name="T86" fmla="*/ 96 w 256"/>
              <a:gd name="T87" fmla="*/ 201 h 216"/>
              <a:gd name="T88" fmla="*/ 108 w 256"/>
              <a:gd name="T89" fmla="*/ 184 h 216"/>
              <a:gd name="T90" fmla="*/ 150 w 256"/>
              <a:gd name="T91" fmla="*/ 196 h 216"/>
              <a:gd name="T92" fmla="*/ 93 w 256"/>
              <a:gd name="T93" fmla="*/ 208 h 216"/>
              <a:gd name="T94" fmla="*/ 178 w 256"/>
              <a:gd name="T95" fmla="*/ 188 h 216"/>
              <a:gd name="T96" fmla="*/ 206 w 256"/>
              <a:gd name="T97" fmla="*/ 208 h 216"/>
              <a:gd name="T98" fmla="*/ 216 w 256"/>
              <a:gd name="T99" fmla="*/ 198 h 216"/>
              <a:gd name="T100" fmla="*/ 223 w 256"/>
              <a:gd name="T101" fmla="*/ 192 h 216"/>
              <a:gd name="T102" fmla="*/ 178 w 256"/>
              <a:gd name="T103" fmla="*/ 180 h 216"/>
              <a:gd name="T104" fmla="*/ 156 w 256"/>
              <a:gd name="T105" fmla="*/ 180 h 216"/>
              <a:gd name="T106" fmla="*/ 100 w 256"/>
              <a:gd name="T107" fmla="*/ 180 h 216"/>
              <a:gd name="T108" fmla="*/ 78 w 256"/>
              <a:gd name="T109" fmla="*/ 180 h 216"/>
              <a:gd name="T110" fmla="*/ 33 w 256"/>
              <a:gd name="T111" fmla="*/ 192 h 216"/>
              <a:gd name="T112" fmla="*/ 34 w 256"/>
              <a:gd name="T113" fmla="*/ 160 h 216"/>
              <a:gd name="T114" fmla="*/ 228 w 256"/>
              <a:gd name="T115" fmla="*/ 18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216">
                <a:moveTo>
                  <a:pt x="72" y="8"/>
                </a:moveTo>
                <a:cubicBezTo>
                  <a:pt x="96" y="8"/>
                  <a:pt x="96" y="8"/>
                  <a:pt x="96" y="8"/>
                </a:cubicBezTo>
                <a:cubicBezTo>
                  <a:pt x="98" y="8"/>
                  <a:pt x="100" y="6"/>
                  <a:pt x="100" y="4"/>
                </a:cubicBezTo>
                <a:cubicBezTo>
                  <a:pt x="100" y="2"/>
                  <a:pt x="98" y="0"/>
                  <a:pt x="96" y="0"/>
                </a:cubicBezTo>
                <a:cubicBezTo>
                  <a:pt x="72" y="0"/>
                  <a:pt x="72" y="0"/>
                  <a:pt x="72" y="0"/>
                </a:cubicBezTo>
                <a:cubicBezTo>
                  <a:pt x="70" y="0"/>
                  <a:pt x="68" y="2"/>
                  <a:pt x="68" y="4"/>
                </a:cubicBezTo>
                <a:cubicBezTo>
                  <a:pt x="68" y="6"/>
                  <a:pt x="70" y="8"/>
                  <a:pt x="72" y="8"/>
                </a:cubicBezTo>
                <a:close/>
                <a:moveTo>
                  <a:pt x="84" y="112"/>
                </a:moveTo>
                <a:cubicBezTo>
                  <a:pt x="85" y="112"/>
                  <a:pt x="86" y="112"/>
                  <a:pt x="87" y="111"/>
                </a:cubicBezTo>
                <a:cubicBezTo>
                  <a:pt x="115" y="83"/>
                  <a:pt x="115" y="83"/>
                  <a:pt x="115" y="83"/>
                </a:cubicBezTo>
                <a:cubicBezTo>
                  <a:pt x="116" y="81"/>
                  <a:pt x="116" y="79"/>
                  <a:pt x="115" y="77"/>
                </a:cubicBezTo>
                <a:cubicBezTo>
                  <a:pt x="87" y="49"/>
                  <a:pt x="87" y="49"/>
                  <a:pt x="87" y="49"/>
                </a:cubicBezTo>
                <a:cubicBezTo>
                  <a:pt x="85" y="48"/>
                  <a:pt x="83" y="48"/>
                  <a:pt x="81" y="49"/>
                </a:cubicBezTo>
                <a:cubicBezTo>
                  <a:pt x="53" y="77"/>
                  <a:pt x="53" y="77"/>
                  <a:pt x="53" y="77"/>
                </a:cubicBezTo>
                <a:cubicBezTo>
                  <a:pt x="52" y="79"/>
                  <a:pt x="52" y="81"/>
                  <a:pt x="53" y="83"/>
                </a:cubicBezTo>
                <a:cubicBezTo>
                  <a:pt x="81" y="111"/>
                  <a:pt x="81" y="111"/>
                  <a:pt x="81" y="111"/>
                </a:cubicBezTo>
                <a:cubicBezTo>
                  <a:pt x="82" y="112"/>
                  <a:pt x="83" y="112"/>
                  <a:pt x="84" y="112"/>
                </a:cubicBezTo>
                <a:close/>
                <a:moveTo>
                  <a:pt x="84" y="58"/>
                </a:moveTo>
                <a:cubicBezTo>
                  <a:pt x="106" y="80"/>
                  <a:pt x="106" y="80"/>
                  <a:pt x="106" y="80"/>
                </a:cubicBezTo>
                <a:cubicBezTo>
                  <a:pt x="84" y="102"/>
                  <a:pt x="84" y="102"/>
                  <a:pt x="84" y="102"/>
                </a:cubicBezTo>
                <a:cubicBezTo>
                  <a:pt x="62" y="80"/>
                  <a:pt x="62" y="80"/>
                  <a:pt x="62" y="80"/>
                </a:cubicBezTo>
                <a:lnTo>
                  <a:pt x="84" y="58"/>
                </a:lnTo>
                <a:close/>
                <a:moveTo>
                  <a:pt x="184" y="40"/>
                </a:moveTo>
                <a:cubicBezTo>
                  <a:pt x="176" y="40"/>
                  <a:pt x="176" y="40"/>
                  <a:pt x="176" y="40"/>
                </a:cubicBezTo>
                <a:cubicBezTo>
                  <a:pt x="176" y="124"/>
                  <a:pt x="176" y="124"/>
                  <a:pt x="176" y="124"/>
                </a:cubicBezTo>
                <a:cubicBezTo>
                  <a:pt x="184" y="124"/>
                  <a:pt x="184" y="124"/>
                  <a:pt x="184" y="124"/>
                </a:cubicBezTo>
                <a:lnTo>
                  <a:pt x="184" y="40"/>
                </a:lnTo>
                <a:close/>
                <a:moveTo>
                  <a:pt x="252" y="164"/>
                </a:moveTo>
                <a:cubicBezTo>
                  <a:pt x="250" y="164"/>
                  <a:pt x="248" y="166"/>
                  <a:pt x="248" y="168"/>
                </a:cubicBezTo>
                <a:cubicBezTo>
                  <a:pt x="248" y="172"/>
                  <a:pt x="248" y="172"/>
                  <a:pt x="248" y="172"/>
                </a:cubicBezTo>
                <a:cubicBezTo>
                  <a:pt x="236" y="172"/>
                  <a:pt x="236" y="172"/>
                  <a:pt x="236" y="172"/>
                </a:cubicBezTo>
                <a:cubicBezTo>
                  <a:pt x="236" y="164"/>
                  <a:pt x="236" y="164"/>
                  <a:pt x="236" y="164"/>
                </a:cubicBezTo>
                <a:cubicBezTo>
                  <a:pt x="236" y="163"/>
                  <a:pt x="236" y="162"/>
                  <a:pt x="235" y="161"/>
                </a:cubicBezTo>
                <a:cubicBezTo>
                  <a:pt x="227" y="153"/>
                  <a:pt x="227" y="153"/>
                  <a:pt x="227" y="153"/>
                </a:cubicBezTo>
                <a:cubicBezTo>
                  <a:pt x="226" y="152"/>
                  <a:pt x="225" y="152"/>
                  <a:pt x="224" y="152"/>
                </a:cubicBezTo>
                <a:cubicBezTo>
                  <a:pt x="208" y="152"/>
                  <a:pt x="208" y="152"/>
                  <a:pt x="208" y="152"/>
                </a:cubicBezTo>
                <a:cubicBezTo>
                  <a:pt x="208" y="144"/>
                  <a:pt x="208" y="144"/>
                  <a:pt x="208" y="144"/>
                </a:cubicBezTo>
                <a:cubicBezTo>
                  <a:pt x="220" y="144"/>
                  <a:pt x="220" y="144"/>
                  <a:pt x="220" y="144"/>
                </a:cubicBezTo>
                <a:cubicBezTo>
                  <a:pt x="240" y="144"/>
                  <a:pt x="256" y="115"/>
                  <a:pt x="256" y="80"/>
                </a:cubicBezTo>
                <a:cubicBezTo>
                  <a:pt x="256" y="45"/>
                  <a:pt x="240" y="16"/>
                  <a:pt x="220" y="16"/>
                </a:cubicBezTo>
                <a:cubicBezTo>
                  <a:pt x="36" y="16"/>
                  <a:pt x="36" y="16"/>
                  <a:pt x="36" y="16"/>
                </a:cubicBezTo>
                <a:cubicBezTo>
                  <a:pt x="16" y="16"/>
                  <a:pt x="0" y="45"/>
                  <a:pt x="0" y="80"/>
                </a:cubicBezTo>
                <a:cubicBezTo>
                  <a:pt x="0" y="108"/>
                  <a:pt x="11" y="133"/>
                  <a:pt x="26" y="141"/>
                </a:cubicBezTo>
                <a:cubicBezTo>
                  <a:pt x="29" y="143"/>
                  <a:pt x="29" y="143"/>
                  <a:pt x="29" y="143"/>
                </a:cubicBezTo>
                <a:cubicBezTo>
                  <a:pt x="33" y="136"/>
                  <a:pt x="33" y="136"/>
                  <a:pt x="33" y="136"/>
                </a:cubicBezTo>
                <a:cubicBezTo>
                  <a:pt x="29" y="134"/>
                  <a:pt x="29" y="134"/>
                  <a:pt x="29" y="134"/>
                </a:cubicBezTo>
                <a:cubicBezTo>
                  <a:pt x="19" y="128"/>
                  <a:pt x="8" y="108"/>
                  <a:pt x="8" y="80"/>
                </a:cubicBezTo>
                <a:cubicBezTo>
                  <a:pt x="8" y="48"/>
                  <a:pt x="23" y="24"/>
                  <a:pt x="36" y="24"/>
                </a:cubicBezTo>
                <a:cubicBezTo>
                  <a:pt x="220" y="24"/>
                  <a:pt x="220" y="24"/>
                  <a:pt x="220" y="24"/>
                </a:cubicBezTo>
                <a:cubicBezTo>
                  <a:pt x="233" y="24"/>
                  <a:pt x="248" y="48"/>
                  <a:pt x="248" y="80"/>
                </a:cubicBezTo>
                <a:cubicBezTo>
                  <a:pt x="248" y="112"/>
                  <a:pt x="233" y="136"/>
                  <a:pt x="220" y="136"/>
                </a:cubicBezTo>
                <a:cubicBezTo>
                  <a:pt x="208" y="136"/>
                  <a:pt x="208" y="136"/>
                  <a:pt x="208" y="136"/>
                </a:cubicBezTo>
                <a:cubicBezTo>
                  <a:pt x="208" y="40"/>
                  <a:pt x="208" y="40"/>
                  <a:pt x="208" y="40"/>
                </a:cubicBezTo>
                <a:cubicBezTo>
                  <a:pt x="200" y="40"/>
                  <a:pt x="200" y="40"/>
                  <a:pt x="200" y="40"/>
                </a:cubicBezTo>
                <a:cubicBezTo>
                  <a:pt x="200" y="52"/>
                  <a:pt x="200" y="52"/>
                  <a:pt x="200" y="52"/>
                </a:cubicBezTo>
                <a:cubicBezTo>
                  <a:pt x="192" y="52"/>
                  <a:pt x="192" y="52"/>
                  <a:pt x="192" y="52"/>
                </a:cubicBezTo>
                <a:cubicBezTo>
                  <a:pt x="192" y="60"/>
                  <a:pt x="192" y="60"/>
                  <a:pt x="192" y="60"/>
                </a:cubicBezTo>
                <a:cubicBezTo>
                  <a:pt x="200" y="60"/>
                  <a:pt x="200" y="60"/>
                  <a:pt x="200" y="60"/>
                </a:cubicBezTo>
                <a:cubicBezTo>
                  <a:pt x="200" y="80"/>
                  <a:pt x="200" y="80"/>
                  <a:pt x="200" y="80"/>
                </a:cubicBezTo>
                <a:cubicBezTo>
                  <a:pt x="192" y="80"/>
                  <a:pt x="192" y="80"/>
                  <a:pt x="192" y="80"/>
                </a:cubicBezTo>
                <a:cubicBezTo>
                  <a:pt x="192" y="88"/>
                  <a:pt x="192" y="88"/>
                  <a:pt x="192" y="88"/>
                </a:cubicBezTo>
                <a:cubicBezTo>
                  <a:pt x="200" y="88"/>
                  <a:pt x="200" y="88"/>
                  <a:pt x="200" y="88"/>
                </a:cubicBezTo>
                <a:cubicBezTo>
                  <a:pt x="200" y="108"/>
                  <a:pt x="200" y="108"/>
                  <a:pt x="200" y="108"/>
                </a:cubicBezTo>
                <a:cubicBezTo>
                  <a:pt x="192" y="108"/>
                  <a:pt x="192" y="108"/>
                  <a:pt x="192" y="108"/>
                </a:cubicBezTo>
                <a:cubicBezTo>
                  <a:pt x="192" y="116"/>
                  <a:pt x="192" y="116"/>
                  <a:pt x="192" y="116"/>
                </a:cubicBezTo>
                <a:cubicBezTo>
                  <a:pt x="200" y="116"/>
                  <a:pt x="200" y="116"/>
                  <a:pt x="200" y="116"/>
                </a:cubicBezTo>
                <a:cubicBezTo>
                  <a:pt x="200" y="152"/>
                  <a:pt x="200" y="152"/>
                  <a:pt x="200" y="152"/>
                </a:cubicBezTo>
                <a:cubicBezTo>
                  <a:pt x="132" y="152"/>
                  <a:pt x="132" y="152"/>
                  <a:pt x="132" y="152"/>
                </a:cubicBezTo>
                <a:cubicBezTo>
                  <a:pt x="132" y="144"/>
                  <a:pt x="132" y="144"/>
                  <a:pt x="132" y="144"/>
                </a:cubicBezTo>
                <a:cubicBezTo>
                  <a:pt x="184" y="144"/>
                  <a:pt x="184" y="144"/>
                  <a:pt x="184" y="144"/>
                </a:cubicBezTo>
                <a:cubicBezTo>
                  <a:pt x="184" y="136"/>
                  <a:pt x="184" y="136"/>
                  <a:pt x="184" y="136"/>
                </a:cubicBezTo>
                <a:cubicBezTo>
                  <a:pt x="132" y="136"/>
                  <a:pt x="132" y="136"/>
                  <a:pt x="132" y="136"/>
                </a:cubicBezTo>
                <a:cubicBezTo>
                  <a:pt x="132" y="128"/>
                  <a:pt x="132" y="128"/>
                  <a:pt x="132" y="128"/>
                </a:cubicBezTo>
                <a:cubicBezTo>
                  <a:pt x="124" y="128"/>
                  <a:pt x="124" y="128"/>
                  <a:pt x="124" y="128"/>
                </a:cubicBezTo>
                <a:cubicBezTo>
                  <a:pt x="124" y="152"/>
                  <a:pt x="124" y="152"/>
                  <a:pt x="124" y="152"/>
                </a:cubicBezTo>
                <a:cubicBezTo>
                  <a:pt x="56" y="152"/>
                  <a:pt x="56" y="152"/>
                  <a:pt x="56" y="152"/>
                </a:cubicBezTo>
                <a:cubicBezTo>
                  <a:pt x="56" y="144"/>
                  <a:pt x="56" y="144"/>
                  <a:pt x="56" y="144"/>
                </a:cubicBezTo>
                <a:cubicBezTo>
                  <a:pt x="108" y="144"/>
                  <a:pt x="108" y="144"/>
                  <a:pt x="108" y="144"/>
                </a:cubicBezTo>
                <a:cubicBezTo>
                  <a:pt x="108" y="136"/>
                  <a:pt x="108" y="136"/>
                  <a:pt x="108" y="136"/>
                </a:cubicBezTo>
                <a:cubicBezTo>
                  <a:pt x="56" y="136"/>
                  <a:pt x="56" y="136"/>
                  <a:pt x="56" y="136"/>
                </a:cubicBezTo>
                <a:cubicBezTo>
                  <a:pt x="56" y="128"/>
                  <a:pt x="56" y="128"/>
                  <a:pt x="56" y="128"/>
                </a:cubicBezTo>
                <a:cubicBezTo>
                  <a:pt x="48" y="128"/>
                  <a:pt x="48" y="128"/>
                  <a:pt x="48" y="128"/>
                </a:cubicBezTo>
                <a:cubicBezTo>
                  <a:pt x="48" y="152"/>
                  <a:pt x="48" y="152"/>
                  <a:pt x="48" y="152"/>
                </a:cubicBezTo>
                <a:cubicBezTo>
                  <a:pt x="32" y="152"/>
                  <a:pt x="32" y="152"/>
                  <a:pt x="32" y="152"/>
                </a:cubicBezTo>
                <a:cubicBezTo>
                  <a:pt x="31" y="152"/>
                  <a:pt x="30" y="152"/>
                  <a:pt x="29" y="153"/>
                </a:cubicBezTo>
                <a:cubicBezTo>
                  <a:pt x="21" y="161"/>
                  <a:pt x="21" y="161"/>
                  <a:pt x="21" y="161"/>
                </a:cubicBezTo>
                <a:cubicBezTo>
                  <a:pt x="20" y="162"/>
                  <a:pt x="20" y="163"/>
                  <a:pt x="20" y="164"/>
                </a:cubicBezTo>
                <a:cubicBezTo>
                  <a:pt x="20" y="172"/>
                  <a:pt x="20" y="172"/>
                  <a:pt x="20" y="172"/>
                </a:cubicBezTo>
                <a:cubicBezTo>
                  <a:pt x="8" y="172"/>
                  <a:pt x="8" y="172"/>
                  <a:pt x="8" y="172"/>
                </a:cubicBezTo>
                <a:cubicBezTo>
                  <a:pt x="8" y="168"/>
                  <a:pt x="8" y="168"/>
                  <a:pt x="8" y="168"/>
                </a:cubicBezTo>
                <a:cubicBezTo>
                  <a:pt x="8" y="166"/>
                  <a:pt x="6" y="164"/>
                  <a:pt x="4" y="164"/>
                </a:cubicBezTo>
                <a:cubicBezTo>
                  <a:pt x="2" y="164"/>
                  <a:pt x="0" y="166"/>
                  <a:pt x="0" y="168"/>
                </a:cubicBezTo>
                <a:cubicBezTo>
                  <a:pt x="0" y="184"/>
                  <a:pt x="0" y="184"/>
                  <a:pt x="0" y="184"/>
                </a:cubicBezTo>
                <a:cubicBezTo>
                  <a:pt x="0" y="186"/>
                  <a:pt x="2" y="188"/>
                  <a:pt x="4" y="188"/>
                </a:cubicBezTo>
                <a:cubicBezTo>
                  <a:pt x="6" y="188"/>
                  <a:pt x="8" y="186"/>
                  <a:pt x="8" y="184"/>
                </a:cubicBezTo>
                <a:cubicBezTo>
                  <a:pt x="8" y="180"/>
                  <a:pt x="8" y="180"/>
                  <a:pt x="8" y="180"/>
                </a:cubicBezTo>
                <a:cubicBezTo>
                  <a:pt x="20" y="180"/>
                  <a:pt x="20" y="180"/>
                  <a:pt x="20" y="180"/>
                </a:cubicBezTo>
                <a:cubicBezTo>
                  <a:pt x="20" y="188"/>
                  <a:pt x="20" y="188"/>
                  <a:pt x="20" y="188"/>
                </a:cubicBezTo>
                <a:cubicBezTo>
                  <a:pt x="20" y="189"/>
                  <a:pt x="20" y="190"/>
                  <a:pt x="21" y="191"/>
                </a:cubicBezTo>
                <a:cubicBezTo>
                  <a:pt x="29" y="199"/>
                  <a:pt x="29" y="199"/>
                  <a:pt x="29" y="199"/>
                </a:cubicBezTo>
                <a:cubicBezTo>
                  <a:pt x="30" y="200"/>
                  <a:pt x="31" y="200"/>
                  <a:pt x="32" y="200"/>
                </a:cubicBezTo>
                <a:cubicBezTo>
                  <a:pt x="32" y="200"/>
                  <a:pt x="32" y="200"/>
                  <a:pt x="32" y="200"/>
                </a:cubicBezTo>
                <a:cubicBezTo>
                  <a:pt x="33" y="203"/>
                  <a:pt x="33" y="206"/>
                  <a:pt x="35" y="208"/>
                </a:cubicBezTo>
                <a:cubicBezTo>
                  <a:pt x="0" y="208"/>
                  <a:pt x="0" y="208"/>
                  <a:pt x="0" y="208"/>
                </a:cubicBezTo>
                <a:cubicBezTo>
                  <a:pt x="0" y="216"/>
                  <a:pt x="0" y="216"/>
                  <a:pt x="0" y="216"/>
                </a:cubicBezTo>
                <a:cubicBezTo>
                  <a:pt x="256" y="216"/>
                  <a:pt x="256" y="216"/>
                  <a:pt x="256" y="216"/>
                </a:cubicBezTo>
                <a:cubicBezTo>
                  <a:pt x="256" y="208"/>
                  <a:pt x="256" y="208"/>
                  <a:pt x="256" y="208"/>
                </a:cubicBezTo>
                <a:cubicBezTo>
                  <a:pt x="221" y="208"/>
                  <a:pt x="221" y="208"/>
                  <a:pt x="221" y="208"/>
                </a:cubicBezTo>
                <a:cubicBezTo>
                  <a:pt x="223" y="206"/>
                  <a:pt x="223" y="203"/>
                  <a:pt x="224" y="200"/>
                </a:cubicBezTo>
                <a:cubicBezTo>
                  <a:pt x="224" y="200"/>
                  <a:pt x="224" y="200"/>
                  <a:pt x="224" y="200"/>
                </a:cubicBezTo>
                <a:cubicBezTo>
                  <a:pt x="225" y="200"/>
                  <a:pt x="226" y="200"/>
                  <a:pt x="227" y="199"/>
                </a:cubicBezTo>
                <a:cubicBezTo>
                  <a:pt x="235" y="191"/>
                  <a:pt x="235" y="191"/>
                  <a:pt x="235" y="191"/>
                </a:cubicBezTo>
                <a:cubicBezTo>
                  <a:pt x="236" y="190"/>
                  <a:pt x="236" y="189"/>
                  <a:pt x="236" y="188"/>
                </a:cubicBezTo>
                <a:cubicBezTo>
                  <a:pt x="236" y="180"/>
                  <a:pt x="236" y="180"/>
                  <a:pt x="236" y="180"/>
                </a:cubicBezTo>
                <a:cubicBezTo>
                  <a:pt x="248" y="180"/>
                  <a:pt x="248" y="180"/>
                  <a:pt x="248" y="180"/>
                </a:cubicBezTo>
                <a:cubicBezTo>
                  <a:pt x="248" y="184"/>
                  <a:pt x="248" y="184"/>
                  <a:pt x="248" y="184"/>
                </a:cubicBezTo>
                <a:cubicBezTo>
                  <a:pt x="248" y="186"/>
                  <a:pt x="250" y="188"/>
                  <a:pt x="252" y="188"/>
                </a:cubicBezTo>
                <a:cubicBezTo>
                  <a:pt x="254" y="188"/>
                  <a:pt x="256" y="186"/>
                  <a:pt x="256" y="184"/>
                </a:cubicBezTo>
                <a:cubicBezTo>
                  <a:pt x="256" y="168"/>
                  <a:pt x="256" y="168"/>
                  <a:pt x="256" y="168"/>
                </a:cubicBezTo>
                <a:cubicBezTo>
                  <a:pt x="256" y="166"/>
                  <a:pt x="254" y="164"/>
                  <a:pt x="252" y="164"/>
                </a:cubicBezTo>
                <a:close/>
                <a:moveTo>
                  <a:pt x="50" y="208"/>
                </a:moveTo>
                <a:cubicBezTo>
                  <a:pt x="44" y="208"/>
                  <a:pt x="40" y="204"/>
                  <a:pt x="40" y="198"/>
                </a:cubicBezTo>
                <a:cubicBezTo>
                  <a:pt x="40" y="192"/>
                  <a:pt x="44" y="188"/>
                  <a:pt x="50" y="188"/>
                </a:cubicBezTo>
                <a:cubicBezTo>
                  <a:pt x="56" y="188"/>
                  <a:pt x="60" y="192"/>
                  <a:pt x="60" y="198"/>
                </a:cubicBezTo>
                <a:cubicBezTo>
                  <a:pt x="60" y="204"/>
                  <a:pt x="56" y="208"/>
                  <a:pt x="50" y="208"/>
                </a:cubicBezTo>
                <a:close/>
                <a:moveTo>
                  <a:pt x="78" y="208"/>
                </a:moveTo>
                <a:cubicBezTo>
                  <a:pt x="72" y="208"/>
                  <a:pt x="68" y="204"/>
                  <a:pt x="68" y="198"/>
                </a:cubicBezTo>
                <a:cubicBezTo>
                  <a:pt x="68" y="192"/>
                  <a:pt x="72" y="188"/>
                  <a:pt x="78" y="188"/>
                </a:cubicBezTo>
                <a:cubicBezTo>
                  <a:pt x="84" y="188"/>
                  <a:pt x="88" y="192"/>
                  <a:pt x="88" y="198"/>
                </a:cubicBezTo>
                <a:cubicBezTo>
                  <a:pt x="88" y="204"/>
                  <a:pt x="84" y="208"/>
                  <a:pt x="78" y="208"/>
                </a:cubicBezTo>
                <a:close/>
                <a:moveTo>
                  <a:pt x="93" y="208"/>
                </a:moveTo>
                <a:cubicBezTo>
                  <a:pt x="94" y="206"/>
                  <a:pt x="95" y="203"/>
                  <a:pt x="96" y="201"/>
                </a:cubicBezTo>
                <a:cubicBezTo>
                  <a:pt x="106" y="196"/>
                  <a:pt x="106" y="196"/>
                  <a:pt x="106" y="196"/>
                </a:cubicBezTo>
                <a:cubicBezTo>
                  <a:pt x="107" y="195"/>
                  <a:pt x="108" y="194"/>
                  <a:pt x="108" y="192"/>
                </a:cubicBezTo>
                <a:cubicBezTo>
                  <a:pt x="108" y="184"/>
                  <a:pt x="108" y="184"/>
                  <a:pt x="108" y="184"/>
                </a:cubicBezTo>
                <a:cubicBezTo>
                  <a:pt x="148" y="184"/>
                  <a:pt x="148" y="184"/>
                  <a:pt x="148" y="184"/>
                </a:cubicBezTo>
                <a:cubicBezTo>
                  <a:pt x="148" y="192"/>
                  <a:pt x="148" y="192"/>
                  <a:pt x="148" y="192"/>
                </a:cubicBezTo>
                <a:cubicBezTo>
                  <a:pt x="148" y="194"/>
                  <a:pt x="149" y="195"/>
                  <a:pt x="150" y="196"/>
                </a:cubicBezTo>
                <a:cubicBezTo>
                  <a:pt x="160" y="201"/>
                  <a:pt x="160" y="201"/>
                  <a:pt x="160" y="201"/>
                </a:cubicBezTo>
                <a:cubicBezTo>
                  <a:pt x="161" y="203"/>
                  <a:pt x="162" y="206"/>
                  <a:pt x="163" y="208"/>
                </a:cubicBezTo>
                <a:lnTo>
                  <a:pt x="93" y="208"/>
                </a:lnTo>
                <a:close/>
                <a:moveTo>
                  <a:pt x="178" y="208"/>
                </a:moveTo>
                <a:cubicBezTo>
                  <a:pt x="172" y="208"/>
                  <a:pt x="168" y="204"/>
                  <a:pt x="168" y="198"/>
                </a:cubicBezTo>
                <a:cubicBezTo>
                  <a:pt x="168" y="192"/>
                  <a:pt x="172" y="188"/>
                  <a:pt x="178" y="188"/>
                </a:cubicBezTo>
                <a:cubicBezTo>
                  <a:pt x="184" y="188"/>
                  <a:pt x="188" y="192"/>
                  <a:pt x="188" y="198"/>
                </a:cubicBezTo>
                <a:cubicBezTo>
                  <a:pt x="188" y="204"/>
                  <a:pt x="184" y="208"/>
                  <a:pt x="178" y="208"/>
                </a:cubicBezTo>
                <a:close/>
                <a:moveTo>
                  <a:pt x="206" y="208"/>
                </a:moveTo>
                <a:cubicBezTo>
                  <a:pt x="200" y="208"/>
                  <a:pt x="196" y="204"/>
                  <a:pt x="196" y="198"/>
                </a:cubicBezTo>
                <a:cubicBezTo>
                  <a:pt x="196" y="192"/>
                  <a:pt x="200" y="188"/>
                  <a:pt x="206" y="188"/>
                </a:cubicBezTo>
                <a:cubicBezTo>
                  <a:pt x="212" y="188"/>
                  <a:pt x="216" y="192"/>
                  <a:pt x="216" y="198"/>
                </a:cubicBezTo>
                <a:cubicBezTo>
                  <a:pt x="216" y="204"/>
                  <a:pt x="212" y="208"/>
                  <a:pt x="206" y="208"/>
                </a:cubicBezTo>
                <a:close/>
                <a:moveTo>
                  <a:pt x="228" y="186"/>
                </a:moveTo>
                <a:cubicBezTo>
                  <a:pt x="223" y="192"/>
                  <a:pt x="223" y="192"/>
                  <a:pt x="223" y="192"/>
                </a:cubicBezTo>
                <a:cubicBezTo>
                  <a:pt x="220" y="185"/>
                  <a:pt x="214" y="180"/>
                  <a:pt x="206" y="180"/>
                </a:cubicBezTo>
                <a:cubicBezTo>
                  <a:pt x="200" y="180"/>
                  <a:pt x="195" y="183"/>
                  <a:pt x="192" y="187"/>
                </a:cubicBezTo>
                <a:cubicBezTo>
                  <a:pt x="189" y="183"/>
                  <a:pt x="184" y="180"/>
                  <a:pt x="178" y="180"/>
                </a:cubicBezTo>
                <a:cubicBezTo>
                  <a:pt x="170" y="180"/>
                  <a:pt x="164" y="185"/>
                  <a:pt x="161" y="192"/>
                </a:cubicBezTo>
                <a:cubicBezTo>
                  <a:pt x="156" y="190"/>
                  <a:pt x="156" y="190"/>
                  <a:pt x="156" y="190"/>
                </a:cubicBezTo>
                <a:cubicBezTo>
                  <a:pt x="156" y="180"/>
                  <a:pt x="156" y="180"/>
                  <a:pt x="156" y="180"/>
                </a:cubicBezTo>
                <a:cubicBezTo>
                  <a:pt x="156" y="178"/>
                  <a:pt x="154" y="176"/>
                  <a:pt x="152" y="176"/>
                </a:cubicBezTo>
                <a:cubicBezTo>
                  <a:pt x="104" y="176"/>
                  <a:pt x="104" y="176"/>
                  <a:pt x="104" y="176"/>
                </a:cubicBezTo>
                <a:cubicBezTo>
                  <a:pt x="102" y="176"/>
                  <a:pt x="100" y="178"/>
                  <a:pt x="100" y="180"/>
                </a:cubicBezTo>
                <a:cubicBezTo>
                  <a:pt x="100" y="190"/>
                  <a:pt x="100" y="190"/>
                  <a:pt x="100" y="190"/>
                </a:cubicBezTo>
                <a:cubicBezTo>
                  <a:pt x="95" y="192"/>
                  <a:pt x="95" y="192"/>
                  <a:pt x="95" y="192"/>
                </a:cubicBezTo>
                <a:cubicBezTo>
                  <a:pt x="92" y="185"/>
                  <a:pt x="86" y="180"/>
                  <a:pt x="78" y="180"/>
                </a:cubicBezTo>
                <a:cubicBezTo>
                  <a:pt x="72" y="180"/>
                  <a:pt x="67" y="183"/>
                  <a:pt x="64" y="187"/>
                </a:cubicBezTo>
                <a:cubicBezTo>
                  <a:pt x="61" y="183"/>
                  <a:pt x="56" y="180"/>
                  <a:pt x="50" y="180"/>
                </a:cubicBezTo>
                <a:cubicBezTo>
                  <a:pt x="42" y="180"/>
                  <a:pt x="36" y="185"/>
                  <a:pt x="33" y="192"/>
                </a:cubicBezTo>
                <a:cubicBezTo>
                  <a:pt x="28" y="186"/>
                  <a:pt x="28" y="186"/>
                  <a:pt x="28" y="186"/>
                </a:cubicBezTo>
                <a:cubicBezTo>
                  <a:pt x="28" y="166"/>
                  <a:pt x="28" y="166"/>
                  <a:pt x="28" y="166"/>
                </a:cubicBezTo>
                <a:cubicBezTo>
                  <a:pt x="34" y="160"/>
                  <a:pt x="34" y="160"/>
                  <a:pt x="34" y="160"/>
                </a:cubicBezTo>
                <a:cubicBezTo>
                  <a:pt x="222" y="160"/>
                  <a:pt x="222" y="160"/>
                  <a:pt x="222" y="160"/>
                </a:cubicBezTo>
                <a:cubicBezTo>
                  <a:pt x="228" y="166"/>
                  <a:pt x="228" y="166"/>
                  <a:pt x="228" y="166"/>
                </a:cubicBezTo>
                <a:lnTo>
                  <a:pt x="228" y="18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26" name="Title 8">
            <a:extLst>
              <a:ext uri="{FF2B5EF4-FFF2-40B4-BE49-F238E27FC236}">
                <a16:creationId xmlns:a16="http://schemas.microsoft.com/office/drawing/2014/main" id="{58CD8101-D320-4A6B-86A1-624AD8704B95}"/>
              </a:ext>
            </a:extLst>
          </p:cNvPr>
          <p:cNvSpPr txBox="1">
            <a:spLocks/>
          </p:cNvSpPr>
          <p:nvPr/>
        </p:nvSpPr>
        <p:spPr>
          <a:xfrm>
            <a:off x="612648" y="585216"/>
            <a:ext cx="1802078" cy="533370"/>
          </a:xfrm>
          <a:prstGeom prst="rect">
            <a:avLst/>
          </a:prstGeom>
        </p:spPr>
        <p:txBody>
          <a:bodyPr vert="horz" lIns="0" tIns="0" rIns="0" bIns="0" rtlCol="0" anchor="ctr" anchorCtr="0">
            <a:normAutofit/>
          </a:bodyPr>
          <a:lstStyle>
            <a:lvl1pPr algn="l" defTabSz="914400" rtl="0" eaLnBrk="1" latinLnBrk="0" hangingPunct="1">
              <a:lnSpc>
                <a:spcPct val="75000"/>
              </a:lnSpc>
              <a:spcBef>
                <a:spcPct val="0"/>
              </a:spcBef>
              <a:buNone/>
              <a:defRPr sz="3400" b="0" kern="1200" cap="none" baseline="0">
                <a:solidFill>
                  <a:schemeClr val="tx2"/>
                </a:solidFill>
                <a:latin typeface="+mj-lt"/>
                <a:ea typeface="+mj-ea"/>
                <a:cs typeface="Calibri" panose="020F0502020204030204" pitchFamily="34" charset="0"/>
              </a:defRPr>
            </a:lvl1pPr>
          </a:lstStyle>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3400" b="0" i="0" u="none" strike="noStrike" kern="1200" cap="none" spc="0" normalizeH="0" baseline="0" noProof="0">
                <a:ln>
                  <a:noFill/>
                </a:ln>
                <a:solidFill>
                  <a:srgbClr val="FFFFFF"/>
                </a:solidFill>
                <a:effectLst/>
                <a:uLnTx/>
                <a:uFillTx/>
                <a:latin typeface="Calibri Light"/>
                <a:ea typeface="+mj-ea"/>
                <a:cs typeface="Calibri" panose="020F0502020204030204" pitchFamily="34" charset="0"/>
              </a:rPr>
              <a:t>Icons</a:t>
            </a:r>
          </a:p>
        </p:txBody>
      </p:sp>
      <p:sp>
        <p:nvSpPr>
          <p:cNvPr id="152" name="Footer Placeholder 1">
            <a:extLst>
              <a:ext uri="{FF2B5EF4-FFF2-40B4-BE49-F238E27FC236}">
                <a16:creationId xmlns:a16="http://schemas.microsoft.com/office/drawing/2014/main" id="{BBF6C8D9-4BBD-42D3-B9E3-F83012BCD061}"/>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grpSp>
        <p:nvGrpSpPr>
          <p:cNvPr id="2" name="Group 4">
            <a:extLst>
              <a:ext uri="{FF2B5EF4-FFF2-40B4-BE49-F238E27FC236}">
                <a16:creationId xmlns:a16="http://schemas.microsoft.com/office/drawing/2014/main" id="{A60FDEA7-5787-7176-6EC8-69A1F1387C83}"/>
              </a:ext>
            </a:extLst>
          </p:cNvPr>
          <p:cNvGrpSpPr>
            <a:grpSpLocks noChangeAspect="1"/>
          </p:cNvGrpSpPr>
          <p:nvPr/>
        </p:nvGrpSpPr>
        <p:grpSpPr bwMode="auto">
          <a:xfrm>
            <a:off x="10421934" y="6308714"/>
            <a:ext cx="1162049" cy="266699"/>
            <a:chOff x="6565" y="3974"/>
            <a:chExt cx="732" cy="168"/>
          </a:xfrm>
          <a:solidFill>
            <a:schemeClr val="bg1"/>
          </a:solidFill>
        </p:grpSpPr>
        <p:sp>
          <p:nvSpPr>
            <p:cNvPr id="3" name="Freeform 5">
              <a:extLst>
                <a:ext uri="{FF2B5EF4-FFF2-40B4-BE49-F238E27FC236}">
                  <a16:creationId xmlns:a16="http://schemas.microsoft.com/office/drawing/2014/main" id="{EACF2036-5A2F-4AA9-33E5-9C8F536442F4}"/>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Freeform 6">
              <a:extLst>
                <a:ext uri="{FF2B5EF4-FFF2-40B4-BE49-F238E27FC236}">
                  <a16:creationId xmlns:a16="http://schemas.microsoft.com/office/drawing/2014/main" id="{A74D95CD-EA1F-30AC-8D1D-7EC320EE3DC1}"/>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A7925652-F765-6040-0F47-C0DC6B94E76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Freeform 8">
              <a:extLst>
                <a:ext uri="{FF2B5EF4-FFF2-40B4-BE49-F238E27FC236}">
                  <a16:creationId xmlns:a16="http://schemas.microsoft.com/office/drawing/2014/main" id="{1D134094-8B7C-F30F-19A6-3A97E7F4C46E}"/>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86A6C4E1-C222-97CF-FB40-4F39F82F519C}"/>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0">
              <a:extLst>
                <a:ext uri="{FF2B5EF4-FFF2-40B4-BE49-F238E27FC236}">
                  <a16:creationId xmlns:a16="http://schemas.microsoft.com/office/drawing/2014/main" id="{83F51AB2-DC60-E6C3-C3AA-12C9EC4DCAB9}"/>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1">
              <a:extLst>
                <a:ext uri="{FF2B5EF4-FFF2-40B4-BE49-F238E27FC236}">
                  <a16:creationId xmlns:a16="http://schemas.microsoft.com/office/drawing/2014/main" id="{CCA82B30-2B71-1F0F-F4C8-8DF932CF6570}"/>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859665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43329081-4D46-4C35-837F-9D2CCBCE8175}"/>
              </a:ext>
            </a:extLst>
          </p:cNvPr>
          <p:cNvSpPr>
            <a:spLocks noGrp="1"/>
          </p:cNvSpPr>
          <p:nvPr>
            <p:ph type="body" sz="quarter" idx="11"/>
          </p:nvPr>
        </p:nvSpPr>
        <p:spPr>
          <a:xfrm>
            <a:off x="319088" y="1968415"/>
            <a:ext cx="908050" cy="303213"/>
          </a:xfrm>
        </p:spPr>
        <p:txBody>
          <a:bodyPr/>
          <a:lstStyle/>
          <a:p>
            <a:r>
              <a:rPr lang="en-US">
                <a:solidFill>
                  <a:schemeClr val="bg1">
                    <a:lumMod val="75000"/>
                  </a:schemeClr>
                </a:solidFill>
              </a:rPr>
              <a:t>Trolley</a:t>
            </a:r>
          </a:p>
        </p:txBody>
      </p:sp>
      <p:sp>
        <p:nvSpPr>
          <p:cNvPr id="30" name="Text Placeholder 29">
            <a:extLst>
              <a:ext uri="{FF2B5EF4-FFF2-40B4-BE49-F238E27FC236}">
                <a16:creationId xmlns:a16="http://schemas.microsoft.com/office/drawing/2014/main" id="{ADB6110C-F8AA-464F-A1E0-E2B6DB9E5652}"/>
              </a:ext>
            </a:extLst>
          </p:cNvPr>
          <p:cNvSpPr>
            <a:spLocks noGrp="1"/>
          </p:cNvSpPr>
          <p:nvPr>
            <p:ph type="body" sz="quarter" idx="13"/>
          </p:nvPr>
        </p:nvSpPr>
        <p:spPr>
          <a:xfrm>
            <a:off x="1286734" y="1968415"/>
            <a:ext cx="908050" cy="303213"/>
          </a:xfrm>
        </p:spPr>
        <p:txBody>
          <a:bodyPr/>
          <a:lstStyle/>
          <a:p>
            <a:r>
              <a:rPr lang="en-US">
                <a:solidFill>
                  <a:schemeClr val="bg1">
                    <a:lumMod val="75000"/>
                  </a:schemeClr>
                </a:solidFill>
              </a:rPr>
              <a:t>Train</a:t>
            </a:r>
          </a:p>
        </p:txBody>
      </p:sp>
      <p:sp>
        <p:nvSpPr>
          <p:cNvPr id="32" name="Text Placeholder 31">
            <a:extLst>
              <a:ext uri="{FF2B5EF4-FFF2-40B4-BE49-F238E27FC236}">
                <a16:creationId xmlns:a16="http://schemas.microsoft.com/office/drawing/2014/main" id="{4FE15F3C-CA74-4D10-BE13-1F0FB38799CF}"/>
              </a:ext>
            </a:extLst>
          </p:cNvPr>
          <p:cNvSpPr>
            <a:spLocks noGrp="1"/>
          </p:cNvSpPr>
          <p:nvPr>
            <p:ph type="body" sz="quarter" idx="15"/>
          </p:nvPr>
        </p:nvSpPr>
        <p:spPr>
          <a:xfrm>
            <a:off x="2254380" y="1968415"/>
            <a:ext cx="908050" cy="303213"/>
          </a:xfrm>
        </p:spPr>
        <p:txBody>
          <a:bodyPr/>
          <a:lstStyle/>
          <a:p>
            <a:r>
              <a:rPr lang="en-US">
                <a:solidFill>
                  <a:schemeClr val="bg1">
                    <a:lumMod val="75000"/>
                  </a:schemeClr>
                </a:solidFill>
              </a:rPr>
              <a:t>Airplane</a:t>
            </a:r>
          </a:p>
        </p:txBody>
      </p:sp>
      <p:sp>
        <p:nvSpPr>
          <p:cNvPr id="34" name="Text Placeholder 33">
            <a:extLst>
              <a:ext uri="{FF2B5EF4-FFF2-40B4-BE49-F238E27FC236}">
                <a16:creationId xmlns:a16="http://schemas.microsoft.com/office/drawing/2014/main" id="{CEACFA2F-0359-4AB3-A807-497C3624C55E}"/>
              </a:ext>
            </a:extLst>
          </p:cNvPr>
          <p:cNvSpPr>
            <a:spLocks noGrp="1"/>
          </p:cNvSpPr>
          <p:nvPr>
            <p:ph type="body" sz="quarter" idx="17"/>
          </p:nvPr>
        </p:nvSpPr>
        <p:spPr>
          <a:xfrm>
            <a:off x="3222026" y="1968415"/>
            <a:ext cx="908050" cy="303213"/>
          </a:xfrm>
        </p:spPr>
        <p:txBody>
          <a:bodyPr/>
          <a:lstStyle/>
          <a:p>
            <a:r>
              <a:rPr lang="en-US">
                <a:solidFill>
                  <a:schemeClr val="bg1">
                    <a:lumMod val="75000"/>
                  </a:schemeClr>
                </a:solidFill>
              </a:rPr>
              <a:t>Helicopter</a:t>
            </a:r>
          </a:p>
        </p:txBody>
      </p:sp>
      <p:sp>
        <p:nvSpPr>
          <p:cNvPr id="36" name="Text Placeholder 35">
            <a:extLst>
              <a:ext uri="{FF2B5EF4-FFF2-40B4-BE49-F238E27FC236}">
                <a16:creationId xmlns:a16="http://schemas.microsoft.com/office/drawing/2014/main" id="{7030C119-678A-4D85-8383-71201122E27D}"/>
              </a:ext>
            </a:extLst>
          </p:cNvPr>
          <p:cNvSpPr>
            <a:spLocks noGrp="1"/>
          </p:cNvSpPr>
          <p:nvPr>
            <p:ph type="body" sz="quarter" idx="19"/>
          </p:nvPr>
        </p:nvSpPr>
        <p:spPr>
          <a:xfrm>
            <a:off x="4189672" y="1968415"/>
            <a:ext cx="908050" cy="303213"/>
          </a:xfrm>
        </p:spPr>
        <p:txBody>
          <a:bodyPr/>
          <a:lstStyle/>
          <a:p>
            <a:r>
              <a:rPr lang="en-US">
                <a:solidFill>
                  <a:schemeClr val="bg1">
                    <a:lumMod val="75000"/>
                  </a:schemeClr>
                </a:solidFill>
              </a:rPr>
              <a:t>Smart City</a:t>
            </a:r>
          </a:p>
        </p:txBody>
      </p:sp>
      <p:sp>
        <p:nvSpPr>
          <p:cNvPr id="40" name="Text Placeholder 39">
            <a:extLst>
              <a:ext uri="{FF2B5EF4-FFF2-40B4-BE49-F238E27FC236}">
                <a16:creationId xmlns:a16="http://schemas.microsoft.com/office/drawing/2014/main" id="{E7555C2C-C1E7-4316-8BF6-C70EC5A74691}"/>
              </a:ext>
            </a:extLst>
          </p:cNvPr>
          <p:cNvSpPr>
            <a:spLocks noGrp="1"/>
          </p:cNvSpPr>
          <p:nvPr>
            <p:ph type="body" sz="quarter" idx="21"/>
          </p:nvPr>
        </p:nvSpPr>
        <p:spPr>
          <a:xfrm>
            <a:off x="5157318" y="1968415"/>
            <a:ext cx="908050" cy="303213"/>
          </a:xfrm>
        </p:spPr>
        <p:txBody>
          <a:bodyPr/>
          <a:lstStyle/>
          <a:p>
            <a:r>
              <a:rPr lang="en-US">
                <a:solidFill>
                  <a:schemeClr val="bg1">
                    <a:lumMod val="75000"/>
                  </a:schemeClr>
                </a:solidFill>
              </a:rPr>
              <a:t>Infrastructure</a:t>
            </a:r>
          </a:p>
        </p:txBody>
      </p:sp>
      <p:sp>
        <p:nvSpPr>
          <p:cNvPr id="42" name="Text Placeholder 41">
            <a:extLst>
              <a:ext uri="{FF2B5EF4-FFF2-40B4-BE49-F238E27FC236}">
                <a16:creationId xmlns:a16="http://schemas.microsoft.com/office/drawing/2014/main" id="{7D6B8183-4A46-4B96-A78B-55F11073942D}"/>
              </a:ext>
            </a:extLst>
          </p:cNvPr>
          <p:cNvSpPr>
            <a:spLocks noGrp="1"/>
          </p:cNvSpPr>
          <p:nvPr>
            <p:ph type="body" sz="quarter" idx="23"/>
          </p:nvPr>
        </p:nvSpPr>
        <p:spPr>
          <a:xfrm>
            <a:off x="6124964" y="1968415"/>
            <a:ext cx="908050" cy="303213"/>
          </a:xfrm>
        </p:spPr>
        <p:txBody>
          <a:bodyPr/>
          <a:lstStyle/>
          <a:p>
            <a:r>
              <a:rPr lang="en-US">
                <a:solidFill>
                  <a:schemeClr val="bg1">
                    <a:lumMod val="75000"/>
                  </a:schemeClr>
                </a:solidFill>
              </a:rPr>
              <a:t>Cruise Ship</a:t>
            </a:r>
          </a:p>
        </p:txBody>
      </p:sp>
      <p:sp>
        <p:nvSpPr>
          <p:cNvPr id="45" name="Text Placeholder 44">
            <a:extLst>
              <a:ext uri="{FF2B5EF4-FFF2-40B4-BE49-F238E27FC236}">
                <a16:creationId xmlns:a16="http://schemas.microsoft.com/office/drawing/2014/main" id="{5BAD9EBB-3C9C-4B57-922C-4CAD069676C1}"/>
              </a:ext>
            </a:extLst>
          </p:cNvPr>
          <p:cNvSpPr>
            <a:spLocks noGrp="1"/>
          </p:cNvSpPr>
          <p:nvPr>
            <p:ph type="body" sz="quarter" idx="25"/>
          </p:nvPr>
        </p:nvSpPr>
        <p:spPr>
          <a:xfrm>
            <a:off x="7092610" y="1968415"/>
            <a:ext cx="908050" cy="303213"/>
          </a:xfrm>
        </p:spPr>
        <p:txBody>
          <a:bodyPr/>
          <a:lstStyle/>
          <a:p>
            <a:r>
              <a:rPr lang="en-US">
                <a:solidFill>
                  <a:schemeClr val="bg1">
                    <a:lumMod val="75000"/>
                  </a:schemeClr>
                </a:solidFill>
              </a:rPr>
              <a:t>Cargo Ship</a:t>
            </a:r>
          </a:p>
        </p:txBody>
      </p:sp>
      <p:sp>
        <p:nvSpPr>
          <p:cNvPr id="47" name="Text Placeholder 46">
            <a:extLst>
              <a:ext uri="{FF2B5EF4-FFF2-40B4-BE49-F238E27FC236}">
                <a16:creationId xmlns:a16="http://schemas.microsoft.com/office/drawing/2014/main" id="{4758911E-7526-4A48-9F84-DB21B02EEE25}"/>
              </a:ext>
            </a:extLst>
          </p:cNvPr>
          <p:cNvSpPr>
            <a:spLocks noGrp="1"/>
          </p:cNvSpPr>
          <p:nvPr>
            <p:ph type="body" sz="quarter" idx="27"/>
          </p:nvPr>
        </p:nvSpPr>
        <p:spPr>
          <a:xfrm>
            <a:off x="8060256" y="1968415"/>
            <a:ext cx="908050" cy="303213"/>
          </a:xfrm>
        </p:spPr>
        <p:txBody>
          <a:bodyPr/>
          <a:lstStyle/>
          <a:p>
            <a:r>
              <a:rPr lang="en-US">
                <a:solidFill>
                  <a:schemeClr val="bg1">
                    <a:lumMod val="75000"/>
                  </a:schemeClr>
                </a:solidFill>
              </a:rPr>
              <a:t>Cargo Bin</a:t>
            </a:r>
          </a:p>
        </p:txBody>
      </p:sp>
      <p:sp>
        <p:nvSpPr>
          <p:cNvPr id="49" name="Text Placeholder 48">
            <a:extLst>
              <a:ext uri="{FF2B5EF4-FFF2-40B4-BE49-F238E27FC236}">
                <a16:creationId xmlns:a16="http://schemas.microsoft.com/office/drawing/2014/main" id="{2F807109-99E9-4642-9B36-95FE7B0CB71B}"/>
              </a:ext>
            </a:extLst>
          </p:cNvPr>
          <p:cNvSpPr>
            <a:spLocks noGrp="1"/>
          </p:cNvSpPr>
          <p:nvPr>
            <p:ph type="body" sz="quarter" idx="29"/>
          </p:nvPr>
        </p:nvSpPr>
        <p:spPr>
          <a:xfrm>
            <a:off x="9027902" y="1968415"/>
            <a:ext cx="908050" cy="303213"/>
          </a:xfrm>
        </p:spPr>
        <p:txBody>
          <a:bodyPr/>
          <a:lstStyle/>
          <a:p>
            <a:r>
              <a:rPr lang="en-US">
                <a:solidFill>
                  <a:schemeClr val="bg1">
                    <a:lumMod val="75000"/>
                  </a:schemeClr>
                </a:solidFill>
              </a:rPr>
              <a:t>Hook</a:t>
            </a:r>
          </a:p>
        </p:txBody>
      </p:sp>
      <p:sp>
        <p:nvSpPr>
          <p:cNvPr id="51" name="Text Placeholder 50">
            <a:extLst>
              <a:ext uri="{FF2B5EF4-FFF2-40B4-BE49-F238E27FC236}">
                <a16:creationId xmlns:a16="http://schemas.microsoft.com/office/drawing/2014/main" id="{A22794CB-B6F7-4E11-B8DD-3532790C746B}"/>
              </a:ext>
            </a:extLst>
          </p:cNvPr>
          <p:cNvSpPr>
            <a:spLocks noGrp="1"/>
          </p:cNvSpPr>
          <p:nvPr>
            <p:ph type="body" sz="quarter" idx="31"/>
          </p:nvPr>
        </p:nvSpPr>
        <p:spPr>
          <a:xfrm>
            <a:off x="9995548" y="1968415"/>
            <a:ext cx="908050" cy="303213"/>
          </a:xfrm>
        </p:spPr>
        <p:txBody>
          <a:bodyPr/>
          <a:lstStyle/>
          <a:p>
            <a:r>
              <a:rPr lang="en-US">
                <a:solidFill>
                  <a:schemeClr val="bg1">
                    <a:lumMod val="75000"/>
                  </a:schemeClr>
                </a:solidFill>
              </a:rPr>
              <a:t>Molten Metal</a:t>
            </a:r>
          </a:p>
        </p:txBody>
      </p:sp>
      <p:sp>
        <p:nvSpPr>
          <p:cNvPr id="53" name="Text Placeholder 52">
            <a:extLst>
              <a:ext uri="{FF2B5EF4-FFF2-40B4-BE49-F238E27FC236}">
                <a16:creationId xmlns:a16="http://schemas.microsoft.com/office/drawing/2014/main" id="{DC25FAE3-A212-4006-B92E-25F19DCF643A}"/>
              </a:ext>
            </a:extLst>
          </p:cNvPr>
          <p:cNvSpPr>
            <a:spLocks noGrp="1"/>
          </p:cNvSpPr>
          <p:nvPr>
            <p:ph type="body" sz="quarter" idx="33"/>
          </p:nvPr>
        </p:nvSpPr>
        <p:spPr>
          <a:xfrm>
            <a:off x="10963194" y="1968415"/>
            <a:ext cx="908050" cy="303213"/>
          </a:xfrm>
        </p:spPr>
        <p:txBody>
          <a:bodyPr/>
          <a:lstStyle/>
          <a:p>
            <a:r>
              <a:rPr lang="en-US">
                <a:solidFill>
                  <a:schemeClr val="bg1">
                    <a:lumMod val="75000"/>
                  </a:schemeClr>
                </a:solidFill>
              </a:rPr>
              <a:t>Metal Pouring</a:t>
            </a:r>
          </a:p>
        </p:txBody>
      </p:sp>
      <p:sp>
        <p:nvSpPr>
          <p:cNvPr id="55" name="Text Placeholder 54">
            <a:extLst>
              <a:ext uri="{FF2B5EF4-FFF2-40B4-BE49-F238E27FC236}">
                <a16:creationId xmlns:a16="http://schemas.microsoft.com/office/drawing/2014/main" id="{A1A59558-D42D-437B-9A09-450951B961EB}"/>
              </a:ext>
            </a:extLst>
          </p:cNvPr>
          <p:cNvSpPr>
            <a:spLocks noGrp="1"/>
          </p:cNvSpPr>
          <p:nvPr>
            <p:ph type="body" sz="quarter" idx="35"/>
          </p:nvPr>
        </p:nvSpPr>
        <p:spPr>
          <a:xfrm>
            <a:off x="319088" y="2919056"/>
            <a:ext cx="908050" cy="303213"/>
          </a:xfrm>
        </p:spPr>
        <p:txBody>
          <a:bodyPr/>
          <a:lstStyle/>
          <a:p>
            <a:r>
              <a:rPr lang="en-US">
                <a:solidFill>
                  <a:schemeClr val="bg1">
                    <a:lumMod val="75000"/>
                  </a:schemeClr>
                </a:solidFill>
              </a:rPr>
              <a:t>Metal Beam</a:t>
            </a:r>
          </a:p>
        </p:txBody>
      </p:sp>
      <p:sp>
        <p:nvSpPr>
          <p:cNvPr id="57" name="Text Placeholder 56">
            <a:extLst>
              <a:ext uri="{FF2B5EF4-FFF2-40B4-BE49-F238E27FC236}">
                <a16:creationId xmlns:a16="http://schemas.microsoft.com/office/drawing/2014/main" id="{50AFCE65-2498-4782-890F-6895D76F2059}"/>
              </a:ext>
            </a:extLst>
          </p:cNvPr>
          <p:cNvSpPr>
            <a:spLocks noGrp="1"/>
          </p:cNvSpPr>
          <p:nvPr>
            <p:ph type="body" sz="quarter" idx="37"/>
          </p:nvPr>
        </p:nvSpPr>
        <p:spPr>
          <a:xfrm>
            <a:off x="1286734" y="2919056"/>
            <a:ext cx="908050" cy="303213"/>
          </a:xfrm>
        </p:spPr>
        <p:txBody>
          <a:bodyPr/>
          <a:lstStyle/>
          <a:p>
            <a:r>
              <a:rPr lang="en-US">
                <a:solidFill>
                  <a:schemeClr val="bg1">
                    <a:lumMod val="75000"/>
                  </a:schemeClr>
                </a:solidFill>
              </a:rPr>
              <a:t>Metal Crane</a:t>
            </a:r>
          </a:p>
        </p:txBody>
      </p:sp>
      <p:sp>
        <p:nvSpPr>
          <p:cNvPr id="59" name="Text Placeholder 58">
            <a:extLst>
              <a:ext uri="{FF2B5EF4-FFF2-40B4-BE49-F238E27FC236}">
                <a16:creationId xmlns:a16="http://schemas.microsoft.com/office/drawing/2014/main" id="{C195C64B-10E6-49DE-940A-15BC1C3AB80A}"/>
              </a:ext>
            </a:extLst>
          </p:cNvPr>
          <p:cNvSpPr>
            <a:spLocks noGrp="1"/>
          </p:cNvSpPr>
          <p:nvPr>
            <p:ph type="body" sz="quarter" idx="39"/>
          </p:nvPr>
        </p:nvSpPr>
        <p:spPr>
          <a:xfrm>
            <a:off x="2254380" y="2919056"/>
            <a:ext cx="908050" cy="303213"/>
          </a:xfrm>
        </p:spPr>
        <p:txBody>
          <a:bodyPr/>
          <a:lstStyle/>
          <a:p>
            <a:r>
              <a:rPr lang="en-US">
                <a:solidFill>
                  <a:schemeClr val="bg1">
                    <a:lumMod val="75000"/>
                  </a:schemeClr>
                </a:solidFill>
              </a:rPr>
              <a:t>Steel</a:t>
            </a:r>
          </a:p>
        </p:txBody>
      </p:sp>
      <p:sp>
        <p:nvSpPr>
          <p:cNvPr id="61" name="Text Placeholder 60">
            <a:extLst>
              <a:ext uri="{FF2B5EF4-FFF2-40B4-BE49-F238E27FC236}">
                <a16:creationId xmlns:a16="http://schemas.microsoft.com/office/drawing/2014/main" id="{88D47262-B43A-480F-96E2-0526C730D4C6}"/>
              </a:ext>
            </a:extLst>
          </p:cNvPr>
          <p:cNvSpPr>
            <a:spLocks noGrp="1"/>
          </p:cNvSpPr>
          <p:nvPr>
            <p:ph type="body" sz="quarter" idx="41"/>
          </p:nvPr>
        </p:nvSpPr>
        <p:spPr>
          <a:xfrm>
            <a:off x="3222026" y="2919056"/>
            <a:ext cx="908050" cy="303213"/>
          </a:xfrm>
        </p:spPr>
        <p:txBody>
          <a:bodyPr/>
          <a:lstStyle/>
          <a:p>
            <a:r>
              <a:rPr lang="en-US">
                <a:solidFill>
                  <a:schemeClr val="bg1">
                    <a:lumMod val="75000"/>
                  </a:schemeClr>
                </a:solidFill>
              </a:rPr>
              <a:t>Steel Fab 1</a:t>
            </a:r>
          </a:p>
        </p:txBody>
      </p:sp>
      <p:sp>
        <p:nvSpPr>
          <p:cNvPr id="63" name="Text Placeholder 62">
            <a:extLst>
              <a:ext uri="{FF2B5EF4-FFF2-40B4-BE49-F238E27FC236}">
                <a16:creationId xmlns:a16="http://schemas.microsoft.com/office/drawing/2014/main" id="{215680F0-6BD9-4A1C-89A3-AFC18BDF870E}"/>
              </a:ext>
            </a:extLst>
          </p:cNvPr>
          <p:cNvSpPr>
            <a:spLocks noGrp="1"/>
          </p:cNvSpPr>
          <p:nvPr>
            <p:ph type="body" sz="quarter" idx="43"/>
          </p:nvPr>
        </p:nvSpPr>
        <p:spPr>
          <a:xfrm>
            <a:off x="4189672" y="2919056"/>
            <a:ext cx="908050" cy="303213"/>
          </a:xfrm>
        </p:spPr>
        <p:txBody>
          <a:bodyPr/>
          <a:lstStyle/>
          <a:p>
            <a:r>
              <a:rPr lang="en-US">
                <a:solidFill>
                  <a:schemeClr val="bg1">
                    <a:lumMod val="75000"/>
                  </a:schemeClr>
                </a:solidFill>
              </a:rPr>
              <a:t>Steel Fab 2</a:t>
            </a:r>
          </a:p>
        </p:txBody>
      </p:sp>
      <p:sp>
        <p:nvSpPr>
          <p:cNvPr id="65" name="Text Placeholder 64">
            <a:extLst>
              <a:ext uri="{FF2B5EF4-FFF2-40B4-BE49-F238E27FC236}">
                <a16:creationId xmlns:a16="http://schemas.microsoft.com/office/drawing/2014/main" id="{9E0D4E65-71D6-472A-857D-8A5AF1581366}"/>
              </a:ext>
            </a:extLst>
          </p:cNvPr>
          <p:cNvSpPr>
            <a:spLocks noGrp="1"/>
          </p:cNvSpPr>
          <p:nvPr>
            <p:ph type="body" sz="quarter" idx="45"/>
          </p:nvPr>
        </p:nvSpPr>
        <p:spPr>
          <a:xfrm>
            <a:off x="5157318" y="2919056"/>
            <a:ext cx="908050" cy="303213"/>
          </a:xfrm>
        </p:spPr>
        <p:txBody>
          <a:bodyPr/>
          <a:lstStyle/>
          <a:p>
            <a:r>
              <a:rPr lang="en-US">
                <a:solidFill>
                  <a:schemeClr val="bg1">
                    <a:lumMod val="75000"/>
                  </a:schemeClr>
                </a:solidFill>
              </a:rPr>
              <a:t>Nuclear</a:t>
            </a:r>
          </a:p>
        </p:txBody>
      </p:sp>
      <p:sp>
        <p:nvSpPr>
          <p:cNvPr id="67" name="Text Placeholder 66">
            <a:extLst>
              <a:ext uri="{FF2B5EF4-FFF2-40B4-BE49-F238E27FC236}">
                <a16:creationId xmlns:a16="http://schemas.microsoft.com/office/drawing/2014/main" id="{45B0FB4D-8C56-4A87-AB4D-C3D4944B9170}"/>
              </a:ext>
            </a:extLst>
          </p:cNvPr>
          <p:cNvSpPr>
            <a:spLocks noGrp="1"/>
          </p:cNvSpPr>
          <p:nvPr>
            <p:ph type="body" sz="quarter" idx="47"/>
          </p:nvPr>
        </p:nvSpPr>
        <p:spPr>
          <a:xfrm>
            <a:off x="6124964" y="2919056"/>
            <a:ext cx="908050" cy="303213"/>
          </a:xfrm>
        </p:spPr>
        <p:txBody>
          <a:bodyPr/>
          <a:lstStyle/>
          <a:p>
            <a:r>
              <a:rPr lang="en-US">
                <a:solidFill>
                  <a:schemeClr val="bg1">
                    <a:lumMod val="75000"/>
                  </a:schemeClr>
                </a:solidFill>
              </a:rPr>
              <a:t>Transmission Tower</a:t>
            </a:r>
          </a:p>
        </p:txBody>
      </p:sp>
      <p:sp>
        <p:nvSpPr>
          <p:cNvPr id="69" name="Text Placeholder 68">
            <a:extLst>
              <a:ext uri="{FF2B5EF4-FFF2-40B4-BE49-F238E27FC236}">
                <a16:creationId xmlns:a16="http://schemas.microsoft.com/office/drawing/2014/main" id="{C13E76FE-F0BF-4ADD-A4C3-C3321B08CB90}"/>
              </a:ext>
            </a:extLst>
          </p:cNvPr>
          <p:cNvSpPr>
            <a:spLocks noGrp="1"/>
          </p:cNvSpPr>
          <p:nvPr>
            <p:ph type="body" sz="quarter" idx="49"/>
          </p:nvPr>
        </p:nvSpPr>
        <p:spPr>
          <a:xfrm>
            <a:off x="7092610" y="2919056"/>
            <a:ext cx="908050" cy="303213"/>
          </a:xfrm>
        </p:spPr>
        <p:txBody>
          <a:bodyPr/>
          <a:lstStyle/>
          <a:p>
            <a:r>
              <a:rPr lang="en-US">
                <a:solidFill>
                  <a:schemeClr val="bg1">
                    <a:lumMod val="75000"/>
                  </a:schemeClr>
                </a:solidFill>
              </a:rPr>
              <a:t>Solar Panel</a:t>
            </a:r>
          </a:p>
        </p:txBody>
      </p:sp>
      <p:sp>
        <p:nvSpPr>
          <p:cNvPr id="71" name="Text Placeholder 70">
            <a:extLst>
              <a:ext uri="{FF2B5EF4-FFF2-40B4-BE49-F238E27FC236}">
                <a16:creationId xmlns:a16="http://schemas.microsoft.com/office/drawing/2014/main" id="{EB0F72C0-4B9E-4C0D-8181-9C0ECE428BDF}"/>
              </a:ext>
            </a:extLst>
          </p:cNvPr>
          <p:cNvSpPr>
            <a:spLocks noGrp="1"/>
          </p:cNvSpPr>
          <p:nvPr>
            <p:ph type="body" sz="quarter" idx="51"/>
          </p:nvPr>
        </p:nvSpPr>
        <p:spPr>
          <a:xfrm>
            <a:off x="8060256" y="2919056"/>
            <a:ext cx="908050" cy="303213"/>
          </a:xfrm>
        </p:spPr>
        <p:txBody>
          <a:bodyPr/>
          <a:lstStyle/>
          <a:p>
            <a:r>
              <a:rPr lang="en-US">
                <a:solidFill>
                  <a:schemeClr val="bg1">
                    <a:lumMod val="75000"/>
                  </a:schemeClr>
                </a:solidFill>
              </a:rPr>
              <a:t>Windmill</a:t>
            </a:r>
          </a:p>
        </p:txBody>
      </p:sp>
      <p:sp>
        <p:nvSpPr>
          <p:cNvPr id="73" name="Text Placeholder 72">
            <a:extLst>
              <a:ext uri="{FF2B5EF4-FFF2-40B4-BE49-F238E27FC236}">
                <a16:creationId xmlns:a16="http://schemas.microsoft.com/office/drawing/2014/main" id="{45D952A4-0EA5-4CEE-B15B-0E5B3725BF15}"/>
              </a:ext>
            </a:extLst>
          </p:cNvPr>
          <p:cNvSpPr>
            <a:spLocks noGrp="1"/>
          </p:cNvSpPr>
          <p:nvPr>
            <p:ph type="body" sz="quarter" idx="53"/>
          </p:nvPr>
        </p:nvSpPr>
        <p:spPr>
          <a:xfrm>
            <a:off x="9027902" y="2919056"/>
            <a:ext cx="908050" cy="303213"/>
          </a:xfrm>
        </p:spPr>
        <p:txBody>
          <a:bodyPr/>
          <a:lstStyle/>
          <a:p>
            <a:r>
              <a:rPr lang="en-US">
                <a:solidFill>
                  <a:schemeClr val="bg1">
                    <a:lumMod val="75000"/>
                  </a:schemeClr>
                </a:solidFill>
              </a:rPr>
              <a:t>Factory 1</a:t>
            </a:r>
          </a:p>
        </p:txBody>
      </p:sp>
      <p:sp>
        <p:nvSpPr>
          <p:cNvPr id="75" name="Text Placeholder 74">
            <a:extLst>
              <a:ext uri="{FF2B5EF4-FFF2-40B4-BE49-F238E27FC236}">
                <a16:creationId xmlns:a16="http://schemas.microsoft.com/office/drawing/2014/main" id="{16EDD378-7609-4CC3-8A2C-74B2A2EE6AB3}"/>
              </a:ext>
            </a:extLst>
          </p:cNvPr>
          <p:cNvSpPr>
            <a:spLocks noGrp="1"/>
          </p:cNvSpPr>
          <p:nvPr>
            <p:ph type="body" sz="quarter" idx="55"/>
          </p:nvPr>
        </p:nvSpPr>
        <p:spPr>
          <a:xfrm>
            <a:off x="9995548" y="2919056"/>
            <a:ext cx="908050" cy="303213"/>
          </a:xfrm>
        </p:spPr>
        <p:txBody>
          <a:bodyPr/>
          <a:lstStyle/>
          <a:p>
            <a:r>
              <a:rPr lang="en-US">
                <a:solidFill>
                  <a:schemeClr val="bg1">
                    <a:lumMod val="75000"/>
                  </a:schemeClr>
                </a:solidFill>
              </a:rPr>
              <a:t>Factory 2</a:t>
            </a:r>
          </a:p>
        </p:txBody>
      </p:sp>
      <p:sp>
        <p:nvSpPr>
          <p:cNvPr id="77" name="Text Placeholder 76">
            <a:extLst>
              <a:ext uri="{FF2B5EF4-FFF2-40B4-BE49-F238E27FC236}">
                <a16:creationId xmlns:a16="http://schemas.microsoft.com/office/drawing/2014/main" id="{8FA257F3-A159-47E9-BF17-98C4F05C4893}"/>
              </a:ext>
            </a:extLst>
          </p:cNvPr>
          <p:cNvSpPr>
            <a:spLocks noGrp="1"/>
          </p:cNvSpPr>
          <p:nvPr>
            <p:ph type="body" sz="quarter" idx="57"/>
          </p:nvPr>
        </p:nvSpPr>
        <p:spPr>
          <a:xfrm>
            <a:off x="10963194" y="2919056"/>
            <a:ext cx="908050" cy="303213"/>
          </a:xfrm>
        </p:spPr>
        <p:txBody>
          <a:bodyPr/>
          <a:lstStyle/>
          <a:p>
            <a:r>
              <a:rPr lang="en-US">
                <a:solidFill>
                  <a:schemeClr val="bg1">
                    <a:lumMod val="75000"/>
                  </a:schemeClr>
                </a:solidFill>
              </a:rPr>
              <a:t>Biofuel</a:t>
            </a:r>
          </a:p>
        </p:txBody>
      </p:sp>
      <p:sp>
        <p:nvSpPr>
          <p:cNvPr id="79" name="Text Placeholder 78">
            <a:extLst>
              <a:ext uri="{FF2B5EF4-FFF2-40B4-BE49-F238E27FC236}">
                <a16:creationId xmlns:a16="http://schemas.microsoft.com/office/drawing/2014/main" id="{8D84268B-C610-4FA1-8AEA-C29561B19E70}"/>
              </a:ext>
            </a:extLst>
          </p:cNvPr>
          <p:cNvSpPr>
            <a:spLocks noGrp="1"/>
          </p:cNvSpPr>
          <p:nvPr>
            <p:ph type="body" sz="quarter" idx="59"/>
          </p:nvPr>
        </p:nvSpPr>
        <p:spPr>
          <a:xfrm>
            <a:off x="319088" y="3886568"/>
            <a:ext cx="908050" cy="303213"/>
          </a:xfrm>
        </p:spPr>
        <p:txBody>
          <a:bodyPr/>
          <a:lstStyle/>
          <a:p>
            <a:r>
              <a:rPr lang="en-US">
                <a:solidFill>
                  <a:schemeClr val="bg1">
                    <a:lumMod val="75000"/>
                  </a:schemeClr>
                </a:solidFill>
              </a:rPr>
              <a:t>Eco Bulb</a:t>
            </a:r>
          </a:p>
        </p:txBody>
      </p:sp>
      <p:sp>
        <p:nvSpPr>
          <p:cNvPr id="81" name="Text Placeholder 80">
            <a:extLst>
              <a:ext uri="{FF2B5EF4-FFF2-40B4-BE49-F238E27FC236}">
                <a16:creationId xmlns:a16="http://schemas.microsoft.com/office/drawing/2014/main" id="{C6430D01-992A-4236-B04E-AE22855E317D}"/>
              </a:ext>
            </a:extLst>
          </p:cNvPr>
          <p:cNvSpPr>
            <a:spLocks noGrp="1"/>
          </p:cNvSpPr>
          <p:nvPr>
            <p:ph type="body" sz="quarter" idx="61"/>
          </p:nvPr>
        </p:nvSpPr>
        <p:spPr>
          <a:xfrm>
            <a:off x="1286734" y="3886568"/>
            <a:ext cx="908050" cy="303213"/>
          </a:xfrm>
        </p:spPr>
        <p:txBody>
          <a:bodyPr/>
          <a:lstStyle/>
          <a:p>
            <a:r>
              <a:rPr lang="en-US">
                <a:solidFill>
                  <a:schemeClr val="bg1">
                    <a:lumMod val="75000"/>
                  </a:schemeClr>
                </a:solidFill>
              </a:rPr>
              <a:t>Global Awareness</a:t>
            </a:r>
          </a:p>
        </p:txBody>
      </p:sp>
      <p:sp>
        <p:nvSpPr>
          <p:cNvPr id="83" name="Text Placeholder 82">
            <a:extLst>
              <a:ext uri="{FF2B5EF4-FFF2-40B4-BE49-F238E27FC236}">
                <a16:creationId xmlns:a16="http://schemas.microsoft.com/office/drawing/2014/main" id="{24131BE7-6824-41E5-8598-EEF3C969F96D}"/>
              </a:ext>
            </a:extLst>
          </p:cNvPr>
          <p:cNvSpPr>
            <a:spLocks noGrp="1"/>
          </p:cNvSpPr>
          <p:nvPr>
            <p:ph type="body" sz="quarter" idx="63"/>
          </p:nvPr>
        </p:nvSpPr>
        <p:spPr>
          <a:xfrm>
            <a:off x="2254380" y="3886568"/>
            <a:ext cx="908050" cy="303213"/>
          </a:xfrm>
        </p:spPr>
        <p:txBody>
          <a:bodyPr/>
          <a:lstStyle/>
          <a:p>
            <a:r>
              <a:rPr lang="en-US">
                <a:solidFill>
                  <a:schemeClr val="bg1">
                    <a:lumMod val="75000"/>
                  </a:schemeClr>
                </a:solidFill>
              </a:rPr>
              <a:t>Eco Car</a:t>
            </a:r>
          </a:p>
        </p:txBody>
      </p:sp>
      <p:sp>
        <p:nvSpPr>
          <p:cNvPr id="85" name="Text Placeholder 84">
            <a:extLst>
              <a:ext uri="{FF2B5EF4-FFF2-40B4-BE49-F238E27FC236}">
                <a16:creationId xmlns:a16="http://schemas.microsoft.com/office/drawing/2014/main" id="{09C60B14-0BCE-47EB-8BA6-835E6F9CB870}"/>
              </a:ext>
            </a:extLst>
          </p:cNvPr>
          <p:cNvSpPr>
            <a:spLocks noGrp="1"/>
          </p:cNvSpPr>
          <p:nvPr>
            <p:ph type="body" sz="quarter" idx="65"/>
          </p:nvPr>
        </p:nvSpPr>
        <p:spPr>
          <a:xfrm>
            <a:off x="3222026" y="3886568"/>
            <a:ext cx="908050" cy="303213"/>
          </a:xfrm>
        </p:spPr>
        <p:txBody>
          <a:bodyPr/>
          <a:lstStyle/>
          <a:p>
            <a:r>
              <a:rPr lang="en-US">
                <a:solidFill>
                  <a:schemeClr val="bg1">
                    <a:lumMod val="75000"/>
                  </a:schemeClr>
                </a:solidFill>
              </a:rPr>
              <a:t>Eco Friendly</a:t>
            </a:r>
          </a:p>
        </p:txBody>
      </p:sp>
      <p:sp>
        <p:nvSpPr>
          <p:cNvPr id="87" name="Text Placeholder 86">
            <a:extLst>
              <a:ext uri="{FF2B5EF4-FFF2-40B4-BE49-F238E27FC236}">
                <a16:creationId xmlns:a16="http://schemas.microsoft.com/office/drawing/2014/main" id="{EA1496CE-C0D1-42E0-813A-EEB42F0B69FB}"/>
              </a:ext>
            </a:extLst>
          </p:cNvPr>
          <p:cNvSpPr>
            <a:spLocks noGrp="1"/>
          </p:cNvSpPr>
          <p:nvPr>
            <p:ph type="body" sz="quarter" idx="67"/>
          </p:nvPr>
        </p:nvSpPr>
        <p:spPr>
          <a:xfrm>
            <a:off x="4189672" y="3886568"/>
            <a:ext cx="908050" cy="303213"/>
          </a:xfrm>
        </p:spPr>
        <p:txBody>
          <a:bodyPr/>
          <a:lstStyle/>
          <a:p>
            <a:r>
              <a:rPr lang="en-US">
                <a:solidFill>
                  <a:schemeClr val="bg1">
                    <a:lumMod val="75000"/>
                  </a:schemeClr>
                </a:solidFill>
              </a:rPr>
              <a:t>Eco Certified</a:t>
            </a:r>
          </a:p>
        </p:txBody>
      </p:sp>
      <p:sp>
        <p:nvSpPr>
          <p:cNvPr id="89" name="Text Placeholder 88">
            <a:extLst>
              <a:ext uri="{FF2B5EF4-FFF2-40B4-BE49-F238E27FC236}">
                <a16:creationId xmlns:a16="http://schemas.microsoft.com/office/drawing/2014/main" id="{0C5E0610-5D5D-467D-B8A4-5844FB274CEE}"/>
              </a:ext>
            </a:extLst>
          </p:cNvPr>
          <p:cNvSpPr>
            <a:spLocks noGrp="1"/>
          </p:cNvSpPr>
          <p:nvPr>
            <p:ph type="body" sz="quarter" idx="69"/>
          </p:nvPr>
        </p:nvSpPr>
        <p:spPr>
          <a:xfrm>
            <a:off x="5157318" y="3886568"/>
            <a:ext cx="908050" cy="303213"/>
          </a:xfrm>
        </p:spPr>
        <p:txBody>
          <a:bodyPr/>
          <a:lstStyle/>
          <a:p>
            <a:r>
              <a:rPr lang="en-US">
                <a:solidFill>
                  <a:schemeClr val="bg1">
                    <a:lumMod val="75000"/>
                  </a:schemeClr>
                </a:solidFill>
              </a:rPr>
              <a:t>Recycle</a:t>
            </a:r>
          </a:p>
        </p:txBody>
      </p:sp>
      <p:sp>
        <p:nvSpPr>
          <p:cNvPr id="91" name="Text Placeholder 90">
            <a:extLst>
              <a:ext uri="{FF2B5EF4-FFF2-40B4-BE49-F238E27FC236}">
                <a16:creationId xmlns:a16="http://schemas.microsoft.com/office/drawing/2014/main" id="{FB1581AB-7A22-43A9-AA01-AD9B5480766E}"/>
              </a:ext>
            </a:extLst>
          </p:cNvPr>
          <p:cNvSpPr>
            <a:spLocks noGrp="1"/>
          </p:cNvSpPr>
          <p:nvPr>
            <p:ph type="body" sz="quarter" idx="71"/>
          </p:nvPr>
        </p:nvSpPr>
        <p:spPr>
          <a:xfrm>
            <a:off x="6124964" y="3886568"/>
            <a:ext cx="908050" cy="303213"/>
          </a:xfrm>
        </p:spPr>
        <p:txBody>
          <a:bodyPr/>
          <a:lstStyle/>
          <a:p>
            <a:r>
              <a:rPr lang="en-US">
                <a:solidFill>
                  <a:schemeClr val="bg1">
                    <a:lumMod val="75000"/>
                  </a:schemeClr>
                </a:solidFill>
              </a:rPr>
              <a:t>Recycled Water</a:t>
            </a:r>
          </a:p>
        </p:txBody>
      </p:sp>
      <p:sp>
        <p:nvSpPr>
          <p:cNvPr id="93" name="Text Placeholder 92">
            <a:extLst>
              <a:ext uri="{FF2B5EF4-FFF2-40B4-BE49-F238E27FC236}">
                <a16:creationId xmlns:a16="http://schemas.microsoft.com/office/drawing/2014/main" id="{A2F653C6-1779-4BA2-BB79-1ABE604AB86C}"/>
              </a:ext>
            </a:extLst>
          </p:cNvPr>
          <p:cNvSpPr>
            <a:spLocks noGrp="1"/>
          </p:cNvSpPr>
          <p:nvPr>
            <p:ph type="body" sz="quarter" idx="73"/>
          </p:nvPr>
        </p:nvSpPr>
        <p:spPr>
          <a:xfrm>
            <a:off x="7092610" y="3886568"/>
            <a:ext cx="908050" cy="303213"/>
          </a:xfrm>
        </p:spPr>
        <p:txBody>
          <a:bodyPr/>
          <a:lstStyle/>
          <a:p>
            <a:r>
              <a:rPr lang="en-US">
                <a:solidFill>
                  <a:schemeClr val="bg1">
                    <a:lumMod val="75000"/>
                  </a:schemeClr>
                </a:solidFill>
              </a:rPr>
              <a:t>Water Wastewater</a:t>
            </a:r>
          </a:p>
        </p:txBody>
      </p:sp>
      <p:sp>
        <p:nvSpPr>
          <p:cNvPr id="95" name="Text Placeholder 94">
            <a:extLst>
              <a:ext uri="{FF2B5EF4-FFF2-40B4-BE49-F238E27FC236}">
                <a16:creationId xmlns:a16="http://schemas.microsoft.com/office/drawing/2014/main" id="{19766EC7-7CDF-40E2-AE13-0FE193826E78}"/>
              </a:ext>
            </a:extLst>
          </p:cNvPr>
          <p:cNvSpPr>
            <a:spLocks noGrp="1"/>
          </p:cNvSpPr>
          <p:nvPr>
            <p:ph type="body" sz="quarter" idx="75"/>
          </p:nvPr>
        </p:nvSpPr>
        <p:spPr>
          <a:xfrm>
            <a:off x="8060256" y="3886568"/>
            <a:ext cx="908050" cy="303213"/>
          </a:xfrm>
        </p:spPr>
        <p:txBody>
          <a:bodyPr/>
          <a:lstStyle/>
          <a:p>
            <a:r>
              <a:rPr lang="en-US">
                <a:solidFill>
                  <a:schemeClr val="bg1">
                    <a:lumMod val="75000"/>
                  </a:schemeClr>
                </a:solidFill>
              </a:rPr>
              <a:t>Water</a:t>
            </a:r>
          </a:p>
        </p:txBody>
      </p:sp>
      <p:sp>
        <p:nvSpPr>
          <p:cNvPr id="97" name="Text Placeholder 96">
            <a:extLst>
              <a:ext uri="{FF2B5EF4-FFF2-40B4-BE49-F238E27FC236}">
                <a16:creationId xmlns:a16="http://schemas.microsoft.com/office/drawing/2014/main" id="{A6F4F5B6-BF62-4E96-B606-B3020F80D8A4}"/>
              </a:ext>
            </a:extLst>
          </p:cNvPr>
          <p:cNvSpPr>
            <a:spLocks noGrp="1"/>
          </p:cNvSpPr>
          <p:nvPr>
            <p:ph type="body" sz="quarter" idx="77"/>
          </p:nvPr>
        </p:nvSpPr>
        <p:spPr>
          <a:xfrm>
            <a:off x="9027902" y="3886568"/>
            <a:ext cx="908050" cy="303213"/>
          </a:xfrm>
        </p:spPr>
        <p:txBody>
          <a:bodyPr/>
          <a:lstStyle/>
          <a:p>
            <a:r>
              <a:rPr lang="en-US">
                <a:solidFill>
                  <a:schemeClr val="bg1">
                    <a:lumMod val="75000"/>
                  </a:schemeClr>
                </a:solidFill>
              </a:rPr>
              <a:t>Drainpipe</a:t>
            </a:r>
          </a:p>
        </p:txBody>
      </p:sp>
      <p:sp>
        <p:nvSpPr>
          <p:cNvPr id="99" name="Text Placeholder 98">
            <a:extLst>
              <a:ext uri="{FF2B5EF4-FFF2-40B4-BE49-F238E27FC236}">
                <a16:creationId xmlns:a16="http://schemas.microsoft.com/office/drawing/2014/main" id="{7C7D2DCF-64B3-400D-B38D-3CB6639C795D}"/>
              </a:ext>
            </a:extLst>
          </p:cNvPr>
          <p:cNvSpPr>
            <a:spLocks noGrp="1"/>
          </p:cNvSpPr>
          <p:nvPr>
            <p:ph type="body" sz="quarter" idx="79"/>
          </p:nvPr>
        </p:nvSpPr>
        <p:spPr>
          <a:xfrm>
            <a:off x="9995548" y="3886568"/>
            <a:ext cx="908050" cy="303213"/>
          </a:xfrm>
        </p:spPr>
        <p:txBody>
          <a:bodyPr/>
          <a:lstStyle/>
          <a:p>
            <a:r>
              <a:rPr lang="en-US">
                <a:solidFill>
                  <a:schemeClr val="bg1">
                    <a:lumMod val="75000"/>
                  </a:schemeClr>
                </a:solidFill>
              </a:rPr>
              <a:t>Water Valve</a:t>
            </a:r>
          </a:p>
        </p:txBody>
      </p:sp>
      <p:sp>
        <p:nvSpPr>
          <p:cNvPr id="101" name="Text Placeholder 100">
            <a:extLst>
              <a:ext uri="{FF2B5EF4-FFF2-40B4-BE49-F238E27FC236}">
                <a16:creationId xmlns:a16="http://schemas.microsoft.com/office/drawing/2014/main" id="{B560A792-7877-46CE-8A97-88FAA2622ABB}"/>
              </a:ext>
            </a:extLst>
          </p:cNvPr>
          <p:cNvSpPr>
            <a:spLocks noGrp="1"/>
          </p:cNvSpPr>
          <p:nvPr>
            <p:ph type="body" sz="quarter" idx="81"/>
          </p:nvPr>
        </p:nvSpPr>
        <p:spPr>
          <a:xfrm>
            <a:off x="10963194" y="3886568"/>
            <a:ext cx="908050" cy="303213"/>
          </a:xfrm>
        </p:spPr>
        <p:txBody>
          <a:bodyPr/>
          <a:lstStyle/>
          <a:p>
            <a:r>
              <a:rPr lang="en-US">
                <a:solidFill>
                  <a:schemeClr val="bg1">
                    <a:lumMod val="75000"/>
                  </a:schemeClr>
                </a:solidFill>
              </a:rPr>
              <a:t>Pulp and Paper 1</a:t>
            </a:r>
          </a:p>
        </p:txBody>
      </p:sp>
      <p:sp>
        <p:nvSpPr>
          <p:cNvPr id="103" name="Text Placeholder 102">
            <a:extLst>
              <a:ext uri="{FF2B5EF4-FFF2-40B4-BE49-F238E27FC236}">
                <a16:creationId xmlns:a16="http://schemas.microsoft.com/office/drawing/2014/main" id="{FD3F1D15-F7F4-4370-B852-B068A5209F56}"/>
              </a:ext>
            </a:extLst>
          </p:cNvPr>
          <p:cNvSpPr>
            <a:spLocks noGrp="1"/>
          </p:cNvSpPr>
          <p:nvPr>
            <p:ph type="body" sz="quarter" idx="83"/>
          </p:nvPr>
        </p:nvSpPr>
        <p:spPr>
          <a:xfrm>
            <a:off x="319088" y="4854554"/>
            <a:ext cx="908050" cy="303213"/>
          </a:xfrm>
        </p:spPr>
        <p:txBody>
          <a:bodyPr/>
          <a:lstStyle/>
          <a:p>
            <a:r>
              <a:rPr lang="en-US">
                <a:solidFill>
                  <a:schemeClr val="bg1">
                    <a:lumMod val="75000"/>
                  </a:schemeClr>
                </a:solidFill>
              </a:rPr>
              <a:t>Pulp and Paper 2</a:t>
            </a:r>
          </a:p>
        </p:txBody>
      </p:sp>
      <p:sp>
        <p:nvSpPr>
          <p:cNvPr id="105" name="Text Placeholder 104">
            <a:extLst>
              <a:ext uri="{FF2B5EF4-FFF2-40B4-BE49-F238E27FC236}">
                <a16:creationId xmlns:a16="http://schemas.microsoft.com/office/drawing/2014/main" id="{4B56D1EB-9ADB-4FC4-86A0-D0563BD57D8A}"/>
              </a:ext>
            </a:extLst>
          </p:cNvPr>
          <p:cNvSpPr>
            <a:spLocks noGrp="1"/>
          </p:cNvSpPr>
          <p:nvPr>
            <p:ph type="body" sz="quarter" idx="85"/>
          </p:nvPr>
        </p:nvSpPr>
        <p:spPr>
          <a:xfrm>
            <a:off x="1286734" y="4854554"/>
            <a:ext cx="908050" cy="303213"/>
          </a:xfrm>
        </p:spPr>
        <p:txBody>
          <a:bodyPr/>
          <a:lstStyle/>
          <a:p>
            <a:r>
              <a:rPr lang="en-US">
                <a:solidFill>
                  <a:schemeClr val="bg1">
                    <a:lumMod val="75000"/>
                  </a:schemeClr>
                </a:solidFill>
              </a:rPr>
              <a:t>Paper Rolls</a:t>
            </a:r>
          </a:p>
        </p:txBody>
      </p:sp>
      <p:sp>
        <p:nvSpPr>
          <p:cNvPr id="107" name="Text Placeholder 106">
            <a:extLst>
              <a:ext uri="{FF2B5EF4-FFF2-40B4-BE49-F238E27FC236}">
                <a16:creationId xmlns:a16="http://schemas.microsoft.com/office/drawing/2014/main" id="{A9C1DBC9-E6CA-4C40-89D4-3BE162A7D7C0}"/>
              </a:ext>
            </a:extLst>
          </p:cNvPr>
          <p:cNvSpPr>
            <a:spLocks noGrp="1"/>
          </p:cNvSpPr>
          <p:nvPr>
            <p:ph type="body" sz="quarter" idx="87"/>
          </p:nvPr>
        </p:nvSpPr>
        <p:spPr>
          <a:xfrm>
            <a:off x="2254380" y="4854554"/>
            <a:ext cx="908050" cy="303213"/>
          </a:xfrm>
        </p:spPr>
        <p:txBody>
          <a:bodyPr/>
          <a:lstStyle/>
          <a:p>
            <a:r>
              <a:rPr lang="en-US">
                <a:solidFill>
                  <a:schemeClr val="bg1">
                    <a:lumMod val="75000"/>
                  </a:schemeClr>
                </a:solidFill>
              </a:rPr>
              <a:t>Kitchen Utensils</a:t>
            </a:r>
          </a:p>
        </p:txBody>
      </p:sp>
      <p:sp>
        <p:nvSpPr>
          <p:cNvPr id="109" name="Text Placeholder 108">
            <a:extLst>
              <a:ext uri="{FF2B5EF4-FFF2-40B4-BE49-F238E27FC236}">
                <a16:creationId xmlns:a16="http://schemas.microsoft.com/office/drawing/2014/main" id="{E057A116-94DF-4CE1-BEE7-BFC03D407E40}"/>
              </a:ext>
            </a:extLst>
          </p:cNvPr>
          <p:cNvSpPr>
            <a:spLocks noGrp="1"/>
          </p:cNvSpPr>
          <p:nvPr>
            <p:ph type="body" sz="quarter" idx="89"/>
          </p:nvPr>
        </p:nvSpPr>
        <p:spPr>
          <a:xfrm>
            <a:off x="3222026" y="4854554"/>
            <a:ext cx="908050" cy="303213"/>
          </a:xfrm>
        </p:spPr>
        <p:txBody>
          <a:bodyPr/>
          <a:lstStyle/>
          <a:p>
            <a:r>
              <a:rPr lang="en-US">
                <a:solidFill>
                  <a:schemeClr val="bg1">
                    <a:lumMod val="75000"/>
                  </a:schemeClr>
                </a:solidFill>
              </a:rPr>
              <a:t>Boxed Milk</a:t>
            </a:r>
          </a:p>
        </p:txBody>
      </p:sp>
      <p:sp>
        <p:nvSpPr>
          <p:cNvPr id="111" name="Text Placeholder 110">
            <a:extLst>
              <a:ext uri="{FF2B5EF4-FFF2-40B4-BE49-F238E27FC236}">
                <a16:creationId xmlns:a16="http://schemas.microsoft.com/office/drawing/2014/main" id="{24D616E5-CCED-4FA5-824B-5F0E4E781588}"/>
              </a:ext>
            </a:extLst>
          </p:cNvPr>
          <p:cNvSpPr>
            <a:spLocks noGrp="1"/>
          </p:cNvSpPr>
          <p:nvPr>
            <p:ph type="body" sz="quarter" idx="91"/>
          </p:nvPr>
        </p:nvSpPr>
        <p:spPr>
          <a:xfrm>
            <a:off x="4189672" y="4854554"/>
            <a:ext cx="908050" cy="303213"/>
          </a:xfrm>
        </p:spPr>
        <p:txBody>
          <a:bodyPr/>
          <a:lstStyle/>
          <a:p>
            <a:r>
              <a:rPr lang="en-US">
                <a:solidFill>
                  <a:schemeClr val="bg1">
                    <a:lumMod val="75000"/>
                  </a:schemeClr>
                </a:solidFill>
              </a:rPr>
              <a:t>Canned Goods</a:t>
            </a:r>
          </a:p>
        </p:txBody>
      </p:sp>
      <p:sp>
        <p:nvSpPr>
          <p:cNvPr id="113" name="Text Placeholder 112">
            <a:extLst>
              <a:ext uri="{FF2B5EF4-FFF2-40B4-BE49-F238E27FC236}">
                <a16:creationId xmlns:a16="http://schemas.microsoft.com/office/drawing/2014/main" id="{3A89D450-2CBD-4EBA-A020-19ECAADAB0C6}"/>
              </a:ext>
            </a:extLst>
          </p:cNvPr>
          <p:cNvSpPr>
            <a:spLocks noGrp="1"/>
          </p:cNvSpPr>
          <p:nvPr>
            <p:ph type="body" sz="quarter" idx="93"/>
          </p:nvPr>
        </p:nvSpPr>
        <p:spPr>
          <a:xfrm>
            <a:off x="5157318" y="4854554"/>
            <a:ext cx="908050" cy="303213"/>
          </a:xfrm>
        </p:spPr>
        <p:txBody>
          <a:bodyPr/>
          <a:lstStyle/>
          <a:p>
            <a:r>
              <a:rPr lang="en-US">
                <a:solidFill>
                  <a:schemeClr val="bg1">
                    <a:lumMod val="75000"/>
                  </a:schemeClr>
                </a:solidFill>
              </a:rPr>
              <a:t>Wheat &amp; Grains</a:t>
            </a:r>
          </a:p>
        </p:txBody>
      </p:sp>
      <p:sp>
        <p:nvSpPr>
          <p:cNvPr id="115" name="Text Placeholder 114">
            <a:extLst>
              <a:ext uri="{FF2B5EF4-FFF2-40B4-BE49-F238E27FC236}">
                <a16:creationId xmlns:a16="http://schemas.microsoft.com/office/drawing/2014/main" id="{F2F70478-EB88-4439-9AD9-2F4177BB8ACE}"/>
              </a:ext>
            </a:extLst>
          </p:cNvPr>
          <p:cNvSpPr>
            <a:spLocks noGrp="1"/>
          </p:cNvSpPr>
          <p:nvPr>
            <p:ph type="body" sz="quarter" idx="95"/>
          </p:nvPr>
        </p:nvSpPr>
        <p:spPr>
          <a:xfrm>
            <a:off x="6124964" y="4854554"/>
            <a:ext cx="908050" cy="303213"/>
          </a:xfrm>
        </p:spPr>
        <p:txBody>
          <a:bodyPr/>
          <a:lstStyle/>
          <a:p>
            <a:r>
              <a:rPr lang="en-US">
                <a:solidFill>
                  <a:schemeClr val="bg1">
                    <a:lumMod val="75000"/>
                  </a:schemeClr>
                </a:solidFill>
              </a:rPr>
              <a:t>Processed Foods</a:t>
            </a:r>
          </a:p>
        </p:txBody>
      </p:sp>
      <p:sp>
        <p:nvSpPr>
          <p:cNvPr id="117" name="Text Placeholder 116">
            <a:extLst>
              <a:ext uri="{FF2B5EF4-FFF2-40B4-BE49-F238E27FC236}">
                <a16:creationId xmlns:a16="http://schemas.microsoft.com/office/drawing/2014/main" id="{10C93B15-09A4-4044-A63A-9F67690A5770}"/>
              </a:ext>
            </a:extLst>
          </p:cNvPr>
          <p:cNvSpPr>
            <a:spLocks noGrp="1"/>
          </p:cNvSpPr>
          <p:nvPr>
            <p:ph type="body" sz="quarter" idx="97"/>
          </p:nvPr>
        </p:nvSpPr>
        <p:spPr>
          <a:xfrm>
            <a:off x="7092610" y="4854554"/>
            <a:ext cx="908050" cy="303213"/>
          </a:xfrm>
        </p:spPr>
        <p:txBody>
          <a:bodyPr/>
          <a:lstStyle/>
          <a:p>
            <a:r>
              <a:rPr lang="en-US">
                <a:solidFill>
                  <a:schemeClr val="bg1">
                    <a:lumMod val="75000"/>
                  </a:schemeClr>
                </a:solidFill>
              </a:rPr>
              <a:t>Eggs</a:t>
            </a:r>
          </a:p>
        </p:txBody>
      </p:sp>
      <p:sp>
        <p:nvSpPr>
          <p:cNvPr id="119" name="Text Placeholder 118">
            <a:extLst>
              <a:ext uri="{FF2B5EF4-FFF2-40B4-BE49-F238E27FC236}">
                <a16:creationId xmlns:a16="http://schemas.microsoft.com/office/drawing/2014/main" id="{6E0E8752-9BEB-488F-81A2-6413556AB43D}"/>
              </a:ext>
            </a:extLst>
          </p:cNvPr>
          <p:cNvSpPr>
            <a:spLocks noGrp="1"/>
          </p:cNvSpPr>
          <p:nvPr>
            <p:ph type="body" sz="quarter" idx="99"/>
          </p:nvPr>
        </p:nvSpPr>
        <p:spPr>
          <a:xfrm>
            <a:off x="8060256" y="4854554"/>
            <a:ext cx="908050" cy="303213"/>
          </a:xfrm>
        </p:spPr>
        <p:txBody>
          <a:bodyPr/>
          <a:lstStyle/>
          <a:p>
            <a:r>
              <a:rPr lang="en-US">
                <a:solidFill>
                  <a:schemeClr val="bg1">
                    <a:lumMod val="75000"/>
                  </a:schemeClr>
                </a:solidFill>
              </a:rPr>
              <a:t>Bottled Condiments</a:t>
            </a:r>
          </a:p>
        </p:txBody>
      </p:sp>
      <p:sp>
        <p:nvSpPr>
          <p:cNvPr id="121" name="Text Placeholder 120">
            <a:extLst>
              <a:ext uri="{FF2B5EF4-FFF2-40B4-BE49-F238E27FC236}">
                <a16:creationId xmlns:a16="http://schemas.microsoft.com/office/drawing/2014/main" id="{E0229821-42C8-46C4-8284-D7500687DA69}"/>
              </a:ext>
            </a:extLst>
          </p:cNvPr>
          <p:cNvSpPr>
            <a:spLocks noGrp="1"/>
          </p:cNvSpPr>
          <p:nvPr>
            <p:ph type="body" sz="quarter" idx="101"/>
          </p:nvPr>
        </p:nvSpPr>
        <p:spPr>
          <a:xfrm>
            <a:off x="9027902" y="4854554"/>
            <a:ext cx="908050" cy="303213"/>
          </a:xfrm>
        </p:spPr>
        <p:txBody>
          <a:bodyPr/>
          <a:lstStyle/>
          <a:p>
            <a:r>
              <a:rPr lang="en-US">
                <a:solidFill>
                  <a:schemeClr val="bg1">
                    <a:lumMod val="75000"/>
                  </a:schemeClr>
                </a:solidFill>
              </a:rPr>
              <a:t>DNA</a:t>
            </a:r>
          </a:p>
        </p:txBody>
      </p:sp>
      <p:sp>
        <p:nvSpPr>
          <p:cNvPr id="123" name="Text Placeholder 122">
            <a:extLst>
              <a:ext uri="{FF2B5EF4-FFF2-40B4-BE49-F238E27FC236}">
                <a16:creationId xmlns:a16="http://schemas.microsoft.com/office/drawing/2014/main" id="{B54AAC8C-641F-4D06-84FA-ECBEBF983900}"/>
              </a:ext>
            </a:extLst>
          </p:cNvPr>
          <p:cNvSpPr>
            <a:spLocks noGrp="1"/>
          </p:cNvSpPr>
          <p:nvPr>
            <p:ph type="body" sz="quarter" idx="103"/>
          </p:nvPr>
        </p:nvSpPr>
        <p:spPr>
          <a:xfrm>
            <a:off x="9995548" y="4854554"/>
            <a:ext cx="908050" cy="303213"/>
          </a:xfrm>
        </p:spPr>
        <p:txBody>
          <a:bodyPr/>
          <a:lstStyle/>
          <a:p>
            <a:r>
              <a:rPr lang="en-US">
                <a:solidFill>
                  <a:schemeClr val="bg1">
                    <a:lumMod val="75000"/>
                  </a:schemeClr>
                </a:solidFill>
              </a:rPr>
              <a:t>Molecule</a:t>
            </a:r>
          </a:p>
        </p:txBody>
      </p:sp>
      <p:sp>
        <p:nvSpPr>
          <p:cNvPr id="125" name="Text Placeholder 124">
            <a:extLst>
              <a:ext uri="{FF2B5EF4-FFF2-40B4-BE49-F238E27FC236}">
                <a16:creationId xmlns:a16="http://schemas.microsoft.com/office/drawing/2014/main" id="{6C8191A1-F3B9-4D6E-A8E9-C01F2669754A}"/>
              </a:ext>
            </a:extLst>
          </p:cNvPr>
          <p:cNvSpPr>
            <a:spLocks noGrp="1"/>
          </p:cNvSpPr>
          <p:nvPr>
            <p:ph type="body" sz="quarter" idx="105"/>
          </p:nvPr>
        </p:nvSpPr>
        <p:spPr>
          <a:xfrm>
            <a:off x="10963194" y="4854554"/>
            <a:ext cx="908050" cy="303213"/>
          </a:xfrm>
        </p:spPr>
        <p:txBody>
          <a:bodyPr/>
          <a:lstStyle/>
          <a:p>
            <a:r>
              <a:rPr lang="en-US">
                <a:solidFill>
                  <a:schemeClr val="bg1">
                    <a:lumMod val="75000"/>
                  </a:schemeClr>
                </a:solidFill>
              </a:rPr>
              <a:t>Microscope</a:t>
            </a:r>
          </a:p>
        </p:txBody>
      </p:sp>
      <p:sp>
        <p:nvSpPr>
          <p:cNvPr id="127" name="Text Placeholder 126">
            <a:extLst>
              <a:ext uri="{FF2B5EF4-FFF2-40B4-BE49-F238E27FC236}">
                <a16:creationId xmlns:a16="http://schemas.microsoft.com/office/drawing/2014/main" id="{C6368B19-DC17-4F14-B129-06B00DF8BB1B}"/>
              </a:ext>
            </a:extLst>
          </p:cNvPr>
          <p:cNvSpPr>
            <a:spLocks noGrp="1"/>
          </p:cNvSpPr>
          <p:nvPr>
            <p:ph type="body" sz="quarter" idx="107"/>
          </p:nvPr>
        </p:nvSpPr>
        <p:spPr>
          <a:xfrm>
            <a:off x="319088" y="5788498"/>
            <a:ext cx="908050" cy="303213"/>
          </a:xfrm>
        </p:spPr>
        <p:txBody>
          <a:bodyPr/>
          <a:lstStyle/>
          <a:p>
            <a:r>
              <a:rPr lang="en-US">
                <a:solidFill>
                  <a:schemeClr val="bg1">
                    <a:lumMod val="75000"/>
                  </a:schemeClr>
                </a:solidFill>
              </a:rPr>
              <a:t>Farming</a:t>
            </a:r>
          </a:p>
        </p:txBody>
      </p:sp>
      <p:sp>
        <p:nvSpPr>
          <p:cNvPr id="129" name="Text Placeholder 128">
            <a:extLst>
              <a:ext uri="{FF2B5EF4-FFF2-40B4-BE49-F238E27FC236}">
                <a16:creationId xmlns:a16="http://schemas.microsoft.com/office/drawing/2014/main" id="{7022B901-07D9-4FF5-B897-604A0BB7287C}"/>
              </a:ext>
            </a:extLst>
          </p:cNvPr>
          <p:cNvSpPr>
            <a:spLocks noGrp="1"/>
          </p:cNvSpPr>
          <p:nvPr>
            <p:ph type="body" sz="quarter" idx="109"/>
          </p:nvPr>
        </p:nvSpPr>
        <p:spPr>
          <a:xfrm>
            <a:off x="1286734" y="5788498"/>
            <a:ext cx="908050" cy="303213"/>
          </a:xfrm>
        </p:spPr>
        <p:txBody>
          <a:bodyPr/>
          <a:lstStyle/>
          <a:p>
            <a:r>
              <a:rPr lang="en-US">
                <a:solidFill>
                  <a:schemeClr val="bg1">
                    <a:lumMod val="75000"/>
                  </a:schemeClr>
                </a:solidFill>
              </a:rPr>
              <a:t>Flower</a:t>
            </a:r>
          </a:p>
        </p:txBody>
      </p:sp>
      <p:sp>
        <p:nvSpPr>
          <p:cNvPr id="131" name="Text Placeholder 130">
            <a:extLst>
              <a:ext uri="{FF2B5EF4-FFF2-40B4-BE49-F238E27FC236}">
                <a16:creationId xmlns:a16="http://schemas.microsoft.com/office/drawing/2014/main" id="{E520FD45-9FF9-4F93-AF29-40E1E0E011AB}"/>
              </a:ext>
            </a:extLst>
          </p:cNvPr>
          <p:cNvSpPr>
            <a:spLocks noGrp="1"/>
          </p:cNvSpPr>
          <p:nvPr>
            <p:ph type="body" sz="quarter" idx="111"/>
          </p:nvPr>
        </p:nvSpPr>
        <p:spPr>
          <a:xfrm>
            <a:off x="2254380" y="5788498"/>
            <a:ext cx="908050" cy="303213"/>
          </a:xfrm>
        </p:spPr>
        <p:txBody>
          <a:bodyPr/>
          <a:lstStyle/>
          <a:p>
            <a:r>
              <a:rPr lang="en-US">
                <a:solidFill>
                  <a:schemeClr val="bg1">
                    <a:lumMod val="75000"/>
                  </a:schemeClr>
                </a:solidFill>
              </a:rPr>
              <a:t>Pharma 1</a:t>
            </a:r>
          </a:p>
        </p:txBody>
      </p:sp>
      <p:sp>
        <p:nvSpPr>
          <p:cNvPr id="133" name="Text Placeholder 132">
            <a:extLst>
              <a:ext uri="{FF2B5EF4-FFF2-40B4-BE49-F238E27FC236}">
                <a16:creationId xmlns:a16="http://schemas.microsoft.com/office/drawing/2014/main" id="{09C641FE-235E-44D7-8C3F-984542F4B8F0}"/>
              </a:ext>
            </a:extLst>
          </p:cNvPr>
          <p:cNvSpPr>
            <a:spLocks noGrp="1"/>
          </p:cNvSpPr>
          <p:nvPr>
            <p:ph type="body" sz="quarter" idx="113"/>
          </p:nvPr>
        </p:nvSpPr>
        <p:spPr>
          <a:xfrm>
            <a:off x="3222026" y="5788498"/>
            <a:ext cx="908050" cy="303213"/>
          </a:xfrm>
        </p:spPr>
        <p:txBody>
          <a:bodyPr/>
          <a:lstStyle/>
          <a:p>
            <a:r>
              <a:rPr lang="en-US">
                <a:solidFill>
                  <a:schemeClr val="bg1">
                    <a:lumMod val="75000"/>
                  </a:schemeClr>
                </a:solidFill>
              </a:rPr>
              <a:t>Pharma 2</a:t>
            </a:r>
          </a:p>
        </p:txBody>
      </p:sp>
      <p:sp>
        <p:nvSpPr>
          <p:cNvPr id="135" name="Text Placeholder 134">
            <a:extLst>
              <a:ext uri="{FF2B5EF4-FFF2-40B4-BE49-F238E27FC236}">
                <a16:creationId xmlns:a16="http://schemas.microsoft.com/office/drawing/2014/main" id="{C0D4DD58-5C8B-4C37-9B3B-EFA680CA975D}"/>
              </a:ext>
            </a:extLst>
          </p:cNvPr>
          <p:cNvSpPr>
            <a:spLocks noGrp="1"/>
          </p:cNvSpPr>
          <p:nvPr>
            <p:ph type="body" sz="quarter" idx="115"/>
          </p:nvPr>
        </p:nvSpPr>
        <p:spPr>
          <a:xfrm>
            <a:off x="4189672" y="5788498"/>
            <a:ext cx="908050" cy="303213"/>
          </a:xfrm>
        </p:spPr>
        <p:txBody>
          <a:bodyPr/>
          <a:lstStyle/>
          <a:p>
            <a:r>
              <a:rPr lang="en-US">
                <a:solidFill>
                  <a:schemeClr val="bg1">
                    <a:lumMod val="75000"/>
                  </a:schemeClr>
                </a:solidFill>
              </a:rPr>
              <a:t>Pharma 3</a:t>
            </a:r>
          </a:p>
        </p:txBody>
      </p:sp>
      <p:sp>
        <p:nvSpPr>
          <p:cNvPr id="137" name="Text Placeholder 136">
            <a:extLst>
              <a:ext uri="{FF2B5EF4-FFF2-40B4-BE49-F238E27FC236}">
                <a16:creationId xmlns:a16="http://schemas.microsoft.com/office/drawing/2014/main" id="{BBD9221D-B51D-4BE2-989C-4C43DDFB972D}"/>
              </a:ext>
            </a:extLst>
          </p:cNvPr>
          <p:cNvSpPr>
            <a:spLocks noGrp="1"/>
          </p:cNvSpPr>
          <p:nvPr>
            <p:ph type="body" sz="quarter" idx="117"/>
          </p:nvPr>
        </p:nvSpPr>
        <p:spPr>
          <a:xfrm>
            <a:off x="5157318" y="5788498"/>
            <a:ext cx="908050" cy="303213"/>
          </a:xfrm>
        </p:spPr>
        <p:txBody>
          <a:bodyPr/>
          <a:lstStyle/>
          <a:p>
            <a:r>
              <a:rPr lang="en-US">
                <a:solidFill>
                  <a:schemeClr val="bg1">
                    <a:lumMod val="75000"/>
                  </a:schemeClr>
                </a:solidFill>
              </a:rPr>
              <a:t>Medical Online</a:t>
            </a:r>
          </a:p>
        </p:txBody>
      </p:sp>
      <p:sp>
        <p:nvSpPr>
          <p:cNvPr id="139" name="Text Placeholder 138">
            <a:extLst>
              <a:ext uri="{FF2B5EF4-FFF2-40B4-BE49-F238E27FC236}">
                <a16:creationId xmlns:a16="http://schemas.microsoft.com/office/drawing/2014/main" id="{406E52BD-08E6-450D-B289-4ACF0D1A510D}"/>
              </a:ext>
            </a:extLst>
          </p:cNvPr>
          <p:cNvSpPr>
            <a:spLocks noGrp="1"/>
          </p:cNvSpPr>
          <p:nvPr>
            <p:ph type="body" sz="quarter" idx="119"/>
          </p:nvPr>
        </p:nvSpPr>
        <p:spPr>
          <a:xfrm>
            <a:off x="6124964" y="5788498"/>
            <a:ext cx="908050" cy="303213"/>
          </a:xfrm>
        </p:spPr>
        <p:txBody>
          <a:bodyPr/>
          <a:lstStyle/>
          <a:p>
            <a:r>
              <a:rPr lang="en-US">
                <a:solidFill>
                  <a:schemeClr val="bg1">
                    <a:lumMod val="75000"/>
                  </a:schemeClr>
                </a:solidFill>
              </a:rPr>
              <a:t>Prescription Medicine</a:t>
            </a:r>
          </a:p>
        </p:txBody>
      </p:sp>
      <p:sp>
        <p:nvSpPr>
          <p:cNvPr id="141" name="Text Placeholder 140">
            <a:extLst>
              <a:ext uri="{FF2B5EF4-FFF2-40B4-BE49-F238E27FC236}">
                <a16:creationId xmlns:a16="http://schemas.microsoft.com/office/drawing/2014/main" id="{CCF9788E-1FC8-4CA7-8AEC-E0CEE2F5EADF}"/>
              </a:ext>
            </a:extLst>
          </p:cNvPr>
          <p:cNvSpPr>
            <a:spLocks noGrp="1"/>
          </p:cNvSpPr>
          <p:nvPr>
            <p:ph type="body" sz="quarter" idx="121"/>
          </p:nvPr>
        </p:nvSpPr>
        <p:spPr>
          <a:xfrm>
            <a:off x="7092610" y="5788498"/>
            <a:ext cx="908050" cy="303213"/>
          </a:xfrm>
        </p:spPr>
        <p:txBody>
          <a:bodyPr/>
          <a:lstStyle/>
          <a:p>
            <a:r>
              <a:rPr lang="en-US">
                <a:solidFill>
                  <a:schemeClr val="bg1">
                    <a:lumMod val="75000"/>
                  </a:schemeClr>
                </a:solidFill>
              </a:rPr>
              <a:t>Organic Supplements</a:t>
            </a:r>
          </a:p>
        </p:txBody>
      </p:sp>
      <p:sp>
        <p:nvSpPr>
          <p:cNvPr id="143" name="Text Placeholder 142">
            <a:extLst>
              <a:ext uri="{FF2B5EF4-FFF2-40B4-BE49-F238E27FC236}">
                <a16:creationId xmlns:a16="http://schemas.microsoft.com/office/drawing/2014/main" id="{40EE740E-6D6E-4DD7-96D1-F4707D64289B}"/>
              </a:ext>
            </a:extLst>
          </p:cNvPr>
          <p:cNvSpPr>
            <a:spLocks noGrp="1"/>
          </p:cNvSpPr>
          <p:nvPr>
            <p:ph type="body" sz="quarter" idx="123"/>
          </p:nvPr>
        </p:nvSpPr>
        <p:spPr>
          <a:xfrm>
            <a:off x="8060256" y="5788498"/>
            <a:ext cx="908050" cy="303213"/>
          </a:xfrm>
        </p:spPr>
        <p:txBody>
          <a:bodyPr/>
          <a:lstStyle/>
          <a:p>
            <a:r>
              <a:rPr lang="en-US">
                <a:solidFill>
                  <a:schemeClr val="bg1">
                    <a:lumMod val="75000"/>
                  </a:schemeClr>
                </a:solidFill>
              </a:rPr>
              <a:t>Herbal Medicine</a:t>
            </a:r>
          </a:p>
        </p:txBody>
      </p:sp>
      <p:sp>
        <p:nvSpPr>
          <p:cNvPr id="145" name="Text Placeholder 144">
            <a:extLst>
              <a:ext uri="{FF2B5EF4-FFF2-40B4-BE49-F238E27FC236}">
                <a16:creationId xmlns:a16="http://schemas.microsoft.com/office/drawing/2014/main" id="{BA82C1C7-4E10-4B33-9413-812069373E2E}"/>
              </a:ext>
            </a:extLst>
          </p:cNvPr>
          <p:cNvSpPr>
            <a:spLocks noGrp="1"/>
          </p:cNvSpPr>
          <p:nvPr>
            <p:ph type="body" sz="quarter" idx="125"/>
          </p:nvPr>
        </p:nvSpPr>
        <p:spPr>
          <a:xfrm>
            <a:off x="9027902" y="5788498"/>
            <a:ext cx="908050" cy="303213"/>
          </a:xfrm>
        </p:spPr>
        <p:txBody>
          <a:bodyPr/>
          <a:lstStyle/>
          <a:p>
            <a:r>
              <a:rPr lang="en-US">
                <a:solidFill>
                  <a:schemeClr val="bg1">
                    <a:lumMod val="75000"/>
                  </a:schemeClr>
                </a:solidFill>
              </a:rPr>
              <a:t>Report</a:t>
            </a:r>
          </a:p>
        </p:txBody>
      </p:sp>
      <p:sp>
        <p:nvSpPr>
          <p:cNvPr id="147" name="Text Placeholder 146">
            <a:extLst>
              <a:ext uri="{FF2B5EF4-FFF2-40B4-BE49-F238E27FC236}">
                <a16:creationId xmlns:a16="http://schemas.microsoft.com/office/drawing/2014/main" id="{934766D5-B5E6-4248-9026-605EC19D6171}"/>
              </a:ext>
            </a:extLst>
          </p:cNvPr>
          <p:cNvSpPr>
            <a:spLocks noGrp="1"/>
          </p:cNvSpPr>
          <p:nvPr>
            <p:ph type="body" sz="quarter" idx="127"/>
          </p:nvPr>
        </p:nvSpPr>
        <p:spPr>
          <a:xfrm>
            <a:off x="9995548" y="5788498"/>
            <a:ext cx="908050" cy="303213"/>
          </a:xfrm>
        </p:spPr>
        <p:txBody>
          <a:bodyPr/>
          <a:lstStyle/>
          <a:p>
            <a:r>
              <a:rPr lang="en-US">
                <a:solidFill>
                  <a:schemeClr val="bg1">
                    <a:lumMod val="75000"/>
                  </a:schemeClr>
                </a:solidFill>
              </a:rPr>
              <a:t>Health Service</a:t>
            </a:r>
          </a:p>
        </p:txBody>
      </p:sp>
      <p:sp>
        <p:nvSpPr>
          <p:cNvPr id="149" name="Text Placeholder 148">
            <a:extLst>
              <a:ext uri="{FF2B5EF4-FFF2-40B4-BE49-F238E27FC236}">
                <a16:creationId xmlns:a16="http://schemas.microsoft.com/office/drawing/2014/main" id="{46412A53-8C87-4EE6-8000-F837BD0409E8}"/>
              </a:ext>
            </a:extLst>
          </p:cNvPr>
          <p:cNvSpPr>
            <a:spLocks noGrp="1"/>
          </p:cNvSpPr>
          <p:nvPr>
            <p:ph type="body" sz="quarter" idx="129"/>
          </p:nvPr>
        </p:nvSpPr>
        <p:spPr>
          <a:xfrm>
            <a:off x="10963194" y="5788498"/>
            <a:ext cx="908050" cy="303213"/>
          </a:xfrm>
        </p:spPr>
        <p:txBody>
          <a:bodyPr/>
          <a:lstStyle/>
          <a:p>
            <a:r>
              <a:rPr lang="en-US">
                <a:solidFill>
                  <a:schemeClr val="bg1">
                    <a:lumMod val="75000"/>
                  </a:schemeClr>
                </a:solidFill>
              </a:rPr>
              <a:t>Heart Monitor</a:t>
            </a:r>
          </a:p>
        </p:txBody>
      </p:sp>
      <p:sp>
        <p:nvSpPr>
          <p:cNvPr id="128" name="Freeform 17">
            <a:extLst>
              <a:ext uri="{FF2B5EF4-FFF2-40B4-BE49-F238E27FC236}">
                <a16:creationId xmlns:a16="http://schemas.microsoft.com/office/drawing/2014/main" id="{C6045630-F079-4461-9378-8B943DF099C1}"/>
              </a:ext>
            </a:extLst>
          </p:cNvPr>
          <p:cNvSpPr>
            <a:spLocks noChangeAspect="1" noEditPoints="1"/>
          </p:cNvSpPr>
          <p:nvPr/>
        </p:nvSpPr>
        <p:spPr bwMode="auto">
          <a:xfrm>
            <a:off x="11248944" y="4345927"/>
            <a:ext cx="336550" cy="400050"/>
          </a:xfrm>
          <a:custGeom>
            <a:avLst/>
            <a:gdLst>
              <a:gd name="T0" fmla="*/ 80 w 216"/>
              <a:gd name="T1" fmla="*/ 204 h 256"/>
              <a:gd name="T2" fmla="*/ 96 w 216"/>
              <a:gd name="T3" fmla="*/ 204 h 256"/>
              <a:gd name="T4" fmla="*/ 192 w 216"/>
              <a:gd name="T5" fmla="*/ 228 h 256"/>
              <a:gd name="T6" fmla="*/ 120 w 216"/>
              <a:gd name="T7" fmla="*/ 208 h 256"/>
              <a:gd name="T8" fmla="*/ 188 w 216"/>
              <a:gd name="T9" fmla="*/ 212 h 256"/>
              <a:gd name="T10" fmla="*/ 196 w 216"/>
              <a:gd name="T11" fmla="*/ 212 h 256"/>
              <a:gd name="T12" fmla="*/ 120 w 216"/>
              <a:gd name="T13" fmla="*/ 200 h 256"/>
              <a:gd name="T14" fmla="*/ 73 w 216"/>
              <a:gd name="T15" fmla="*/ 176 h 256"/>
              <a:gd name="T16" fmla="*/ 40 w 216"/>
              <a:gd name="T17" fmla="*/ 140 h 256"/>
              <a:gd name="T18" fmla="*/ 91 w 216"/>
              <a:gd name="T19" fmla="*/ 104 h 256"/>
              <a:gd name="T20" fmla="*/ 112 w 216"/>
              <a:gd name="T21" fmla="*/ 132 h 256"/>
              <a:gd name="T22" fmla="*/ 124 w 216"/>
              <a:gd name="T23" fmla="*/ 140 h 256"/>
              <a:gd name="T24" fmla="*/ 128 w 216"/>
              <a:gd name="T25" fmla="*/ 160 h 256"/>
              <a:gd name="T26" fmla="*/ 136 w 216"/>
              <a:gd name="T27" fmla="*/ 184 h 256"/>
              <a:gd name="T28" fmla="*/ 168 w 216"/>
              <a:gd name="T29" fmla="*/ 188 h 256"/>
              <a:gd name="T30" fmla="*/ 172 w 216"/>
              <a:gd name="T31" fmla="*/ 160 h 256"/>
              <a:gd name="T32" fmla="*/ 184 w 216"/>
              <a:gd name="T33" fmla="*/ 156 h 256"/>
              <a:gd name="T34" fmla="*/ 188 w 216"/>
              <a:gd name="T35" fmla="*/ 140 h 256"/>
              <a:gd name="T36" fmla="*/ 196 w 216"/>
              <a:gd name="T37" fmla="*/ 36 h 256"/>
              <a:gd name="T38" fmla="*/ 172 w 216"/>
              <a:gd name="T39" fmla="*/ 24 h 256"/>
              <a:gd name="T40" fmla="*/ 176 w 216"/>
              <a:gd name="T41" fmla="*/ 8 h 256"/>
              <a:gd name="T42" fmla="*/ 176 w 216"/>
              <a:gd name="T43" fmla="*/ 0 h 256"/>
              <a:gd name="T44" fmla="*/ 128 w 216"/>
              <a:gd name="T45" fmla="*/ 4 h 256"/>
              <a:gd name="T46" fmla="*/ 136 w 216"/>
              <a:gd name="T47" fmla="*/ 8 h 256"/>
              <a:gd name="T48" fmla="*/ 144 w 216"/>
              <a:gd name="T49" fmla="*/ 16 h 256"/>
              <a:gd name="T50" fmla="*/ 164 w 216"/>
              <a:gd name="T51" fmla="*/ 8 h 256"/>
              <a:gd name="T52" fmla="*/ 124 w 216"/>
              <a:gd name="T53" fmla="*/ 24 h 256"/>
              <a:gd name="T54" fmla="*/ 112 w 216"/>
              <a:gd name="T55" fmla="*/ 52 h 256"/>
              <a:gd name="T56" fmla="*/ 86 w 216"/>
              <a:gd name="T57" fmla="*/ 96 h 256"/>
              <a:gd name="T58" fmla="*/ 32 w 216"/>
              <a:gd name="T59" fmla="*/ 140 h 256"/>
              <a:gd name="T60" fmla="*/ 56 w 216"/>
              <a:gd name="T61" fmla="*/ 204 h 256"/>
              <a:gd name="T62" fmla="*/ 8 w 216"/>
              <a:gd name="T63" fmla="*/ 140 h 256"/>
              <a:gd name="T64" fmla="*/ 76 w 216"/>
              <a:gd name="T65" fmla="*/ 68 h 256"/>
              <a:gd name="T66" fmla="*/ 0 w 216"/>
              <a:gd name="T67" fmla="*/ 140 h 256"/>
              <a:gd name="T68" fmla="*/ 56 w 216"/>
              <a:gd name="T69" fmla="*/ 228 h 256"/>
              <a:gd name="T70" fmla="*/ 0 w 216"/>
              <a:gd name="T71" fmla="*/ 252 h 256"/>
              <a:gd name="T72" fmla="*/ 8 w 216"/>
              <a:gd name="T73" fmla="*/ 256 h 256"/>
              <a:gd name="T74" fmla="*/ 24 w 216"/>
              <a:gd name="T75" fmla="*/ 236 h 256"/>
              <a:gd name="T76" fmla="*/ 208 w 216"/>
              <a:gd name="T77" fmla="*/ 252 h 256"/>
              <a:gd name="T78" fmla="*/ 216 w 216"/>
              <a:gd name="T79" fmla="*/ 256 h 256"/>
              <a:gd name="T80" fmla="*/ 192 w 216"/>
              <a:gd name="T81" fmla="*/ 228 h 256"/>
              <a:gd name="T82" fmla="*/ 144 w 216"/>
              <a:gd name="T83" fmla="*/ 180 h 256"/>
              <a:gd name="T84" fmla="*/ 164 w 216"/>
              <a:gd name="T85" fmla="*/ 160 h 256"/>
              <a:gd name="T86" fmla="*/ 120 w 216"/>
              <a:gd name="T87" fmla="*/ 36 h 256"/>
              <a:gd name="T88" fmla="*/ 184 w 216"/>
              <a:gd name="T89" fmla="*/ 32 h 256"/>
              <a:gd name="T90" fmla="*/ 188 w 216"/>
              <a:gd name="T91" fmla="*/ 132 h 256"/>
              <a:gd name="T92" fmla="*/ 152 w 216"/>
              <a:gd name="T93" fmla="*/ 140 h 256"/>
              <a:gd name="T94" fmla="*/ 176 w 216"/>
              <a:gd name="T95" fmla="*/ 152 h 256"/>
              <a:gd name="T96" fmla="*/ 132 w 216"/>
              <a:gd name="T97" fmla="*/ 140 h 256"/>
              <a:gd name="T98" fmla="*/ 136 w 216"/>
              <a:gd name="T99" fmla="*/ 132 h 256"/>
              <a:gd name="T100" fmla="*/ 120 w 216"/>
              <a:gd name="T101" fmla="*/ 116 h 256"/>
              <a:gd name="T102" fmla="*/ 120 w 216"/>
              <a:gd name="T103" fmla="*/ 52 h 256"/>
              <a:gd name="T104" fmla="*/ 116 w 216"/>
              <a:gd name="T105" fmla="*/ 60 h 256"/>
              <a:gd name="T106" fmla="*/ 116 w 216"/>
              <a:gd name="T107" fmla="*/ 108 h 256"/>
              <a:gd name="T108" fmla="*/ 116 w 216"/>
              <a:gd name="T109" fmla="*/ 60 h 256"/>
              <a:gd name="T110" fmla="*/ 64 w 216"/>
              <a:gd name="T111" fmla="*/ 228 h 256"/>
              <a:gd name="T112" fmla="*/ 88 w 216"/>
              <a:gd name="T113" fmla="*/ 180 h 256"/>
              <a:gd name="T114" fmla="*/ 112 w 216"/>
              <a:gd name="T115" fmla="*/ 228 h 256"/>
              <a:gd name="T116" fmla="*/ 124 w 216"/>
              <a:gd name="T117" fmla="*/ 84 h 256"/>
              <a:gd name="T118" fmla="*/ 108 w 216"/>
              <a:gd name="T119" fmla="*/ 84 h 256"/>
              <a:gd name="T120" fmla="*/ 176 w 216"/>
              <a:gd name="T121" fmla="*/ 52 h 256"/>
              <a:gd name="T122" fmla="*/ 168 w 216"/>
              <a:gd name="T123" fmla="*/ 112 h 256"/>
              <a:gd name="T124" fmla="*/ 176 w 216"/>
              <a:gd name="T125" fmla="*/ 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6" h="256">
                <a:moveTo>
                  <a:pt x="88" y="196"/>
                </a:moveTo>
                <a:cubicBezTo>
                  <a:pt x="84" y="196"/>
                  <a:pt x="80" y="200"/>
                  <a:pt x="80" y="204"/>
                </a:cubicBezTo>
                <a:cubicBezTo>
                  <a:pt x="80" y="208"/>
                  <a:pt x="84" y="212"/>
                  <a:pt x="88" y="212"/>
                </a:cubicBezTo>
                <a:cubicBezTo>
                  <a:pt x="92" y="212"/>
                  <a:pt x="96" y="208"/>
                  <a:pt x="96" y="204"/>
                </a:cubicBezTo>
                <a:cubicBezTo>
                  <a:pt x="96" y="200"/>
                  <a:pt x="92" y="196"/>
                  <a:pt x="88" y="196"/>
                </a:cubicBezTo>
                <a:close/>
                <a:moveTo>
                  <a:pt x="192" y="228"/>
                </a:moveTo>
                <a:cubicBezTo>
                  <a:pt x="120" y="228"/>
                  <a:pt x="120" y="228"/>
                  <a:pt x="120" y="228"/>
                </a:cubicBezTo>
                <a:cubicBezTo>
                  <a:pt x="120" y="208"/>
                  <a:pt x="120" y="208"/>
                  <a:pt x="120" y="208"/>
                </a:cubicBezTo>
                <a:cubicBezTo>
                  <a:pt x="184" y="208"/>
                  <a:pt x="184" y="208"/>
                  <a:pt x="184" y="208"/>
                </a:cubicBezTo>
                <a:cubicBezTo>
                  <a:pt x="186" y="208"/>
                  <a:pt x="188" y="210"/>
                  <a:pt x="188" y="212"/>
                </a:cubicBezTo>
                <a:cubicBezTo>
                  <a:pt x="188" y="214"/>
                  <a:pt x="190" y="216"/>
                  <a:pt x="192" y="216"/>
                </a:cubicBezTo>
                <a:cubicBezTo>
                  <a:pt x="194" y="216"/>
                  <a:pt x="196" y="214"/>
                  <a:pt x="196" y="212"/>
                </a:cubicBezTo>
                <a:cubicBezTo>
                  <a:pt x="196" y="205"/>
                  <a:pt x="191" y="200"/>
                  <a:pt x="184" y="200"/>
                </a:cubicBezTo>
                <a:cubicBezTo>
                  <a:pt x="120" y="200"/>
                  <a:pt x="120" y="200"/>
                  <a:pt x="120" y="200"/>
                </a:cubicBezTo>
                <a:cubicBezTo>
                  <a:pt x="118" y="184"/>
                  <a:pt x="104" y="172"/>
                  <a:pt x="88" y="172"/>
                </a:cubicBezTo>
                <a:cubicBezTo>
                  <a:pt x="82" y="172"/>
                  <a:pt x="77" y="173"/>
                  <a:pt x="73" y="176"/>
                </a:cubicBezTo>
                <a:cubicBezTo>
                  <a:pt x="73" y="176"/>
                  <a:pt x="73" y="176"/>
                  <a:pt x="72" y="176"/>
                </a:cubicBezTo>
                <a:cubicBezTo>
                  <a:pt x="54" y="174"/>
                  <a:pt x="40" y="158"/>
                  <a:pt x="40" y="140"/>
                </a:cubicBezTo>
                <a:cubicBezTo>
                  <a:pt x="40" y="120"/>
                  <a:pt x="56" y="104"/>
                  <a:pt x="76" y="104"/>
                </a:cubicBezTo>
                <a:cubicBezTo>
                  <a:pt x="91" y="104"/>
                  <a:pt x="91" y="104"/>
                  <a:pt x="91" y="104"/>
                </a:cubicBezTo>
                <a:cubicBezTo>
                  <a:pt x="96" y="110"/>
                  <a:pt x="104" y="115"/>
                  <a:pt x="112" y="116"/>
                </a:cubicBezTo>
                <a:cubicBezTo>
                  <a:pt x="112" y="132"/>
                  <a:pt x="112" y="132"/>
                  <a:pt x="112" y="132"/>
                </a:cubicBezTo>
                <a:cubicBezTo>
                  <a:pt x="112" y="136"/>
                  <a:pt x="116" y="140"/>
                  <a:pt x="120" y="140"/>
                </a:cubicBezTo>
                <a:cubicBezTo>
                  <a:pt x="124" y="140"/>
                  <a:pt x="124" y="140"/>
                  <a:pt x="124" y="140"/>
                </a:cubicBezTo>
                <a:cubicBezTo>
                  <a:pt x="124" y="156"/>
                  <a:pt x="124" y="156"/>
                  <a:pt x="124" y="156"/>
                </a:cubicBezTo>
                <a:cubicBezTo>
                  <a:pt x="124" y="158"/>
                  <a:pt x="126" y="160"/>
                  <a:pt x="128" y="160"/>
                </a:cubicBezTo>
                <a:cubicBezTo>
                  <a:pt x="136" y="160"/>
                  <a:pt x="136" y="160"/>
                  <a:pt x="136" y="160"/>
                </a:cubicBezTo>
                <a:cubicBezTo>
                  <a:pt x="136" y="184"/>
                  <a:pt x="136" y="184"/>
                  <a:pt x="136" y="184"/>
                </a:cubicBezTo>
                <a:cubicBezTo>
                  <a:pt x="136" y="186"/>
                  <a:pt x="138" y="188"/>
                  <a:pt x="140" y="188"/>
                </a:cubicBezTo>
                <a:cubicBezTo>
                  <a:pt x="168" y="188"/>
                  <a:pt x="168" y="188"/>
                  <a:pt x="168" y="188"/>
                </a:cubicBezTo>
                <a:cubicBezTo>
                  <a:pt x="170" y="188"/>
                  <a:pt x="172" y="186"/>
                  <a:pt x="172" y="184"/>
                </a:cubicBezTo>
                <a:cubicBezTo>
                  <a:pt x="172" y="160"/>
                  <a:pt x="172" y="160"/>
                  <a:pt x="172" y="160"/>
                </a:cubicBezTo>
                <a:cubicBezTo>
                  <a:pt x="180" y="160"/>
                  <a:pt x="180" y="160"/>
                  <a:pt x="180" y="160"/>
                </a:cubicBezTo>
                <a:cubicBezTo>
                  <a:pt x="182" y="160"/>
                  <a:pt x="184" y="158"/>
                  <a:pt x="184" y="156"/>
                </a:cubicBezTo>
                <a:cubicBezTo>
                  <a:pt x="184" y="140"/>
                  <a:pt x="184" y="140"/>
                  <a:pt x="184" y="140"/>
                </a:cubicBezTo>
                <a:cubicBezTo>
                  <a:pt x="188" y="140"/>
                  <a:pt x="188" y="140"/>
                  <a:pt x="188" y="140"/>
                </a:cubicBezTo>
                <a:cubicBezTo>
                  <a:pt x="192" y="140"/>
                  <a:pt x="196" y="136"/>
                  <a:pt x="196" y="132"/>
                </a:cubicBezTo>
                <a:cubicBezTo>
                  <a:pt x="196" y="36"/>
                  <a:pt x="196" y="36"/>
                  <a:pt x="196" y="36"/>
                </a:cubicBezTo>
                <a:cubicBezTo>
                  <a:pt x="196" y="29"/>
                  <a:pt x="191" y="24"/>
                  <a:pt x="184" y="24"/>
                </a:cubicBezTo>
                <a:cubicBezTo>
                  <a:pt x="172" y="24"/>
                  <a:pt x="172" y="24"/>
                  <a:pt x="172" y="24"/>
                </a:cubicBezTo>
                <a:cubicBezTo>
                  <a:pt x="172" y="8"/>
                  <a:pt x="172" y="8"/>
                  <a:pt x="172" y="8"/>
                </a:cubicBezTo>
                <a:cubicBezTo>
                  <a:pt x="176" y="8"/>
                  <a:pt x="176" y="8"/>
                  <a:pt x="176" y="8"/>
                </a:cubicBezTo>
                <a:cubicBezTo>
                  <a:pt x="178" y="8"/>
                  <a:pt x="180" y="6"/>
                  <a:pt x="180" y="4"/>
                </a:cubicBezTo>
                <a:cubicBezTo>
                  <a:pt x="180" y="2"/>
                  <a:pt x="178" y="0"/>
                  <a:pt x="176" y="0"/>
                </a:cubicBezTo>
                <a:cubicBezTo>
                  <a:pt x="132" y="0"/>
                  <a:pt x="132" y="0"/>
                  <a:pt x="132" y="0"/>
                </a:cubicBezTo>
                <a:cubicBezTo>
                  <a:pt x="130" y="0"/>
                  <a:pt x="128" y="2"/>
                  <a:pt x="128" y="4"/>
                </a:cubicBezTo>
                <a:cubicBezTo>
                  <a:pt x="128" y="6"/>
                  <a:pt x="130" y="8"/>
                  <a:pt x="132" y="8"/>
                </a:cubicBezTo>
                <a:cubicBezTo>
                  <a:pt x="136" y="8"/>
                  <a:pt x="136" y="8"/>
                  <a:pt x="136" y="8"/>
                </a:cubicBezTo>
                <a:cubicBezTo>
                  <a:pt x="136" y="16"/>
                  <a:pt x="136" y="16"/>
                  <a:pt x="136" y="16"/>
                </a:cubicBezTo>
                <a:cubicBezTo>
                  <a:pt x="144" y="16"/>
                  <a:pt x="144" y="16"/>
                  <a:pt x="144" y="16"/>
                </a:cubicBezTo>
                <a:cubicBezTo>
                  <a:pt x="144" y="8"/>
                  <a:pt x="144" y="8"/>
                  <a:pt x="144" y="8"/>
                </a:cubicBezTo>
                <a:cubicBezTo>
                  <a:pt x="164" y="8"/>
                  <a:pt x="164" y="8"/>
                  <a:pt x="164" y="8"/>
                </a:cubicBezTo>
                <a:cubicBezTo>
                  <a:pt x="164" y="24"/>
                  <a:pt x="164" y="24"/>
                  <a:pt x="164" y="24"/>
                </a:cubicBezTo>
                <a:cubicBezTo>
                  <a:pt x="124" y="24"/>
                  <a:pt x="124" y="24"/>
                  <a:pt x="124" y="24"/>
                </a:cubicBezTo>
                <a:cubicBezTo>
                  <a:pt x="117" y="24"/>
                  <a:pt x="112" y="29"/>
                  <a:pt x="112" y="36"/>
                </a:cubicBezTo>
                <a:cubicBezTo>
                  <a:pt x="112" y="52"/>
                  <a:pt x="112" y="52"/>
                  <a:pt x="112" y="52"/>
                </a:cubicBezTo>
                <a:cubicBezTo>
                  <a:pt x="96" y="54"/>
                  <a:pt x="84" y="68"/>
                  <a:pt x="84" y="84"/>
                </a:cubicBezTo>
                <a:cubicBezTo>
                  <a:pt x="84" y="88"/>
                  <a:pt x="85" y="92"/>
                  <a:pt x="86" y="96"/>
                </a:cubicBezTo>
                <a:cubicBezTo>
                  <a:pt x="76" y="96"/>
                  <a:pt x="76" y="96"/>
                  <a:pt x="76" y="96"/>
                </a:cubicBezTo>
                <a:cubicBezTo>
                  <a:pt x="52" y="96"/>
                  <a:pt x="32" y="116"/>
                  <a:pt x="32" y="140"/>
                </a:cubicBezTo>
                <a:cubicBezTo>
                  <a:pt x="32" y="160"/>
                  <a:pt x="46" y="177"/>
                  <a:pt x="64" y="182"/>
                </a:cubicBezTo>
                <a:cubicBezTo>
                  <a:pt x="59" y="188"/>
                  <a:pt x="56" y="196"/>
                  <a:pt x="56" y="204"/>
                </a:cubicBezTo>
                <a:cubicBezTo>
                  <a:pt x="56" y="205"/>
                  <a:pt x="56" y="205"/>
                  <a:pt x="56" y="205"/>
                </a:cubicBezTo>
                <a:cubicBezTo>
                  <a:pt x="28" y="196"/>
                  <a:pt x="8" y="170"/>
                  <a:pt x="8" y="140"/>
                </a:cubicBezTo>
                <a:cubicBezTo>
                  <a:pt x="8" y="104"/>
                  <a:pt x="36" y="74"/>
                  <a:pt x="72" y="72"/>
                </a:cubicBezTo>
                <a:cubicBezTo>
                  <a:pt x="74" y="72"/>
                  <a:pt x="76" y="70"/>
                  <a:pt x="76" y="68"/>
                </a:cubicBezTo>
                <a:cubicBezTo>
                  <a:pt x="76" y="66"/>
                  <a:pt x="74" y="64"/>
                  <a:pt x="72" y="64"/>
                </a:cubicBezTo>
                <a:cubicBezTo>
                  <a:pt x="32" y="66"/>
                  <a:pt x="0" y="100"/>
                  <a:pt x="0" y="140"/>
                </a:cubicBezTo>
                <a:cubicBezTo>
                  <a:pt x="0" y="174"/>
                  <a:pt x="23" y="204"/>
                  <a:pt x="56" y="213"/>
                </a:cubicBezTo>
                <a:cubicBezTo>
                  <a:pt x="56" y="228"/>
                  <a:pt x="56" y="228"/>
                  <a:pt x="56" y="228"/>
                </a:cubicBezTo>
                <a:cubicBezTo>
                  <a:pt x="24" y="228"/>
                  <a:pt x="24" y="228"/>
                  <a:pt x="24" y="228"/>
                </a:cubicBezTo>
                <a:cubicBezTo>
                  <a:pt x="11" y="228"/>
                  <a:pt x="0" y="239"/>
                  <a:pt x="0" y="252"/>
                </a:cubicBezTo>
                <a:cubicBezTo>
                  <a:pt x="0" y="256"/>
                  <a:pt x="0" y="256"/>
                  <a:pt x="0" y="256"/>
                </a:cubicBezTo>
                <a:cubicBezTo>
                  <a:pt x="8" y="256"/>
                  <a:pt x="8" y="256"/>
                  <a:pt x="8" y="256"/>
                </a:cubicBezTo>
                <a:cubicBezTo>
                  <a:pt x="8" y="252"/>
                  <a:pt x="8" y="252"/>
                  <a:pt x="8" y="252"/>
                </a:cubicBezTo>
                <a:cubicBezTo>
                  <a:pt x="8" y="243"/>
                  <a:pt x="15" y="236"/>
                  <a:pt x="24" y="236"/>
                </a:cubicBezTo>
                <a:cubicBezTo>
                  <a:pt x="192" y="236"/>
                  <a:pt x="192" y="236"/>
                  <a:pt x="192" y="236"/>
                </a:cubicBezTo>
                <a:cubicBezTo>
                  <a:pt x="201" y="236"/>
                  <a:pt x="208" y="243"/>
                  <a:pt x="208" y="252"/>
                </a:cubicBezTo>
                <a:cubicBezTo>
                  <a:pt x="208" y="256"/>
                  <a:pt x="208" y="256"/>
                  <a:pt x="208" y="256"/>
                </a:cubicBezTo>
                <a:cubicBezTo>
                  <a:pt x="216" y="256"/>
                  <a:pt x="216" y="256"/>
                  <a:pt x="216" y="256"/>
                </a:cubicBezTo>
                <a:cubicBezTo>
                  <a:pt x="216" y="252"/>
                  <a:pt x="216" y="252"/>
                  <a:pt x="216" y="252"/>
                </a:cubicBezTo>
                <a:cubicBezTo>
                  <a:pt x="216" y="239"/>
                  <a:pt x="205" y="228"/>
                  <a:pt x="192" y="228"/>
                </a:cubicBezTo>
                <a:close/>
                <a:moveTo>
                  <a:pt x="164" y="180"/>
                </a:moveTo>
                <a:cubicBezTo>
                  <a:pt x="144" y="180"/>
                  <a:pt x="144" y="180"/>
                  <a:pt x="144" y="180"/>
                </a:cubicBezTo>
                <a:cubicBezTo>
                  <a:pt x="144" y="160"/>
                  <a:pt x="144" y="160"/>
                  <a:pt x="144" y="160"/>
                </a:cubicBezTo>
                <a:cubicBezTo>
                  <a:pt x="164" y="160"/>
                  <a:pt x="164" y="160"/>
                  <a:pt x="164" y="160"/>
                </a:cubicBezTo>
                <a:lnTo>
                  <a:pt x="164" y="180"/>
                </a:lnTo>
                <a:close/>
                <a:moveTo>
                  <a:pt x="120" y="36"/>
                </a:moveTo>
                <a:cubicBezTo>
                  <a:pt x="120" y="34"/>
                  <a:pt x="122" y="32"/>
                  <a:pt x="124" y="32"/>
                </a:cubicBezTo>
                <a:cubicBezTo>
                  <a:pt x="184" y="32"/>
                  <a:pt x="184" y="32"/>
                  <a:pt x="184" y="32"/>
                </a:cubicBezTo>
                <a:cubicBezTo>
                  <a:pt x="186" y="32"/>
                  <a:pt x="188" y="34"/>
                  <a:pt x="188" y="36"/>
                </a:cubicBezTo>
                <a:cubicBezTo>
                  <a:pt x="188" y="132"/>
                  <a:pt x="188" y="132"/>
                  <a:pt x="188" y="132"/>
                </a:cubicBezTo>
                <a:cubicBezTo>
                  <a:pt x="152" y="132"/>
                  <a:pt x="152" y="132"/>
                  <a:pt x="152" y="132"/>
                </a:cubicBezTo>
                <a:cubicBezTo>
                  <a:pt x="152" y="140"/>
                  <a:pt x="152" y="140"/>
                  <a:pt x="152" y="140"/>
                </a:cubicBezTo>
                <a:cubicBezTo>
                  <a:pt x="176" y="140"/>
                  <a:pt x="176" y="140"/>
                  <a:pt x="176" y="140"/>
                </a:cubicBezTo>
                <a:cubicBezTo>
                  <a:pt x="176" y="152"/>
                  <a:pt x="176" y="152"/>
                  <a:pt x="176" y="152"/>
                </a:cubicBezTo>
                <a:cubicBezTo>
                  <a:pt x="132" y="152"/>
                  <a:pt x="132" y="152"/>
                  <a:pt x="132" y="152"/>
                </a:cubicBezTo>
                <a:cubicBezTo>
                  <a:pt x="132" y="140"/>
                  <a:pt x="132" y="140"/>
                  <a:pt x="132" y="140"/>
                </a:cubicBezTo>
                <a:cubicBezTo>
                  <a:pt x="136" y="140"/>
                  <a:pt x="136" y="140"/>
                  <a:pt x="136" y="140"/>
                </a:cubicBezTo>
                <a:cubicBezTo>
                  <a:pt x="136" y="132"/>
                  <a:pt x="136" y="132"/>
                  <a:pt x="136" y="132"/>
                </a:cubicBezTo>
                <a:cubicBezTo>
                  <a:pt x="120" y="132"/>
                  <a:pt x="120" y="132"/>
                  <a:pt x="120" y="132"/>
                </a:cubicBezTo>
                <a:cubicBezTo>
                  <a:pt x="120" y="116"/>
                  <a:pt x="120" y="116"/>
                  <a:pt x="120" y="116"/>
                </a:cubicBezTo>
                <a:cubicBezTo>
                  <a:pt x="136" y="114"/>
                  <a:pt x="148" y="100"/>
                  <a:pt x="148" y="84"/>
                </a:cubicBezTo>
                <a:cubicBezTo>
                  <a:pt x="148" y="68"/>
                  <a:pt x="136" y="54"/>
                  <a:pt x="120" y="52"/>
                </a:cubicBezTo>
                <a:lnTo>
                  <a:pt x="120" y="36"/>
                </a:lnTo>
                <a:close/>
                <a:moveTo>
                  <a:pt x="116" y="60"/>
                </a:moveTo>
                <a:cubicBezTo>
                  <a:pt x="129" y="60"/>
                  <a:pt x="140" y="71"/>
                  <a:pt x="140" y="84"/>
                </a:cubicBezTo>
                <a:cubicBezTo>
                  <a:pt x="140" y="97"/>
                  <a:pt x="129" y="108"/>
                  <a:pt x="116" y="108"/>
                </a:cubicBezTo>
                <a:cubicBezTo>
                  <a:pt x="103" y="108"/>
                  <a:pt x="92" y="97"/>
                  <a:pt x="92" y="84"/>
                </a:cubicBezTo>
                <a:cubicBezTo>
                  <a:pt x="92" y="71"/>
                  <a:pt x="103" y="60"/>
                  <a:pt x="116" y="60"/>
                </a:cubicBezTo>
                <a:close/>
                <a:moveTo>
                  <a:pt x="112" y="228"/>
                </a:moveTo>
                <a:cubicBezTo>
                  <a:pt x="64" y="228"/>
                  <a:pt x="64" y="228"/>
                  <a:pt x="64" y="228"/>
                </a:cubicBezTo>
                <a:cubicBezTo>
                  <a:pt x="64" y="204"/>
                  <a:pt x="64" y="204"/>
                  <a:pt x="64" y="204"/>
                </a:cubicBezTo>
                <a:cubicBezTo>
                  <a:pt x="64" y="191"/>
                  <a:pt x="75" y="180"/>
                  <a:pt x="88" y="180"/>
                </a:cubicBezTo>
                <a:cubicBezTo>
                  <a:pt x="101" y="180"/>
                  <a:pt x="112" y="191"/>
                  <a:pt x="112" y="204"/>
                </a:cubicBezTo>
                <a:lnTo>
                  <a:pt x="112" y="228"/>
                </a:lnTo>
                <a:close/>
                <a:moveTo>
                  <a:pt x="116" y="92"/>
                </a:moveTo>
                <a:cubicBezTo>
                  <a:pt x="120" y="92"/>
                  <a:pt x="124" y="88"/>
                  <a:pt x="124" y="84"/>
                </a:cubicBezTo>
                <a:cubicBezTo>
                  <a:pt x="124" y="80"/>
                  <a:pt x="120" y="76"/>
                  <a:pt x="116" y="76"/>
                </a:cubicBezTo>
                <a:cubicBezTo>
                  <a:pt x="112" y="76"/>
                  <a:pt x="108" y="80"/>
                  <a:pt x="108" y="84"/>
                </a:cubicBezTo>
                <a:cubicBezTo>
                  <a:pt x="108" y="88"/>
                  <a:pt x="112" y="92"/>
                  <a:pt x="116" y="92"/>
                </a:cubicBezTo>
                <a:close/>
                <a:moveTo>
                  <a:pt x="176" y="52"/>
                </a:moveTo>
                <a:cubicBezTo>
                  <a:pt x="168" y="52"/>
                  <a:pt x="168" y="52"/>
                  <a:pt x="168" y="52"/>
                </a:cubicBezTo>
                <a:cubicBezTo>
                  <a:pt x="168" y="112"/>
                  <a:pt x="168" y="112"/>
                  <a:pt x="168" y="112"/>
                </a:cubicBezTo>
                <a:cubicBezTo>
                  <a:pt x="176" y="112"/>
                  <a:pt x="176" y="112"/>
                  <a:pt x="176" y="112"/>
                </a:cubicBezTo>
                <a:lnTo>
                  <a:pt x="176"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 name="Freeform 24">
            <a:extLst>
              <a:ext uri="{FF2B5EF4-FFF2-40B4-BE49-F238E27FC236}">
                <a16:creationId xmlns:a16="http://schemas.microsoft.com/office/drawing/2014/main" id="{C1568AE1-EFFF-4249-A98B-0AD73984DE65}"/>
              </a:ext>
            </a:extLst>
          </p:cNvPr>
          <p:cNvSpPr>
            <a:spLocks noChangeAspect="1" noEditPoints="1"/>
          </p:cNvSpPr>
          <p:nvPr/>
        </p:nvSpPr>
        <p:spPr bwMode="auto">
          <a:xfrm>
            <a:off x="10262248" y="3393282"/>
            <a:ext cx="374650" cy="400050"/>
          </a:xfrm>
          <a:custGeom>
            <a:avLst/>
            <a:gdLst>
              <a:gd name="T0" fmla="*/ 160 w 240"/>
              <a:gd name="T1" fmla="*/ 96 h 256"/>
              <a:gd name="T2" fmla="*/ 140 w 240"/>
              <a:gd name="T3" fmla="*/ 56 h 256"/>
              <a:gd name="T4" fmla="*/ 164 w 240"/>
              <a:gd name="T5" fmla="*/ 40 h 256"/>
              <a:gd name="T6" fmla="*/ 134 w 240"/>
              <a:gd name="T7" fmla="*/ 8 h 256"/>
              <a:gd name="T8" fmla="*/ 132 w 240"/>
              <a:gd name="T9" fmla="*/ 5 h 256"/>
              <a:gd name="T10" fmla="*/ 128 w 240"/>
              <a:gd name="T11" fmla="*/ 2 h 256"/>
              <a:gd name="T12" fmla="*/ 124 w 240"/>
              <a:gd name="T13" fmla="*/ 0 h 256"/>
              <a:gd name="T14" fmla="*/ 116 w 240"/>
              <a:gd name="T15" fmla="*/ 0 h 256"/>
              <a:gd name="T16" fmla="*/ 112 w 240"/>
              <a:gd name="T17" fmla="*/ 2 h 256"/>
              <a:gd name="T18" fmla="*/ 108 w 240"/>
              <a:gd name="T19" fmla="*/ 5 h 256"/>
              <a:gd name="T20" fmla="*/ 106 w 240"/>
              <a:gd name="T21" fmla="*/ 8 h 256"/>
              <a:gd name="T22" fmla="*/ 76 w 240"/>
              <a:gd name="T23" fmla="*/ 40 h 256"/>
              <a:gd name="T24" fmla="*/ 100 w 240"/>
              <a:gd name="T25" fmla="*/ 56 h 256"/>
              <a:gd name="T26" fmla="*/ 80 w 240"/>
              <a:gd name="T27" fmla="*/ 96 h 256"/>
              <a:gd name="T28" fmla="*/ 0 w 240"/>
              <a:gd name="T29" fmla="*/ 108 h 256"/>
              <a:gd name="T30" fmla="*/ 74 w 240"/>
              <a:gd name="T31" fmla="*/ 168 h 256"/>
              <a:gd name="T32" fmla="*/ 84 w 240"/>
              <a:gd name="T33" fmla="*/ 220 h 256"/>
              <a:gd name="T34" fmla="*/ 143 w 240"/>
              <a:gd name="T35" fmla="*/ 187 h 256"/>
              <a:gd name="T36" fmla="*/ 236 w 240"/>
              <a:gd name="T37" fmla="*/ 168 h 256"/>
              <a:gd name="T38" fmla="*/ 236 w 240"/>
              <a:gd name="T39" fmla="*/ 104 h 256"/>
              <a:gd name="T40" fmla="*/ 84 w 240"/>
              <a:gd name="T41" fmla="*/ 16 h 256"/>
              <a:gd name="T42" fmla="*/ 113 w 240"/>
              <a:gd name="T43" fmla="*/ 13 h 256"/>
              <a:gd name="T44" fmla="*/ 113 w 240"/>
              <a:gd name="T45" fmla="*/ 11 h 256"/>
              <a:gd name="T46" fmla="*/ 116 w 240"/>
              <a:gd name="T47" fmla="*/ 9 h 256"/>
              <a:gd name="T48" fmla="*/ 118 w 240"/>
              <a:gd name="T49" fmla="*/ 8 h 256"/>
              <a:gd name="T50" fmla="*/ 122 w 240"/>
              <a:gd name="T51" fmla="*/ 4 h 256"/>
              <a:gd name="T52" fmla="*/ 123 w 240"/>
              <a:gd name="T53" fmla="*/ 9 h 256"/>
              <a:gd name="T54" fmla="*/ 126 w 240"/>
              <a:gd name="T55" fmla="*/ 10 h 256"/>
              <a:gd name="T56" fmla="*/ 127 w 240"/>
              <a:gd name="T57" fmla="*/ 11 h 256"/>
              <a:gd name="T58" fmla="*/ 127 w 240"/>
              <a:gd name="T59" fmla="*/ 13 h 256"/>
              <a:gd name="T60" fmla="*/ 156 w 240"/>
              <a:gd name="T61" fmla="*/ 16 h 256"/>
              <a:gd name="T62" fmla="*/ 76 w 240"/>
              <a:gd name="T63" fmla="*/ 32 h 256"/>
              <a:gd name="T64" fmla="*/ 112 w 240"/>
              <a:gd name="T65" fmla="*/ 56 h 256"/>
              <a:gd name="T66" fmla="*/ 104 w 240"/>
              <a:gd name="T67" fmla="*/ 64 h 256"/>
              <a:gd name="T68" fmla="*/ 120 w 240"/>
              <a:gd name="T69" fmla="*/ 80 h 256"/>
              <a:gd name="T70" fmla="*/ 148 w 240"/>
              <a:gd name="T71" fmla="*/ 220 h 256"/>
              <a:gd name="T72" fmla="*/ 120 w 240"/>
              <a:gd name="T73" fmla="*/ 170 h 256"/>
              <a:gd name="T74" fmla="*/ 164 w 240"/>
              <a:gd name="T75" fmla="*/ 160 h 256"/>
              <a:gd name="T76" fmla="*/ 139 w 240"/>
              <a:gd name="T77" fmla="*/ 180 h 256"/>
              <a:gd name="T78" fmla="*/ 101 w 240"/>
              <a:gd name="T79" fmla="*/ 180 h 256"/>
              <a:gd name="T80" fmla="*/ 76 w 240"/>
              <a:gd name="T81" fmla="*/ 160 h 256"/>
              <a:gd name="T82" fmla="*/ 76 w 240"/>
              <a:gd name="T83" fmla="*/ 112 h 256"/>
              <a:gd name="T84" fmla="*/ 101 w 240"/>
              <a:gd name="T85" fmla="*/ 92 h 256"/>
              <a:gd name="T86" fmla="*/ 138 w 240"/>
              <a:gd name="T87" fmla="*/ 92 h 256"/>
              <a:gd name="T88" fmla="*/ 160 w 240"/>
              <a:gd name="T89" fmla="*/ 110 h 256"/>
              <a:gd name="T90" fmla="*/ 232 w 240"/>
              <a:gd name="T91" fmla="*/ 160 h 256"/>
              <a:gd name="T92" fmla="*/ 216 w 240"/>
              <a:gd name="T93" fmla="*/ 128 h 256"/>
              <a:gd name="T94" fmla="*/ 208 w 240"/>
              <a:gd name="T95" fmla="*/ 144 h 256"/>
              <a:gd name="T96" fmla="*/ 24 w 240"/>
              <a:gd name="T97" fmla="*/ 128 h 256"/>
              <a:gd name="T98" fmla="*/ 32 w 240"/>
              <a:gd name="T99" fmla="*/ 144 h 256"/>
              <a:gd name="T100" fmla="*/ 108 w 240"/>
              <a:gd name="T101" fmla="*/ 220 h 256"/>
              <a:gd name="T102" fmla="*/ 120 w 240"/>
              <a:gd name="T103" fmla="*/ 240 h 256"/>
              <a:gd name="T104" fmla="*/ 108 w 240"/>
              <a:gd name="T105" fmla="*/ 220 h 256"/>
              <a:gd name="T106" fmla="*/ 88 w 240"/>
              <a:gd name="T107" fmla="*/ 136 h 256"/>
              <a:gd name="T108" fmla="*/ 103 w 240"/>
              <a:gd name="T109" fmla="*/ 153 h 256"/>
              <a:gd name="T110" fmla="*/ 120 w 240"/>
              <a:gd name="T111" fmla="*/ 112 h 256"/>
              <a:gd name="T112" fmla="*/ 137 w 240"/>
              <a:gd name="T113" fmla="*/ 153 h 256"/>
              <a:gd name="T114" fmla="*/ 143 w 240"/>
              <a:gd name="T115" fmla="*/ 159 h 256"/>
              <a:gd name="T116" fmla="*/ 120 w 240"/>
              <a:gd name="T117" fmla="*/ 1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0" h="256">
                <a:moveTo>
                  <a:pt x="236" y="104"/>
                </a:moveTo>
                <a:cubicBezTo>
                  <a:pt x="166" y="104"/>
                  <a:pt x="166" y="104"/>
                  <a:pt x="166" y="104"/>
                </a:cubicBezTo>
                <a:cubicBezTo>
                  <a:pt x="164" y="101"/>
                  <a:pt x="162" y="99"/>
                  <a:pt x="160" y="96"/>
                </a:cubicBezTo>
                <a:cubicBezTo>
                  <a:pt x="155" y="92"/>
                  <a:pt x="150" y="88"/>
                  <a:pt x="144" y="85"/>
                </a:cubicBezTo>
                <a:cubicBezTo>
                  <a:pt x="144" y="60"/>
                  <a:pt x="144" y="60"/>
                  <a:pt x="144" y="60"/>
                </a:cubicBezTo>
                <a:cubicBezTo>
                  <a:pt x="144" y="58"/>
                  <a:pt x="142" y="56"/>
                  <a:pt x="140" y="56"/>
                </a:cubicBezTo>
                <a:cubicBezTo>
                  <a:pt x="136" y="56"/>
                  <a:pt x="136" y="56"/>
                  <a:pt x="136" y="56"/>
                </a:cubicBezTo>
                <a:cubicBezTo>
                  <a:pt x="136" y="40"/>
                  <a:pt x="136" y="40"/>
                  <a:pt x="136" y="40"/>
                </a:cubicBezTo>
                <a:cubicBezTo>
                  <a:pt x="164" y="40"/>
                  <a:pt x="164" y="40"/>
                  <a:pt x="164" y="40"/>
                </a:cubicBezTo>
                <a:cubicBezTo>
                  <a:pt x="171" y="40"/>
                  <a:pt x="176" y="35"/>
                  <a:pt x="176" y="28"/>
                </a:cubicBezTo>
                <a:cubicBezTo>
                  <a:pt x="176" y="17"/>
                  <a:pt x="167" y="8"/>
                  <a:pt x="156" y="8"/>
                </a:cubicBezTo>
                <a:cubicBezTo>
                  <a:pt x="134" y="8"/>
                  <a:pt x="134" y="8"/>
                  <a:pt x="134" y="8"/>
                </a:cubicBezTo>
                <a:cubicBezTo>
                  <a:pt x="134" y="8"/>
                  <a:pt x="134" y="8"/>
                  <a:pt x="133" y="7"/>
                </a:cubicBezTo>
                <a:cubicBezTo>
                  <a:pt x="133" y="7"/>
                  <a:pt x="133" y="7"/>
                  <a:pt x="133" y="7"/>
                </a:cubicBezTo>
                <a:cubicBezTo>
                  <a:pt x="133" y="6"/>
                  <a:pt x="132" y="6"/>
                  <a:pt x="132" y="5"/>
                </a:cubicBezTo>
                <a:cubicBezTo>
                  <a:pt x="132" y="5"/>
                  <a:pt x="131" y="5"/>
                  <a:pt x="131" y="5"/>
                </a:cubicBezTo>
                <a:cubicBezTo>
                  <a:pt x="131" y="4"/>
                  <a:pt x="130" y="3"/>
                  <a:pt x="129" y="3"/>
                </a:cubicBezTo>
                <a:cubicBezTo>
                  <a:pt x="129" y="3"/>
                  <a:pt x="129" y="3"/>
                  <a:pt x="128" y="2"/>
                </a:cubicBezTo>
                <a:cubicBezTo>
                  <a:pt x="128" y="2"/>
                  <a:pt x="127" y="2"/>
                  <a:pt x="127" y="1"/>
                </a:cubicBezTo>
                <a:cubicBezTo>
                  <a:pt x="126" y="1"/>
                  <a:pt x="126" y="1"/>
                  <a:pt x="126" y="1"/>
                </a:cubicBezTo>
                <a:cubicBezTo>
                  <a:pt x="125" y="1"/>
                  <a:pt x="124" y="1"/>
                  <a:pt x="124" y="0"/>
                </a:cubicBezTo>
                <a:cubicBezTo>
                  <a:pt x="123" y="0"/>
                  <a:pt x="123" y="0"/>
                  <a:pt x="123" y="0"/>
                </a:cubicBezTo>
                <a:cubicBezTo>
                  <a:pt x="121" y="0"/>
                  <a:pt x="119" y="0"/>
                  <a:pt x="117" y="0"/>
                </a:cubicBezTo>
                <a:cubicBezTo>
                  <a:pt x="117" y="0"/>
                  <a:pt x="117" y="0"/>
                  <a:pt x="116" y="0"/>
                </a:cubicBezTo>
                <a:cubicBezTo>
                  <a:pt x="116" y="1"/>
                  <a:pt x="115" y="1"/>
                  <a:pt x="114" y="1"/>
                </a:cubicBezTo>
                <a:cubicBezTo>
                  <a:pt x="113" y="1"/>
                  <a:pt x="113" y="1"/>
                  <a:pt x="113" y="1"/>
                </a:cubicBezTo>
                <a:cubicBezTo>
                  <a:pt x="113" y="2"/>
                  <a:pt x="112" y="2"/>
                  <a:pt x="112" y="2"/>
                </a:cubicBezTo>
                <a:cubicBezTo>
                  <a:pt x="111" y="3"/>
                  <a:pt x="111" y="3"/>
                  <a:pt x="111" y="3"/>
                </a:cubicBezTo>
                <a:cubicBezTo>
                  <a:pt x="110" y="3"/>
                  <a:pt x="109" y="4"/>
                  <a:pt x="109" y="5"/>
                </a:cubicBezTo>
                <a:cubicBezTo>
                  <a:pt x="109" y="5"/>
                  <a:pt x="108" y="5"/>
                  <a:pt x="108" y="5"/>
                </a:cubicBezTo>
                <a:cubicBezTo>
                  <a:pt x="108" y="6"/>
                  <a:pt x="107" y="6"/>
                  <a:pt x="107" y="7"/>
                </a:cubicBezTo>
                <a:cubicBezTo>
                  <a:pt x="107" y="7"/>
                  <a:pt x="107" y="7"/>
                  <a:pt x="106" y="8"/>
                </a:cubicBezTo>
                <a:cubicBezTo>
                  <a:pt x="106" y="8"/>
                  <a:pt x="106" y="8"/>
                  <a:pt x="106" y="8"/>
                </a:cubicBezTo>
                <a:cubicBezTo>
                  <a:pt x="84" y="8"/>
                  <a:pt x="84" y="8"/>
                  <a:pt x="84" y="8"/>
                </a:cubicBezTo>
                <a:cubicBezTo>
                  <a:pt x="73" y="8"/>
                  <a:pt x="64" y="17"/>
                  <a:pt x="64" y="28"/>
                </a:cubicBezTo>
                <a:cubicBezTo>
                  <a:pt x="64" y="35"/>
                  <a:pt x="69" y="40"/>
                  <a:pt x="76" y="40"/>
                </a:cubicBezTo>
                <a:cubicBezTo>
                  <a:pt x="104" y="40"/>
                  <a:pt x="104" y="40"/>
                  <a:pt x="104" y="40"/>
                </a:cubicBezTo>
                <a:cubicBezTo>
                  <a:pt x="104" y="56"/>
                  <a:pt x="104" y="56"/>
                  <a:pt x="104" y="56"/>
                </a:cubicBezTo>
                <a:cubicBezTo>
                  <a:pt x="100" y="56"/>
                  <a:pt x="100" y="56"/>
                  <a:pt x="100" y="56"/>
                </a:cubicBezTo>
                <a:cubicBezTo>
                  <a:pt x="98" y="56"/>
                  <a:pt x="96" y="58"/>
                  <a:pt x="96" y="60"/>
                </a:cubicBezTo>
                <a:cubicBezTo>
                  <a:pt x="96" y="85"/>
                  <a:pt x="96" y="85"/>
                  <a:pt x="96" y="85"/>
                </a:cubicBezTo>
                <a:cubicBezTo>
                  <a:pt x="90" y="88"/>
                  <a:pt x="85" y="92"/>
                  <a:pt x="80" y="96"/>
                </a:cubicBezTo>
                <a:cubicBezTo>
                  <a:pt x="78" y="99"/>
                  <a:pt x="76" y="101"/>
                  <a:pt x="74" y="104"/>
                </a:cubicBezTo>
                <a:cubicBezTo>
                  <a:pt x="4" y="104"/>
                  <a:pt x="4" y="104"/>
                  <a:pt x="4" y="104"/>
                </a:cubicBezTo>
                <a:cubicBezTo>
                  <a:pt x="2" y="104"/>
                  <a:pt x="0" y="106"/>
                  <a:pt x="0" y="108"/>
                </a:cubicBezTo>
                <a:cubicBezTo>
                  <a:pt x="0" y="164"/>
                  <a:pt x="0" y="164"/>
                  <a:pt x="0" y="164"/>
                </a:cubicBezTo>
                <a:cubicBezTo>
                  <a:pt x="0" y="166"/>
                  <a:pt x="2" y="168"/>
                  <a:pt x="4" y="168"/>
                </a:cubicBezTo>
                <a:cubicBezTo>
                  <a:pt x="74" y="168"/>
                  <a:pt x="74" y="168"/>
                  <a:pt x="74" y="168"/>
                </a:cubicBezTo>
                <a:cubicBezTo>
                  <a:pt x="76" y="171"/>
                  <a:pt x="78" y="173"/>
                  <a:pt x="80" y="176"/>
                </a:cubicBezTo>
                <a:cubicBezTo>
                  <a:pt x="85" y="180"/>
                  <a:pt x="91" y="184"/>
                  <a:pt x="97" y="187"/>
                </a:cubicBezTo>
                <a:cubicBezTo>
                  <a:pt x="90" y="197"/>
                  <a:pt x="84" y="209"/>
                  <a:pt x="84" y="220"/>
                </a:cubicBezTo>
                <a:cubicBezTo>
                  <a:pt x="84" y="240"/>
                  <a:pt x="100" y="256"/>
                  <a:pt x="120" y="256"/>
                </a:cubicBezTo>
                <a:cubicBezTo>
                  <a:pt x="140" y="256"/>
                  <a:pt x="156" y="240"/>
                  <a:pt x="156" y="220"/>
                </a:cubicBezTo>
                <a:cubicBezTo>
                  <a:pt x="156" y="209"/>
                  <a:pt x="150" y="197"/>
                  <a:pt x="143" y="187"/>
                </a:cubicBezTo>
                <a:cubicBezTo>
                  <a:pt x="149" y="184"/>
                  <a:pt x="155" y="180"/>
                  <a:pt x="160" y="176"/>
                </a:cubicBezTo>
                <a:cubicBezTo>
                  <a:pt x="162" y="173"/>
                  <a:pt x="164" y="171"/>
                  <a:pt x="166" y="168"/>
                </a:cubicBezTo>
                <a:cubicBezTo>
                  <a:pt x="236" y="168"/>
                  <a:pt x="236" y="168"/>
                  <a:pt x="236" y="168"/>
                </a:cubicBezTo>
                <a:cubicBezTo>
                  <a:pt x="238" y="168"/>
                  <a:pt x="240" y="166"/>
                  <a:pt x="240" y="164"/>
                </a:cubicBezTo>
                <a:cubicBezTo>
                  <a:pt x="240" y="108"/>
                  <a:pt x="240" y="108"/>
                  <a:pt x="240" y="108"/>
                </a:cubicBezTo>
                <a:cubicBezTo>
                  <a:pt x="240" y="106"/>
                  <a:pt x="238" y="104"/>
                  <a:pt x="236" y="104"/>
                </a:cubicBezTo>
                <a:close/>
                <a:moveTo>
                  <a:pt x="76" y="32"/>
                </a:moveTo>
                <a:cubicBezTo>
                  <a:pt x="74" y="32"/>
                  <a:pt x="72" y="30"/>
                  <a:pt x="72" y="28"/>
                </a:cubicBezTo>
                <a:cubicBezTo>
                  <a:pt x="72" y="21"/>
                  <a:pt x="77" y="16"/>
                  <a:pt x="84" y="16"/>
                </a:cubicBezTo>
                <a:cubicBezTo>
                  <a:pt x="109" y="16"/>
                  <a:pt x="109" y="16"/>
                  <a:pt x="109" y="16"/>
                </a:cubicBezTo>
                <a:cubicBezTo>
                  <a:pt x="111" y="16"/>
                  <a:pt x="112" y="15"/>
                  <a:pt x="113" y="13"/>
                </a:cubicBezTo>
                <a:cubicBezTo>
                  <a:pt x="113" y="13"/>
                  <a:pt x="113" y="13"/>
                  <a:pt x="113" y="13"/>
                </a:cubicBezTo>
                <a:cubicBezTo>
                  <a:pt x="113" y="13"/>
                  <a:pt x="113" y="13"/>
                  <a:pt x="113" y="13"/>
                </a:cubicBezTo>
                <a:cubicBezTo>
                  <a:pt x="113" y="12"/>
                  <a:pt x="113" y="12"/>
                  <a:pt x="113" y="12"/>
                </a:cubicBezTo>
                <a:cubicBezTo>
                  <a:pt x="113" y="12"/>
                  <a:pt x="113" y="11"/>
                  <a:pt x="113" y="11"/>
                </a:cubicBezTo>
                <a:cubicBezTo>
                  <a:pt x="114" y="11"/>
                  <a:pt x="114" y="11"/>
                  <a:pt x="114" y="10"/>
                </a:cubicBezTo>
                <a:cubicBezTo>
                  <a:pt x="115" y="10"/>
                  <a:pt x="115" y="10"/>
                  <a:pt x="115" y="9"/>
                </a:cubicBezTo>
                <a:cubicBezTo>
                  <a:pt x="115" y="9"/>
                  <a:pt x="116" y="9"/>
                  <a:pt x="116" y="9"/>
                </a:cubicBezTo>
                <a:cubicBezTo>
                  <a:pt x="116" y="9"/>
                  <a:pt x="116" y="9"/>
                  <a:pt x="117" y="9"/>
                </a:cubicBezTo>
                <a:cubicBezTo>
                  <a:pt x="117" y="9"/>
                  <a:pt x="117" y="9"/>
                  <a:pt x="117" y="9"/>
                </a:cubicBezTo>
                <a:cubicBezTo>
                  <a:pt x="117" y="8"/>
                  <a:pt x="118" y="8"/>
                  <a:pt x="118" y="8"/>
                </a:cubicBezTo>
                <a:cubicBezTo>
                  <a:pt x="118" y="8"/>
                  <a:pt x="119" y="8"/>
                  <a:pt x="119" y="8"/>
                </a:cubicBezTo>
                <a:cubicBezTo>
                  <a:pt x="119" y="8"/>
                  <a:pt x="121" y="8"/>
                  <a:pt x="121" y="8"/>
                </a:cubicBezTo>
                <a:cubicBezTo>
                  <a:pt x="122" y="4"/>
                  <a:pt x="122" y="4"/>
                  <a:pt x="122" y="4"/>
                </a:cubicBezTo>
                <a:cubicBezTo>
                  <a:pt x="122" y="8"/>
                  <a:pt x="122" y="8"/>
                  <a:pt x="122" y="8"/>
                </a:cubicBezTo>
                <a:cubicBezTo>
                  <a:pt x="122" y="8"/>
                  <a:pt x="123" y="8"/>
                  <a:pt x="123" y="9"/>
                </a:cubicBezTo>
                <a:cubicBezTo>
                  <a:pt x="123" y="9"/>
                  <a:pt x="123" y="9"/>
                  <a:pt x="123" y="9"/>
                </a:cubicBezTo>
                <a:cubicBezTo>
                  <a:pt x="124" y="9"/>
                  <a:pt x="124" y="9"/>
                  <a:pt x="124" y="9"/>
                </a:cubicBezTo>
                <a:cubicBezTo>
                  <a:pt x="124" y="9"/>
                  <a:pt x="125" y="9"/>
                  <a:pt x="125" y="9"/>
                </a:cubicBezTo>
                <a:cubicBezTo>
                  <a:pt x="125" y="10"/>
                  <a:pt x="125" y="10"/>
                  <a:pt x="126" y="10"/>
                </a:cubicBezTo>
                <a:cubicBezTo>
                  <a:pt x="126" y="10"/>
                  <a:pt x="126" y="10"/>
                  <a:pt x="126" y="11"/>
                </a:cubicBezTo>
                <a:cubicBezTo>
                  <a:pt x="126" y="11"/>
                  <a:pt x="126" y="11"/>
                  <a:pt x="127" y="11"/>
                </a:cubicBezTo>
                <a:cubicBezTo>
                  <a:pt x="127" y="11"/>
                  <a:pt x="127" y="11"/>
                  <a:pt x="127" y="11"/>
                </a:cubicBezTo>
                <a:cubicBezTo>
                  <a:pt x="127" y="11"/>
                  <a:pt x="127" y="11"/>
                  <a:pt x="127" y="11"/>
                </a:cubicBezTo>
                <a:cubicBezTo>
                  <a:pt x="127" y="12"/>
                  <a:pt x="127" y="12"/>
                  <a:pt x="127" y="12"/>
                </a:cubicBezTo>
                <a:cubicBezTo>
                  <a:pt x="127" y="12"/>
                  <a:pt x="127" y="12"/>
                  <a:pt x="127" y="13"/>
                </a:cubicBezTo>
                <a:cubicBezTo>
                  <a:pt x="127" y="13"/>
                  <a:pt x="127" y="13"/>
                  <a:pt x="127" y="13"/>
                </a:cubicBezTo>
                <a:cubicBezTo>
                  <a:pt x="128" y="15"/>
                  <a:pt x="129" y="16"/>
                  <a:pt x="131" y="16"/>
                </a:cubicBezTo>
                <a:cubicBezTo>
                  <a:pt x="156" y="16"/>
                  <a:pt x="156" y="16"/>
                  <a:pt x="156" y="16"/>
                </a:cubicBezTo>
                <a:cubicBezTo>
                  <a:pt x="163" y="16"/>
                  <a:pt x="168" y="21"/>
                  <a:pt x="168" y="28"/>
                </a:cubicBezTo>
                <a:cubicBezTo>
                  <a:pt x="168" y="30"/>
                  <a:pt x="166" y="32"/>
                  <a:pt x="164" y="32"/>
                </a:cubicBezTo>
                <a:lnTo>
                  <a:pt x="76" y="32"/>
                </a:lnTo>
                <a:close/>
                <a:moveTo>
                  <a:pt x="128" y="40"/>
                </a:moveTo>
                <a:cubicBezTo>
                  <a:pt x="128" y="56"/>
                  <a:pt x="128" y="56"/>
                  <a:pt x="128" y="56"/>
                </a:cubicBezTo>
                <a:cubicBezTo>
                  <a:pt x="112" y="56"/>
                  <a:pt x="112" y="56"/>
                  <a:pt x="112" y="56"/>
                </a:cubicBezTo>
                <a:cubicBezTo>
                  <a:pt x="112" y="40"/>
                  <a:pt x="112" y="40"/>
                  <a:pt x="112" y="40"/>
                </a:cubicBezTo>
                <a:lnTo>
                  <a:pt x="128" y="40"/>
                </a:lnTo>
                <a:close/>
                <a:moveTo>
                  <a:pt x="104" y="64"/>
                </a:moveTo>
                <a:cubicBezTo>
                  <a:pt x="136" y="64"/>
                  <a:pt x="136" y="64"/>
                  <a:pt x="136" y="64"/>
                </a:cubicBezTo>
                <a:cubicBezTo>
                  <a:pt x="136" y="82"/>
                  <a:pt x="136" y="82"/>
                  <a:pt x="136" y="82"/>
                </a:cubicBezTo>
                <a:cubicBezTo>
                  <a:pt x="131" y="81"/>
                  <a:pt x="126" y="80"/>
                  <a:pt x="120" y="80"/>
                </a:cubicBezTo>
                <a:cubicBezTo>
                  <a:pt x="114" y="80"/>
                  <a:pt x="109" y="81"/>
                  <a:pt x="104" y="82"/>
                </a:cubicBezTo>
                <a:lnTo>
                  <a:pt x="104" y="64"/>
                </a:lnTo>
                <a:close/>
                <a:moveTo>
                  <a:pt x="148" y="220"/>
                </a:moveTo>
                <a:cubicBezTo>
                  <a:pt x="148" y="235"/>
                  <a:pt x="135" y="248"/>
                  <a:pt x="120" y="248"/>
                </a:cubicBezTo>
                <a:cubicBezTo>
                  <a:pt x="105" y="248"/>
                  <a:pt x="92" y="235"/>
                  <a:pt x="92" y="220"/>
                </a:cubicBezTo>
                <a:cubicBezTo>
                  <a:pt x="92" y="202"/>
                  <a:pt x="112" y="178"/>
                  <a:pt x="120" y="170"/>
                </a:cubicBezTo>
                <a:cubicBezTo>
                  <a:pt x="128" y="178"/>
                  <a:pt x="148" y="202"/>
                  <a:pt x="148" y="220"/>
                </a:cubicBezTo>
                <a:close/>
                <a:moveTo>
                  <a:pt x="232" y="160"/>
                </a:moveTo>
                <a:cubicBezTo>
                  <a:pt x="164" y="160"/>
                  <a:pt x="164" y="160"/>
                  <a:pt x="164" y="160"/>
                </a:cubicBezTo>
                <a:cubicBezTo>
                  <a:pt x="162" y="160"/>
                  <a:pt x="161" y="161"/>
                  <a:pt x="160" y="162"/>
                </a:cubicBezTo>
                <a:cubicBezTo>
                  <a:pt x="158" y="165"/>
                  <a:pt x="156" y="168"/>
                  <a:pt x="154" y="170"/>
                </a:cubicBezTo>
                <a:cubicBezTo>
                  <a:pt x="150" y="174"/>
                  <a:pt x="144" y="178"/>
                  <a:pt x="139" y="180"/>
                </a:cubicBezTo>
                <a:cubicBezTo>
                  <a:pt x="131" y="170"/>
                  <a:pt x="123" y="162"/>
                  <a:pt x="123" y="161"/>
                </a:cubicBezTo>
                <a:cubicBezTo>
                  <a:pt x="121" y="160"/>
                  <a:pt x="119" y="160"/>
                  <a:pt x="117" y="161"/>
                </a:cubicBezTo>
                <a:cubicBezTo>
                  <a:pt x="117" y="162"/>
                  <a:pt x="109" y="170"/>
                  <a:pt x="101" y="180"/>
                </a:cubicBezTo>
                <a:cubicBezTo>
                  <a:pt x="96" y="178"/>
                  <a:pt x="90" y="174"/>
                  <a:pt x="86" y="170"/>
                </a:cubicBezTo>
                <a:cubicBezTo>
                  <a:pt x="84" y="168"/>
                  <a:pt x="82" y="165"/>
                  <a:pt x="80" y="162"/>
                </a:cubicBezTo>
                <a:cubicBezTo>
                  <a:pt x="79" y="161"/>
                  <a:pt x="78" y="160"/>
                  <a:pt x="76" y="160"/>
                </a:cubicBezTo>
                <a:cubicBezTo>
                  <a:pt x="8" y="160"/>
                  <a:pt x="8" y="160"/>
                  <a:pt x="8" y="160"/>
                </a:cubicBezTo>
                <a:cubicBezTo>
                  <a:pt x="8" y="112"/>
                  <a:pt x="8" y="112"/>
                  <a:pt x="8" y="112"/>
                </a:cubicBezTo>
                <a:cubicBezTo>
                  <a:pt x="76" y="112"/>
                  <a:pt x="76" y="112"/>
                  <a:pt x="76" y="112"/>
                </a:cubicBezTo>
                <a:cubicBezTo>
                  <a:pt x="78" y="112"/>
                  <a:pt x="79" y="111"/>
                  <a:pt x="80" y="110"/>
                </a:cubicBezTo>
                <a:cubicBezTo>
                  <a:pt x="82" y="107"/>
                  <a:pt x="84" y="104"/>
                  <a:pt x="86" y="102"/>
                </a:cubicBezTo>
                <a:cubicBezTo>
                  <a:pt x="91" y="98"/>
                  <a:pt x="96" y="94"/>
                  <a:pt x="101" y="92"/>
                </a:cubicBezTo>
                <a:cubicBezTo>
                  <a:pt x="102" y="92"/>
                  <a:pt x="102" y="92"/>
                  <a:pt x="102" y="92"/>
                </a:cubicBezTo>
                <a:cubicBezTo>
                  <a:pt x="107" y="89"/>
                  <a:pt x="114" y="88"/>
                  <a:pt x="120" y="88"/>
                </a:cubicBezTo>
                <a:cubicBezTo>
                  <a:pt x="126" y="88"/>
                  <a:pt x="133" y="89"/>
                  <a:pt x="138" y="92"/>
                </a:cubicBezTo>
                <a:cubicBezTo>
                  <a:pt x="138" y="92"/>
                  <a:pt x="138" y="92"/>
                  <a:pt x="139" y="92"/>
                </a:cubicBezTo>
                <a:cubicBezTo>
                  <a:pt x="144" y="94"/>
                  <a:pt x="149" y="98"/>
                  <a:pt x="154" y="102"/>
                </a:cubicBezTo>
                <a:cubicBezTo>
                  <a:pt x="156" y="104"/>
                  <a:pt x="158" y="107"/>
                  <a:pt x="160" y="110"/>
                </a:cubicBezTo>
                <a:cubicBezTo>
                  <a:pt x="161" y="111"/>
                  <a:pt x="162" y="112"/>
                  <a:pt x="164" y="112"/>
                </a:cubicBezTo>
                <a:cubicBezTo>
                  <a:pt x="232" y="112"/>
                  <a:pt x="232" y="112"/>
                  <a:pt x="232" y="112"/>
                </a:cubicBezTo>
                <a:lnTo>
                  <a:pt x="232" y="160"/>
                </a:lnTo>
                <a:close/>
                <a:moveTo>
                  <a:pt x="212" y="148"/>
                </a:moveTo>
                <a:cubicBezTo>
                  <a:pt x="214" y="148"/>
                  <a:pt x="216" y="146"/>
                  <a:pt x="216" y="144"/>
                </a:cubicBezTo>
                <a:cubicBezTo>
                  <a:pt x="216" y="128"/>
                  <a:pt x="216" y="128"/>
                  <a:pt x="216" y="128"/>
                </a:cubicBezTo>
                <a:cubicBezTo>
                  <a:pt x="216" y="126"/>
                  <a:pt x="214" y="124"/>
                  <a:pt x="212" y="124"/>
                </a:cubicBezTo>
                <a:cubicBezTo>
                  <a:pt x="210" y="124"/>
                  <a:pt x="208" y="126"/>
                  <a:pt x="208" y="128"/>
                </a:cubicBezTo>
                <a:cubicBezTo>
                  <a:pt x="208" y="144"/>
                  <a:pt x="208" y="144"/>
                  <a:pt x="208" y="144"/>
                </a:cubicBezTo>
                <a:cubicBezTo>
                  <a:pt x="208" y="146"/>
                  <a:pt x="210" y="148"/>
                  <a:pt x="212" y="148"/>
                </a:cubicBezTo>
                <a:close/>
                <a:moveTo>
                  <a:pt x="28" y="124"/>
                </a:moveTo>
                <a:cubicBezTo>
                  <a:pt x="26" y="124"/>
                  <a:pt x="24" y="126"/>
                  <a:pt x="24" y="128"/>
                </a:cubicBezTo>
                <a:cubicBezTo>
                  <a:pt x="24" y="144"/>
                  <a:pt x="24" y="144"/>
                  <a:pt x="24" y="144"/>
                </a:cubicBezTo>
                <a:cubicBezTo>
                  <a:pt x="24" y="146"/>
                  <a:pt x="26" y="148"/>
                  <a:pt x="28" y="148"/>
                </a:cubicBezTo>
                <a:cubicBezTo>
                  <a:pt x="30" y="148"/>
                  <a:pt x="32" y="146"/>
                  <a:pt x="32" y="144"/>
                </a:cubicBezTo>
                <a:cubicBezTo>
                  <a:pt x="32" y="128"/>
                  <a:pt x="32" y="128"/>
                  <a:pt x="32" y="128"/>
                </a:cubicBezTo>
                <a:cubicBezTo>
                  <a:pt x="32" y="126"/>
                  <a:pt x="30" y="124"/>
                  <a:pt x="28" y="124"/>
                </a:cubicBezTo>
                <a:close/>
                <a:moveTo>
                  <a:pt x="108" y="220"/>
                </a:moveTo>
                <a:cubicBezTo>
                  <a:pt x="108" y="218"/>
                  <a:pt x="106" y="216"/>
                  <a:pt x="104" y="216"/>
                </a:cubicBezTo>
                <a:cubicBezTo>
                  <a:pt x="102" y="216"/>
                  <a:pt x="100" y="218"/>
                  <a:pt x="100" y="220"/>
                </a:cubicBezTo>
                <a:cubicBezTo>
                  <a:pt x="100" y="231"/>
                  <a:pt x="109" y="240"/>
                  <a:pt x="120" y="240"/>
                </a:cubicBezTo>
                <a:cubicBezTo>
                  <a:pt x="122" y="240"/>
                  <a:pt x="124" y="238"/>
                  <a:pt x="124" y="236"/>
                </a:cubicBezTo>
                <a:cubicBezTo>
                  <a:pt x="124" y="234"/>
                  <a:pt x="122" y="232"/>
                  <a:pt x="120" y="232"/>
                </a:cubicBezTo>
                <a:cubicBezTo>
                  <a:pt x="113" y="232"/>
                  <a:pt x="108" y="227"/>
                  <a:pt x="108" y="220"/>
                </a:cubicBezTo>
                <a:close/>
                <a:moveTo>
                  <a:pt x="120" y="104"/>
                </a:moveTo>
                <a:cubicBezTo>
                  <a:pt x="111" y="104"/>
                  <a:pt x="103" y="107"/>
                  <a:pt x="97" y="113"/>
                </a:cubicBezTo>
                <a:cubicBezTo>
                  <a:pt x="91" y="119"/>
                  <a:pt x="88" y="127"/>
                  <a:pt x="88" y="136"/>
                </a:cubicBezTo>
                <a:cubicBezTo>
                  <a:pt x="88" y="145"/>
                  <a:pt x="91" y="153"/>
                  <a:pt x="97" y="159"/>
                </a:cubicBezTo>
                <a:cubicBezTo>
                  <a:pt x="99" y="160"/>
                  <a:pt x="101" y="160"/>
                  <a:pt x="103" y="159"/>
                </a:cubicBezTo>
                <a:cubicBezTo>
                  <a:pt x="105" y="157"/>
                  <a:pt x="105" y="155"/>
                  <a:pt x="103" y="153"/>
                </a:cubicBezTo>
                <a:cubicBezTo>
                  <a:pt x="98" y="148"/>
                  <a:pt x="96" y="142"/>
                  <a:pt x="96" y="136"/>
                </a:cubicBezTo>
                <a:cubicBezTo>
                  <a:pt x="96" y="130"/>
                  <a:pt x="98" y="124"/>
                  <a:pt x="103" y="119"/>
                </a:cubicBezTo>
                <a:cubicBezTo>
                  <a:pt x="108" y="114"/>
                  <a:pt x="114" y="112"/>
                  <a:pt x="120" y="112"/>
                </a:cubicBezTo>
                <a:cubicBezTo>
                  <a:pt x="126" y="112"/>
                  <a:pt x="132" y="114"/>
                  <a:pt x="137" y="119"/>
                </a:cubicBezTo>
                <a:cubicBezTo>
                  <a:pt x="142" y="124"/>
                  <a:pt x="144" y="130"/>
                  <a:pt x="144" y="136"/>
                </a:cubicBezTo>
                <a:cubicBezTo>
                  <a:pt x="144" y="142"/>
                  <a:pt x="142" y="148"/>
                  <a:pt x="137" y="153"/>
                </a:cubicBezTo>
                <a:cubicBezTo>
                  <a:pt x="135" y="155"/>
                  <a:pt x="135" y="157"/>
                  <a:pt x="137" y="159"/>
                </a:cubicBezTo>
                <a:cubicBezTo>
                  <a:pt x="138" y="159"/>
                  <a:pt x="139" y="160"/>
                  <a:pt x="140" y="160"/>
                </a:cubicBezTo>
                <a:cubicBezTo>
                  <a:pt x="141" y="160"/>
                  <a:pt x="142" y="159"/>
                  <a:pt x="143" y="159"/>
                </a:cubicBezTo>
                <a:cubicBezTo>
                  <a:pt x="149" y="153"/>
                  <a:pt x="152" y="145"/>
                  <a:pt x="152" y="136"/>
                </a:cubicBezTo>
                <a:cubicBezTo>
                  <a:pt x="152" y="127"/>
                  <a:pt x="149" y="119"/>
                  <a:pt x="143" y="113"/>
                </a:cubicBezTo>
                <a:cubicBezTo>
                  <a:pt x="137" y="107"/>
                  <a:pt x="129" y="104"/>
                  <a:pt x="120" y="10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30" name="Freeform 8">
            <a:extLst>
              <a:ext uri="{FF2B5EF4-FFF2-40B4-BE49-F238E27FC236}">
                <a16:creationId xmlns:a16="http://schemas.microsoft.com/office/drawing/2014/main" id="{F7ED13AE-45B0-4D5A-B348-7265A3B96691}"/>
              </a:ext>
            </a:extLst>
          </p:cNvPr>
          <p:cNvSpPr>
            <a:spLocks noChangeAspect="1" noEditPoints="1"/>
          </p:cNvSpPr>
          <p:nvPr/>
        </p:nvSpPr>
        <p:spPr bwMode="auto">
          <a:xfrm>
            <a:off x="573088" y="1468529"/>
            <a:ext cx="400050" cy="400050"/>
          </a:xfrm>
          <a:custGeom>
            <a:avLst/>
            <a:gdLst>
              <a:gd name="T0" fmla="*/ 176 w 256"/>
              <a:gd name="T1" fmla="*/ 28 h 256"/>
              <a:gd name="T2" fmla="*/ 159 w 256"/>
              <a:gd name="T3" fmla="*/ 8 h 256"/>
              <a:gd name="T4" fmla="*/ 196 w 256"/>
              <a:gd name="T5" fmla="*/ 17 h 256"/>
              <a:gd name="T6" fmla="*/ 160 w 256"/>
              <a:gd name="T7" fmla="*/ 0 h 256"/>
              <a:gd name="T8" fmla="*/ 63 w 256"/>
              <a:gd name="T9" fmla="*/ 12 h 256"/>
              <a:gd name="T10" fmla="*/ 97 w 256"/>
              <a:gd name="T11" fmla="*/ 8 h 256"/>
              <a:gd name="T12" fmla="*/ 80 w 256"/>
              <a:gd name="T13" fmla="*/ 28 h 256"/>
              <a:gd name="T14" fmla="*/ 0 w 256"/>
              <a:gd name="T15" fmla="*/ 76 h 256"/>
              <a:gd name="T16" fmla="*/ 20 w 256"/>
              <a:gd name="T17" fmla="*/ 124 h 256"/>
              <a:gd name="T18" fmla="*/ 28 w 256"/>
              <a:gd name="T19" fmla="*/ 100 h 256"/>
              <a:gd name="T20" fmla="*/ 20 w 256"/>
              <a:gd name="T21" fmla="*/ 116 h 256"/>
              <a:gd name="T22" fmla="*/ 8 w 256"/>
              <a:gd name="T23" fmla="*/ 76 h 256"/>
              <a:gd name="T24" fmla="*/ 40 w 256"/>
              <a:gd name="T25" fmla="*/ 68 h 256"/>
              <a:gd name="T26" fmla="*/ 57 w 256"/>
              <a:gd name="T27" fmla="*/ 250 h 256"/>
              <a:gd name="T28" fmla="*/ 63 w 256"/>
              <a:gd name="T29" fmla="*/ 254 h 256"/>
              <a:gd name="T30" fmla="*/ 193 w 256"/>
              <a:gd name="T31" fmla="*/ 254 h 256"/>
              <a:gd name="T32" fmla="*/ 199 w 256"/>
              <a:gd name="T33" fmla="*/ 250 h 256"/>
              <a:gd name="T34" fmla="*/ 216 w 256"/>
              <a:gd name="T35" fmla="*/ 68 h 256"/>
              <a:gd name="T36" fmla="*/ 248 w 256"/>
              <a:gd name="T37" fmla="*/ 76 h 256"/>
              <a:gd name="T38" fmla="*/ 236 w 256"/>
              <a:gd name="T39" fmla="*/ 116 h 256"/>
              <a:gd name="T40" fmla="*/ 228 w 256"/>
              <a:gd name="T41" fmla="*/ 100 h 256"/>
              <a:gd name="T42" fmla="*/ 236 w 256"/>
              <a:gd name="T43" fmla="*/ 124 h 256"/>
              <a:gd name="T44" fmla="*/ 256 w 256"/>
              <a:gd name="T45" fmla="*/ 76 h 256"/>
              <a:gd name="T46" fmla="*/ 145 w 256"/>
              <a:gd name="T47" fmla="*/ 28 h 256"/>
              <a:gd name="T48" fmla="*/ 151 w 256"/>
              <a:gd name="T49" fmla="*/ 8 h 256"/>
              <a:gd name="T50" fmla="*/ 68 w 256"/>
              <a:gd name="T51" fmla="*/ 232 h 256"/>
              <a:gd name="T52" fmla="*/ 80 w 256"/>
              <a:gd name="T53" fmla="*/ 36 h 256"/>
              <a:gd name="T54" fmla="*/ 208 w 256"/>
              <a:gd name="T55" fmla="*/ 212 h 256"/>
              <a:gd name="T56" fmla="*/ 164 w 256"/>
              <a:gd name="T57" fmla="*/ 59 h 256"/>
              <a:gd name="T58" fmla="*/ 92 w 256"/>
              <a:gd name="T59" fmla="*/ 59 h 256"/>
              <a:gd name="T60" fmla="*/ 60 w 256"/>
              <a:gd name="T61" fmla="*/ 84 h 256"/>
              <a:gd name="T62" fmla="*/ 160 w 256"/>
              <a:gd name="T63" fmla="*/ 176 h 256"/>
              <a:gd name="T64" fmla="*/ 168 w 256"/>
              <a:gd name="T65" fmla="*/ 56 h 256"/>
              <a:gd name="T66" fmla="*/ 96 w 256"/>
              <a:gd name="T67" fmla="*/ 168 h 256"/>
              <a:gd name="T68" fmla="*/ 86 w 256"/>
              <a:gd name="T69" fmla="*/ 64 h 256"/>
              <a:gd name="T70" fmla="*/ 170 w 256"/>
              <a:gd name="T71" fmla="*/ 64 h 256"/>
              <a:gd name="T72" fmla="*/ 108 w 256"/>
              <a:gd name="T73" fmla="*/ 56 h 256"/>
              <a:gd name="T74" fmla="*/ 148 w 256"/>
              <a:gd name="T75" fmla="*/ 48 h 256"/>
              <a:gd name="T76" fmla="*/ 108 w 256"/>
              <a:gd name="T77" fmla="*/ 56 h 256"/>
              <a:gd name="T78" fmla="*/ 175 w 256"/>
              <a:gd name="T79" fmla="*/ 194 h 256"/>
              <a:gd name="T80" fmla="*/ 162 w 256"/>
              <a:gd name="T81" fmla="*/ 199 h 256"/>
              <a:gd name="T82" fmla="*/ 192 w 256"/>
              <a:gd name="T83" fmla="*/ 212 h 256"/>
              <a:gd name="T84" fmla="*/ 87 w 256"/>
              <a:gd name="T85" fmla="*/ 190 h 256"/>
              <a:gd name="T86" fmla="*/ 88 w 256"/>
              <a:gd name="T87" fmla="*/ 204 h 256"/>
              <a:gd name="T88" fmla="*/ 64 w 256"/>
              <a:gd name="T89" fmla="*/ 212 h 256"/>
              <a:gd name="T90" fmla="*/ 94 w 256"/>
              <a:gd name="T91" fmla="*/ 19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6" h="256">
                <a:moveTo>
                  <a:pt x="236" y="56"/>
                </a:moveTo>
                <a:cubicBezTo>
                  <a:pt x="214" y="56"/>
                  <a:pt x="214" y="56"/>
                  <a:pt x="214" y="56"/>
                </a:cubicBezTo>
                <a:cubicBezTo>
                  <a:pt x="209" y="40"/>
                  <a:pt x="194" y="28"/>
                  <a:pt x="176" y="28"/>
                </a:cubicBezTo>
                <a:cubicBezTo>
                  <a:pt x="153" y="28"/>
                  <a:pt x="153" y="28"/>
                  <a:pt x="153" y="28"/>
                </a:cubicBezTo>
                <a:cubicBezTo>
                  <a:pt x="159" y="8"/>
                  <a:pt x="159" y="8"/>
                  <a:pt x="159" y="8"/>
                </a:cubicBezTo>
                <a:cubicBezTo>
                  <a:pt x="159" y="8"/>
                  <a:pt x="159" y="8"/>
                  <a:pt x="159" y="8"/>
                </a:cubicBezTo>
                <a:cubicBezTo>
                  <a:pt x="191" y="20"/>
                  <a:pt x="191" y="20"/>
                  <a:pt x="191" y="20"/>
                </a:cubicBezTo>
                <a:cubicBezTo>
                  <a:pt x="191" y="20"/>
                  <a:pt x="192" y="20"/>
                  <a:pt x="192" y="20"/>
                </a:cubicBezTo>
                <a:cubicBezTo>
                  <a:pt x="194" y="20"/>
                  <a:pt x="195" y="19"/>
                  <a:pt x="196" y="17"/>
                </a:cubicBezTo>
                <a:cubicBezTo>
                  <a:pt x="197" y="15"/>
                  <a:pt x="195" y="13"/>
                  <a:pt x="193" y="12"/>
                </a:cubicBezTo>
                <a:cubicBezTo>
                  <a:pt x="161" y="0"/>
                  <a:pt x="161" y="0"/>
                  <a:pt x="161" y="0"/>
                </a:cubicBezTo>
                <a:cubicBezTo>
                  <a:pt x="161" y="0"/>
                  <a:pt x="160" y="0"/>
                  <a:pt x="160" y="0"/>
                </a:cubicBezTo>
                <a:cubicBezTo>
                  <a:pt x="96" y="0"/>
                  <a:pt x="96" y="0"/>
                  <a:pt x="96" y="0"/>
                </a:cubicBezTo>
                <a:cubicBezTo>
                  <a:pt x="96" y="0"/>
                  <a:pt x="95" y="0"/>
                  <a:pt x="95" y="0"/>
                </a:cubicBezTo>
                <a:cubicBezTo>
                  <a:pt x="63" y="12"/>
                  <a:pt x="63" y="12"/>
                  <a:pt x="63" y="12"/>
                </a:cubicBezTo>
                <a:cubicBezTo>
                  <a:pt x="61" y="13"/>
                  <a:pt x="59" y="15"/>
                  <a:pt x="60" y="17"/>
                </a:cubicBezTo>
                <a:cubicBezTo>
                  <a:pt x="61" y="19"/>
                  <a:pt x="63" y="21"/>
                  <a:pt x="65" y="20"/>
                </a:cubicBezTo>
                <a:cubicBezTo>
                  <a:pt x="97" y="8"/>
                  <a:pt x="97" y="8"/>
                  <a:pt x="97" y="8"/>
                </a:cubicBezTo>
                <a:cubicBezTo>
                  <a:pt x="97" y="8"/>
                  <a:pt x="97" y="8"/>
                  <a:pt x="97" y="8"/>
                </a:cubicBezTo>
                <a:cubicBezTo>
                  <a:pt x="103" y="28"/>
                  <a:pt x="103" y="28"/>
                  <a:pt x="103" y="28"/>
                </a:cubicBezTo>
                <a:cubicBezTo>
                  <a:pt x="80" y="28"/>
                  <a:pt x="80" y="28"/>
                  <a:pt x="80" y="28"/>
                </a:cubicBezTo>
                <a:cubicBezTo>
                  <a:pt x="62" y="28"/>
                  <a:pt x="47" y="40"/>
                  <a:pt x="42" y="56"/>
                </a:cubicBezTo>
                <a:cubicBezTo>
                  <a:pt x="20" y="56"/>
                  <a:pt x="20" y="56"/>
                  <a:pt x="20" y="56"/>
                </a:cubicBezTo>
                <a:cubicBezTo>
                  <a:pt x="9" y="56"/>
                  <a:pt x="0" y="65"/>
                  <a:pt x="0" y="76"/>
                </a:cubicBezTo>
                <a:cubicBezTo>
                  <a:pt x="0" y="112"/>
                  <a:pt x="0" y="112"/>
                  <a:pt x="0" y="112"/>
                </a:cubicBezTo>
                <a:cubicBezTo>
                  <a:pt x="0" y="119"/>
                  <a:pt x="5" y="124"/>
                  <a:pt x="12" y="124"/>
                </a:cubicBezTo>
                <a:cubicBezTo>
                  <a:pt x="20" y="124"/>
                  <a:pt x="20" y="124"/>
                  <a:pt x="20" y="124"/>
                </a:cubicBezTo>
                <a:cubicBezTo>
                  <a:pt x="27" y="124"/>
                  <a:pt x="32" y="119"/>
                  <a:pt x="32" y="112"/>
                </a:cubicBezTo>
                <a:cubicBezTo>
                  <a:pt x="32" y="104"/>
                  <a:pt x="32" y="104"/>
                  <a:pt x="32" y="104"/>
                </a:cubicBezTo>
                <a:cubicBezTo>
                  <a:pt x="32" y="102"/>
                  <a:pt x="30" y="100"/>
                  <a:pt x="28" y="100"/>
                </a:cubicBezTo>
                <a:cubicBezTo>
                  <a:pt x="26" y="100"/>
                  <a:pt x="24" y="102"/>
                  <a:pt x="24" y="104"/>
                </a:cubicBezTo>
                <a:cubicBezTo>
                  <a:pt x="24" y="112"/>
                  <a:pt x="24" y="112"/>
                  <a:pt x="24" y="112"/>
                </a:cubicBezTo>
                <a:cubicBezTo>
                  <a:pt x="24" y="114"/>
                  <a:pt x="22" y="116"/>
                  <a:pt x="20" y="116"/>
                </a:cubicBezTo>
                <a:cubicBezTo>
                  <a:pt x="12" y="116"/>
                  <a:pt x="12" y="116"/>
                  <a:pt x="12" y="116"/>
                </a:cubicBezTo>
                <a:cubicBezTo>
                  <a:pt x="10" y="116"/>
                  <a:pt x="8" y="114"/>
                  <a:pt x="8" y="112"/>
                </a:cubicBezTo>
                <a:cubicBezTo>
                  <a:pt x="8" y="76"/>
                  <a:pt x="8" y="76"/>
                  <a:pt x="8" y="76"/>
                </a:cubicBezTo>
                <a:cubicBezTo>
                  <a:pt x="8" y="69"/>
                  <a:pt x="13" y="64"/>
                  <a:pt x="20" y="64"/>
                </a:cubicBezTo>
                <a:cubicBezTo>
                  <a:pt x="40" y="64"/>
                  <a:pt x="40" y="64"/>
                  <a:pt x="40" y="64"/>
                </a:cubicBezTo>
                <a:cubicBezTo>
                  <a:pt x="40" y="65"/>
                  <a:pt x="40" y="67"/>
                  <a:pt x="40" y="68"/>
                </a:cubicBezTo>
                <a:cubicBezTo>
                  <a:pt x="40" y="212"/>
                  <a:pt x="40" y="212"/>
                  <a:pt x="40" y="212"/>
                </a:cubicBezTo>
                <a:cubicBezTo>
                  <a:pt x="40" y="226"/>
                  <a:pt x="51" y="238"/>
                  <a:pt x="64" y="240"/>
                </a:cubicBezTo>
                <a:cubicBezTo>
                  <a:pt x="57" y="250"/>
                  <a:pt x="57" y="250"/>
                  <a:pt x="57" y="250"/>
                </a:cubicBezTo>
                <a:cubicBezTo>
                  <a:pt x="55" y="251"/>
                  <a:pt x="56" y="254"/>
                  <a:pt x="58" y="255"/>
                </a:cubicBezTo>
                <a:cubicBezTo>
                  <a:pt x="58" y="256"/>
                  <a:pt x="59" y="256"/>
                  <a:pt x="60" y="256"/>
                </a:cubicBezTo>
                <a:cubicBezTo>
                  <a:pt x="61" y="256"/>
                  <a:pt x="62" y="255"/>
                  <a:pt x="63" y="254"/>
                </a:cubicBezTo>
                <a:cubicBezTo>
                  <a:pt x="74" y="240"/>
                  <a:pt x="74" y="240"/>
                  <a:pt x="74" y="240"/>
                </a:cubicBezTo>
                <a:cubicBezTo>
                  <a:pt x="182" y="240"/>
                  <a:pt x="182" y="240"/>
                  <a:pt x="182" y="240"/>
                </a:cubicBezTo>
                <a:cubicBezTo>
                  <a:pt x="193" y="254"/>
                  <a:pt x="193" y="254"/>
                  <a:pt x="193" y="254"/>
                </a:cubicBezTo>
                <a:cubicBezTo>
                  <a:pt x="194" y="255"/>
                  <a:pt x="195" y="256"/>
                  <a:pt x="196" y="256"/>
                </a:cubicBezTo>
                <a:cubicBezTo>
                  <a:pt x="197" y="256"/>
                  <a:pt x="198" y="256"/>
                  <a:pt x="198" y="255"/>
                </a:cubicBezTo>
                <a:cubicBezTo>
                  <a:pt x="200" y="254"/>
                  <a:pt x="201" y="251"/>
                  <a:pt x="199" y="250"/>
                </a:cubicBezTo>
                <a:cubicBezTo>
                  <a:pt x="192" y="240"/>
                  <a:pt x="192" y="240"/>
                  <a:pt x="192" y="240"/>
                </a:cubicBezTo>
                <a:cubicBezTo>
                  <a:pt x="205" y="238"/>
                  <a:pt x="216" y="226"/>
                  <a:pt x="216" y="212"/>
                </a:cubicBezTo>
                <a:cubicBezTo>
                  <a:pt x="216" y="68"/>
                  <a:pt x="216" y="68"/>
                  <a:pt x="216" y="68"/>
                </a:cubicBezTo>
                <a:cubicBezTo>
                  <a:pt x="216" y="67"/>
                  <a:pt x="216" y="65"/>
                  <a:pt x="216" y="64"/>
                </a:cubicBezTo>
                <a:cubicBezTo>
                  <a:pt x="236" y="64"/>
                  <a:pt x="236" y="64"/>
                  <a:pt x="236" y="64"/>
                </a:cubicBezTo>
                <a:cubicBezTo>
                  <a:pt x="243" y="64"/>
                  <a:pt x="248" y="69"/>
                  <a:pt x="248" y="76"/>
                </a:cubicBezTo>
                <a:cubicBezTo>
                  <a:pt x="248" y="112"/>
                  <a:pt x="248" y="112"/>
                  <a:pt x="248" y="112"/>
                </a:cubicBezTo>
                <a:cubicBezTo>
                  <a:pt x="248" y="114"/>
                  <a:pt x="246" y="116"/>
                  <a:pt x="244" y="116"/>
                </a:cubicBezTo>
                <a:cubicBezTo>
                  <a:pt x="236" y="116"/>
                  <a:pt x="236" y="116"/>
                  <a:pt x="236" y="116"/>
                </a:cubicBezTo>
                <a:cubicBezTo>
                  <a:pt x="234" y="116"/>
                  <a:pt x="232" y="114"/>
                  <a:pt x="232" y="112"/>
                </a:cubicBezTo>
                <a:cubicBezTo>
                  <a:pt x="232" y="104"/>
                  <a:pt x="232" y="104"/>
                  <a:pt x="232" y="104"/>
                </a:cubicBezTo>
                <a:cubicBezTo>
                  <a:pt x="232" y="102"/>
                  <a:pt x="230" y="100"/>
                  <a:pt x="228" y="100"/>
                </a:cubicBezTo>
                <a:cubicBezTo>
                  <a:pt x="226" y="100"/>
                  <a:pt x="224" y="102"/>
                  <a:pt x="224" y="104"/>
                </a:cubicBezTo>
                <a:cubicBezTo>
                  <a:pt x="224" y="112"/>
                  <a:pt x="224" y="112"/>
                  <a:pt x="224" y="112"/>
                </a:cubicBezTo>
                <a:cubicBezTo>
                  <a:pt x="224" y="119"/>
                  <a:pt x="229" y="124"/>
                  <a:pt x="236" y="124"/>
                </a:cubicBezTo>
                <a:cubicBezTo>
                  <a:pt x="244" y="124"/>
                  <a:pt x="244" y="124"/>
                  <a:pt x="244" y="124"/>
                </a:cubicBezTo>
                <a:cubicBezTo>
                  <a:pt x="251" y="124"/>
                  <a:pt x="256" y="119"/>
                  <a:pt x="256" y="112"/>
                </a:cubicBezTo>
                <a:cubicBezTo>
                  <a:pt x="256" y="76"/>
                  <a:pt x="256" y="76"/>
                  <a:pt x="256" y="76"/>
                </a:cubicBezTo>
                <a:cubicBezTo>
                  <a:pt x="256" y="65"/>
                  <a:pt x="247" y="56"/>
                  <a:pt x="236" y="56"/>
                </a:cubicBezTo>
                <a:close/>
                <a:moveTo>
                  <a:pt x="151" y="8"/>
                </a:moveTo>
                <a:cubicBezTo>
                  <a:pt x="145" y="28"/>
                  <a:pt x="145" y="28"/>
                  <a:pt x="145" y="28"/>
                </a:cubicBezTo>
                <a:cubicBezTo>
                  <a:pt x="111" y="28"/>
                  <a:pt x="111" y="28"/>
                  <a:pt x="111" y="28"/>
                </a:cubicBezTo>
                <a:cubicBezTo>
                  <a:pt x="105" y="8"/>
                  <a:pt x="105" y="8"/>
                  <a:pt x="105" y="8"/>
                </a:cubicBezTo>
                <a:lnTo>
                  <a:pt x="151" y="8"/>
                </a:lnTo>
                <a:close/>
                <a:moveTo>
                  <a:pt x="208" y="212"/>
                </a:moveTo>
                <a:cubicBezTo>
                  <a:pt x="208" y="223"/>
                  <a:pt x="199" y="232"/>
                  <a:pt x="188" y="232"/>
                </a:cubicBezTo>
                <a:cubicBezTo>
                  <a:pt x="68" y="232"/>
                  <a:pt x="68" y="232"/>
                  <a:pt x="68" y="232"/>
                </a:cubicBezTo>
                <a:cubicBezTo>
                  <a:pt x="57" y="232"/>
                  <a:pt x="48" y="223"/>
                  <a:pt x="48" y="212"/>
                </a:cubicBezTo>
                <a:cubicBezTo>
                  <a:pt x="48" y="68"/>
                  <a:pt x="48" y="68"/>
                  <a:pt x="48" y="68"/>
                </a:cubicBezTo>
                <a:cubicBezTo>
                  <a:pt x="48" y="50"/>
                  <a:pt x="62" y="36"/>
                  <a:pt x="80" y="36"/>
                </a:cubicBezTo>
                <a:cubicBezTo>
                  <a:pt x="176" y="36"/>
                  <a:pt x="176" y="36"/>
                  <a:pt x="176" y="36"/>
                </a:cubicBezTo>
                <a:cubicBezTo>
                  <a:pt x="194" y="36"/>
                  <a:pt x="208" y="50"/>
                  <a:pt x="208" y="68"/>
                </a:cubicBezTo>
                <a:lnTo>
                  <a:pt x="208" y="212"/>
                </a:lnTo>
                <a:close/>
                <a:moveTo>
                  <a:pt x="168" y="56"/>
                </a:moveTo>
                <a:cubicBezTo>
                  <a:pt x="167" y="56"/>
                  <a:pt x="167" y="56"/>
                  <a:pt x="167" y="56"/>
                </a:cubicBezTo>
                <a:cubicBezTo>
                  <a:pt x="166" y="56"/>
                  <a:pt x="164" y="57"/>
                  <a:pt x="164" y="59"/>
                </a:cubicBezTo>
                <a:cubicBezTo>
                  <a:pt x="162" y="64"/>
                  <a:pt x="157" y="68"/>
                  <a:pt x="152" y="68"/>
                </a:cubicBezTo>
                <a:cubicBezTo>
                  <a:pt x="104" y="68"/>
                  <a:pt x="104" y="68"/>
                  <a:pt x="104" y="68"/>
                </a:cubicBezTo>
                <a:cubicBezTo>
                  <a:pt x="99" y="68"/>
                  <a:pt x="94" y="64"/>
                  <a:pt x="92" y="59"/>
                </a:cubicBezTo>
                <a:cubicBezTo>
                  <a:pt x="92" y="57"/>
                  <a:pt x="90" y="56"/>
                  <a:pt x="89" y="56"/>
                </a:cubicBezTo>
                <a:cubicBezTo>
                  <a:pt x="88" y="56"/>
                  <a:pt x="88" y="56"/>
                  <a:pt x="88" y="56"/>
                </a:cubicBezTo>
                <a:cubicBezTo>
                  <a:pt x="73" y="56"/>
                  <a:pt x="60" y="69"/>
                  <a:pt x="60" y="84"/>
                </a:cubicBezTo>
                <a:cubicBezTo>
                  <a:pt x="60" y="140"/>
                  <a:pt x="60" y="140"/>
                  <a:pt x="60" y="140"/>
                </a:cubicBezTo>
                <a:cubicBezTo>
                  <a:pt x="60" y="160"/>
                  <a:pt x="76" y="176"/>
                  <a:pt x="96" y="176"/>
                </a:cubicBezTo>
                <a:cubicBezTo>
                  <a:pt x="160" y="176"/>
                  <a:pt x="160" y="176"/>
                  <a:pt x="160" y="176"/>
                </a:cubicBezTo>
                <a:cubicBezTo>
                  <a:pt x="180" y="176"/>
                  <a:pt x="196" y="160"/>
                  <a:pt x="196" y="140"/>
                </a:cubicBezTo>
                <a:cubicBezTo>
                  <a:pt x="196" y="84"/>
                  <a:pt x="196" y="84"/>
                  <a:pt x="196" y="84"/>
                </a:cubicBezTo>
                <a:cubicBezTo>
                  <a:pt x="196" y="69"/>
                  <a:pt x="183" y="56"/>
                  <a:pt x="168" y="56"/>
                </a:cubicBezTo>
                <a:close/>
                <a:moveTo>
                  <a:pt x="188" y="140"/>
                </a:moveTo>
                <a:cubicBezTo>
                  <a:pt x="188" y="155"/>
                  <a:pt x="175" y="168"/>
                  <a:pt x="160" y="168"/>
                </a:cubicBezTo>
                <a:cubicBezTo>
                  <a:pt x="96" y="168"/>
                  <a:pt x="96" y="168"/>
                  <a:pt x="96" y="168"/>
                </a:cubicBezTo>
                <a:cubicBezTo>
                  <a:pt x="81" y="168"/>
                  <a:pt x="68" y="155"/>
                  <a:pt x="68" y="140"/>
                </a:cubicBezTo>
                <a:cubicBezTo>
                  <a:pt x="68" y="84"/>
                  <a:pt x="68" y="84"/>
                  <a:pt x="68" y="84"/>
                </a:cubicBezTo>
                <a:cubicBezTo>
                  <a:pt x="68" y="74"/>
                  <a:pt x="76" y="65"/>
                  <a:pt x="86" y="64"/>
                </a:cubicBezTo>
                <a:cubicBezTo>
                  <a:pt x="89" y="71"/>
                  <a:pt x="96" y="76"/>
                  <a:pt x="104" y="76"/>
                </a:cubicBezTo>
                <a:cubicBezTo>
                  <a:pt x="152" y="76"/>
                  <a:pt x="152" y="76"/>
                  <a:pt x="152" y="76"/>
                </a:cubicBezTo>
                <a:cubicBezTo>
                  <a:pt x="160" y="76"/>
                  <a:pt x="167" y="71"/>
                  <a:pt x="170" y="64"/>
                </a:cubicBezTo>
                <a:cubicBezTo>
                  <a:pt x="180" y="65"/>
                  <a:pt x="188" y="74"/>
                  <a:pt x="188" y="84"/>
                </a:cubicBezTo>
                <a:lnTo>
                  <a:pt x="188" y="140"/>
                </a:lnTo>
                <a:close/>
                <a:moveTo>
                  <a:pt x="108" y="56"/>
                </a:moveTo>
                <a:cubicBezTo>
                  <a:pt x="148" y="56"/>
                  <a:pt x="148" y="56"/>
                  <a:pt x="148" y="56"/>
                </a:cubicBezTo>
                <a:cubicBezTo>
                  <a:pt x="150" y="56"/>
                  <a:pt x="152" y="54"/>
                  <a:pt x="152" y="52"/>
                </a:cubicBezTo>
                <a:cubicBezTo>
                  <a:pt x="152" y="50"/>
                  <a:pt x="150" y="48"/>
                  <a:pt x="148" y="48"/>
                </a:cubicBezTo>
                <a:cubicBezTo>
                  <a:pt x="108" y="48"/>
                  <a:pt x="108" y="48"/>
                  <a:pt x="108" y="48"/>
                </a:cubicBezTo>
                <a:cubicBezTo>
                  <a:pt x="106" y="48"/>
                  <a:pt x="104" y="50"/>
                  <a:pt x="104" y="52"/>
                </a:cubicBezTo>
                <a:cubicBezTo>
                  <a:pt x="104" y="54"/>
                  <a:pt x="106" y="56"/>
                  <a:pt x="108" y="56"/>
                </a:cubicBezTo>
                <a:close/>
                <a:moveTo>
                  <a:pt x="192" y="204"/>
                </a:moveTo>
                <a:cubicBezTo>
                  <a:pt x="168" y="204"/>
                  <a:pt x="168" y="204"/>
                  <a:pt x="168" y="204"/>
                </a:cubicBezTo>
                <a:cubicBezTo>
                  <a:pt x="175" y="194"/>
                  <a:pt x="175" y="194"/>
                  <a:pt x="175" y="194"/>
                </a:cubicBezTo>
                <a:cubicBezTo>
                  <a:pt x="177" y="193"/>
                  <a:pt x="176" y="190"/>
                  <a:pt x="174" y="189"/>
                </a:cubicBezTo>
                <a:cubicBezTo>
                  <a:pt x="173" y="187"/>
                  <a:pt x="170" y="188"/>
                  <a:pt x="169" y="190"/>
                </a:cubicBezTo>
                <a:cubicBezTo>
                  <a:pt x="162" y="199"/>
                  <a:pt x="162" y="199"/>
                  <a:pt x="162" y="199"/>
                </a:cubicBezTo>
                <a:cubicBezTo>
                  <a:pt x="160" y="202"/>
                  <a:pt x="159" y="205"/>
                  <a:pt x="161" y="208"/>
                </a:cubicBezTo>
                <a:cubicBezTo>
                  <a:pt x="162" y="210"/>
                  <a:pt x="165" y="212"/>
                  <a:pt x="168" y="212"/>
                </a:cubicBezTo>
                <a:cubicBezTo>
                  <a:pt x="192" y="212"/>
                  <a:pt x="192" y="212"/>
                  <a:pt x="192" y="212"/>
                </a:cubicBezTo>
                <a:cubicBezTo>
                  <a:pt x="194" y="212"/>
                  <a:pt x="196" y="210"/>
                  <a:pt x="196" y="208"/>
                </a:cubicBezTo>
                <a:cubicBezTo>
                  <a:pt x="196" y="206"/>
                  <a:pt x="194" y="204"/>
                  <a:pt x="192" y="204"/>
                </a:cubicBezTo>
                <a:close/>
                <a:moveTo>
                  <a:pt x="87" y="190"/>
                </a:moveTo>
                <a:cubicBezTo>
                  <a:pt x="86" y="188"/>
                  <a:pt x="83" y="187"/>
                  <a:pt x="82" y="189"/>
                </a:cubicBezTo>
                <a:cubicBezTo>
                  <a:pt x="80" y="190"/>
                  <a:pt x="79" y="193"/>
                  <a:pt x="81" y="194"/>
                </a:cubicBezTo>
                <a:cubicBezTo>
                  <a:pt x="88" y="204"/>
                  <a:pt x="88" y="204"/>
                  <a:pt x="88" y="204"/>
                </a:cubicBezTo>
                <a:cubicBezTo>
                  <a:pt x="64" y="204"/>
                  <a:pt x="64" y="204"/>
                  <a:pt x="64" y="204"/>
                </a:cubicBezTo>
                <a:cubicBezTo>
                  <a:pt x="62" y="204"/>
                  <a:pt x="60" y="206"/>
                  <a:pt x="60" y="208"/>
                </a:cubicBezTo>
                <a:cubicBezTo>
                  <a:pt x="60" y="210"/>
                  <a:pt x="62" y="212"/>
                  <a:pt x="64" y="212"/>
                </a:cubicBezTo>
                <a:cubicBezTo>
                  <a:pt x="88" y="212"/>
                  <a:pt x="88" y="212"/>
                  <a:pt x="88" y="212"/>
                </a:cubicBezTo>
                <a:cubicBezTo>
                  <a:pt x="91" y="212"/>
                  <a:pt x="94" y="210"/>
                  <a:pt x="95" y="208"/>
                </a:cubicBezTo>
                <a:cubicBezTo>
                  <a:pt x="97" y="205"/>
                  <a:pt x="96" y="202"/>
                  <a:pt x="94" y="199"/>
                </a:cubicBezTo>
                <a:lnTo>
                  <a:pt x="87" y="19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6" name="Freeform 12">
            <a:extLst>
              <a:ext uri="{FF2B5EF4-FFF2-40B4-BE49-F238E27FC236}">
                <a16:creationId xmlns:a16="http://schemas.microsoft.com/office/drawing/2014/main" id="{9C2F38F8-98C6-4FAA-BE75-863FF13696FA}"/>
              </a:ext>
            </a:extLst>
          </p:cNvPr>
          <p:cNvSpPr>
            <a:spLocks noChangeAspect="1" noEditPoints="1"/>
          </p:cNvSpPr>
          <p:nvPr/>
        </p:nvSpPr>
        <p:spPr bwMode="auto">
          <a:xfrm>
            <a:off x="1540734" y="1459651"/>
            <a:ext cx="400050" cy="400050"/>
          </a:xfrm>
          <a:custGeom>
            <a:avLst/>
            <a:gdLst>
              <a:gd name="T0" fmla="*/ 125 w 257"/>
              <a:gd name="T1" fmla="*/ 244 h 256"/>
              <a:gd name="T2" fmla="*/ 205 w 257"/>
              <a:gd name="T3" fmla="*/ 244 h 256"/>
              <a:gd name="T4" fmla="*/ 145 w 257"/>
              <a:gd name="T5" fmla="*/ 180 h 256"/>
              <a:gd name="T6" fmla="*/ 177 w 257"/>
              <a:gd name="T7" fmla="*/ 160 h 256"/>
              <a:gd name="T8" fmla="*/ 169 w 257"/>
              <a:gd name="T9" fmla="*/ 160 h 256"/>
              <a:gd name="T10" fmla="*/ 153 w 257"/>
              <a:gd name="T11" fmla="*/ 180 h 256"/>
              <a:gd name="T12" fmla="*/ 169 w 257"/>
              <a:gd name="T13" fmla="*/ 160 h 256"/>
              <a:gd name="T14" fmla="*/ 193 w 257"/>
              <a:gd name="T15" fmla="*/ 195 h 256"/>
              <a:gd name="T16" fmla="*/ 201 w 257"/>
              <a:gd name="T17" fmla="*/ 197 h 256"/>
              <a:gd name="T18" fmla="*/ 221 w 257"/>
              <a:gd name="T19" fmla="*/ 148 h 256"/>
              <a:gd name="T20" fmla="*/ 225 w 257"/>
              <a:gd name="T21" fmla="*/ 116 h 256"/>
              <a:gd name="T22" fmla="*/ 162 w 257"/>
              <a:gd name="T23" fmla="*/ 96 h 256"/>
              <a:gd name="T24" fmla="*/ 93 w 257"/>
              <a:gd name="T25" fmla="*/ 113 h 256"/>
              <a:gd name="T26" fmla="*/ 224 w 257"/>
              <a:gd name="T27" fmla="*/ 116 h 256"/>
              <a:gd name="T28" fmla="*/ 181 w 257"/>
              <a:gd name="T29" fmla="*/ 20 h 256"/>
              <a:gd name="T30" fmla="*/ 161 w 257"/>
              <a:gd name="T31" fmla="*/ 40 h 256"/>
              <a:gd name="T32" fmla="*/ 161 w 257"/>
              <a:gd name="T33" fmla="*/ 32 h 256"/>
              <a:gd name="T34" fmla="*/ 257 w 257"/>
              <a:gd name="T35" fmla="*/ 111 h 256"/>
              <a:gd name="T36" fmla="*/ 234 w 257"/>
              <a:gd name="T37" fmla="*/ 30 h 256"/>
              <a:gd name="T38" fmla="*/ 193 w 257"/>
              <a:gd name="T39" fmla="*/ 16 h 256"/>
              <a:gd name="T40" fmla="*/ 230 w 257"/>
              <a:gd name="T41" fmla="*/ 37 h 256"/>
              <a:gd name="T42" fmla="*/ 241 w 257"/>
              <a:gd name="T43" fmla="*/ 93 h 256"/>
              <a:gd name="T44" fmla="*/ 222 w 257"/>
              <a:gd name="T45" fmla="*/ 216 h 256"/>
              <a:gd name="T46" fmla="*/ 73 w 257"/>
              <a:gd name="T47" fmla="*/ 113 h 256"/>
              <a:gd name="T48" fmla="*/ 81 w 257"/>
              <a:gd name="T49" fmla="*/ 55 h 256"/>
              <a:gd name="T50" fmla="*/ 129 w 257"/>
              <a:gd name="T51" fmla="*/ 24 h 256"/>
              <a:gd name="T52" fmla="*/ 119 w 257"/>
              <a:gd name="T53" fmla="*/ 16 h 256"/>
              <a:gd name="T54" fmla="*/ 73 w 257"/>
              <a:gd name="T55" fmla="*/ 91 h 256"/>
              <a:gd name="T56" fmla="*/ 65 w 257"/>
              <a:gd name="T57" fmla="*/ 180 h 256"/>
              <a:gd name="T58" fmla="*/ 97 w 257"/>
              <a:gd name="T59" fmla="*/ 224 h 256"/>
              <a:gd name="T60" fmla="*/ 99 w 257"/>
              <a:gd name="T61" fmla="*/ 256 h 256"/>
              <a:gd name="T62" fmla="*/ 119 w 257"/>
              <a:gd name="T63" fmla="*/ 224 h 256"/>
              <a:gd name="T64" fmla="*/ 229 w 257"/>
              <a:gd name="T65" fmla="*/ 256 h 256"/>
              <a:gd name="T66" fmla="*/ 219 w 257"/>
              <a:gd name="T67" fmla="*/ 224 h 256"/>
              <a:gd name="T68" fmla="*/ 255 w 257"/>
              <a:gd name="T69" fmla="*/ 183 h 256"/>
              <a:gd name="T70" fmla="*/ 257 w 257"/>
              <a:gd name="T71" fmla="*/ 111 h 256"/>
              <a:gd name="T72" fmla="*/ 101 w 257"/>
              <a:gd name="T73" fmla="*/ 168 h 256"/>
              <a:gd name="T74" fmla="*/ 125 w 257"/>
              <a:gd name="T75" fmla="*/ 200 h 256"/>
              <a:gd name="T76" fmla="*/ 109 w 257"/>
              <a:gd name="T77" fmla="*/ 166 h 256"/>
              <a:gd name="T78" fmla="*/ 217 w 257"/>
              <a:gd name="T79" fmla="*/ 52 h 256"/>
              <a:gd name="T80" fmla="*/ 169 w 257"/>
              <a:gd name="T81" fmla="*/ 80 h 256"/>
              <a:gd name="T82" fmla="*/ 221 w 257"/>
              <a:gd name="T83" fmla="*/ 80 h 256"/>
              <a:gd name="T84" fmla="*/ 213 w 257"/>
              <a:gd name="T85" fmla="*/ 76 h 256"/>
              <a:gd name="T86" fmla="*/ 213 w 257"/>
              <a:gd name="T87" fmla="*/ 60 h 256"/>
              <a:gd name="T88" fmla="*/ 153 w 257"/>
              <a:gd name="T89" fmla="*/ 80 h 256"/>
              <a:gd name="T90" fmla="*/ 105 w 257"/>
              <a:gd name="T91" fmla="*/ 52 h 256"/>
              <a:gd name="T92" fmla="*/ 105 w 257"/>
              <a:gd name="T93" fmla="*/ 84 h 256"/>
              <a:gd name="T94" fmla="*/ 145 w 257"/>
              <a:gd name="T95" fmla="*/ 60 h 256"/>
              <a:gd name="T96" fmla="*/ 109 w 257"/>
              <a:gd name="T97" fmla="*/ 60 h 256"/>
              <a:gd name="T98" fmla="*/ 29 w 257"/>
              <a:gd name="T99" fmla="*/ 216 h 256"/>
              <a:gd name="T100" fmla="*/ 5 w 257"/>
              <a:gd name="T101" fmla="*/ 224 h 256"/>
              <a:gd name="T102" fmla="*/ 77 w 257"/>
              <a:gd name="T103" fmla="*/ 232 h 256"/>
              <a:gd name="T104" fmla="*/ 5 w 257"/>
              <a:gd name="T105" fmla="*/ 196 h 256"/>
              <a:gd name="T106" fmla="*/ 13 w 257"/>
              <a:gd name="T107" fmla="*/ 204 h 256"/>
              <a:gd name="T108" fmla="*/ 15 w 257"/>
              <a:gd name="T109" fmla="*/ 85 h 256"/>
              <a:gd name="T110" fmla="*/ 1 w 257"/>
              <a:gd name="T111" fmla="*/ 94 h 256"/>
              <a:gd name="T112" fmla="*/ 9 w 257"/>
              <a:gd name="T113" fmla="*/ 196 h 256"/>
              <a:gd name="T114" fmla="*/ 56 w 257"/>
              <a:gd name="T115" fmla="*/ 208 h 256"/>
              <a:gd name="T116" fmla="*/ 58 w 257"/>
              <a:gd name="T117" fmla="*/ 200 h 256"/>
              <a:gd name="T118" fmla="*/ 60 w 257"/>
              <a:gd name="T119" fmla="*/ 63 h 256"/>
              <a:gd name="T120" fmla="*/ 30 w 257"/>
              <a:gd name="T121" fmla="*/ 77 h 256"/>
              <a:gd name="T122" fmla="*/ 32 w 257"/>
              <a:gd name="T123" fmla="*/ 2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 h="256">
                <a:moveTo>
                  <a:pt x="201" y="240"/>
                </a:moveTo>
                <a:cubicBezTo>
                  <a:pt x="129" y="240"/>
                  <a:pt x="129" y="240"/>
                  <a:pt x="129" y="240"/>
                </a:cubicBezTo>
                <a:cubicBezTo>
                  <a:pt x="127" y="240"/>
                  <a:pt x="125" y="242"/>
                  <a:pt x="125" y="244"/>
                </a:cubicBezTo>
                <a:cubicBezTo>
                  <a:pt x="125" y="246"/>
                  <a:pt x="127" y="248"/>
                  <a:pt x="129" y="248"/>
                </a:cubicBezTo>
                <a:cubicBezTo>
                  <a:pt x="201" y="248"/>
                  <a:pt x="201" y="248"/>
                  <a:pt x="201" y="248"/>
                </a:cubicBezTo>
                <a:cubicBezTo>
                  <a:pt x="203" y="248"/>
                  <a:pt x="205" y="246"/>
                  <a:pt x="205" y="244"/>
                </a:cubicBezTo>
                <a:cubicBezTo>
                  <a:pt x="205" y="242"/>
                  <a:pt x="203" y="240"/>
                  <a:pt x="201" y="240"/>
                </a:cubicBezTo>
                <a:close/>
                <a:moveTo>
                  <a:pt x="145" y="160"/>
                </a:moveTo>
                <a:cubicBezTo>
                  <a:pt x="145" y="180"/>
                  <a:pt x="145" y="180"/>
                  <a:pt x="145" y="180"/>
                </a:cubicBezTo>
                <a:cubicBezTo>
                  <a:pt x="145" y="189"/>
                  <a:pt x="152" y="196"/>
                  <a:pt x="161" y="196"/>
                </a:cubicBezTo>
                <a:cubicBezTo>
                  <a:pt x="170" y="196"/>
                  <a:pt x="177" y="189"/>
                  <a:pt x="177" y="180"/>
                </a:cubicBezTo>
                <a:cubicBezTo>
                  <a:pt x="177" y="160"/>
                  <a:pt x="177" y="160"/>
                  <a:pt x="177" y="160"/>
                </a:cubicBezTo>
                <a:cubicBezTo>
                  <a:pt x="177" y="151"/>
                  <a:pt x="170" y="144"/>
                  <a:pt x="161" y="144"/>
                </a:cubicBezTo>
                <a:cubicBezTo>
                  <a:pt x="152" y="144"/>
                  <a:pt x="145" y="151"/>
                  <a:pt x="145" y="160"/>
                </a:cubicBezTo>
                <a:close/>
                <a:moveTo>
                  <a:pt x="169" y="160"/>
                </a:moveTo>
                <a:cubicBezTo>
                  <a:pt x="169" y="180"/>
                  <a:pt x="169" y="180"/>
                  <a:pt x="169" y="180"/>
                </a:cubicBezTo>
                <a:cubicBezTo>
                  <a:pt x="169" y="184"/>
                  <a:pt x="165" y="188"/>
                  <a:pt x="161" y="188"/>
                </a:cubicBezTo>
                <a:cubicBezTo>
                  <a:pt x="157" y="188"/>
                  <a:pt x="153" y="184"/>
                  <a:pt x="153" y="180"/>
                </a:cubicBezTo>
                <a:cubicBezTo>
                  <a:pt x="153" y="160"/>
                  <a:pt x="153" y="160"/>
                  <a:pt x="153" y="160"/>
                </a:cubicBezTo>
                <a:cubicBezTo>
                  <a:pt x="153" y="156"/>
                  <a:pt x="157" y="152"/>
                  <a:pt x="161" y="152"/>
                </a:cubicBezTo>
                <a:cubicBezTo>
                  <a:pt x="165" y="152"/>
                  <a:pt x="169" y="156"/>
                  <a:pt x="169" y="160"/>
                </a:cubicBezTo>
                <a:close/>
                <a:moveTo>
                  <a:pt x="213" y="148"/>
                </a:moveTo>
                <a:cubicBezTo>
                  <a:pt x="213" y="166"/>
                  <a:pt x="213" y="166"/>
                  <a:pt x="213" y="166"/>
                </a:cubicBezTo>
                <a:cubicBezTo>
                  <a:pt x="209" y="170"/>
                  <a:pt x="197" y="181"/>
                  <a:pt x="193" y="195"/>
                </a:cubicBezTo>
                <a:cubicBezTo>
                  <a:pt x="193" y="197"/>
                  <a:pt x="194" y="199"/>
                  <a:pt x="196" y="200"/>
                </a:cubicBezTo>
                <a:cubicBezTo>
                  <a:pt x="196" y="200"/>
                  <a:pt x="197" y="200"/>
                  <a:pt x="197" y="200"/>
                </a:cubicBezTo>
                <a:cubicBezTo>
                  <a:pt x="199" y="200"/>
                  <a:pt x="200" y="199"/>
                  <a:pt x="201" y="197"/>
                </a:cubicBezTo>
                <a:cubicBezTo>
                  <a:pt x="204" y="183"/>
                  <a:pt x="219" y="171"/>
                  <a:pt x="219" y="171"/>
                </a:cubicBezTo>
                <a:cubicBezTo>
                  <a:pt x="220" y="170"/>
                  <a:pt x="221" y="169"/>
                  <a:pt x="221" y="168"/>
                </a:cubicBezTo>
                <a:cubicBezTo>
                  <a:pt x="221" y="148"/>
                  <a:pt x="221" y="148"/>
                  <a:pt x="221" y="148"/>
                </a:cubicBezTo>
                <a:cubicBezTo>
                  <a:pt x="221" y="146"/>
                  <a:pt x="219" y="144"/>
                  <a:pt x="217" y="144"/>
                </a:cubicBezTo>
                <a:cubicBezTo>
                  <a:pt x="215" y="144"/>
                  <a:pt x="213" y="146"/>
                  <a:pt x="213" y="148"/>
                </a:cubicBezTo>
                <a:close/>
                <a:moveTo>
                  <a:pt x="225" y="116"/>
                </a:moveTo>
                <a:cubicBezTo>
                  <a:pt x="227" y="116"/>
                  <a:pt x="229" y="115"/>
                  <a:pt x="229" y="113"/>
                </a:cubicBezTo>
                <a:cubicBezTo>
                  <a:pt x="229" y="111"/>
                  <a:pt x="228" y="108"/>
                  <a:pt x="226" y="108"/>
                </a:cubicBezTo>
                <a:cubicBezTo>
                  <a:pt x="162" y="96"/>
                  <a:pt x="162" y="96"/>
                  <a:pt x="162" y="96"/>
                </a:cubicBezTo>
                <a:cubicBezTo>
                  <a:pt x="161" y="96"/>
                  <a:pt x="161" y="96"/>
                  <a:pt x="160" y="96"/>
                </a:cubicBezTo>
                <a:cubicBezTo>
                  <a:pt x="96" y="108"/>
                  <a:pt x="96" y="108"/>
                  <a:pt x="96" y="108"/>
                </a:cubicBezTo>
                <a:cubicBezTo>
                  <a:pt x="94" y="108"/>
                  <a:pt x="93" y="111"/>
                  <a:pt x="93" y="113"/>
                </a:cubicBezTo>
                <a:cubicBezTo>
                  <a:pt x="93" y="115"/>
                  <a:pt x="96" y="116"/>
                  <a:pt x="98" y="116"/>
                </a:cubicBezTo>
                <a:cubicBezTo>
                  <a:pt x="161" y="104"/>
                  <a:pt x="161" y="104"/>
                  <a:pt x="161" y="104"/>
                </a:cubicBezTo>
                <a:cubicBezTo>
                  <a:pt x="224" y="116"/>
                  <a:pt x="224" y="116"/>
                  <a:pt x="224" y="116"/>
                </a:cubicBezTo>
                <a:cubicBezTo>
                  <a:pt x="225" y="116"/>
                  <a:pt x="225" y="116"/>
                  <a:pt x="225" y="116"/>
                </a:cubicBezTo>
                <a:close/>
                <a:moveTo>
                  <a:pt x="161" y="40"/>
                </a:moveTo>
                <a:cubicBezTo>
                  <a:pt x="172" y="40"/>
                  <a:pt x="181" y="31"/>
                  <a:pt x="181" y="20"/>
                </a:cubicBezTo>
                <a:cubicBezTo>
                  <a:pt x="181" y="9"/>
                  <a:pt x="172" y="0"/>
                  <a:pt x="161" y="0"/>
                </a:cubicBezTo>
                <a:cubicBezTo>
                  <a:pt x="150" y="0"/>
                  <a:pt x="141" y="9"/>
                  <a:pt x="141" y="20"/>
                </a:cubicBezTo>
                <a:cubicBezTo>
                  <a:pt x="141" y="31"/>
                  <a:pt x="150" y="40"/>
                  <a:pt x="161" y="40"/>
                </a:cubicBezTo>
                <a:close/>
                <a:moveTo>
                  <a:pt x="161" y="8"/>
                </a:moveTo>
                <a:cubicBezTo>
                  <a:pt x="168" y="8"/>
                  <a:pt x="173" y="13"/>
                  <a:pt x="173" y="20"/>
                </a:cubicBezTo>
                <a:cubicBezTo>
                  <a:pt x="173" y="27"/>
                  <a:pt x="168" y="32"/>
                  <a:pt x="161" y="32"/>
                </a:cubicBezTo>
                <a:cubicBezTo>
                  <a:pt x="154" y="32"/>
                  <a:pt x="149" y="27"/>
                  <a:pt x="149" y="20"/>
                </a:cubicBezTo>
                <a:cubicBezTo>
                  <a:pt x="149" y="13"/>
                  <a:pt x="154" y="8"/>
                  <a:pt x="161" y="8"/>
                </a:cubicBezTo>
                <a:close/>
                <a:moveTo>
                  <a:pt x="257" y="111"/>
                </a:moveTo>
                <a:cubicBezTo>
                  <a:pt x="249" y="91"/>
                  <a:pt x="249" y="91"/>
                  <a:pt x="249" y="91"/>
                </a:cubicBezTo>
                <a:cubicBezTo>
                  <a:pt x="249" y="55"/>
                  <a:pt x="249" y="55"/>
                  <a:pt x="249" y="55"/>
                </a:cubicBezTo>
                <a:cubicBezTo>
                  <a:pt x="249" y="44"/>
                  <a:pt x="243" y="35"/>
                  <a:pt x="234" y="30"/>
                </a:cubicBezTo>
                <a:cubicBezTo>
                  <a:pt x="207" y="16"/>
                  <a:pt x="207" y="16"/>
                  <a:pt x="207" y="16"/>
                </a:cubicBezTo>
                <a:cubicBezTo>
                  <a:pt x="206" y="16"/>
                  <a:pt x="206" y="16"/>
                  <a:pt x="205" y="16"/>
                </a:cubicBezTo>
                <a:cubicBezTo>
                  <a:pt x="193" y="16"/>
                  <a:pt x="193" y="16"/>
                  <a:pt x="193" y="16"/>
                </a:cubicBezTo>
                <a:cubicBezTo>
                  <a:pt x="193" y="24"/>
                  <a:pt x="193" y="24"/>
                  <a:pt x="193" y="24"/>
                </a:cubicBezTo>
                <a:cubicBezTo>
                  <a:pt x="204" y="24"/>
                  <a:pt x="204" y="24"/>
                  <a:pt x="204" y="24"/>
                </a:cubicBezTo>
                <a:cubicBezTo>
                  <a:pt x="230" y="37"/>
                  <a:pt x="230" y="37"/>
                  <a:pt x="230" y="37"/>
                </a:cubicBezTo>
                <a:cubicBezTo>
                  <a:pt x="237" y="40"/>
                  <a:pt x="241" y="47"/>
                  <a:pt x="241" y="55"/>
                </a:cubicBezTo>
                <a:cubicBezTo>
                  <a:pt x="241" y="92"/>
                  <a:pt x="241" y="92"/>
                  <a:pt x="241" y="92"/>
                </a:cubicBezTo>
                <a:cubicBezTo>
                  <a:pt x="241" y="93"/>
                  <a:pt x="241" y="93"/>
                  <a:pt x="241" y="93"/>
                </a:cubicBezTo>
                <a:cubicBezTo>
                  <a:pt x="249" y="113"/>
                  <a:pt x="249" y="113"/>
                  <a:pt x="249" y="113"/>
                </a:cubicBezTo>
                <a:cubicBezTo>
                  <a:pt x="249" y="178"/>
                  <a:pt x="249" y="178"/>
                  <a:pt x="249" y="178"/>
                </a:cubicBezTo>
                <a:cubicBezTo>
                  <a:pt x="244" y="182"/>
                  <a:pt x="229" y="194"/>
                  <a:pt x="222" y="216"/>
                </a:cubicBezTo>
                <a:cubicBezTo>
                  <a:pt x="100" y="216"/>
                  <a:pt x="100" y="216"/>
                  <a:pt x="100" y="216"/>
                </a:cubicBezTo>
                <a:cubicBezTo>
                  <a:pt x="95" y="196"/>
                  <a:pt x="79" y="182"/>
                  <a:pt x="73" y="178"/>
                </a:cubicBezTo>
                <a:cubicBezTo>
                  <a:pt x="73" y="113"/>
                  <a:pt x="73" y="113"/>
                  <a:pt x="73" y="113"/>
                </a:cubicBezTo>
                <a:cubicBezTo>
                  <a:pt x="81" y="93"/>
                  <a:pt x="81" y="93"/>
                  <a:pt x="81" y="93"/>
                </a:cubicBezTo>
                <a:cubicBezTo>
                  <a:pt x="81" y="93"/>
                  <a:pt x="81" y="93"/>
                  <a:pt x="81" y="92"/>
                </a:cubicBezTo>
                <a:cubicBezTo>
                  <a:pt x="81" y="55"/>
                  <a:pt x="81" y="55"/>
                  <a:pt x="81" y="55"/>
                </a:cubicBezTo>
                <a:cubicBezTo>
                  <a:pt x="81" y="48"/>
                  <a:pt x="86" y="40"/>
                  <a:pt x="93" y="37"/>
                </a:cubicBezTo>
                <a:cubicBezTo>
                  <a:pt x="122" y="24"/>
                  <a:pt x="122" y="24"/>
                  <a:pt x="122" y="24"/>
                </a:cubicBezTo>
                <a:cubicBezTo>
                  <a:pt x="129" y="24"/>
                  <a:pt x="129" y="24"/>
                  <a:pt x="129" y="24"/>
                </a:cubicBezTo>
                <a:cubicBezTo>
                  <a:pt x="129" y="16"/>
                  <a:pt x="129" y="16"/>
                  <a:pt x="129" y="16"/>
                </a:cubicBezTo>
                <a:cubicBezTo>
                  <a:pt x="121" y="16"/>
                  <a:pt x="121" y="16"/>
                  <a:pt x="121" y="16"/>
                </a:cubicBezTo>
                <a:cubicBezTo>
                  <a:pt x="120" y="16"/>
                  <a:pt x="120" y="16"/>
                  <a:pt x="119" y="16"/>
                </a:cubicBezTo>
                <a:cubicBezTo>
                  <a:pt x="89" y="30"/>
                  <a:pt x="89" y="30"/>
                  <a:pt x="89" y="30"/>
                </a:cubicBezTo>
                <a:cubicBezTo>
                  <a:pt x="79" y="34"/>
                  <a:pt x="73" y="45"/>
                  <a:pt x="73" y="55"/>
                </a:cubicBezTo>
                <a:cubicBezTo>
                  <a:pt x="73" y="91"/>
                  <a:pt x="73" y="91"/>
                  <a:pt x="73" y="91"/>
                </a:cubicBezTo>
                <a:cubicBezTo>
                  <a:pt x="65" y="111"/>
                  <a:pt x="65" y="111"/>
                  <a:pt x="65" y="111"/>
                </a:cubicBezTo>
                <a:cubicBezTo>
                  <a:pt x="65" y="111"/>
                  <a:pt x="65" y="111"/>
                  <a:pt x="65" y="112"/>
                </a:cubicBezTo>
                <a:cubicBezTo>
                  <a:pt x="65" y="180"/>
                  <a:pt x="65" y="180"/>
                  <a:pt x="65" y="180"/>
                </a:cubicBezTo>
                <a:cubicBezTo>
                  <a:pt x="65" y="181"/>
                  <a:pt x="66" y="183"/>
                  <a:pt x="67" y="183"/>
                </a:cubicBezTo>
                <a:cubicBezTo>
                  <a:pt x="67" y="183"/>
                  <a:pt x="89" y="199"/>
                  <a:pt x="93" y="221"/>
                </a:cubicBezTo>
                <a:cubicBezTo>
                  <a:pt x="93" y="223"/>
                  <a:pt x="95" y="224"/>
                  <a:pt x="97" y="224"/>
                </a:cubicBezTo>
                <a:cubicBezTo>
                  <a:pt x="111" y="224"/>
                  <a:pt x="111" y="224"/>
                  <a:pt x="111" y="224"/>
                </a:cubicBezTo>
                <a:cubicBezTo>
                  <a:pt x="97" y="250"/>
                  <a:pt x="97" y="250"/>
                  <a:pt x="97" y="250"/>
                </a:cubicBezTo>
                <a:cubicBezTo>
                  <a:pt x="96" y="252"/>
                  <a:pt x="97" y="255"/>
                  <a:pt x="99" y="256"/>
                </a:cubicBezTo>
                <a:cubicBezTo>
                  <a:pt x="100" y="256"/>
                  <a:pt x="100" y="256"/>
                  <a:pt x="101" y="256"/>
                </a:cubicBezTo>
                <a:cubicBezTo>
                  <a:pt x="102" y="256"/>
                  <a:pt x="104" y="255"/>
                  <a:pt x="105" y="254"/>
                </a:cubicBezTo>
                <a:cubicBezTo>
                  <a:pt x="119" y="224"/>
                  <a:pt x="119" y="224"/>
                  <a:pt x="119" y="224"/>
                </a:cubicBezTo>
                <a:cubicBezTo>
                  <a:pt x="211" y="224"/>
                  <a:pt x="211" y="224"/>
                  <a:pt x="211" y="224"/>
                </a:cubicBezTo>
                <a:cubicBezTo>
                  <a:pt x="225" y="254"/>
                  <a:pt x="225" y="254"/>
                  <a:pt x="225" y="254"/>
                </a:cubicBezTo>
                <a:cubicBezTo>
                  <a:pt x="226" y="255"/>
                  <a:pt x="228" y="256"/>
                  <a:pt x="229" y="256"/>
                </a:cubicBezTo>
                <a:cubicBezTo>
                  <a:pt x="230" y="256"/>
                  <a:pt x="230" y="256"/>
                  <a:pt x="231" y="256"/>
                </a:cubicBezTo>
                <a:cubicBezTo>
                  <a:pt x="233" y="255"/>
                  <a:pt x="234" y="252"/>
                  <a:pt x="233" y="250"/>
                </a:cubicBezTo>
                <a:cubicBezTo>
                  <a:pt x="219" y="224"/>
                  <a:pt x="219" y="224"/>
                  <a:pt x="219" y="224"/>
                </a:cubicBezTo>
                <a:cubicBezTo>
                  <a:pt x="225" y="224"/>
                  <a:pt x="225" y="224"/>
                  <a:pt x="225" y="224"/>
                </a:cubicBezTo>
                <a:cubicBezTo>
                  <a:pt x="227" y="224"/>
                  <a:pt x="228" y="223"/>
                  <a:pt x="229" y="221"/>
                </a:cubicBezTo>
                <a:cubicBezTo>
                  <a:pt x="236" y="195"/>
                  <a:pt x="255" y="184"/>
                  <a:pt x="255" y="183"/>
                </a:cubicBezTo>
                <a:cubicBezTo>
                  <a:pt x="256" y="183"/>
                  <a:pt x="257" y="181"/>
                  <a:pt x="257" y="180"/>
                </a:cubicBezTo>
                <a:cubicBezTo>
                  <a:pt x="257" y="112"/>
                  <a:pt x="257" y="112"/>
                  <a:pt x="257" y="112"/>
                </a:cubicBezTo>
                <a:cubicBezTo>
                  <a:pt x="257" y="111"/>
                  <a:pt x="257" y="111"/>
                  <a:pt x="257" y="111"/>
                </a:cubicBezTo>
                <a:close/>
                <a:moveTo>
                  <a:pt x="105" y="144"/>
                </a:moveTo>
                <a:cubicBezTo>
                  <a:pt x="103" y="144"/>
                  <a:pt x="101" y="146"/>
                  <a:pt x="101" y="148"/>
                </a:cubicBezTo>
                <a:cubicBezTo>
                  <a:pt x="101" y="168"/>
                  <a:pt x="101" y="168"/>
                  <a:pt x="101" y="168"/>
                </a:cubicBezTo>
                <a:cubicBezTo>
                  <a:pt x="101" y="169"/>
                  <a:pt x="102" y="170"/>
                  <a:pt x="103" y="171"/>
                </a:cubicBezTo>
                <a:cubicBezTo>
                  <a:pt x="103" y="171"/>
                  <a:pt x="118" y="183"/>
                  <a:pt x="121" y="197"/>
                </a:cubicBezTo>
                <a:cubicBezTo>
                  <a:pt x="122" y="199"/>
                  <a:pt x="123" y="200"/>
                  <a:pt x="125" y="200"/>
                </a:cubicBezTo>
                <a:cubicBezTo>
                  <a:pt x="125" y="200"/>
                  <a:pt x="126" y="200"/>
                  <a:pt x="126" y="200"/>
                </a:cubicBezTo>
                <a:cubicBezTo>
                  <a:pt x="128" y="199"/>
                  <a:pt x="129" y="197"/>
                  <a:pt x="129" y="195"/>
                </a:cubicBezTo>
                <a:cubicBezTo>
                  <a:pt x="125" y="181"/>
                  <a:pt x="113" y="170"/>
                  <a:pt x="109" y="166"/>
                </a:cubicBezTo>
                <a:cubicBezTo>
                  <a:pt x="109" y="148"/>
                  <a:pt x="109" y="148"/>
                  <a:pt x="109" y="148"/>
                </a:cubicBezTo>
                <a:cubicBezTo>
                  <a:pt x="109" y="146"/>
                  <a:pt x="107" y="144"/>
                  <a:pt x="105" y="144"/>
                </a:cubicBezTo>
                <a:close/>
                <a:moveTo>
                  <a:pt x="217" y="52"/>
                </a:moveTo>
                <a:cubicBezTo>
                  <a:pt x="173" y="52"/>
                  <a:pt x="173" y="52"/>
                  <a:pt x="173" y="52"/>
                </a:cubicBezTo>
                <a:cubicBezTo>
                  <a:pt x="171" y="52"/>
                  <a:pt x="169" y="54"/>
                  <a:pt x="169" y="56"/>
                </a:cubicBezTo>
                <a:cubicBezTo>
                  <a:pt x="169" y="80"/>
                  <a:pt x="169" y="80"/>
                  <a:pt x="169" y="80"/>
                </a:cubicBezTo>
                <a:cubicBezTo>
                  <a:pt x="169" y="82"/>
                  <a:pt x="171" y="84"/>
                  <a:pt x="173" y="84"/>
                </a:cubicBezTo>
                <a:cubicBezTo>
                  <a:pt x="217" y="84"/>
                  <a:pt x="217" y="84"/>
                  <a:pt x="217" y="84"/>
                </a:cubicBezTo>
                <a:cubicBezTo>
                  <a:pt x="219" y="84"/>
                  <a:pt x="221" y="82"/>
                  <a:pt x="221" y="80"/>
                </a:cubicBezTo>
                <a:cubicBezTo>
                  <a:pt x="221" y="56"/>
                  <a:pt x="221" y="56"/>
                  <a:pt x="221" y="56"/>
                </a:cubicBezTo>
                <a:cubicBezTo>
                  <a:pt x="221" y="54"/>
                  <a:pt x="219" y="52"/>
                  <a:pt x="217" y="52"/>
                </a:cubicBezTo>
                <a:close/>
                <a:moveTo>
                  <a:pt x="213" y="76"/>
                </a:moveTo>
                <a:cubicBezTo>
                  <a:pt x="177" y="76"/>
                  <a:pt x="177" y="76"/>
                  <a:pt x="177" y="76"/>
                </a:cubicBezTo>
                <a:cubicBezTo>
                  <a:pt x="177" y="60"/>
                  <a:pt x="177" y="60"/>
                  <a:pt x="177" y="60"/>
                </a:cubicBezTo>
                <a:cubicBezTo>
                  <a:pt x="213" y="60"/>
                  <a:pt x="213" y="60"/>
                  <a:pt x="213" y="60"/>
                </a:cubicBezTo>
                <a:lnTo>
                  <a:pt x="213" y="76"/>
                </a:lnTo>
                <a:close/>
                <a:moveTo>
                  <a:pt x="149" y="84"/>
                </a:moveTo>
                <a:cubicBezTo>
                  <a:pt x="151" y="84"/>
                  <a:pt x="153" y="82"/>
                  <a:pt x="153" y="80"/>
                </a:cubicBezTo>
                <a:cubicBezTo>
                  <a:pt x="153" y="56"/>
                  <a:pt x="153" y="56"/>
                  <a:pt x="153" y="56"/>
                </a:cubicBezTo>
                <a:cubicBezTo>
                  <a:pt x="153" y="54"/>
                  <a:pt x="151" y="52"/>
                  <a:pt x="149" y="52"/>
                </a:cubicBezTo>
                <a:cubicBezTo>
                  <a:pt x="105" y="52"/>
                  <a:pt x="105" y="52"/>
                  <a:pt x="105" y="52"/>
                </a:cubicBezTo>
                <a:cubicBezTo>
                  <a:pt x="103" y="52"/>
                  <a:pt x="101" y="54"/>
                  <a:pt x="101" y="56"/>
                </a:cubicBezTo>
                <a:cubicBezTo>
                  <a:pt x="101" y="80"/>
                  <a:pt x="101" y="80"/>
                  <a:pt x="101" y="80"/>
                </a:cubicBezTo>
                <a:cubicBezTo>
                  <a:pt x="101" y="82"/>
                  <a:pt x="103" y="84"/>
                  <a:pt x="105" y="84"/>
                </a:cubicBezTo>
                <a:lnTo>
                  <a:pt x="149" y="84"/>
                </a:lnTo>
                <a:close/>
                <a:moveTo>
                  <a:pt x="109" y="60"/>
                </a:moveTo>
                <a:cubicBezTo>
                  <a:pt x="145" y="60"/>
                  <a:pt x="145" y="60"/>
                  <a:pt x="145" y="60"/>
                </a:cubicBezTo>
                <a:cubicBezTo>
                  <a:pt x="145" y="76"/>
                  <a:pt x="145" y="76"/>
                  <a:pt x="145" y="76"/>
                </a:cubicBezTo>
                <a:cubicBezTo>
                  <a:pt x="109" y="76"/>
                  <a:pt x="109" y="76"/>
                  <a:pt x="109" y="76"/>
                </a:cubicBezTo>
                <a:lnTo>
                  <a:pt x="109" y="60"/>
                </a:lnTo>
                <a:close/>
                <a:moveTo>
                  <a:pt x="78" y="224"/>
                </a:moveTo>
                <a:cubicBezTo>
                  <a:pt x="30" y="216"/>
                  <a:pt x="30" y="216"/>
                  <a:pt x="30" y="216"/>
                </a:cubicBezTo>
                <a:cubicBezTo>
                  <a:pt x="29" y="216"/>
                  <a:pt x="29" y="216"/>
                  <a:pt x="29" y="216"/>
                </a:cubicBezTo>
                <a:cubicBezTo>
                  <a:pt x="5" y="216"/>
                  <a:pt x="5" y="216"/>
                  <a:pt x="5" y="216"/>
                </a:cubicBezTo>
                <a:cubicBezTo>
                  <a:pt x="3" y="216"/>
                  <a:pt x="1" y="218"/>
                  <a:pt x="1" y="220"/>
                </a:cubicBezTo>
                <a:cubicBezTo>
                  <a:pt x="1" y="222"/>
                  <a:pt x="3" y="224"/>
                  <a:pt x="5" y="224"/>
                </a:cubicBezTo>
                <a:cubicBezTo>
                  <a:pt x="29" y="224"/>
                  <a:pt x="29" y="224"/>
                  <a:pt x="29" y="224"/>
                </a:cubicBezTo>
                <a:cubicBezTo>
                  <a:pt x="76" y="232"/>
                  <a:pt x="76" y="232"/>
                  <a:pt x="76" y="232"/>
                </a:cubicBezTo>
                <a:cubicBezTo>
                  <a:pt x="77" y="232"/>
                  <a:pt x="77" y="232"/>
                  <a:pt x="77" y="232"/>
                </a:cubicBezTo>
                <a:cubicBezTo>
                  <a:pt x="79" y="232"/>
                  <a:pt x="81" y="231"/>
                  <a:pt x="81" y="229"/>
                </a:cubicBezTo>
                <a:cubicBezTo>
                  <a:pt x="81" y="226"/>
                  <a:pt x="80" y="224"/>
                  <a:pt x="78" y="224"/>
                </a:cubicBezTo>
                <a:close/>
                <a:moveTo>
                  <a:pt x="5" y="196"/>
                </a:moveTo>
                <a:cubicBezTo>
                  <a:pt x="3" y="196"/>
                  <a:pt x="1" y="198"/>
                  <a:pt x="1" y="200"/>
                </a:cubicBezTo>
                <a:cubicBezTo>
                  <a:pt x="1" y="202"/>
                  <a:pt x="3" y="204"/>
                  <a:pt x="5" y="204"/>
                </a:cubicBezTo>
                <a:cubicBezTo>
                  <a:pt x="13" y="204"/>
                  <a:pt x="13" y="204"/>
                  <a:pt x="13" y="204"/>
                </a:cubicBezTo>
                <a:cubicBezTo>
                  <a:pt x="15" y="204"/>
                  <a:pt x="17" y="202"/>
                  <a:pt x="17" y="200"/>
                </a:cubicBezTo>
                <a:cubicBezTo>
                  <a:pt x="17" y="88"/>
                  <a:pt x="17" y="88"/>
                  <a:pt x="17" y="88"/>
                </a:cubicBezTo>
                <a:cubicBezTo>
                  <a:pt x="17" y="87"/>
                  <a:pt x="16" y="85"/>
                  <a:pt x="15" y="85"/>
                </a:cubicBezTo>
                <a:cubicBezTo>
                  <a:pt x="14" y="84"/>
                  <a:pt x="12" y="84"/>
                  <a:pt x="11" y="84"/>
                </a:cubicBezTo>
                <a:cubicBezTo>
                  <a:pt x="3" y="88"/>
                  <a:pt x="3" y="88"/>
                  <a:pt x="3" y="88"/>
                </a:cubicBezTo>
                <a:cubicBezTo>
                  <a:pt x="1" y="89"/>
                  <a:pt x="0" y="92"/>
                  <a:pt x="1" y="94"/>
                </a:cubicBezTo>
                <a:cubicBezTo>
                  <a:pt x="2" y="96"/>
                  <a:pt x="5" y="97"/>
                  <a:pt x="7" y="96"/>
                </a:cubicBezTo>
                <a:cubicBezTo>
                  <a:pt x="9" y="94"/>
                  <a:pt x="9" y="94"/>
                  <a:pt x="9" y="94"/>
                </a:cubicBezTo>
                <a:cubicBezTo>
                  <a:pt x="9" y="196"/>
                  <a:pt x="9" y="196"/>
                  <a:pt x="9" y="196"/>
                </a:cubicBezTo>
                <a:lnTo>
                  <a:pt x="5" y="196"/>
                </a:lnTo>
                <a:close/>
                <a:moveTo>
                  <a:pt x="32" y="204"/>
                </a:moveTo>
                <a:cubicBezTo>
                  <a:pt x="56" y="208"/>
                  <a:pt x="56" y="208"/>
                  <a:pt x="56" y="208"/>
                </a:cubicBezTo>
                <a:cubicBezTo>
                  <a:pt x="57" y="208"/>
                  <a:pt x="57" y="208"/>
                  <a:pt x="57" y="208"/>
                </a:cubicBezTo>
                <a:cubicBezTo>
                  <a:pt x="59" y="208"/>
                  <a:pt x="61" y="207"/>
                  <a:pt x="61" y="205"/>
                </a:cubicBezTo>
                <a:cubicBezTo>
                  <a:pt x="61" y="202"/>
                  <a:pt x="60" y="200"/>
                  <a:pt x="58" y="200"/>
                </a:cubicBezTo>
                <a:cubicBezTo>
                  <a:pt x="37" y="197"/>
                  <a:pt x="37" y="197"/>
                  <a:pt x="37" y="197"/>
                </a:cubicBezTo>
                <a:cubicBezTo>
                  <a:pt x="37" y="82"/>
                  <a:pt x="37" y="82"/>
                  <a:pt x="37" y="82"/>
                </a:cubicBezTo>
                <a:cubicBezTo>
                  <a:pt x="60" y="63"/>
                  <a:pt x="60" y="63"/>
                  <a:pt x="60" y="63"/>
                </a:cubicBezTo>
                <a:cubicBezTo>
                  <a:pt x="61" y="62"/>
                  <a:pt x="61" y="59"/>
                  <a:pt x="60" y="57"/>
                </a:cubicBezTo>
                <a:cubicBezTo>
                  <a:pt x="59" y="56"/>
                  <a:pt x="56" y="56"/>
                  <a:pt x="54" y="57"/>
                </a:cubicBezTo>
                <a:cubicBezTo>
                  <a:pt x="30" y="77"/>
                  <a:pt x="30" y="77"/>
                  <a:pt x="30" y="77"/>
                </a:cubicBezTo>
                <a:cubicBezTo>
                  <a:pt x="30" y="78"/>
                  <a:pt x="29" y="79"/>
                  <a:pt x="29" y="80"/>
                </a:cubicBezTo>
                <a:cubicBezTo>
                  <a:pt x="29" y="200"/>
                  <a:pt x="29" y="200"/>
                  <a:pt x="29" y="200"/>
                </a:cubicBezTo>
                <a:cubicBezTo>
                  <a:pt x="29" y="202"/>
                  <a:pt x="30" y="204"/>
                  <a:pt x="32" y="20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1" name="Freeform 19">
            <a:extLst>
              <a:ext uri="{FF2B5EF4-FFF2-40B4-BE49-F238E27FC236}">
                <a16:creationId xmlns:a16="http://schemas.microsoft.com/office/drawing/2014/main" id="{FB8B171E-302E-491A-9B43-651A2DF200D6}"/>
              </a:ext>
            </a:extLst>
          </p:cNvPr>
          <p:cNvSpPr>
            <a:spLocks noChangeAspect="1" noEditPoints="1"/>
          </p:cNvSpPr>
          <p:nvPr/>
        </p:nvSpPr>
        <p:spPr bwMode="auto">
          <a:xfrm>
            <a:off x="2503618" y="1463767"/>
            <a:ext cx="409575" cy="409575"/>
          </a:xfrm>
          <a:custGeom>
            <a:avLst/>
            <a:gdLst>
              <a:gd name="T0" fmla="*/ 243 w 262"/>
              <a:gd name="T1" fmla="*/ 56 h 262"/>
              <a:gd name="T2" fmla="*/ 206 w 262"/>
              <a:gd name="T3" fmla="*/ 19 h 262"/>
              <a:gd name="T4" fmla="*/ 5 w 262"/>
              <a:gd name="T5" fmla="*/ 14 h 262"/>
              <a:gd name="T6" fmla="*/ 0 w 262"/>
              <a:gd name="T7" fmla="*/ 18 h 262"/>
              <a:gd name="T8" fmla="*/ 2 w 262"/>
              <a:gd name="T9" fmla="*/ 45 h 262"/>
              <a:gd name="T10" fmla="*/ 101 w 262"/>
              <a:gd name="T11" fmla="*/ 124 h 262"/>
              <a:gd name="T12" fmla="*/ 67 w 262"/>
              <a:gd name="T13" fmla="*/ 158 h 262"/>
              <a:gd name="T14" fmla="*/ 2 w 262"/>
              <a:gd name="T15" fmla="*/ 130 h 262"/>
              <a:gd name="T16" fmla="*/ 0 w 262"/>
              <a:gd name="T17" fmla="*/ 154 h 262"/>
              <a:gd name="T18" fmla="*/ 32 w 262"/>
              <a:gd name="T19" fmla="*/ 188 h 262"/>
              <a:gd name="T20" fmla="*/ 37 w 262"/>
              <a:gd name="T21" fmla="*/ 188 h 262"/>
              <a:gd name="T22" fmla="*/ 8 w 262"/>
              <a:gd name="T23" fmla="*/ 153 h 262"/>
              <a:gd name="T24" fmla="*/ 62 w 262"/>
              <a:gd name="T25" fmla="*/ 165 h 262"/>
              <a:gd name="T26" fmla="*/ 32 w 262"/>
              <a:gd name="T27" fmla="*/ 230 h 262"/>
              <a:gd name="T28" fmla="*/ 40 w 262"/>
              <a:gd name="T29" fmla="*/ 232 h 262"/>
              <a:gd name="T30" fmla="*/ 122 w 262"/>
              <a:gd name="T31" fmla="*/ 254 h 262"/>
              <a:gd name="T32" fmla="*/ 80 w 262"/>
              <a:gd name="T33" fmla="*/ 225 h 262"/>
              <a:gd name="T34" fmla="*/ 74 w 262"/>
              <a:gd name="T35" fmla="*/ 230 h 262"/>
              <a:gd name="T36" fmla="*/ 108 w 262"/>
              <a:gd name="T37" fmla="*/ 262 h 262"/>
              <a:gd name="T38" fmla="*/ 132 w 262"/>
              <a:gd name="T39" fmla="*/ 260 h 262"/>
              <a:gd name="T40" fmla="*/ 104 w 262"/>
              <a:gd name="T41" fmla="*/ 195 h 262"/>
              <a:gd name="T42" fmla="*/ 138 w 262"/>
              <a:gd name="T43" fmla="*/ 161 h 262"/>
              <a:gd name="T44" fmla="*/ 217 w 262"/>
              <a:gd name="T45" fmla="*/ 260 h 262"/>
              <a:gd name="T46" fmla="*/ 244 w 262"/>
              <a:gd name="T47" fmla="*/ 262 h 262"/>
              <a:gd name="T48" fmla="*/ 248 w 262"/>
              <a:gd name="T49" fmla="*/ 257 h 262"/>
              <a:gd name="T50" fmla="*/ 222 w 262"/>
              <a:gd name="T51" fmla="*/ 254 h 262"/>
              <a:gd name="T52" fmla="*/ 176 w 262"/>
              <a:gd name="T53" fmla="*/ 188 h 262"/>
              <a:gd name="T54" fmla="*/ 152 w 262"/>
              <a:gd name="T55" fmla="*/ 147 h 262"/>
              <a:gd name="T56" fmla="*/ 146 w 262"/>
              <a:gd name="T57" fmla="*/ 141 h 262"/>
              <a:gd name="T58" fmla="*/ 40 w 262"/>
              <a:gd name="T59" fmla="*/ 224 h 262"/>
              <a:gd name="T60" fmla="*/ 38 w 262"/>
              <a:gd name="T61" fmla="*/ 222 h 262"/>
              <a:gd name="T62" fmla="*/ 121 w 262"/>
              <a:gd name="T63" fmla="*/ 116 h 262"/>
              <a:gd name="T64" fmla="*/ 115 w 262"/>
              <a:gd name="T65" fmla="*/ 110 h 262"/>
              <a:gd name="T66" fmla="*/ 73 w 262"/>
              <a:gd name="T67" fmla="*/ 85 h 262"/>
              <a:gd name="T68" fmla="*/ 8 w 262"/>
              <a:gd name="T69" fmla="*/ 40 h 262"/>
              <a:gd name="T70" fmla="*/ 158 w 262"/>
              <a:gd name="T71" fmla="*/ 75 h 262"/>
              <a:gd name="T72" fmla="*/ 162 w 262"/>
              <a:gd name="T73" fmla="*/ 74 h 262"/>
              <a:gd name="T74" fmla="*/ 245 w 262"/>
              <a:gd name="T75" fmla="*/ 17 h 262"/>
              <a:gd name="T76" fmla="*/ 188 w 262"/>
              <a:gd name="T77" fmla="*/ 100 h 262"/>
              <a:gd name="T78" fmla="*/ 186 w 262"/>
              <a:gd name="T79" fmla="*/ 103 h 262"/>
              <a:gd name="T80" fmla="*/ 187 w 262"/>
              <a:gd name="T81" fmla="*/ 104 h 262"/>
              <a:gd name="T82" fmla="*/ 222 w 262"/>
              <a:gd name="T83" fmla="*/ 2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2" h="262">
                <a:moveTo>
                  <a:pt x="195" y="104"/>
                </a:moveTo>
                <a:cubicBezTo>
                  <a:pt x="243" y="56"/>
                  <a:pt x="243" y="56"/>
                  <a:pt x="243" y="56"/>
                </a:cubicBezTo>
                <a:cubicBezTo>
                  <a:pt x="254" y="45"/>
                  <a:pt x="262" y="24"/>
                  <a:pt x="250" y="12"/>
                </a:cubicBezTo>
                <a:cubicBezTo>
                  <a:pt x="238" y="0"/>
                  <a:pt x="217" y="8"/>
                  <a:pt x="206" y="19"/>
                </a:cubicBezTo>
                <a:cubicBezTo>
                  <a:pt x="158" y="67"/>
                  <a:pt x="158" y="67"/>
                  <a:pt x="158" y="67"/>
                </a:cubicBezTo>
                <a:cubicBezTo>
                  <a:pt x="5" y="14"/>
                  <a:pt x="5" y="14"/>
                  <a:pt x="5" y="14"/>
                </a:cubicBezTo>
                <a:cubicBezTo>
                  <a:pt x="4" y="14"/>
                  <a:pt x="3" y="14"/>
                  <a:pt x="2" y="15"/>
                </a:cubicBezTo>
                <a:cubicBezTo>
                  <a:pt x="1" y="15"/>
                  <a:pt x="0" y="17"/>
                  <a:pt x="0" y="18"/>
                </a:cubicBezTo>
                <a:cubicBezTo>
                  <a:pt x="0" y="42"/>
                  <a:pt x="0" y="42"/>
                  <a:pt x="0" y="42"/>
                </a:cubicBezTo>
                <a:cubicBezTo>
                  <a:pt x="0" y="43"/>
                  <a:pt x="1" y="45"/>
                  <a:pt x="2" y="45"/>
                </a:cubicBezTo>
                <a:cubicBezTo>
                  <a:pt x="68" y="91"/>
                  <a:pt x="68" y="91"/>
                  <a:pt x="68" y="91"/>
                </a:cubicBezTo>
                <a:cubicBezTo>
                  <a:pt x="101" y="124"/>
                  <a:pt x="101" y="124"/>
                  <a:pt x="101" y="124"/>
                </a:cubicBezTo>
                <a:cubicBezTo>
                  <a:pt x="69" y="157"/>
                  <a:pt x="69" y="157"/>
                  <a:pt x="69" y="157"/>
                </a:cubicBezTo>
                <a:cubicBezTo>
                  <a:pt x="68" y="157"/>
                  <a:pt x="68" y="158"/>
                  <a:pt x="67" y="158"/>
                </a:cubicBezTo>
                <a:cubicBezTo>
                  <a:pt x="6" y="130"/>
                  <a:pt x="6" y="130"/>
                  <a:pt x="6" y="130"/>
                </a:cubicBezTo>
                <a:cubicBezTo>
                  <a:pt x="4" y="129"/>
                  <a:pt x="3" y="130"/>
                  <a:pt x="2" y="130"/>
                </a:cubicBezTo>
                <a:cubicBezTo>
                  <a:pt x="1" y="131"/>
                  <a:pt x="0" y="132"/>
                  <a:pt x="0" y="134"/>
                </a:cubicBezTo>
                <a:cubicBezTo>
                  <a:pt x="0" y="154"/>
                  <a:pt x="0" y="154"/>
                  <a:pt x="0" y="154"/>
                </a:cubicBezTo>
                <a:cubicBezTo>
                  <a:pt x="0" y="155"/>
                  <a:pt x="0" y="156"/>
                  <a:pt x="1" y="157"/>
                </a:cubicBezTo>
                <a:cubicBezTo>
                  <a:pt x="32" y="188"/>
                  <a:pt x="32" y="188"/>
                  <a:pt x="32" y="188"/>
                </a:cubicBezTo>
                <a:cubicBezTo>
                  <a:pt x="32" y="189"/>
                  <a:pt x="34" y="189"/>
                  <a:pt x="35" y="189"/>
                </a:cubicBezTo>
                <a:cubicBezTo>
                  <a:pt x="36" y="189"/>
                  <a:pt x="37" y="189"/>
                  <a:pt x="37" y="188"/>
                </a:cubicBezTo>
                <a:cubicBezTo>
                  <a:pt x="39" y="186"/>
                  <a:pt x="39" y="184"/>
                  <a:pt x="37" y="182"/>
                </a:cubicBezTo>
                <a:cubicBezTo>
                  <a:pt x="8" y="153"/>
                  <a:pt x="8" y="153"/>
                  <a:pt x="8" y="153"/>
                </a:cubicBezTo>
                <a:cubicBezTo>
                  <a:pt x="8" y="140"/>
                  <a:pt x="8" y="140"/>
                  <a:pt x="8" y="140"/>
                </a:cubicBezTo>
                <a:cubicBezTo>
                  <a:pt x="62" y="165"/>
                  <a:pt x="62" y="165"/>
                  <a:pt x="62" y="165"/>
                </a:cubicBezTo>
                <a:cubicBezTo>
                  <a:pt x="50" y="179"/>
                  <a:pt x="29" y="207"/>
                  <a:pt x="30" y="222"/>
                </a:cubicBezTo>
                <a:cubicBezTo>
                  <a:pt x="30" y="225"/>
                  <a:pt x="31" y="228"/>
                  <a:pt x="32" y="230"/>
                </a:cubicBezTo>
                <a:cubicBezTo>
                  <a:pt x="34" y="231"/>
                  <a:pt x="37" y="232"/>
                  <a:pt x="40" y="232"/>
                </a:cubicBezTo>
                <a:cubicBezTo>
                  <a:pt x="40" y="232"/>
                  <a:pt x="40" y="232"/>
                  <a:pt x="40" y="232"/>
                </a:cubicBezTo>
                <a:cubicBezTo>
                  <a:pt x="55" y="232"/>
                  <a:pt x="83" y="212"/>
                  <a:pt x="97" y="200"/>
                </a:cubicBezTo>
                <a:cubicBezTo>
                  <a:pt x="122" y="254"/>
                  <a:pt x="122" y="254"/>
                  <a:pt x="122" y="254"/>
                </a:cubicBezTo>
                <a:cubicBezTo>
                  <a:pt x="109" y="254"/>
                  <a:pt x="109" y="254"/>
                  <a:pt x="109" y="254"/>
                </a:cubicBezTo>
                <a:cubicBezTo>
                  <a:pt x="80" y="225"/>
                  <a:pt x="80" y="225"/>
                  <a:pt x="80" y="225"/>
                </a:cubicBezTo>
                <a:cubicBezTo>
                  <a:pt x="78" y="223"/>
                  <a:pt x="76" y="223"/>
                  <a:pt x="74" y="225"/>
                </a:cubicBezTo>
                <a:cubicBezTo>
                  <a:pt x="73" y="226"/>
                  <a:pt x="73" y="229"/>
                  <a:pt x="74" y="230"/>
                </a:cubicBezTo>
                <a:cubicBezTo>
                  <a:pt x="105" y="261"/>
                  <a:pt x="105" y="261"/>
                  <a:pt x="105" y="261"/>
                </a:cubicBezTo>
                <a:cubicBezTo>
                  <a:pt x="106" y="262"/>
                  <a:pt x="107" y="262"/>
                  <a:pt x="108" y="262"/>
                </a:cubicBezTo>
                <a:cubicBezTo>
                  <a:pt x="128" y="262"/>
                  <a:pt x="128" y="262"/>
                  <a:pt x="128" y="262"/>
                </a:cubicBezTo>
                <a:cubicBezTo>
                  <a:pt x="130" y="262"/>
                  <a:pt x="131" y="261"/>
                  <a:pt x="132" y="260"/>
                </a:cubicBezTo>
                <a:cubicBezTo>
                  <a:pt x="132" y="259"/>
                  <a:pt x="133" y="258"/>
                  <a:pt x="132" y="256"/>
                </a:cubicBezTo>
                <a:cubicBezTo>
                  <a:pt x="104" y="195"/>
                  <a:pt x="104" y="195"/>
                  <a:pt x="104" y="195"/>
                </a:cubicBezTo>
                <a:cubicBezTo>
                  <a:pt x="104" y="194"/>
                  <a:pt x="105" y="194"/>
                  <a:pt x="105" y="193"/>
                </a:cubicBezTo>
                <a:cubicBezTo>
                  <a:pt x="138" y="161"/>
                  <a:pt x="138" y="161"/>
                  <a:pt x="138" y="161"/>
                </a:cubicBezTo>
                <a:cubicBezTo>
                  <a:pt x="170" y="193"/>
                  <a:pt x="170" y="193"/>
                  <a:pt x="170" y="193"/>
                </a:cubicBezTo>
                <a:cubicBezTo>
                  <a:pt x="217" y="260"/>
                  <a:pt x="217" y="260"/>
                  <a:pt x="217" y="260"/>
                </a:cubicBezTo>
                <a:cubicBezTo>
                  <a:pt x="217" y="261"/>
                  <a:pt x="219" y="262"/>
                  <a:pt x="220" y="262"/>
                </a:cubicBezTo>
                <a:cubicBezTo>
                  <a:pt x="244" y="262"/>
                  <a:pt x="244" y="262"/>
                  <a:pt x="244" y="262"/>
                </a:cubicBezTo>
                <a:cubicBezTo>
                  <a:pt x="245" y="262"/>
                  <a:pt x="247" y="261"/>
                  <a:pt x="247" y="260"/>
                </a:cubicBezTo>
                <a:cubicBezTo>
                  <a:pt x="248" y="259"/>
                  <a:pt x="248" y="258"/>
                  <a:pt x="248" y="257"/>
                </a:cubicBezTo>
                <a:lnTo>
                  <a:pt x="195" y="104"/>
                </a:lnTo>
                <a:close/>
                <a:moveTo>
                  <a:pt x="222" y="254"/>
                </a:moveTo>
                <a:cubicBezTo>
                  <a:pt x="177" y="188"/>
                  <a:pt x="177" y="188"/>
                  <a:pt x="177" y="188"/>
                </a:cubicBezTo>
                <a:cubicBezTo>
                  <a:pt x="176" y="188"/>
                  <a:pt x="176" y="188"/>
                  <a:pt x="176" y="188"/>
                </a:cubicBezTo>
                <a:cubicBezTo>
                  <a:pt x="144" y="155"/>
                  <a:pt x="144" y="155"/>
                  <a:pt x="144" y="155"/>
                </a:cubicBezTo>
                <a:cubicBezTo>
                  <a:pt x="152" y="147"/>
                  <a:pt x="152" y="147"/>
                  <a:pt x="152" y="147"/>
                </a:cubicBezTo>
                <a:cubicBezTo>
                  <a:pt x="153" y="145"/>
                  <a:pt x="153" y="143"/>
                  <a:pt x="152" y="141"/>
                </a:cubicBezTo>
                <a:cubicBezTo>
                  <a:pt x="150" y="140"/>
                  <a:pt x="148" y="140"/>
                  <a:pt x="146" y="141"/>
                </a:cubicBezTo>
                <a:cubicBezTo>
                  <a:pt x="100" y="188"/>
                  <a:pt x="100" y="188"/>
                  <a:pt x="100" y="188"/>
                </a:cubicBezTo>
                <a:cubicBezTo>
                  <a:pt x="90" y="197"/>
                  <a:pt x="54" y="224"/>
                  <a:pt x="40" y="224"/>
                </a:cubicBezTo>
                <a:cubicBezTo>
                  <a:pt x="40" y="225"/>
                  <a:pt x="39" y="224"/>
                  <a:pt x="38" y="224"/>
                </a:cubicBezTo>
                <a:cubicBezTo>
                  <a:pt x="38" y="223"/>
                  <a:pt x="38" y="222"/>
                  <a:pt x="38" y="222"/>
                </a:cubicBezTo>
                <a:cubicBezTo>
                  <a:pt x="37" y="207"/>
                  <a:pt x="66" y="170"/>
                  <a:pt x="74" y="162"/>
                </a:cubicBezTo>
                <a:cubicBezTo>
                  <a:pt x="121" y="116"/>
                  <a:pt x="121" y="116"/>
                  <a:pt x="121" y="116"/>
                </a:cubicBezTo>
                <a:cubicBezTo>
                  <a:pt x="122" y="114"/>
                  <a:pt x="122" y="112"/>
                  <a:pt x="121" y="110"/>
                </a:cubicBezTo>
                <a:cubicBezTo>
                  <a:pt x="119" y="109"/>
                  <a:pt x="117" y="109"/>
                  <a:pt x="115" y="110"/>
                </a:cubicBezTo>
                <a:cubicBezTo>
                  <a:pt x="107" y="119"/>
                  <a:pt x="107" y="119"/>
                  <a:pt x="107" y="119"/>
                </a:cubicBezTo>
                <a:cubicBezTo>
                  <a:pt x="73" y="85"/>
                  <a:pt x="73" y="85"/>
                  <a:pt x="73" y="85"/>
                </a:cubicBezTo>
                <a:cubicBezTo>
                  <a:pt x="73" y="85"/>
                  <a:pt x="73" y="85"/>
                  <a:pt x="73" y="84"/>
                </a:cubicBezTo>
                <a:cubicBezTo>
                  <a:pt x="8" y="40"/>
                  <a:pt x="8" y="40"/>
                  <a:pt x="8" y="40"/>
                </a:cubicBezTo>
                <a:cubicBezTo>
                  <a:pt x="8" y="24"/>
                  <a:pt x="8" y="24"/>
                  <a:pt x="8" y="24"/>
                </a:cubicBezTo>
                <a:cubicBezTo>
                  <a:pt x="158" y="75"/>
                  <a:pt x="158" y="75"/>
                  <a:pt x="158" y="75"/>
                </a:cubicBezTo>
                <a:cubicBezTo>
                  <a:pt x="158" y="75"/>
                  <a:pt x="159" y="76"/>
                  <a:pt x="159" y="76"/>
                </a:cubicBezTo>
                <a:cubicBezTo>
                  <a:pt x="160" y="76"/>
                  <a:pt x="161" y="75"/>
                  <a:pt x="162" y="74"/>
                </a:cubicBezTo>
                <a:cubicBezTo>
                  <a:pt x="212" y="25"/>
                  <a:pt x="212" y="25"/>
                  <a:pt x="212" y="25"/>
                </a:cubicBezTo>
                <a:cubicBezTo>
                  <a:pt x="219" y="18"/>
                  <a:pt x="236" y="9"/>
                  <a:pt x="245" y="17"/>
                </a:cubicBezTo>
                <a:cubicBezTo>
                  <a:pt x="253" y="26"/>
                  <a:pt x="244" y="43"/>
                  <a:pt x="237" y="50"/>
                </a:cubicBezTo>
                <a:cubicBezTo>
                  <a:pt x="188" y="100"/>
                  <a:pt x="188" y="100"/>
                  <a:pt x="188" y="100"/>
                </a:cubicBezTo>
                <a:cubicBezTo>
                  <a:pt x="187" y="101"/>
                  <a:pt x="186" y="102"/>
                  <a:pt x="186" y="103"/>
                </a:cubicBezTo>
                <a:cubicBezTo>
                  <a:pt x="186" y="103"/>
                  <a:pt x="186" y="103"/>
                  <a:pt x="186" y="103"/>
                </a:cubicBezTo>
                <a:cubicBezTo>
                  <a:pt x="186" y="103"/>
                  <a:pt x="186" y="103"/>
                  <a:pt x="186" y="103"/>
                </a:cubicBezTo>
                <a:cubicBezTo>
                  <a:pt x="186" y="103"/>
                  <a:pt x="186" y="104"/>
                  <a:pt x="187" y="104"/>
                </a:cubicBezTo>
                <a:cubicBezTo>
                  <a:pt x="238" y="254"/>
                  <a:pt x="238" y="254"/>
                  <a:pt x="238" y="254"/>
                </a:cubicBezTo>
                <a:lnTo>
                  <a:pt x="222" y="2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7" name="Freeform 23">
            <a:extLst>
              <a:ext uri="{FF2B5EF4-FFF2-40B4-BE49-F238E27FC236}">
                <a16:creationId xmlns:a16="http://schemas.microsoft.com/office/drawing/2014/main" id="{CFF82188-02D9-488A-9645-33EC4AC3A10D}"/>
              </a:ext>
            </a:extLst>
          </p:cNvPr>
          <p:cNvSpPr>
            <a:spLocks noChangeAspect="1" noEditPoints="1"/>
          </p:cNvSpPr>
          <p:nvPr/>
        </p:nvSpPr>
        <p:spPr bwMode="auto">
          <a:xfrm>
            <a:off x="3476026" y="1459651"/>
            <a:ext cx="400050" cy="400050"/>
          </a:xfrm>
          <a:custGeom>
            <a:avLst/>
            <a:gdLst>
              <a:gd name="T0" fmla="*/ 132 w 256"/>
              <a:gd name="T1" fmla="*/ 184 h 256"/>
              <a:gd name="T2" fmla="*/ 128 w 256"/>
              <a:gd name="T3" fmla="*/ 120 h 256"/>
              <a:gd name="T4" fmla="*/ 124 w 256"/>
              <a:gd name="T5" fmla="*/ 184 h 256"/>
              <a:gd name="T6" fmla="*/ 77 w 256"/>
              <a:gd name="T7" fmla="*/ 176 h 256"/>
              <a:gd name="T8" fmla="*/ 75 w 256"/>
              <a:gd name="T9" fmla="*/ 184 h 256"/>
              <a:gd name="T10" fmla="*/ 144 w 256"/>
              <a:gd name="T11" fmla="*/ 192 h 256"/>
              <a:gd name="T12" fmla="*/ 184 w 256"/>
              <a:gd name="T13" fmla="*/ 179 h 256"/>
              <a:gd name="T14" fmla="*/ 144 w 256"/>
              <a:gd name="T15" fmla="*/ 184 h 256"/>
              <a:gd name="T16" fmla="*/ 4 w 256"/>
              <a:gd name="T17" fmla="*/ 28 h 256"/>
              <a:gd name="T18" fmla="*/ 4 w 256"/>
              <a:gd name="T19" fmla="*/ 36 h 256"/>
              <a:gd name="T20" fmla="*/ 136 w 256"/>
              <a:gd name="T21" fmla="*/ 52 h 256"/>
              <a:gd name="T22" fmla="*/ 183 w 256"/>
              <a:gd name="T23" fmla="*/ 88 h 256"/>
              <a:gd name="T24" fmla="*/ 176 w 256"/>
              <a:gd name="T25" fmla="*/ 91 h 256"/>
              <a:gd name="T26" fmla="*/ 79 w 256"/>
              <a:gd name="T27" fmla="*/ 91 h 256"/>
              <a:gd name="T28" fmla="*/ 73 w 256"/>
              <a:gd name="T29" fmla="*/ 88 h 256"/>
              <a:gd name="T30" fmla="*/ 120 w 256"/>
              <a:gd name="T31" fmla="*/ 52 h 256"/>
              <a:gd name="T32" fmla="*/ 112 w 256"/>
              <a:gd name="T33" fmla="*/ 44 h 256"/>
              <a:gd name="T34" fmla="*/ 64 w 256"/>
              <a:gd name="T35" fmla="*/ 91 h 256"/>
              <a:gd name="T36" fmla="*/ 61 w 256"/>
              <a:gd name="T37" fmla="*/ 215 h 256"/>
              <a:gd name="T38" fmla="*/ 44 w 256"/>
              <a:gd name="T39" fmla="*/ 256 h 256"/>
              <a:gd name="T40" fmla="*/ 67 w 256"/>
              <a:gd name="T41" fmla="*/ 221 h 256"/>
              <a:gd name="T42" fmla="*/ 102 w 256"/>
              <a:gd name="T43" fmla="*/ 237 h 256"/>
              <a:gd name="T44" fmla="*/ 131 w 256"/>
              <a:gd name="T45" fmla="*/ 240 h 256"/>
              <a:gd name="T46" fmla="*/ 178 w 256"/>
              <a:gd name="T47" fmla="*/ 228 h 256"/>
              <a:gd name="T48" fmla="*/ 208 w 256"/>
              <a:gd name="T49" fmla="*/ 252 h 256"/>
              <a:gd name="T50" fmla="*/ 216 w 256"/>
              <a:gd name="T51" fmla="*/ 252 h 256"/>
              <a:gd name="T52" fmla="*/ 208 w 256"/>
              <a:gd name="T53" fmla="*/ 167 h 256"/>
              <a:gd name="T54" fmla="*/ 144 w 256"/>
              <a:gd name="T55" fmla="*/ 48 h 256"/>
              <a:gd name="T56" fmla="*/ 252 w 256"/>
              <a:gd name="T57" fmla="*/ 36 h 256"/>
              <a:gd name="T58" fmla="*/ 252 w 256"/>
              <a:gd name="T59" fmla="*/ 28 h 256"/>
              <a:gd name="T60" fmla="*/ 185 w 256"/>
              <a:gd name="T61" fmla="*/ 213 h 256"/>
              <a:gd name="T62" fmla="*/ 174 w 256"/>
              <a:gd name="T63" fmla="*/ 220 h 256"/>
              <a:gd name="T64" fmla="*/ 131 w 256"/>
              <a:gd name="T65" fmla="*/ 232 h 256"/>
              <a:gd name="T66" fmla="*/ 104 w 256"/>
              <a:gd name="T67" fmla="*/ 229 h 256"/>
              <a:gd name="T68" fmla="*/ 71 w 256"/>
              <a:gd name="T69" fmla="*/ 213 h 256"/>
              <a:gd name="T70" fmla="*/ 56 w 256"/>
              <a:gd name="T71" fmla="*/ 169 h 256"/>
              <a:gd name="T72" fmla="*/ 76 w 256"/>
              <a:gd name="T73" fmla="*/ 98 h 256"/>
              <a:gd name="T74" fmla="*/ 180 w 256"/>
              <a:gd name="T75" fmla="*/ 99 h 256"/>
              <a:gd name="T76" fmla="*/ 200 w 256"/>
              <a:gd name="T77" fmla="*/ 169 h 256"/>
              <a:gd name="T78" fmla="*/ 128 w 256"/>
              <a:gd name="T79" fmla="*/ 8 h 256"/>
              <a:gd name="T80" fmla="*/ 136 w 256"/>
              <a:gd name="T81" fmla="*/ 20 h 256"/>
              <a:gd name="T82" fmla="*/ 144 w 256"/>
              <a:gd name="T83" fmla="*/ 16 h 256"/>
              <a:gd name="T84" fmla="*/ 112 w 256"/>
              <a:gd name="T85" fmla="*/ 16 h 256"/>
              <a:gd name="T86" fmla="*/ 120 w 256"/>
              <a:gd name="T87" fmla="*/ 2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56">
                <a:moveTo>
                  <a:pt x="144" y="184"/>
                </a:moveTo>
                <a:cubicBezTo>
                  <a:pt x="132" y="184"/>
                  <a:pt x="132" y="184"/>
                  <a:pt x="132" y="184"/>
                </a:cubicBezTo>
                <a:cubicBezTo>
                  <a:pt x="132" y="124"/>
                  <a:pt x="132" y="124"/>
                  <a:pt x="132" y="124"/>
                </a:cubicBezTo>
                <a:cubicBezTo>
                  <a:pt x="132" y="122"/>
                  <a:pt x="130" y="120"/>
                  <a:pt x="128" y="120"/>
                </a:cubicBezTo>
                <a:cubicBezTo>
                  <a:pt x="126" y="120"/>
                  <a:pt x="124" y="122"/>
                  <a:pt x="124" y="124"/>
                </a:cubicBezTo>
                <a:cubicBezTo>
                  <a:pt x="124" y="184"/>
                  <a:pt x="124" y="184"/>
                  <a:pt x="124" y="184"/>
                </a:cubicBezTo>
                <a:cubicBezTo>
                  <a:pt x="112" y="184"/>
                  <a:pt x="112" y="184"/>
                  <a:pt x="112" y="184"/>
                </a:cubicBezTo>
                <a:cubicBezTo>
                  <a:pt x="112" y="184"/>
                  <a:pt x="95" y="183"/>
                  <a:pt x="77" y="176"/>
                </a:cubicBezTo>
                <a:cubicBezTo>
                  <a:pt x="75" y="175"/>
                  <a:pt x="73" y="177"/>
                  <a:pt x="72" y="179"/>
                </a:cubicBezTo>
                <a:cubicBezTo>
                  <a:pt x="71" y="181"/>
                  <a:pt x="72" y="183"/>
                  <a:pt x="75" y="184"/>
                </a:cubicBezTo>
                <a:cubicBezTo>
                  <a:pt x="93" y="191"/>
                  <a:pt x="112" y="192"/>
                  <a:pt x="112" y="192"/>
                </a:cubicBezTo>
                <a:cubicBezTo>
                  <a:pt x="144" y="192"/>
                  <a:pt x="144" y="192"/>
                  <a:pt x="144" y="192"/>
                </a:cubicBezTo>
                <a:cubicBezTo>
                  <a:pt x="144" y="192"/>
                  <a:pt x="163" y="191"/>
                  <a:pt x="181" y="184"/>
                </a:cubicBezTo>
                <a:cubicBezTo>
                  <a:pt x="184" y="183"/>
                  <a:pt x="185" y="181"/>
                  <a:pt x="184" y="179"/>
                </a:cubicBezTo>
                <a:cubicBezTo>
                  <a:pt x="183" y="176"/>
                  <a:pt x="181" y="175"/>
                  <a:pt x="179" y="176"/>
                </a:cubicBezTo>
                <a:cubicBezTo>
                  <a:pt x="161" y="183"/>
                  <a:pt x="144" y="184"/>
                  <a:pt x="144" y="184"/>
                </a:cubicBezTo>
                <a:close/>
                <a:moveTo>
                  <a:pt x="252" y="28"/>
                </a:moveTo>
                <a:cubicBezTo>
                  <a:pt x="4" y="28"/>
                  <a:pt x="4" y="28"/>
                  <a:pt x="4" y="28"/>
                </a:cubicBezTo>
                <a:cubicBezTo>
                  <a:pt x="2" y="28"/>
                  <a:pt x="0" y="30"/>
                  <a:pt x="0" y="32"/>
                </a:cubicBezTo>
                <a:cubicBezTo>
                  <a:pt x="0" y="34"/>
                  <a:pt x="2" y="36"/>
                  <a:pt x="4" y="36"/>
                </a:cubicBezTo>
                <a:cubicBezTo>
                  <a:pt x="136" y="36"/>
                  <a:pt x="136" y="36"/>
                  <a:pt x="136" y="36"/>
                </a:cubicBezTo>
                <a:cubicBezTo>
                  <a:pt x="136" y="52"/>
                  <a:pt x="136" y="52"/>
                  <a:pt x="136" y="52"/>
                </a:cubicBezTo>
                <a:cubicBezTo>
                  <a:pt x="136" y="54"/>
                  <a:pt x="138" y="56"/>
                  <a:pt x="140" y="56"/>
                </a:cubicBezTo>
                <a:cubicBezTo>
                  <a:pt x="141" y="56"/>
                  <a:pt x="175" y="57"/>
                  <a:pt x="183" y="88"/>
                </a:cubicBezTo>
                <a:cubicBezTo>
                  <a:pt x="183" y="88"/>
                  <a:pt x="183" y="88"/>
                  <a:pt x="182" y="88"/>
                </a:cubicBezTo>
                <a:cubicBezTo>
                  <a:pt x="180" y="90"/>
                  <a:pt x="178" y="91"/>
                  <a:pt x="176" y="91"/>
                </a:cubicBezTo>
                <a:cubicBezTo>
                  <a:pt x="170" y="95"/>
                  <a:pt x="168" y="96"/>
                  <a:pt x="128" y="96"/>
                </a:cubicBezTo>
                <a:cubicBezTo>
                  <a:pt x="90" y="96"/>
                  <a:pt x="87" y="95"/>
                  <a:pt x="79" y="91"/>
                </a:cubicBezTo>
                <a:cubicBezTo>
                  <a:pt x="77" y="90"/>
                  <a:pt x="76" y="89"/>
                  <a:pt x="74" y="88"/>
                </a:cubicBezTo>
                <a:cubicBezTo>
                  <a:pt x="73" y="88"/>
                  <a:pt x="73" y="88"/>
                  <a:pt x="73" y="88"/>
                </a:cubicBezTo>
                <a:cubicBezTo>
                  <a:pt x="81" y="57"/>
                  <a:pt x="115" y="56"/>
                  <a:pt x="116" y="56"/>
                </a:cubicBezTo>
                <a:cubicBezTo>
                  <a:pt x="118" y="56"/>
                  <a:pt x="120" y="54"/>
                  <a:pt x="120" y="52"/>
                </a:cubicBezTo>
                <a:cubicBezTo>
                  <a:pt x="120" y="44"/>
                  <a:pt x="120" y="44"/>
                  <a:pt x="120" y="44"/>
                </a:cubicBezTo>
                <a:cubicBezTo>
                  <a:pt x="112" y="44"/>
                  <a:pt x="112" y="44"/>
                  <a:pt x="112" y="44"/>
                </a:cubicBezTo>
                <a:cubicBezTo>
                  <a:pt x="112" y="48"/>
                  <a:pt x="112" y="48"/>
                  <a:pt x="112" y="48"/>
                </a:cubicBezTo>
                <a:cubicBezTo>
                  <a:pt x="101" y="50"/>
                  <a:pt x="69" y="57"/>
                  <a:pt x="64" y="91"/>
                </a:cubicBezTo>
                <a:cubicBezTo>
                  <a:pt x="48" y="167"/>
                  <a:pt x="48" y="167"/>
                  <a:pt x="48" y="167"/>
                </a:cubicBezTo>
                <a:cubicBezTo>
                  <a:pt x="48" y="167"/>
                  <a:pt x="42" y="195"/>
                  <a:pt x="61" y="215"/>
                </a:cubicBezTo>
                <a:cubicBezTo>
                  <a:pt x="50" y="223"/>
                  <a:pt x="40" y="237"/>
                  <a:pt x="40" y="252"/>
                </a:cubicBezTo>
                <a:cubicBezTo>
                  <a:pt x="40" y="254"/>
                  <a:pt x="42" y="256"/>
                  <a:pt x="44" y="256"/>
                </a:cubicBezTo>
                <a:cubicBezTo>
                  <a:pt x="46" y="256"/>
                  <a:pt x="48" y="254"/>
                  <a:pt x="48" y="252"/>
                </a:cubicBezTo>
                <a:cubicBezTo>
                  <a:pt x="48" y="239"/>
                  <a:pt x="58" y="226"/>
                  <a:pt x="67" y="221"/>
                </a:cubicBezTo>
                <a:cubicBezTo>
                  <a:pt x="71" y="223"/>
                  <a:pt x="74" y="226"/>
                  <a:pt x="78" y="228"/>
                </a:cubicBezTo>
                <a:cubicBezTo>
                  <a:pt x="85" y="231"/>
                  <a:pt x="93" y="234"/>
                  <a:pt x="102" y="237"/>
                </a:cubicBezTo>
                <a:cubicBezTo>
                  <a:pt x="109" y="239"/>
                  <a:pt x="117" y="240"/>
                  <a:pt x="125" y="240"/>
                </a:cubicBezTo>
                <a:cubicBezTo>
                  <a:pt x="131" y="240"/>
                  <a:pt x="131" y="240"/>
                  <a:pt x="131" y="240"/>
                </a:cubicBezTo>
                <a:cubicBezTo>
                  <a:pt x="139" y="240"/>
                  <a:pt x="147" y="239"/>
                  <a:pt x="154" y="237"/>
                </a:cubicBezTo>
                <a:cubicBezTo>
                  <a:pt x="163" y="234"/>
                  <a:pt x="171" y="231"/>
                  <a:pt x="178" y="228"/>
                </a:cubicBezTo>
                <a:cubicBezTo>
                  <a:pt x="182" y="226"/>
                  <a:pt x="185" y="223"/>
                  <a:pt x="189" y="221"/>
                </a:cubicBezTo>
                <a:cubicBezTo>
                  <a:pt x="198" y="226"/>
                  <a:pt x="208" y="239"/>
                  <a:pt x="208" y="252"/>
                </a:cubicBezTo>
                <a:cubicBezTo>
                  <a:pt x="208" y="254"/>
                  <a:pt x="210" y="256"/>
                  <a:pt x="212" y="256"/>
                </a:cubicBezTo>
                <a:cubicBezTo>
                  <a:pt x="214" y="256"/>
                  <a:pt x="216" y="254"/>
                  <a:pt x="216" y="252"/>
                </a:cubicBezTo>
                <a:cubicBezTo>
                  <a:pt x="216" y="237"/>
                  <a:pt x="206" y="223"/>
                  <a:pt x="195" y="215"/>
                </a:cubicBezTo>
                <a:cubicBezTo>
                  <a:pt x="214" y="195"/>
                  <a:pt x="208" y="167"/>
                  <a:pt x="208" y="167"/>
                </a:cubicBezTo>
                <a:cubicBezTo>
                  <a:pt x="192" y="91"/>
                  <a:pt x="192" y="91"/>
                  <a:pt x="192" y="91"/>
                </a:cubicBezTo>
                <a:cubicBezTo>
                  <a:pt x="187" y="57"/>
                  <a:pt x="155" y="50"/>
                  <a:pt x="144" y="48"/>
                </a:cubicBezTo>
                <a:cubicBezTo>
                  <a:pt x="144" y="36"/>
                  <a:pt x="144" y="36"/>
                  <a:pt x="144" y="36"/>
                </a:cubicBezTo>
                <a:cubicBezTo>
                  <a:pt x="252" y="36"/>
                  <a:pt x="252" y="36"/>
                  <a:pt x="252" y="36"/>
                </a:cubicBezTo>
                <a:cubicBezTo>
                  <a:pt x="254" y="36"/>
                  <a:pt x="256" y="34"/>
                  <a:pt x="256" y="32"/>
                </a:cubicBezTo>
                <a:cubicBezTo>
                  <a:pt x="256" y="30"/>
                  <a:pt x="254" y="28"/>
                  <a:pt x="252" y="28"/>
                </a:cubicBezTo>
                <a:close/>
                <a:moveTo>
                  <a:pt x="200" y="169"/>
                </a:moveTo>
                <a:cubicBezTo>
                  <a:pt x="200" y="169"/>
                  <a:pt x="206" y="195"/>
                  <a:pt x="185" y="213"/>
                </a:cubicBezTo>
                <a:cubicBezTo>
                  <a:pt x="185" y="213"/>
                  <a:pt x="185" y="213"/>
                  <a:pt x="185" y="213"/>
                </a:cubicBezTo>
                <a:cubicBezTo>
                  <a:pt x="182" y="216"/>
                  <a:pt x="179" y="218"/>
                  <a:pt x="174" y="220"/>
                </a:cubicBezTo>
                <a:cubicBezTo>
                  <a:pt x="167" y="224"/>
                  <a:pt x="160" y="227"/>
                  <a:pt x="152" y="229"/>
                </a:cubicBezTo>
                <a:cubicBezTo>
                  <a:pt x="145" y="231"/>
                  <a:pt x="138" y="232"/>
                  <a:pt x="131" y="232"/>
                </a:cubicBezTo>
                <a:cubicBezTo>
                  <a:pt x="125" y="232"/>
                  <a:pt x="125" y="232"/>
                  <a:pt x="125" y="232"/>
                </a:cubicBezTo>
                <a:cubicBezTo>
                  <a:pt x="118" y="232"/>
                  <a:pt x="111" y="231"/>
                  <a:pt x="104" y="229"/>
                </a:cubicBezTo>
                <a:cubicBezTo>
                  <a:pt x="96" y="227"/>
                  <a:pt x="89" y="224"/>
                  <a:pt x="82" y="220"/>
                </a:cubicBezTo>
                <a:cubicBezTo>
                  <a:pt x="78" y="218"/>
                  <a:pt x="74" y="216"/>
                  <a:pt x="71" y="213"/>
                </a:cubicBezTo>
                <a:cubicBezTo>
                  <a:pt x="71" y="213"/>
                  <a:pt x="71" y="213"/>
                  <a:pt x="70" y="213"/>
                </a:cubicBezTo>
                <a:cubicBezTo>
                  <a:pt x="50" y="195"/>
                  <a:pt x="56" y="170"/>
                  <a:pt x="56" y="169"/>
                </a:cubicBezTo>
                <a:cubicBezTo>
                  <a:pt x="71" y="96"/>
                  <a:pt x="71" y="96"/>
                  <a:pt x="71" y="96"/>
                </a:cubicBezTo>
                <a:cubicBezTo>
                  <a:pt x="73" y="97"/>
                  <a:pt x="74" y="97"/>
                  <a:pt x="76" y="98"/>
                </a:cubicBezTo>
                <a:cubicBezTo>
                  <a:pt x="86" y="103"/>
                  <a:pt x="89" y="104"/>
                  <a:pt x="128" y="104"/>
                </a:cubicBezTo>
                <a:cubicBezTo>
                  <a:pt x="169" y="104"/>
                  <a:pt x="172" y="103"/>
                  <a:pt x="180" y="99"/>
                </a:cubicBezTo>
                <a:cubicBezTo>
                  <a:pt x="181" y="98"/>
                  <a:pt x="183" y="97"/>
                  <a:pt x="185" y="96"/>
                </a:cubicBezTo>
                <a:lnTo>
                  <a:pt x="200" y="169"/>
                </a:lnTo>
                <a:close/>
                <a:moveTo>
                  <a:pt x="120" y="16"/>
                </a:moveTo>
                <a:cubicBezTo>
                  <a:pt x="120" y="12"/>
                  <a:pt x="124" y="8"/>
                  <a:pt x="128" y="8"/>
                </a:cubicBezTo>
                <a:cubicBezTo>
                  <a:pt x="132" y="8"/>
                  <a:pt x="136" y="12"/>
                  <a:pt x="136" y="16"/>
                </a:cubicBezTo>
                <a:cubicBezTo>
                  <a:pt x="136" y="20"/>
                  <a:pt x="136" y="20"/>
                  <a:pt x="136" y="20"/>
                </a:cubicBezTo>
                <a:cubicBezTo>
                  <a:pt x="144" y="20"/>
                  <a:pt x="144" y="20"/>
                  <a:pt x="144" y="20"/>
                </a:cubicBezTo>
                <a:cubicBezTo>
                  <a:pt x="144" y="16"/>
                  <a:pt x="144" y="16"/>
                  <a:pt x="144" y="16"/>
                </a:cubicBezTo>
                <a:cubicBezTo>
                  <a:pt x="144" y="7"/>
                  <a:pt x="137" y="0"/>
                  <a:pt x="128" y="0"/>
                </a:cubicBezTo>
                <a:cubicBezTo>
                  <a:pt x="119" y="0"/>
                  <a:pt x="112" y="7"/>
                  <a:pt x="112" y="16"/>
                </a:cubicBezTo>
                <a:cubicBezTo>
                  <a:pt x="112" y="20"/>
                  <a:pt x="112" y="20"/>
                  <a:pt x="112" y="20"/>
                </a:cubicBezTo>
                <a:cubicBezTo>
                  <a:pt x="120" y="20"/>
                  <a:pt x="120" y="20"/>
                  <a:pt x="120" y="20"/>
                </a:cubicBezTo>
                <a:lnTo>
                  <a:pt x="120"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24" name="Freeform 27">
            <a:extLst>
              <a:ext uri="{FF2B5EF4-FFF2-40B4-BE49-F238E27FC236}">
                <a16:creationId xmlns:a16="http://schemas.microsoft.com/office/drawing/2014/main" id="{245262EE-C268-4782-8817-466A8AE09A92}"/>
              </a:ext>
            </a:extLst>
          </p:cNvPr>
          <p:cNvSpPr>
            <a:spLocks noChangeAspect="1" noEditPoints="1"/>
          </p:cNvSpPr>
          <p:nvPr/>
        </p:nvSpPr>
        <p:spPr bwMode="auto">
          <a:xfrm>
            <a:off x="4443672" y="1468529"/>
            <a:ext cx="400050" cy="400050"/>
          </a:xfrm>
          <a:custGeom>
            <a:avLst/>
            <a:gdLst>
              <a:gd name="T0" fmla="*/ 104 w 256"/>
              <a:gd name="T1" fmla="*/ 192 h 256"/>
              <a:gd name="T2" fmla="*/ 120 w 256"/>
              <a:gd name="T3" fmla="*/ 200 h 256"/>
              <a:gd name="T4" fmla="*/ 128 w 256"/>
              <a:gd name="T5" fmla="*/ 256 h 256"/>
              <a:gd name="T6" fmla="*/ 124 w 256"/>
              <a:gd name="T7" fmla="*/ 192 h 256"/>
              <a:gd name="T8" fmla="*/ 28 w 256"/>
              <a:gd name="T9" fmla="*/ 176 h 256"/>
              <a:gd name="T10" fmla="*/ 24 w 256"/>
              <a:gd name="T11" fmla="*/ 256 h 256"/>
              <a:gd name="T12" fmla="*/ 32 w 256"/>
              <a:gd name="T13" fmla="*/ 184 h 256"/>
              <a:gd name="T14" fmla="*/ 64 w 256"/>
              <a:gd name="T15" fmla="*/ 256 h 256"/>
              <a:gd name="T16" fmla="*/ 72 w 256"/>
              <a:gd name="T17" fmla="*/ 180 h 256"/>
              <a:gd name="T18" fmla="*/ 92 w 256"/>
              <a:gd name="T19" fmla="*/ 144 h 256"/>
              <a:gd name="T20" fmla="*/ 80 w 256"/>
              <a:gd name="T21" fmla="*/ 124 h 256"/>
              <a:gd name="T22" fmla="*/ 52 w 256"/>
              <a:gd name="T23" fmla="*/ 120 h 256"/>
              <a:gd name="T24" fmla="*/ 48 w 256"/>
              <a:gd name="T25" fmla="*/ 80 h 256"/>
              <a:gd name="T26" fmla="*/ 44 w 256"/>
              <a:gd name="T27" fmla="*/ 120 h 256"/>
              <a:gd name="T28" fmla="*/ 16 w 256"/>
              <a:gd name="T29" fmla="*/ 124 h 256"/>
              <a:gd name="T30" fmla="*/ 4 w 256"/>
              <a:gd name="T31" fmla="*/ 144 h 256"/>
              <a:gd name="T32" fmla="*/ 0 w 256"/>
              <a:gd name="T33" fmla="*/ 256 h 256"/>
              <a:gd name="T34" fmla="*/ 8 w 256"/>
              <a:gd name="T35" fmla="*/ 152 h 256"/>
              <a:gd name="T36" fmla="*/ 88 w 256"/>
              <a:gd name="T37" fmla="*/ 256 h 256"/>
              <a:gd name="T38" fmla="*/ 96 w 256"/>
              <a:gd name="T39" fmla="*/ 148 h 256"/>
              <a:gd name="T40" fmla="*/ 72 w 256"/>
              <a:gd name="T41" fmla="*/ 144 h 256"/>
              <a:gd name="T42" fmla="*/ 24 w 256"/>
              <a:gd name="T43" fmla="*/ 128 h 256"/>
              <a:gd name="T44" fmla="*/ 72 w 256"/>
              <a:gd name="T45" fmla="*/ 144 h 256"/>
              <a:gd name="T46" fmla="*/ 216 w 256"/>
              <a:gd name="T47" fmla="*/ 120 h 256"/>
              <a:gd name="T48" fmla="*/ 184 w 256"/>
              <a:gd name="T49" fmla="*/ 160 h 256"/>
              <a:gd name="T50" fmla="*/ 176 w 256"/>
              <a:gd name="T51" fmla="*/ 120 h 256"/>
              <a:gd name="T52" fmla="*/ 160 w 256"/>
              <a:gd name="T53" fmla="*/ 160 h 256"/>
              <a:gd name="T54" fmla="*/ 176 w 256"/>
              <a:gd name="T55" fmla="*/ 168 h 256"/>
              <a:gd name="T56" fmla="*/ 160 w 256"/>
              <a:gd name="T57" fmla="*/ 224 h 256"/>
              <a:gd name="T58" fmla="*/ 176 w 256"/>
              <a:gd name="T59" fmla="*/ 232 h 256"/>
              <a:gd name="T60" fmla="*/ 184 w 256"/>
              <a:gd name="T61" fmla="*/ 256 h 256"/>
              <a:gd name="T62" fmla="*/ 216 w 256"/>
              <a:gd name="T63" fmla="*/ 232 h 256"/>
              <a:gd name="T64" fmla="*/ 224 w 256"/>
              <a:gd name="T65" fmla="*/ 256 h 256"/>
              <a:gd name="T66" fmla="*/ 240 w 256"/>
              <a:gd name="T67" fmla="*/ 232 h 256"/>
              <a:gd name="T68" fmla="*/ 224 w 256"/>
              <a:gd name="T69" fmla="*/ 224 h 256"/>
              <a:gd name="T70" fmla="*/ 240 w 256"/>
              <a:gd name="T71" fmla="*/ 168 h 256"/>
              <a:gd name="T72" fmla="*/ 224 w 256"/>
              <a:gd name="T73" fmla="*/ 160 h 256"/>
              <a:gd name="T74" fmla="*/ 216 w 256"/>
              <a:gd name="T75" fmla="*/ 224 h 256"/>
              <a:gd name="T76" fmla="*/ 184 w 256"/>
              <a:gd name="T77" fmla="*/ 168 h 256"/>
              <a:gd name="T78" fmla="*/ 216 w 256"/>
              <a:gd name="T79" fmla="*/ 224 h 256"/>
              <a:gd name="T80" fmla="*/ 240 w 256"/>
              <a:gd name="T81" fmla="*/ 96 h 256"/>
              <a:gd name="T82" fmla="*/ 236 w 256"/>
              <a:gd name="T83" fmla="*/ 72 h 256"/>
              <a:gd name="T84" fmla="*/ 224 w 256"/>
              <a:gd name="T85" fmla="*/ 52 h 256"/>
              <a:gd name="T86" fmla="*/ 204 w 256"/>
              <a:gd name="T87" fmla="*/ 48 h 256"/>
              <a:gd name="T88" fmla="*/ 200 w 256"/>
              <a:gd name="T89" fmla="*/ 0 h 256"/>
              <a:gd name="T90" fmla="*/ 196 w 256"/>
              <a:gd name="T91" fmla="*/ 48 h 256"/>
              <a:gd name="T92" fmla="*/ 176 w 256"/>
              <a:gd name="T93" fmla="*/ 52 h 256"/>
              <a:gd name="T94" fmla="*/ 164 w 256"/>
              <a:gd name="T95" fmla="*/ 72 h 256"/>
              <a:gd name="T96" fmla="*/ 160 w 256"/>
              <a:gd name="T97" fmla="*/ 96 h 256"/>
              <a:gd name="T98" fmla="*/ 144 w 256"/>
              <a:gd name="T99" fmla="*/ 100 h 256"/>
              <a:gd name="T100" fmla="*/ 152 w 256"/>
              <a:gd name="T101" fmla="*/ 256 h 256"/>
              <a:gd name="T102" fmla="*/ 248 w 256"/>
              <a:gd name="T103" fmla="*/ 104 h 256"/>
              <a:gd name="T104" fmla="*/ 256 w 256"/>
              <a:gd name="T105" fmla="*/ 256 h 256"/>
              <a:gd name="T106" fmla="*/ 252 w 256"/>
              <a:gd name="T107" fmla="*/ 96 h 256"/>
              <a:gd name="T108" fmla="*/ 216 w 256"/>
              <a:gd name="T109" fmla="*/ 56 h 256"/>
              <a:gd name="T110" fmla="*/ 184 w 256"/>
              <a:gd name="T111" fmla="*/ 72 h 256"/>
              <a:gd name="T112" fmla="*/ 232 w 256"/>
              <a:gd name="T113" fmla="*/ 96 h 256"/>
              <a:gd name="T114" fmla="*/ 168 w 256"/>
              <a:gd name="T115" fmla="*/ 80 h 256"/>
              <a:gd name="T116" fmla="*/ 232 w 256"/>
              <a:gd name="T117" fmla="*/ 9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6" h="256">
                <a:moveTo>
                  <a:pt x="124" y="192"/>
                </a:moveTo>
                <a:cubicBezTo>
                  <a:pt x="104" y="192"/>
                  <a:pt x="104" y="192"/>
                  <a:pt x="104" y="192"/>
                </a:cubicBezTo>
                <a:cubicBezTo>
                  <a:pt x="104" y="200"/>
                  <a:pt x="104" y="200"/>
                  <a:pt x="104" y="200"/>
                </a:cubicBezTo>
                <a:cubicBezTo>
                  <a:pt x="120" y="200"/>
                  <a:pt x="120" y="200"/>
                  <a:pt x="120" y="200"/>
                </a:cubicBezTo>
                <a:cubicBezTo>
                  <a:pt x="120" y="256"/>
                  <a:pt x="120" y="256"/>
                  <a:pt x="120" y="256"/>
                </a:cubicBezTo>
                <a:cubicBezTo>
                  <a:pt x="128" y="256"/>
                  <a:pt x="128" y="256"/>
                  <a:pt x="128" y="256"/>
                </a:cubicBezTo>
                <a:cubicBezTo>
                  <a:pt x="128" y="196"/>
                  <a:pt x="128" y="196"/>
                  <a:pt x="128" y="196"/>
                </a:cubicBezTo>
                <a:cubicBezTo>
                  <a:pt x="128" y="194"/>
                  <a:pt x="126" y="192"/>
                  <a:pt x="124" y="192"/>
                </a:cubicBezTo>
                <a:close/>
                <a:moveTo>
                  <a:pt x="68" y="176"/>
                </a:moveTo>
                <a:cubicBezTo>
                  <a:pt x="28" y="176"/>
                  <a:pt x="28" y="176"/>
                  <a:pt x="28" y="176"/>
                </a:cubicBezTo>
                <a:cubicBezTo>
                  <a:pt x="26" y="176"/>
                  <a:pt x="24" y="178"/>
                  <a:pt x="24" y="180"/>
                </a:cubicBezTo>
                <a:cubicBezTo>
                  <a:pt x="24" y="256"/>
                  <a:pt x="24" y="256"/>
                  <a:pt x="24" y="256"/>
                </a:cubicBezTo>
                <a:cubicBezTo>
                  <a:pt x="32" y="256"/>
                  <a:pt x="32" y="256"/>
                  <a:pt x="32" y="256"/>
                </a:cubicBezTo>
                <a:cubicBezTo>
                  <a:pt x="32" y="184"/>
                  <a:pt x="32" y="184"/>
                  <a:pt x="32" y="184"/>
                </a:cubicBezTo>
                <a:cubicBezTo>
                  <a:pt x="64" y="184"/>
                  <a:pt x="64" y="184"/>
                  <a:pt x="64" y="184"/>
                </a:cubicBezTo>
                <a:cubicBezTo>
                  <a:pt x="64" y="256"/>
                  <a:pt x="64" y="256"/>
                  <a:pt x="64" y="256"/>
                </a:cubicBezTo>
                <a:cubicBezTo>
                  <a:pt x="72" y="256"/>
                  <a:pt x="72" y="256"/>
                  <a:pt x="72" y="256"/>
                </a:cubicBezTo>
                <a:cubicBezTo>
                  <a:pt x="72" y="180"/>
                  <a:pt x="72" y="180"/>
                  <a:pt x="72" y="180"/>
                </a:cubicBezTo>
                <a:cubicBezTo>
                  <a:pt x="72" y="178"/>
                  <a:pt x="70" y="176"/>
                  <a:pt x="68" y="176"/>
                </a:cubicBezTo>
                <a:close/>
                <a:moveTo>
                  <a:pt x="92" y="144"/>
                </a:moveTo>
                <a:cubicBezTo>
                  <a:pt x="80" y="144"/>
                  <a:pt x="80" y="144"/>
                  <a:pt x="80" y="144"/>
                </a:cubicBezTo>
                <a:cubicBezTo>
                  <a:pt x="80" y="124"/>
                  <a:pt x="80" y="124"/>
                  <a:pt x="80" y="124"/>
                </a:cubicBezTo>
                <a:cubicBezTo>
                  <a:pt x="80" y="122"/>
                  <a:pt x="78" y="120"/>
                  <a:pt x="76" y="120"/>
                </a:cubicBezTo>
                <a:cubicBezTo>
                  <a:pt x="52" y="120"/>
                  <a:pt x="52" y="120"/>
                  <a:pt x="52" y="120"/>
                </a:cubicBezTo>
                <a:cubicBezTo>
                  <a:pt x="52" y="84"/>
                  <a:pt x="52" y="84"/>
                  <a:pt x="52" y="84"/>
                </a:cubicBezTo>
                <a:cubicBezTo>
                  <a:pt x="52" y="82"/>
                  <a:pt x="50" y="80"/>
                  <a:pt x="48" y="80"/>
                </a:cubicBezTo>
                <a:cubicBezTo>
                  <a:pt x="46" y="80"/>
                  <a:pt x="44" y="82"/>
                  <a:pt x="44" y="84"/>
                </a:cubicBezTo>
                <a:cubicBezTo>
                  <a:pt x="44" y="120"/>
                  <a:pt x="44" y="120"/>
                  <a:pt x="44" y="120"/>
                </a:cubicBezTo>
                <a:cubicBezTo>
                  <a:pt x="20" y="120"/>
                  <a:pt x="20" y="120"/>
                  <a:pt x="20" y="120"/>
                </a:cubicBezTo>
                <a:cubicBezTo>
                  <a:pt x="18" y="120"/>
                  <a:pt x="16" y="122"/>
                  <a:pt x="16" y="124"/>
                </a:cubicBezTo>
                <a:cubicBezTo>
                  <a:pt x="16" y="144"/>
                  <a:pt x="16" y="144"/>
                  <a:pt x="16" y="144"/>
                </a:cubicBezTo>
                <a:cubicBezTo>
                  <a:pt x="4" y="144"/>
                  <a:pt x="4" y="144"/>
                  <a:pt x="4" y="144"/>
                </a:cubicBezTo>
                <a:cubicBezTo>
                  <a:pt x="2" y="144"/>
                  <a:pt x="0" y="146"/>
                  <a:pt x="0" y="148"/>
                </a:cubicBezTo>
                <a:cubicBezTo>
                  <a:pt x="0" y="256"/>
                  <a:pt x="0" y="256"/>
                  <a:pt x="0" y="256"/>
                </a:cubicBezTo>
                <a:cubicBezTo>
                  <a:pt x="8" y="256"/>
                  <a:pt x="8" y="256"/>
                  <a:pt x="8" y="256"/>
                </a:cubicBezTo>
                <a:cubicBezTo>
                  <a:pt x="8" y="152"/>
                  <a:pt x="8" y="152"/>
                  <a:pt x="8" y="152"/>
                </a:cubicBezTo>
                <a:cubicBezTo>
                  <a:pt x="88" y="152"/>
                  <a:pt x="88" y="152"/>
                  <a:pt x="88" y="152"/>
                </a:cubicBezTo>
                <a:cubicBezTo>
                  <a:pt x="88" y="256"/>
                  <a:pt x="88" y="256"/>
                  <a:pt x="88" y="256"/>
                </a:cubicBezTo>
                <a:cubicBezTo>
                  <a:pt x="96" y="256"/>
                  <a:pt x="96" y="256"/>
                  <a:pt x="96" y="256"/>
                </a:cubicBezTo>
                <a:cubicBezTo>
                  <a:pt x="96" y="148"/>
                  <a:pt x="96" y="148"/>
                  <a:pt x="96" y="148"/>
                </a:cubicBezTo>
                <a:cubicBezTo>
                  <a:pt x="96" y="146"/>
                  <a:pt x="94" y="144"/>
                  <a:pt x="92" y="144"/>
                </a:cubicBezTo>
                <a:close/>
                <a:moveTo>
                  <a:pt x="72" y="144"/>
                </a:moveTo>
                <a:cubicBezTo>
                  <a:pt x="24" y="144"/>
                  <a:pt x="24" y="144"/>
                  <a:pt x="24" y="144"/>
                </a:cubicBezTo>
                <a:cubicBezTo>
                  <a:pt x="24" y="128"/>
                  <a:pt x="24" y="128"/>
                  <a:pt x="24" y="128"/>
                </a:cubicBezTo>
                <a:cubicBezTo>
                  <a:pt x="72" y="128"/>
                  <a:pt x="72" y="128"/>
                  <a:pt x="72" y="128"/>
                </a:cubicBezTo>
                <a:lnTo>
                  <a:pt x="72" y="144"/>
                </a:lnTo>
                <a:close/>
                <a:moveTo>
                  <a:pt x="224" y="120"/>
                </a:moveTo>
                <a:cubicBezTo>
                  <a:pt x="216" y="120"/>
                  <a:pt x="216" y="120"/>
                  <a:pt x="216" y="120"/>
                </a:cubicBezTo>
                <a:cubicBezTo>
                  <a:pt x="216" y="160"/>
                  <a:pt x="216" y="160"/>
                  <a:pt x="216" y="160"/>
                </a:cubicBezTo>
                <a:cubicBezTo>
                  <a:pt x="184" y="160"/>
                  <a:pt x="184" y="160"/>
                  <a:pt x="184" y="160"/>
                </a:cubicBezTo>
                <a:cubicBezTo>
                  <a:pt x="184" y="120"/>
                  <a:pt x="184" y="120"/>
                  <a:pt x="184" y="120"/>
                </a:cubicBezTo>
                <a:cubicBezTo>
                  <a:pt x="176" y="120"/>
                  <a:pt x="176" y="120"/>
                  <a:pt x="176" y="120"/>
                </a:cubicBezTo>
                <a:cubicBezTo>
                  <a:pt x="176" y="160"/>
                  <a:pt x="176" y="160"/>
                  <a:pt x="176" y="160"/>
                </a:cubicBezTo>
                <a:cubicBezTo>
                  <a:pt x="160" y="160"/>
                  <a:pt x="160" y="160"/>
                  <a:pt x="160" y="160"/>
                </a:cubicBezTo>
                <a:cubicBezTo>
                  <a:pt x="160" y="168"/>
                  <a:pt x="160" y="168"/>
                  <a:pt x="160" y="168"/>
                </a:cubicBezTo>
                <a:cubicBezTo>
                  <a:pt x="176" y="168"/>
                  <a:pt x="176" y="168"/>
                  <a:pt x="176" y="168"/>
                </a:cubicBezTo>
                <a:cubicBezTo>
                  <a:pt x="176" y="224"/>
                  <a:pt x="176" y="224"/>
                  <a:pt x="176" y="224"/>
                </a:cubicBezTo>
                <a:cubicBezTo>
                  <a:pt x="160" y="224"/>
                  <a:pt x="160" y="224"/>
                  <a:pt x="160" y="224"/>
                </a:cubicBezTo>
                <a:cubicBezTo>
                  <a:pt x="160" y="232"/>
                  <a:pt x="160" y="232"/>
                  <a:pt x="160" y="232"/>
                </a:cubicBezTo>
                <a:cubicBezTo>
                  <a:pt x="176" y="232"/>
                  <a:pt x="176" y="232"/>
                  <a:pt x="176" y="232"/>
                </a:cubicBezTo>
                <a:cubicBezTo>
                  <a:pt x="176" y="256"/>
                  <a:pt x="176" y="256"/>
                  <a:pt x="176" y="256"/>
                </a:cubicBezTo>
                <a:cubicBezTo>
                  <a:pt x="184" y="256"/>
                  <a:pt x="184" y="256"/>
                  <a:pt x="184" y="256"/>
                </a:cubicBezTo>
                <a:cubicBezTo>
                  <a:pt x="184" y="232"/>
                  <a:pt x="184" y="232"/>
                  <a:pt x="184" y="232"/>
                </a:cubicBezTo>
                <a:cubicBezTo>
                  <a:pt x="216" y="232"/>
                  <a:pt x="216" y="232"/>
                  <a:pt x="216" y="232"/>
                </a:cubicBezTo>
                <a:cubicBezTo>
                  <a:pt x="216" y="256"/>
                  <a:pt x="216" y="256"/>
                  <a:pt x="216" y="256"/>
                </a:cubicBezTo>
                <a:cubicBezTo>
                  <a:pt x="224" y="256"/>
                  <a:pt x="224" y="256"/>
                  <a:pt x="224" y="256"/>
                </a:cubicBezTo>
                <a:cubicBezTo>
                  <a:pt x="224" y="232"/>
                  <a:pt x="224" y="232"/>
                  <a:pt x="224" y="232"/>
                </a:cubicBezTo>
                <a:cubicBezTo>
                  <a:pt x="240" y="232"/>
                  <a:pt x="240" y="232"/>
                  <a:pt x="240" y="232"/>
                </a:cubicBezTo>
                <a:cubicBezTo>
                  <a:pt x="240" y="224"/>
                  <a:pt x="240" y="224"/>
                  <a:pt x="240" y="224"/>
                </a:cubicBezTo>
                <a:cubicBezTo>
                  <a:pt x="224" y="224"/>
                  <a:pt x="224" y="224"/>
                  <a:pt x="224" y="224"/>
                </a:cubicBezTo>
                <a:cubicBezTo>
                  <a:pt x="224" y="168"/>
                  <a:pt x="224" y="168"/>
                  <a:pt x="224" y="168"/>
                </a:cubicBezTo>
                <a:cubicBezTo>
                  <a:pt x="240" y="168"/>
                  <a:pt x="240" y="168"/>
                  <a:pt x="240" y="168"/>
                </a:cubicBezTo>
                <a:cubicBezTo>
                  <a:pt x="240" y="160"/>
                  <a:pt x="240" y="160"/>
                  <a:pt x="240" y="160"/>
                </a:cubicBezTo>
                <a:cubicBezTo>
                  <a:pt x="224" y="160"/>
                  <a:pt x="224" y="160"/>
                  <a:pt x="224" y="160"/>
                </a:cubicBezTo>
                <a:lnTo>
                  <a:pt x="224" y="120"/>
                </a:lnTo>
                <a:close/>
                <a:moveTo>
                  <a:pt x="216" y="224"/>
                </a:moveTo>
                <a:cubicBezTo>
                  <a:pt x="184" y="224"/>
                  <a:pt x="184" y="224"/>
                  <a:pt x="184" y="224"/>
                </a:cubicBezTo>
                <a:cubicBezTo>
                  <a:pt x="184" y="168"/>
                  <a:pt x="184" y="168"/>
                  <a:pt x="184" y="168"/>
                </a:cubicBezTo>
                <a:cubicBezTo>
                  <a:pt x="216" y="168"/>
                  <a:pt x="216" y="168"/>
                  <a:pt x="216" y="168"/>
                </a:cubicBezTo>
                <a:lnTo>
                  <a:pt x="216" y="224"/>
                </a:lnTo>
                <a:close/>
                <a:moveTo>
                  <a:pt x="252" y="96"/>
                </a:moveTo>
                <a:cubicBezTo>
                  <a:pt x="240" y="96"/>
                  <a:pt x="240" y="96"/>
                  <a:pt x="240" y="96"/>
                </a:cubicBezTo>
                <a:cubicBezTo>
                  <a:pt x="240" y="76"/>
                  <a:pt x="240" y="76"/>
                  <a:pt x="240" y="76"/>
                </a:cubicBezTo>
                <a:cubicBezTo>
                  <a:pt x="240" y="74"/>
                  <a:pt x="238" y="72"/>
                  <a:pt x="236" y="72"/>
                </a:cubicBezTo>
                <a:cubicBezTo>
                  <a:pt x="224" y="72"/>
                  <a:pt x="224" y="72"/>
                  <a:pt x="224" y="72"/>
                </a:cubicBezTo>
                <a:cubicBezTo>
                  <a:pt x="224" y="52"/>
                  <a:pt x="224" y="52"/>
                  <a:pt x="224" y="52"/>
                </a:cubicBezTo>
                <a:cubicBezTo>
                  <a:pt x="224" y="50"/>
                  <a:pt x="222" y="48"/>
                  <a:pt x="220" y="48"/>
                </a:cubicBezTo>
                <a:cubicBezTo>
                  <a:pt x="204" y="48"/>
                  <a:pt x="204" y="48"/>
                  <a:pt x="204" y="48"/>
                </a:cubicBezTo>
                <a:cubicBezTo>
                  <a:pt x="204" y="4"/>
                  <a:pt x="204" y="4"/>
                  <a:pt x="204" y="4"/>
                </a:cubicBezTo>
                <a:cubicBezTo>
                  <a:pt x="204" y="2"/>
                  <a:pt x="202" y="0"/>
                  <a:pt x="200" y="0"/>
                </a:cubicBezTo>
                <a:cubicBezTo>
                  <a:pt x="198" y="0"/>
                  <a:pt x="196" y="2"/>
                  <a:pt x="196" y="4"/>
                </a:cubicBezTo>
                <a:cubicBezTo>
                  <a:pt x="196" y="48"/>
                  <a:pt x="196" y="48"/>
                  <a:pt x="196" y="48"/>
                </a:cubicBezTo>
                <a:cubicBezTo>
                  <a:pt x="180" y="48"/>
                  <a:pt x="180" y="48"/>
                  <a:pt x="180" y="48"/>
                </a:cubicBezTo>
                <a:cubicBezTo>
                  <a:pt x="178" y="48"/>
                  <a:pt x="176" y="50"/>
                  <a:pt x="176" y="52"/>
                </a:cubicBezTo>
                <a:cubicBezTo>
                  <a:pt x="176" y="72"/>
                  <a:pt x="176" y="72"/>
                  <a:pt x="176" y="72"/>
                </a:cubicBezTo>
                <a:cubicBezTo>
                  <a:pt x="164" y="72"/>
                  <a:pt x="164" y="72"/>
                  <a:pt x="164" y="72"/>
                </a:cubicBezTo>
                <a:cubicBezTo>
                  <a:pt x="162" y="72"/>
                  <a:pt x="160" y="74"/>
                  <a:pt x="160" y="76"/>
                </a:cubicBezTo>
                <a:cubicBezTo>
                  <a:pt x="160" y="96"/>
                  <a:pt x="160" y="96"/>
                  <a:pt x="160" y="96"/>
                </a:cubicBezTo>
                <a:cubicBezTo>
                  <a:pt x="148" y="96"/>
                  <a:pt x="148" y="96"/>
                  <a:pt x="148" y="96"/>
                </a:cubicBezTo>
                <a:cubicBezTo>
                  <a:pt x="146" y="96"/>
                  <a:pt x="144" y="98"/>
                  <a:pt x="144" y="100"/>
                </a:cubicBezTo>
                <a:cubicBezTo>
                  <a:pt x="144" y="256"/>
                  <a:pt x="144" y="256"/>
                  <a:pt x="144" y="256"/>
                </a:cubicBezTo>
                <a:cubicBezTo>
                  <a:pt x="152" y="256"/>
                  <a:pt x="152" y="256"/>
                  <a:pt x="152" y="256"/>
                </a:cubicBezTo>
                <a:cubicBezTo>
                  <a:pt x="152" y="104"/>
                  <a:pt x="152" y="104"/>
                  <a:pt x="152" y="104"/>
                </a:cubicBezTo>
                <a:cubicBezTo>
                  <a:pt x="248" y="104"/>
                  <a:pt x="248" y="104"/>
                  <a:pt x="248" y="104"/>
                </a:cubicBezTo>
                <a:cubicBezTo>
                  <a:pt x="248" y="256"/>
                  <a:pt x="248" y="256"/>
                  <a:pt x="248" y="256"/>
                </a:cubicBezTo>
                <a:cubicBezTo>
                  <a:pt x="256" y="256"/>
                  <a:pt x="256" y="256"/>
                  <a:pt x="256" y="256"/>
                </a:cubicBezTo>
                <a:cubicBezTo>
                  <a:pt x="256" y="100"/>
                  <a:pt x="256" y="100"/>
                  <a:pt x="256" y="100"/>
                </a:cubicBezTo>
                <a:cubicBezTo>
                  <a:pt x="256" y="98"/>
                  <a:pt x="254" y="96"/>
                  <a:pt x="252" y="96"/>
                </a:cubicBezTo>
                <a:close/>
                <a:moveTo>
                  <a:pt x="184" y="56"/>
                </a:moveTo>
                <a:cubicBezTo>
                  <a:pt x="216" y="56"/>
                  <a:pt x="216" y="56"/>
                  <a:pt x="216" y="56"/>
                </a:cubicBezTo>
                <a:cubicBezTo>
                  <a:pt x="216" y="72"/>
                  <a:pt x="216" y="72"/>
                  <a:pt x="216" y="72"/>
                </a:cubicBezTo>
                <a:cubicBezTo>
                  <a:pt x="184" y="72"/>
                  <a:pt x="184" y="72"/>
                  <a:pt x="184" y="72"/>
                </a:cubicBezTo>
                <a:lnTo>
                  <a:pt x="184" y="56"/>
                </a:lnTo>
                <a:close/>
                <a:moveTo>
                  <a:pt x="232" y="96"/>
                </a:moveTo>
                <a:cubicBezTo>
                  <a:pt x="168" y="96"/>
                  <a:pt x="168" y="96"/>
                  <a:pt x="168" y="96"/>
                </a:cubicBezTo>
                <a:cubicBezTo>
                  <a:pt x="168" y="80"/>
                  <a:pt x="168" y="80"/>
                  <a:pt x="168" y="80"/>
                </a:cubicBezTo>
                <a:cubicBezTo>
                  <a:pt x="232" y="80"/>
                  <a:pt x="232" y="80"/>
                  <a:pt x="232" y="80"/>
                </a:cubicBezTo>
                <a:lnTo>
                  <a:pt x="232" y="9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4" name="Freeform 31">
            <a:extLst>
              <a:ext uri="{FF2B5EF4-FFF2-40B4-BE49-F238E27FC236}">
                <a16:creationId xmlns:a16="http://schemas.microsoft.com/office/drawing/2014/main" id="{4ACF7E96-EC5E-4A10-9497-96A206A2B78F}"/>
              </a:ext>
            </a:extLst>
          </p:cNvPr>
          <p:cNvSpPr>
            <a:spLocks noChangeAspect="1" noEditPoints="1"/>
          </p:cNvSpPr>
          <p:nvPr/>
        </p:nvSpPr>
        <p:spPr bwMode="auto">
          <a:xfrm>
            <a:off x="5411318" y="1459651"/>
            <a:ext cx="400050" cy="400050"/>
          </a:xfrm>
          <a:custGeom>
            <a:avLst/>
            <a:gdLst>
              <a:gd name="T0" fmla="*/ 80 w 256"/>
              <a:gd name="T1" fmla="*/ 256 h 256"/>
              <a:gd name="T2" fmla="*/ 88 w 256"/>
              <a:gd name="T3" fmla="*/ 236 h 256"/>
              <a:gd name="T4" fmla="*/ 108 w 256"/>
              <a:gd name="T5" fmla="*/ 228 h 256"/>
              <a:gd name="T6" fmla="*/ 80 w 256"/>
              <a:gd name="T7" fmla="*/ 232 h 256"/>
              <a:gd name="T8" fmla="*/ 124 w 256"/>
              <a:gd name="T9" fmla="*/ 256 h 256"/>
              <a:gd name="T10" fmla="*/ 132 w 256"/>
              <a:gd name="T11" fmla="*/ 236 h 256"/>
              <a:gd name="T12" fmla="*/ 152 w 256"/>
              <a:gd name="T13" fmla="*/ 228 h 256"/>
              <a:gd name="T14" fmla="*/ 124 w 256"/>
              <a:gd name="T15" fmla="*/ 232 h 256"/>
              <a:gd name="T16" fmla="*/ 80 w 256"/>
              <a:gd name="T17" fmla="*/ 212 h 256"/>
              <a:gd name="T18" fmla="*/ 88 w 256"/>
              <a:gd name="T19" fmla="*/ 192 h 256"/>
              <a:gd name="T20" fmla="*/ 108 w 256"/>
              <a:gd name="T21" fmla="*/ 184 h 256"/>
              <a:gd name="T22" fmla="*/ 80 w 256"/>
              <a:gd name="T23" fmla="*/ 188 h 256"/>
              <a:gd name="T24" fmla="*/ 144 w 256"/>
              <a:gd name="T25" fmla="*/ 132 h 256"/>
              <a:gd name="T26" fmla="*/ 116 w 256"/>
              <a:gd name="T27" fmla="*/ 160 h 256"/>
              <a:gd name="T28" fmla="*/ 108 w 256"/>
              <a:gd name="T29" fmla="*/ 132 h 256"/>
              <a:gd name="T30" fmla="*/ 80 w 256"/>
              <a:gd name="T31" fmla="*/ 160 h 256"/>
              <a:gd name="T32" fmla="*/ 72 w 256"/>
              <a:gd name="T33" fmla="*/ 132 h 256"/>
              <a:gd name="T34" fmla="*/ 56 w 256"/>
              <a:gd name="T35" fmla="*/ 160 h 256"/>
              <a:gd name="T36" fmla="*/ 52 w 256"/>
              <a:gd name="T37" fmla="*/ 256 h 256"/>
              <a:gd name="T38" fmla="*/ 60 w 256"/>
              <a:gd name="T39" fmla="*/ 168 h 256"/>
              <a:gd name="T40" fmla="*/ 164 w 256"/>
              <a:gd name="T41" fmla="*/ 160 h 256"/>
              <a:gd name="T42" fmla="*/ 152 w 256"/>
              <a:gd name="T43" fmla="*/ 132 h 256"/>
              <a:gd name="T44" fmla="*/ 124 w 256"/>
              <a:gd name="T45" fmla="*/ 212 h 256"/>
              <a:gd name="T46" fmla="*/ 132 w 256"/>
              <a:gd name="T47" fmla="*/ 192 h 256"/>
              <a:gd name="T48" fmla="*/ 152 w 256"/>
              <a:gd name="T49" fmla="*/ 184 h 256"/>
              <a:gd name="T50" fmla="*/ 124 w 256"/>
              <a:gd name="T51" fmla="*/ 188 h 256"/>
              <a:gd name="T52" fmla="*/ 256 w 256"/>
              <a:gd name="T53" fmla="*/ 43 h 256"/>
              <a:gd name="T54" fmla="*/ 255 w 256"/>
              <a:gd name="T55" fmla="*/ 41 h 256"/>
              <a:gd name="T56" fmla="*/ 254 w 256"/>
              <a:gd name="T57" fmla="*/ 41 h 256"/>
              <a:gd name="T58" fmla="*/ 186 w 256"/>
              <a:gd name="T59" fmla="*/ 0 h 256"/>
              <a:gd name="T60" fmla="*/ 184 w 256"/>
              <a:gd name="T61" fmla="*/ 0 h 256"/>
              <a:gd name="T62" fmla="*/ 184 w 256"/>
              <a:gd name="T63" fmla="*/ 0 h 256"/>
              <a:gd name="T64" fmla="*/ 182 w 256"/>
              <a:gd name="T65" fmla="*/ 0 h 256"/>
              <a:gd name="T66" fmla="*/ 91 w 256"/>
              <a:gd name="T67" fmla="*/ 52 h 256"/>
              <a:gd name="T68" fmla="*/ 25 w 256"/>
              <a:gd name="T69" fmla="*/ 53 h 256"/>
              <a:gd name="T70" fmla="*/ 0 w 256"/>
              <a:gd name="T71" fmla="*/ 86 h 256"/>
              <a:gd name="T72" fmla="*/ 24 w 256"/>
              <a:gd name="T73" fmla="*/ 88 h 256"/>
              <a:gd name="T74" fmla="*/ 31 w 256"/>
              <a:gd name="T75" fmla="*/ 125 h 256"/>
              <a:gd name="T76" fmla="*/ 29 w 256"/>
              <a:gd name="T77" fmla="*/ 140 h 256"/>
              <a:gd name="T78" fmla="*/ 20 w 256"/>
              <a:gd name="T79" fmla="*/ 132 h 256"/>
              <a:gd name="T80" fmla="*/ 12 w 256"/>
              <a:gd name="T81" fmla="*/ 132 h 256"/>
              <a:gd name="T82" fmla="*/ 28 w 256"/>
              <a:gd name="T83" fmla="*/ 148 h 256"/>
              <a:gd name="T84" fmla="*/ 44 w 256"/>
              <a:gd name="T85" fmla="*/ 135 h 256"/>
              <a:gd name="T86" fmla="*/ 32 w 256"/>
              <a:gd name="T87" fmla="*/ 114 h 256"/>
              <a:gd name="T88" fmla="*/ 180 w 256"/>
              <a:gd name="T89" fmla="*/ 88 h 256"/>
              <a:gd name="T90" fmla="*/ 188 w 256"/>
              <a:gd name="T91" fmla="*/ 256 h 256"/>
              <a:gd name="T92" fmla="*/ 188 w 256"/>
              <a:gd name="T93" fmla="*/ 84 h 256"/>
              <a:gd name="T94" fmla="*/ 167 w 256"/>
              <a:gd name="T95" fmla="*/ 54 h 256"/>
              <a:gd name="T96" fmla="*/ 107 w 256"/>
              <a:gd name="T97" fmla="*/ 52 h 256"/>
              <a:gd name="T98" fmla="*/ 180 w 256"/>
              <a:gd name="T99" fmla="*/ 52 h 256"/>
              <a:gd name="T100" fmla="*/ 188 w 256"/>
              <a:gd name="T101" fmla="*/ 52 h 256"/>
              <a:gd name="T102" fmla="*/ 237 w 256"/>
              <a:gd name="T103" fmla="*/ 40 h 256"/>
              <a:gd name="T104" fmla="*/ 208 w 256"/>
              <a:gd name="T105" fmla="*/ 44 h 256"/>
              <a:gd name="T106" fmla="*/ 216 w 256"/>
              <a:gd name="T107" fmla="*/ 56 h 256"/>
              <a:gd name="T108" fmla="*/ 248 w 256"/>
              <a:gd name="T109" fmla="*/ 48 h 256"/>
              <a:gd name="T110" fmla="*/ 216 w 256"/>
              <a:gd name="T111" fmla="*/ 80 h 256"/>
              <a:gd name="T112" fmla="*/ 212 w 256"/>
              <a:gd name="T113" fmla="*/ 256 h 256"/>
              <a:gd name="T114" fmla="*/ 220 w 256"/>
              <a:gd name="T115" fmla="*/ 88 h 256"/>
              <a:gd name="T116" fmla="*/ 256 w 256"/>
              <a:gd name="T117" fmla="*/ 84 h 256"/>
              <a:gd name="T118" fmla="*/ 256 w 256"/>
              <a:gd name="T119" fmla="*/ 44 h 256"/>
              <a:gd name="T120" fmla="*/ 176 w 256"/>
              <a:gd name="T121" fmla="*/ 80 h 256"/>
              <a:gd name="T122" fmla="*/ 30 w 256"/>
              <a:gd name="T123" fmla="*/ 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80" y="232"/>
                </a:moveTo>
                <a:cubicBezTo>
                  <a:pt x="80" y="256"/>
                  <a:pt x="80" y="256"/>
                  <a:pt x="80" y="256"/>
                </a:cubicBezTo>
                <a:cubicBezTo>
                  <a:pt x="88" y="256"/>
                  <a:pt x="88" y="256"/>
                  <a:pt x="88" y="256"/>
                </a:cubicBezTo>
                <a:cubicBezTo>
                  <a:pt x="88" y="236"/>
                  <a:pt x="88" y="236"/>
                  <a:pt x="88" y="236"/>
                </a:cubicBezTo>
                <a:cubicBezTo>
                  <a:pt x="108" y="236"/>
                  <a:pt x="108" y="236"/>
                  <a:pt x="108" y="236"/>
                </a:cubicBezTo>
                <a:cubicBezTo>
                  <a:pt x="108" y="228"/>
                  <a:pt x="108" y="228"/>
                  <a:pt x="108" y="228"/>
                </a:cubicBezTo>
                <a:cubicBezTo>
                  <a:pt x="84" y="228"/>
                  <a:pt x="84" y="228"/>
                  <a:pt x="84" y="228"/>
                </a:cubicBezTo>
                <a:cubicBezTo>
                  <a:pt x="82" y="228"/>
                  <a:pt x="80" y="230"/>
                  <a:pt x="80" y="232"/>
                </a:cubicBezTo>
                <a:close/>
                <a:moveTo>
                  <a:pt x="124" y="232"/>
                </a:moveTo>
                <a:cubicBezTo>
                  <a:pt x="124" y="256"/>
                  <a:pt x="124" y="256"/>
                  <a:pt x="124" y="256"/>
                </a:cubicBezTo>
                <a:cubicBezTo>
                  <a:pt x="132" y="256"/>
                  <a:pt x="132" y="256"/>
                  <a:pt x="132" y="256"/>
                </a:cubicBezTo>
                <a:cubicBezTo>
                  <a:pt x="132" y="236"/>
                  <a:pt x="132" y="236"/>
                  <a:pt x="132" y="236"/>
                </a:cubicBezTo>
                <a:cubicBezTo>
                  <a:pt x="152" y="236"/>
                  <a:pt x="152" y="236"/>
                  <a:pt x="152" y="236"/>
                </a:cubicBezTo>
                <a:cubicBezTo>
                  <a:pt x="152" y="228"/>
                  <a:pt x="152" y="228"/>
                  <a:pt x="152" y="228"/>
                </a:cubicBezTo>
                <a:cubicBezTo>
                  <a:pt x="128" y="228"/>
                  <a:pt x="128" y="228"/>
                  <a:pt x="128" y="228"/>
                </a:cubicBezTo>
                <a:cubicBezTo>
                  <a:pt x="126" y="228"/>
                  <a:pt x="124" y="230"/>
                  <a:pt x="124" y="232"/>
                </a:cubicBezTo>
                <a:close/>
                <a:moveTo>
                  <a:pt x="80" y="188"/>
                </a:moveTo>
                <a:cubicBezTo>
                  <a:pt x="80" y="212"/>
                  <a:pt x="80" y="212"/>
                  <a:pt x="80" y="212"/>
                </a:cubicBezTo>
                <a:cubicBezTo>
                  <a:pt x="88" y="212"/>
                  <a:pt x="88" y="212"/>
                  <a:pt x="88" y="212"/>
                </a:cubicBezTo>
                <a:cubicBezTo>
                  <a:pt x="88" y="192"/>
                  <a:pt x="88" y="192"/>
                  <a:pt x="88" y="192"/>
                </a:cubicBezTo>
                <a:cubicBezTo>
                  <a:pt x="108" y="192"/>
                  <a:pt x="108" y="192"/>
                  <a:pt x="108" y="192"/>
                </a:cubicBezTo>
                <a:cubicBezTo>
                  <a:pt x="108" y="184"/>
                  <a:pt x="108" y="184"/>
                  <a:pt x="108" y="184"/>
                </a:cubicBezTo>
                <a:cubicBezTo>
                  <a:pt x="84" y="184"/>
                  <a:pt x="84" y="184"/>
                  <a:pt x="84" y="184"/>
                </a:cubicBezTo>
                <a:cubicBezTo>
                  <a:pt x="82" y="184"/>
                  <a:pt x="80" y="186"/>
                  <a:pt x="80" y="188"/>
                </a:cubicBezTo>
                <a:close/>
                <a:moveTo>
                  <a:pt x="152" y="132"/>
                </a:moveTo>
                <a:cubicBezTo>
                  <a:pt x="144" y="132"/>
                  <a:pt x="144" y="132"/>
                  <a:pt x="144" y="132"/>
                </a:cubicBezTo>
                <a:cubicBezTo>
                  <a:pt x="144" y="160"/>
                  <a:pt x="144" y="160"/>
                  <a:pt x="144" y="160"/>
                </a:cubicBezTo>
                <a:cubicBezTo>
                  <a:pt x="116" y="160"/>
                  <a:pt x="116" y="160"/>
                  <a:pt x="116" y="160"/>
                </a:cubicBezTo>
                <a:cubicBezTo>
                  <a:pt x="116" y="132"/>
                  <a:pt x="116" y="132"/>
                  <a:pt x="116" y="132"/>
                </a:cubicBezTo>
                <a:cubicBezTo>
                  <a:pt x="108" y="132"/>
                  <a:pt x="108" y="132"/>
                  <a:pt x="108" y="132"/>
                </a:cubicBezTo>
                <a:cubicBezTo>
                  <a:pt x="108" y="160"/>
                  <a:pt x="108" y="160"/>
                  <a:pt x="108" y="160"/>
                </a:cubicBezTo>
                <a:cubicBezTo>
                  <a:pt x="80" y="160"/>
                  <a:pt x="80" y="160"/>
                  <a:pt x="80" y="160"/>
                </a:cubicBezTo>
                <a:cubicBezTo>
                  <a:pt x="80" y="132"/>
                  <a:pt x="80" y="132"/>
                  <a:pt x="80" y="132"/>
                </a:cubicBezTo>
                <a:cubicBezTo>
                  <a:pt x="72" y="132"/>
                  <a:pt x="72" y="132"/>
                  <a:pt x="72" y="132"/>
                </a:cubicBezTo>
                <a:cubicBezTo>
                  <a:pt x="72" y="160"/>
                  <a:pt x="72" y="160"/>
                  <a:pt x="72" y="160"/>
                </a:cubicBezTo>
                <a:cubicBezTo>
                  <a:pt x="56" y="160"/>
                  <a:pt x="56" y="160"/>
                  <a:pt x="56" y="160"/>
                </a:cubicBezTo>
                <a:cubicBezTo>
                  <a:pt x="54" y="160"/>
                  <a:pt x="52" y="162"/>
                  <a:pt x="52" y="164"/>
                </a:cubicBezTo>
                <a:cubicBezTo>
                  <a:pt x="52" y="256"/>
                  <a:pt x="52" y="256"/>
                  <a:pt x="52" y="256"/>
                </a:cubicBezTo>
                <a:cubicBezTo>
                  <a:pt x="60" y="256"/>
                  <a:pt x="60" y="256"/>
                  <a:pt x="60" y="256"/>
                </a:cubicBezTo>
                <a:cubicBezTo>
                  <a:pt x="60" y="168"/>
                  <a:pt x="60" y="168"/>
                  <a:pt x="60" y="168"/>
                </a:cubicBezTo>
                <a:cubicBezTo>
                  <a:pt x="164" y="168"/>
                  <a:pt x="164" y="168"/>
                  <a:pt x="164" y="168"/>
                </a:cubicBezTo>
                <a:cubicBezTo>
                  <a:pt x="164" y="160"/>
                  <a:pt x="164" y="160"/>
                  <a:pt x="164" y="160"/>
                </a:cubicBezTo>
                <a:cubicBezTo>
                  <a:pt x="152" y="160"/>
                  <a:pt x="152" y="160"/>
                  <a:pt x="152" y="160"/>
                </a:cubicBezTo>
                <a:lnTo>
                  <a:pt x="152" y="132"/>
                </a:lnTo>
                <a:close/>
                <a:moveTo>
                  <a:pt x="124" y="188"/>
                </a:moveTo>
                <a:cubicBezTo>
                  <a:pt x="124" y="212"/>
                  <a:pt x="124" y="212"/>
                  <a:pt x="124" y="212"/>
                </a:cubicBezTo>
                <a:cubicBezTo>
                  <a:pt x="132" y="212"/>
                  <a:pt x="132" y="212"/>
                  <a:pt x="132" y="212"/>
                </a:cubicBezTo>
                <a:cubicBezTo>
                  <a:pt x="132" y="192"/>
                  <a:pt x="132" y="192"/>
                  <a:pt x="132" y="192"/>
                </a:cubicBezTo>
                <a:cubicBezTo>
                  <a:pt x="152" y="192"/>
                  <a:pt x="152" y="192"/>
                  <a:pt x="152" y="192"/>
                </a:cubicBezTo>
                <a:cubicBezTo>
                  <a:pt x="152" y="184"/>
                  <a:pt x="152" y="184"/>
                  <a:pt x="152" y="184"/>
                </a:cubicBezTo>
                <a:cubicBezTo>
                  <a:pt x="128" y="184"/>
                  <a:pt x="128" y="184"/>
                  <a:pt x="128" y="184"/>
                </a:cubicBezTo>
                <a:cubicBezTo>
                  <a:pt x="126" y="184"/>
                  <a:pt x="124" y="186"/>
                  <a:pt x="124" y="188"/>
                </a:cubicBezTo>
                <a:close/>
                <a:moveTo>
                  <a:pt x="256" y="44"/>
                </a:moveTo>
                <a:cubicBezTo>
                  <a:pt x="256" y="43"/>
                  <a:pt x="256" y="43"/>
                  <a:pt x="256" y="43"/>
                </a:cubicBezTo>
                <a:cubicBezTo>
                  <a:pt x="256" y="42"/>
                  <a:pt x="256" y="42"/>
                  <a:pt x="255" y="42"/>
                </a:cubicBezTo>
                <a:cubicBezTo>
                  <a:pt x="255" y="42"/>
                  <a:pt x="255" y="42"/>
                  <a:pt x="255" y="41"/>
                </a:cubicBezTo>
                <a:cubicBezTo>
                  <a:pt x="255" y="41"/>
                  <a:pt x="255" y="41"/>
                  <a:pt x="254" y="41"/>
                </a:cubicBezTo>
                <a:cubicBezTo>
                  <a:pt x="254" y="41"/>
                  <a:pt x="254" y="41"/>
                  <a:pt x="254" y="41"/>
                </a:cubicBezTo>
                <a:cubicBezTo>
                  <a:pt x="186" y="1"/>
                  <a:pt x="186" y="1"/>
                  <a:pt x="186" y="1"/>
                </a:cubicBezTo>
                <a:cubicBezTo>
                  <a:pt x="186" y="0"/>
                  <a:pt x="186" y="0"/>
                  <a:pt x="186" y="0"/>
                </a:cubicBezTo>
                <a:cubicBezTo>
                  <a:pt x="186" y="0"/>
                  <a:pt x="185" y="0"/>
                  <a:pt x="185" y="0"/>
                </a:cubicBezTo>
                <a:cubicBezTo>
                  <a:pt x="185" y="0"/>
                  <a:pt x="184" y="0"/>
                  <a:pt x="184" y="0"/>
                </a:cubicBezTo>
                <a:cubicBezTo>
                  <a:pt x="184" y="0"/>
                  <a:pt x="184" y="0"/>
                  <a:pt x="184" y="0"/>
                </a:cubicBezTo>
                <a:cubicBezTo>
                  <a:pt x="184" y="0"/>
                  <a:pt x="184" y="0"/>
                  <a:pt x="184" y="0"/>
                </a:cubicBezTo>
                <a:cubicBezTo>
                  <a:pt x="184" y="0"/>
                  <a:pt x="183" y="0"/>
                  <a:pt x="183" y="0"/>
                </a:cubicBezTo>
                <a:cubicBezTo>
                  <a:pt x="183" y="0"/>
                  <a:pt x="182" y="0"/>
                  <a:pt x="182" y="0"/>
                </a:cubicBezTo>
                <a:cubicBezTo>
                  <a:pt x="182" y="0"/>
                  <a:pt x="182" y="0"/>
                  <a:pt x="182" y="1"/>
                </a:cubicBezTo>
                <a:cubicBezTo>
                  <a:pt x="91" y="52"/>
                  <a:pt x="91" y="52"/>
                  <a:pt x="91" y="52"/>
                </a:cubicBezTo>
                <a:cubicBezTo>
                  <a:pt x="28" y="52"/>
                  <a:pt x="28" y="52"/>
                  <a:pt x="28" y="52"/>
                </a:cubicBezTo>
                <a:cubicBezTo>
                  <a:pt x="27" y="52"/>
                  <a:pt x="26" y="53"/>
                  <a:pt x="25" y="53"/>
                </a:cubicBezTo>
                <a:cubicBezTo>
                  <a:pt x="1" y="81"/>
                  <a:pt x="1" y="81"/>
                  <a:pt x="1" y="81"/>
                </a:cubicBezTo>
                <a:cubicBezTo>
                  <a:pt x="0" y="83"/>
                  <a:pt x="0" y="84"/>
                  <a:pt x="0" y="86"/>
                </a:cubicBezTo>
                <a:cubicBezTo>
                  <a:pt x="1" y="87"/>
                  <a:pt x="2" y="88"/>
                  <a:pt x="4" y="88"/>
                </a:cubicBezTo>
                <a:cubicBezTo>
                  <a:pt x="24" y="88"/>
                  <a:pt x="24" y="88"/>
                  <a:pt x="24" y="88"/>
                </a:cubicBezTo>
                <a:cubicBezTo>
                  <a:pt x="24" y="114"/>
                  <a:pt x="24" y="114"/>
                  <a:pt x="24" y="114"/>
                </a:cubicBezTo>
                <a:cubicBezTo>
                  <a:pt x="24" y="119"/>
                  <a:pt x="27" y="123"/>
                  <a:pt x="31" y="125"/>
                </a:cubicBezTo>
                <a:cubicBezTo>
                  <a:pt x="35" y="126"/>
                  <a:pt x="37" y="130"/>
                  <a:pt x="36" y="133"/>
                </a:cubicBezTo>
                <a:cubicBezTo>
                  <a:pt x="35" y="137"/>
                  <a:pt x="33" y="139"/>
                  <a:pt x="29" y="140"/>
                </a:cubicBezTo>
                <a:cubicBezTo>
                  <a:pt x="27" y="140"/>
                  <a:pt x="25" y="140"/>
                  <a:pt x="23" y="138"/>
                </a:cubicBezTo>
                <a:cubicBezTo>
                  <a:pt x="21" y="137"/>
                  <a:pt x="20" y="134"/>
                  <a:pt x="20" y="132"/>
                </a:cubicBezTo>
                <a:cubicBezTo>
                  <a:pt x="20" y="130"/>
                  <a:pt x="18" y="128"/>
                  <a:pt x="16" y="128"/>
                </a:cubicBezTo>
                <a:cubicBezTo>
                  <a:pt x="14" y="128"/>
                  <a:pt x="12" y="130"/>
                  <a:pt x="12" y="132"/>
                </a:cubicBezTo>
                <a:cubicBezTo>
                  <a:pt x="12" y="137"/>
                  <a:pt x="14" y="141"/>
                  <a:pt x="18" y="144"/>
                </a:cubicBezTo>
                <a:cubicBezTo>
                  <a:pt x="21" y="147"/>
                  <a:pt x="24" y="148"/>
                  <a:pt x="28" y="148"/>
                </a:cubicBezTo>
                <a:cubicBezTo>
                  <a:pt x="29" y="148"/>
                  <a:pt x="30" y="148"/>
                  <a:pt x="31" y="148"/>
                </a:cubicBezTo>
                <a:cubicBezTo>
                  <a:pt x="37" y="147"/>
                  <a:pt x="43" y="141"/>
                  <a:pt x="44" y="135"/>
                </a:cubicBezTo>
                <a:cubicBezTo>
                  <a:pt x="45" y="127"/>
                  <a:pt x="41" y="120"/>
                  <a:pt x="34" y="117"/>
                </a:cubicBezTo>
                <a:cubicBezTo>
                  <a:pt x="33" y="117"/>
                  <a:pt x="32" y="115"/>
                  <a:pt x="32" y="114"/>
                </a:cubicBezTo>
                <a:cubicBezTo>
                  <a:pt x="32" y="88"/>
                  <a:pt x="32" y="88"/>
                  <a:pt x="32" y="88"/>
                </a:cubicBezTo>
                <a:cubicBezTo>
                  <a:pt x="180" y="88"/>
                  <a:pt x="180" y="88"/>
                  <a:pt x="180" y="88"/>
                </a:cubicBezTo>
                <a:cubicBezTo>
                  <a:pt x="180" y="256"/>
                  <a:pt x="180" y="256"/>
                  <a:pt x="180" y="256"/>
                </a:cubicBezTo>
                <a:cubicBezTo>
                  <a:pt x="188" y="256"/>
                  <a:pt x="188" y="256"/>
                  <a:pt x="188" y="256"/>
                </a:cubicBezTo>
                <a:cubicBezTo>
                  <a:pt x="188" y="84"/>
                  <a:pt x="188" y="84"/>
                  <a:pt x="188" y="84"/>
                </a:cubicBezTo>
                <a:cubicBezTo>
                  <a:pt x="188" y="84"/>
                  <a:pt x="188" y="84"/>
                  <a:pt x="188" y="84"/>
                </a:cubicBezTo>
                <a:cubicBezTo>
                  <a:pt x="188" y="83"/>
                  <a:pt x="188" y="82"/>
                  <a:pt x="187" y="82"/>
                </a:cubicBezTo>
                <a:cubicBezTo>
                  <a:pt x="167" y="54"/>
                  <a:pt x="167" y="54"/>
                  <a:pt x="167" y="54"/>
                </a:cubicBezTo>
                <a:cubicBezTo>
                  <a:pt x="167" y="53"/>
                  <a:pt x="165" y="52"/>
                  <a:pt x="164" y="52"/>
                </a:cubicBezTo>
                <a:cubicBezTo>
                  <a:pt x="107" y="52"/>
                  <a:pt x="107" y="52"/>
                  <a:pt x="107" y="52"/>
                </a:cubicBezTo>
                <a:cubicBezTo>
                  <a:pt x="180" y="11"/>
                  <a:pt x="180" y="11"/>
                  <a:pt x="180" y="11"/>
                </a:cubicBezTo>
                <a:cubicBezTo>
                  <a:pt x="180" y="52"/>
                  <a:pt x="180" y="52"/>
                  <a:pt x="180" y="52"/>
                </a:cubicBezTo>
                <a:cubicBezTo>
                  <a:pt x="180" y="54"/>
                  <a:pt x="182" y="56"/>
                  <a:pt x="184" y="56"/>
                </a:cubicBezTo>
                <a:cubicBezTo>
                  <a:pt x="186" y="56"/>
                  <a:pt x="188" y="54"/>
                  <a:pt x="188" y="52"/>
                </a:cubicBezTo>
                <a:cubicBezTo>
                  <a:pt x="188" y="11"/>
                  <a:pt x="188" y="11"/>
                  <a:pt x="188" y="11"/>
                </a:cubicBezTo>
                <a:cubicBezTo>
                  <a:pt x="237" y="40"/>
                  <a:pt x="237" y="40"/>
                  <a:pt x="237" y="40"/>
                </a:cubicBezTo>
                <a:cubicBezTo>
                  <a:pt x="212" y="40"/>
                  <a:pt x="212" y="40"/>
                  <a:pt x="212" y="40"/>
                </a:cubicBezTo>
                <a:cubicBezTo>
                  <a:pt x="210" y="40"/>
                  <a:pt x="208" y="42"/>
                  <a:pt x="208" y="44"/>
                </a:cubicBezTo>
                <a:cubicBezTo>
                  <a:pt x="208" y="56"/>
                  <a:pt x="208" y="56"/>
                  <a:pt x="208" y="56"/>
                </a:cubicBezTo>
                <a:cubicBezTo>
                  <a:pt x="216" y="56"/>
                  <a:pt x="216" y="56"/>
                  <a:pt x="216" y="56"/>
                </a:cubicBezTo>
                <a:cubicBezTo>
                  <a:pt x="216" y="48"/>
                  <a:pt x="216" y="48"/>
                  <a:pt x="216" y="48"/>
                </a:cubicBezTo>
                <a:cubicBezTo>
                  <a:pt x="248" y="48"/>
                  <a:pt x="248" y="48"/>
                  <a:pt x="248" y="48"/>
                </a:cubicBezTo>
                <a:cubicBezTo>
                  <a:pt x="248" y="80"/>
                  <a:pt x="248" y="80"/>
                  <a:pt x="248" y="80"/>
                </a:cubicBezTo>
                <a:cubicBezTo>
                  <a:pt x="216" y="80"/>
                  <a:pt x="216" y="80"/>
                  <a:pt x="216" y="80"/>
                </a:cubicBezTo>
                <a:cubicBezTo>
                  <a:pt x="214" y="80"/>
                  <a:pt x="212" y="82"/>
                  <a:pt x="212" y="84"/>
                </a:cubicBezTo>
                <a:cubicBezTo>
                  <a:pt x="212" y="256"/>
                  <a:pt x="212" y="256"/>
                  <a:pt x="212" y="256"/>
                </a:cubicBezTo>
                <a:cubicBezTo>
                  <a:pt x="220" y="256"/>
                  <a:pt x="220" y="256"/>
                  <a:pt x="220" y="256"/>
                </a:cubicBezTo>
                <a:cubicBezTo>
                  <a:pt x="220" y="88"/>
                  <a:pt x="220" y="88"/>
                  <a:pt x="220" y="88"/>
                </a:cubicBezTo>
                <a:cubicBezTo>
                  <a:pt x="252" y="88"/>
                  <a:pt x="252" y="88"/>
                  <a:pt x="252" y="88"/>
                </a:cubicBezTo>
                <a:cubicBezTo>
                  <a:pt x="254" y="88"/>
                  <a:pt x="256" y="86"/>
                  <a:pt x="256" y="84"/>
                </a:cubicBezTo>
                <a:cubicBezTo>
                  <a:pt x="256" y="44"/>
                  <a:pt x="256" y="44"/>
                  <a:pt x="256" y="44"/>
                </a:cubicBezTo>
                <a:cubicBezTo>
                  <a:pt x="256" y="44"/>
                  <a:pt x="256" y="44"/>
                  <a:pt x="256" y="44"/>
                </a:cubicBezTo>
                <a:close/>
                <a:moveTo>
                  <a:pt x="162" y="60"/>
                </a:moveTo>
                <a:cubicBezTo>
                  <a:pt x="176" y="80"/>
                  <a:pt x="176" y="80"/>
                  <a:pt x="176" y="80"/>
                </a:cubicBezTo>
                <a:cubicBezTo>
                  <a:pt x="13" y="80"/>
                  <a:pt x="13" y="80"/>
                  <a:pt x="13" y="80"/>
                </a:cubicBezTo>
                <a:cubicBezTo>
                  <a:pt x="30" y="60"/>
                  <a:pt x="30" y="60"/>
                  <a:pt x="30" y="60"/>
                </a:cubicBezTo>
                <a:lnTo>
                  <a:pt x="162" y="6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36" name="Freeform 38">
            <a:extLst>
              <a:ext uri="{FF2B5EF4-FFF2-40B4-BE49-F238E27FC236}">
                <a16:creationId xmlns:a16="http://schemas.microsoft.com/office/drawing/2014/main" id="{9CC0209B-371C-45C7-BF06-6B1211843072}"/>
              </a:ext>
            </a:extLst>
          </p:cNvPr>
          <p:cNvSpPr>
            <a:spLocks noChangeAspect="1" noEditPoints="1"/>
          </p:cNvSpPr>
          <p:nvPr/>
        </p:nvSpPr>
        <p:spPr bwMode="auto">
          <a:xfrm>
            <a:off x="6378964" y="1468529"/>
            <a:ext cx="400050" cy="400050"/>
          </a:xfrm>
          <a:custGeom>
            <a:avLst/>
            <a:gdLst>
              <a:gd name="T0" fmla="*/ 221 w 256"/>
              <a:gd name="T1" fmla="*/ 246 h 256"/>
              <a:gd name="T2" fmla="*/ 227 w 256"/>
              <a:gd name="T3" fmla="*/ 156 h 256"/>
              <a:gd name="T4" fmla="*/ 15 w 256"/>
              <a:gd name="T5" fmla="*/ 163 h 256"/>
              <a:gd name="T6" fmla="*/ 3 w 256"/>
              <a:gd name="T7" fmla="*/ 241 h 256"/>
              <a:gd name="T8" fmla="*/ 127 w 256"/>
              <a:gd name="T9" fmla="*/ 248 h 256"/>
              <a:gd name="T10" fmla="*/ 256 w 256"/>
              <a:gd name="T11" fmla="*/ 243 h 256"/>
              <a:gd name="T12" fmla="*/ 132 w 256"/>
              <a:gd name="T13" fmla="*/ 241 h 256"/>
              <a:gd name="T14" fmla="*/ 142 w 256"/>
              <a:gd name="T15" fmla="*/ 209 h 256"/>
              <a:gd name="T16" fmla="*/ 109 w 256"/>
              <a:gd name="T17" fmla="*/ 210 h 256"/>
              <a:gd name="T18" fmla="*/ 40 w 256"/>
              <a:gd name="T19" fmla="*/ 235 h 256"/>
              <a:gd name="T20" fmla="*/ 28 w 256"/>
              <a:gd name="T21" fmla="*/ 164 h 256"/>
              <a:gd name="T22" fmla="*/ 234 w 256"/>
              <a:gd name="T23" fmla="*/ 168 h 256"/>
              <a:gd name="T24" fmla="*/ 132 w 256"/>
              <a:gd name="T25" fmla="*/ 241 h 256"/>
              <a:gd name="T26" fmla="*/ 104 w 256"/>
              <a:gd name="T27" fmla="*/ 28 h 256"/>
              <a:gd name="T28" fmla="*/ 195 w 256"/>
              <a:gd name="T29" fmla="*/ 40 h 256"/>
              <a:gd name="T30" fmla="*/ 197 w 256"/>
              <a:gd name="T31" fmla="*/ 33 h 256"/>
              <a:gd name="T32" fmla="*/ 148 w 256"/>
              <a:gd name="T33" fmla="*/ 20 h 256"/>
              <a:gd name="T34" fmla="*/ 120 w 256"/>
              <a:gd name="T35" fmla="*/ 0 h 256"/>
              <a:gd name="T36" fmla="*/ 104 w 256"/>
              <a:gd name="T37" fmla="*/ 20 h 256"/>
              <a:gd name="T38" fmla="*/ 56 w 256"/>
              <a:gd name="T39" fmla="*/ 38 h 256"/>
              <a:gd name="T40" fmla="*/ 120 w 256"/>
              <a:gd name="T41" fmla="*/ 8 h 256"/>
              <a:gd name="T42" fmla="*/ 140 w 256"/>
              <a:gd name="T43" fmla="*/ 20 h 256"/>
              <a:gd name="T44" fmla="*/ 28 w 256"/>
              <a:gd name="T45" fmla="*/ 112 h 256"/>
              <a:gd name="T46" fmla="*/ 56 w 256"/>
              <a:gd name="T47" fmla="*/ 104 h 256"/>
              <a:gd name="T48" fmla="*/ 16 w 256"/>
              <a:gd name="T49" fmla="*/ 144 h 256"/>
              <a:gd name="T50" fmla="*/ 28 w 256"/>
              <a:gd name="T51" fmla="*/ 140 h 256"/>
              <a:gd name="T52" fmla="*/ 52 w 256"/>
              <a:gd name="T53" fmla="*/ 132 h 256"/>
              <a:gd name="T54" fmla="*/ 24 w 256"/>
              <a:gd name="T55" fmla="*/ 116 h 256"/>
              <a:gd name="T56" fmla="*/ 128 w 256"/>
              <a:gd name="T57" fmla="*/ 144 h 256"/>
              <a:gd name="T58" fmla="*/ 75 w 256"/>
              <a:gd name="T59" fmla="*/ 144 h 256"/>
              <a:gd name="T60" fmla="*/ 184 w 256"/>
              <a:gd name="T61" fmla="*/ 139 h 256"/>
              <a:gd name="T62" fmla="*/ 15 w 256"/>
              <a:gd name="T63" fmla="*/ 92 h 256"/>
              <a:gd name="T64" fmla="*/ 76 w 256"/>
              <a:gd name="T65" fmla="*/ 124 h 256"/>
              <a:gd name="T66" fmla="*/ 84 w 256"/>
              <a:gd name="T67" fmla="*/ 89 h 256"/>
              <a:gd name="T68" fmla="*/ 176 w 256"/>
              <a:gd name="T69" fmla="*/ 121 h 256"/>
              <a:gd name="T70" fmla="*/ 184 w 256"/>
              <a:gd name="T71" fmla="*/ 120 h 256"/>
              <a:gd name="T72" fmla="*/ 249 w 256"/>
              <a:gd name="T73" fmla="*/ 86 h 256"/>
              <a:gd name="T74" fmla="*/ 247 w 256"/>
              <a:gd name="T75" fmla="*/ 52 h 256"/>
              <a:gd name="T76" fmla="*/ 76 w 256"/>
              <a:gd name="T77" fmla="*/ 52 h 256"/>
              <a:gd name="T78" fmla="*/ 1 w 256"/>
              <a:gd name="T79" fmla="*/ 62 h 256"/>
              <a:gd name="T80" fmla="*/ 80 w 256"/>
              <a:gd name="T81" fmla="*/ 59 h 256"/>
              <a:gd name="T82" fmla="*/ 179 w 256"/>
              <a:gd name="T83" fmla="*/ 60 h 256"/>
              <a:gd name="T84" fmla="*/ 180 w 256"/>
              <a:gd name="T85" fmla="*/ 84 h 256"/>
              <a:gd name="T86" fmla="*/ 15 w 256"/>
              <a:gd name="T87" fmla="*/ 84 h 256"/>
              <a:gd name="T88" fmla="*/ 228 w 256"/>
              <a:gd name="T89" fmla="*/ 132 h 256"/>
              <a:gd name="T90" fmla="*/ 204 w 256"/>
              <a:gd name="T91" fmla="*/ 140 h 256"/>
              <a:gd name="T92" fmla="*/ 236 w 256"/>
              <a:gd name="T93" fmla="*/ 148 h 256"/>
              <a:gd name="T94" fmla="*/ 228 w 256"/>
              <a:gd name="T95" fmla="*/ 104 h 256"/>
              <a:gd name="T96" fmla="*/ 200 w 256"/>
              <a:gd name="T97" fmla="*/ 112 h 256"/>
              <a:gd name="T98" fmla="*/ 232 w 256"/>
              <a:gd name="T99" fmla="*/ 13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6" h="256">
                <a:moveTo>
                  <a:pt x="256" y="243"/>
                </a:moveTo>
                <a:cubicBezTo>
                  <a:pt x="255" y="241"/>
                  <a:pt x="253" y="240"/>
                  <a:pt x="251" y="241"/>
                </a:cubicBezTo>
                <a:cubicBezTo>
                  <a:pt x="251" y="241"/>
                  <a:pt x="239" y="243"/>
                  <a:pt x="221" y="246"/>
                </a:cubicBezTo>
                <a:cubicBezTo>
                  <a:pt x="243" y="177"/>
                  <a:pt x="243" y="177"/>
                  <a:pt x="243" y="177"/>
                </a:cubicBezTo>
                <a:cubicBezTo>
                  <a:pt x="244" y="172"/>
                  <a:pt x="244" y="167"/>
                  <a:pt x="241" y="163"/>
                </a:cubicBezTo>
                <a:cubicBezTo>
                  <a:pt x="237" y="159"/>
                  <a:pt x="233" y="157"/>
                  <a:pt x="227" y="156"/>
                </a:cubicBezTo>
                <a:cubicBezTo>
                  <a:pt x="226" y="157"/>
                  <a:pt x="144" y="164"/>
                  <a:pt x="128" y="164"/>
                </a:cubicBezTo>
                <a:cubicBezTo>
                  <a:pt x="112" y="164"/>
                  <a:pt x="30" y="157"/>
                  <a:pt x="28" y="156"/>
                </a:cubicBezTo>
                <a:cubicBezTo>
                  <a:pt x="23" y="156"/>
                  <a:pt x="19" y="159"/>
                  <a:pt x="15" y="163"/>
                </a:cubicBezTo>
                <a:cubicBezTo>
                  <a:pt x="12" y="167"/>
                  <a:pt x="12" y="172"/>
                  <a:pt x="13" y="177"/>
                </a:cubicBezTo>
                <a:cubicBezTo>
                  <a:pt x="32" y="235"/>
                  <a:pt x="32" y="235"/>
                  <a:pt x="32" y="235"/>
                </a:cubicBezTo>
                <a:cubicBezTo>
                  <a:pt x="15" y="238"/>
                  <a:pt x="4" y="240"/>
                  <a:pt x="3" y="241"/>
                </a:cubicBezTo>
                <a:cubicBezTo>
                  <a:pt x="1" y="241"/>
                  <a:pt x="0" y="243"/>
                  <a:pt x="0" y="245"/>
                </a:cubicBezTo>
                <a:cubicBezTo>
                  <a:pt x="1" y="248"/>
                  <a:pt x="3" y="249"/>
                  <a:pt x="5" y="248"/>
                </a:cubicBezTo>
                <a:cubicBezTo>
                  <a:pt x="6" y="248"/>
                  <a:pt x="68" y="232"/>
                  <a:pt x="127" y="248"/>
                </a:cubicBezTo>
                <a:cubicBezTo>
                  <a:pt x="148" y="254"/>
                  <a:pt x="168" y="256"/>
                  <a:pt x="187" y="256"/>
                </a:cubicBezTo>
                <a:cubicBezTo>
                  <a:pt x="223" y="256"/>
                  <a:pt x="251" y="249"/>
                  <a:pt x="253" y="248"/>
                </a:cubicBezTo>
                <a:cubicBezTo>
                  <a:pt x="255" y="248"/>
                  <a:pt x="256" y="246"/>
                  <a:pt x="256" y="243"/>
                </a:cubicBezTo>
                <a:close/>
                <a:moveTo>
                  <a:pt x="132" y="241"/>
                </a:moveTo>
                <a:cubicBezTo>
                  <a:pt x="132" y="241"/>
                  <a:pt x="132" y="241"/>
                  <a:pt x="132" y="241"/>
                </a:cubicBezTo>
                <a:cubicBezTo>
                  <a:pt x="132" y="241"/>
                  <a:pt x="132" y="241"/>
                  <a:pt x="132" y="241"/>
                </a:cubicBezTo>
                <a:cubicBezTo>
                  <a:pt x="136" y="223"/>
                  <a:pt x="146" y="216"/>
                  <a:pt x="146" y="216"/>
                </a:cubicBezTo>
                <a:cubicBezTo>
                  <a:pt x="148" y="215"/>
                  <a:pt x="149" y="212"/>
                  <a:pt x="147" y="210"/>
                </a:cubicBezTo>
                <a:cubicBezTo>
                  <a:pt x="146" y="208"/>
                  <a:pt x="144" y="208"/>
                  <a:pt x="142" y="209"/>
                </a:cubicBezTo>
                <a:cubicBezTo>
                  <a:pt x="141" y="209"/>
                  <a:pt x="133" y="215"/>
                  <a:pt x="128" y="227"/>
                </a:cubicBezTo>
                <a:cubicBezTo>
                  <a:pt x="123" y="215"/>
                  <a:pt x="115" y="209"/>
                  <a:pt x="114" y="209"/>
                </a:cubicBezTo>
                <a:cubicBezTo>
                  <a:pt x="112" y="208"/>
                  <a:pt x="110" y="208"/>
                  <a:pt x="109" y="210"/>
                </a:cubicBezTo>
                <a:cubicBezTo>
                  <a:pt x="107" y="212"/>
                  <a:pt x="108" y="215"/>
                  <a:pt x="110" y="216"/>
                </a:cubicBezTo>
                <a:cubicBezTo>
                  <a:pt x="110" y="216"/>
                  <a:pt x="120" y="223"/>
                  <a:pt x="124" y="239"/>
                </a:cubicBezTo>
                <a:cubicBezTo>
                  <a:pt x="93" y="232"/>
                  <a:pt x="62" y="232"/>
                  <a:pt x="40" y="235"/>
                </a:cubicBezTo>
                <a:cubicBezTo>
                  <a:pt x="21" y="175"/>
                  <a:pt x="21" y="175"/>
                  <a:pt x="21" y="175"/>
                </a:cubicBezTo>
                <a:cubicBezTo>
                  <a:pt x="20" y="172"/>
                  <a:pt x="20" y="170"/>
                  <a:pt x="22" y="168"/>
                </a:cubicBezTo>
                <a:cubicBezTo>
                  <a:pt x="23" y="166"/>
                  <a:pt x="26" y="164"/>
                  <a:pt x="28" y="164"/>
                </a:cubicBezTo>
                <a:cubicBezTo>
                  <a:pt x="31" y="165"/>
                  <a:pt x="112" y="172"/>
                  <a:pt x="128" y="172"/>
                </a:cubicBezTo>
                <a:cubicBezTo>
                  <a:pt x="144" y="172"/>
                  <a:pt x="225" y="165"/>
                  <a:pt x="228" y="164"/>
                </a:cubicBezTo>
                <a:cubicBezTo>
                  <a:pt x="230" y="164"/>
                  <a:pt x="233" y="166"/>
                  <a:pt x="234" y="168"/>
                </a:cubicBezTo>
                <a:cubicBezTo>
                  <a:pt x="236" y="170"/>
                  <a:pt x="236" y="172"/>
                  <a:pt x="235" y="175"/>
                </a:cubicBezTo>
                <a:cubicBezTo>
                  <a:pt x="212" y="246"/>
                  <a:pt x="212" y="246"/>
                  <a:pt x="212" y="246"/>
                </a:cubicBezTo>
                <a:cubicBezTo>
                  <a:pt x="190" y="248"/>
                  <a:pt x="161" y="248"/>
                  <a:pt x="132" y="241"/>
                </a:cubicBezTo>
                <a:close/>
                <a:moveTo>
                  <a:pt x="61" y="40"/>
                </a:moveTo>
                <a:cubicBezTo>
                  <a:pt x="83" y="32"/>
                  <a:pt x="83" y="32"/>
                  <a:pt x="83" y="32"/>
                </a:cubicBezTo>
                <a:cubicBezTo>
                  <a:pt x="89" y="30"/>
                  <a:pt x="96" y="28"/>
                  <a:pt x="104" y="28"/>
                </a:cubicBezTo>
                <a:cubicBezTo>
                  <a:pt x="152" y="28"/>
                  <a:pt x="152" y="28"/>
                  <a:pt x="152" y="28"/>
                </a:cubicBezTo>
                <a:cubicBezTo>
                  <a:pt x="159" y="28"/>
                  <a:pt x="167" y="30"/>
                  <a:pt x="174" y="33"/>
                </a:cubicBezTo>
                <a:cubicBezTo>
                  <a:pt x="195" y="40"/>
                  <a:pt x="195" y="40"/>
                  <a:pt x="195" y="40"/>
                </a:cubicBezTo>
                <a:cubicBezTo>
                  <a:pt x="195" y="40"/>
                  <a:pt x="196" y="40"/>
                  <a:pt x="196" y="40"/>
                </a:cubicBezTo>
                <a:cubicBezTo>
                  <a:pt x="198" y="40"/>
                  <a:pt x="199" y="39"/>
                  <a:pt x="200" y="38"/>
                </a:cubicBezTo>
                <a:cubicBezTo>
                  <a:pt x="201" y="36"/>
                  <a:pt x="199" y="33"/>
                  <a:pt x="197" y="33"/>
                </a:cubicBezTo>
                <a:cubicBezTo>
                  <a:pt x="177" y="25"/>
                  <a:pt x="177" y="25"/>
                  <a:pt x="177" y="25"/>
                </a:cubicBezTo>
                <a:cubicBezTo>
                  <a:pt x="169" y="22"/>
                  <a:pt x="160" y="20"/>
                  <a:pt x="152" y="20"/>
                </a:cubicBezTo>
                <a:cubicBezTo>
                  <a:pt x="148" y="20"/>
                  <a:pt x="148" y="20"/>
                  <a:pt x="148" y="20"/>
                </a:cubicBezTo>
                <a:cubicBezTo>
                  <a:pt x="148" y="12"/>
                  <a:pt x="148" y="12"/>
                  <a:pt x="148" y="12"/>
                </a:cubicBezTo>
                <a:cubicBezTo>
                  <a:pt x="148" y="6"/>
                  <a:pt x="143" y="0"/>
                  <a:pt x="136" y="0"/>
                </a:cubicBezTo>
                <a:cubicBezTo>
                  <a:pt x="120" y="0"/>
                  <a:pt x="120" y="0"/>
                  <a:pt x="120" y="0"/>
                </a:cubicBezTo>
                <a:cubicBezTo>
                  <a:pt x="113" y="0"/>
                  <a:pt x="108" y="6"/>
                  <a:pt x="108" y="12"/>
                </a:cubicBezTo>
                <a:cubicBezTo>
                  <a:pt x="108" y="20"/>
                  <a:pt x="108" y="20"/>
                  <a:pt x="108" y="20"/>
                </a:cubicBezTo>
                <a:cubicBezTo>
                  <a:pt x="104" y="20"/>
                  <a:pt x="104" y="20"/>
                  <a:pt x="104" y="20"/>
                </a:cubicBezTo>
                <a:cubicBezTo>
                  <a:pt x="95" y="20"/>
                  <a:pt x="87" y="22"/>
                  <a:pt x="80" y="25"/>
                </a:cubicBezTo>
                <a:cubicBezTo>
                  <a:pt x="59" y="33"/>
                  <a:pt x="59" y="33"/>
                  <a:pt x="59" y="33"/>
                </a:cubicBezTo>
                <a:cubicBezTo>
                  <a:pt x="57" y="33"/>
                  <a:pt x="55" y="36"/>
                  <a:pt x="56" y="38"/>
                </a:cubicBezTo>
                <a:cubicBezTo>
                  <a:pt x="57" y="40"/>
                  <a:pt x="59" y="41"/>
                  <a:pt x="61" y="40"/>
                </a:cubicBezTo>
                <a:close/>
                <a:moveTo>
                  <a:pt x="116" y="12"/>
                </a:moveTo>
                <a:cubicBezTo>
                  <a:pt x="116" y="10"/>
                  <a:pt x="118" y="8"/>
                  <a:pt x="120" y="8"/>
                </a:cubicBezTo>
                <a:cubicBezTo>
                  <a:pt x="136" y="8"/>
                  <a:pt x="136" y="8"/>
                  <a:pt x="136" y="8"/>
                </a:cubicBezTo>
                <a:cubicBezTo>
                  <a:pt x="138" y="8"/>
                  <a:pt x="140" y="10"/>
                  <a:pt x="140" y="12"/>
                </a:cubicBezTo>
                <a:cubicBezTo>
                  <a:pt x="140" y="20"/>
                  <a:pt x="140" y="20"/>
                  <a:pt x="140" y="20"/>
                </a:cubicBezTo>
                <a:cubicBezTo>
                  <a:pt x="116" y="20"/>
                  <a:pt x="116" y="20"/>
                  <a:pt x="116" y="20"/>
                </a:cubicBezTo>
                <a:lnTo>
                  <a:pt x="116" y="12"/>
                </a:lnTo>
                <a:close/>
                <a:moveTo>
                  <a:pt x="28" y="112"/>
                </a:moveTo>
                <a:cubicBezTo>
                  <a:pt x="56" y="112"/>
                  <a:pt x="56" y="112"/>
                  <a:pt x="56" y="112"/>
                </a:cubicBezTo>
                <a:cubicBezTo>
                  <a:pt x="58" y="112"/>
                  <a:pt x="60" y="111"/>
                  <a:pt x="60" y="108"/>
                </a:cubicBezTo>
                <a:cubicBezTo>
                  <a:pt x="60" y="106"/>
                  <a:pt x="58" y="104"/>
                  <a:pt x="56" y="104"/>
                </a:cubicBezTo>
                <a:cubicBezTo>
                  <a:pt x="28" y="104"/>
                  <a:pt x="28" y="104"/>
                  <a:pt x="28" y="104"/>
                </a:cubicBezTo>
                <a:cubicBezTo>
                  <a:pt x="21" y="104"/>
                  <a:pt x="16" y="110"/>
                  <a:pt x="16" y="116"/>
                </a:cubicBezTo>
                <a:cubicBezTo>
                  <a:pt x="16" y="144"/>
                  <a:pt x="16" y="144"/>
                  <a:pt x="16" y="144"/>
                </a:cubicBezTo>
                <a:cubicBezTo>
                  <a:pt x="16" y="147"/>
                  <a:pt x="18" y="148"/>
                  <a:pt x="20" y="148"/>
                </a:cubicBezTo>
                <a:cubicBezTo>
                  <a:pt x="22" y="148"/>
                  <a:pt x="24" y="147"/>
                  <a:pt x="24" y="144"/>
                </a:cubicBezTo>
                <a:cubicBezTo>
                  <a:pt x="24" y="142"/>
                  <a:pt x="26" y="140"/>
                  <a:pt x="28" y="140"/>
                </a:cubicBezTo>
                <a:cubicBezTo>
                  <a:pt x="52" y="140"/>
                  <a:pt x="52" y="140"/>
                  <a:pt x="52" y="140"/>
                </a:cubicBezTo>
                <a:cubicBezTo>
                  <a:pt x="54" y="140"/>
                  <a:pt x="56" y="139"/>
                  <a:pt x="56" y="136"/>
                </a:cubicBezTo>
                <a:cubicBezTo>
                  <a:pt x="56" y="134"/>
                  <a:pt x="54" y="132"/>
                  <a:pt x="52" y="132"/>
                </a:cubicBezTo>
                <a:cubicBezTo>
                  <a:pt x="28" y="132"/>
                  <a:pt x="28" y="132"/>
                  <a:pt x="28" y="132"/>
                </a:cubicBezTo>
                <a:cubicBezTo>
                  <a:pt x="27" y="132"/>
                  <a:pt x="25" y="133"/>
                  <a:pt x="24" y="133"/>
                </a:cubicBezTo>
                <a:cubicBezTo>
                  <a:pt x="24" y="116"/>
                  <a:pt x="24" y="116"/>
                  <a:pt x="24" y="116"/>
                </a:cubicBezTo>
                <a:cubicBezTo>
                  <a:pt x="24" y="114"/>
                  <a:pt x="26" y="112"/>
                  <a:pt x="28" y="112"/>
                </a:cubicBezTo>
                <a:close/>
                <a:moveTo>
                  <a:pt x="179" y="137"/>
                </a:moveTo>
                <a:cubicBezTo>
                  <a:pt x="179" y="137"/>
                  <a:pt x="155" y="144"/>
                  <a:pt x="128" y="144"/>
                </a:cubicBezTo>
                <a:cubicBezTo>
                  <a:pt x="105" y="144"/>
                  <a:pt x="77" y="137"/>
                  <a:pt x="77" y="137"/>
                </a:cubicBezTo>
                <a:cubicBezTo>
                  <a:pt x="75" y="136"/>
                  <a:pt x="73" y="137"/>
                  <a:pt x="72" y="139"/>
                </a:cubicBezTo>
                <a:cubicBezTo>
                  <a:pt x="72" y="141"/>
                  <a:pt x="73" y="144"/>
                  <a:pt x="75" y="144"/>
                </a:cubicBezTo>
                <a:cubicBezTo>
                  <a:pt x="76" y="145"/>
                  <a:pt x="104" y="152"/>
                  <a:pt x="128" y="152"/>
                </a:cubicBezTo>
                <a:cubicBezTo>
                  <a:pt x="156" y="152"/>
                  <a:pt x="180" y="145"/>
                  <a:pt x="181" y="144"/>
                </a:cubicBezTo>
                <a:cubicBezTo>
                  <a:pt x="183" y="144"/>
                  <a:pt x="184" y="141"/>
                  <a:pt x="184" y="139"/>
                </a:cubicBezTo>
                <a:cubicBezTo>
                  <a:pt x="183" y="137"/>
                  <a:pt x="181" y="136"/>
                  <a:pt x="179" y="137"/>
                </a:cubicBezTo>
                <a:close/>
                <a:moveTo>
                  <a:pt x="7" y="86"/>
                </a:moveTo>
                <a:cubicBezTo>
                  <a:pt x="8" y="90"/>
                  <a:pt x="11" y="92"/>
                  <a:pt x="15" y="92"/>
                </a:cubicBezTo>
                <a:cubicBezTo>
                  <a:pt x="75" y="92"/>
                  <a:pt x="75" y="92"/>
                  <a:pt x="75" y="92"/>
                </a:cubicBezTo>
                <a:cubicBezTo>
                  <a:pt x="72" y="120"/>
                  <a:pt x="72" y="120"/>
                  <a:pt x="72" y="120"/>
                </a:cubicBezTo>
                <a:cubicBezTo>
                  <a:pt x="72" y="122"/>
                  <a:pt x="73" y="124"/>
                  <a:pt x="76" y="124"/>
                </a:cubicBezTo>
                <a:cubicBezTo>
                  <a:pt x="76" y="124"/>
                  <a:pt x="76" y="124"/>
                  <a:pt x="76" y="124"/>
                </a:cubicBezTo>
                <a:cubicBezTo>
                  <a:pt x="78" y="124"/>
                  <a:pt x="80" y="123"/>
                  <a:pt x="80" y="121"/>
                </a:cubicBezTo>
                <a:cubicBezTo>
                  <a:pt x="84" y="89"/>
                  <a:pt x="84" y="89"/>
                  <a:pt x="84" y="89"/>
                </a:cubicBezTo>
                <a:cubicBezTo>
                  <a:pt x="91" y="87"/>
                  <a:pt x="106" y="84"/>
                  <a:pt x="128" y="84"/>
                </a:cubicBezTo>
                <a:cubicBezTo>
                  <a:pt x="150" y="84"/>
                  <a:pt x="165" y="87"/>
                  <a:pt x="172" y="89"/>
                </a:cubicBezTo>
                <a:cubicBezTo>
                  <a:pt x="176" y="121"/>
                  <a:pt x="176" y="121"/>
                  <a:pt x="176" y="121"/>
                </a:cubicBezTo>
                <a:cubicBezTo>
                  <a:pt x="176" y="123"/>
                  <a:pt x="178" y="124"/>
                  <a:pt x="180" y="124"/>
                </a:cubicBezTo>
                <a:cubicBezTo>
                  <a:pt x="180" y="124"/>
                  <a:pt x="180" y="124"/>
                  <a:pt x="180" y="124"/>
                </a:cubicBezTo>
                <a:cubicBezTo>
                  <a:pt x="183" y="124"/>
                  <a:pt x="184" y="122"/>
                  <a:pt x="184" y="120"/>
                </a:cubicBezTo>
                <a:cubicBezTo>
                  <a:pt x="181" y="92"/>
                  <a:pt x="181" y="92"/>
                  <a:pt x="181" y="92"/>
                </a:cubicBezTo>
                <a:cubicBezTo>
                  <a:pt x="241" y="92"/>
                  <a:pt x="241" y="92"/>
                  <a:pt x="241" y="92"/>
                </a:cubicBezTo>
                <a:cubicBezTo>
                  <a:pt x="245" y="92"/>
                  <a:pt x="248" y="90"/>
                  <a:pt x="249" y="86"/>
                </a:cubicBezTo>
                <a:cubicBezTo>
                  <a:pt x="255" y="62"/>
                  <a:pt x="255" y="62"/>
                  <a:pt x="255" y="62"/>
                </a:cubicBezTo>
                <a:cubicBezTo>
                  <a:pt x="255" y="60"/>
                  <a:pt x="255" y="57"/>
                  <a:pt x="253" y="56"/>
                </a:cubicBezTo>
                <a:cubicBezTo>
                  <a:pt x="252" y="54"/>
                  <a:pt x="249" y="52"/>
                  <a:pt x="247" y="52"/>
                </a:cubicBezTo>
                <a:cubicBezTo>
                  <a:pt x="180" y="52"/>
                  <a:pt x="180" y="52"/>
                  <a:pt x="180" y="52"/>
                </a:cubicBezTo>
                <a:cubicBezTo>
                  <a:pt x="172" y="47"/>
                  <a:pt x="147" y="44"/>
                  <a:pt x="128" y="44"/>
                </a:cubicBezTo>
                <a:cubicBezTo>
                  <a:pt x="109" y="44"/>
                  <a:pt x="84" y="47"/>
                  <a:pt x="76" y="52"/>
                </a:cubicBezTo>
                <a:cubicBezTo>
                  <a:pt x="9" y="52"/>
                  <a:pt x="9" y="52"/>
                  <a:pt x="9" y="52"/>
                </a:cubicBezTo>
                <a:cubicBezTo>
                  <a:pt x="7" y="52"/>
                  <a:pt x="4" y="54"/>
                  <a:pt x="3" y="56"/>
                </a:cubicBezTo>
                <a:cubicBezTo>
                  <a:pt x="1" y="57"/>
                  <a:pt x="1" y="60"/>
                  <a:pt x="1" y="62"/>
                </a:cubicBezTo>
                <a:lnTo>
                  <a:pt x="7" y="86"/>
                </a:lnTo>
                <a:close/>
                <a:moveTo>
                  <a:pt x="77" y="60"/>
                </a:moveTo>
                <a:cubicBezTo>
                  <a:pt x="78" y="60"/>
                  <a:pt x="79" y="60"/>
                  <a:pt x="80" y="59"/>
                </a:cubicBezTo>
                <a:cubicBezTo>
                  <a:pt x="83" y="57"/>
                  <a:pt x="100" y="52"/>
                  <a:pt x="128" y="52"/>
                </a:cubicBezTo>
                <a:cubicBezTo>
                  <a:pt x="156" y="52"/>
                  <a:pt x="173" y="57"/>
                  <a:pt x="176" y="59"/>
                </a:cubicBezTo>
                <a:cubicBezTo>
                  <a:pt x="177" y="60"/>
                  <a:pt x="178" y="60"/>
                  <a:pt x="179" y="60"/>
                </a:cubicBezTo>
                <a:cubicBezTo>
                  <a:pt x="247" y="60"/>
                  <a:pt x="247" y="60"/>
                  <a:pt x="247" y="60"/>
                </a:cubicBezTo>
                <a:cubicBezTo>
                  <a:pt x="241" y="84"/>
                  <a:pt x="241" y="84"/>
                  <a:pt x="241" y="84"/>
                </a:cubicBezTo>
                <a:cubicBezTo>
                  <a:pt x="180" y="84"/>
                  <a:pt x="180" y="84"/>
                  <a:pt x="180" y="84"/>
                </a:cubicBezTo>
                <a:cubicBezTo>
                  <a:pt x="172" y="79"/>
                  <a:pt x="147" y="76"/>
                  <a:pt x="128" y="76"/>
                </a:cubicBezTo>
                <a:cubicBezTo>
                  <a:pt x="109" y="76"/>
                  <a:pt x="84" y="79"/>
                  <a:pt x="76" y="84"/>
                </a:cubicBezTo>
                <a:cubicBezTo>
                  <a:pt x="15" y="84"/>
                  <a:pt x="15" y="84"/>
                  <a:pt x="15" y="84"/>
                </a:cubicBezTo>
                <a:cubicBezTo>
                  <a:pt x="9" y="60"/>
                  <a:pt x="9" y="60"/>
                  <a:pt x="9" y="60"/>
                </a:cubicBezTo>
                <a:lnTo>
                  <a:pt x="77" y="60"/>
                </a:lnTo>
                <a:close/>
                <a:moveTo>
                  <a:pt x="228" y="132"/>
                </a:moveTo>
                <a:cubicBezTo>
                  <a:pt x="204" y="132"/>
                  <a:pt x="204" y="132"/>
                  <a:pt x="204" y="132"/>
                </a:cubicBezTo>
                <a:cubicBezTo>
                  <a:pt x="202" y="132"/>
                  <a:pt x="200" y="134"/>
                  <a:pt x="200" y="136"/>
                </a:cubicBezTo>
                <a:cubicBezTo>
                  <a:pt x="200" y="139"/>
                  <a:pt x="202" y="140"/>
                  <a:pt x="204" y="140"/>
                </a:cubicBezTo>
                <a:cubicBezTo>
                  <a:pt x="228" y="140"/>
                  <a:pt x="228" y="140"/>
                  <a:pt x="228" y="140"/>
                </a:cubicBezTo>
                <a:cubicBezTo>
                  <a:pt x="230" y="140"/>
                  <a:pt x="232" y="142"/>
                  <a:pt x="232" y="144"/>
                </a:cubicBezTo>
                <a:cubicBezTo>
                  <a:pt x="232" y="147"/>
                  <a:pt x="234" y="148"/>
                  <a:pt x="236" y="148"/>
                </a:cubicBezTo>
                <a:cubicBezTo>
                  <a:pt x="238" y="148"/>
                  <a:pt x="240" y="147"/>
                  <a:pt x="240" y="144"/>
                </a:cubicBezTo>
                <a:cubicBezTo>
                  <a:pt x="240" y="116"/>
                  <a:pt x="240" y="116"/>
                  <a:pt x="240" y="116"/>
                </a:cubicBezTo>
                <a:cubicBezTo>
                  <a:pt x="240" y="110"/>
                  <a:pt x="235" y="104"/>
                  <a:pt x="228" y="104"/>
                </a:cubicBezTo>
                <a:cubicBezTo>
                  <a:pt x="200" y="104"/>
                  <a:pt x="200" y="104"/>
                  <a:pt x="200" y="104"/>
                </a:cubicBezTo>
                <a:cubicBezTo>
                  <a:pt x="198" y="104"/>
                  <a:pt x="196" y="106"/>
                  <a:pt x="196" y="108"/>
                </a:cubicBezTo>
                <a:cubicBezTo>
                  <a:pt x="196" y="111"/>
                  <a:pt x="198" y="112"/>
                  <a:pt x="200" y="112"/>
                </a:cubicBezTo>
                <a:cubicBezTo>
                  <a:pt x="228" y="112"/>
                  <a:pt x="228" y="112"/>
                  <a:pt x="228" y="112"/>
                </a:cubicBezTo>
                <a:cubicBezTo>
                  <a:pt x="230" y="112"/>
                  <a:pt x="232" y="114"/>
                  <a:pt x="232" y="116"/>
                </a:cubicBezTo>
                <a:cubicBezTo>
                  <a:pt x="232" y="133"/>
                  <a:pt x="232" y="133"/>
                  <a:pt x="232" y="133"/>
                </a:cubicBezTo>
                <a:cubicBezTo>
                  <a:pt x="231" y="133"/>
                  <a:pt x="229" y="132"/>
                  <a:pt x="228" y="13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2" name="Freeform 42">
            <a:extLst>
              <a:ext uri="{FF2B5EF4-FFF2-40B4-BE49-F238E27FC236}">
                <a16:creationId xmlns:a16="http://schemas.microsoft.com/office/drawing/2014/main" id="{25F9BA0D-E6A7-4D0B-B3E6-1FD2A115D779}"/>
              </a:ext>
            </a:extLst>
          </p:cNvPr>
          <p:cNvSpPr>
            <a:spLocks noChangeAspect="1" noEditPoints="1"/>
          </p:cNvSpPr>
          <p:nvPr/>
        </p:nvSpPr>
        <p:spPr bwMode="auto">
          <a:xfrm>
            <a:off x="7345023" y="1457270"/>
            <a:ext cx="403225" cy="404813"/>
          </a:xfrm>
          <a:custGeom>
            <a:avLst/>
            <a:gdLst>
              <a:gd name="T0" fmla="*/ 29 w 258"/>
              <a:gd name="T1" fmla="*/ 223 h 259"/>
              <a:gd name="T2" fmla="*/ 15 w 258"/>
              <a:gd name="T3" fmla="*/ 159 h 259"/>
              <a:gd name="T4" fmla="*/ 125 w 258"/>
              <a:gd name="T5" fmla="*/ 184 h 259"/>
              <a:gd name="T6" fmla="*/ 133 w 258"/>
              <a:gd name="T7" fmla="*/ 145 h 259"/>
              <a:gd name="T8" fmla="*/ 246 w 258"/>
              <a:gd name="T9" fmla="*/ 161 h 259"/>
              <a:gd name="T10" fmla="*/ 232 w 258"/>
              <a:gd name="T11" fmla="*/ 228 h 259"/>
              <a:gd name="T12" fmla="*/ 254 w 258"/>
              <a:gd name="T13" fmla="*/ 166 h 259"/>
              <a:gd name="T14" fmla="*/ 143 w 258"/>
              <a:gd name="T15" fmla="*/ 138 h 259"/>
              <a:gd name="T16" fmla="*/ 5 w 258"/>
              <a:gd name="T17" fmla="*/ 156 h 259"/>
              <a:gd name="T18" fmla="*/ 40 w 258"/>
              <a:gd name="T19" fmla="*/ 40 h 259"/>
              <a:gd name="T20" fmla="*/ 81 w 258"/>
              <a:gd name="T21" fmla="*/ 56 h 259"/>
              <a:gd name="T22" fmla="*/ 45 w 258"/>
              <a:gd name="T23" fmla="*/ 33 h 259"/>
              <a:gd name="T24" fmla="*/ 213 w 258"/>
              <a:gd name="T25" fmla="*/ 33 h 259"/>
              <a:gd name="T26" fmla="*/ 177 w 258"/>
              <a:gd name="T27" fmla="*/ 56 h 259"/>
              <a:gd name="T28" fmla="*/ 218 w 258"/>
              <a:gd name="T29" fmla="*/ 40 h 259"/>
              <a:gd name="T30" fmla="*/ 217 w 258"/>
              <a:gd name="T31" fmla="*/ 16 h 259"/>
              <a:gd name="T32" fmla="*/ 145 w 258"/>
              <a:gd name="T33" fmla="*/ 0 h 259"/>
              <a:gd name="T34" fmla="*/ 117 w 258"/>
              <a:gd name="T35" fmla="*/ 16 h 259"/>
              <a:gd name="T36" fmla="*/ 109 w 258"/>
              <a:gd name="T37" fmla="*/ 4 h 259"/>
              <a:gd name="T38" fmla="*/ 37 w 258"/>
              <a:gd name="T39" fmla="*/ 20 h 259"/>
              <a:gd name="T40" fmla="*/ 85 w 258"/>
              <a:gd name="T41" fmla="*/ 176 h 259"/>
              <a:gd name="T42" fmla="*/ 93 w 258"/>
              <a:gd name="T43" fmla="*/ 164 h 259"/>
              <a:gd name="T44" fmla="*/ 165 w 258"/>
              <a:gd name="T45" fmla="*/ 188 h 259"/>
              <a:gd name="T46" fmla="*/ 157 w 258"/>
              <a:gd name="T47" fmla="*/ 176 h 259"/>
              <a:gd name="T48" fmla="*/ 235 w 258"/>
              <a:gd name="T49" fmla="*/ 238 h 259"/>
              <a:gd name="T50" fmla="*/ 22 w 258"/>
              <a:gd name="T51" fmla="*/ 241 h 259"/>
              <a:gd name="T52" fmla="*/ 5 w 258"/>
              <a:gd name="T53" fmla="*/ 256 h 259"/>
              <a:gd name="T54" fmla="*/ 123 w 258"/>
              <a:gd name="T55" fmla="*/ 244 h 259"/>
              <a:gd name="T56" fmla="*/ 254 w 258"/>
              <a:gd name="T57" fmla="*/ 240 h 259"/>
              <a:gd name="T58" fmla="*/ 53 w 258"/>
              <a:gd name="T59" fmla="*/ 120 h 259"/>
              <a:gd name="T60" fmla="*/ 61 w 258"/>
              <a:gd name="T61" fmla="*/ 120 h 259"/>
              <a:gd name="T62" fmla="*/ 109 w 258"/>
              <a:gd name="T63" fmla="*/ 128 h 259"/>
              <a:gd name="T64" fmla="*/ 149 w 258"/>
              <a:gd name="T65" fmla="*/ 128 h 259"/>
              <a:gd name="T66" fmla="*/ 197 w 258"/>
              <a:gd name="T67" fmla="*/ 120 h 259"/>
              <a:gd name="T68" fmla="*/ 205 w 258"/>
              <a:gd name="T69" fmla="*/ 120 h 259"/>
              <a:gd name="T70" fmla="*/ 253 w 258"/>
              <a:gd name="T71" fmla="*/ 140 h 259"/>
              <a:gd name="T72" fmla="*/ 9 w 258"/>
              <a:gd name="T73" fmla="*/ 64 h 259"/>
              <a:gd name="T74" fmla="*/ 13 w 258"/>
              <a:gd name="T75" fmla="*/ 140 h 259"/>
              <a:gd name="T76" fmla="*/ 245 w 258"/>
              <a:gd name="T77" fmla="*/ 72 h 259"/>
              <a:gd name="T78" fmla="*/ 205 w 258"/>
              <a:gd name="T79" fmla="*/ 72 h 259"/>
              <a:gd name="T80" fmla="*/ 197 w 258"/>
              <a:gd name="T81" fmla="*/ 112 h 259"/>
              <a:gd name="T82" fmla="*/ 109 w 258"/>
              <a:gd name="T83" fmla="*/ 72 h 259"/>
              <a:gd name="T84" fmla="*/ 109 w 258"/>
              <a:gd name="T85" fmla="*/ 112 h 259"/>
              <a:gd name="T86" fmla="*/ 101 w 258"/>
              <a:gd name="T87" fmla="*/ 72 h 259"/>
              <a:gd name="T88" fmla="*/ 61 w 258"/>
              <a:gd name="T89" fmla="*/ 72 h 259"/>
              <a:gd name="T90" fmla="*/ 53 w 258"/>
              <a:gd name="T91" fmla="*/ 11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8" h="259">
                <a:moveTo>
                  <a:pt x="21" y="225"/>
                </a:moveTo>
                <a:cubicBezTo>
                  <a:pt x="22" y="227"/>
                  <a:pt x="24" y="228"/>
                  <a:pt x="26" y="228"/>
                </a:cubicBezTo>
                <a:cubicBezTo>
                  <a:pt x="28" y="227"/>
                  <a:pt x="29" y="225"/>
                  <a:pt x="29" y="223"/>
                </a:cubicBezTo>
                <a:cubicBezTo>
                  <a:pt x="11" y="164"/>
                  <a:pt x="11" y="164"/>
                  <a:pt x="11" y="164"/>
                </a:cubicBezTo>
                <a:cubicBezTo>
                  <a:pt x="11" y="163"/>
                  <a:pt x="11" y="162"/>
                  <a:pt x="12" y="161"/>
                </a:cubicBezTo>
                <a:cubicBezTo>
                  <a:pt x="13" y="160"/>
                  <a:pt x="14" y="159"/>
                  <a:pt x="15" y="159"/>
                </a:cubicBezTo>
                <a:cubicBezTo>
                  <a:pt x="116" y="146"/>
                  <a:pt x="116" y="146"/>
                  <a:pt x="116" y="146"/>
                </a:cubicBezTo>
                <a:cubicBezTo>
                  <a:pt x="119" y="145"/>
                  <a:pt x="122" y="145"/>
                  <a:pt x="125" y="145"/>
                </a:cubicBezTo>
                <a:cubicBezTo>
                  <a:pt x="125" y="184"/>
                  <a:pt x="125" y="184"/>
                  <a:pt x="125" y="184"/>
                </a:cubicBezTo>
                <a:cubicBezTo>
                  <a:pt x="125" y="186"/>
                  <a:pt x="127" y="188"/>
                  <a:pt x="129" y="188"/>
                </a:cubicBezTo>
                <a:cubicBezTo>
                  <a:pt x="131" y="188"/>
                  <a:pt x="133" y="186"/>
                  <a:pt x="133" y="184"/>
                </a:cubicBezTo>
                <a:cubicBezTo>
                  <a:pt x="133" y="145"/>
                  <a:pt x="133" y="145"/>
                  <a:pt x="133" y="145"/>
                </a:cubicBezTo>
                <a:cubicBezTo>
                  <a:pt x="136" y="145"/>
                  <a:pt x="139" y="145"/>
                  <a:pt x="142" y="146"/>
                </a:cubicBezTo>
                <a:cubicBezTo>
                  <a:pt x="243" y="159"/>
                  <a:pt x="243" y="159"/>
                  <a:pt x="243" y="159"/>
                </a:cubicBezTo>
                <a:cubicBezTo>
                  <a:pt x="244" y="159"/>
                  <a:pt x="245" y="160"/>
                  <a:pt x="246" y="161"/>
                </a:cubicBezTo>
                <a:cubicBezTo>
                  <a:pt x="247" y="162"/>
                  <a:pt x="247" y="163"/>
                  <a:pt x="247" y="164"/>
                </a:cubicBezTo>
                <a:cubicBezTo>
                  <a:pt x="229" y="223"/>
                  <a:pt x="229" y="223"/>
                  <a:pt x="229" y="223"/>
                </a:cubicBezTo>
                <a:cubicBezTo>
                  <a:pt x="229" y="225"/>
                  <a:pt x="230" y="227"/>
                  <a:pt x="232" y="228"/>
                </a:cubicBezTo>
                <a:cubicBezTo>
                  <a:pt x="232" y="228"/>
                  <a:pt x="233" y="228"/>
                  <a:pt x="233" y="228"/>
                </a:cubicBezTo>
                <a:cubicBezTo>
                  <a:pt x="235" y="228"/>
                  <a:pt x="236" y="227"/>
                  <a:pt x="237" y="225"/>
                </a:cubicBezTo>
                <a:cubicBezTo>
                  <a:pt x="254" y="166"/>
                  <a:pt x="254" y="166"/>
                  <a:pt x="254" y="166"/>
                </a:cubicBezTo>
                <a:cubicBezTo>
                  <a:pt x="255" y="163"/>
                  <a:pt x="255" y="159"/>
                  <a:pt x="253" y="156"/>
                </a:cubicBezTo>
                <a:cubicBezTo>
                  <a:pt x="251" y="153"/>
                  <a:pt x="248" y="151"/>
                  <a:pt x="244" y="151"/>
                </a:cubicBezTo>
                <a:cubicBezTo>
                  <a:pt x="143" y="138"/>
                  <a:pt x="143" y="138"/>
                  <a:pt x="143" y="138"/>
                </a:cubicBezTo>
                <a:cubicBezTo>
                  <a:pt x="134" y="137"/>
                  <a:pt x="124" y="137"/>
                  <a:pt x="115" y="138"/>
                </a:cubicBezTo>
                <a:cubicBezTo>
                  <a:pt x="14" y="151"/>
                  <a:pt x="14" y="151"/>
                  <a:pt x="14" y="151"/>
                </a:cubicBezTo>
                <a:cubicBezTo>
                  <a:pt x="10" y="151"/>
                  <a:pt x="7" y="153"/>
                  <a:pt x="5" y="156"/>
                </a:cubicBezTo>
                <a:cubicBezTo>
                  <a:pt x="3" y="159"/>
                  <a:pt x="3" y="163"/>
                  <a:pt x="4" y="166"/>
                </a:cubicBezTo>
                <a:lnTo>
                  <a:pt x="21" y="225"/>
                </a:lnTo>
                <a:close/>
                <a:moveTo>
                  <a:pt x="40" y="40"/>
                </a:moveTo>
                <a:cubicBezTo>
                  <a:pt x="73" y="47"/>
                  <a:pt x="73" y="47"/>
                  <a:pt x="73" y="47"/>
                </a:cubicBezTo>
                <a:cubicBezTo>
                  <a:pt x="73" y="56"/>
                  <a:pt x="73" y="56"/>
                  <a:pt x="73" y="56"/>
                </a:cubicBezTo>
                <a:cubicBezTo>
                  <a:pt x="81" y="56"/>
                  <a:pt x="81" y="56"/>
                  <a:pt x="81" y="56"/>
                </a:cubicBezTo>
                <a:cubicBezTo>
                  <a:pt x="81" y="44"/>
                  <a:pt x="81" y="44"/>
                  <a:pt x="81" y="44"/>
                </a:cubicBezTo>
                <a:cubicBezTo>
                  <a:pt x="81" y="42"/>
                  <a:pt x="80" y="41"/>
                  <a:pt x="78" y="40"/>
                </a:cubicBezTo>
                <a:cubicBezTo>
                  <a:pt x="45" y="33"/>
                  <a:pt x="45" y="33"/>
                  <a:pt x="45" y="33"/>
                </a:cubicBezTo>
                <a:cubicBezTo>
                  <a:pt x="45" y="24"/>
                  <a:pt x="45" y="24"/>
                  <a:pt x="45" y="24"/>
                </a:cubicBezTo>
                <a:cubicBezTo>
                  <a:pt x="213" y="24"/>
                  <a:pt x="213" y="24"/>
                  <a:pt x="213" y="24"/>
                </a:cubicBezTo>
                <a:cubicBezTo>
                  <a:pt x="213" y="33"/>
                  <a:pt x="213" y="33"/>
                  <a:pt x="213" y="33"/>
                </a:cubicBezTo>
                <a:cubicBezTo>
                  <a:pt x="180" y="40"/>
                  <a:pt x="180" y="40"/>
                  <a:pt x="180" y="40"/>
                </a:cubicBezTo>
                <a:cubicBezTo>
                  <a:pt x="178" y="41"/>
                  <a:pt x="177" y="42"/>
                  <a:pt x="177" y="44"/>
                </a:cubicBezTo>
                <a:cubicBezTo>
                  <a:pt x="177" y="56"/>
                  <a:pt x="177" y="56"/>
                  <a:pt x="177" y="56"/>
                </a:cubicBezTo>
                <a:cubicBezTo>
                  <a:pt x="185" y="56"/>
                  <a:pt x="185" y="56"/>
                  <a:pt x="185" y="56"/>
                </a:cubicBezTo>
                <a:cubicBezTo>
                  <a:pt x="185" y="47"/>
                  <a:pt x="185" y="47"/>
                  <a:pt x="185" y="47"/>
                </a:cubicBezTo>
                <a:cubicBezTo>
                  <a:pt x="218" y="40"/>
                  <a:pt x="218" y="40"/>
                  <a:pt x="218" y="40"/>
                </a:cubicBezTo>
                <a:cubicBezTo>
                  <a:pt x="220" y="39"/>
                  <a:pt x="221" y="38"/>
                  <a:pt x="221" y="36"/>
                </a:cubicBezTo>
                <a:cubicBezTo>
                  <a:pt x="221" y="20"/>
                  <a:pt x="221" y="20"/>
                  <a:pt x="221" y="20"/>
                </a:cubicBezTo>
                <a:cubicBezTo>
                  <a:pt x="221" y="18"/>
                  <a:pt x="219" y="16"/>
                  <a:pt x="217" y="16"/>
                </a:cubicBezTo>
                <a:cubicBezTo>
                  <a:pt x="149" y="16"/>
                  <a:pt x="149" y="16"/>
                  <a:pt x="149" y="16"/>
                </a:cubicBezTo>
                <a:cubicBezTo>
                  <a:pt x="149" y="4"/>
                  <a:pt x="149" y="4"/>
                  <a:pt x="149" y="4"/>
                </a:cubicBezTo>
                <a:cubicBezTo>
                  <a:pt x="149" y="2"/>
                  <a:pt x="147" y="0"/>
                  <a:pt x="145" y="0"/>
                </a:cubicBezTo>
                <a:cubicBezTo>
                  <a:pt x="143" y="0"/>
                  <a:pt x="141" y="2"/>
                  <a:pt x="141" y="4"/>
                </a:cubicBezTo>
                <a:cubicBezTo>
                  <a:pt x="141" y="16"/>
                  <a:pt x="141" y="16"/>
                  <a:pt x="141" y="16"/>
                </a:cubicBezTo>
                <a:cubicBezTo>
                  <a:pt x="117" y="16"/>
                  <a:pt x="117" y="16"/>
                  <a:pt x="117" y="16"/>
                </a:cubicBezTo>
                <a:cubicBezTo>
                  <a:pt x="117" y="4"/>
                  <a:pt x="117" y="4"/>
                  <a:pt x="117" y="4"/>
                </a:cubicBezTo>
                <a:cubicBezTo>
                  <a:pt x="117" y="2"/>
                  <a:pt x="115" y="0"/>
                  <a:pt x="113" y="0"/>
                </a:cubicBezTo>
                <a:cubicBezTo>
                  <a:pt x="111" y="0"/>
                  <a:pt x="109" y="2"/>
                  <a:pt x="109" y="4"/>
                </a:cubicBezTo>
                <a:cubicBezTo>
                  <a:pt x="109" y="16"/>
                  <a:pt x="109" y="16"/>
                  <a:pt x="109" y="16"/>
                </a:cubicBezTo>
                <a:cubicBezTo>
                  <a:pt x="41" y="16"/>
                  <a:pt x="41" y="16"/>
                  <a:pt x="41" y="16"/>
                </a:cubicBezTo>
                <a:cubicBezTo>
                  <a:pt x="39" y="16"/>
                  <a:pt x="37" y="18"/>
                  <a:pt x="37" y="20"/>
                </a:cubicBezTo>
                <a:cubicBezTo>
                  <a:pt x="37" y="36"/>
                  <a:pt x="37" y="36"/>
                  <a:pt x="37" y="36"/>
                </a:cubicBezTo>
                <a:cubicBezTo>
                  <a:pt x="37" y="38"/>
                  <a:pt x="38" y="39"/>
                  <a:pt x="40" y="40"/>
                </a:cubicBezTo>
                <a:close/>
                <a:moveTo>
                  <a:pt x="85" y="176"/>
                </a:moveTo>
                <a:cubicBezTo>
                  <a:pt x="85" y="183"/>
                  <a:pt x="88" y="188"/>
                  <a:pt x="93" y="188"/>
                </a:cubicBezTo>
                <a:cubicBezTo>
                  <a:pt x="98" y="188"/>
                  <a:pt x="101" y="183"/>
                  <a:pt x="101" y="176"/>
                </a:cubicBezTo>
                <a:cubicBezTo>
                  <a:pt x="101" y="169"/>
                  <a:pt x="98" y="164"/>
                  <a:pt x="93" y="164"/>
                </a:cubicBezTo>
                <a:cubicBezTo>
                  <a:pt x="88" y="164"/>
                  <a:pt x="85" y="169"/>
                  <a:pt x="85" y="176"/>
                </a:cubicBezTo>
                <a:close/>
                <a:moveTo>
                  <a:pt x="157" y="176"/>
                </a:moveTo>
                <a:cubicBezTo>
                  <a:pt x="157" y="183"/>
                  <a:pt x="160" y="188"/>
                  <a:pt x="165" y="188"/>
                </a:cubicBezTo>
                <a:cubicBezTo>
                  <a:pt x="170" y="188"/>
                  <a:pt x="173" y="183"/>
                  <a:pt x="173" y="176"/>
                </a:cubicBezTo>
                <a:cubicBezTo>
                  <a:pt x="173" y="169"/>
                  <a:pt x="170" y="164"/>
                  <a:pt x="165" y="164"/>
                </a:cubicBezTo>
                <a:cubicBezTo>
                  <a:pt x="160" y="164"/>
                  <a:pt x="157" y="169"/>
                  <a:pt x="157" y="176"/>
                </a:cubicBezTo>
                <a:close/>
                <a:moveTo>
                  <a:pt x="257" y="235"/>
                </a:moveTo>
                <a:cubicBezTo>
                  <a:pt x="256" y="233"/>
                  <a:pt x="254" y="231"/>
                  <a:pt x="252" y="232"/>
                </a:cubicBezTo>
                <a:cubicBezTo>
                  <a:pt x="235" y="238"/>
                  <a:pt x="235" y="238"/>
                  <a:pt x="235" y="238"/>
                </a:cubicBezTo>
                <a:cubicBezTo>
                  <a:pt x="205" y="250"/>
                  <a:pt x="172" y="251"/>
                  <a:pt x="142" y="241"/>
                </a:cubicBezTo>
                <a:cubicBezTo>
                  <a:pt x="125" y="236"/>
                  <a:pt x="125" y="236"/>
                  <a:pt x="125" y="236"/>
                </a:cubicBezTo>
                <a:cubicBezTo>
                  <a:pt x="91" y="226"/>
                  <a:pt x="55" y="227"/>
                  <a:pt x="22" y="241"/>
                </a:cubicBezTo>
                <a:cubicBezTo>
                  <a:pt x="3" y="248"/>
                  <a:pt x="3" y="248"/>
                  <a:pt x="3" y="248"/>
                </a:cubicBezTo>
                <a:cubicBezTo>
                  <a:pt x="1" y="249"/>
                  <a:pt x="0" y="251"/>
                  <a:pt x="1" y="254"/>
                </a:cubicBezTo>
                <a:cubicBezTo>
                  <a:pt x="2" y="255"/>
                  <a:pt x="3" y="256"/>
                  <a:pt x="5" y="256"/>
                </a:cubicBezTo>
                <a:cubicBezTo>
                  <a:pt x="6" y="256"/>
                  <a:pt x="6" y="256"/>
                  <a:pt x="7" y="256"/>
                </a:cubicBezTo>
                <a:cubicBezTo>
                  <a:pt x="25" y="248"/>
                  <a:pt x="25" y="248"/>
                  <a:pt x="25" y="248"/>
                </a:cubicBezTo>
                <a:cubicBezTo>
                  <a:pt x="56" y="235"/>
                  <a:pt x="91" y="234"/>
                  <a:pt x="123" y="244"/>
                </a:cubicBezTo>
                <a:cubicBezTo>
                  <a:pt x="139" y="249"/>
                  <a:pt x="139" y="249"/>
                  <a:pt x="139" y="249"/>
                </a:cubicBezTo>
                <a:cubicBezTo>
                  <a:pt x="171" y="259"/>
                  <a:pt x="206" y="258"/>
                  <a:pt x="238" y="246"/>
                </a:cubicBezTo>
                <a:cubicBezTo>
                  <a:pt x="254" y="240"/>
                  <a:pt x="254" y="240"/>
                  <a:pt x="254" y="240"/>
                </a:cubicBezTo>
                <a:cubicBezTo>
                  <a:pt x="256" y="239"/>
                  <a:pt x="258" y="237"/>
                  <a:pt x="257" y="235"/>
                </a:cubicBezTo>
                <a:close/>
                <a:moveTo>
                  <a:pt x="13" y="120"/>
                </a:moveTo>
                <a:cubicBezTo>
                  <a:pt x="53" y="120"/>
                  <a:pt x="53" y="120"/>
                  <a:pt x="53" y="120"/>
                </a:cubicBezTo>
                <a:cubicBezTo>
                  <a:pt x="53" y="132"/>
                  <a:pt x="53" y="132"/>
                  <a:pt x="53" y="132"/>
                </a:cubicBezTo>
                <a:cubicBezTo>
                  <a:pt x="61" y="132"/>
                  <a:pt x="61" y="132"/>
                  <a:pt x="61" y="132"/>
                </a:cubicBezTo>
                <a:cubicBezTo>
                  <a:pt x="61" y="120"/>
                  <a:pt x="61" y="120"/>
                  <a:pt x="61" y="120"/>
                </a:cubicBezTo>
                <a:cubicBezTo>
                  <a:pt x="101" y="120"/>
                  <a:pt x="101" y="120"/>
                  <a:pt x="101" y="120"/>
                </a:cubicBezTo>
                <a:cubicBezTo>
                  <a:pt x="101" y="128"/>
                  <a:pt x="101" y="128"/>
                  <a:pt x="101" y="128"/>
                </a:cubicBezTo>
                <a:cubicBezTo>
                  <a:pt x="109" y="128"/>
                  <a:pt x="109" y="128"/>
                  <a:pt x="109" y="128"/>
                </a:cubicBezTo>
                <a:cubicBezTo>
                  <a:pt x="109" y="120"/>
                  <a:pt x="109" y="120"/>
                  <a:pt x="109" y="120"/>
                </a:cubicBezTo>
                <a:cubicBezTo>
                  <a:pt x="149" y="120"/>
                  <a:pt x="149" y="120"/>
                  <a:pt x="149" y="120"/>
                </a:cubicBezTo>
                <a:cubicBezTo>
                  <a:pt x="149" y="128"/>
                  <a:pt x="149" y="128"/>
                  <a:pt x="149" y="128"/>
                </a:cubicBezTo>
                <a:cubicBezTo>
                  <a:pt x="157" y="128"/>
                  <a:pt x="157" y="128"/>
                  <a:pt x="157" y="128"/>
                </a:cubicBezTo>
                <a:cubicBezTo>
                  <a:pt x="157" y="120"/>
                  <a:pt x="157" y="120"/>
                  <a:pt x="157" y="120"/>
                </a:cubicBezTo>
                <a:cubicBezTo>
                  <a:pt x="197" y="120"/>
                  <a:pt x="197" y="120"/>
                  <a:pt x="197" y="120"/>
                </a:cubicBezTo>
                <a:cubicBezTo>
                  <a:pt x="197" y="132"/>
                  <a:pt x="197" y="132"/>
                  <a:pt x="197" y="132"/>
                </a:cubicBezTo>
                <a:cubicBezTo>
                  <a:pt x="205" y="132"/>
                  <a:pt x="205" y="132"/>
                  <a:pt x="205" y="132"/>
                </a:cubicBezTo>
                <a:cubicBezTo>
                  <a:pt x="205" y="120"/>
                  <a:pt x="205" y="120"/>
                  <a:pt x="205" y="120"/>
                </a:cubicBezTo>
                <a:cubicBezTo>
                  <a:pt x="245" y="120"/>
                  <a:pt x="245" y="120"/>
                  <a:pt x="245" y="120"/>
                </a:cubicBezTo>
                <a:cubicBezTo>
                  <a:pt x="245" y="140"/>
                  <a:pt x="245" y="140"/>
                  <a:pt x="245" y="140"/>
                </a:cubicBezTo>
                <a:cubicBezTo>
                  <a:pt x="253" y="140"/>
                  <a:pt x="253" y="140"/>
                  <a:pt x="253" y="140"/>
                </a:cubicBezTo>
                <a:cubicBezTo>
                  <a:pt x="253" y="68"/>
                  <a:pt x="253" y="68"/>
                  <a:pt x="253" y="68"/>
                </a:cubicBezTo>
                <a:cubicBezTo>
                  <a:pt x="253" y="66"/>
                  <a:pt x="251" y="64"/>
                  <a:pt x="249" y="64"/>
                </a:cubicBezTo>
                <a:cubicBezTo>
                  <a:pt x="9" y="64"/>
                  <a:pt x="9" y="64"/>
                  <a:pt x="9" y="64"/>
                </a:cubicBezTo>
                <a:cubicBezTo>
                  <a:pt x="7" y="64"/>
                  <a:pt x="5" y="66"/>
                  <a:pt x="5" y="68"/>
                </a:cubicBezTo>
                <a:cubicBezTo>
                  <a:pt x="5" y="140"/>
                  <a:pt x="5" y="140"/>
                  <a:pt x="5" y="140"/>
                </a:cubicBezTo>
                <a:cubicBezTo>
                  <a:pt x="13" y="140"/>
                  <a:pt x="13" y="140"/>
                  <a:pt x="13" y="140"/>
                </a:cubicBezTo>
                <a:lnTo>
                  <a:pt x="13" y="120"/>
                </a:lnTo>
                <a:close/>
                <a:moveTo>
                  <a:pt x="205" y="72"/>
                </a:moveTo>
                <a:cubicBezTo>
                  <a:pt x="245" y="72"/>
                  <a:pt x="245" y="72"/>
                  <a:pt x="245" y="72"/>
                </a:cubicBezTo>
                <a:cubicBezTo>
                  <a:pt x="245" y="112"/>
                  <a:pt x="245" y="112"/>
                  <a:pt x="245" y="112"/>
                </a:cubicBezTo>
                <a:cubicBezTo>
                  <a:pt x="205" y="112"/>
                  <a:pt x="205" y="112"/>
                  <a:pt x="205" y="112"/>
                </a:cubicBezTo>
                <a:lnTo>
                  <a:pt x="205" y="72"/>
                </a:lnTo>
                <a:close/>
                <a:moveTo>
                  <a:pt x="157" y="72"/>
                </a:moveTo>
                <a:cubicBezTo>
                  <a:pt x="197" y="72"/>
                  <a:pt x="197" y="72"/>
                  <a:pt x="197" y="72"/>
                </a:cubicBezTo>
                <a:cubicBezTo>
                  <a:pt x="197" y="112"/>
                  <a:pt x="197" y="112"/>
                  <a:pt x="197" y="112"/>
                </a:cubicBezTo>
                <a:cubicBezTo>
                  <a:pt x="157" y="112"/>
                  <a:pt x="157" y="112"/>
                  <a:pt x="157" y="112"/>
                </a:cubicBezTo>
                <a:lnTo>
                  <a:pt x="157" y="72"/>
                </a:lnTo>
                <a:close/>
                <a:moveTo>
                  <a:pt x="109" y="72"/>
                </a:moveTo>
                <a:cubicBezTo>
                  <a:pt x="149" y="72"/>
                  <a:pt x="149" y="72"/>
                  <a:pt x="149" y="72"/>
                </a:cubicBezTo>
                <a:cubicBezTo>
                  <a:pt x="149" y="112"/>
                  <a:pt x="149" y="112"/>
                  <a:pt x="149" y="112"/>
                </a:cubicBezTo>
                <a:cubicBezTo>
                  <a:pt x="109" y="112"/>
                  <a:pt x="109" y="112"/>
                  <a:pt x="109" y="112"/>
                </a:cubicBezTo>
                <a:lnTo>
                  <a:pt x="109" y="72"/>
                </a:lnTo>
                <a:close/>
                <a:moveTo>
                  <a:pt x="61" y="72"/>
                </a:moveTo>
                <a:cubicBezTo>
                  <a:pt x="101" y="72"/>
                  <a:pt x="101" y="72"/>
                  <a:pt x="101" y="72"/>
                </a:cubicBezTo>
                <a:cubicBezTo>
                  <a:pt x="101" y="112"/>
                  <a:pt x="101" y="112"/>
                  <a:pt x="101" y="112"/>
                </a:cubicBezTo>
                <a:cubicBezTo>
                  <a:pt x="61" y="112"/>
                  <a:pt x="61" y="112"/>
                  <a:pt x="61" y="112"/>
                </a:cubicBezTo>
                <a:lnTo>
                  <a:pt x="61" y="72"/>
                </a:lnTo>
                <a:close/>
                <a:moveTo>
                  <a:pt x="13" y="72"/>
                </a:moveTo>
                <a:cubicBezTo>
                  <a:pt x="53" y="72"/>
                  <a:pt x="53" y="72"/>
                  <a:pt x="53" y="72"/>
                </a:cubicBezTo>
                <a:cubicBezTo>
                  <a:pt x="53" y="112"/>
                  <a:pt x="53" y="112"/>
                  <a:pt x="53" y="112"/>
                </a:cubicBezTo>
                <a:cubicBezTo>
                  <a:pt x="13" y="112"/>
                  <a:pt x="13" y="112"/>
                  <a:pt x="13" y="112"/>
                </a:cubicBezTo>
                <a:lnTo>
                  <a:pt x="13" y="7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46" name="Freeform 46">
            <a:extLst>
              <a:ext uri="{FF2B5EF4-FFF2-40B4-BE49-F238E27FC236}">
                <a16:creationId xmlns:a16="http://schemas.microsoft.com/office/drawing/2014/main" id="{04EA871D-1FEB-44F6-BFF7-E674DDF77B53}"/>
              </a:ext>
            </a:extLst>
          </p:cNvPr>
          <p:cNvSpPr>
            <a:spLocks noChangeAspect="1" noEditPoints="1"/>
          </p:cNvSpPr>
          <p:nvPr/>
        </p:nvSpPr>
        <p:spPr bwMode="auto">
          <a:xfrm>
            <a:off x="8314256" y="1459651"/>
            <a:ext cx="400050" cy="400050"/>
          </a:xfrm>
          <a:custGeom>
            <a:avLst/>
            <a:gdLst>
              <a:gd name="T0" fmla="*/ 148 w 256"/>
              <a:gd name="T1" fmla="*/ 52 h 256"/>
              <a:gd name="T2" fmla="*/ 156 w 256"/>
              <a:gd name="T3" fmla="*/ 52 h 256"/>
              <a:gd name="T4" fmla="*/ 132 w 256"/>
              <a:gd name="T5" fmla="*/ 21 h 256"/>
              <a:gd name="T6" fmla="*/ 124 w 256"/>
              <a:gd name="T7" fmla="*/ 0 h 256"/>
              <a:gd name="T8" fmla="*/ 133 w 256"/>
              <a:gd name="T9" fmla="*/ 33 h 256"/>
              <a:gd name="T10" fmla="*/ 132 w 256"/>
              <a:gd name="T11" fmla="*/ 76 h 256"/>
              <a:gd name="T12" fmla="*/ 108 w 256"/>
              <a:gd name="T13" fmla="*/ 52 h 256"/>
              <a:gd name="T14" fmla="*/ 100 w 256"/>
              <a:gd name="T15" fmla="*/ 52 h 256"/>
              <a:gd name="T16" fmla="*/ 176 w 256"/>
              <a:gd name="T17" fmla="*/ 228 h 256"/>
              <a:gd name="T18" fmla="*/ 180 w 256"/>
              <a:gd name="T19" fmla="*/ 140 h 256"/>
              <a:gd name="T20" fmla="*/ 172 w 256"/>
              <a:gd name="T21" fmla="*/ 140 h 256"/>
              <a:gd name="T22" fmla="*/ 176 w 256"/>
              <a:gd name="T23" fmla="*/ 228 h 256"/>
              <a:gd name="T24" fmla="*/ 204 w 256"/>
              <a:gd name="T25" fmla="*/ 224 h 256"/>
              <a:gd name="T26" fmla="*/ 200 w 256"/>
              <a:gd name="T27" fmla="*/ 136 h 256"/>
              <a:gd name="T28" fmla="*/ 196 w 256"/>
              <a:gd name="T29" fmla="*/ 224 h 256"/>
              <a:gd name="T30" fmla="*/ 224 w 256"/>
              <a:gd name="T31" fmla="*/ 228 h 256"/>
              <a:gd name="T32" fmla="*/ 228 w 256"/>
              <a:gd name="T33" fmla="*/ 140 h 256"/>
              <a:gd name="T34" fmla="*/ 220 w 256"/>
              <a:gd name="T35" fmla="*/ 140 h 256"/>
              <a:gd name="T36" fmla="*/ 224 w 256"/>
              <a:gd name="T37" fmla="*/ 228 h 256"/>
              <a:gd name="T38" fmla="*/ 156 w 256"/>
              <a:gd name="T39" fmla="*/ 224 h 256"/>
              <a:gd name="T40" fmla="*/ 152 w 256"/>
              <a:gd name="T41" fmla="*/ 136 h 256"/>
              <a:gd name="T42" fmla="*/ 148 w 256"/>
              <a:gd name="T43" fmla="*/ 224 h 256"/>
              <a:gd name="T44" fmla="*/ 32 w 256"/>
              <a:gd name="T45" fmla="*/ 228 h 256"/>
              <a:gd name="T46" fmla="*/ 36 w 256"/>
              <a:gd name="T47" fmla="*/ 140 h 256"/>
              <a:gd name="T48" fmla="*/ 28 w 256"/>
              <a:gd name="T49" fmla="*/ 140 h 256"/>
              <a:gd name="T50" fmla="*/ 32 w 256"/>
              <a:gd name="T51" fmla="*/ 228 h 256"/>
              <a:gd name="T52" fmla="*/ 240 w 256"/>
              <a:gd name="T53" fmla="*/ 108 h 256"/>
              <a:gd name="T54" fmla="*/ 225 w 256"/>
              <a:gd name="T55" fmla="*/ 84 h 256"/>
              <a:gd name="T56" fmla="*/ 124 w 256"/>
              <a:gd name="T57" fmla="*/ 58 h 256"/>
              <a:gd name="T58" fmla="*/ 213 w 256"/>
              <a:gd name="T59" fmla="*/ 89 h 256"/>
              <a:gd name="T60" fmla="*/ 208 w 256"/>
              <a:gd name="T61" fmla="*/ 108 h 256"/>
              <a:gd name="T62" fmla="*/ 48 w 256"/>
              <a:gd name="T63" fmla="*/ 100 h 256"/>
              <a:gd name="T64" fmla="*/ 97 w 256"/>
              <a:gd name="T65" fmla="*/ 76 h 256"/>
              <a:gd name="T66" fmla="*/ 95 w 256"/>
              <a:gd name="T67" fmla="*/ 68 h 256"/>
              <a:gd name="T68" fmla="*/ 16 w 256"/>
              <a:gd name="T69" fmla="*/ 100 h 256"/>
              <a:gd name="T70" fmla="*/ 4 w 256"/>
              <a:gd name="T71" fmla="*/ 108 h 256"/>
              <a:gd name="T72" fmla="*/ 0 w 256"/>
              <a:gd name="T73" fmla="*/ 252 h 256"/>
              <a:gd name="T74" fmla="*/ 252 w 256"/>
              <a:gd name="T75" fmla="*/ 256 h 256"/>
              <a:gd name="T76" fmla="*/ 256 w 256"/>
              <a:gd name="T77" fmla="*/ 112 h 256"/>
              <a:gd name="T78" fmla="*/ 216 w 256"/>
              <a:gd name="T79" fmla="*/ 100 h 256"/>
              <a:gd name="T80" fmla="*/ 232 w 256"/>
              <a:gd name="T81" fmla="*/ 100 h 256"/>
              <a:gd name="T82" fmla="*/ 216 w 256"/>
              <a:gd name="T83" fmla="*/ 108 h 256"/>
              <a:gd name="T84" fmla="*/ 24 w 256"/>
              <a:gd name="T85" fmla="*/ 100 h 256"/>
              <a:gd name="T86" fmla="*/ 40 w 256"/>
              <a:gd name="T87" fmla="*/ 100 h 256"/>
              <a:gd name="T88" fmla="*/ 24 w 256"/>
              <a:gd name="T89" fmla="*/ 108 h 256"/>
              <a:gd name="T90" fmla="*/ 248 w 256"/>
              <a:gd name="T91" fmla="*/ 248 h 256"/>
              <a:gd name="T92" fmla="*/ 8 w 256"/>
              <a:gd name="T93" fmla="*/ 116 h 256"/>
              <a:gd name="T94" fmla="*/ 248 w 256"/>
              <a:gd name="T95" fmla="*/ 248 h 256"/>
              <a:gd name="T96" fmla="*/ 60 w 256"/>
              <a:gd name="T97" fmla="*/ 224 h 256"/>
              <a:gd name="T98" fmla="*/ 56 w 256"/>
              <a:gd name="T99" fmla="*/ 136 h 256"/>
              <a:gd name="T100" fmla="*/ 52 w 256"/>
              <a:gd name="T101" fmla="*/ 224 h 256"/>
              <a:gd name="T102" fmla="*/ 104 w 256"/>
              <a:gd name="T103" fmla="*/ 228 h 256"/>
              <a:gd name="T104" fmla="*/ 108 w 256"/>
              <a:gd name="T105" fmla="*/ 140 h 256"/>
              <a:gd name="T106" fmla="*/ 100 w 256"/>
              <a:gd name="T107" fmla="*/ 140 h 256"/>
              <a:gd name="T108" fmla="*/ 104 w 256"/>
              <a:gd name="T109" fmla="*/ 228 h 256"/>
              <a:gd name="T110" fmla="*/ 132 w 256"/>
              <a:gd name="T111" fmla="*/ 224 h 256"/>
              <a:gd name="T112" fmla="*/ 128 w 256"/>
              <a:gd name="T113" fmla="*/ 136 h 256"/>
              <a:gd name="T114" fmla="*/ 124 w 256"/>
              <a:gd name="T115" fmla="*/ 224 h 256"/>
              <a:gd name="T116" fmla="*/ 80 w 256"/>
              <a:gd name="T117" fmla="*/ 228 h 256"/>
              <a:gd name="T118" fmla="*/ 84 w 256"/>
              <a:gd name="T119" fmla="*/ 140 h 256"/>
              <a:gd name="T120" fmla="*/ 76 w 256"/>
              <a:gd name="T121" fmla="*/ 140 h 256"/>
              <a:gd name="T122" fmla="*/ 80 w 256"/>
              <a:gd name="T123" fmla="*/ 2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133" y="33"/>
                </a:moveTo>
                <a:cubicBezTo>
                  <a:pt x="142" y="35"/>
                  <a:pt x="148" y="43"/>
                  <a:pt x="148" y="52"/>
                </a:cubicBezTo>
                <a:cubicBezTo>
                  <a:pt x="148" y="54"/>
                  <a:pt x="150" y="56"/>
                  <a:pt x="152" y="56"/>
                </a:cubicBezTo>
                <a:cubicBezTo>
                  <a:pt x="154" y="56"/>
                  <a:pt x="156" y="54"/>
                  <a:pt x="156" y="52"/>
                </a:cubicBezTo>
                <a:cubicBezTo>
                  <a:pt x="156" y="39"/>
                  <a:pt x="147" y="28"/>
                  <a:pt x="135" y="25"/>
                </a:cubicBezTo>
                <a:cubicBezTo>
                  <a:pt x="133" y="24"/>
                  <a:pt x="132" y="23"/>
                  <a:pt x="132" y="21"/>
                </a:cubicBezTo>
                <a:cubicBezTo>
                  <a:pt x="132" y="0"/>
                  <a:pt x="132" y="0"/>
                  <a:pt x="132" y="0"/>
                </a:cubicBezTo>
                <a:cubicBezTo>
                  <a:pt x="124" y="0"/>
                  <a:pt x="124" y="0"/>
                  <a:pt x="124" y="0"/>
                </a:cubicBezTo>
                <a:cubicBezTo>
                  <a:pt x="124" y="21"/>
                  <a:pt x="124" y="21"/>
                  <a:pt x="124" y="21"/>
                </a:cubicBezTo>
                <a:cubicBezTo>
                  <a:pt x="124" y="26"/>
                  <a:pt x="128" y="31"/>
                  <a:pt x="133" y="33"/>
                </a:cubicBezTo>
                <a:close/>
                <a:moveTo>
                  <a:pt x="128" y="80"/>
                </a:moveTo>
                <a:cubicBezTo>
                  <a:pt x="130" y="80"/>
                  <a:pt x="132" y="78"/>
                  <a:pt x="132" y="76"/>
                </a:cubicBezTo>
                <a:cubicBezTo>
                  <a:pt x="132" y="74"/>
                  <a:pt x="130" y="72"/>
                  <a:pt x="128" y="72"/>
                </a:cubicBezTo>
                <a:cubicBezTo>
                  <a:pt x="117" y="72"/>
                  <a:pt x="108" y="63"/>
                  <a:pt x="108" y="52"/>
                </a:cubicBezTo>
                <a:cubicBezTo>
                  <a:pt x="108" y="50"/>
                  <a:pt x="106" y="48"/>
                  <a:pt x="104" y="48"/>
                </a:cubicBezTo>
                <a:cubicBezTo>
                  <a:pt x="102" y="48"/>
                  <a:pt x="100" y="50"/>
                  <a:pt x="100" y="52"/>
                </a:cubicBezTo>
                <a:cubicBezTo>
                  <a:pt x="100" y="67"/>
                  <a:pt x="113" y="80"/>
                  <a:pt x="128" y="80"/>
                </a:cubicBezTo>
                <a:close/>
                <a:moveTo>
                  <a:pt x="176" y="228"/>
                </a:moveTo>
                <a:cubicBezTo>
                  <a:pt x="178" y="228"/>
                  <a:pt x="180" y="226"/>
                  <a:pt x="180" y="224"/>
                </a:cubicBezTo>
                <a:cubicBezTo>
                  <a:pt x="180" y="140"/>
                  <a:pt x="180" y="140"/>
                  <a:pt x="180" y="140"/>
                </a:cubicBezTo>
                <a:cubicBezTo>
                  <a:pt x="180" y="138"/>
                  <a:pt x="178" y="136"/>
                  <a:pt x="176" y="136"/>
                </a:cubicBezTo>
                <a:cubicBezTo>
                  <a:pt x="174" y="136"/>
                  <a:pt x="172" y="138"/>
                  <a:pt x="172" y="140"/>
                </a:cubicBezTo>
                <a:cubicBezTo>
                  <a:pt x="172" y="224"/>
                  <a:pt x="172" y="224"/>
                  <a:pt x="172" y="224"/>
                </a:cubicBezTo>
                <a:cubicBezTo>
                  <a:pt x="172" y="226"/>
                  <a:pt x="174" y="228"/>
                  <a:pt x="176" y="228"/>
                </a:cubicBezTo>
                <a:close/>
                <a:moveTo>
                  <a:pt x="200" y="228"/>
                </a:moveTo>
                <a:cubicBezTo>
                  <a:pt x="202" y="228"/>
                  <a:pt x="204" y="226"/>
                  <a:pt x="204" y="224"/>
                </a:cubicBezTo>
                <a:cubicBezTo>
                  <a:pt x="204" y="140"/>
                  <a:pt x="204" y="140"/>
                  <a:pt x="204" y="140"/>
                </a:cubicBezTo>
                <a:cubicBezTo>
                  <a:pt x="204" y="138"/>
                  <a:pt x="202" y="136"/>
                  <a:pt x="200" y="136"/>
                </a:cubicBezTo>
                <a:cubicBezTo>
                  <a:pt x="198" y="136"/>
                  <a:pt x="196" y="138"/>
                  <a:pt x="196" y="140"/>
                </a:cubicBezTo>
                <a:cubicBezTo>
                  <a:pt x="196" y="224"/>
                  <a:pt x="196" y="224"/>
                  <a:pt x="196" y="224"/>
                </a:cubicBezTo>
                <a:cubicBezTo>
                  <a:pt x="196" y="226"/>
                  <a:pt x="198" y="228"/>
                  <a:pt x="200" y="228"/>
                </a:cubicBezTo>
                <a:close/>
                <a:moveTo>
                  <a:pt x="224" y="228"/>
                </a:moveTo>
                <a:cubicBezTo>
                  <a:pt x="226" y="228"/>
                  <a:pt x="228" y="226"/>
                  <a:pt x="228" y="224"/>
                </a:cubicBezTo>
                <a:cubicBezTo>
                  <a:pt x="228" y="140"/>
                  <a:pt x="228" y="140"/>
                  <a:pt x="228" y="140"/>
                </a:cubicBezTo>
                <a:cubicBezTo>
                  <a:pt x="228" y="138"/>
                  <a:pt x="226" y="136"/>
                  <a:pt x="224" y="136"/>
                </a:cubicBezTo>
                <a:cubicBezTo>
                  <a:pt x="222" y="136"/>
                  <a:pt x="220" y="138"/>
                  <a:pt x="220" y="140"/>
                </a:cubicBezTo>
                <a:cubicBezTo>
                  <a:pt x="220" y="224"/>
                  <a:pt x="220" y="224"/>
                  <a:pt x="220" y="224"/>
                </a:cubicBezTo>
                <a:cubicBezTo>
                  <a:pt x="220" y="226"/>
                  <a:pt x="222" y="228"/>
                  <a:pt x="224" y="228"/>
                </a:cubicBezTo>
                <a:close/>
                <a:moveTo>
                  <a:pt x="152" y="228"/>
                </a:moveTo>
                <a:cubicBezTo>
                  <a:pt x="154" y="228"/>
                  <a:pt x="156" y="226"/>
                  <a:pt x="156" y="224"/>
                </a:cubicBezTo>
                <a:cubicBezTo>
                  <a:pt x="156" y="140"/>
                  <a:pt x="156" y="140"/>
                  <a:pt x="156" y="140"/>
                </a:cubicBezTo>
                <a:cubicBezTo>
                  <a:pt x="156" y="138"/>
                  <a:pt x="154" y="136"/>
                  <a:pt x="152" y="136"/>
                </a:cubicBezTo>
                <a:cubicBezTo>
                  <a:pt x="150" y="136"/>
                  <a:pt x="148" y="138"/>
                  <a:pt x="148" y="140"/>
                </a:cubicBezTo>
                <a:cubicBezTo>
                  <a:pt x="148" y="224"/>
                  <a:pt x="148" y="224"/>
                  <a:pt x="148" y="224"/>
                </a:cubicBezTo>
                <a:cubicBezTo>
                  <a:pt x="148" y="226"/>
                  <a:pt x="150" y="228"/>
                  <a:pt x="152" y="228"/>
                </a:cubicBezTo>
                <a:close/>
                <a:moveTo>
                  <a:pt x="32" y="228"/>
                </a:moveTo>
                <a:cubicBezTo>
                  <a:pt x="34" y="228"/>
                  <a:pt x="36" y="226"/>
                  <a:pt x="36" y="224"/>
                </a:cubicBezTo>
                <a:cubicBezTo>
                  <a:pt x="36" y="140"/>
                  <a:pt x="36" y="140"/>
                  <a:pt x="36" y="140"/>
                </a:cubicBezTo>
                <a:cubicBezTo>
                  <a:pt x="36" y="138"/>
                  <a:pt x="34" y="136"/>
                  <a:pt x="32" y="136"/>
                </a:cubicBezTo>
                <a:cubicBezTo>
                  <a:pt x="30" y="136"/>
                  <a:pt x="28" y="138"/>
                  <a:pt x="28" y="140"/>
                </a:cubicBezTo>
                <a:cubicBezTo>
                  <a:pt x="28" y="224"/>
                  <a:pt x="28" y="224"/>
                  <a:pt x="28" y="224"/>
                </a:cubicBezTo>
                <a:cubicBezTo>
                  <a:pt x="28" y="226"/>
                  <a:pt x="30" y="228"/>
                  <a:pt x="32" y="228"/>
                </a:cubicBezTo>
                <a:close/>
                <a:moveTo>
                  <a:pt x="252" y="108"/>
                </a:moveTo>
                <a:cubicBezTo>
                  <a:pt x="240" y="108"/>
                  <a:pt x="240" y="108"/>
                  <a:pt x="240" y="108"/>
                </a:cubicBezTo>
                <a:cubicBezTo>
                  <a:pt x="240" y="100"/>
                  <a:pt x="240" y="100"/>
                  <a:pt x="240" y="100"/>
                </a:cubicBezTo>
                <a:cubicBezTo>
                  <a:pt x="240" y="91"/>
                  <a:pt x="233" y="85"/>
                  <a:pt x="225" y="84"/>
                </a:cubicBezTo>
                <a:cubicBezTo>
                  <a:pt x="129" y="55"/>
                  <a:pt x="129" y="55"/>
                  <a:pt x="129" y="55"/>
                </a:cubicBezTo>
                <a:cubicBezTo>
                  <a:pt x="127" y="55"/>
                  <a:pt x="125" y="56"/>
                  <a:pt x="124" y="58"/>
                </a:cubicBezTo>
                <a:cubicBezTo>
                  <a:pt x="124" y="60"/>
                  <a:pt x="125" y="62"/>
                  <a:pt x="127" y="63"/>
                </a:cubicBezTo>
                <a:cubicBezTo>
                  <a:pt x="213" y="89"/>
                  <a:pt x="213" y="89"/>
                  <a:pt x="213" y="89"/>
                </a:cubicBezTo>
                <a:cubicBezTo>
                  <a:pt x="210" y="92"/>
                  <a:pt x="208" y="96"/>
                  <a:pt x="208" y="100"/>
                </a:cubicBezTo>
                <a:cubicBezTo>
                  <a:pt x="208" y="108"/>
                  <a:pt x="208" y="108"/>
                  <a:pt x="208" y="108"/>
                </a:cubicBezTo>
                <a:cubicBezTo>
                  <a:pt x="48" y="108"/>
                  <a:pt x="48" y="108"/>
                  <a:pt x="48" y="108"/>
                </a:cubicBezTo>
                <a:cubicBezTo>
                  <a:pt x="48" y="100"/>
                  <a:pt x="48" y="100"/>
                  <a:pt x="48" y="100"/>
                </a:cubicBezTo>
                <a:cubicBezTo>
                  <a:pt x="48" y="96"/>
                  <a:pt x="46" y="92"/>
                  <a:pt x="44" y="89"/>
                </a:cubicBezTo>
                <a:cubicBezTo>
                  <a:pt x="97" y="76"/>
                  <a:pt x="97" y="76"/>
                  <a:pt x="97" y="76"/>
                </a:cubicBezTo>
                <a:cubicBezTo>
                  <a:pt x="99" y="75"/>
                  <a:pt x="100" y="73"/>
                  <a:pt x="100" y="71"/>
                </a:cubicBezTo>
                <a:cubicBezTo>
                  <a:pt x="99" y="69"/>
                  <a:pt x="97" y="68"/>
                  <a:pt x="95" y="68"/>
                </a:cubicBezTo>
                <a:cubicBezTo>
                  <a:pt x="31" y="84"/>
                  <a:pt x="31" y="84"/>
                  <a:pt x="31" y="84"/>
                </a:cubicBezTo>
                <a:cubicBezTo>
                  <a:pt x="23" y="85"/>
                  <a:pt x="16" y="91"/>
                  <a:pt x="16" y="100"/>
                </a:cubicBezTo>
                <a:cubicBezTo>
                  <a:pt x="16" y="108"/>
                  <a:pt x="16" y="108"/>
                  <a:pt x="16" y="108"/>
                </a:cubicBezTo>
                <a:cubicBezTo>
                  <a:pt x="4" y="108"/>
                  <a:pt x="4" y="108"/>
                  <a:pt x="4" y="108"/>
                </a:cubicBezTo>
                <a:cubicBezTo>
                  <a:pt x="2" y="108"/>
                  <a:pt x="0" y="110"/>
                  <a:pt x="0" y="112"/>
                </a:cubicBezTo>
                <a:cubicBezTo>
                  <a:pt x="0" y="252"/>
                  <a:pt x="0" y="252"/>
                  <a:pt x="0" y="252"/>
                </a:cubicBezTo>
                <a:cubicBezTo>
                  <a:pt x="0" y="254"/>
                  <a:pt x="2" y="256"/>
                  <a:pt x="4" y="256"/>
                </a:cubicBezTo>
                <a:cubicBezTo>
                  <a:pt x="252" y="256"/>
                  <a:pt x="252" y="256"/>
                  <a:pt x="252" y="256"/>
                </a:cubicBezTo>
                <a:cubicBezTo>
                  <a:pt x="254" y="256"/>
                  <a:pt x="256" y="254"/>
                  <a:pt x="256" y="252"/>
                </a:cubicBezTo>
                <a:cubicBezTo>
                  <a:pt x="256" y="112"/>
                  <a:pt x="256" y="112"/>
                  <a:pt x="256" y="112"/>
                </a:cubicBezTo>
                <a:cubicBezTo>
                  <a:pt x="256" y="110"/>
                  <a:pt x="254" y="108"/>
                  <a:pt x="252" y="108"/>
                </a:cubicBezTo>
                <a:close/>
                <a:moveTo>
                  <a:pt x="216" y="100"/>
                </a:moveTo>
                <a:cubicBezTo>
                  <a:pt x="216" y="96"/>
                  <a:pt x="220" y="92"/>
                  <a:pt x="224" y="92"/>
                </a:cubicBezTo>
                <a:cubicBezTo>
                  <a:pt x="228" y="92"/>
                  <a:pt x="232" y="96"/>
                  <a:pt x="232" y="100"/>
                </a:cubicBezTo>
                <a:cubicBezTo>
                  <a:pt x="232" y="108"/>
                  <a:pt x="232" y="108"/>
                  <a:pt x="232" y="108"/>
                </a:cubicBezTo>
                <a:cubicBezTo>
                  <a:pt x="216" y="108"/>
                  <a:pt x="216" y="108"/>
                  <a:pt x="216" y="108"/>
                </a:cubicBezTo>
                <a:lnTo>
                  <a:pt x="216" y="100"/>
                </a:lnTo>
                <a:close/>
                <a:moveTo>
                  <a:pt x="24" y="100"/>
                </a:moveTo>
                <a:cubicBezTo>
                  <a:pt x="24" y="96"/>
                  <a:pt x="28" y="92"/>
                  <a:pt x="32" y="92"/>
                </a:cubicBezTo>
                <a:cubicBezTo>
                  <a:pt x="36" y="92"/>
                  <a:pt x="40" y="96"/>
                  <a:pt x="40" y="100"/>
                </a:cubicBezTo>
                <a:cubicBezTo>
                  <a:pt x="40" y="108"/>
                  <a:pt x="40" y="108"/>
                  <a:pt x="40" y="108"/>
                </a:cubicBezTo>
                <a:cubicBezTo>
                  <a:pt x="24" y="108"/>
                  <a:pt x="24" y="108"/>
                  <a:pt x="24" y="108"/>
                </a:cubicBezTo>
                <a:lnTo>
                  <a:pt x="24" y="100"/>
                </a:lnTo>
                <a:close/>
                <a:moveTo>
                  <a:pt x="248" y="248"/>
                </a:moveTo>
                <a:cubicBezTo>
                  <a:pt x="8" y="248"/>
                  <a:pt x="8" y="248"/>
                  <a:pt x="8" y="248"/>
                </a:cubicBezTo>
                <a:cubicBezTo>
                  <a:pt x="8" y="116"/>
                  <a:pt x="8" y="116"/>
                  <a:pt x="8" y="116"/>
                </a:cubicBezTo>
                <a:cubicBezTo>
                  <a:pt x="248" y="116"/>
                  <a:pt x="248" y="116"/>
                  <a:pt x="248" y="116"/>
                </a:cubicBezTo>
                <a:lnTo>
                  <a:pt x="248" y="248"/>
                </a:lnTo>
                <a:close/>
                <a:moveTo>
                  <a:pt x="56" y="228"/>
                </a:moveTo>
                <a:cubicBezTo>
                  <a:pt x="58" y="228"/>
                  <a:pt x="60" y="226"/>
                  <a:pt x="60" y="224"/>
                </a:cubicBezTo>
                <a:cubicBezTo>
                  <a:pt x="60" y="140"/>
                  <a:pt x="60" y="140"/>
                  <a:pt x="60" y="140"/>
                </a:cubicBezTo>
                <a:cubicBezTo>
                  <a:pt x="60" y="138"/>
                  <a:pt x="58" y="136"/>
                  <a:pt x="56" y="136"/>
                </a:cubicBezTo>
                <a:cubicBezTo>
                  <a:pt x="54" y="136"/>
                  <a:pt x="52" y="138"/>
                  <a:pt x="52" y="140"/>
                </a:cubicBezTo>
                <a:cubicBezTo>
                  <a:pt x="52" y="224"/>
                  <a:pt x="52" y="224"/>
                  <a:pt x="52" y="224"/>
                </a:cubicBezTo>
                <a:cubicBezTo>
                  <a:pt x="52" y="226"/>
                  <a:pt x="54" y="228"/>
                  <a:pt x="56" y="228"/>
                </a:cubicBezTo>
                <a:close/>
                <a:moveTo>
                  <a:pt x="104" y="228"/>
                </a:moveTo>
                <a:cubicBezTo>
                  <a:pt x="106" y="228"/>
                  <a:pt x="108" y="226"/>
                  <a:pt x="108" y="224"/>
                </a:cubicBezTo>
                <a:cubicBezTo>
                  <a:pt x="108" y="140"/>
                  <a:pt x="108" y="140"/>
                  <a:pt x="108" y="140"/>
                </a:cubicBezTo>
                <a:cubicBezTo>
                  <a:pt x="108" y="138"/>
                  <a:pt x="106" y="136"/>
                  <a:pt x="104" y="136"/>
                </a:cubicBezTo>
                <a:cubicBezTo>
                  <a:pt x="102" y="136"/>
                  <a:pt x="100" y="138"/>
                  <a:pt x="100" y="140"/>
                </a:cubicBezTo>
                <a:cubicBezTo>
                  <a:pt x="100" y="224"/>
                  <a:pt x="100" y="224"/>
                  <a:pt x="100" y="224"/>
                </a:cubicBezTo>
                <a:cubicBezTo>
                  <a:pt x="100" y="226"/>
                  <a:pt x="102" y="228"/>
                  <a:pt x="104" y="228"/>
                </a:cubicBezTo>
                <a:close/>
                <a:moveTo>
                  <a:pt x="128" y="228"/>
                </a:moveTo>
                <a:cubicBezTo>
                  <a:pt x="130" y="228"/>
                  <a:pt x="132" y="226"/>
                  <a:pt x="132" y="224"/>
                </a:cubicBezTo>
                <a:cubicBezTo>
                  <a:pt x="132" y="140"/>
                  <a:pt x="132" y="140"/>
                  <a:pt x="132" y="140"/>
                </a:cubicBezTo>
                <a:cubicBezTo>
                  <a:pt x="132" y="138"/>
                  <a:pt x="130" y="136"/>
                  <a:pt x="128" y="136"/>
                </a:cubicBezTo>
                <a:cubicBezTo>
                  <a:pt x="126" y="136"/>
                  <a:pt x="124" y="138"/>
                  <a:pt x="124" y="140"/>
                </a:cubicBezTo>
                <a:cubicBezTo>
                  <a:pt x="124" y="224"/>
                  <a:pt x="124" y="224"/>
                  <a:pt x="124" y="224"/>
                </a:cubicBezTo>
                <a:cubicBezTo>
                  <a:pt x="124" y="226"/>
                  <a:pt x="126" y="228"/>
                  <a:pt x="128" y="228"/>
                </a:cubicBezTo>
                <a:close/>
                <a:moveTo>
                  <a:pt x="80" y="228"/>
                </a:moveTo>
                <a:cubicBezTo>
                  <a:pt x="82" y="228"/>
                  <a:pt x="84" y="226"/>
                  <a:pt x="84" y="224"/>
                </a:cubicBezTo>
                <a:cubicBezTo>
                  <a:pt x="84" y="140"/>
                  <a:pt x="84" y="140"/>
                  <a:pt x="84" y="140"/>
                </a:cubicBezTo>
                <a:cubicBezTo>
                  <a:pt x="84" y="138"/>
                  <a:pt x="82" y="136"/>
                  <a:pt x="80" y="136"/>
                </a:cubicBezTo>
                <a:cubicBezTo>
                  <a:pt x="78" y="136"/>
                  <a:pt x="76" y="138"/>
                  <a:pt x="76" y="140"/>
                </a:cubicBezTo>
                <a:cubicBezTo>
                  <a:pt x="76" y="224"/>
                  <a:pt x="76" y="224"/>
                  <a:pt x="76" y="224"/>
                </a:cubicBezTo>
                <a:cubicBezTo>
                  <a:pt x="76" y="226"/>
                  <a:pt x="78" y="228"/>
                  <a:pt x="80" y="22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56" name="Freeform 50">
            <a:extLst>
              <a:ext uri="{FF2B5EF4-FFF2-40B4-BE49-F238E27FC236}">
                <a16:creationId xmlns:a16="http://schemas.microsoft.com/office/drawing/2014/main" id="{80839C80-CE61-43D9-8B75-A8199567B804}"/>
              </a:ext>
            </a:extLst>
          </p:cNvPr>
          <p:cNvSpPr>
            <a:spLocks noChangeAspect="1" noEditPoints="1"/>
          </p:cNvSpPr>
          <p:nvPr/>
        </p:nvSpPr>
        <p:spPr bwMode="auto">
          <a:xfrm>
            <a:off x="9281902" y="1477407"/>
            <a:ext cx="400050" cy="400050"/>
          </a:xfrm>
          <a:custGeom>
            <a:avLst/>
            <a:gdLst>
              <a:gd name="T0" fmla="*/ 0 w 256"/>
              <a:gd name="T1" fmla="*/ 8 h 256"/>
              <a:gd name="T2" fmla="*/ 7 w 256"/>
              <a:gd name="T3" fmla="*/ 42 h 256"/>
              <a:gd name="T4" fmla="*/ 68 w 256"/>
              <a:gd name="T5" fmla="*/ 56 h 256"/>
              <a:gd name="T6" fmla="*/ 44 w 256"/>
              <a:gd name="T7" fmla="*/ 64 h 256"/>
              <a:gd name="T8" fmla="*/ 57 w 256"/>
              <a:gd name="T9" fmla="*/ 87 h 256"/>
              <a:gd name="T10" fmla="*/ 88 w 256"/>
              <a:gd name="T11" fmla="*/ 104 h 256"/>
              <a:gd name="T12" fmla="*/ 76 w 256"/>
              <a:gd name="T13" fmla="*/ 164 h 256"/>
              <a:gd name="T14" fmla="*/ 104 w 256"/>
              <a:gd name="T15" fmla="*/ 192 h 256"/>
              <a:gd name="T16" fmla="*/ 121 w 256"/>
              <a:gd name="T17" fmla="*/ 214 h 256"/>
              <a:gd name="T18" fmla="*/ 111 w 256"/>
              <a:gd name="T19" fmla="*/ 226 h 256"/>
              <a:gd name="T20" fmla="*/ 86 w 256"/>
              <a:gd name="T21" fmla="*/ 207 h 256"/>
              <a:gd name="T22" fmla="*/ 105 w 256"/>
              <a:gd name="T23" fmla="*/ 253 h 256"/>
              <a:gd name="T24" fmla="*/ 152 w 256"/>
              <a:gd name="T25" fmla="*/ 224 h 256"/>
              <a:gd name="T26" fmla="*/ 140 w 256"/>
              <a:gd name="T27" fmla="*/ 192 h 256"/>
              <a:gd name="T28" fmla="*/ 175 w 256"/>
              <a:gd name="T29" fmla="*/ 167 h 256"/>
              <a:gd name="T30" fmla="*/ 172 w 256"/>
              <a:gd name="T31" fmla="*/ 104 h 256"/>
              <a:gd name="T32" fmla="*/ 196 w 256"/>
              <a:gd name="T33" fmla="*/ 88 h 256"/>
              <a:gd name="T34" fmla="*/ 212 w 256"/>
              <a:gd name="T35" fmla="*/ 72 h 256"/>
              <a:gd name="T36" fmla="*/ 256 w 256"/>
              <a:gd name="T37" fmla="*/ 56 h 256"/>
              <a:gd name="T38" fmla="*/ 226 w 256"/>
              <a:gd name="T39" fmla="*/ 8 h 256"/>
              <a:gd name="T40" fmla="*/ 235 w 256"/>
              <a:gd name="T41" fmla="*/ 8 h 256"/>
              <a:gd name="T42" fmla="*/ 130 w 256"/>
              <a:gd name="T43" fmla="*/ 8 h 256"/>
              <a:gd name="T44" fmla="*/ 126 w 256"/>
              <a:gd name="T45" fmla="*/ 8 h 256"/>
              <a:gd name="T46" fmla="*/ 116 w 256"/>
              <a:gd name="T47" fmla="*/ 8 h 256"/>
              <a:gd name="T48" fmla="*/ 44 w 256"/>
              <a:gd name="T49" fmla="*/ 8 h 256"/>
              <a:gd name="T50" fmla="*/ 84 w 256"/>
              <a:gd name="T51" fmla="*/ 142 h 256"/>
              <a:gd name="T52" fmla="*/ 96 w 256"/>
              <a:gd name="T53" fmla="*/ 88 h 256"/>
              <a:gd name="T54" fmla="*/ 96 w 256"/>
              <a:gd name="T55" fmla="*/ 104 h 256"/>
              <a:gd name="T56" fmla="*/ 109 w 256"/>
              <a:gd name="T57" fmla="*/ 245 h 256"/>
              <a:gd name="T58" fmla="*/ 93 w 256"/>
              <a:gd name="T59" fmla="*/ 212 h 256"/>
              <a:gd name="T60" fmla="*/ 119 w 256"/>
              <a:gd name="T61" fmla="*/ 236 h 256"/>
              <a:gd name="T62" fmla="*/ 120 w 256"/>
              <a:gd name="T63" fmla="*/ 195 h 256"/>
              <a:gd name="T64" fmla="*/ 132 w 256"/>
              <a:gd name="T65" fmla="*/ 196 h 256"/>
              <a:gd name="T66" fmla="*/ 168 w 256"/>
              <a:gd name="T67" fmla="*/ 112 h 256"/>
              <a:gd name="T68" fmla="*/ 142 w 256"/>
              <a:gd name="T69" fmla="*/ 163 h 256"/>
              <a:gd name="T70" fmla="*/ 168 w 256"/>
              <a:gd name="T71" fmla="*/ 139 h 256"/>
              <a:gd name="T72" fmla="*/ 148 w 256"/>
              <a:gd name="T73" fmla="*/ 184 h 256"/>
              <a:gd name="T74" fmla="*/ 84 w 256"/>
              <a:gd name="T75" fmla="*/ 163 h 256"/>
              <a:gd name="T76" fmla="*/ 146 w 256"/>
              <a:gd name="T77" fmla="*/ 112 h 256"/>
              <a:gd name="T78" fmla="*/ 109 w 256"/>
              <a:gd name="T79" fmla="*/ 164 h 256"/>
              <a:gd name="T80" fmla="*/ 168 w 256"/>
              <a:gd name="T81" fmla="*/ 112 h 256"/>
              <a:gd name="T82" fmla="*/ 194 w 256"/>
              <a:gd name="T83" fmla="*/ 80 h 256"/>
              <a:gd name="T84" fmla="*/ 52 w 256"/>
              <a:gd name="T85" fmla="*/ 64 h 256"/>
              <a:gd name="T86" fmla="*/ 174 w 256"/>
              <a:gd name="T87" fmla="*/ 56 h 256"/>
              <a:gd name="T88" fmla="*/ 178 w 256"/>
              <a:gd name="T89" fmla="*/ 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6" h="256">
                <a:moveTo>
                  <a:pt x="256" y="0"/>
                </a:moveTo>
                <a:cubicBezTo>
                  <a:pt x="0" y="0"/>
                  <a:pt x="0" y="0"/>
                  <a:pt x="0" y="0"/>
                </a:cubicBezTo>
                <a:cubicBezTo>
                  <a:pt x="0" y="8"/>
                  <a:pt x="0" y="8"/>
                  <a:pt x="0" y="8"/>
                </a:cubicBezTo>
                <a:cubicBezTo>
                  <a:pt x="21" y="8"/>
                  <a:pt x="21" y="8"/>
                  <a:pt x="21" y="8"/>
                </a:cubicBezTo>
                <a:cubicBezTo>
                  <a:pt x="1" y="38"/>
                  <a:pt x="1" y="38"/>
                  <a:pt x="1" y="38"/>
                </a:cubicBezTo>
                <a:cubicBezTo>
                  <a:pt x="7" y="42"/>
                  <a:pt x="7" y="42"/>
                  <a:pt x="7" y="42"/>
                </a:cubicBezTo>
                <a:cubicBezTo>
                  <a:pt x="30" y="8"/>
                  <a:pt x="30" y="8"/>
                  <a:pt x="30" y="8"/>
                </a:cubicBezTo>
                <a:cubicBezTo>
                  <a:pt x="34" y="8"/>
                  <a:pt x="34" y="8"/>
                  <a:pt x="34" y="8"/>
                </a:cubicBezTo>
                <a:cubicBezTo>
                  <a:pt x="68" y="56"/>
                  <a:pt x="68" y="56"/>
                  <a:pt x="68" y="56"/>
                </a:cubicBezTo>
                <a:cubicBezTo>
                  <a:pt x="0" y="56"/>
                  <a:pt x="0" y="56"/>
                  <a:pt x="0" y="56"/>
                </a:cubicBezTo>
                <a:cubicBezTo>
                  <a:pt x="0" y="64"/>
                  <a:pt x="0" y="64"/>
                  <a:pt x="0" y="64"/>
                </a:cubicBezTo>
                <a:cubicBezTo>
                  <a:pt x="44" y="64"/>
                  <a:pt x="44" y="64"/>
                  <a:pt x="44" y="64"/>
                </a:cubicBezTo>
                <a:cubicBezTo>
                  <a:pt x="44" y="72"/>
                  <a:pt x="44" y="72"/>
                  <a:pt x="44" y="72"/>
                </a:cubicBezTo>
                <a:cubicBezTo>
                  <a:pt x="44" y="73"/>
                  <a:pt x="44" y="74"/>
                  <a:pt x="45" y="75"/>
                </a:cubicBezTo>
                <a:cubicBezTo>
                  <a:pt x="57" y="87"/>
                  <a:pt x="57" y="87"/>
                  <a:pt x="57" y="87"/>
                </a:cubicBezTo>
                <a:cubicBezTo>
                  <a:pt x="58" y="88"/>
                  <a:pt x="59" y="88"/>
                  <a:pt x="60" y="88"/>
                </a:cubicBezTo>
                <a:cubicBezTo>
                  <a:pt x="88" y="88"/>
                  <a:pt x="88" y="88"/>
                  <a:pt x="88" y="88"/>
                </a:cubicBezTo>
                <a:cubicBezTo>
                  <a:pt x="88" y="104"/>
                  <a:pt x="88" y="104"/>
                  <a:pt x="88" y="104"/>
                </a:cubicBezTo>
                <a:cubicBezTo>
                  <a:pt x="80" y="104"/>
                  <a:pt x="80" y="104"/>
                  <a:pt x="80" y="104"/>
                </a:cubicBezTo>
                <a:cubicBezTo>
                  <a:pt x="78" y="104"/>
                  <a:pt x="76" y="106"/>
                  <a:pt x="76" y="108"/>
                </a:cubicBezTo>
                <a:cubicBezTo>
                  <a:pt x="76" y="164"/>
                  <a:pt x="76" y="164"/>
                  <a:pt x="76" y="164"/>
                </a:cubicBezTo>
                <a:cubicBezTo>
                  <a:pt x="76" y="165"/>
                  <a:pt x="76" y="166"/>
                  <a:pt x="77" y="167"/>
                </a:cubicBezTo>
                <a:cubicBezTo>
                  <a:pt x="95" y="188"/>
                  <a:pt x="95" y="188"/>
                  <a:pt x="95" y="188"/>
                </a:cubicBezTo>
                <a:cubicBezTo>
                  <a:pt x="97" y="190"/>
                  <a:pt x="100" y="192"/>
                  <a:pt x="104" y="192"/>
                </a:cubicBezTo>
                <a:cubicBezTo>
                  <a:pt x="112" y="192"/>
                  <a:pt x="112" y="192"/>
                  <a:pt x="112" y="192"/>
                </a:cubicBezTo>
                <a:cubicBezTo>
                  <a:pt x="112" y="195"/>
                  <a:pt x="112" y="195"/>
                  <a:pt x="112" y="195"/>
                </a:cubicBezTo>
                <a:cubicBezTo>
                  <a:pt x="112" y="202"/>
                  <a:pt x="115" y="209"/>
                  <a:pt x="121" y="214"/>
                </a:cubicBezTo>
                <a:cubicBezTo>
                  <a:pt x="123" y="216"/>
                  <a:pt x="124" y="218"/>
                  <a:pt x="124" y="221"/>
                </a:cubicBezTo>
                <a:cubicBezTo>
                  <a:pt x="123" y="225"/>
                  <a:pt x="121" y="227"/>
                  <a:pt x="117" y="228"/>
                </a:cubicBezTo>
                <a:cubicBezTo>
                  <a:pt x="115" y="228"/>
                  <a:pt x="113" y="228"/>
                  <a:pt x="111" y="226"/>
                </a:cubicBezTo>
                <a:cubicBezTo>
                  <a:pt x="109" y="225"/>
                  <a:pt x="108" y="222"/>
                  <a:pt x="108" y="220"/>
                </a:cubicBezTo>
                <a:cubicBezTo>
                  <a:pt x="108" y="214"/>
                  <a:pt x="104" y="204"/>
                  <a:pt x="92" y="204"/>
                </a:cubicBezTo>
                <a:cubicBezTo>
                  <a:pt x="88" y="204"/>
                  <a:pt x="87" y="206"/>
                  <a:pt x="86" y="207"/>
                </a:cubicBezTo>
                <a:cubicBezTo>
                  <a:pt x="83" y="211"/>
                  <a:pt x="85" y="216"/>
                  <a:pt x="87" y="220"/>
                </a:cubicBezTo>
                <a:cubicBezTo>
                  <a:pt x="87" y="221"/>
                  <a:pt x="88" y="223"/>
                  <a:pt x="88" y="224"/>
                </a:cubicBezTo>
                <a:cubicBezTo>
                  <a:pt x="88" y="237"/>
                  <a:pt x="95" y="248"/>
                  <a:pt x="105" y="253"/>
                </a:cubicBezTo>
                <a:cubicBezTo>
                  <a:pt x="110" y="255"/>
                  <a:pt x="115" y="256"/>
                  <a:pt x="120" y="256"/>
                </a:cubicBezTo>
                <a:cubicBezTo>
                  <a:pt x="126" y="256"/>
                  <a:pt x="132" y="254"/>
                  <a:pt x="137" y="251"/>
                </a:cubicBezTo>
                <a:cubicBezTo>
                  <a:pt x="146" y="245"/>
                  <a:pt x="152" y="235"/>
                  <a:pt x="152" y="224"/>
                </a:cubicBezTo>
                <a:cubicBezTo>
                  <a:pt x="152" y="215"/>
                  <a:pt x="149" y="207"/>
                  <a:pt x="143" y="201"/>
                </a:cubicBezTo>
                <a:cubicBezTo>
                  <a:pt x="141" y="200"/>
                  <a:pt x="140" y="198"/>
                  <a:pt x="140" y="196"/>
                </a:cubicBezTo>
                <a:cubicBezTo>
                  <a:pt x="140" y="192"/>
                  <a:pt x="140" y="192"/>
                  <a:pt x="140" y="192"/>
                </a:cubicBezTo>
                <a:cubicBezTo>
                  <a:pt x="148" y="192"/>
                  <a:pt x="148" y="192"/>
                  <a:pt x="148" y="192"/>
                </a:cubicBezTo>
                <a:cubicBezTo>
                  <a:pt x="152" y="192"/>
                  <a:pt x="155" y="190"/>
                  <a:pt x="157" y="188"/>
                </a:cubicBezTo>
                <a:cubicBezTo>
                  <a:pt x="175" y="167"/>
                  <a:pt x="175" y="167"/>
                  <a:pt x="175" y="167"/>
                </a:cubicBezTo>
                <a:cubicBezTo>
                  <a:pt x="176" y="166"/>
                  <a:pt x="176" y="165"/>
                  <a:pt x="176" y="164"/>
                </a:cubicBezTo>
                <a:cubicBezTo>
                  <a:pt x="176" y="108"/>
                  <a:pt x="176" y="108"/>
                  <a:pt x="176" y="108"/>
                </a:cubicBezTo>
                <a:cubicBezTo>
                  <a:pt x="176" y="106"/>
                  <a:pt x="174" y="104"/>
                  <a:pt x="172" y="104"/>
                </a:cubicBezTo>
                <a:cubicBezTo>
                  <a:pt x="164" y="104"/>
                  <a:pt x="164" y="104"/>
                  <a:pt x="164" y="104"/>
                </a:cubicBezTo>
                <a:cubicBezTo>
                  <a:pt x="164" y="88"/>
                  <a:pt x="164" y="88"/>
                  <a:pt x="164" y="88"/>
                </a:cubicBezTo>
                <a:cubicBezTo>
                  <a:pt x="196" y="88"/>
                  <a:pt x="196" y="88"/>
                  <a:pt x="196" y="88"/>
                </a:cubicBezTo>
                <a:cubicBezTo>
                  <a:pt x="197" y="88"/>
                  <a:pt x="198" y="88"/>
                  <a:pt x="199" y="87"/>
                </a:cubicBezTo>
                <a:cubicBezTo>
                  <a:pt x="211" y="75"/>
                  <a:pt x="211" y="75"/>
                  <a:pt x="211" y="75"/>
                </a:cubicBezTo>
                <a:cubicBezTo>
                  <a:pt x="212" y="74"/>
                  <a:pt x="212" y="73"/>
                  <a:pt x="212" y="72"/>
                </a:cubicBezTo>
                <a:cubicBezTo>
                  <a:pt x="212" y="64"/>
                  <a:pt x="212" y="64"/>
                  <a:pt x="212" y="64"/>
                </a:cubicBezTo>
                <a:cubicBezTo>
                  <a:pt x="256" y="64"/>
                  <a:pt x="256" y="64"/>
                  <a:pt x="256" y="64"/>
                </a:cubicBezTo>
                <a:cubicBezTo>
                  <a:pt x="256" y="56"/>
                  <a:pt x="256" y="56"/>
                  <a:pt x="256" y="56"/>
                </a:cubicBezTo>
                <a:cubicBezTo>
                  <a:pt x="188" y="56"/>
                  <a:pt x="188" y="56"/>
                  <a:pt x="188" y="56"/>
                </a:cubicBezTo>
                <a:cubicBezTo>
                  <a:pt x="222" y="8"/>
                  <a:pt x="222" y="8"/>
                  <a:pt x="222" y="8"/>
                </a:cubicBezTo>
                <a:cubicBezTo>
                  <a:pt x="226" y="8"/>
                  <a:pt x="226" y="8"/>
                  <a:pt x="226" y="8"/>
                </a:cubicBezTo>
                <a:cubicBezTo>
                  <a:pt x="249" y="42"/>
                  <a:pt x="249" y="42"/>
                  <a:pt x="249" y="42"/>
                </a:cubicBezTo>
                <a:cubicBezTo>
                  <a:pt x="255" y="38"/>
                  <a:pt x="255" y="38"/>
                  <a:pt x="255" y="38"/>
                </a:cubicBezTo>
                <a:cubicBezTo>
                  <a:pt x="235" y="8"/>
                  <a:pt x="235" y="8"/>
                  <a:pt x="235" y="8"/>
                </a:cubicBezTo>
                <a:cubicBezTo>
                  <a:pt x="256" y="8"/>
                  <a:pt x="256" y="8"/>
                  <a:pt x="256" y="8"/>
                </a:cubicBezTo>
                <a:lnTo>
                  <a:pt x="256" y="0"/>
                </a:lnTo>
                <a:close/>
                <a:moveTo>
                  <a:pt x="130" y="8"/>
                </a:moveTo>
                <a:cubicBezTo>
                  <a:pt x="164" y="56"/>
                  <a:pt x="164" y="56"/>
                  <a:pt x="164" y="56"/>
                </a:cubicBezTo>
                <a:cubicBezTo>
                  <a:pt x="92" y="56"/>
                  <a:pt x="92" y="56"/>
                  <a:pt x="92" y="56"/>
                </a:cubicBezTo>
                <a:cubicBezTo>
                  <a:pt x="126" y="8"/>
                  <a:pt x="126" y="8"/>
                  <a:pt x="126" y="8"/>
                </a:cubicBezTo>
                <a:lnTo>
                  <a:pt x="130" y="8"/>
                </a:lnTo>
                <a:close/>
                <a:moveTo>
                  <a:pt x="44" y="8"/>
                </a:moveTo>
                <a:cubicBezTo>
                  <a:pt x="116" y="8"/>
                  <a:pt x="116" y="8"/>
                  <a:pt x="116" y="8"/>
                </a:cubicBezTo>
                <a:cubicBezTo>
                  <a:pt x="82" y="56"/>
                  <a:pt x="82" y="56"/>
                  <a:pt x="82" y="56"/>
                </a:cubicBezTo>
                <a:cubicBezTo>
                  <a:pt x="78" y="56"/>
                  <a:pt x="78" y="56"/>
                  <a:pt x="78" y="56"/>
                </a:cubicBezTo>
                <a:lnTo>
                  <a:pt x="44" y="8"/>
                </a:lnTo>
                <a:close/>
                <a:moveTo>
                  <a:pt x="84" y="112"/>
                </a:moveTo>
                <a:cubicBezTo>
                  <a:pt x="110" y="112"/>
                  <a:pt x="110" y="112"/>
                  <a:pt x="110" y="112"/>
                </a:cubicBezTo>
                <a:cubicBezTo>
                  <a:pt x="84" y="142"/>
                  <a:pt x="84" y="142"/>
                  <a:pt x="84" y="142"/>
                </a:cubicBezTo>
                <a:lnTo>
                  <a:pt x="84" y="112"/>
                </a:lnTo>
                <a:close/>
                <a:moveTo>
                  <a:pt x="96" y="104"/>
                </a:moveTo>
                <a:cubicBezTo>
                  <a:pt x="96" y="88"/>
                  <a:pt x="96" y="88"/>
                  <a:pt x="96" y="88"/>
                </a:cubicBezTo>
                <a:cubicBezTo>
                  <a:pt x="156" y="88"/>
                  <a:pt x="156" y="88"/>
                  <a:pt x="156" y="88"/>
                </a:cubicBezTo>
                <a:cubicBezTo>
                  <a:pt x="156" y="104"/>
                  <a:pt x="156" y="104"/>
                  <a:pt x="156" y="104"/>
                </a:cubicBezTo>
                <a:lnTo>
                  <a:pt x="96" y="104"/>
                </a:lnTo>
                <a:close/>
                <a:moveTo>
                  <a:pt x="144" y="224"/>
                </a:moveTo>
                <a:cubicBezTo>
                  <a:pt x="144" y="232"/>
                  <a:pt x="140" y="240"/>
                  <a:pt x="133" y="244"/>
                </a:cubicBezTo>
                <a:cubicBezTo>
                  <a:pt x="126" y="249"/>
                  <a:pt x="117" y="249"/>
                  <a:pt x="109" y="245"/>
                </a:cubicBezTo>
                <a:cubicBezTo>
                  <a:pt x="101" y="242"/>
                  <a:pt x="96" y="234"/>
                  <a:pt x="96" y="224"/>
                </a:cubicBezTo>
                <a:cubicBezTo>
                  <a:pt x="96" y="222"/>
                  <a:pt x="95" y="220"/>
                  <a:pt x="94" y="217"/>
                </a:cubicBezTo>
                <a:cubicBezTo>
                  <a:pt x="94" y="216"/>
                  <a:pt x="93" y="213"/>
                  <a:pt x="93" y="212"/>
                </a:cubicBezTo>
                <a:cubicBezTo>
                  <a:pt x="99" y="212"/>
                  <a:pt x="100" y="218"/>
                  <a:pt x="100" y="220"/>
                </a:cubicBezTo>
                <a:cubicBezTo>
                  <a:pt x="100" y="225"/>
                  <a:pt x="102" y="229"/>
                  <a:pt x="106" y="232"/>
                </a:cubicBezTo>
                <a:cubicBezTo>
                  <a:pt x="109" y="235"/>
                  <a:pt x="114" y="237"/>
                  <a:pt x="119" y="236"/>
                </a:cubicBezTo>
                <a:cubicBezTo>
                  <a:pt x="125" y="235"/>
                  <a:pt x="131" y="229"/>
                  <a:pt x="132" y="223"/>
                </a:cubicBezTo>
                <a:cubicBezTo>
                  <a:pt x="133" y="217"/>
                  <a:pt x="131" y="211"/>
                  <a:pt x="126" y="207"/>
                </a:cubicBezTo>
                <a:cubicBezTo>
                  <a:pt x="122" y="205"/>
                  <a:pt x="120" y="200"/>
                  <a:pt x="120" y="195"/>
                </a:cubicBezTo>
                <a:cubicBezTo>
                  <a:pt x="120" y="192"/>
                  <a:pt x="120" y="192"/>
                  <a:pt x="120" y="192"/>
                </a:cubicBezTo>
                <a:cubicBezTo>
                  <a:pt x="132" y="192"/>
                  <a:pt x="132" y="192"/>
                  <a:pt x="132" y="192"/>
                </a:cubicBezTo>
                <a:cubicBezTo>
                  <a:pt x="132" y="196"/>
                  <a:pt x="132" y="196"/>
                  <a:pt x="132" y="196"/>
                </a:cubicBezTo>
                <a:cubicBezTo>
                  <a:pt x="132" y="200"/>
                  <a:pt x="134" y="204"/>
                  <a:pt x="137" y="207"/>
                </a:cubicBezTo>
                <a:cubicBezTo>
                  <a:pt x="142" y="212"/>
                  <a:pt x="144" y="218"/>
                  <a:pt x="144" y="224"/>
                </a:cubicBezTo>
                <a:close/>
                <a:moveTo>
                  <a:pt x="168" y="112"/>
                </a:moveTo>
                <a:cubicBezTo>
                  <a:pt x="168" y="127"/>
                  <a:pt x="168" y="127"/>
                  <a:pt x="168" y="127"/>
                </a:cubicBezTo>
                <a:cubicBezTo>
                  <a:pt x="142" y="157"/>
                  <a:pt x="142" y="157"/>
                  <a:pt x="142" y="157"/>
                </a:cubicBezTo>
                <a:cubicBezTo>
                  <a:pt x="140" y="159"/>
                  <a:pt x="140" y="162"/>
                  <a:pt x="142" y="163"/>
                </a:cubicBezTo>
                <a:cubicBezTo>
                  <a:pt x="143" y="164"/>
                  <a:pt x="144" y="164"/>
                  <a:pt x="145" y="164"/>
                </a:cubicBezTo>
                <a:cubicBezTo>
                  <a:pt x="146" y="164"/>
                  <a:pt x="147" y="164"/>
                  <a:pt x="148" y="163"/>
                </a:cubicBezTo>
                <a:cubicBezTo>
                  <a:pt x="168" y="139"/>
                  <a:pt x="168" y="139"/>
                  <a:pt x="168" y="139"/>
                </a:cubicBezTo>
                <a:cubicBezTo>
                  <a:pt x="168" y="163"/>
                  <a:pt x="168" y="163"/>
                  <a:pt x="168" y="163"/>
                </a:cubicBezTo>
                <a:cubicBezTo>
                  <a:pt x="151" y="183"/>
                  <a:pt x="151" y="183"/>
                  <a:pt x="151" y="183"/>
                </a:cubicBezTo>
                <a:cubicBezTo>
                  <a:pt x="151" y="183"/>
                  <a:pt x="149" y="184"/>
                  <a:pt x="148" y="184"/>
                </a:cubicBezTo>
                <a:cubicBezTo>
                  <a:pt x="104" y="184"/>
                  <a:pt x="104" y="184"/>
                  <a:pt x="104" y="184"/>
                </a:cubicBezTo>
                <a:cubicBezTo>
                  <a:pt x="103" y="184"/>
                  <a:pt x="101" y="183"/>
                  <a:pt x="101" y="183"/>
                </a:cubicBezTo>
                <a:cubicBezTo>
                  <a:pt x="84" y="163"/>
                  <a:pt x="84" y="163"/>
                  <a:pt x="84" y="163"/>
                </a:cubicBezTo>
                <a:cubicBezTo>
                  <a:pt x="84" y="154"/>
                  <a:pt x="84" y="154"/>
                  <a:pt x="84" y="154"/>
                </a:cubicBezTo>
                <a:cubicBezTo>
                  <a:pt x="121" y="112"/>
                  <a:pt x="121" y="112"/>
                  <a:pt x="121" y="112"/>
                </a:cubicBezTo>
                <a:cubicBezTo>
                  <a:pt x="146" y="112"/>
                  <a:pt x="146" y="112"/>
                  <a:pt x="146" y="112"/>
                </a:cubicBezTo>
                <a:cubicBezTo>
                  <a:pt x="106" y="157"/>
                  <a:pt x="106" y="157"/>
                  <a:pt x="106" y="157"/>
                </a:cubicBezTo>
                <a:cubicBezTo>
                  <a:pt x="105" y="159"/>
                  <a:pt x="105" y="162"/>
                  <a:pt x="107" y="163"/>
                </a:cubicBezTo>
                <a:cubicBezTo>
                  <a:pt x="107" y="164"/>
                  <a:pt x="108" y="164"/>
                  <a:pt x="109" y="164"/>
                </a:cubicBezTo>
                <a:cubicBezTo>
                  <a:pt x="110" y="164"/>
                  <a:pt x="112" y="164"/>
                  <a:pt x="112" y="163"/>
                </a:cubicBezTo>
                <a:cubicBezTo>
                  <a:pt x="157" y="112"/>
                  <a:pt x="157" y="112"/>
                  <a:pt x="157" y="112"/>
                </a:cubicBezTo>
                <a:lnTo>
                  <a:pt x="168" y="112"/>
                </a:lnTo>
                <a:close/>
                <a:moveTo>
                  <a:pt x="204" y="64"/>
                </a:moveTo>
                <a:cubicBezTo>
                  <a:pt x="204" y="70"/>
                  <a:pt x="204" y="70"/>
                  <a:pt x="204" y="70"/>
                </a:cubicBezTo>
                <a:cubicBezTo>
                  <a:pt x="194" y="80"/>
                  <a:pt x="194" y="80"/>
                  <a:pt x="194" y="80"/>
                </a:cubicBezTo>
                <a:cubicBezTo>
                  <a:pt x="62" y="80"/>
                  <a:pt x="62" y="80"/>
                  <a:pt x="62" y="80"/>
                </a:cubicBezTo>
                <a:cubicBezTo>
                  <a:pt x="52" y="70"/>
                  <a:pt x="52" y="70"/>
                  <a:pt x="52" y="70"/>
                </a:cubicBezTo>
                <a:cubicBezTo>
                  <a:pt x="52" y="64"/>
                  <a:pt x="52" y="64"/>
                  <a:pt x="52" y="64"/>
                </a:cubicBezTo>
                <a:lnTo>
                  <a:pt x="204" y="64"/>
                </a:lnTo>
                <a:close/>
                <a:moveTo>
                  <a:pt x="178" y="56"/>
                </a:moveTo>
                <a:cubicBezTo>
                  <a:pt x="174" y="56"/>
                  <a:pt x="174" y="56"/>
                  <a:pt x="174" y="56"/>
                </a:cubicBezTo>
                <a:cubicBezTo>
                  <a:pt x="140" y="8"/>
                  <a:pt x="140" y="8"/>
                  <a:pt x="140" y="8"/>
                </a:cubicBezTo>
                <a:cubicBezTo>
                  <a:pt x="212" y="8"/>
                  <a:pt x="212" y="8"/>
                  <a:pt x="212" y="8"/>
                </a:cubicBezTo>
                <a:lnTo>
                  <a:pt x="178"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60" name="Freeform 54">
            <a:extLst>
              <a:ext uri="{FF2B5EF4-FFF2-40B4-BE49-F238E27FC236}">
                <a16:creationId xmlns:a16="http://schemas.microsoft.com/office/drawing/2014/main" id="{E2817879-BD13-4D15-8D09-A2F5FB14FFE8}"/>
              </a:ext>
            </a:extLst>
          </p:cNvPr>
          <p:cNvSpPr>
            <a:spLocks noChangeAspect="1" noEditPoints="1"/>
          </p:cNvSpPr>
          <p:nvPr/>
        </p:nvSpPr>
        <p:spPr bwMode="auto">
          <a:xfrm>
            <a:off x="10249548" y="1468529"/>
            <a:ext cx="400050" cy="400050"/>
          </a:xfrm>
          <a:custGeom>
            <a:avLst/>
            <a:gdLst>
              <a:gd name="T0" fmla="*/ 68 w 256"/>
              <a:gd name="T1" fmla="*/ 248 h 256"/>
              <a:gd name="T2" fmla="*/ 64 w 256"/>
              <a:gd name="T3" fmla="*/ 256 h 256"/>
              <a:gd name="T4" fmla="*/ 76 w 256"/>
              <a:gd name="T5" fmla="*/ 232 h 256"/>
              <a:gd name="T6" fmla="*/ 188 w 256"/>
              <a:gd name="T7" fmla="*/ 248 h 256"/>
              <a:gd name="T8" fmla="*/ 180 w 256"/>
              <a:gd name="T9" fmla="*/ 232 h 256"/>
              <a:gd name="T10" fmla="*/ 192 w 256"/>
              <a:gd name="T11" fmla="*/ 256 h 256"/>
              <a:gd name="T12" fmla="*/ 256 w 256"/>
              <a:gd name="T13" fmla="*/ 0 h 256"/>
              <a:gd name="T14" fmla="*/ 21 w 256"/>
              <a:gd name="T15" fmla="*/ 8 h 256"/>
              <a:gd name="T16" fmla="*/ 30 w 256"/>
              <a:gd name="T17" fmla="*/ 8 h 256"/>
              <a:gd name="T18" fmla="*/ 0 w 256"/>
              <a:gd name="T19" fmla="*/ 56 h 256"/>
              <a:gd name="T20" fmla="*/ 104 w 256"/>
              <a:gd name="T21" fmla="*/ 72 h 256"/>
              <a:gd name="T22" fmla="*/ 124 w 256"/>
              <a:gd name="T23" fmla="*/ 110 h 256"/>
              <a:gd name="T24" fmla="*/ 132 w 256"/>
              <a:gd name="T25" fmla="*/ 135 h 256"/>
              <a:gd name="T26" fmla="*/ 124 w 256"/>
              <a:gd name="T27" fmla="*/ 132 h 256"/>
              <a:gd name="T28" fmla="*/ 120 w 256"/>
              <a:gd name="T29" fmla="*/ 128 h 256"/>
              <a:gd name="T30" fmla="*/ 118 w 256"/>
              <a:gd name="T31" fmla="*/ 140 h 256"/>
              <a:gd name="T32" fmla="*/ 96 w 256"/>
              <a:gd name="T33" fmla="*/ 152 h 256"/>
              <a:gd name="T34" fmla="*/ 184 w 256"/>
              <a:gd name="T35" fmla="*/ 168 h 256"/>
              <a:gd name="T36" fmla="*/ 180 w 256"/>
              <a:gd name="T37" fmla="*/ 176 h 256"/>
              <a:gd name="T38" fmla="*/ 152 w 256"/>
              <a:gd name="T39" fmla="*/ 229 h 256"/>
              <a:gd name="T40" fmla="*/ 112 w 256"/>
              <a:gd name="T41" fmla="*/ 248 h 256"/>
              <a:gd name="T42" fmla="*/ 82 w 256"/>
              <a:gd name="T43" fmla="*/ 217 h 256"/>
              <a:gd name="T44" fmla="*/ 124 w 256"/>
              <a:gd name="T45" fmla="*/ 219 h 256"/>
              <a:gd name="T46" fmla="*/ 132 w 256"/>
              <a:gd name="T47" fmla="*/ 216 h 256"/>
              <a:gd name="T48" fmla="*/ 76 w 256"/>
              <a:gd name="T49" fmla="*/ 176 h 256"/>
              <a:gd name="T50" fmla="*/ 72 w 256"/>
              <a:gd name="T51" fmla="*/ 168 h 256"/>
              <a:gd name="T52" fmla="*/ 80 w 256"/>
              <a:gd name="T53" fmla="*/ 152 h 256"/>
              <a:gd name="T54" fmla="*/ 64 w 256"/>
              <a:gd name="T55" fmla="*/ 168 h 256"/>
              <a:gd name="T56" fmla="*/ 52 w 256"/>
              <a:gd name="T57" fmla="*/ 185 h 256"/>
              <a:gd name="T58" fmla="*/ 44 w 256"/>
              <a:gd name="T59" fmla="*/ 188 h 256"/>
              <a:gd name="T60" fmla="*/ 68 w 256"/>
              <a:gd name="T61" fmla="*/ 207 h 256"/>
              <a:gd name="T62" fmla="*/ 104 w 256"/>
              <a:gd name="T63" fmla="*/ 243 h 256"/>
              <a:gd name="T64" fmla="*/ 148 w 256"/>
              <a:gd name="T65" fmla="*/ 256 h 256"/>
              <a:gd name="T66" fmla="*/ 156 w 256"/>
              <a:gd name="T67" fmla="*/ 236 h 256"/>
              <a:gd name="T68" fmla="*/ 188 w 256"/>
              <a:gd name="T69" fmla="*/ 175 h 256"/>
              <a:gd name="T70" fmla="*/ 188 w 256"/>
              <a:gd name="T71" fmla="*/ 152 h 256"/>
              <a:gd name="T72" fmla="*/ 144 w 256"/>
              <a:gd name="T73" fmla="*/ 131 h 256"/>
              <a:gd name="T74" fmla="*/ 132 w 256"/>
              <a:gd name="T75" fmla="*/ 88 h 256"/>
              <a:gd name="T76" fmla="*/ 152 w 256"/>
              <a:gd name="T77" fmla="*/ 64 h 256"/>
              <a:gd name="T78" fmla="*/ 188 w 256"/>
              <a:gd name="T79" fmla="*/ 56 h 256"/>
              <a:gd name="T80" fmla="*/ 249 w 256"/>
              <a:gd name="T81" fmla="*/ 42 h 256"/>
              <a:gd name="T82" fmla="*/ 256 w 256"/>
              <a:gd name="T83" fmla="*/ 8 h 256"/>
              <a:gd name="T84" fmla="*/ 44 w 256"/>
              <a:gd name="T85" fmla="*/ 8 h 256"/>
              <a:gd name="T86" fmla="*/ 78 w 256"/>
              <a:gd name="T87" fmla="*/ 56 h 256"/>
              <a:gd name="T88" fmla="*/ 120 w 256"/>
              <a:gd name="T89" fmla="*/ 80 h 256"/>
              <a:gd name="T90" fmla="*/ 144 w 256"/>
              <a:gd name="T91" fmla="*/ 64 h 256"/>
              <a:gd name="T92" fmla="*/ 126 w 256"/>
              <a:gd name="T93" fmla="*/ 8 h 256"/>
              <a:gd name="T94" fmla="*/ 92 w 256"/>
              <a:gd name="T95" fmla="*/ 56 h 256"/>
              <a:gd name="T96" fmla="*/ 140 w 256"/>
              <a:gd name="T97" fmla="*/ 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6" h="256">
                <a:moveTo>
                  <a:pt x="72" y="228"/>
                </a:moveTo>
                <a:cubicBezTo>
                  <a:pt x="70" y="228"/>
                  <a:pt x="68" y="230"/>
                  <a:pt x="68" y="232"/>
                </a:cubicBezTo>
                <a:cubicBezTo>
                  <a:pt x="68" y="248"/>
                  <a:pt x="68" y="248"/>
                  <a:pt x="68" y="248"/>
                </a:cubicBezTo>
                <a:cubicBezTo>
                  <a:pt x="64" y="248"/>
                  <a:pt x="64" y="248"/>
                  <a:pt x="64" y="248"/>
                </a:cubicBezTo>
                <a:cubicBezTo>
                  <a:pt x="62" y="248"/>
                  <a:pt x="60" y="250"/>
                  <a:pt x="60" y="252"/>
                </a:cubicBezTo>
                <a:cubicBezTo>
                  <a:pt x="60" y="254"/>
                  <a:pt x="62" y="256"/>
                  <a:pt x="64" y="256"/>
                </a:cubicBezTo>
                <a:cubicBezTo>
                  <a:pt x="72" y="256"/>
                  <a:pt x="72" y="256"/>
                  <a:pt x="72" y="256"/>
                </a:cubicBezTo>
                <a:cubicBezTo>
                  <a:pt x="74" y="256"/>
                  <a:pt x="76" y="254"/>
                  <a:pt x="76" y="252"/>
                </a:cubicBezTo>
                <a:cubicBezTo>
                  <a:pt x="76" y="232"/>
                  <a:pt x="76" y="232"/>
                  <a:pt x="76" y="232"/>
                </a:cubicBezTo>
                <a:cubicBezTo>
                  <a:pt x="76" y="230"/>
                  <a:pt x="74" y="228"/>
                  <a:pt x="72" y="228"/>
                </a:cubicBezTo>
                <a:close/>
                <a:moveTo>
                  <a:pt x="192" y="248"/>
                </a:moveTo>
                <a:cubicBezTo>
                  <a:pt x="188" y="248"/>
                  <a:pt x="188" y="248"/>
                  <a:pt x="188" y="248"/>
                </a:cubicBezTo>
                <a:cubicBezTo>
                  <a:pt x="188" y="232"/>
                  <a:pt x="188" y="232"/>
                  <a:pt x="188" y="232"/>
                </a:cubicBezTo>
                <a:cubicBezTo>
                  <a:pt x="188" y="230"/>
                  <a:pt x="186" y="228"/>
                  <a:pt x="184" y="228"/>
                </a:cubicBezTo>
                <a:cubicBezTo>
                  <a:pt x="182" y="228"/>
                  <a:pt x="180" y="230"/>
                  <a:pt x="180" y="232"/>
                </a:cubicBezTo>
                <a:cubicBezTo>
                  <a:pt x="180" y="252"/>
                  <a:pt x="180" y="252"/>
                  <a:pt x="180" y="252"/>
                </a:cubicBezTo>
                <a:cubicBezTo>
                  <a:pt x="180" y="254"/>
                  <a:pt x="182" y="256"/>
                  <a:pt x="184" y="256"/>
                </a:cubicBezTo>
                <a:cubicBezTo>
                  <a:pt x="192" y="256"/>
                  <a:pt x="192" y="256"/>
                  <a:pt x="192" y="256"/>
                </a:cubicBezTo>
                <a:cubicBezTo>
                  <a:pt x="194" y="256"/>
                  <a:pt x="196" y="254"/>
                  <a:pt x="196" y="252"/>
                </a:cubicBezTo>
                <a:cubicBezTo>
                  <a:pt x="196" y="250"/>
                  <a:pt x="194" y="248"/>
                  <a:pt x="192" y="248"/>
                </a:cubicBezTo>
                <a:close/>
                <a:moveTo>
                  <a:pt x="256" y="0"/>
                </a:moveTo>
                <a:cubicBezTo>
                  <a:pt x="0" y="0"/>
                  <a:pt x="0" y="0"/>
                  <a:pt x="0" y="0"/>
                </a:cubicBezTo>
                <a:cubicBezTo>
                  <a:pt x="0" y="8"/>
                  <a:pt x="0" y="8"/>
                  <a:pt x="0" y="8"/>
                </a:cubicBezTo>
                <a:cubicBezTo>
                  <a:pt x="21" y="8"/>
                  <a:pt x="21" y="8"/>
                  <a:pt x="21" y="8"/>
                </a:cubicBezTo>
                <a:cubicBezTo>
                  <a:pt x="1" y="38"/>
                  <a:pt x="1" y="38"/>
                  <a:pt x="1" y="38"/>
                </a:cubicBezTo>
                <a:cubicBezTo>
                  <a:pt x="7" y="42"/>
                  <a:pt x="7" y="42"/>
                  <a:pt x="7" y="42"/>
                </a:cubicBezTo>
                <a:cubicBezTo>
                  <a:pt x="30" y="8"/>
                  <a:pt x="30" y="8"/>
                  <a:pt x="30" y="8"/>
                </a:cubicBezTo>
                <a:cubicBezTo>
                  <a:pt x="34" y="8"/>
                  <a:pt x="34" y="8"/>
                  <a:pt x="34" y="8"/>
                </a:cubicBezTo>
                <a:cubicBezTo>
                  <a:pt x="68" y="56"/>
                  <a:pt x="68" y="56"/>
                  <a:pt x="68" y="56"/>
                </a:cubicBezTo>
                <a:cubicBezTo>
                  <a:pt x="0" y="56"/>
                  <a:pt x="0" y="56"/>
                  <a:pt x="0" y="56"/>
                </a:cubicBezTo>
                <a:cubicBezTo>
                  <a:pt x="0" y="64"/>
                  <a:pt x="0" y="64"/>
                  <a:pt x="0" y="64"/>
                </a:cubicBezTo>
                <a:cubicBezTo>
                  <a:pt x="104" y="64"/>
                  <a:pt x="104" y="64"/>
                  <a:pt x="104" y="64"/>
                </a:cubicBezTo>
                <a:cubicBezTo>
                  <a:pt x="104" y="72"/>
                  <a:pt x="104" y="72"/>
                  <a:pt x="104" y="72"/>
                </a:cubicBezTo>
                <a:cubicBezTo>
                  <a:pt x="104" y="81"/>
                  <a:pt x="111" y="88"/>
                  <a:pt x="120" y="88"/>
                </a:cubicBezTo>
                <a:cubicBezTo>
                  <a:pt x="124" y="88"/>
                  <a:pt x="124" y="88"/>
                  <a:pt x="124" y="88"/>
                </a:cubicBezTo>
                <a:cubicBezTo>
                  <a:pt x="124" y="110"/>
                  <a:pt x="124" y="110"/>
                  <a:pt x="124" y="110"/>
                </a:cubicBezTo>
                <a:cubicBezTo>
                  <a:pt x="124" y="115"/>
                  <a:pt x="127" y="119"/>
                  <a:pt x="131" y="121"/>
                </a:cubicBezTo>
                <a:cubicBezTo>
                  <a:pt x="135" y="122"/>
                  <a:pt x="137" y="126"/>
                  <a:pt x="136" y="129"/>
                </a:cubicBezTo>
                <a:cubicBezTo>
                  <a:pt x="135" y="132"/>
                  <a:pt x="134" y="134"/>
                  <a:pt x="132" y="135"/>
                </a:cubicBezTo>
                <a:cubicBezTo>
                  <a:pt x="132" y="132"/>
                  <a:pt x="132" y="132"/>
                  <a:pt x="132" y="132"/>
                </a:cubicBezTo>
                <a:cubicBezTo>
                  <a:pt x="132" y="130"/>
                  <a:pt x="130" y="128"/>
                  <a:pt x="128" y="128"/>
                </a:cubicBezTo>
                <a:cubicBezTo>
                  <a:pt x="126" y="128"/>
                  <a:pt x="124" y="130"/>
                  <a:pt x="124" y="132"/>
                </a:cubicBezTo>
                <a:cubicBezTo>
                  <a:pt x="124" y="135"/>
                  <a:pt x="124" y="135"/>
                  <a:pt x="124" y="135"/>
                </a:cubicBezTo>
                <a:cubicBezTo>
                  <a:pt x="124" y="135"/>
                  <a:pt x="123" y="134"/>
                  <a:pt x="123" y="134"/>
                </a:cubicBezTo>
                <a:cubicBezTo>
                  <a:pt x="121" y="133"/>
                  <a:pt x="120" y="130"/>
                  <a:pt x="120" y="128"/>
                </a:cubicBezTo>
                <a:cubicBezTo>
                  <a:pt x="120" y="126"/>
                  <a:pt x="118" y="124"/>
                  <a:pt x="116" y="124"/>
                </a:cubicBezTo>
                <a:cubicBezTo>
                  <a:pt x="114" y="124"/>
                  <a:pt x="112" y="126"/>
                  <a:pt x="112" y="128"/>
                </a:cubicBezTo>
                <a:cubicBezTo>
                  <a:pt x="112" y="133"/>
                  <a:pt x="114" y="137"/>
                  <a:pt x="118" y="140"/>
                </a:cubicBezTo>
                <a:cubicBezTo>
                  <a:pt x="120" y="142"/>
                  <a:pt x="122" y="143"/>
                  <a:pt x="124" y="143"/>
                </a:cubicBezTo>
                <a:cubicBezTo>
                  <a:pt x="124" y="152"/>
                  <a:pt x="124" y="152"/>
                  <a:pt x="124" y="152"/>
                </a:cubicBezTo>
                <a:cubicBezTo>
                  <a:pt x="96" y="152"/>
                  <a:pt x="96" y="152"/>
                  <a:pt x="96" y="152"/>
                </a:cubicBezTo>
                <a:cubicBezTo>
                  <a:pt x="96" y="160"/>
                  <a:pt x="96" y="160"/>
                  <a:pt x="96" y="160"/>
                </a:cubicBezTo>
                <a:cubicBezTo>
                  <a:pt x="184" y="160"/>
                  <a:pt x="184" y="160"/>
                  <a:pt x="184" y="160"/>
                </a:cubicBezTo>
                <a:cubicBezTo>
                  <a:pt x="184" y="168"/>
                  <a:pt x="184" y="168"/>
                  <a:pt x="184" y="168"/>
                </a:cubicBezTo>
                <a:cubicBezTo>
                  <a:pt x="168" y="168"/>
                  <a:pt x="168" y="168"/>
                  <a:pt x="168" y="168"/>
                </a:cubicBezTo>
                <a:cubicBezTo>
                  <a:pt x="168" y="176"/>
                  <a:pt x="168" y="176"/>
                  <a:pt x="168" y="176"/>
                </a:cubicBezTo>
                <a:cubicBezTo>
                  <a:pt x="180" y="176"/>
                  <a:pt x="180" y="176"/>
                  <a:pt x="180" y="176"/>
                </a:cubicBezTo>
                <a:cubicBezTo>
                  <a:pt x="180" y="207"/>
                  <a:pt x="180" y="207"/>
                  <a:pt x="180" y="207"/>
                </a:cubicBezTo>
                <a:cubicBezTo>
                  <a:pt x="180" y="211"/>
                  <a:pt x="178" y="215"/>
                  <a:pt x="174" y="217"/>
                </a:cubicBezTo>
                <a:cubicBezTo>
                  <a:pt x="152" y="229"/>
                  <a:pt x="152" y="229"/>
                  <a:pt x="152" y="229"/>
                </a:cubicBezTo>
                <a:cubicBezTo>
                  <a:pt x="147" y="232"/>
                  <a:pt x="144" y="237"/>
                  <a:pt x="144" y="243"/>
                </a:cubicBezTo>
                <a:cubicBezTo>
                  <a:pt x="144" y="248"/>
                  <a:pt x="144" y="248"/>
                  <a:pt x="144" y="248"/>
                </a:cubicBezTo>
                <a:cubicBezTo>
                  <a:pt x="112" y="248"/>
                  <a:pt x="112" y="248"/>
                  <a:pt x="112" y="248"/>
                </a:cubicBezTo>
                <a:cubicBezTo>
                  <a:pt x="112" y="243"/>
                  <a:pt x="112" y="243"/>
                  <a:pt x="112" y="243"/>
                </a:cubicBezTo>
                <a:cubicBezTo>
                  <a:pt x="112" y="237"/>
                  <a:pt x="109" y="232"/>
                  <a:pt x="104" y="229"/>
                </a:cubicBezTo>
                <a:cubicBezTo>
                  <a:pt x="82" y="217"/>
                  <a:pt x="82" y="217"/>
                  <a:pt x="82" y="217"/>
                </a:cubicBezTo>
                <a:cubicBezTo>
                  <a:pt x="78" y="215"/>
                  <a:pt x="76" y="211"/>
                  <a:pt x="76" y="207"/>
                </a:cubicBezTo>
                <a:cubicBezTo>
                  <a:pt x="76" y="202"/>
                  <a:pt x="76" y="202"/>
                  <a:pt x="76" y="202"/>
                </a:cubicBezTo>
                <a:cubicBezTo>
                  <a:pt x="124" y="219"/>
                  <a:pt x="124" y="219"/>
                  <a:pt x="124" y="219"/>
                </a:cubicBezTo>
                <a:cubicBezTo>
                  <a:pt x="124" y="240"/>
                  <a:pt x="124" y="240"/>
                  <a:pt x="124" y="240"/>
                </a:cubicBezTo>
                <a:cubicBezTo>
                  <a:pt x="132" y="240"/>
                  <a:pt x="132" y="240"/>
                  <a:pt x="132" y="240"/>
                </a:cubicBezTo>
                <a:cubicBezTo>
                  <a:pt x="132" y="216"/>
                  <a:pt x="132" y="216"/>
                  <a:pt x="132" y="216"/>
                </a:cubicBezTo>
                <a:cubicBezTo>
                  <a:pt x="132" y="214"/>
                  <a:pt x="131" y="213"/>
                  <a:pt x="129" y="212"/>
                </a:cubicBezTo>
                <a:cubicBezTo>
                  <a:pt x="76" y="194"/>
                  <a:pt x="76" y="194"/>
                  <a:pt x="76" y="194"/>
                </a:cubicBezTo>
                <a:cubicBezTo>
                  <a:pt x="76" y="176"/>
                  <a:pt x="76" y="176"/>
                  <a:pt x="76" y="176"/>
                </a:cubicBezTo>
                <a:cubicBezTo>
                  <a:pt x="88" y="176"/>
                  <a:pt x="88" y="176"/>
                  <a:pt x="88" y="176"/>
                </a:cubicBezTo>
                <a:cubicBezTo>
                  <a:pt x="88" y="168"/>
                  <a:pt x="88" y="168"/>
                  <a:pt x="88" y="168"/>
                </a:cubicBezTo>
                <a:cubicBezTo>
                  <a:pt x="72" y="168"/>
                  <a:pt x="72" y="168"/>
                  <a:pt x="72" y="168"/>
                </a:cubicBezTo>
                <a:cubicBezTo>
                  <a:pt x="72" y="160"/>
                  <a:pt x="72" y="160"/>
                  <a:pt x="72" y="160"/>
                </a:cubicBezTo>
                <a:cubicBezTo>
                  <a:pt x="80" y="160"/>
                  <a:pt x="80" y="160"/>
                  <a:pt x="80" y="160"/>
                </a:cubicBezTo>
                <a:cubicBezTo>
                  <a:pt x="80" y="152"/>
                  <a:pt x="80" y="152"/>
                  <a:pt x="80" y="152"/>
                </a:cubicBezTo>
                <a:cubicBezTo>
                  <a:pt x="68" y="152"/>
                  <a:pt x="68" y="152"/>
                  <a:pt x="68" y="152"/>
                </a:cubicBezTo>
                <a:cubicBezTo>
                  <a:pt x="66" y="152"/>
                  <a:pt x="64" y="154"/>
                  <a:pt x="64" y="156"/>
                </a:cubicBezTo>
                <a:cubicBezTo>
                  <a:pt x="64" y="168"/>
                  <a:pt x="64" y="168"/>
                  <a:pt x="64" y="168"/>
                </a:cubicBezTo>
                <a:cubicBezTo>
                  <a:pt x="64" y="171"/>
                  <a:pt x="66" y="173"/>
                  <a:pt x="68" y="175"/>
                </a:cubicBezTo>
                <a:cubicBezTo>
                  <a:pt x="68" y="191"/>
                  <a:pt x="68" y="191"/>
                  <a:pt x="68" y="191"/>
                </a:cubicBezTo>
                <a:cubicBezTo>
                  <a:pt x="52" y="185"/>
                  <a:pt x="52" y="185"/>
                  <a:pt x="52" y="185"/>
                </a:cubicBezTo>
                <a:cubicBezTo>
                  <a:pt x="52" y="172"/>
                  <a:pt x="52" y="172"/>
                  <a:pt x="52" y="172"/>
                </a:cubicBezTo>
                <a:cubicBezTo>
                  <a:pt x="44" y="172"/>
                  <a:pt x="44" y="172"/>
                  <a:pt x="44" y="172"/>
                </a:cubicBezTo>
                <a:cubicBezTo>
                  <a:pt x="44" y="188"/>
                  <a:pt x="44" y="188"/>
                  <a:pt x="44" y="188"/>
                </a:cubicBezTo>
                <a:cubicBezTo>
                  <a:pt x="44" y="190"/>
                  <a:pt x="45" y="191"/>
                  <a:pt x="47" y="192"/>
                </a:cubicBezTo>
                <a:cubicBezTo>
                  <a:pt x="68" y="199"/>
                  <a:pt x="68" y="199"/>
                  <a:pt x="68" y="199"/>
                </a:cubicBezTo>
                <a:cubicBezTo>
                  <a:pt x="68" y="207"/>
                  <a:pt x="68" y="207"/>
                  <a:pt x="68" y="207"/>
                </a:cubicBezTo>
                <a:cubicBezTo>
                  <a:pt x="68" y="214"/>
                  <a:pt x="72" y="221"/>
                  <a:pt x="78" y="224"/>
                </a:cubicBezTo>
                <a:cubicBezTo>
                  <a:pt x="100" y="236"/>
                  <a:pt x="100" y="236"/>
                  <a:pt x="100" y="236"/>
                </a:cubicBezTo>
                <a:cubicBezTo>
                  <a:pt x="102" y="237"/>
                  <a:pt x="104" y="240"/>
                  <a:pt x="104" y="243"/>
                </a:cubicBezTo>
                <a:cubicBezTo>
                  <a:pt x="104" y="252"/>
                  <a:pt x="104" y="252"/>
                  <a:pt x="104" y="252"/>
                </a:cubicBezTo>
                <a:cubicBezTo>
                  <a:pt x="104" y="254"/>
                  <a:pt x="106" y="256"/>
                  <a:pt x="108" y="256"/>
                </a:cubicBezTo>
                <a:cubicBezTo>
                  <a:pt x="148" y="256"/>
                  <a:pt x="148" y="256"/>
                  <a:pt x="148" y="256"/>
                </a:cubicBezTo>
                <a:cubicBezTo>
                  <a:pt x="150" y="256"/>
                  <a:pt x="152" y="254"/>
                  <a:pt x="152" y="252"/>
                </a:cubicBezTo>
                <a:cubicBezTo>
                  <a:pt x="152" y="243"/>
                  <a:pt x="152" y="243"/>
                  <a:pt x="152" y="243"/>
                </a:cubicBezTo>
                <a:cubicBezTo>
                  <a:pt x="152" y="240"/>
                  <a:pt x="154" y="237"/>
                  <a:pt x="156" y="236"/>
                </a:cubicBezTo>
                <a:cubicBezTo>
                  <a:pt x="178" y="224"/>
                  <a:pt x="178" y="224"/>
                  <a:pt x="178" y="224"/>
                </a:cubicBezTo>
                <a:cubicBezTo>
                  <a:pt x="184" y="221"/>
                  <a:pt x="188" y="214"/>
                  <a:pt x="188" y="207"/>
                </a:cubicBezTo>
                <a:cubicBezTo>
                  <a:pt x="188" y="175"/>
                  <a:pt x="188" y="175"/>
                  <a:pt x="188" y="175"/>
                </a:cubicBezTo>
                <a:cubicBezTo>
                  <a:pt x="190" y="173"/>
                  <a:pt x="192" y="171"/>
                  <a:pt x="192" y="168"/>
                </a:cubicBezTo>
                <a:cubicBezTo>
                  <a:pt x="192" y="156"/>
                  <a:pt x="192" y="156"/>
                  <a:pt x="192" y="156"/>
                </a:cubicBezTo>
                <a:cubicBezTo>
                  <a:pt x="192" y="154"/>
                  <a:pt x="190" y="152"/>
                  <a:pt x="188" y="152"/>
                </a:cubicBezTo>
                <a:cubicBezTo>
                  <a:pt x="132" y="152"/>
                  <a:pt x="132" y="152"/>
                  <a:pt x="132" y="152"/>
                </a:cubicBezTo>
                <a:cubicBezTo>
                  <a:pt x="132" y="143"/>
                  <a:pt x="132" y="143"/>
                  <a:pt x="132" y="143"/>
                </a:cubicBezTo>
                <a:cubicBezTo>
                  <a:pt x="138" y="142"/>
                  <a:pt x="143" y="137"/>
                  <a:pt x="144" y="131"/>
                </a:cubicBezTo>
                <a:cubicBezTo>
                  <a:pt x="145" y="123"/>
                  <a:pt x="141" y="116"/>
                  <a:pt x="134" y="113"/>
                </a:cubicBezTo>
                <a:cubicBezTo>
                  <a:pt x="133" y="113"/>
                  <a:pt x="132" y="111"/>
                  <a:pt x="132" y="110"/>
                </a:cubicBezTo>
                <a:cubicBezTo>
                  <a:pt x="132" y="88"/>
                  <a:pt x="132" y="88"/>
                  <a:pt x="132" y="88"/>
                </a:cubicBezTo>
                <a:cubicBezTo>
                  <a:pt x="136" y="88"/>
                  <a:pt x="136" y="88"/>
                  <a:pt x="136" y="88"/>
                </a:cubicBezTo>
                <a:cubicBezTo>
                  <a:pt x="145" y="88"/>
                  <a:pt x="152" y="81"/>
                  <a:pt x="152" y="72"/>
                </a:cubicBezTo>
                <a:cubicBezTo>
                  <a:pt x="152" y="64"/>
                  <a:pt x="152" y="64"/>
                  <a:pt x="152" y="64"/>
                </a:cubicBezTo>
                <a:cubicBezTo>
                  <a:pt x="256" y="64"/>
                  <a:pt x="256" y="64"/>
                  <a:pt x="256" y="64"/>
                </a:cubicBezTo>
                <a:cubicBezTo>
                  <a:pt x="256" y="56"/>
                  <a:pt x="256" y="56"/>
                  <a:pt x="256" y="56"/>
                </a:cubicBezTo>
                <a:cubicBezTo>
                  <a:pt x="188" y="56"/>
                  <a:pt x="188" y="56"/>
                  <a:pt x="188" y="56"/>
                </a:cubicBezTo>
                <a:cubicBezTo>
                  <a:pt x="222" y="8"/>
                  <a:pt x="222" y="8"/>
                  <a:pt x="222" y="8"/>
                </a:cubicBezTo>
                <a:cubicBezTo>
                  <a:pt x="226" y="8"/>
                  <a:pt x="226" y="8"/>
                  <a:pt x="226" y="8"/>
                </a:cubicBezTo>
                <a:cubicBezTo>
                  <a:pt x="249" y="42"/>
                  <a:pt x="249" y="42"/>
                  <a:pt x="249" y="42"/>
                </a:cubicBezTo>
                <a:cubicBezTo>
                  <a:pt x="255" y="38"/>
                  <a:pt x="255" y="38"/>
                  <a:pt x="255" y="38"/>
                </a:cubicBezTo>
                <a:cubicBezTo>
                  <a:pt x="235" y="8"/>
                  <a:pt x="235" y="8"/>
                  <a:pt x="235" y="8"/>
                </a:cubicBezTo>
                <a:cubicBezTo>
                  <a:pt x="256" y="8"/>
                  <a:pt x="256" y="8"/>
                  <a:pt x="256" y="8"/>
                </a:cubicBezTo>
                <a:lnTo>
                  <a:pt x="256" y="0"/>
                </a:lnTo>
                <a:close/>
                <a:moveTo>
                  <a:pt x="78" y="56"/>
                </a:moveTo>
                <a:cubicBezTo>
                  <a:pt x="44" y="8"/>
                  <a:pt x="44" y="8"/>
                  <a:pt x="44" y="8"/>
                </a:cubicBezTo>
                <a:cubicBezTo>
                  <a:pt x="116" y="8"/>
                  <a:pt x="116" y="8"/>
                  <a:pt x="116" y="8"/>
                </a:cubicBezTo>
                <a:cubicBezTo>
                  <a:pt x="82" y="56"/>
                  <a:pt x="82" y="56"/>
                  <a:pt x="82" y="56"/>
                </a:cubicBezTo>
                <a:lnTo>
                  <a:pt x="78" y="56"/>
                </a:lnTo>
                <a:close/>
                <a:moveTo>
                  <a:pt x="144" y="72"/>
                </a:moveTo>
                <a:cubicBezTo>
                  <a:pt x="144" y="76"/>
                  <a:pt x="140" y="80"/>
                  <a:pt x="136" y="80"/>
                </a:cubicBezTo>
                <a:cubicBezTo>
                  <a:pt x="120" y="80"/>
                  <a:pt x="120" y="80"/>
                  <a:pt x="120" y="80"/>
                </a:cubicBezTo>
                <a:cubicBezTo>
                  <a:pt x="116" y="80"/>
                  <a:pt x="112" y="76"/>
                  <a:pt x="112" y="72"/>
                </a:cubicBezTo>
                <a:cubicBezTo>
                  <a:pt x="112" y="64"/>
                  <a:pt x="112" y="64"/>
                  <a:pt x="112" y="64"/>
                </a:cubicBezTo>
                <a:cubicBezTo>
                  <a:pt x="144" y="64"/>
                  <a:pt x="144" y="64"/>
                  <a:pt x="144" y="64"/>
                </a:cubicBezTo>
                <a:lnTo>
                  <a:pt x="144" y="72"/>
                </a:lnTo>
                <a:close/>
                <a:moveTo>
                  <a:pt x="92" y="56"/>
                </a:moveTo>
                <a:cubicBezTo>
                  <a:pt x="126" y="8"/>
                  <a:pt x="126" y="8"/>
                  <a:pt x="126" y="8"/>
                </a:cubicBezTo>
                <a:cubicBezTo>
                  <a:pt x="130" y="8"/>
                  <a:pt x="130" y="8"/>
                  <a:pt x="130" y="8"/>
                </a:cubicBezTo>
                <a:cubicBezTo>
                  <a:pt x="164" y="56"/>
                  <a:pt x="164" y="56"/>
                  <a:pt x="164" y="56"/>
                </a:cubicBezTo>
                <a:lnTo>
                  <a:pt x="92" y="56"/>
                </a:lnTo>
                <a:close/>
                <a:moveTo>
                  <a:pt x="178" y="56"/>
                </a:moveTo>
                <a:cubicBezTo>
                  <a:pt x="174" y="56"/>
                  <a:pt x="174" y="56"/>
                  <a:pt x="174" y="56"/>
                </a:cubicBezTo>
                <a:cubicBezTo>
                  <a:pt x="140" y="8"/>
                  <a:pt x="140" y="8"/>
                  <a:pt x="140" y="8"/>
                </a:cubicBezTo>
                <a:cubicBezTo>
                  <a:pt x="212" y="8"/>
                  <a:pt x="212" y="8"/>
                  <a:pt x="212" y="8"/>
                </a:cubicBezTo>
                <a:lnTo>
                  <a:pt x="178"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64" name="Freeform 58">
            <a:extLst>
              <a:ext uri="{FF2B5EF4-FFF2-40B4-BE49-F238E27FC236}">
                <a16:creationId xmlns:a16="http://schemas.microsoft.com/office/drawing/2014/main" id="{CE52A9E2-1F71-468B-B393-0227E5BC8A8D}"/>
              </a:ext>
            </a:extLst>
          </p:cNvPr>
          <p:cNvSpPr>
            <a:spLocks noChangeAspect="1" noEditPoints="1"/>
          </p:cNvSpPr>
          <p:nvPr/>
        </p:nvSpPr>
        <p:spPr bwMode="auto">
          <a:xfrm>
            <a:off x="11242594" y="1466001"/>
            <a:ext cx="349250" cy="387350"/>
          </a:xfrm>
          <a:custGeom>
            <a:avLst/>
            <a:gdLst>
              <a:gd name="T0" fmla="*/ 224 w 224"/>
              <a:gd name="T1" fmla="*/ 108 h 248"/>
              <a:gd name="T2" fmla="*/ 147 w 224"/>
              <a:gd name="T3" fmla="*/ 108 h 248"/>
              <a:gd name="T4" fmla="*/ 159 w 224"/>
              <a:gd name="T5" fmla="*/ 135 h 248"/>
              <a:gd name="T6" fmla="*/ 204 w 224"/>
              <a:gd name="T7" fmla="*/ 135 h 248"/>
              <a:gd name="T8" fmla="*/ 216 w 224"/>
              <a:gd name="T9" fmla="*/ 108 h 248"/>
              <a:gd name="T10" fmla="*/ 186 w 224"/>
              <a:gd name="T11" fmla="*/ 75 h 248"/>
              <a:gd name="T12" fmla="*/ 197 w 224"/>
              <a:gd name="T13" fmla="*/ 139 h 248"/>
              <a:gd name="T14" fmla="*/ 182 w 224"/>
              <a:gd name="T15" fmla="*/ 116 h 248"/>
              <a:gd name="T16" fmla="*/ 178 w 224"/>
              <a:gd name="T17" fmla="*/ 75 h 248"/>
              <a:gd name="T18" fmla="*/ 178 w 224"/>
              <a:gd name="T19" fmla="*/ 74 h 248"/>
              <a:gd name="T20" fmla="*/ 198 w 224"/>
              <a:gd name="T21" fmla="*/ 162 h 248"/>
              <a:gd name="T22" fmla="*/ 111 w 224"/>
              <a:gd name="T23" fmla="*/ 203 h 248"/>
              <a:gd name="T24" fmla="*/ 113 w 224"/>
              <a:gd name="T25" fmla="*/ 191 h 248"/>
              <a:gd name="T26" fmla="*/ 93 w 224"/>
              <a:gd name="T27" fmla="*/ 192 h 248"/>
              <a:gd name="T28" fmla="*/ 98 w 224"/>
              <a:gd name="T29" fmla="*/ 175 h 248"/>
              <a:gd name="T30" fmla="*/ 88 w 224"/>
              <a:gd name="T31" fmla="*/ 179 h 248"/>
              <a:gd name="T32" fmla="*/ 70 w 224"/>
              <a:gd name="T33" fmla="*/ 143 h 248"/>
              <a:gd name="T34" fmla="*/ 62 w 224"/>
              <a:gd name="T35" fmla="*/ 160 h 248"/>
              <a:gd name="T36" fmla="*/ 111 w 224"/>
              <a:gd name="T37" fmla="*/ 76 h 248"/>
              <a:gd name="T38" fmla="*/ 42 w 224"/>
              <a:gd name="T39" fmla="*/ 135 h 248"/>
              <a:gd name="T40" fmla="*/ 33 w 224"/>
              <a:gd name="T41" fmla="*/ 147 h 248"/>
              <a:gd name="T42" fmla="*/ 0 w 224"/>
              <a:gd name="T43" fmla="*/ 243 h 248"/>
              <a:gd name="T44" fmla="*/ 8 w 224"/>
              <a:gd name="T45" fmla="*/ 244 h 248"/>
              <a:gd name="T46" fmla="*/ 28 w 224"/>
              <a:gd name="T47" fmla="*/ 160 h 248"/>
              <a:gd name="T48" fmla="*/ 65 w 224"/>
              <a:gd name="T49" fmla="*/ 169 h 248"/>
              <a:gd name="T50" fmla="*/ 86 w 224"/>
              <a:gd name="T51" fmla="*/ 197 h 248"/>
              <a:gd name="T52" fmla="*/ 107 w 224"/>
              <a:gd name="T53" fmla="*/ 209 h 248"/>
              <a:gd name="T54" fmla="*/ 150 w 224"/>
              <a:gd name="T55" fmla="*/ 247 h 248"/>
              <a:gd name="T56" fmla="*/ 204 w 224"/>
              <a:gd name="T57" fmla="*/ 156 h 248"/>
              <a:gd name="T58" fmla="*/ 147 w 224"/>
              <a:gd name="T59" fmla="*/ 159 h 248"/>
              <a:gd name="T60" fmla="*/ 139 w 224"/>
              <a:gd name="T61" fmla="*/ 159 h 248"/>
              <a:gd name="T62" fmla="*/ 135 w 224"/>
              <a:gd name="T63" fmla="*/ 155 h 248"/>
              <a:gd name="T64" fmla="*/ 120 w 224"/>
              <a:gd name="T65" fmla="*/ 62 h 248"/>
              <a:gd name="T66" fmla="*/ 112 w 224"/>
              <a:gd name="T67" fmla="*/ 163 h 248"/>
              <a:gd name="T68" fmla="*/ 158 w 224"/>
              <a:gd name="T69" fmla="*/ 167 h 248"/>
              <a:gd name="T70" fmla="*/ 170 w 224"/>
              <a:gd name="T71" fmla="*/ 155 h 248"/>
              <a:gd name="T72" fmla="*/ 155 w 224"/>
              <a:gd name="T73" fmla="*/ 159 h 248"/>
              <a:gd name="T74" fmla="*/ 131 w 224"/>
              <a:gd name="T75" fmla="*/ 174 h 248"/>
              <a:gd name="T76" fmla="*/ 124 w 224"/>
              <a:gd name="T77" fmla="*/ 147 h 248"/>
              <a:gd name="T78" fmla="*/ 143 w 224"/>
              <a:gd name="T79" fmla="*/ 66 h 248"/>
              <a:gd name="T80" fmla="*/ 151 w 224"/>
              <a:gd name="T81" fmla="*/ 62 h 248"/>
              <a:gd name="T82" fmla="*/ 139 w 224"/>
              <a:gd name="T83" fmla="*/ 50 h 248"/>
              <a:gd name="T84" fmla="*/ 152 w 224"/>
              <a:gd name="T85" fmla="*/ 21 h 248"/>
              <a:gd name="T86" fmla="*/ 136 w 224"/>
              <a:gd name="T87" fmla="*/ 0 h 248"/>
              <a:gd name="T88" fmla="*/ 131 w 224"/>
              <a:gd name="T89" fmla="*/ 0 h 248"/>
              <a:gd name="T90" fmla="*/ 145 w 224"/>
              <a:gd name="T91" fmla="*/ 25 h 248"/>
              <a:gd name="T92" fmla="*/ 139 w 224"/>
              <a:gd name="T93" fmla="*/ 39 h 248"/>
              <a:gd name="T94" fmla="*/ 131 w 224"/>
              <a:gd name="T95" fmla="*/ 42 h 248"/>
              <a:gd name="T96" fmla="*/ 120 w 224"/>
              <a:gd name="T97" fmla="*/ 27 h 248"/>
              <a:gd name="T98" fmla="*/ 131 w 224"/>
              <a:gd name="T99" fmla="*/ 50 h 248"/>
              <a:gd name="T100" fmla="*/ 35 w 224"/>
              <a:gd name="T101" fmla="*/ 179 h 248"/>
              <a:gd name="T102" fmla="*/ 31 w 224"/>
              <a:gd name="T103" fmla="*/ 244 h 248"/>
              <a:gd name="T104" fmla="*/ 39 w 224"/>
              <a:gd name="T105" fmla="*/ 243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4" h="248">
                <a:moveTo>
                  <a:pt x="139" y="108"/>
                </a:moveTo>
                <a:cubicBezTo>
                  <a:pt x="139" y="132"/>
                  <a:pt x="158" y="151"/>
                  <a:pt x="182" y="151"/>
                </a:cubicBezTo>
                <a:cubicBezTo>
                  <a:pt x="205" y="151"/>
                  <a:pt x="224" y="132"/>
                  <a:pt x="224" y="108"/>
                </a:cubicBezTo>
                <a:cubicBezTo>
                  <a:pt x="224" y="85"/>
                  <a:pt x="205" y="66"/>
                  <a:pt x="182" y="66"/>
                </a:cubicBezTo>
                <a:cubicBezTo>
                  <a:pt x="158" y="66"/>
                  <a:pt x="139" y="85"/>
                  <a:pt x="139" y="108"/>
                </a:cubicBezTo>
                <a:close/>
                <a:moveTo>
                  <a:pt x="147" y="108"/>
                </a:moveTo>
                <a:cubicBezTo>
                  <a:pt x="147" y="107"/>
                  <a:pt x="147" y="106"/>
                  <a:pt x="147" y="104"/>
                </a:cubicBezTo>
                <a:cubicBezTo>
                  <a:pt x="175" y="111"/>
                  <a:pt x="175" y="111"/>
                  <a:pt x="175" y="111"/>
                </a:cubicBezTo>
                <a:cubicBezTo>
                  <a:pt x="159" y="135"/>
                  <a:pt x="159" y="135"/>
                  <a:pt x="159" y="135"/>
                </a:cubicBezTo>
                <a:cubicBezTo>
                  <a:pt x="152" y="129"/>
                  <a:pt x="147" y="119"/>
                  <a:pt x="147" y="108"/>
                </a:cubicBezTo>
                <a:close/>
                <a:moveTo>
                  <a:pt x="216" y="108"/>
                </a:moveTo>
                <a:cubicBezTo>
                  <a:pt x="216" y="119"/>
                  <a:pt x="211" y="129"/>
                  <a:pt x="204" y="135"/>
                </a:cubicBezTo>
                <a:cubicBezTo>
                  <a:pt x="188" y="111"/>
                  <a:pt x="188" y="111"/>
                  <a:pt x="188" y="111"/>
                </a:cubicBezTo>
                <a:cubicBezTo>
                  <a:pt x="216" y="104"/>
                  <a:pt x="216" y="104"/>
                  <a:pt x="216" y="104"/>
                </a:cubicBezTo>
                <a:cubicBezTo>
                  <a:pt x="216" y="106"/>
                  <a:pt x="216" y="107"/>
                  <a:pt x="216" y="108"/>
                </a:cubicBezTo>
                <a:close/>
                <a:moveTo>
                  <a:pt x="214" y="96"/>
                </a:moveTo>
                <a:cubicBezTo>
                  <a:pt x="186" y="103"/>
                  <a:pt x="186" y="103"/>
                  <a:pt x="186" y="103"/>
                </a:cubicBezTo>
                <a:cubicBezTo>
                  <a:pt x="186" y="75"/>
                  <a:pt x="186" y="75"/>
                  <a:pt x="186" y="75"/>
                </a:cubicBezTo>
                <a:cubicBezTo>
                  <a:pt x="186" y="75"/>
                  <a:pt x="185" y="74"/>
                  <a:pt x="185" y="74"/>
                </a:cubicBezTo>
                <a:cubicBezTo>
                  <a:pt x="199" y="75"/>
                  <a:pt x="209" y="84"/>
                  <a:pt x="214" y="96"/>
                </a:cubicBezTo>
                <a:close/>
                <a:moveTo>
                  <a:pt x="197" y="139"/>
                </a:moveTo>
                <a:cubicBezTo>
                  <a:pt x="193" y="142"/>
                  <a:pt x="187" y="143"/>
                  <a:pt x="182" y="143"/>
                </a:cubicBezTo>
                <a:cubicBezTo>
                  <a:pt x="176" y="143"/>
                  <a:pt x="171" y="142"/>
                  <a:pt x="166" y="139"/>
                </a:cubicBezTo>
                <a:cubicBezTo>
                  <a:pt x="182" y="116"/>
                  <a:pt x="182" y="116"/>
                  <a:pt x="182" y="116"/>
                </a:cubicBezTo>
                <a:lnTo>
                  <a:pt x="197" y="139"/>
                </a:lnTo>
                <a:close/>
                <a:moveTo>
                  <a:pt x="178" y="74"/>
                </a:moveTo>
                <a:cubicBezTo>
                  <a:pt x="178" y="74"/>
                  <a:pt x="178" y="75"/>
                  <a:pt x="178" y="75"/>
                </a:cubicBezTo>
                <a:cubicBezTo>
                  <a:pt x="178" y="103"/>
                  <a:pt x="178" y="103"/>
                  <a:pt x="178" y="103"/>
                </a:cubicBezTo>
                <a:cubicBezTo>
                  <a:pt x="149" y="96"/>
                  <a:pt x="149" y="96"/>
                  <a:pt x="149" y="96"/>
                </a:cubicBezTo>
                <a:cubicBezTo>
                  <a:pt x="154" y="84"/>
                  <a:pt x="165" y="75"/>
                  <a:pt x="178" y="74"/>
                </a:cubicBezTo>
                <a:close/>
                <a:moveTo>
                  <a:pt x="204" y="156"/>
                </a:moveTo>
                <a:cubicBezTo>
                  <a:pt x="202" y="154"/>
                  <a:pt x="200" y="154"/>
                  <a:pt x="198" y="156"/>
                </a:cubicBezTo>
                <a:cubicBezTo>
                  <a:pt x="197" y="157"/>
                  <a:pt x="197" y="160"/>
                  <a:pt x="198" y="162"/>
                </a:cubicBezTo>
                <a:cubicBezTo>
                  <a:pt x="211" y="174"/>
                  <a:pt x="211" y="174"/>
                  <a:pt x="211" y="174"/>
                </a:cubicBezTo>
                <a:cubicBezTo>
                  <a:pt x="147" y="238"/>
                  <a:pt x="147" y="238"/>
                  <a:pt x="147" y="238"/>
                </a:cubicBezTo>
                <a:cubicBezTo>
                  <a:pt x="111" y="203"/>
                  <a:pt x="111" y="203"/>
                  <a:pt x="111" y="203"/>
                </a:cubicBezTo>
                <a:cubicBezTo>
                  <a:pt x="119" y="197"/>
                  <a:pt x="119" y="197"/>
                  <a:pt x="119" y="197"/>
                </a:cubicBezTo>
                <a:cubicBezTo>
                  <a:pt x="120" y="195"/>
                  <a:pt x="120" y="193"/>
                  <a:pt x="119" y="191"/>
                </a:cubicBezTo>
                <a:cubicBezTo>
                  <a:pt x="117" y="189"/>
                  <a:pt x="115" y="189"/>
                  <a:pt x="113" y="191"/>
                </a:cubicBezTo>
                <a:cubicBezTo>
                  <a:pt x="102" y="200"/>
                  <a:pt x="102" y="200"/>
                  <a:pt x="102" y="200"/>
                </a:cubicBezTo>
                <a:cubicBezTo>
                  <a:pt x="102" y="200"/>
                  <a:pt x="102" y="200"/>
                  <a:pt x="102" y="200"/>
                </a:cubicBezTo>
                <a:cubicBezTo>
                  <a:pt x="93" y="192"/>
                  <a:pt x="93" y="192"/>
                  <a:pt x="93" y="192"/>
                </a:cubicBezTo>
                <a:cubicBezTo>
                  <a:pt x="103" y="181"/>
                  <a:pt x="103" y="181"/>
                  <a:pt x="103" y="181"/>
                </a:cubicBezTo>
                <a:cubicBezTo>
                  <a:pt x="105" y="179"/>
                  <a:pt x="105" y="177"/>
                  <a:pt x="103" y="175"/>
                </a:cubicBezTo>
                <a:cubicBezTo>
                  <a:pt x="102" y="174"/>
                  <a:pt x="99" y="174"/>
                  <a:pt x="98" y="175"/>
                </a:cubicBezTo>
                <a:cubicBezTo>
                  <a:pt x="90" y="183"/>
                  <a:pt x="90" y="183"/>
                  <a:pt x="90" y="183"/>
                </a:cubicBezTo>
                <a:cubicBezTo>
                  <a:pt x="89" y="181"/>
                  <a:pt x="89" y="181"/>
                  <a:pt x="89" y="181"/>
                </a:cubicBezTo>
                <a:cubicBezTo>
                  <a:pt x="89" y="180"/>
                  <a:pt x="88" y="179"/>
                  <a:pt x="88" y="179"/>
                </a:cubicBezTo>
                <a:cubicBezTo>
                  <a:pt x="70" y="162"/>
                  <a:pt x="70" y="162"/>
                  <a:pt x="70" y="162"/>
                </a:cubicBezTo>
                <a:cubicBezTo>
                  <a:pt x="70" y="162"/>
                  <a:pt x="70" y="162"/>
                  <a:pt x="70" y="162"/>
                </a:cubicBezTo>
                <a:cubicBezTo>
                  <a:pt x="70" y="143"/>
                  <a:pt x="70" y="143"/>
                  <a:pt x="70" y="143"/>
                </a:cubicBezTo>
                <a:cubicBezTo>
                  <a:pt x="70" y="141"/>
                  <a:pt x="68" y="139"/>
                  <a:pt x="66" y="139"/>
                </a:cubicBezTo>
                <a:cubicBezTo>
                  <a:pt x="63" y="139"/>
                  <a:pt x="62" y="141"/>
                  <a:pt x="62" y="143"/>
                </a:cubicBezTo>
                <a:cubicBezTo>
                  <a:pt x="62" y="160"/>
                  <a:pt x="62" y="160"/>
                  <a:pt x="62" y="160"/>
                </a:cubicBezTo>
                <a:cubicBezTo>
                  <a:pt x="38" y="158"/>
                  <a:pt x="38" y="158"/>
                  <a:pt x="38" y="158"/>
                </a:cubicBezTo>
                <a:cubicBezTo>
                  <a:pt x="48" y="140"/>
                  <a:pt x="48" y="140"/>
                  <a:pt x="48" y="140"/>
                </a:cubicBezTo>
                <a:cubicBezTo>
                  <a:pt x="111" y="76"/>
                  <a:pt x="111" y="76"/>
                  <a:pt x="111" y="76"/>
                </a:cubicBezTo>
                <a:cubicBezTo>
                  <a:pt x="113" y="75"/>
                  <a:pt x="113" y="72"/>
                  <a:pt x="111" y="71"/>
                </a:cubicBezTo>
                <a:cubicBezTo>
                  <a:pt x="109" y="69"/>
                  <a:pt x="107" y="69"/>
                  <a:pt x="105" y="71"/>
                </a:cubicBezTo>
                <a:cubicBezTo>
                  <a:pt x="42" y="135"/>
                  <a:pt x="42" y="135"/>
                  <a:pt x="42" y="135"/>
                </a:cubicBezTo>
                <a:cubicBezTo>
                  <a:pt x="42" y="135"/>
                  <a:pt x="42" y="135"/>
                  <a:pt x="41" y="135"/>
                </a:cubicBezTo>
                <a:cubicBezTo>
                  <a:pt x="35" y="147"/>
                  <a:pt x="35" y="147"/>
                  <a:pt x="35" y="147"/>
                </a:cubicBezTo>
                <a:cubicBezTo>
                  <a:pt x="34" y="147"/>
                  <a:pt x="34" y="147"/>
                  <a:pt x="33" y="147"/>
                </a:cubicBezTo>
                <a:cubicBezTo>
                  <a:pt x="27" y="150"/>
                  <a:pt x="27" y="150"/>
                  <a:pt x="27" y="150"/>
                </a:cubicBezTo>
                <a:cubicBezTo>
                  <a:pt x="15" y="156"/>
                  <a:pt x="7" y="168"/>
                  <a:pt x="6" y="181"/>
                </a:cubicBezTo>
                <a:cubicBezTo>
                  <a:pt x="0" y="243"/>
                  <a:pt x="0" y="243"/>
                  <a:pt x="0" y="243"/>
                </a:cubicBezTo>
                <a:cubicBezTo>
                  <a:pt x="0" y="246"/>
                  <a:pt x="1" y="248"/>
                  <a:pt x="3" y="248"/>
                </a:cubicBezTo>
                <a:cubicBezTo>
                  <a:pt x="4" y="248"/>
                  <a:pt x="4" y="248"/>
                  <a:pt x="4" y="248"/>
                </a:cubicBezTo>
                <a:cubicBezTo>
                  <a:pt x="6" y="248"/>
                  <a:pt x="8" y="246"/>
                  <a:pt x="8" y="244"/>
                </a:cubicBezTo>
                <a:cubicBezTo>
                  <a:pt x="14" y="182"/>
                  <a:pt x="14" y="182"/>
                  <a:pt x="14" y="182"/>
                </a:cubicBezTo>
                <a:cubicBezTo>
                  <a:pt x="15" y="172"/>
                  <a:pt x="20" y="164"/>
                  <a:pt x="29" y="159"/>
                </a:cubicBezTo>
                <a:cubicBezTo>
                  <a:pt x="28" y="160"/>
                  <a:pt x="28" y="160"/>
                  <a:pt x="28" y="160"/>
                </a:cubicBezTo>
                <a:cubicBezTo>
                  <a:pt x="27" y="161"/>
                  <a:pt x="27" y="163"/>
                  <a:pt x="28" y="164"/>
                </a:cubicBezTo>
                <a:cubicBezTo>
                  <a:pt x="28" y="165"/>
                  <a:pt x="30" y="166"/>
                  <a:pt x="31" y="166"/>
                </a:cubicBezTo>
                <a:cubicBezTo>
                  <a:pt x="65" y="169"/>
                  <a:pt x="65" y="169"/>
                  <a:pt x="65" y="169"/>
                </a:cubicBezTo>
                <a:cubicBezTo>
                  <a:pt x="81" y="184"/>
                  <a:pt x="81" y="184"/>
                  <a:pt x="81" y="184"/>
                </a:cubicBezTo>
                <a:cubicBezTo>
                  <a:pt x="85" y="195"/>
                  <a:pt x="85" y="195"/>
                  <a:pt x="85" y="195"/>
                </a:cubicBezTo>
                <a:cubicBezTo>
                  <a:pt x="85" y="195"/>
                  <a:pt x="86" y="196"/>
                  <a:pt x="86" y="197"/>
                </a:cubicBezTo>
                <a:cubicBezTo>
                  <a:pt x="100" y="209"/>
                  <a:pt x="100" y="209"/>
                  <a:pt x="100" y="209"/>
                </a:cubicBezTo>
                <a:cubicBezTo>
                  <a:pt x="101" y="209"/>
                  <a:pt x="102" y="210"/>
                  <a:pt x="103" y="210"/>
                </a:cubicBezTo>
                <a:cubicBezTo>
                  <a:pt x="107" y="209"/>
                  <a:pt x="107" y="209"/>
                  <a:pt x="107" y="209"/>
                </a:cubicBezTo>
                <a:cubicBezTo>
                  <a:pt x="144" y="247"/>
                  <a:pt x="144" y="247"/>
                  <a:pt x="144" y="247"/>
                </a:cubicBezTo>
                <a:cubicBezTo>
                  <a:pt x="145" y="247"/>
                  <a:pt x="146" y="248"/>
                  <a:pt x="147" y="248"/>
                </a:cubicBezTo>
                <a:cubicBezTo>
                  <a:pt x="148" y="248"/>
                  <a:pt x="149" y="247"/>
                  <a:pt x="150" y="247"/>
                </a:cubicBezTo>
                <a:cubicBezTo>
                  <a:pt x="219" y="177"/>
                  <a:pt x="219" y="177"/>
                  <a:pt x="219" y="177"/>
                </a:cubicBezTo>
                <a:cubicBezTo>
                  <a:pt x="221" y="175"/>
                  <a:pt x="221" y="173"/>
                  <a:pt x="219" y="171"/>
                </a:cubicBezTo>
                <a:lnTo>
                  <a:pt x="204" y="156"/>
                </a:lnTo>
                <a:close/>
                <a:moveTo>
                  <a:pt x="123" y="159"/>
                </a:moveTo>
                <a:cubicBezTo>
                  <a:pt x="123" y="165"/>
                  <a:pt x="129" y="170"/>
                  <a:pt x="135" y="170"/>
                </a:cubicBezTo>
                <a:cubicBezTo>
                  <a:pt x="142" y="170"/>
                  <a:pt x="147" y="165"/>
                  <a:pt x="147" y="159"/>
                </a:cubicBezTo>
                <a:cubicBezTo>
                  <a:pt x="147" y="152"/>
                  <a:pt x="142" y="147"/>
                  <a:pt x="135" y="147"/>
                </a:cubicBezTo>
                <a:cubicBezTo>
                  <a:pt x="129" y="147"/>
                  <a:pt x="123" y="152"/>
                  <a:pt x="123" y="159"/>
                </a:cubicBezTo>
                <a:close/>
                <a:moveTo>
                  <a:pt x="139" y="159"/>
                </a:moveTo>
                <a:cubicBezTo>
                  <a:pt x="139" y="161"/>
                  <a:pt x="137" y="162"/>
                  <a:pt x="135" y="162"/>
                </a:cubicBezTo>
                <a:cubicBezTo>
                  <a:pt x="133" y="162"/>
                  <a:pt x="131" y="161"/>
                  <a:pt x="131" y="159"/>
                </a:cubicBezTo>
                <a:cubicBezTo>
                  <a:pt x="131" y="157"/>
                  <a:pt x="133" y="155"/>
                  <a:pt x="135" y="155"/>
                </a:cubicBezTo>
                <a:cubicBezTo>
                  <a:pt x="137" y="155"/>
                  <a:pt x="139" y="157"/>
                  <a:pt x="139" y="159"/>
                </a:cubicBezTo>
                <a:close/>
                <a:moveTo>
                  <a:pt x="124" y="58"/>
                </a:moveTo>
                <a:cubicBezTo>
                  <a:pt x="121" y="58"/>
                  <a:pt x="120" y="60"/>
                  <a:pt x="120" y="62"/>
                </a:cubicBezTo>
                <a:cubicBezTo>
                  <a:pt x="120" y="140"/>
                  <a:pt x="120" y="140"/>
                  <a:pt x="120" y="140"/>
                </a:cubicBezTo>
                <a:cubicBezTo>
                  <a:pt x="115" y="142"/>
                  <a:pt x="112" y="146"/>
                  <a:pt x="112" y="151"/>
                </a:cubicBezTo>
                <a:cubicBezTo>
                  <a:pt x="112" y="163"/>
                  <a:pt x="112" y="163"/>
                  <a:pt x="112" y="163"/>
                </a:cubicBezTo>
                <a:cubicBezTo>
                  <a:pt x="112" y="173"/>
                  <a:pt x="121" y="182"/>
                  <a:pt x="131" y="182"/>
                </a:cubicBezTo>
                <a:cubicBezTo>
                  <a:pt x="139" y="182"/>
                  <a:pt x="139" y="182"/>
                  <a:pt x="139" y="182"/>
                </a:cubicBezTo>
                <a:cubicBezTo>
                  <a:pt x="148" y="182"/>
                  <a:pt x="156" y="175"/>
                  <a:pt x="158" y="167"/>
                </a:cubicBezTo>
                <a:cubicBezTo>
                  <a:pt x="166" y="167"/>
                  <a:pt x="166" y="167"/>
                  <a:pt x="166" y="167"/>
                </a:cubicBezTo>
                <a:cubicBezTo>
                  <a:pt x="168" y="167"/>
                  <a:pt x="170" y="165"/>
                  <a:pt x="170" y="163"/>
                </a:cubicBezTo>
                <a:cubicBezTo>
                  <a:pt x="170" y="155"/>
                  <a:pt x="170" y="155"/>
                  <a:pt x="170" y="155"/>
                </a:cubicBezTo>
                <a:cubicBezTo>
                  <a:pt x="162" y="155"/>
                  <a:pt x="162" y="155"/>
                  <a:pt x="162" y="155"/>
                </a:cubicBezTo>
                <a:cubicBezTo>
                  <a:pt x="162" y="159"/>
                  <a:pt x="162" y="159"/>
                  <a:pt x="162" y="159"/>
                </a:cubicBezTo>
                <a:cubicBezTo>
                  <a:pt x="155" y="159"/>
                  <a:pt x="155" y="159"/>
                  <a:pt x="155" y="159"/>
                </a:cubicBezTo>
                <a:cubicBezTo>
                  <a:pt x="152" y="159"/>
                  <a:pt x="151" y="160"/>
                  <a:pt x="151" y="163"/>
                </a:cubicBezTo>
                <a:cubicBezTo>
                  <a:pt x="151" y="169"/>
                  <a:pt x="145" y="174"/>
                  <a:pt x="139" y="174"/>
                </a:cubicBezTo>
                <a:cubicBezTo>
                  <a:pt x="131" y="174"/>
                  <a:pt x="131" y="174"/>
                  <a:pt x="131" y="174"/>
                </a:cubicBezTo>
                <a:cubicBezTo>
                  <a:pt x="125" y="174"/>
                  <a:pt x="120" y="169"/>
                  <a:pt x="120" y="163"/>
                </a:cubicBezTo>
                <a:cubicBezTo>
                  <a:pt x="120" y="151"/>
                  <a:pt x="120" y="151"/>
                  <a:pt x="120" y="151"/>
                </a:cubicBezTo>
                <a:cubicBezTo>
                  <a:pt x="120" y="149"/>
                  <a:pt x="122" y="147"/>
                  <a:pt x="124" y="147"/>
                </a:cubicBezTo>
                <a:cubicBezTo>
                  <a:pt x="126" y="147"/>
                  <a:pt x="128" y="145"/>
                  <a:pt x="128" y="143"/>
                </a:cubicBezTo>
                <a:cubicBezTo>
                  <a:pt x="128" y="66"/>
                  <a:pt x="128" y="66"/>
                  <a:pt x="128" y="66"/>
                </a:cubicBezTo>
                <a:cubicBezTo>
                  <a:pt x="143" y="66"/>
                  <a:pt x="143" y="66"/>
                  <a:pt x="143" y="66"/>
                </a:cubicBezTo>
                <a:cubicBezTo>
                  <a:pt x="143" y="70"/>
                  <a:pt x="143" y="70"/>
                  <a:pt x="143" y="70"/>
                </a:cubicBezTo>
                <a:cubicBezTo>
                  <a:pt x="151" y="70"/>
                  <a:pt x="151" y="70"/>
                  <a:pt x="151" y="70"/>
                </a:cubicBezTo>
                <a:cubicBezTo>
                  <a:pt x="151" y="62"/>
                  <a:pt x="151" y="62"/>
                  <a:pt x="151" y="62"/>
                </a:cubicBezTo>
                <a:cubicBezTo>
                  <a:pt x="151" y="60"/>
                  <a:pt x="149" y="58"/>
                  <a:pt x="147" y="58"/>
                </a:cubicBezTo>
                <a:cubicBezTo>
                  <a:pt x="139" y="58"/>
                  <a:pt x="139" y="58"/>
                  <a:pt x="139" y="58"/>
                </a:cubicBezTo>
                <a:cubicBezTo>
                  <a:pt x="139" y="50"/>
                  <a:pt x="139" y="50"/>
                  <a:pt x="139" y="50"/>
                </a:cubicBezTo>
                <a:cubicBezTo>
                  <a:pt x="139" y="50"/>
                  <a:pt x="140" y="50"/>
                  <a:pt x="140" y="50"/>
                </a:cubicBezTo>
                <a:cubicBezTo>
                  <a:pt x="147" y="48"/>
                  <a:pt x="153" y="43"/>
                  <a:pt x="154" y="36"/>
                </a:cubicBezTo>
                <a:cubicBezTo>
                  <a:pt x="155" y="30"/>
                  <a:pt x="154" y="25"/>
                  <a:pt x="152" y="21"/>
                </a:cubicBezTo>
                <a:cubicBezTo>
                  <a:pt x="149" y="16"/>
                  <a:pt x="144" y="13"/>
                  <a:pt x="139" y="12"/>
                </a:cubicBezTo>
                <a:cubicBezTo>
                  <a:pt x="139" y="0"/>
                  <a:pt x="139" y="0"/>
                  <a:pt x="139" y="0"/>
                </a:cubicBezTo>
                <a:cubicBezTo>
                  <a:pt x="136" y="0"/>
                  <a:pt x="136" y="0"/>
                  <a:pt x="136" y="0"/>
                </a:cubicBezTo>
                <a:cubicBezTo>
                  <a:pt x="136" y="0"/>
                  <a:pt x="135" y="0"/>
                  <a:pt x="135" y="0"/>
                </a:cubicBezTo>
                <a:cubicBezTo>
                  <a:pt x="135" y="0"/>
                  <a:pt x="135" y="0"/>
                  <a:pt x="135" y="0"/>
                </a:cubicBezTo>
                <a:cubicBezTo>
                  <a:pt x="131" y="0"/>
                  <a:pt x="131" y="0"/>
                  <a:pt x="131" y="0"/>
                </a:cubicBezTo>
                <a:cubicBezTo>
                  <a:pt x="131" y="12"/>
                  <a:pt x="131" y="12"/>
                  <a:pt x="131" y="12"/>
                </a:cubicBezTo>
                <a:cubicBezTo>
                  <a:pt x="131" y="16"/>
                  <a:pt x="134" y="19"/>
                  <a:pt x="138" y="20"/>
                </a:cubicBezTo>
                <a:cubicBezTo>
                  <a:pt x="141" y="21"/>
                  <a:pt x="143" y="22"/>
                  <a:pt x="145" y="25"/>
                </a:cubicBezTo>
                <a:cubicBezTo>
                  <a:pt x="147" y="28"/>
                  <a:pt x="147" y="31"/>
                  <a:pt x="146" y="34"/>
                </a:cubicBezTo>
                <a:cubicBezTo>
                  <a:pt x="146" y="38"/>
                  <a:pt x="143" y="41"/>
                  <a:pt x="139" y="42"/>
                </a:cubicBezTo>
                <a:cubicBezTo>
                  <a:pt x="139" y="39"/>
                  <a:pt x="139" y="39"/>
                  <a:pt x="139" y="39"/>
                </a:cubicBezTo>
                <a:cubicBezTo>
                  <a:pt x="139" y="37"/>
                  <a:pt x="137" y="35"/>
                  <a:pt x="135" y="35"/>
                </a:cubicBezTo>
                <a:cubicBezTo>
                  <a:pt x="133" y="35"/>
                  <a:pt x="131" y="37"/>
                  <a:pt x="131" y="39"/>
                </a:cubicBezTo>
                <a:cubicBezTo>
                  <a:pt x="131" y="42"/>
                  <a:pt x="131" y="42"/>
                  <a:pt x="131" y="42"/>
                </a:cubicBezTo>
                <a:cubicBezTo>
                  <a:pt x="130" y="41"/>
                  <a:pt x="129" y="41"/>
                  <a:pt x="128" y="40"/>
                </a:cubicBezTo>
                <a:cubicBezTo>
                  <a:pt x="125" y="38"/>
                  <a:pt x="124" y="35"/>
                  <a:pt x="124" y="31"/>
                </a:cubicBezTo>
                <a:cubicBezTo>
                  <a:pt x="124" y="29"/>
                  <a:pt x="122" y="27"/>
                  <a:pt x="120" y="27"/>
                </a:cubicBezTo>
                <a:cubicBezTo>
                  <a:pt x="118" y="27"/>
                  <a:pt x="116" y="29"/>
                  <a:pt x="116" y="31"/>
                </a:cubicBezTo>
                <a:cubicBezTo>
                  <a:pt x="116" y="37"/>
                  <a:pt x="118" y="43"/>
                  <a:pt x="123" y="46"/>
                </a:cubicBezTo>
                <a:cubicBezTo>
                  <a:pt x="125" y="48"/>
                  <a:pt x="128" y="50"/>
                  <a:pt x="131" y="50"/>
                </a:cubicBezTo>
                <a:cubicBezTo>
                  <a:pt x="131" y="58"/>
                  <a:pt x="131" y="58"/>
                  <a:pt x="131" y="58"/>
                </a:cubicBezTo>
                <a:lnTo>
                  <a:pt x="124" y="58"/>
                </a:lnTo>
                <a:close/>
                <a:moveTo>
                  <a:pt x="35" y="179"/>
                </a:moveTo>
                <a:cubicBezTo>
                  <a:pt x="35" y="177"/>
                  <a:pt x="34" y="174"/>
                  <a:pt x="31" y="174"/>
                </a:cubicBezTo>
                <a:cubicBezTo>
                  <a:pt x="29" y="174"/>
                  <a:pt x="27" y="175"/>
                  <a:pt x="27" y="177"/>
                </a:cubicBezTo>
                <a:cubicBezTo>
                  <a:pt x="23" y="201"/>
                  <a:pt x="30" y="243"/>
                  <a:pt x="31" y="244"/>
                </a:cubicBezTo>
                <a:cubicBezTo>
                  <a:pt x="31" y="246"/>
                  <a:pt x="33" y="248"/>
                  <a:pt x="35" y="248"/>
                </a:cubicBezTo>
                <a:cubicBezTo>
                  <a:pt x="35" y="248"/>
                  <a:pt x="35" y="248"/>
                  <a:pt x="35" y="248"/>
                </a:cubicBezTo>
                <a:cubicBezTo>
                  <a:pt x="38" y="247"/>
                  <a:pt x="39" y="245"/>
                  <a:pt x="39" y="243"/>
                </a:cubicBezTo>
                <a:cubicBezTo>
                  <a:pt x="39" y="243"/>
                  <a:pt x="31" y="201"/>
                  <a:pt x="35" y="17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7" name="Freeform 62">
            <a:extLst>
              <a:ext uri="{FF2B5EF4-FFF2-40B4-BE49-F238E27FC236}">
                <a16:creationId xmlns:a16="http://schemas.microsoft.com/office/drawing/2014/main" id="{9040CE07-8E08-474C-86E7-22AEE3DBD8BD}"/>
              </a:ext>
            </a:extLst>
          </p:cNvPr>
          <p:cNvSpPr>
            <a:spLocks noChangeAspect="1" noEditPoints="1"/>
          </p:cNvSpPr>
          <p:nvPr/>
        </p:nvSpPr>
        <p:spPr bwMode="auto">
          <a:xfrm>
            <a:off x="573088" y="2415381"/>
            <a:ext cx="400050" cy="400050"/>
          </a:xfrm>
          <a:custGeom>
            <a:avLst/>
            <a:gdLst>
              <a:gd name="T0" fmla="*/ 152 w 256"/>
              <a:gd name="T1" fmla="*/ 118 h 256"/>
              <a:gd name="T2" fmla="*/ 147 w 256"/>
              <a:gd name="T3" fmla="*/ 97 h 256"/>
              <a:gd name="T4" fmla="*/ 144 w 256"/>
              <a:gd name="T5" fmla="*/ 92 h 256"/>
              <a:gd name="T6" fmla="*/ 136 w 256"/>
              <a:gd name="T7" fmla="*/ 92 h 256"/>
              <a:gd name="T8" fmla="*/ 141 w 256"/>
              <a:gd name="T9" fmla="*/ 103 h 256"/>
              <a:gd name="T10" fmla="*/ 126 w 256"/>
              <a:gd name="T11" fmla="*/ 122 h 256"/>
              <a:gd name="T12" fmla="*/ 115 w 256"/>
              <a:gd name="T13" fmla="*/ 122 h 256"/>
              <a:gd name="T14" fmla="*/ 110 w 256"/>
              <a:gd name="T15" fmla="*/ 108 h 256"/>
              <a:gd name="T16" fmla="*/ 89 w 256"/>
              <a:gd name="T17" fmla="*/ 112 h 256"/>
              <a:gd name="T18" fmla="*/ 93 w 256"/>
              <a:gd name="T19" fmla="*/ 129 h 256"/>
              <a:gd name="T20" fmla="*/ 124 w 256"/>
              <a:gd name="T21" fmla="*/ 152 h 256"/>
              <a:gd name="T22" fmla="*/ 137 w 256"/>
              <a:gd name="T23" fmla="*/ 140 h 256"/>
              <a:gd name="T24" fmla="*/ 103 w 256"/>
              <a:gd name="T25" fmla="*/ 133 h 256"/>
              <a:gd name="T26" fmla="*/ 98 w 256"/>
              <a:gd name="T27" fmla="*/ 113 h 256"/>
              <a:gd name="T28" fmla="*/ 103 w 256"/>
              <a:gd name="T29" fmla="*/ 112 h 256"/>
              <a:gd name="T30" fmla="*/ 110 w 256"/>
              <a:gd name="T31" fmla="*/ 128 h 256"/>
              <a:gd name="T32" fmla="*/ 131 w 256"/>
              <a:gd name="T33" fmla="*/ 127 h 256"/>
              <a:gd name="T34" fmla="*/ 135 w 256"/>
              <a:gd name="T35" fmla="*/ 110 h 256"/>
              <a:gd name="T36" fmla="*/ 126 w 256"/>
              <a:gd name="T37" fmla="*/ 98 h 256"/>
              <a:gd name="T38" fmla="*/ 120 w 256"/>
              <a:gd name="T39" fmla="*/ 80 h 256"/>
              <a:gd name="T40" fmla="*/ 118 w 256"/>
              <a:gd name="T41" fmla="*/ 101 h 256"/>
              <a:gd name="T42" fmla="*/ 127 w 256"/>
              <a:gd name="T43" fmla="*/ 113 h 256"/>
              <a:gd name="T44" fmla="*/ 99 w 256"/>
              <a:gd name="T45" fmla="*/ 72 h 256"/>
              <a:gd name="T46" fmla="*/ 179 w 256"/>
              <a:gd name="T47" fmla="*/ 51 h 256"/>
              <a:gd name="T48" fmla="*/ 84 w 256"/>
              <a:gd name="T49" fmla="*/ 0 h 256"/>
              <a:gd name="T50" fmla="*/ 99 w 256"/>
              <a:gd name="T51" fmla="*/ 72 h 256"/>
              <a:gd name="T52" fmla="*/ 137 w 256"/>
              <a:gd name="T53" fmla="*/ 68 h 256"/>
              <a:gd name="T54" fmla="*/ 172 w 256"/>
              <a:gd name="T55" fmla="*/ 15 h 256"/>
              <a:gd name="T56" fmla="*/ 102 w 256"/>
              <a:gd name="T57" fmla="*/ 63 h 256"/>
              <a:gd name="T58" fmla="*/ 88 w 256"/>
              <a:gd name="T59" fmla="*/ 8 h 256"/>
              <a:gd name="T60" fmla="*/ 88 w 256"/>
              <a:gd name="T61" fmla="*/ 39 h 256"/>
              <a:gd name="T62" fmla="*/ 97 w 256"/>
              <a:gd name="T63" fmla="*/ 57 h 256"/>
              <a:gd name="T64" fmla="*/ 146 w 256"/>
              <a:gd name="T65" fmla="*/ 131 h 256"/>
              <a:gd name="T66" fmla="*/ 230 w 256"/>
              <a:gd name="T67" fmla="*/ 173 h 256"/>
              <a:gd name="T68" fmla="*/ 30 w 256"/>
              <a:gd name="T69" fmla="*/ 180 h 256"/>
              <a:gd name="T70" fmla="*/ 26 w 256"/>
              <a:gd name="T71" fmla="*/ 172 h 256"/>
              <a:gd name="T72" fmla="*/ 48 w 256"/>
              <a:gd name="T73" fmla="*/ 220 h 256"/>
              <a:gd name="T74" fmla="*/ 68 w 256"/>
              <a:gd name="T75" fmla="*/ 232 h 256"/>
              <a:gd name="T76" fmla="*/ 68 w 256"/>
              <a:gd name="T77" fmla="*/ 232 h 256"/>
              <a:gd name="T78" fmla="*/ 148 w 256"/>
              <a:gd name="T79" fmla="*/ 220 h 256"/>
              <a:gd name="T80" fmla="*/ 128 w 256"/>
              <a:gd name="T81" fmla="*/ 208 h 256"/>
              <a:gd name="T82" fmla="*/ 256 w 256"/>
              <a:gd name="T83" fmla="*/ 204 h 256"/>
              <a:gd name="T84" fmla="*/ 0 w 256"/>
              <a:gd name="T85" fmla="*/ 188 h 256"/>
              <a:gd name="T86" fmla="*/ 16 w 256"/>
              <a:gd name="T87" fmla="*/ 220 h 256"/>
              <a:gd name="T88" fmla="*/ 0 w 256"/>
              <a:gd name="T89" fmla="*/ 252 h 256"/>
              <a:gd name="T90" fmla="*/ 256 w 256"/>
              <a:gd name="T91" fmla="*/ 236 h 256"/>
              <a:gd name="T92" fmla="*/ 244 w 256"/>
              <a:gd name="T93" fmla="*/ 212 h 256"/>
              <a:gd name="T94" fmla="*/ 248 w 256"/>
              <a:gd name="T95" fmla="*/ 248 h 256"/>
              <a:gd name="T96" fmla="*/ 24 w 256"/>
              <a:gd name="T97" fmla="*/ 220 h 256"/>
              <a:gd name="T98" fmla="*/ 248 w 256"/>
              <a:gd name="T99" fmla="*/ 192 h 256"/>
              <a:gd name="T100" fmla="*/ 238 w 256"/>
              <a:gd name="T101" fmla="*/ 234 h 256"/>
              <a:gd name="T102" fmla="*/ 208 w 256"/>
              <a:gd name="T103" fmla="*/ 220 h 256"/>
              <a:gd name="T104" fmla="*/ 188 w 256"/>
              <a:gd name="T105" fmla="*/ 20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146" y="111"/>
                </a:moveTo>
                <a:cubicBezTo>
                  <a:pt x="147" y="112"/>
                  <a:pt x="147" y="114"/>
                  <a:pt x="148" y="115"/>
                </a:cubicBezTo>
                <a:cubicBezTo>
                  <a:pt x="148" y="117"/>
                  <a:pt x="150" y="118"/>
                  <a:pt x="151" y="118"/>
                </a:cubicBezTo>
                <a:cubicBezTo>
                  <a:pt x="152" y="118"/>
                  <a:pt x="152" y="118"/>
                  <a:pt x="152" y="118"/>
                </a:cubicBezTo>
                <a:cubicBezTo>
                  <a:pt x="154" y="118"/>
                  <a:pt x="156" y="116"/>
                  <a:pt x="155" y="114"/>
                </a:cubicBezTo>
                <a:cubicBezTo>
                  <a:pt x="155" y="112"/>
                  <a:pt x="154" y="109"/>
                  <a:pt x="153" y="108"/>
                </a:cubicBezTo>
                <a:cubicBezTo>
                  <a:pt x="153" y="106"/>
                  <a:pt x="152" y="104"/>
                  <a:pt x="151" y="102"/>
                </a:cubicBezTo>
                <a:cubicBezTo>
                  <a:pt x="149" y="100"/>
                  <a:pt x="148" y="99"/>
                  <a:pt x="147" y="97"/>
                </a:cubicBezTo>
                <a:cubicBezTo>
                  <a:pt x="146" y="97"/>
                  <a:pt x="146" y="97"/>
                  <a:pt x="146" y="96"/>
                </a:cubicBezTo>
                <a:cubicBezTo>
                  <a:pt x="145" y="96"/>
                  <a:pt x="145" y="95"/>
                  <a:pt x="145" y="95"/>
                </a:cubicBezTo>
                <a:cubicBezTo>
                  <a:pt x="144" y="94"/>
                  <a:pt x="144" y="94"/>
                  <a:pt x="144" y="93"/>
                </a:cubicBezTo>
                <a:cubicBezTo>
                  <a:pt x="144" y="93"/>
                  <a:pt x="144" y="92"/>
                  <a:pt x="144" y="92"/>
                </a:cubicBezTo>
                <a:cubicBezTo>
                  <a:pt x="144" y="84"/>
                  <a:pt x="144" y="84"/>
                  <a:pt x="144" y="84"/>
                </a:cubicBezTo>
                <a:cubicBezTo>
                  <a:pt x="144" y="82"/>
                  <a:pt x="142" y="80"/>
                  <a:pt x="140" y="80"/>
                </a:cubicBezTo>
                <a:cubicBezTo>
                  <a:pt x="138" y="80"/>
                  <a:pt x="136" y="82"/>
                  <a:pt x="136" y="84"/>
                </a:cubicBezTo>
                <a:cubicBezTo>
                  <a:pt x="136" y="92"/>
                  <a:pt x="136" y="92"/>
                  <a:pt x="136" y="92"/>
                </a:cubicBezTo>
                <a:cubicBezTo>
                  <a:pt x="136" y="93"/>
                  <a:pt x="136" y="94"/>
                  <a:pt x="136" y="95"/>
                </a:cubicBezTo>
                <a:cubicBezTo>
                  <a:pt x="137" y="96"/>
                  <a:pt x="137" y="97"/>
                  <a:pt x="137" y="98"/>
                </a:cubicBezTo>
                <a:cubicBezTo>
                  <a:pt x="138" y="99"/>
                  <a:pt x="138" y="100"/>
                  <a:pt x="139" y="101"/>
                </a:cubicBezTo>
                <a:cubicBezTo>
                  <a:pt x="140" y="101"/>
                  <a:pt x="140" y="102"/>
                  <a:pt x="141" y="103"/>
                </a:cubicBezTo>
                <a:cubicBezTo>
                  <a:pt x="142" y="104"/>
                  <a:pt x="143" y="105"/>
                  <a:pt x="144" y="107"/>
                </a:cubicBezTo>
                <a:cubicBezTo>
                  <a:pt x="145" y="108"/>
                  <a:pt x="146" y="109"/>
                  <a:pt x="146" y="111"/>
                </a:cubicBezTo>
                <a:close/>
                <a:moveTo>
                  <a:pt x="127" y="120"/>
                </a:moveTo>
                <a:cubicBezTo>
                  <a:pt x="127" y="120"/>
                  <a:pt x="126" y="121"/>
                  <a:pt x="126" y="122"/>
                </a:cubicBezTo>
                <a:cubicBezTo>
                  <a:pt x="125" y="122"/>
                  <a:pt x="124" y="123"/>
                  <a:pt x="124" y="123"/>
                </a:cubicBezTo>
                <a:cubicBezTo>
                  <a:pt x="123" y="123"/>
                  <a:pt x="122" y="124"/>
                  <a:pt x="121" y="124"/>
                </a:cubicBezTo>
                <a:cubicBezTo>
                  <a:pt x="120" y="124"/>
                  <a:pt x="119" y="124"/>
                  <a:pt x="118" y="124"/>
                </a:cubicBezTo>
                <a:cubicBezTo>
                  <a:pt x="117" y="123"/>
                  <a:pt x="116" y="123"/>
                  <a:pt x="115" y="122"/>
                </a:cubicBezTo>
                <a:cubicBezTo>
                  <a:pt x="114" y="121"/>
                  <a:pt x="113" y="120"/>
                  <a:pt x="113" y="119"/>
                </a:cubicBezTo>
                <a:cubicBezTo>
                  <a:pt x="112" y="118"/>
                  <a:pt x="112" y="117"/>
                  <a:pt x="112" y="116"/>
                </a:cubicBezTo>
                <a:cubicBezTo>
                  <a:pt x="112" y="116"/>
                  <a:pt x="112" y="115"/>
                  <a:pt x="112" y="113"/>
                </a:cubicBezTo>
                <a:cubicBezTo>
                  <a:pt x="111" y="112"/>
                  <a:pt x="111" y="110"/>
                  <a:pt x="110" y="108"/>
                </a:cubicBezTo>
                <a:cubicBezTo>
                  <a:pt x="109" y="106"/>
                  <a:pt x="107" y="104"/>
                  <a:pt x="105" y="103"/>
                </a:cubicBezTo>
                <a:cubicBezTo>
                  <a:pt x="103" y="101"/>
                  <a:pt x="100" y="100"/>
                  <a:pt x="96" y="100"/>
                </a:cubicBezTo>
                <a:cubicBezTo>
                  <a:pt x="91" y="100"/>
                  <a:pt x="89" y="103"/>
                  <a:pt x="89" y="105"/>
                </a:cubicBezTo>
                <a:cubicBezTo>
                  <a:pt x="88" y="107"/>
                  <a:pt x="88" y="109"/>
                  <a:pt x="89" y="112"/>
                </a:cubicBezTo>
                <a:cubicBezTo>
                  <a:pt x="90" y="113"/>
                  <a:pt x="90" y="115"/>
                  <a:pt x="91" y="116"/>
                </a:cubicBezTo>
                <a:cubicBezTo>
                  <a:pt x="91" y="117"/>
                  <a:pt x="91" y="117"/>
                  <a:pt x="91" y="117"/>
                </a:cubicBezTo>
                <a:cubicBezTo>
                  <a:pt x="92" y="119"/>
                  <a:pt x="92" y="120"/>
                  <a:pt x="92" y="120"/>
                </a:cubicBezTo>
                <a:cubicBezTo>
                  <a:pt x="92" y="123"/>
                  <a:pt x="92" y="126"/>
                  <a:pt x="93" y="129"/>
                </a:cubicBezTo>
                <a:cubicBezTo>
                  <a:pt x="94" y="132"/>
                  <a:pt x="95" y="134"/>
                  <a:pt x="96" y="137"/>
                </a:cubicBezTo>
                <a:cubicBezTo>
                  <a:pt x="98" y="139"/>
                  <a:pt x="100" y="142"/>
                  <a:pt x="102" y="144"/>
                </a:cubicBezTo>
                <a:cubicBezTo>
                  <a:pt x="104" y="146"/>
                  <a:pt x="106" y="147"/>
                  <a:pt x="109" y="149"/>
                </a:cubicBezTo>
                <a:cubicBezTo>
                  <a:pt x="114" y="151"/>
                  <a:pt x="119" y="152"/>
                  <a:pt x="124" y="152"/>
                </a:cubicBezTo>
                <a:cubicBezTo>
                  <a:pt x="125" y="152"/>
                  <a:pt x="126" y="152"/>
                  <a:pt x="126" y="152"/>
                </a:cubicBezTo>
                <a:cubicBezTo>
                  <a:pt x="132" y="152"/>
                  <a:pt x="137" y="150"/>
                  <a:pt x="141" y="147"/>
                </a:cubicBezTo>
                <a:cubicBezTo>
                  <a:pt x="143" y="146"/>
                  <a:pt x="144" y="143"/>
                  <a:pt x="143" y="141"/>
                </a:cubicBezTo>
                <a:cubicBezTo>
                  <a:pt x="141" y="139"/>
                  <a:pt x="139" y="139"/>
                  <a:pt x="137" y="140"/>
                </a:cubicBezTo>
                <a:cubicBezTo>
                  <a:pt x="134" y="142"/>
                  <a:pt x="130" y="144"/>
                  <a:pt x="126" y="144"/>
                </a:cubicBezTo>
                <a:cubicBezTo>
                  <a:pt x="121" y="144"/>
                  <a:pt x="117" y="143"/>
                  <a:pt x="113" y="141"/>
                </a:cubicBezTo>
                <a:cubicBezTo>
                  <a:pt x="111" y="140"/>
                  <a:pt x="109" y="139"/>
                  <a:pt x="107" y="138"/>
                </a:cubicBezTo>
                <a:cubicBezTo>
                  <a:pt x="106" y="136"/>
                  <a:pt x="104" y="135"/>
                  <a:pt x="103" y="133"/>
                </a:cubicBezTo>
                <a:cubicBezTo>
                  <a:pt x="102" y="131"/>
                  <a:pt x="101" y="129"/>
                  <a:pt x="101" y="127"/>
                </a:cubicBezTo>
                <a:cubicBezTo>
                  <a:pt x="100" y="125"/>
                  <a:pt x="100" y="122"/>
                  <a:pt x="100" y="120"/>
                </a:cubicBezTo>
                <a:cubicBezTo>
                  <a:pt x="100" y="118"/>
                  <a:pt x="99" y="117"/>
                  <a:pt x="99" y="114"/>
                </a:cubicBezTo>
                <a:cubicBezTo>
                  <a:pt x="98" y="113"/>
                  <a:pt x="98" y="113"/>
                  <a:pt x="98" y="113"/>
                </a:cubicBezTo>
                <a:cubicBezTo>
                  <a:pt x="98" y="112"/>
                  <a:pt x="97" y="111"/>
                  <a:pt x="97" y="109"/>
                </a:cubicBezTo>
                <a:cubicBezTo>
                  <a:pt x="97" y="109"/>
                  <a:pt x="97" y="108"/>
                  <a:pt x="97" y="108"/>
                </a:cubicBezTo>
                <a:cubicBezTo>
                  <a:pt x="98" y="108"/>
                  <a:pt x="100" y="108"/>
                  <a:pt x="101" y="109"/>
                </a:cubicBezTo>
                <a:cubicBezTo>
                  <a:pt x="102" y="110"/>
                  <a:pt x="102" y="111"/>
                  <a:pt x="103" y="112"/>
                </a:cubicBezTo>
                <a:cubicBezTo>
                  <a:pt x="103" y="113"/>
                  <a:pt x="104" y="114"/>
                  <a:pt x="104" y="115"/>
                </a:cubicBezTo>
                <a:cubicBezTo>
                  <a:pt x="104" y="115"/>
                  <a:pt x="104" y="116"/>
                  <a:pt x="104" y="116"/>
                </a:cubicBezTo>
                <a:cubicBezTo>
                  <a:pt x="104" y="118"/>
                  <a:pt x="105" y="121"/>
                  <a:pt x="106" y="123"/>
                </a:cubicBezTo>
                <a:cubicBezTo>
                  <a:pt x="107" y="125"/>
                  <a:pt x="108" y="127"/>
                  <a:pt x="110" y="128"/>
                </a:cubicBezTo>
                <a:cubicBezTo>
                  <a:pt x="111" y="130"/>
                  <a:pt x="113" y="131"/>
                  <a:pt x="116" y="131"/>
                </a:cubicBezTo>
                <a:cubicBezTo>
                  <a:pt x="118" y="132"/>
                  <a:pt x="120" y="132"/>
                  <a:pt x="123" y="132"/>
                </a:cubicBezTo>
                <a:cubicBezTo>
                  <a:pt x="124" y="131"/>
                  <a:pt x="126" y="131"/>
                  <a:pt x="127" y="130"/>
                </a:cubicBezTo>
                <a:cubicBezTo>
                  <a:pt x="129" y="129"/>
                  <a:pt x="130" y="128"/>
                  <a:pt x="131" y="127"/>
                </a:cubicBezTo>
                <a:cubicBezTo>
                  <a:pt x="132" y="126"/>
                  <a:pt x="133" y="125"/>
                  <a:pt x="134" y="123"/>
                </a:cubicBezTo>
                <a:cubicBezTo>
                  <a:pt x="135" y="122"/>
                  <a:pt x="135" y="120"/>
                  <a:pt x="136" y="119"/>
                </a:cubicBezTo>
                <a:cubicBezTo>
                  <a:pt x="136" y="117"/>
                  <a:pt x="136" y="116"/>
                  <a:pt x="136" y="114"/>
                </a:cubicBezTo>
                <a:cubicBezTo>
                  <a:pt x="136" y="113"/>
                  <a:pt x="135" y="111"/>
                  <a:pt x="135" y="110"/>
                </a:cubicBezTo>
                <a:cubicBezTo>
                  <a:pt x="134" y="109"/>
                  <a:pt x="134" y="107"/>
                  <a:pt x="133" y="106"/>
                </a:cubicBezTo>
                <a:cubicBezTo>
                  <a:pt x="132" y="105"/>
                  <a:pt x="131" y="104"/>
                  <a:pt x="130" y="103"/>
                </a:cubicBezTo>
                <a:cubicBezTo>
                  <a:pt x="129" y="103"/>
                  <a:pt x="128" y="102"/>
                  <a:pt x="127" y="101"/>
                </a:cubicBezTo>
                <a:cubicBezTo>
                  <a:pt x="127" y="100"/>
                  <a:pt x="126" y="99"/>
                  <a:pt x="126" y="98"/>
                </a:cubicBezTo>
                <a:cubicBezTo>
                  <a:pt x="125" y="97"/>
                  <a:pt x="125" y="96"/>
                  <a:pt x="124" y="95"/>
                </a:cubicBezTo>
                <a:cubicBezTo>
                  <a:pt x="124" y="93"/>
                  <a:pt x="124" y="92"/>
                  <a:pt x="124" y="91"/>
                </a:cubicBezTo>
                <a:cubicBezTo>
                  <a:pt x="124" y="84"/>
                  <a:pt x="124" y="84"/>
                  <a:pt x="124" y="84"/>
                </a:cubicBezTo>
                <a:cubicBezTo>
                  <a:pt x="124" y="82"/>
                  <a:pt x="122" y="80"/>
                  <a:pt x="120" y="80"/>
                </a:cubicBezTo>
                <a:cubicBezTo>
                  <a:pt x="118" y="80"/>
                  <a:pt x="116" y="82"/>
                  <a:pt x="116" y="84"/>
                </a:cubicBezTo>
                <a:cubicBezTo>
                  <a:pt x="116" y="91"/>
                  <a:pt x="116" y="91"/>
                  <a:pt x="116" y="91"/>
                </a:cubicBezTo>
                <a:cubicBezTo>
                  <a:pt x="116" y="93"/>
                  <a:pt x="116" y="95"/>
                  <a:pt x="117" y="96"/>
                </a:cubicBezTo>
                <a:cubicBezTo>
                  <a:pt x="117" y="98"/>
                  <a:pt x="118" y="100"/>
                  <a:pt x="118" y="101"/>
                </a:cubicBezTo>
                <a:cubicBezTo>
                  <a:pt x="119" y="103"/>
                  <a:pt x="120" y="104"/>
                  <a:pt x="121" y="106"/>
                </a:cubicBezTo>
                <a:cubicBezTo>
                  <a:pt x="122" y="107"/>
                  <a:pt x="123" y="109"/>
                  <a:pt x="125" y="110"/>
                </a:cubicBezTo>
                <a:cubicBezTo>
                  <a:pt x="125" y="110"/>
                  <a:pt x="126" y="111"/>
                  <a:pt x="126" y="111"/>
                </a:cubicBezTo>
                <a:cubicBezTo>
                  <a:pt x="127" y="112"/>
                  <a:pt x="127" y="112"/>
                  <a:pt x="127" y="113"/>
                </a:cubicBezTo>
                <a:cubicBezTo>
                  <a:pt x="128" y="114"/>
                  <a:pt x="128" y="114"/>
                  <a:pt x="128" y="115"/>
                </a:cubicBezTo>
                <a:cubicBezTo>
                  <a:pt x="128" y="116"/>
                  <a:pt x="128" y="117"/>
                  <a:pt x="128" y="117"/>
                </a:cubicBezTo>
                <a:cubicBezTo>
                  <a:pt x="128" y="118"/>
                  <a:pt x="127" y="119"/>
                  <a:pt x="127" y="120"/>
                </a:cubicBezTo>
                <a:close/>
                <a:moveTo>
                  <a:pt x="99" y="72"/>
                </a:moveTo>
                <a:cubicBezTo>
                  <a:pt x="101" y="74"/>
                  <a:pt x="104" y="76"/>
                  <a:pt x="108" y="76"/>
                </a:cubicBezTo>
                <a:cubicBezTo>
                  <a:pt x="152" y="76"/>
                  <a:pt x="152" y="76"/>
                  <a:pt x="152" y="76"/>
                </a:cubicBezTo>
                <a:cubicBezTo>
                  <a:pt x="156" y="76"/>
                  <a:pt x="159" y="74"/>
                  <a:pt x="161" y="72"/>
                </a:cubicBezTo>
                <a:cubicBezTo>
                  <a:pt x="179" y="51"/>
                  <a:pt x="179" y="51"/>
                  <a:pt x="179" y="51"/>
                </a:cubicBezTo>
                <a:cubicBezTo>
                  <a:pt x="180" y="50"/>
                  <a:pt x="180" y="49"/>
                  <a:pt x="180" y="48"/>
                </a:cubicBezTo>
                <a:cubicBezTo>
                  <a:pt x="180" y="4"/>
                  <a:pt x="180" y="4"/>
                  <a:pt x="180" y="4"/>
                </a:cubicBezTo>
                <a:cubicBezTo>
                  <a:pt x="180" y="2"/>
                  <a:pt x="178" y="0"/>
                  <a:pt x="176" y="0"/>
                </a:cubicBezTo>
                <a:cubicBezTo>
                  <a:pt x="84" y="0"/>
                  <a:pt x="84" y="0"/>
                  <a:pt x="84" y="0"/>
                </a:cubicBezTo>
                <a:cubicBezTo>
                  <a:pt x="82" y="0"/>
                  <a:pt x="80" y="2"/>
                  <a:pt x="80" y="4"/>
                </a:cubicBezTo>
                <a:cubicBezTo>
                  <a:pt x="80" y="48"/>
                  <a:pt x="80" y="48"/>
                  <a:pt x="80" y="48"/>
                </a:cubicBezTo>
                <a:cubicBezTo>
                  <a:pt x="80" y="49"/>
                  <a:pt x="80" y="50"/>
                  <a:pt x="81" y="51"/>
                </a:cubicBezTo>
                <a:lnTo>
                  <a:pt x="99" y="72"/>
                </a:lnTo>
                <a:close/>
                <a:moveTo>
                  <a:pt x="172" y="47"/>
                </a:moveTo>
                <a:cubicBezTo>
                  <a:pt x="155" y="67"/>
                  <a:pt x="155" y="67"/>
                  <a:pt x="155" y="67"/>
                </a:cubicBezTo>
                <a:cubicBezTo>
                  <a:pt x="155" y="67"/>
                  <a:pt x="153" y="68"/>
                  <a:pt x="152" y="68"/>
                </a:cubicBezTo>
                <a:cubicBezTo>
                  <a:pt x="137" y="68"/>
                  <a:pt x="137" y="68"/>
                  <a:pt x="137" y="68"/>
                </a:cubicBezTo>
                <a:cubicBezTo>
                  <a:pt x="172" y="27"/>
                  <a:pt x="172" y="27"/>
                  <a:pt x="172" y="27"/>
                </a:cubicBezTo>
                <a:lnTo>
                  <a:pt x="172" y="47"/>
                </a:lnTo>
                <a:close/>
                <a:moveTo>
                  <a:pt x="172" y="8"/>
                </a:moveTo>
                <a:cubicBezTo>
                  <a:pt x="172" y="15"/>
                  <a:pt x="172" y="15"/>
                  <a:pt x="172" y="15"/>
                </a:cubicBezTo>
                <a:cubicBezTo>
                  <a:pt x="126" y="68"/>
                  <a:pt x="126" y="68"/>
                  <a:pt x="126" y="68"/>
                </a:cubicBezTo>
                <a:cubicBezTo>
                  <a:pt x="108" y="68"/>
                  <a:pt x="108" y="68"/>
                  <a:pt x="108" y="68"/>
                </a:cubicBezTo>
                <a:cubicBezTo>
                  <a:pt x="107" y="68"/>
                  <a:pt x="105" y="67"/>
                  <a:pt x="105" y="67"/>
                </a:cubicBezTo>
                <a:cubicBezTo>
                  <a:pt x="102" y="63"/>
                  <a:pt x="102" y="63"/>
                  <a:pt x="102" y="63"/>
                </a:cubicBezTo>
                <a:cubicBezTo>
                  <a:pt x="102" y="63"/>
                  <a:pt x="103" y="63"/>
                  <a:pt x="103" y="63"/>
                </a:cubicBezTo>
                <a:cubicBezTo>
                  <a:pt x="154" y="8"/>
                  <a:pt x="154" y="8"/>
                  <a:pt x="154" y="8"/>
                </a:cubicBezTo>
                <a:lnTo>
                  <a:pt x="172" y="8"/>
                </a:lnTo>
                <a:close/>
                <a:moveTo>
                  <a:pt x="88" y="8"/>
                </a:moveTo>
                <a:cubicBezTo>
                  <a:pt x="107" y="8"/>
                  <a:pt x="107" y="8"/>
                  <a:pt x="107" y="8"/>
                </a:cubicBezTo>
                <a:cubicBezTo>
                  <a:pt x="88" y="27"/>
                  <a:pt x="88" y="27"/>
                  <a:pt x="88" y="27"/>
                </a:cubicBezTo>
                <a:lnTo>
                  <a:pt x="88" y="8"/>
                </a:lnTo>
                <a:close/>
                <a:moveTo>
                  <a:pt x="88" y="39"/>
                </a:moveTo>
                <a:cubicBezTo>
                  <a:pt x="118" y="8"/>
                  <a:pt x="118" y="8"/>
                  <a:pt x="118" y="8"/>
                </a:cubicBezTo>
                <a:cubicBezTo>
                  <a:pt x="143" y="8"/>
                  <a:pt x="143" y="8"/>
                  <a:pt x="143" y="8"/>
                </a:cubicBezTo>
                <a:cubicBezTo>
                  <a:pt x="97" y="57"/>
                  <a:pt x="97" y="57"/>
                  <a:pt x="97" y="57"/>
                </a:cubicBezTo>
                <a:cubicBezTo>
                  <a:pt x="97" y="57"/>
                  <a:pt x="97" y="57"/>
                  <a:pt x="97" y="57"/>
                </a:cubicBezTo>
                <a:cubicBezTo>
                  <a:pt x="88" y="47"/>
                  <a:pt x="88" y="47"/>
                  <a:pt x="88" y="47"/>
                </a:cubicBezTo>
                <a:lnTo>
                  <a:pt x="88" y="39"/>
                </a:lnTo>
                <a:close/>
                <a:moveTo>
                  <a:pt x="145" y="126"/>
                </a:moveTo>
                <a:cubicBezTo>
                  <a:pt x="143" y="128"/>
                  <a:pt x="144" y="130"/>
                  <a:pt x="146" y="131"/>
                </a:cubicBezTo>
                <a:cubicBezTo>
                  <a:pt x="226" y="179"/>
                  <a:pt x="226" y="179"/>
                  <a:pt x="226" y="179"/>
                </a:cubicBezTo>
                <a:cubicBezTo>
                  <a:pt x="227" y="180"/>
                  <a:pt x="227" y="180"/>
                  <a:pt x="228" y="180"/>
                </a:cubicBezTo>
                <a:cubicBezTo>
                  <a:pt x="229" y="180"/>
                  <a:pt x="231" y="179"/>
                  <a:pt x="231" y="178"/>
                </a:cubicBezTo>
                <a:cubicBezTo>
                  <a:pt x="233" y="176"/>
                  <a:pt x="232" y="174"/>
                  <a:pt x="230" y="173"/>
                </a:cubicBezTo>
                <a:cubicBezTo>
                  <a:pt x="150" y="125"/>
                  <a:pt x="150" y="125"/>
                  <a:pt x="150" y="125"/>
                </a:cubicBezTo>
                <a:cubicBezTo>
                  <a:pt x="148" y="123"/>
                  <a:pt x="146" y="124"/>
                  <a:pt x="145" y="126"/>
                </a:cubicBezTo>
                <a:close/>
                <a:moveTo>
                  <a:pt x="28" y="180"/>
                </a:moveTo>
                <a:cubicBezTo>
                  <a:pt x="29" y="180"/>
                  <a:pt x="29" y="180"/>
                  <a:pt x="30" y="180"/>
                </a:cubicBezTo>
                <a:cubicBezTo>
                  <a:pt x="94" y="148"/>
                  <a:pt x="94" y="148"/>
                  <a:pt x="94" y="148"/>
                </a:cubicBezTo>
                <a:cubicBezTo>
                  <a:pt x="96" y="147"/>
                  <a:pt x="97" y="144"/>
                  <a:pt x="96" y="142"/>
                </a:cubicBezTo>
                <a:cubicBezTo>
                  <a:pt x="95" y="140"/>
                  <a:pt x="92" y="139"/>
                  <a:pt x="90" y="140"/>
                </a:cubicBezTo>
                <a:cubicBezTo>
                  <a:pt x="26" y="172"/>
                  <a:pt x="26" y="172"/>
                  <a:pt x="26" y="172"/>
                </a:cubicBezTo>
                <a:cubicBezTo>
                  <a:pt x="24" y="173"/>
                  <a:pt x="23" y="176"/>
                  <a:pt x="24" y="178"/>
                </a:cubicBezTo>
                <a:cubicBezTo>
                  <a:pt x="25" y="179"/>
                  <a:pt x="27" y="180"/>
                  <a:pt x="28" y="180"/>
                </a:cubicBezTo>
                <a:close/>
                <a:moveTo>
                  <a:pt x="68" y="200"/>
                </a:moveTo>
                <a:cubicBezTo>
                  <a:pt x="57" y="200"/>
                  <a:pt x="48" y="209"/>
                  <a:pt x="48" y="220"/>
                </a:cubicBezTo>
                <a:cubicBezTo>
                  <a:pt x="48" y="231"/>
                  <a:pt x="57" y="240"/>
                  <a:pt x="68" y="240"/>
                </a:cubicBezTo>
                <a:cubicBezTo>
                  <a:pt x="79" y="240"/>
                  <a:pt x="88" y="231"/>
                  <a:pt x="88" y="220"/>
                </a:cubicBezTo>
                <a:cubicBezTo>
                  <a:pt x="88" y="209"/>
                  <a:pt x="79" y="200"/>
                  <a:pt x="68" y="200"/>
                </a:cubicBezTo>
                <a:close/>
                <a:moveTo>
                  <a:pt x="68" y="232"/>
                </a:moveTo>
                <a:cubicBezTo>
                  <a:pt x="61" y="232"/>
                  <a:pt x="56" y="227"/>
                  <a:pt x="56" y="220"/>
                </a:cubicBezTo>
                <a:cubicBezTo>
                  <a:pt x="56" y="213"/>
                  <a:pt x="61" y="208"/>
                  <a:pt x="68" y="208"/>
                </a:cubicBezTo>
                <a:cubicBezTo>
                  <a:pt x="75" y="208"/>
                  <a:pt x="80" y="213"/>
                  <a:pt x="80" y="220"/>
                </a:cubicBezTo>
                <a:cubicBezTo>
                  <a:pt x="80" y="227"/>
                  <a:pt x="75" y="232"/>
                  <a:pt x="68" y="232"/>
                </a:cubicBezTo>
                <a:close/>
                <a:moveTo>
                  <a:pt x="128" y="200"/>
                </a:moveTo>
                <a:cubicBezTo>
                  <a:pt x="117" y="200"/>
                  <a:pt x="108" y="209"/>
                  <a:pt x="108" y="220"/>
                </a:cubicBezTo>
                <a:cubicBezTo>
                  <a:pt x="108" y="231"/>
                  <a:pt x="117" y="240"/>
                  <a:pt x="128" y="240"/>
                </a:cubicBezTo>
                <a:cubicBezTo>
                  <a:pt x="139" y="240"/>
                  <a:pt x="148" y="231"/>
                  <a:pt x="148" y="220"/>
                </a:cubicBezTo>
                <a:cubicBezTo>
                  <a:pt x="148" y="209"/>
                  <a:pt x="139" y="200"/>
                  <a:pt x="128" y="200"/>
                </a:cubicBezTo>
                <a:close/>
                <a:moveTo>
                  <a:pt x="128" y="232"/>
                </a:moveTo>
                <a:cubicBezTo>
                  <a:pt x="121" y="232"/>
                  <a:pt x="116" y="227"/>
                  <a:pt x="116" y="220"/>
                </a:cubicBezTo>
                <a:cubicBezTo>
                  <a:pt x="116" y="213"/>
                  <a:pt x="121" y="208"/>
                  <a:pt x="128" y="208"/>
                </a:cubicBezTo>
                <a:cubicBezTo>
                  <a:pt x="135" y="208"/>
                  <a:pt x="140" y="213"/>
                  <a:pt x="140" y="220"/>
                </a:cubicBezTo>
                <a:cubicBezTo>
                  <a:pt x="140" y="227"/>
                  <a:pt x="135" y="232"/>
                  <a:pt x="128" y="232"/>
                </a:cubicBezTo>
                <a:close/>
                <a:moveTo>
                  <a:pt x="252" y="208"/>
                </a:moveTo>
                <a:cubicBezTo>
                  <a:pt x="254" y="208"/>
                  <a:pt x="256" y="206"/>
                  <a:pt x="256" y="204"/>
                </a:cubicBezTo>
                <a:cubicBezTo>
                  <a:pt x="256" y="188"/>
                  <a:pt x="256" y="188"/>
                  <a:pt x="256" y="188"/>
                </a:cubicBezTo>
                <a:cubicBezTo>
                  <a:pt x="256" y="186"/>
                  <a:pt x="254" y="184"/>
                  <a:pt x="252" y="184"/>
                </a:cubicBezTo>
                <a:cubicBezTo>
                  <a:pt x="4" y="184"/>
                  <a:pt x="4" y="184"/>
                  <a:pt x="4" y="184"/>
                </a:cubicBezTo>
                <a:cubicBezTo>
                  <a:pt x="2" y="184"/>
                  <a:pt x="0" y="186"/>
                  <a:pt x="0" y="188"/>
                </a:cubicBezTo>
                <a:cubicBezTo>
                  <a:pt x="0" y="204"/>
                  <a:pt x="0" y="204"/>
                  <a:pt x="0" y="204"/>
                </a:cubicBezTo>
                <a:cubicBezTo>
                  <a:pt x="0" y="206"/>
                  <a:pt x="2" y="208"/>
                  <a:pt x="4" y="208"/>
                </a:cubicBezTo>
                <a:cubicBezTo>
                  <a:pt x="7" y="208"/>
                  <a:pt x="10" y="209"/>
                  <a:pt x="12" y="212"/>
                </a:cubicBezTo>
                <a:cubicBezTo>
                  <a:pt x="15" y="214"/>
                  <a:pt x="16" y="217"/>
                  <a:pt x="16" y="220"/>
                </a:cubicBezTo>
                <a:cubicBezTo>
                  <a:pt x="16" y="223"/>
                  <a:pt x="15" y="226"/>
                  <a:pt x="12" y="228"/>
                </a:cubicBezTo>
                <a:cubicBezTo>
                  <a:pt x="10" y="231"/>
                  <a:pt x="7" y="232"/>
                  <a:pt x="4" y="232"/>
                </a:cubicBezTo>
                <a:cubicBezTo>
                  <a:pt x="2" y="232"/>
                  <a:pt x="0" y="234"/>
                  <a:pt x="0" y="236"/>
                </a:cubicBezTo>
                <a:cubicBezTo>
                  <a:pt x="0" y="252"/>
                  <a:pt x="0" y="252"/>
                  <a:pt x="0" y="252"/>
                </a:cubicBezTo>
                <a:cubicBezTo>
                  <a:pt x="0" y="254"/>
                  <a:pt x="2" y="256"/>
                  <a:pt x="4" y="256"/>
                </a:cubicBezTo>
                <a:cubicBezTo>
                  <a:pt x="252" y="256"/>
                  <a:pt x="252" y="256"/>
                  <a:pt x="252" y="256"/>
                </a:cubicBezTo>
                <a:cubicBezTo>
                  <a:pt x="254" y="256"/>
                  <a:pt x="256" y="254"/>
                  <a:pt x="256" y="252"/>
                </a:cubicBezTo>
                <a:cubicBezTo>
                  <a:pt x="256" y="236"/>
                  <a:pt x="256" y="236"/>
                  <a:pt x="256" y="236"/>
                </a:cubicBezTo>
                <a:cubicBezTo>
                  <a:pt x="256" y="234"/>
                  <a:pt x="254" y="232"/>
                  <a:pt x="252" y="232"/>
                </a:cubicBezTo>
                <a:cubicBezTo>
                  <a:pt x="249" y="232"/>
                  <a:pt x="246" y="231"/>
                  <a:pt x="244" y="228"/>
                </a:cubicBezTo>
                <a:cubicBezTo>
                  <a:pt x="241" y="226"/>
                  <a:pt x="240" y="223"/>
                  <a:pt x="240" y="220"/>
                </a:cubicBezTo>
                <a:cubicBezTo>
                  <a:pt x="240" y="217"/>
                  <a:pt x="241" y="214"/>
                  <a:pt x="244" y="212"/>
                </a:cubicBezTo>
                <a:cubicBezTo>
                  <a:pt x="246" y="209"/>
                  <a:pt x="249" y="208"/>
                  <a:pt x="252" y="208"/>
                </a:cubicBezTo>
                <a:close/>
                <a:moveTo>
                  <a:pt x="238" y="234"/>
                </a:moveTo>
                <a:cubicBezTo>
                  <a:pt x="241" y="237"/>
                  <a:pt x="244" y="239"/>
                  <a:pt x="248" y="240"/>
                </a:cubicBezTo>
                <a:cubicBezTo>
                  <a:pt x="248" y="248"/>
                  <a:pt x="248" y="248"/>
                  <a:pt x="248" y="248"/>
                </a:cubicBezTo>
                <a:cubicBezTo>
                  <a:pt x="8" y="248"/>
                  <a:pt x="8" y="248"/>
                  <a:pt x="8" y="248"/>
                </a:cubicBezTo>
                <a:cubicBezTo>
                  <a:pt x="8" y="240"/>
                  <a:pt x="8" y="240"/>
                  <a:pt x="8" y="240"/>
                </a:cubicBezTo>
                <a:cubicBezTo>
                  <a:pt x="12" y="239"/>
                  <a:pt x="15" y="237"/>
                  <a:pt x="18" y="234"/>
                </a:cubicBezTo>
                <a:cubicBezTo>
                  <a:pt x="22" y="230"/>
                  <a:pt x="24" y="225"/>
                  <a:pt x="24" y="220"/>
                </a:cubicBezTo>
                <a:cubicBezTo>
                  <a:pt x="24" y="215"/>
                  <a:pt x="22" y="210"/>
                  <a:pt x="18" y="206"/>
                </a:cubicBezTo>
                <a:cubicBezTo>
                  <a:pt x="15" y="203"/>
                  <a:pt x="12" y="201"/>
                  <a:pt x="8" y="200"/>
                </a:cubicBezTo>
                <a:cubicBezTo>
                  <a:pt x="8" y="192"/>
                  <a:pt x="8" y="192"/>
                  <a:pt x="8" y="192"/>
                </a:cubicBezTo>
                <a:cubicBezTo>
                  <a:pt x="248" y="192"/>
                  <a:pt x="248" y="192"/>
                  <a:pt x="248" y="192"/>
                </a:cubicBezTo>
                <a:cubicBezTo>
                  <a:pt x="248" y="200"/>
                  <a:pt x="248" y="200"/>
                  <a:pt x="248" y="200"/>
                </a:cubicBezTo>
                <a:cubicBezTo>
                  <a:pt x="244" y="201"/>
                  <a:pt x="241" y="203"/>
                  <a:pt x="238" y="206"/>
                </a:cubicBezTo>
                <a:cubicBezTo>
                  <a:pt x="234" y="210"/>
                  <a:pt x="232" y="215"/>
                  <a:pt x="232" y="220"/>
                </a:cubicBezTo>
                <a:cubicBezTo>
                  <a:pt x="232" y="225"/>
                  <a:pt x="234" y="230"/>
                  <a:pt x="238" y="234"/>
                </a:cubicBezTo>
                <a:close/>
                <a:moveTo>
                  <a:pt x="188" y="200"/>
                </a:moveTo>
                <a:cubicBezTo>
                  <a:pt x="177" y="200"/>
                  <a:pt x="168" y="209"/>
                  <a:pt x="168" y="220"/>
                </a:cubicBezTo>
                <a:cubicBezTo>
                  <a:pt x="168" y="231"/>
                  <a:pt x="177" y="240"/>
                  <a:pt x="188" y="240"/>
                </a:cubicBezTo>
                <a:cubicBezTo>
                  <a:pt x="199" y="240"/>
                  <a:pt x="208" y="231"/>
                  <a:pt x="208" y="220"/>
                </a:cubicBezTo>
                <a:cubicBezTo>
                  <a:pt x="208" y="209"/>
                  <a:pt x="199" y="200"/>
                  <a:pt x="188" y="200"/>
                </a:cubicBezTo>
                <a:close/>
                <a:moveTo>
                  <a:pt x="188" y="232"/>
                </a:moveTo>
                <a:cubicBezTo>
                  <a:pt x="181" y="232"/>
                  <a:pt x="176" y="227"/>
                  <a:pt x="176" y="220"/>
                </a:cubicBezTo>
                <a:cubicBezTo>
                  <a:pt x="176" y="213"/>
                  <a:pt x="181" y="208"/>
                  <a:pt x="188" y="208"/>
                </a:cubicBezTo>
                <a:cubicBezTo>
                  <a:pt x="195" y="208"/>
                  <a:pt x="200" y="213"/>
                  <a:pt x="200" y="220"/>
                </a:cubicBezTo>
                <a:cubicBezTo>
                  <a:pt x="200" y="227"/>
                  <a:pt x="195" y="232"/>
                  <a:pt x="188" y="23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44" name="Freeform 66">
            <a:extLst>
              <a:ext uri="{FF2B5EF4-FFF2-40B4-BE49-F238E27FC236}">
                <a16:creationId xmlns:a16="http://schemas.microsoft.com/office/drawing/2014/main" id="{60ECCA8F-B4EE-4F26-BE40-1FCFB54DBD18}"/>
              </a:ext>
            </a:extLst>
          </p:cNvPr>
          <p:cNvSpPr>
            <a:spLocks noChangeAspect="1" noEditPoints="1"/>
          </p:cNvSpPr>
          <p:nvPr/>
        </p:nvSpPr>
        <p:spPr bwMode="auto">
          <a:xfrm>
            <a:off x="1541528" y="2415381"/>
            <a:ext cx="398462" cy="400050"/>
          </a:xfrm>
          <a:custGeom>
            <a:avLst/>
            <a:gdLst>
              <a:gd name="T0" fmla="*/ 112 w 256"/>
              <a:gd name="T1" fmla="*/ 92 h 256"/>
              <a:gd name="T2" fmla="*/ 104 w 256"/>
              <a:gd name="T3" fmla="*/ 120 h 256"/>
              <a:gd name="T4" fmla="*/ 72 w 256"/>
              <a:gd name="T5" fmla="*/ 88 h 256"/>
              <a:gd name="T6" fmla="*/ 40 w 256"/>
              <a:gd name="T7" fmla="*/ 248 h 256"/>
              <a:gd name="T8" fmla="*/ 168 w 256"/>
              <a:gd name="T9" fmla="*/ 256 h 256"/>
              <a:gd name="T10" fmla="*/ 76 w 256"/>
              <a:gd name="T11" fmla="*/ 105 h 256"/>
              <a:gd name="T12" fmla="*/ 76 w 256"/>
              <a:gd name="T13" fmla="*/ 105 h 256"/>
              <a:gd name="T14" fmla="*/ 76 w 256"/>
              <a:gd name="T15" fmla="*/ 213 h 256"/>
              <a:gd name="T16" fmla="*/ 76 w 256"/>
              <a:gd name="T17" fmla="*/ 231 h 256"/>
              <a:gd name="T18" fmla="*/ 104 w 256"/>
              <a:gd name="T19" fmla="*/ 247 h 256"/>
              <a:gd name="T20" fmla="*/ 104 w 256"/>
              <a:gd name="T21" fmla="*/ 247 h 256"/>
              <a:gd name="T22" fmla="*/ 104 w 256"/>
              <a:gd name="T23" fmla="*/ 136 h 256"/>
              <a:gd name="T24" fmla="*/ 240 w 256"/>
              <a:gd name="T25" fmla="*/ 160 h 256"/>
              <a:gd name="T26" fmla="*/ 176 w 256"/>
              <a:gd name="T27" fmla="*/ 164 h 256"/>
              <a:gd name="T28" fmla="*/ 252 w 256"/>
              <a:gd name="T29" fmla="*/ 184 h 256"/>
              <a:gd name="T30" fmla="*/ 252 w 256"/>
              <a:gd name="T31" fmla="*/ 160 h 256"/>
              <a:gd name="T32" fmla="*/ 184 w 256"/>
              <a:gd name="T33" fmla="*/ 168 h 256"/>
              <a:gd name="T34" fmla="*/ 216 w 256"/>
              <a:gd name="T35" fmla="*/ 138 h 256"/>
              <a:gd name="T36" fmla="*/ 243 w 256"/>
              <a:gd name="T37" fmla="*/ 159 h 256"/>
              <a:gd name="T38" fmla="*/ 220 w 256"/>
              <a:gd name="T39" fmla="*/ 92 h 256"/>
              <a:gd name="T40" fmla="*/ 212 w 256"/>
              <a:gd name="T41" fmla="*/ 130 h 256"/>
              <a:gd name="T42" fmla="*/ 192 w 256"/>
              <a:gd name="T43" fmla="*/ 160 h 256"/>
              <a:gd name="T44" fmla="*/ 52 w 256"/>
              <a:gd name="T45" fmla="*/ 88 h 256"/>
              <a:gd name="T46" fmla="*/ 252 w 256"/>
              <a:gd name="T47" fmla="*/ 82 h 256"/>
              <a:gd name="T48" fmla="*/ 224 w 256"/>
              <a:gd name="T49" fmla="*/ 52 h 256"/>
              <a:gd name="T50" fmla="*/ 48 w 256"/>
              <a:gd name="T51" fmla="*/ 44 h 256"/>
              <a:gd name="T52" fmla="*/ 0 w 256"/>
              <a:gd name="T53" fmla="*/ 88 h 256"/>
              <a:gd name="T54" fmla="*/ 52 w 256"/>
              <a:gd name="T55" fmla="*/ 88 h 256"/>
              <a:gd name="T56" fmla="*/ 200 w 256"/>
              <a:gd name="T57" fmla="*/ 76 h 256"/>
              <a:gd name="T58" fmla="*/ 201 w 256"/>
              <a:gd name="T59" fmla="*/ 62 h 256"/>
              <a:gd name="T60" fmla="*/ 222 w 256"/>
              <a:gd name="T61" fmla="*/ 60 h 256"/>
              <a:gd name="T62" fmla="*/ 168 w 256"/>
              <a:gd name="T63" fmla="*/ 62 h 256"/>
              <a:gd name="T64" fmla="*/ 149 w 256"/>
              <a:gd name="T65" fmla="*/ 74 h 256"/>
              <a:gd name="T66" fmla="*/ 140 w 256"/>
              <a:gd name="T67" fmla="*/ 76 h 256"/>
              <a:gd name="T68" fmla="*/ 140 w 256"/>
              <a:gd name="T69" fmla="*/ 76 h 256"/>
              <a:gd name="T70" fmla="*/ 95 w 256"/>
              <a:gd name="T71" fmla="*/ 60 h 256"/>
              <a:gd name="T72" fmla="*/ 44 w 256"/>
              <a:gd name="T73" fmla="*/ 84 h 256"/>
              <a:gd name="T74" fmla="*/ 44 w 256"/>
              <a:gd name="T75" fmla="*/ 52 h 256"/>
              <a:gd name="T76" fmla="*/ 52 w 256"/>
              <a:gd name="T77" fmla="*/ 64 h 256"/>
              <a:gd name="T78" fmla="*/ 73 w 256"/>
              <a:gd name="T79" fmla="*/ 65 h 256"/>
              <a:gd name="T80" fmla="*/ 86 w 256"/>
              <a:gd name="T81" fmla="*/ 62 h 256"/>
              <a:gd name="T82" fmla="*/ 44 w 256"/>
              <a:gd name="T83" fmla="*/ 80 h 256"/>
              <a:gd name="T84" fmla="*/ 68 w 256"/>
              <a:gd name="T85" fmla="*/ 12 h 256"/>
              <a:gd name="T86" fmla="*/ 76 w 256"/>
              <a:gd name="T87" fmla="*/ 44 h 256"/>
              <a:gd name="T88" fmla="*/ 100 w 256"/>
              <a:gd name="T89" fmla="*/ 48 h 256"/>
              <a:gd name="T90" fmla="*/ 84 w 256"/>
              <a:gd name="T91" fmla="*/ 14 h 256"/>
              <a:gd name="T92" fmla="*/ 160 w 256"/>
              <a:gd name="T93" fmla="*/ 46 h 256"/>
              <a:gd name="T94" fmla="*/ 74 w 256"/>
              <a:gd name="T95" fmla="*/ 0 h 256"/>
              <a:gd name="T96" fmla="*/ 72 w 256"/>
              <a:gd name="T97" fmla="*/ 0 h 256"/>
              <a:gd name="T98" fmla="*/ 72 w 256"/>
              <a:gd name="T99" fmla="*/ 0 h 256"/>
              <a:gd name="T100" fmla="*/ 71 w 256"/>
              <a:gd name="T101" fmla="*/ 0 h 256"/>
              <a:gd name="T102" fmla="*/ 70 w 256"/>
              <a:gd name="T103" fmla="*/ 1 h 256"/>
              <a:gd name="T104" fmla="*/ 29 w 256"/>
              <a:gd name="T105" fmla="*/ 3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168" y="248"/>
                </a:moveTo>
                <a:cubicBezTo>
                  <a:pt x="112" y="248"/>
                  <a:pt x="112" y="248"/>
                  <a:pt x="112" y="248"/>
                </a:cubicBezTo>
                <a:cubicBezTo>
                  <a:pt x="112" y="92"/>
                  <a:pt x="112" y="92"/>
                  <a:pt x="112" y="92"/>
                </a:cubicBezTo>
                <a:cubicBezTo>
                  <a:pt x="112" y="90"/>
                  <a:pt x="110" y="88"/>
                  <a:pt x="108" y="88"/>
                </a:cubicBezTo>
                <a:cubicBezTo>
                  <a:pt x="106" y="88"/>
                  <a:pt x="104" y="90"/>
                  <a:pt x="104" y="92"/>
                </a:cubicBezTo>
                <a:cubicBezTo>
                  <a:pt x="104" y="120"/>
                  <a:pt x="104" y="120"/>
                  <a:pt x="104" y="120"/>
                </a:cubicBezTo>
                <a:cubicBezTo>
                  <a:pt x="76" y="94"/>
                  <a:pt x="76" y="94"/>
                  <a:pt x="76" y="94"/>
                </a:cubicBezTo>
                <a:cubicBezTo>
                  <a:pt x="76" y="92"/>
                  <a:pt x="76" y="92"/>
                  <a:pt x="76" y="92"/>
                </a:cubicBezTo>
                <a:cubicBezTo>
                  <a:pt x="76" y="90"/>
                  <a:pt x="74" y="88"/>
                  <a:pt x="72" y="88"/>
                </a:cubicBezTo>
                <a:cubicBezTo>
                  <a:pt x="70" y="88"/>
                  <a:pt x="68" y="90"/>
                  <a:pt x="68" y="92"/>
                </a:cubicBezTo>
                <a:cubicBezTo>
                  <a:pt x="68" y="248"/>
                  <a:pt x="68" y="248"/>
                  <a:pt x="68" y="248"/>
                </a:cubicBezTo>
                <a:cubicBezTo>
                  <a:pt x="40" y="248"/>
                  <a:pt x="40" y="248"/>
                  <a:pt x="40" y="248"/>
                </a:cubicBezTo>
                <a:cubicBezTo>
                  <a:pt x="38" y="248"/>
                  <a:pt x="36" y="250"/>
                  <a:pt x="36" y="252"/>
                </a:cubicBezTo>
                <a:cubicBezTo>
                  <a:pt x="36" y="254"/>
                  <a:pt x="38" y="256"/>
                  <a:pt x="40" y="256"/>
                </a:cubicBezTo>
                <a:cubicBezTo>
                  <a:pt x="168" y="256"/>
                  <a:pt x="168" y="256"/>
                  <a:pt x="168" y="256"/>
                </a:cubicBezTo>
                <a:cubicBezTo>
                  <a:pt x="170" y="256"/>
                  <a:pt x="172" y="254"/>
                  <a:pt x="172" y="252"/>
                </a:cubicBezTo>
                <a:cubicBezTo>
                  <a:pt x="172" y="250"/>
                  <a:pt x="170" y="248"/>
                  <a:pt x="168" y="248"/>
                </a:cubicBezTo>
                <a:close/>
                <a:moveTo>
                  <a:pt x="76" y="105"/>
                </a:moveTo>
                <a:cubicBezTo>
                  <a:pt x="101" y="128"/>
                  <a:pt x="101" y="128"/>
                  <a:pt x="101" y="128"/>
                </a:cubicBezTo>
                <a:cubicBezTo>
                  <a:pt x="76" y="151"/>
                  <a:pt x="76" y="151"/>
                  <a:pt x="76" y="151"/>
                </a:cubicBezTo>
                <a:lnTo>
                  <a:pt x="76" y="105"/>
                </a:lnTo>
                <a:close/>
                <a:moveTo>
                  <a:pt x="76" y="169"/>
                </a:moveTo>
                <a:cubicBezTo>
                  <a:pt x="101" y="192"/>
                  <a:pt x="101" y="192"/>
                  <a:pt x="101" y="192"/>
                </a:cubicBezTo>
                <a:cubicBezTo>
                  <a:pt x="76" y="213"/>
                  <a:pt x="76" y="213"/>
                  <a:pt x="76" y="213"/>
                </a:cubicBezTo>
                <a:lnTo>
                  <a:pt x="76" y="169"/>
                </a:lnTo>
                <a:close/>
                <a:moveTo>
                  <a:pt x="76" y="248"/>
                </a:moveTo>
                <a:cubicBezTo>
                  <a:pt x="76" y="231"/>
                  <a:pt x="76" y="231"/>
                  <a:pt x="76" y="231"/>
                </a:cubicBezTo>
                <a:cubicBezTo>
                  <a:pt x="94" y="248"/>
                  <a:pt x="94" y="248"/>
                  <a:pt x="94" y="248"/>
                </a:cubicBezTo>
                <a:lnTo>
                  <a:pt x="76" y="248"/>
                </a:lnTo>
                <a:close/>
                <a:moveTo>
                  <a:pt x="104" y="247"/>
                </a:moveTo>
                <a:cubicBezTo>
                  <a:pt x="78" y="222"/>
                  <a:pt x="78" y="222"/>
                  <a:pt x="78" y="222"/>
                </a:cubicBezTo>
                <a:cubicBezTo>
                  <a:pt x="104" y="200"/>
                  <a:pt x="104" y="200"/>
                  <a:pt x="104" y="200"/>
                </a:cubicBezTo>
                <a:lnTo>
                  <a:pt x="104" y="247"/>
                </a:lnTo>
                <a:close/>
                <a:moveTo>
                  <a:pt x="104" y="184"/>
                </a:moveTo>
                <a:cubicBezTo>
                  <a:pt x="78" y="160"/>
                  <a:pt x="78" y="160"/>
                  <a:pt x="78" y="160"/>
                </a:cubicBezTo>
                <a:cubicBezTo>
                  <a:pt x="104" y="136"/>
                  <a:pt x="104" y="136"/>
                  <a:pt x="104" y="136"/>
                </a:cubicBezTo>
                <a:lnTo>
                  <a:pt x="104" y="184"/>
                </a:lnTo>
                <a:close/>
                <a:moveTo>
                  <a:pt x="252" y="160"/>
                </a:moveTo>
                <a:cubicBezTo>
                  <a:pt x="240" y="160"/>
                  <a:pt x="240" y="160"/>
                  <a:pt x="240" y="160"/>
                </a:cubicBezTo>
                <a:cubicBezTo>
                  <a:pt x="192" y="160"/>
                  <a:pt x="192" y="160"/>
                  <a:pt x="192" y="160"/>
                </a:cubicBezTo>
                <a:cubicBezTo>
                  <a:pt x="180" y="160"/>
                  <a:pt x="180" y="160"/>
                  <a:pt x="180" y="160"/>
                </a:cubicBezTo>
                <a:cubicBezTo>
                  <a:pt x="178" y="160"/>
                  <a:pt x="176" y="162"/>
                  <a:pt x="176" y="164"/>
                </a:cubicBezTo>
                <a:cubicBezTo>
                  <a:pt x="176" y="180"/>
                  <a:pt x="176" y="180"/>
                  <a:pt x="176" y="180"/>
                </a:cubicBezTo>
                <a:cubicBezTo>
                  <a:pt x="176" y="182"/>
                  <a:pt x="178" y="184"/>
                  <a:pt x="180" y="184"/>
                </a:cubicBezTo>
                <a:cubicBezTo>
                  <a:pt x="252" y="184"/>
                  <a:pt x="252" y="184"/>
                  <a:pt x="252" y="184"/>
                </a:cubicBezTo>
                <a:cubicBezTo>
                  <a:pt x="254" y="184"/>
                  <a:pt x="256" y="182"/>
                  <a:pt x="256" y="180"/>
                </a:cubicBezTo>
                <a:cubicBezTo>
                  <a:pt x="256" y="164"/>
                  <a:pt x="256" y="164"/>
                  <a:pt x="256" y="164"/>
                </a:cubicBezTo>
                <a:cubicBezTo>
                  <a:pt x="256" y="162"/>
                  <a:pt x="254" y="160"/>
                  <a:pt x="252" y="160"/>
                </a:cubicBezTo>
                <a:close/>
                <a:moveTo>
                  <a:pt x="248" y="176"/>
                </a:moveTo>
                <a:cubicBezTo>
                  <a:pt x="184" y="176"/>
                  <a:pt x="184" y="176"/>
                  <a:pt x="184" y="176"/>
                </a:cubicBezTo>
                <a:cubicBezTo>
                  <a:pt x="184" y="168"/>
                  <a:pt x="184" y="168"/>
                  <a:pt x="184" y="168"/>
                </a:cubicBezTo>
                <a:cubicBezTo>
                  <a:pt x="248" y="168"/>
                  <a:pt x="248" y="168"/>
                  <a:pt x="248" y="168"/>
                </a:cubicBezTo>
                <a:lnTo>
                  <a:pt x="248" y="176"/>
                </a:lnTo>
                <a:close/>
                <a:moveTo>
                  <a:pt x="216" y="138"/>
                </a:moveTo>
                <a:cubicBezTo>
                  <a:pt x="237" y="159"/>
                  <a:pt x="237" y="159"/>
                  <a:pt x="237" y="159"/>
                </a:cubicBezTo>
                <a:cubicBezTo>
                  <a:pt x="238" y="160"/>
                  <a:pt x="239" y="160"/>
                  <a:pt x="240" y="160"/>
                </a:cubicBezTo>
                <a:cubicBezTo>
                  <a:pt x="241" y="160"/>
                  <a:pt x="242" y="160"/>
                  <a:pt x="243" y="159"/>
                </a:cubicBezTo>
                <a:cubicBezTo>
                  <a:pt x="244" y="157"/>
                  <a:pt x="244" y="155"/>
                  <a:pt x="243" y="153"/>
                </a:cubicBezTo>
                <a:cubicBezTo>
                  <a:pt x="220" y="130"/>
                  <a:pt x="220" y="130"/>
                  <a:pt x="220" y="130"/>
                </a:cubicBezTo>
                <a:cubicBezTo>
                  <a:pt x="220" y="92"/>
                  <a:pt x="220" y="92"/>
                  <a:pt x="220" y="92"/>
                </a:cubicBezTo>
                <a:cubicBezTo>
                  <a:pt x="220" y="90"/>
                  <a:pt x="218" y="88"/>
                  <a:pt x="216" y="88"/>
                </a:cubicBezTo>
                <a:cubicBezTo>
                  <a:pt x="214" y="88"/>
                  <a:pt x="212" y="90"/>
                  <a:pt x="212" y="92"/>
                </a:cubicBezTo>
                <a:cubicBezTo>
                  <a:pt x="212" y="130"/>
                  <a:pt x="212" y="130"/>
                  <a:pt x="212" y="130"/>
                </a:cubicBezTo>
                <a:cubicBezTo>
                  <a:pt x="189" y="153"/>
                  <a:pt x="189" y="153"/>
                  <a:pt x="189" y="153"/>
                </a:cubicBezTo>
                <a:cubicBezTo>
                  <a:pt x="188" y="155"/>
                  <a:pt x="188" y="157"/>
                  <a:pt x="189" y="159"/>
                </a:cubicBezTo>
                <a:cubicBezTo>
                  <a:pt x="190" y="160"/>
                  <a:pt x="191" y="160"/>
                  <a:pt x="192" y="160"/>
                </a:cubicBezTo>
                <a:cubicBezTo>
                  <a:pt x="193" y="160"/>
                  <a:pt x="194" y="160"/>
                  <a:pt x="195" y="159"/>
                </a:cubicBezTo>
                <a:lnTo>
                  <a:pt x="216" y="138"/>
                </a:lnTo>
                <a:close/>
                <a:moveTo>
                  <a:pt x="52" y="88"/>
                </a:moveTo>
                <a:cubicBezTo>
                  <a:pt x="52" y="84"/>
                  <a:pt x="52" y="84"/>
                  <a:pt x="52" y="84"/>
                </a:cubicBezTo>
                <a:cubicBezTo>
                  <a:pt x="248" y="84"/>
                  <a:pt x="248" y="84"/>
                  <a:pt x="248" y="84"/>
                </a:cubicBezTo>
                <a:cubicBezTo>
                  <a:pt x="250" y="84"/>
                  <a:pt x="251" y="83"/>
                  <a:pt x="252" y="82"/>
                </a:cubicBezTo>
                <a:cubicBezTo>
                  <a:pt x="252" y="80"/>
                  <a:pt x="252" y="78"/>
                  <a:pt x="251" y="77"/>
                </a:cubicBezTo>
                <a:cubicBezTo>
                  <a:pt x="227" y="53"/>
                  <a:pt x="227" y="53"/>
                  <a:pt x="227" y="53"/>
                </a:cubicBezTo>
                <a:cubicBezTo>
                  <a:pt x="226" y="52"/>
                  <a:pt x="225" y="52"/>
                  <a:pt x="224" y="52"/>
                </a:cubicBezTo>
                <a:cubicBezTo>
                  <a:pt x="52" y="52"/>
                  <a:pt x="52" y="52"/>
                  <a:pt x="52" y="52"/>
                </a:cubicBezTo>
                <a:cubicBezTo>
                  <a:pt x="52" y="48"/>
                  <a:pt x="52" y="48"/>
                  <a:pt x="52" y="48"/>
                </a:cubicBezTo>
                <a:cubicBezTo>
                  <a:pt x="52" y="46"/>
                  <a:pt x="50" y="44"/>
                  <a:pt x="48" y="44"/>
                </a:cubicBezTo>
                <a:cubicBezTo>
                  <a:pt x="4" y="44"/>
                  <a:pt x="4" y="44"/>
                  <a:pt x="4" y="44"/>
                </a:cubicBezTo>
                <a:cubicBezTo>
                  <a:pt x="2" y="44"/>
                  <a:pt x="0" y="46"/>
                  <a:pt x="0" y="48"/>
                </a:cubicBezTo>
                <a:cubicBezTo>
                  <a:pt x="0" y="88"/>
                  <a:pt x="0" y="88"/>
                  <a:pt x="0" y="88"/>
                </a:cubicBezTo>
                <a:cubicBezTo>
                  <a:pt x="0" y="90"/>
                  <a:pt x="2" y="92"/>
                  <a:pt x="4" y="92"/>
                </a:cubicBezTo>
                <a:cubicBezTo>
                  <a:pt x="48" y="92"/>
                  <a:pt x="48" y="92"/>
                  <a:pt x="48" y="92"/>
                </a:cubicBezTo>
                <a:cubicBezTo>
                  <a:pt x="50" y="92"/>
                  <a:pt x="52" y="90"/>
                  <a:pt x="52" y="88"/>
                </a:cubicBezTo>
                <a:close/>
                <a:moveTo>
                  <a:pt x="222" y="60"/>
                </a:moveTo>
                <a:cubicBezTo>
                  <a:pt x="238" y="76"/>
                  <a:pt x="238" y="76"/>
                  <a:pt x="238" y="76"/>
                </a:cubicBezTo>
                <a:cubicBezTo>
                  <a:pt x="200" y="76"/>
                  <a:pt x="200" y="76"/>
                  <a:pt x="200" y="76"/>
                </a:cubicBezTo>
                <a:cubicBezTo>
                  <a:pt x="207" y="66"/>
                  <a:pt x="207" y="66"/>
                  <a:pt x="207" y="66"/>
                </a:cubicBezTo>
                <a:cubicBezTo>
                  <a:pt x="209" y="65"/>
                  <a:pt x="208" y="62"/>
                  <a:pt x="206" y="61"/>
                </a:cubicBezTo>
                <a:cubicBezTo>
                  <a:pt x="205" y="59"/>
                  <a:pt x="202" y="60"/>
                  <a:pt x="201" y="62"/>
                </a:cubicBezTo>
                <a:cubicBezTo>
                  <a:pt x="192" y="74"/>
                  <a:pt x="192" y="74"/>
                  <a:pt x="192" y="74"/>
                </a:cubicBezTo>
                <a:cubicBezTo>
                  <a:pt x="178" y="60"/>
                  <a:pt x="178" y="60"/>
                  <a:pt x="178" y="60"/>
                </a:cubicBezTo>
                <a:lnTo>
                  <a:pt x="222" y="60"/>
                </a:lnTo>
                <a:close/>
                <a:moveTo>
                  <a:pt x="182" y="76"/>
                </a:moveTo>
                <a:cubicBezTo>
                  <a:pt x="157" y="76"/>
                  <a:pt x="157" y="76"/>
                  <a:pt x="157" y="76"/>
                </a:cubicBezTo>
                <a:cubicBezTo>
                  <a:pt x="168" y="62"/>
                  <a:pt x="168" y="62"/>
                  <a:pt x="168" y="62"/>
                </a:cubicBezTo>
                <a:lnTo>
                  <a:pt x="182" y="76"/>
                </a:lnTo>
                <a:close/>
                <a:moveTo>
                  <a:pt x="160" y="60"/>
                </a:moveTo>
                <a:cubicBezTo>
                  <a:pt x="149" y="74"/>
                  <a:pt x="149" y="74"/>
                  <a:pt x="149" y="74"/>
                </a:cubicBezTo>
                <a:cubicBezTo>
                  <a:pt x="137" y="60"/>
                  <a:pt x="137" y="60"/>
                  <a:pt x="137" y="60"/>
                </a:cubicBezTo>
                <a:lnTo>
                  <a:pt x="160" y="60"/>
                </a:lnTo>
                <a:close/>
                <a:moveTo>
                  <a:pt x="140" y="76"/>
                </a:moveTo>
                <a:cubicBezTo>
                  <a:pt x="117" y="76"/>
                  <a:pt x="117" y="76"/>
                  <a:pt x="117" y="76"/>
                </a:cubicBezTo>
                <a:cubicBezTo>
                  <a:pt x="128" y="62"/>
                  <a:pt x="128" y="62"/>
                  <a:pt x="128" y="62"/>
                </a:cubicBezTo>
                <a:lnTo>
                  <a:pt x="140" y="76"/>
                </a:lnTo>
                <a:close/>
                <a:moveTo>
                  <a:pt x="119" y="60"/>
                </a:moveTo>
                <a:cubicBezTo>
                  <a:pt x="108" y="74"/>
                  <a:pt x="108" y="74"/>
                  <a:pt x="108" y="74"/>
                </a:cubicBezTo>
                <a:cubicBezTo>
                  <a:pt x="95" y="60"/>
                  <a:pt x="95" y="60"/>
                  <a:pt x="95" y="60"/>
                </a:cubicBezTo>
                <a:lnTo>
                  <a:pt x="119" y="60"/>
                </a:lnTo>
                <a:close/>
                <a:moveTo>
                  <a:pt x="44" y="80"/>
                </a:moveTo>
                <a:cubicBezTo>
                  <a:pt x="44" y="84"/>
                  <a:pt x="44" y="84"/>
                  <a:pt x="44" y="84"/>
                </a:cubicBezTo>
                <a:cubicBezTo>
                  <a:pt x="8" y="84"/>
                  <a:pt x="8" y="84"/>
                  <a:pt x="8" y="84"/>
                </a:cubicBezTo>
                <a:cubicBezTo>
                  <a:pt x="8" y="52"/>
                  <a:pt x="8" y="52"/>
                  <a:pt x="8" y="52"/>
                </a:cubicBezTo>
                <a:cubicBezTo>
                  <a:pt x="44" y="52"/>
                  <a:pt x="44" y="52"/>
                  <a:pt x="44" y="52"/>
                </a:cubicBezTo>
                <a:cubicBezTo>
                  <a:pt x="44" y="64"/>
                  <a:pt x="44" y="64"/>
                  <a:pt x="44" y="64"/>
                </a:cubicBezTo>
                <a:cubicBezTo>
                  <a:pt x="44" y="66"/>
                  <a:pt x="46" y="68"/>
                  <a:pt x="48" y="68"/>
                </a:cubicBezTo>
                <a:cubicBezTo>
                  <a:pt x="50" y="68"/>
                  <a:pt x="52" y="66"/>
                  <a:pt x="52" y="64"/>
                </a:cubicBezTo>
                <a:cubicBezTo>
                  <a:pt x="52" y="60"/>
                  <a:pt x="52" y="60"/>
                  <a:pt x="52" y="60"/>
                </a:cubicBezTo>
                <a:cubicBezTo>
                  <a:pt x="77" y="60"/>
                  <a:pt x="77" y="60"/>
                  <a:pt x="77" y="60"/>
                </a:cubicBezTo>
                <a:cubicBezTo>
                  <a:pt x="73" y="65"/>
                  <a:pt x="73" y="65"/>
                  <a:pt x="73" y="65"/>
                </a:cubicBezTo>
                <a:cubicBezTo>
                  <a:pt x="72" y="67"/>
                  <a:pt x="72" y="70"/>
                  <a:pt x="73" y="71"/>
                </a:cubicBezTo>
                <a:cubicBezTo>
                  <a:pt x="75" y="72"/>
                  <a:pt x="78" y="72"/>
                  <a:pt x="79" y="71"/>
                </a:cubicBezTo>
                <a:cubicBezTo>
                  <a:pt x="86" y="62"/>
                  <a:pt x="86" y="62"/>
                  <a:pt x="86" y="62"/>
                </a:cubicBezTo>
                <a:cubicBezTo>
                  <a:pt x="99" y="76"/>
                  <a:pt x="99" y="76"/>
                  <a:pt x="99" y="76"/>
                </a:cubicBezTo>
                <a:cubicBezTo>
                  <a:pt x="48" y="76"/>
                  <a:pt x="48" y="76"/>
                  <a:pt x="48" y="76"/>
                </a:cubicBezTo>
                <a:cubicBezTo>
                  <a:pt x="46" y="76"/>
                  <a:pt x="44" y="78"/>
                  <a:pt x="44" y="80"/>
                </a:cubicBezTo>
                <a:close/>
                <a:moveTo>
                  <a:pt x="32" y="40"/>
                </a:moveTo>
                <a:cubicBezTo>
                  <a:pt x="33" y="40"/>
                  <a:pt x="34" y="40"/>
                  <a:pt x="34" y="39"/>
                </a:cubicBezTo>
                <a:cubicBezTo>
                  <a:pt x="68" y="12"/>
                  <a:pt x="68" y="12"/>
                  <a:pt x="68" y="12"/>
                </a:cubicBezTo>
                <a:cubicBezTo>
                  <a:pt x="68" y="44"/>
                  <a:pt x="68" y="44"/>
                  <a:pt x="68" y="44"/>
                </a:cubicBezTo>
                <a:cubicBezTo>
                  <a:pt x="68" y="46"/>
                  <a:pt x="70" y="48"/>
                  <a:pt x="72" y="48"/>
                </a:cubicBezTo>
                <a:cubicBezTo>
                  <a:pt x="74" y="48"/>
                  <a:pt x="76" y="46"/>
                  <a:pt x="76" y="44"/>
                </a:cubicBezTo>
                <a:cubicBezTo>
                  <a:pt x="76" y="17"/>
                  <a:pt x="76" y="17"/>
                  <a:pt x="76" y="17"/>
                </a:cubicBezTo>
                <a:cubicBezTo>
                  <a:pt x="97" y="46"/>
                  <a:pt x="97" y="46"/>
                  <a:pt x="97" y="46"/>
                </a:cubicBezTo>
                <a:cubicBezTo>
                  <a:pt x="98" y="47"/>
                  <a:pt x="99" y="48"/>
                  <a:pt x="100" y="48"/>
                </a:cubicBezTo>
                <a:cubicBezTo>
                  <a:pt x="101" y="48"/>
                  <a:pt x="102" y="48"/>
                  <a:pt x="102" y="47"/>
                </a:cubicBezTo>
                <a:cubicBezTo>
                  <a:pt x="104" y="46"/>
                  <a:pt x="105" y="44"/>
                  <a:pt x="103" y="42"/>
                </a:cubicBezTo>
                <a:cubicBezTo>
                  <a:pt x="84" y="14"/>
                  <a:pt x="84" y="14"/>
                  <a:pt x="84" y="14"/>
                </a:cubicBezTo>
                <a:cubicBezTo>
                  <a:pt x="154" y="48"/>
                  <a:pt x="154" y="48"/>
                  <a:pt x="154" y="48"/>
                </a:cubicBezTo>
                <a:cubicBezTo>
                  <a:pt x="155" y="48"/>
                  <a:pt x="155" y="48"/>
                  <a:pt x="156" y="48"/>
                </a:cubicBezTo>
                <a:cubicBezTo>
                  <a:pt x="157" y="48"/>
                  <a:pt x="159" y="47"/>
                  <a:pt x="160" y="46"/>
                </a:cubicBezTo>
                <a:cubicBezTo>
                  <a:pt x="161" y="44"/>
                  <a:pt x="160" y="41"/>
                  <a:pt x="158" y="40"/>
                </a:cubicBezTo>
                <a:cubicBezTo>
                  <a:pt x="74" y="0"/>
                  <a:pt x="74" y="0"/>
                  <a:pt x="74" y="0"/>
                </a:cubicBezTo>
                <a:cubicBezTo>
                  <a:pt x="74" y="0"/>
                  <a:pt x="74" y="0"/>
                  <a:pt x="74" y="0"/>
                </a:cubicBezTo>
                <a:cubicBezTo>
                  <a:pt x="73" y="0"/>
                  <a:pt x="73" y="0"/>
                  <a:pt x="73" y="0"/>
                </a:cubicBezTo>
                <a:cubicBezTo>
                  <a:pt x="73" y="0"/>
                  <a:pt x="73" y="0"/>
                  <a:pt x="73" y="0"/>
                </a:cubicBezTo>
                <a:cubicBezTo>
                  <a:pt x="72" y="0"/>
                  <a:pt x="72" y="0"/>
                  <a:pt x="72" y="0"/>
                </a:cubicBezTo>
                <a:cubicBezTo>
                  <a:pt x="72" y="0"/>
                  <a:pt x="72" y="0"/>
                  <a:pt x="72" y="0"/>
                </a:cubicBezTo>
                <a:cubicBezTo>
                  <a:pt x="72" y="0"/>
                  <a:pt x="72" y="0"/>
                  <a:pt x="72" y="0"/>
                </a:cubicBezTo>
                <a:cubicBezTo>
                  <a:pt x="72" y="0"/>
                  <a:pt x="72" y="0"/>
                  <a:pt x="72" y="0"/>
                </a:cubicBezTo>
                <a:cubicBezTo>
                  <a:pt x="71" y="0"/>
                  <a:pt x="71" y="0"/>
                  <a:pt x="71" y="0"/>
                </a:cubicBezTo>
                <a:cubicBezTo>
                  <a:pt x="71" y="0"/>
                  <a:pt x="71" y="0"/>
                  <a:pt x="71" y="0"/>
                </a:cubicBezTo>
                <a:cubicBezTo>
                  <a:pt x="71" y="0"/>
                  <a:pt x="71" y="0"/>
                  <a:pt x="71" y="0"/>
                </a:cubicBezTo>
                <a:cubicBezTo>
                  <a:pt x="70" y="0"/>
                  <a:pt x="70" y="0"/>
                  <a:pt x="70" y="1"/>
                </a:cubicBezTo>
                <a:cubicBezTo>
                  <a:pt x="70" y="1"/>
                  <a:pt x="70" y="1"/>
                  <a:pt x="70" y="1"/>
                </a:cubicBezTo>
                <a:cubicBezTo>
                  <a:pt x="70" y="1"/>
                  <a:pt x="70" y="1"/>
                  <a:pt x="70" y="1"/>
                </a:cubicBezTo>
                <a:cubicBezTo>
                  <a:pt x="70" y="1"/>
                  <a:pt x="70" y="1"/>
                  <a:pt x="70" y="1"/>
                </a:cubicBezTo>
                <a:cubicBezTo>
                  <a:pt x="30" y="33"/>
                  <a:pt x="30" y="33"/>
                  <a:pt x="30" y="33"/>
                </a:cubicBezTo>
                <a:cubicBezTo>
                  <a:pt x="28" y="34"/>
                  <a:pt x="27" y="37"/>
                  <a:pt x="29" y="39"/>
                </a:cubicBezTo>
                <a:cubicBezTo>
                  <a:pt x="30" y="39"/>
                  <a:pt x="31" y="40"/>
                  <a:pt x="32" y="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50" name="Freeform 73">
            <a:extLst>
              <a:ext uri="{FF2B5EF4-FFF2-40B4-BE49-F238E27FC236}">
                <a16:creationId xmlns:a16="http://schemas.microsoft.com/office/drawing/2014/main" id="{1F714D18-24BE-41FD-B9C7-3BA518EE6263}"/>
              </a:ext>
            </a:extLst>
          </p:cNvPr>
          <p:cNvSpPr>
            <a:spLocks noChangeAspect="1" noEditPoints="1"/>
          </p:cNvSpPr>
          <p:nvPr/>
        </p:nvSpPr>
        <p:spPr bwMode="auto">
          <a:xfrm>
            <a:off x="2576643" y="2440781"/>
            <a:ext cx="263525" cy="349250"/>
          </a:xfrm>
          <a:custGeom>
            <a:avLst/>
            <a:gdLst>
              <a:gd name="T0" fmla="*/ 168 w 168"/>
              <a:gd name="T1" fmla="*/ 100 h 224"/>
              <a:gd name="T2" fmla="*/ 168 w 168"/>
              <a:gd name="T3" fmla="*/ 68 h 224"/>
              <a:gd name="T4" fmla="*/ 167 w 168"/>
              <a:gd name="T5" fmla="*/ 66 h 224"/>
              <a:gd name="T6" fmla="*/ 123 w 168"/>
              <a:gd name="T7" fmla="*/ 2 h 224"/>
              <a:gd name="T8" fmla="*/ 48 w 168"/>
              <a:gd name="T9" fmla="*/ 0 h 224"/>
              <a:gd name="T10" fmla="*/ 1 w 168"/>
              <a:gd name="T11" fmla="*/ 66 h 224"/>
              <a:gd name="T12" fmla="*/ 0 w 168"/>
              <a:gd name="T13" fmla="*/ 67 h 224"/>
              <a:gd name="T14" fmla="*/ 0 w 168"/>
              <a:gd name="T15" fmla="*/ 68 h 224"/>
              <a:gd name="T16" fmla="*/ 4 w 168"/>
              <a:gd name="T17" fmla="*/ 104 h 224"/>
              <a:gd name="T18" fmla="*/ 64 w 168"/>
              <a:gd name="T19" fmla="*/ 184 h 224"/>
              <a:gd name="T20" fmla="*/ 41 w 168"/>
              <a:gd name="T21" fmla="*/ 118 h 224"/>
              <a:gd name="T22" fmla="*/ 33 w 168"/>
              <a:gd name="T23" fmla="*/ 114 h 224"/>
              <a:gd name="T24" fmla="*/ 0 w 168"/>
              <a:gd name="T25" fmla="*/ 186 h 224"/>
              <a:gd name="T26" fmla="*/ 0 w 168"/>
              <a:gd name="T27" fmla="*/ 188 h 224"/>
              <a:gd name="T28" fmla="*/ 0 w 168"/>
              <a:gd name="T29" fmla="*/ 220 h 224"/>
              <a:gd name="T30" fmla="*/ 164 w 168"/>
              <a:gd name="T31" fmla="*/ 224 h 224"/>
              <a:gd name="T32" fmla="*/ 168 w 168"/>
              <a:gd name="T33" fmla="*/ 188 h 224"/>
              <a:gd name="T34" fmla="*/ 168 w 168"/>
              <a:gd name="T35" fmla="*/ 187 h 224"/>
              <a:gd name="T36" fmla="*/ 168 w 168"/>
              <a:gd name="T37" fmla="*/ 186 h 224"/>
              <a:gd name="T38" fmla="*/ 129 w 168"/>
              <a:gd name="T39" fmla="*/ 112 h 224"/>
              <a:gd name="T40" fmla="*/ 158 w 168"/>
              <a:gd name="T41" fmla="*/ 184 h 224"/>
              <a:gd name="T42" fmla="*/ 104 w 168"/>
              <a:gd name="T43" fmla="*/ 104 h 224"/>
              <a:gd name="T44" fmla="*/ 50 w 168"/>
              <a:gd name="T45" fmla="*/ 8 h 224"/>
              <a:gd name="T46" fmla="*/ 156 w 168"/>
              <a:gd name="T47" fmla="*/ 64 h 224"/>
              <a:gd name="T48" fmla="*/ 50 w 168"/>
              <a:gd name="T49" fmla="*/ 8 h 224"/>
              <a:gd name="T50" fmla="*/ 160 w 168"/>
              <a:gd name="T51" fmla="*/ 192 h 224"/>
              <a:gd name="T52" fmla="*/ 8 w 168"/>
              <a:gd name="T53" fmla="*/ 216 h 224"/>
              <a:gd name="T54" fmla="*/ 68 w 168"/>
              <a:gd name="T55" fmla="*/ 192 h 224"/>
              <a:gd name="T56" fmla="*/ 72 w 168"/>
              <a:gd name="T57" fmla="*/ 100 h 224"/>
              <a:gd name="T58" fmla="*/ 8 w 168"/>
              <a:gd name="T59" fmla="*/ 96 h 224"/>
              <a:gd name="T60" fmla="*/ 160 w 168"/>
              <a:gd name="T61" fmla="*/ 72 h 224"/>
              <a:gd name="T62" fmla="*/ 100 w 168"/>
              <a:gd name="T63" fmla="*/ 96 h 224"/>
              <a:gd name="T64" fmla="*/ 96 w 168"/>
              <a:gd name="T65" fmla="*/ 18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8" h="224">
                <a:moveTo>
                  <a:pt x="164" y="104"/>
                </a:moveTo>
                <a:cubicBezTo>
                  <a:pt x="166" y="104"/>
                  <a:pt x="168" y="102"/>
                  <a:pt x="168" y="100"/>
                </a:cubicBezTo>
                <a:cubicBezTo>
                  <a:pt x="168" y="68"/>
                  <a:pt x="168" y="68"/>
                  <a:pt x="168" y="68"/>
                </a:cubicBezTo>
                <a:cubicBezTo>
                  <a:pt x="168" y="68"/>
                  <a:pt x="168" y="68"/>
                  <a:pt x="168" y="68"/>
                </a:cubicBezTo>
                <a:cubicBezTo>
                  <a:pt x="168" y="67"/>
                  <a:pt x="168" y="67"/>
                  <a:pt x="168" y="67"/>
                </a:cubicBezTo>
                <a:cubicBezTo>
                  <a:pt x="168" y="67"/>
                  <a:pt x="168" y="66"/>
                  <a:pt x="167" y="66"/>
                </a:cubicBezTo>
                <a:cubicBezTo>
                  <a:pt x="167" y="66"/>
                  <a:pt x="167" y="66"/>
                  <a:pt x="167" y="66"/>
                </a:cubicBezTo>
                <a:cubicBezTo>
                  <a:pt x="123" y="2"/>
                  <a:pt x="123" y="2"/>
                  <a:pt x="123" y="2"/>
                </a:cubicBezTo>
                <a:cubicBezTo>
                  <a:pt x="123" y="1"/>
                  <a:pt x="121" y="0"/>
                  <a:pt x="120" y="0"/>
                </a:cubicBezTo>
                <a:cubicBezTo>
                  <a:pt x="48" y="0"/>
                  <a:pt x="48" y="0"/>
                  <a:pt x="48" y="0"/>
                </a:cubicBezTo>
                <a:cubicBezTo>
                  <a:pt x="47" y="0"/>
                  <a:pt x="45" y="1"/>
                  <a:pt x="45" y="2"/>
                </a:cubicBezTo>
                <a:cubicBezTo>
                  <a:pt x="1" y="66"/>
                  <a:pt x="1" y="66"/>
                  <a:pt x="1" y="66"/>
                </a:cubicBezTo>
                <a:cubicBezTo>
                  <a:pt x="1" y="66"/>
                  <a:pt x="1" y="66"/>
                  <a:pt x="1" y="66"/>
                </a:cubicBezTo>
                <a:cubicBezTo>
                  <a:pt x="0" y="66"/>
                  <a:pt x="0" y="67"/>
                  <a:pt x="0" y="67"/>
                </a:cubicBezTo>
                <a:cubicBezTo>
                  <a:pt x="0" y="67"/>
                  <a:pt x="0" y="67"/>
                  <a:pt x="0" y="68"/>
                </a:cubicBezTo>
                <a:cubicBezTo>
                  <a:pt x="0" y="68"/>
                  <a:pt x="0" y="68"/>
                  <a:pt x="0" y="68"/>
                </a:cubicBezTo>
                <a:cubicBezTo>
                  <a:pt x="0" y="100"/>
                  <a:pt x="0" y="100"/>
                  <a:pt x="0" y="100"/>
                </a:cubicBezTo>
                <a:cubicBezTo>
                  <a:pt x="0" y="102"/>
                  <a:pt x="2" y="104"/>
                  <a:pt x="4" y="104"/>
                </a:cubicBezTo>
                <a:cubicBezTo>
                  <a:pt x="64" y="104"/>
                  <a:pt x="64" y="104"/>
                  <a:pt x="64" y="104"/>
                </a:cubicBezTo>
                <a:cubicBezTo>
                  <a:pt x="64" y="184"/>
                  <a:pt x="64" y="184"/>
                  <a:pt x="64" y="184"/>
                </a:cubicBezTo>
                <a:cubicBezTo>
                  <a:pt x="10" y="184"/>
                  <a:pt x="10" y="184"/>
                  <a:pt x="10" y="184"/>
                </a:cubicBezTo>
                <a:cubicBezTo>
                  <a:pt x="41" y="118"/>
                  <a:pt x="41" y="118"/>
                  <a:pt x="41" y="118"/>
                </a:cubicBezTo>
                <a:cubicBezTo>
                  <a:pt x="42" y="116"/>
                  <a:pt x="41" y="113"/>
                  <a:pt x="39" y="112"/>
                </a:cubicBezTo>
                <a:cubicBezTo>
                  <a:pt x="37" y="111"/>
                  <a:pt x="34" y="112"/>
                  <a:pt x="33" y="114"/>
                </a:cubicBezTo>
                <a:cubicBezTo>
                  <a:pt x="0" y="186"/>
                  <a:pt x="0" y="186"/>
                  <a:pt x="0" y="186"/>
                </a:cubicBezTo>
                <a:cubicBezTo>
                  <a:pt x="0" y="186"/>
                  <a:pt x="0" y="186"/>
                  <a:pt x="0" y="186"/>
                </a:cubicBezTo>
                <a:cubicBezTo>
                  <a:pt x="0" y="187"/>
                  <a:pt x="0" y="187"/>
                  <a:pt x="0" y="187"/>
                </a:cubicBezTo>
                <a:cubicBezTo>
                  <a:pt x="0" y="187"/>
                  <a:pt x="0" y="188"/>
                  <a:pt x="0" y="188"/>
                </a:cubicBezTo>
                <a:cubicBezTo>
                  <a:pt x="0" y="188"/>
                  <a:pt x="0" y="188"/>
                  <a:pt x="0" y="188"/>
                </a:cubicBezTo>
                <a:cubicBezTo>
                  <a:pt x="0" y="220"/>
                  <a:pt x="0" y="220"/>
                  <a:pt x="0" y="220"/>
                </a:cubicBezTo>
                <a:cubicBezTo>
                  <a:pt x="0" y="222"/>
                  <a:pt x="2" y="224"/>
                  <a:pt x="4" y="224"/>
                </a:cubicBezTo>
                <a:cubicBezTo>
                  <a:pt x="164" y="224"/>
                  <a:pt x="164" y="224"/>
                  <a:pt x="164" y="224"/>
                </a:cubicBezTo>
                <a:cubicBezTo>
                  <a:pt x="166" y="224"/>
                  <a:pt x="168" y="222"/>
                  <a:pt x="168" y="220"/>
                </a:cubicBezTo>
                <a:cubicBezTo>
                  <a:pt x="168" y="188"/>
                  <a:pt x="168" y="188"/>
                  <a:pt x="168" y="188"/>
                </a:cubicBezTo>
                <a:cubicBezTo>
                  <a:pt x="168" y="188"/>
                  <a:pt x="168" y="188"/>
                  <a:pt x="168" y="188"/>
                </a:cubicBezTo>
                <a:cubicBezTo>
                  <a:pt x="168" y="188"/>
                  <a:pt x="168" y="187"/>
                  <a:pt x="168" y="187"/>
                </a:cubicBezTo>
                <a:cubicBezTo>
                  <a:pt x="168" y="187"/>
                  <a:pt x="168" y="187"/>
                  <a:pt x="168" y="186"/>
                </a:cubicBezTo>
                <a:cubicBezTo>
                  <a:pt x="168" y="186"/>
                  <a:pt x="168" y="186"/>
                  <a:pt x="168" y="186"/>
                </a:cubicBezTo>
                <a:cubicBezTo>
                  <a:pt x="135" y="114"/>
                  <a:pt x="135" y="114"/>
                  <a:pt x="135" y="114"/>
                </a:cubicBezTo>
                <a:cubicBezTo>
                  <a:pt x="134" y="112"/>
                  <a:pt x="131" y="111"/>
                  <a:pt x="129" y="112"/>
                </a:cubicBezTo>
                <a:cubicBezTo>
                  <a:pt x="127" y="113"/>
                  <a:pt x="126" y="116"/>
                  <a:pt x="127" y="118"/>
                </a:cubicBezTo>
                <a:cubicBezTo>
                  <a:pt x="158" y="184"/>
                  <a:pt x="158" y="184"/>
                  <a:pt x="158" y="184"/>
                </a:cubicBezTo>
                <a:cubicBezTo>
                  <a:pt x="104" y="184"/>
                  <a:pt x="104" y="184"/>
                  <a:pt x="104" y="184"/>
                </a:cubicBezTo>
                <a:cubicBezTo>
                  <a:pt x="104" y="104"/>
                  <a:pt x="104" y="104"/>
                  <a:pt x="104" y="104"/>
                </a:cubicBezTo>
                <a:lnTo>
                  <a:pt x="164" y="104"/>
                </a:lnTo>
                <a:close/>
                <a:moveTo>
                  <a:pt x="50" y="8"/>
                </a:moveTo>
                <a:cubicBezTo>
                  <a:pt x="118" y="8"/>
                  <a:pt x="118" y="8"/>
                  <a:pt x="118" y="8"/>
                </a:cubicBezTo>
                <a:cubicBezTo>
                  <a:pt x="156" y="64"/>
                  <a:pt x="156" y="64"/>
                  <a:pt x="156" y="64"/>
                </a:cubicBezTo>
                <a:cubicBezTo>
                  <a:pt x="12" y="64"/>
                  <a:pt x="12" y="64"/>
                  <a:pt x="12" y="64"/>
                </a:cubicBezTo>
                <a:lnTo>
                  <a:pt x="50" y="8"/>
                </a:lnTo>
                <a:close/>
                <a:moveTo>
                  <a:pt x="100" y="192"/>
                </a:moveTo>
                <a:cubicBezTo>
                  <a:pt x="160" y="192"/>
                  <a:pt x="160" y="192"/>
                  <a:pt x="160" y="192"/>
                </a:cubicBezTo>
                <a:cubicBezTo>
                  <a:pt x="160" y="216"/>
                  <a:pt x="160" y="216"/>
                  <a:pt x="160" y="216"/>
                </a:cubicBezTo>
                <a:cubicBezTo>
                  <a:pt x="8" y="216"/>
                  <a:pt x="8" y="216"/>
                  <a:pt x="8" y="216"/>
                </a:cubicBezTo>
                <a:cubicBezTo>
                  <a:pt x="8" y="192"/>
                  <a:pt x="8" y="192"/>
                  <a:pt x="8" y="192"/>
                </a:cubicBezTo>
                <a:cubicBezTo>
                  <a:pt x="68" y="192"/>
                  <a:pt x="68" y="192"/>
                  <a:pt x="68" y="192"/>
                </a:cubicBezTo>
                <a:cubicBezTo>
                  <a:pt x="70" y="192"/>
                  <a:pt x="72" y="190"/>
                  <a:pt x="72" y="188"/>
                </a:cubicBezTo>
                <a:cubicBezTo>
                  <a:pt x="72" y="100"/>
                  <a:pt x="72" y="100"/>
                  <a:pt x="72" y="100"/>
                </a:cubicBezTo>
                <a:cubicBezTo>
                  <a:pt x="72" y="98"/>
                  <a:pt x="70" y="96"/>
                  <a:pt x="68" y="96"/>
                </a:cubicBezTo>
                <a:cubicBezTo>
                  <a:pt x="8" y="96"/>
                  <a:pt x="8" y="96"/>
                  <a:pt x="8" y="96"/>
                </a:cubicBezTo>
                <a:cubicBezTo>
                  <a:pt x="8" y="72"/>
                  <a:pt x="8" y="72"/>
                  <a:pt x="8" y="72"/>
                </a:cubicBezTo>
                <a:cubicBezTo>
                  <a:pt x="160" y="72"/>
                  <a:pt x="160" y="72"/>
                  <a:pt x="160" y="72"/>
                </a:cubicBezTo>
                <a:cubicBezTo>
                  <a:pt x="160" y="96"/>
                  <a:pt x="160" y="96"/>
                  <a:pt x="160" y="96"/>
                </a:cubicBezTo>
                <a:cubicBezTo>
                  <a:pt x="100" y="96"/>
                  <a:pt x="100" y="96"/>
                  <a:pt x="100" y="96"/>
                </a:cubicBezTo>
                <a:cubicBezTo>
                  <a:pt x="98" y="96"/>
                  <a:pt x="96" y="98"/>
                  <a:pt x="96" y="100"/>
                </a:cubicBezTo>
                <a:cubicBezTo>
                  <a:pt x="96" y="188"/>
                  <a:pt x="96" y="188"/>
                  <a:pt x="96" y="188"/>
                </a:cubicBezTo>
                <a:cubicBezTo>
                  <a:pt x="96" y="190"/>
                  <a:pt x="98" y="192"/>
                  <a:pt x="100" y="19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8" name="Freeform 77">
            <a:extLst>
              <a:ext uri="{FF2B5EF4-FFF2-40B4-BE49-F238E27FC236}">
                <a16:creationId xmlns:a16="http://schemas.microsoft.com/office/drawing/2014/main" id="{14BFB2CA-40CC-44BA-89A7-55E9E7078C58}"/>
              </a:ext>
            </a:extLst>
          </p:cNvPr>
          <p:cNvSpPr>
            <a:spLocks noChangeAspect="1" noEditPoints="1"/>
          </p:cNvSpPr>
          <p:nvPr/>
        </p:nvSpPr>
        <p:spPr bwMode="auto">
          <a:xfrm>
            <a:off x="3482376" y="2415381"/>
            <a:ext cx="387350" cy="400050"/>
          </a:xfrm>
          <a:custGeom>
            <a:avLst/>
            <a:gdLst>
              <a:gd name="T0" fmla="*/ 131 w 248"/>
              <a:gd name="T1" fmla="*/ 214 h 256"/>
              <a:gd name="T2" fmla="*/ 156 w 248"/>
              <a:gd name="T3" fmla="*/ 120 h 256"/>
              <a:gd name="T4" fmla="*/ 188 w 248"/>
              <a:gd name="T5" fmla="*/ 100 h 256"/>
              <a:gd name="T6" fmla="*/ 180 w 248"/>
              <a:gd name="T7" fmla="*/ 88 h 256"/>
              <a:gd name="T8" fmla="*/ 204 w 248"/>
              <a:gd name="T9" fmla="*/ 68 h 256"/>
              <a:gd name="T10" fmla="*/ 188 w 248"/>
              <a:gd name="T11" fmla="*/ 56 h 256"/>
              <a:gd name="T12" fmla="*/ 227 w 248"/>
              <a:gd name="T13" fmla="*/ 14 h 256"/>
              <a:gd name="T14" fmla="*/ 220 w 248"/>
              <a:gd name="T15" fmla="*/ 0 h 256"/>
              <a:gd name="T16" fmla="*/ 50 w 248"/>
              <a:gd name="T17" fmla="*/ 48 h 256"/>
              <a:gd name="T18" fmla="*/ 20 w 248"/>
              <a:gd name="T19" fmla="*/ 0 h 256"/>
              <a:gd name="T20" fmla="*/ 45 w 248"/>
              <a:gd name="T21" fmla="*/ 54 h 256"/>
              <a:gd name="T22" fmla="*/ 60 w 248"/>
              <a:gd name="T23" fmla="*/ 64 h 256"/>
              <a:gd name="T24" fmla="*/ 44 w 248"/>
              <a:gd name="T25" fmla="*/ 84 h 256"/>
              <a:gd name="T26" fmla="*/ 68 w 248"/>
              <a:gd name="T27" fmla="*/ 96 h 256"/>
              <a:gd name="T28" fmla="*/ 60 w 248"/>
              <a:gd name="T29" fmla="*/ 116 h 256"/>
              <a:gd name="T30" fmla="*/ 92 w 248"/>
              <a:gd name="T31" fmla="*/ 172 h 256"/>
              <a:gd name="T32" fmla="*/ 120 w 248"/>
              <a:gd name="T33" fmla="*/ 216 h 256"/>
              <a:gd name="T34" fmla="*/ 0 w 248"/>
              <a:gd name="T35" fmla="*/ 256 h 256"/>
              <a:gd name="T36" fmla="*/ 128 w 248"/>
              <a:gd name="T37" fmla="*/ 248 h 256"/>
              <a:gd name="T38" fmla="*/ 180 w 248"/>
              <a:gd name="T39" fmla="*/ 64 h 256"/>
              <a:gd name="T40" fmla="*/ 52 w 248"/>
              <a:gd name="T41" fmla="*/ 80 h 256"/>
              <a:gd name="T42" fmla="*/ 196 w 248"/>
              <a:gd name="T43" fmla="*/ 80 h 256"/>
              <a:gd name="T44" fmla="*/ 172 w 248"/>
              <a:gd name="T45" fmla="*/ 96 h 256"/>
              <a:gd name="T46" fmla="*/ 172 w 248"/>
              <a:gd name="T47" fmla="*/ 88 h 256"/>
              <a:gd name="T48" fmla="*/ 180 w 248"/>
              <a:gd name="T49" fmla="*/ 104 h 256"/>
              <a:gd name="T50" fmla="*/ 122 w 248"/>
              <a:gd name="T51" fmla="*/ 208 h 256"/>
              <a:gd name="T52" fmla="*/ 148 w 248"/>
              <a:gd name="T53" fmla="*/ 120 h 256"/>
              <a:gd name="T54" fmla="*/ 108 w 248"/>
              <a:gd name="T55" fmla="*/ 176 h 256"/>
              <a:gd name="T56" fmla="*/ 122 w 248"/>
              <a:gd name="T57" fmla="*/ 208 h 256"/>
              <a:gd name="T58" fmla="*/ 184 w 248"/>
              <a:gd name="T59" fmla="*/ 228 h 256"/>
              <a:gd name="T60" fmla="*/ 204 w 248"/>
              <a:gd name="T61" fmla="*/ 196 h 256"/>
              <a:gd name="T62" fmla="*/ 192 w 248"/>
              <a:gd name="T63" fmla="*/ 208 h 256"/>
              <a:gd name="T64" fmla="*/ 192 w 248"/>
              <a:gd name="T65" fmla="*/ 192 h 256"/>
              <a:gd name="T66" fmla="*/ 188 w 248"/>
              <a:gd name="T67" fmla="*/ 196 h 256"/>
              <a:gd name="T68" fmla="*/ 208 w 248"/>
              <a:gd name="T69" fmla="*/ 220 h 256"/>
              <a:gd name="T70" fmla="*/ 168 w 248"/>
              <a:gd name="T71" fmla="*/ 212 h 256"/>
              <a:gd name="T72" fmla="*/ 176 w 248"/>
              <a:gd name="T73" fmla="*/ 220 h 256"/>
              <a:gd name="T74" fmla="*/ 40 w 248"/>
              <a:gd name="T75" fmla="*/ 236 h 256"/>
              <a:gd name="T76" fmla="*/ 32 w 248"/>
              <a:gd name="T77" fmla="*/ 228 h 256"/>
              <a:gd name="T78" fmla="*/ 72 w 248"/>
              <a:gd name="T79" fmla="*/ 236 h 256"/>
              <a:gd name="T80" fmla="*/ 56 w 248"/>
              <a:gd name="T81" fmla="*/ 184 h 256"/>
              <a:gd name="T82" fmla="*/ 68 w 248"/>
              <a:gd name="T83" fmla="*/ 196 h 256"/>
              <a:gd name="T84" fmla="*/ 52 w 248"/>
              <a:gd name="T85" fmla="*/ 196 h 256"/>
              <a:gd name="T86" fmla="*/ 56 w 248"/>
              <a:gd name="T87" fmla="*/ 200 h 256"/>
              <a:gd name="T88" fmla="*/ 72 w 248"/>
              <a:gd name="T89" fmla="*/ 22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56">
                <a:moveTo>
                  <a:pt x="128" y="248"/>
                </a:moveTo>
                <a:cubicBezTo>
                  <a:pt x="128" y="216"/>
                  <a:pt x="128" y="216"/>
                  <a:pt x="128" y="216"/>
                </a:cubicBezTo>
                <a:cubicBezTo>
                  <a:pt x="129" y="216"/>
                  <a:pt x="131" y="215"/>
                  <a:pt x="131" y="214"/>
                </a:cubicBezTo>
                <a:cubicBezTo>
                  <a:pt x="155" y="174"/>
                  <a:pt x="155" y="174"/>
                  <a:pt x="155" y="174"/>
                </a:cubicBezTo>
                <a:cubicBezTo>
                  <a:pt x="156" y="173"/>
                  <a:pt x="156" y="173"/>
                  <a:pt x="156" y="172"/>
                </a:cubicBezTo>
                <a:cubicBezTo>
                  <a:pt x="156" y="120"/>
                  <a:pt x="156" y="120"/>
                  <a:pt x="156" y="120"/>
                </a:cubicBezTo>
                <a:cubicBezTo>
                  <a:pt x="184" y="120"/>
                  <a:pt x="184" y="120"/>
                  <a:pt x="184" y="120"/>
                </a:cubicBezTo>
                <a:cubicBezTo>
                  <a:pt x="186" y="120"/>
                  <a:pt x="188" y="118"/>
                  <a:pt x="188" y="116"/>
                </a:cubicBezTo>
                <a:cubicBezTo>
                  <a:pt x="188" y="100"/>
                  <a:pt x="188" y="100"/>
                  <a:pt x="188" y="100"/>
                </a:cubicBezTo>
                <a:cubicBezTo>
                  <a:pt x="188" y="98"/>
                  <a:pt x="186" y="96"/>
                  <a:pt x="184" y="96"/>
                </a:cubicBezTo>
                <a:cubicBezTo>
                  <a:pt x="180" y="96"/>
                  <a:pt x="180" y="96"/>
                  <a:pt x="180" y="96"/>
                </a:cubicBezTo>
                <a:cubicBezTo>
                  <a:pt x="180" y="88"/>
                  <a:pt x="180" y="88"/>
                  <a:pt x="180" y="88"/>
                </a:cubicBezTo>
                <a:cubicBezTo>
                  <a:pt x="200" y="88"/>
                  <a:pt x="200" y="88"/>
                  <a:pt x="200" y="88"/>
                </a:cubicBezTo>
                <a:cubicBezTo>
                  <a:pt x="202" y="88"/>
                  <a:pt x="204" y="86"/>
                  <a:pt x="204" y="84"/>
                </a:cubicBezTo>
                <a:cubicBezTo>
                  <a:pt x="204" y="68"/>
                  <a:pt x="204" y="68"/>
                  <a:pt x="204" y="68"/>
                </a:cubicBezTo>
                <a:cubicBezTo>
                  <a:pt x="204" y="66"/>
                  <a:pt x="202" y="64"/>
                  <a:pt x="200" y="64"/>
                </a:cubicBezTo>
                <a:cubicBezTo>
                  <a:pt x="188" y="64"/>
                  <a:pt x="188" y="64"/>
                  <a:pt x="188" y="64"/>
                </a:cubicBezTo>
                <a:cubicBezTo>
                  <a:pt x="188" y="56"/>
                  <a:pt x="188" y="56"/>
                  <a:pt x="188" y="56"/>
                </a:cubicBezTo>
                <a:cubicBezTo>
                  <a:pt x="200" y="56"/>
                  <a:pt x="200" y="56"/>
                  <a:pt x="200" y="56"/>
                </a:cubicBezTo>
                <a:cubicBezTo>
                  <a:pt x="201" y="56"/>
                  <a:pt x="203" y="55"/>
                  <a:pt x="203" y="54"/>
                </a:cubicBezTo>
                <a:cubicBezTo>
                  <a:pt x="227" y="14"/>
                  <a:pt x="227" y="14"/>
                  <a:pt x="227" y="14"/>
                </a:cubicBezTo>
                <a:cubicBezTo>
                  <a:pt x="228" y="13"/>
                  <a:pt x="228" y="13"/>
                  <a:pt x="228" y="12"/>
                </a:cubicBezTo>
                <a:cubicBezTo>
                  <a:pt x="228" y="0"/>
                  <a:pt x="228" y="0"/>
                  <a:pt x="228" y="0"/>
                </a:cubicBezTo>
                <a:cubicBezTo>
                  <a:pt x="220" y="0"/>
                  <a:pt x="220" y="0"/>
                  <a:pt x="220" y="0"/>
                </a:cubicBezTo>
                <a:cubicBezTo>
                  <a:pt x="220" y="11"/>
                  <a:pt x="220" y="11"/>
                  <a:pt x="220" y="11"/>
                </a:cubicBezTo>
                <a:cubicBezTo>
                  <a:pt x="198" y="48"/>
                  <a:pt x="198" y="48"/>
                  <a:pt x="198" y="48"/>
                </a:cubicBezTo>
                <a:cubicBezTo>
                  <a:pt x="50" y="48"/>
                  <a:pt x="50" y="48"/>
                  <a:pt x="50" y="48"/>
                </a:cubicBezTo>
                <a:cubicBezTo>
                  <a:pt x="28" y="11"/>
                  <a:pt x="28" y="11"/>
                  <a:pt x="28" y="11"/>
                </a:cubicBezTo>
                <a:cubicBezTo>
                  <a:pt x="28" y="0"/>
                  <a:pt x="28" y="0"/>
                  <a:pt x="28" y="0"/>
                </a:cubicBezTo>
                <a:cubicBezTo>
                  <a:pt x="20" y="0"/>
                  <a:pt x="20" y="0"/>
                  <a:pt x="20" y="0"/>
                </a:cubicBezTo>
                <a:cubicBezTo>
                  <a:pt x="20" y="12"/>
                  <a:pt x="20" y="12"/>
                  <a:pt x="20" y="12"/>
                </a:cubicBezTo>
                <a:cubicBezTo>
                  <a:pt x="20" y="13"/>
                  <a:pt x="20" y="13"/>
                  <a:pt x="21" y="14"/>
                </a:cubicBezTo>
                <a:cubicBezTo>
                  <a:pt x="45" y="54"/>
                  <a:pt x="45" y="54"/>
                  <a:pt x="45" y="54"/>
                </a:cubicBezTo>
                <a:cubicBezTo>
                  <a:pt x="45" y="55"/>
                  <a:pt x="47" y="56"/>
                  <a:pt x="48" y="56"/>
                </a:cubicBezTo>
                <a:cubicBezTo>
                  <a:pt x="60" y="56"/>
                  <a:pt x="60" y="56"/>
                  <a:pt x="60" y="56"/>
                </a:cubicBezTo>
                <a:cubicBezTo>
                  <a:pt x="60" y="64"/>
                  <a:pt x="60" y="64"/>
                  <a:pt x="60" y="64"/>
                </a:cubicBezTo>
                <a:cubicBezTo>
                  <a:pt x="48" y="64"/>
                  <a:pt x="48" y="64"/>
                  <a:pt x="48" y="64"/>
                </a:cubicBezTo>
                <a:cubicBezTo>
                  <a:pt x="46" y="64"/>
                  <a:pt x="44" y="66"/>
                  <a:pt x="44" y="68"/>
                </a:cubicBezTo>
                <a:cubicBezTo>
                  <a:pt x="44" y="84"/>
                  <a:pt x="44" y="84"/>
                  <a:pt x="44" y="84"/>
                </a:cubicBezTo>
                <a:cubicBezTo>
                  <a:pt x="44" y="86"/>
                  <a:pt x="46" y="88"/>
                  <a:pt x="48" y="88"/>
                </a:cubicBezTo>
                <a:cubicBezTo>
                  <a:pt x="68" y="88"/>
                  <a:pt x="68" y="88"/>
                  <a:pt x="68" y="88"/>
                </a:cubicBezTo>
                <a:cubicBezTo>
                  <a:pt x="68" y="96"/>
                  <a:pt x="68" y="96"/>
                  <a:pt x="68" y="96"/>
                </a:cubicBezTo>
                <a:cubicBezTo>
                  <a:pt x="64" y="96"/>
                  <a:pt x="64" y="96"/>
                  <a:pt x="64" y="96"/>
                </a:cubicBezTo>
                <a:cubicBezTo>
                  <a:pt x="62" y="96"/>
                  <a:pt x="60" y="98"/>
                  <a:pt x="60" y="100"/>
                </a:cubicBezTo>
                <a:cubicBezTo>
                  <a:pt x="60" y="116"/>
                  <a:pt x="60" y="116"/>
                  <a:pt x="60" y="116"/>
                </a:cubicBezTo>
                <a:cubicBezTo>
                  <a:pt x="60" y="118"/>
                  <a:pt x="62" y="120"/>
                  <a:pt x="64" y="120"/>
                </a:cubicBezTo>
                <a:cubicBezTo>
                  <a:pt x="92" y="120"/>
                  <a:pt x="92" y="120"/>
                  <a:pt x="92" y="120"/>
                </a:cubicBezTo>
                <a:cubicBezTo>
                  <a:pt x="92" y="172"/>
                  <a:pt x="92" y="172"/>
                  <a:pt x="92" y="172"/>
                </a:cubicBezTo>
                <a:cubicBezTo>
                  <a:pt x="92" y="173"/>
                  <a:pt x="92" y="173"/>
                  <a:pt x="93" y="174"/>
                </a:cubicBezTo>
                <a:cubicBezTo>
                  <a:pt x="117" y="214"/>
                  <a:pt x="117" y="214"/>
                  <a:pt x="117" y="214"/>
                </a:cubicBezTo>
                <a:cubicBezTo>
                  <a:pt x="117" y="215"/>
                  <a:pt x="119" y="216"/>
                  <a:pt x="120" y="216"/>
                </a:cubicBezTo>
                <a:cubicBezTo>
                  <a:pt x="120" y="248"/>
                  <a:pt x="120" y="248"/>
                  <a:pt x="120" y="248"/>
                </a:cubicBezTo>
                <a:cubicBezTo>
                  <a:pt x="0" y="248"/>
                  <a:pt x="0" y="248"/>
                  <a:pt x="0" y="248"/>
                </a:cubicBezTo>
                <a:cubicBezTo>
                  <a:pt x="0" y="256"/>
                  <a:pt x="0" y="256"/>
                  <a:pt x="0" y="256"/>
                </a:cubicBezTo>
                <a:cubicBezTo>
                  <a:pt x="248" y="256"/>
                  <a:pt x="248" y="256"/>
                  <a:pt x="248" y="256"/>
                </a:cubicBezTo>
                <a:cubicBezTo>
                  <a:pt x="248" y="248"/>
                  <a:pt x="248" y="248"/>
                  <a:pt x="248" y="248"/>
                </a:cubicBezTo>
                <a:lnTo>
                  <a:pt x="128" y="248"/>
                </a:lnTo>
                <a:close/>
                <a:moveTo>
                  <a:pt x="68" y="56"/>
                </a:moveTo>
                <a:cubicBezTo>
                  <a:pt x="180" y="56"/>
                  <a:pt x="180" y="56"/>
                  <a:pt x="180" y="56"/>
                </a:cubicBezTo>
                <a:cubicBezTo>
                  <a:pt x="180" y="64"/>
                  <a:pt x="180" y="64"/>
                  <a:pt x="180" y="64"/>
                </a:cubicBezTo>
                <a:cubicBezTo>
                  <a:pt x="68" y="64"/>
                  <a:pt x="68" y="64"/>
                  <a:pt x="68" y="64"/>
                </a:cubicBezTo>
                <a:lnTo>
                  <a:pt x="68" y="56"/>
                </a:lnTo>
                <a:close/>
                <a:moveTo>
                  <a:pt x="52" y="80"/>
                </a:moveTo>
                <a:cubicBezTo>
                  <a:pt x="52" y="72"/>
                  <a:pt x="52" y="72"/>
                  <a:pt x="52" y="72"/>
                </a:cubicBezTo>
                <a:cubicBezTo>
                  <a:pt x="196" y="72"/>
                  <a:pt x="196" y="72"/>
                  <a:pt x="196" y="72"/>
                </a:cubicBezTo>
                <a:cubicBezTo>
                  <a:pt x="196" y="80"/>
                  <a:pt x="196" y="80"/>
                  <a:pt x="196" y="80"/>
                </a:cubicBezTo>
                <a:lnTo>
                  <a:pt x="52" y="80"/>
                </a:lnTo>
                <a:close/>
                <a:moveTo>
                  <a:pt x="172" y="88"/>
                </a:moveTo>
                <a:cubicBezTo>
                  <a:pt x="172" y="96"/>
                  <a:pt x="172" y="96"/>
                  <a:pt x="172" y="96"/>
                </a:cubicBezTo>
                <a:cubicBezTo>
                  <a:pt x="76" y="96"/>
                  <a:pt x="76" y="96"/>
                  <a:pt x="76" y="96"/>
                </a:cubicBezTo>
                <a:cubicBezTo>
                  <a:pt x="76" y="88"/>
                  <a:pt x="76" y="88"/>
                  <a:pt x="76" y="88"/>
                </a:cubicBezTo>
                <a:lnTo>
                  <a:pt x="172" y="88"/>
                </a:lnTo>
                <a:close/>
                <a:moveTo>
                  <a:pt x="68" y="112"/>
                </a:moveTo>
                <a:cubicBezTo>
                  <a:pt x="68" y="104"/>
                  <a:pt x="68" y="104"/>
                  <a:pt x="68" y="104"/>
                </a:cubicBezTo>
                <a:cubicBezTo>
                  <a:pt x="180" y="104"/>
                  <a:pt x="180" y="104"/>
                  <a:pt x="180" y="104"/>
                </a:cubicBezTo>
                <a:cubicBezTo>
                  <a:pt x="180" y="112"/>
                  <a:pt x="180" y="112"/>
                  <a:pt x="180" y="112"/>
                </a:cubicBezTo>
                <a:lnTo>
                  <a:pt x="68" y="112"/>
                </a:lnTo>
                <a:close/>
                <a:moveTo>
                  <a:pt x="122" y="208"/>
                </a:moveTo>
                <a:cubicBezTo>
                  <a:pt x="100" y="171"/>
                  <a:pt x="100" y="171"/>
                  <a:pt x="100" y="171"/>
                </a:cubicBezTo>
                <a:cubicBezTo>
                  <a:pt x="100" y="120"/>
                  <a:pt x="100" y="120"/>
                  <a:pt x="100" y="120"/>
                </a:cubicBezTo>
                <a:cubicBezTo>
                  <a:pt x="148" y="120"/>
                  <a:pt x="148" y="120"/>
                  <a:pt x="148" y="120"/>
                </a:cubicBezTo>
                <a:cubicBezTo>
                  <a:pt x="148" y="168"/>
                  <a:pt x="148" y="168"/>
                  <a:pt x="148" y="168"/>
                </a:cubicBezTo>
                <a:cubicBezTo>
                  <a:pt x="108" y="168"/>
                  <a:pt x="108" y="168"/>
                  <a:pt x="108" y="168"/>
                </a:cubicBezTo>
                <a:cubicBezTo>
                  <a:pt x="108" y="176"/>
                  <a:pt x="108" y="176"/>
                  <a:pt x="108" y="176"/>
                </a:cubicBezTo>
                <a:cubicBezTo>
                  <a:pt x="145" y="176"/>
                  <a:pt x="145" y="176"/>
                  <a:pt x="145" y="176"/>
                </a:cubicBezTo>
                <a:cubicBezTo>
                  <a:pt x="126" y="208"/>
                  <a:pt x="126" y="208"/>
                  <a:pt x="126" y="208"/>
                </a:cubicBezTo>
                <a:lnTo>
                  <a:pt x="122" y="208"/>
                </a:lnTo>
                <a:close/>
                <a:moveTo>
                  <a:pt x="184" y="244"/>
                </a:moveTo>
                <a:cubicBezTo>
                  <a:pt x="188" y="244"/>
                  <a:pt x="192" y="240"/>
                  <a:pt x="192" y="236"/>
                </a:cubicBezTo>
                <a:cubicBezTo>
                  <a:pt x="192" y="232"/>
                  <a:pt x="188" y="228"/>
                  <a:pt x="184" y="228"/>
                </a:cubicBezTo>
                <a:cubicBezTo>
                  <a:pt x="180" y="228"/>
                  <a:pt x="176" y="232"/>
                  <a:pt x="176" y="236"/>
                </a:cubicBezTo>
                <a:cubicBezTo>
                  <a:pt x="176" y="240"/>
                  <a:pt x="180" y="244"/>
                  <a:pt x="184" y="244"/>
                </a:cubicBezTo>
                <a:close/>
                <a:moveTo>
                  <a:pt x="204" y="196"/>
                </a:moveTo>
                <a:cubicBezTo>
                  <a:pt x="204" y="189"/>
                  <a:pt x="199" y="184"/>
                  <a:pt x="192" y="184"/>
                </a:cubicBezTo>
                <a:cubicBezTo>
                  <a:pt x="185" y="184"/>
                  <a:pt x="180" y="189"/>
                  <a:pt x="180" y="196"/>
                </a:cubicBezTo>
                <a:cubicBezTo>
                  <a:pt x="180" y="203"/>
                  <a:pt x="185" y="208"/>
                  <a:pt x="192" y="208"/>
                </a:cubicBezTo>
                <a:cubicBezTo>
                  <a:pt x="199" y="208"/>
                  <a:pt x="204" y="203"/>
                  <a:pt x="204" y="196"/>
                </a:cubicBezTo>
                <a:close/>
                <a:moveTo>
                  <a:pt x="188" y="196"/>
                </a:moveTo>
                <a:cubicBezTo>
                  <a:pt x="188" y="194"/>
                  <a:pt x="190" y="192"/>
                  <a:pt x="192" y="192"/>
                </a:cubicBezTo>
                <a:cubicBezTo>
                  <a:pt x="194" y="192"/>
                  <a:pt x="196" y="194"/>
                  <a:pt x="196" y="196"/>
                </a:cubicBezTo>
                <a:cubicBezTo>
                  <a:pt x="196" y="198"/>
                  <a:pt x="194" y="200"/>
                  <a:pt x="192" y="200"/>
                </a:cubicBezTo>
                <a:cubicBezTo>
                  <a:pt x="190" y="200"/>
                  <a:pt x="188" y="198"/>
                  <a:pt x="188" y="196"/>
                </a:cubicBezTo>
                <a:close/>
                <a:moveTo>
                  <a:pt x="208" y="236"/>
                </a:moveTo>
                <a:cubicBezTo>
                  <a:pt x="212" y="236"/>
                  <a:pt x="216" y="232"/>
                  <a:pt x="216" y="228"/>
                </a:cubicBezTo>
                <a:cubicBezTo>
                  <a:pt x="216" y="224"/>
                  <a:pt x="212" y="220"/>
                  <a:pt x="208" y="220"/>
                </a:cubicBezTo>
                <a:cubicBezTo>
                  <a:pt x="204" y="220"/>
                  <a:pt x="200" y="224"/>
                  <a:pt x="200" y="228"/>
                </a:cubicBezTo>
                <a:cubicBezTo>
                  <a:pt x="200" y="232"/>
                  <a:pt x="204" y="236"/>
                  <a:pt x="208" y="236"/>
                </a:cubicBezTo>
                <a:close/>
                <a:moveTo>
                  <a:pt x="168" y="212"/>
                </a:moveTo>
                <a:cubicBezTo>
                  <a:pt x="164" y="212"/>
                  <a:pt x="160" y="216"/>
                  <a:pt x="160" y="220"/>
                </a:cubicBezTo>
                <a:cubicBezTo>
                  <a:pt x="160" y="224"/>
                  <a:pt x="164" y="228"/>
                  <a:pt x="168" y="228"/>
                </a:cubicBezTo>
                <a:cubicBezTo>
                  <a:pt x="172" y="228"/>
                  <a:pt x="176" y="224"/>
                  <a:pt x="176" y="220"/>
                </a:cubicBezTo>
                <a:cubicBezTo>
                  <a:pt x="176" y="216"/>
                  <a:pt x="172" y="212"/>
                  <a:pt x="168" y="212"/>
                </a:cubicBezTo>
                <a:close/>
                <a:moveTo>
                  <a:pt x="32" y="228"/>
                </a:moveTo>
                <a:cubicBezTo>
                  <a:pt x="32" y="232"/>
                  <a:pt x="36" y="236"/>
                  <a:pt x="40" y="236"/>
                </a:cubicBezTo>
                <a:cubicBezTo>
                  <a:pt x="44" y="236"/>
                  <a:pt x="48" y="232"/>
                  <a:pt x="48" y="228"/>
                </a:cubicBezTo>
                <a:cubicBezTo>
                  <a:pt x="48" y="224"/>
                  <a:pt x="44" y="220"/>
                  <a:pt x="40" y="220"/>
                </a:cubicBezTo>
                <a:cubicBezTo>
                  <a:pt x="36" y="220"/>
                  <a:pt x="32" y="224"/>
                  <a:pt x="32" y="228"/>
                </a:cubicBezTo>
                <a:close/>
                <a:moveTo>
                  <a:pt x="56" y="236"/>
                </a:moveTo>
                <a:cubicBezTo>
                  <a:pt x="56" y="240"/>
                  <a:pt x="60" y="244"/>
                  <a:pt x="64" y="244"/>
                </a:cubicBezTo>
                <a:cubicBezTo>
                  <a:pt x="68" y="244"/>
                  <a:pt x="72" y="240"/>
                  <a:pt x="72" y="236"/>
                </a:cubicBezTo>
                <a:cubicBezTo>
                  <a:pt x="72" y="232"/>
                  <a:pt x="68" y="228"/>
                  <a:pt x="64" y="228"/>
                </a:cubicBezTo>
                <a:cubicBezTo>
                  <a:pt x="60" y="228"/>
                  <a:pt x="56" y="232"/>
                  <a:pt x="56" y="236"/>
                </a:cubicBezTo>
                <a:close/>
                <a:moveTo>
                  <a:pt x="56" y="184"/>
                </a:moveTo>
                <a:cubicBezTo>
                  <a:pt x="49" y="184"/>
                  <a:pt x="44" y="189"/>
                  <a:pt x="44" y="196"/>
                </a:cubicBezTo>
                <a:cubicBezTo>
                  <a:pt x="44" y="203"/>
                  <a:pt x="49" y="208"/>
                  <a:pt x="56" y="208"/>
                </a:cubicBezTo>
                <a:cubicBezTo>
                  <a:pt x="63" y="208"/>
                  <a:pt x="68" y="203"/>
                  <a:pt x="68" y="196"/>
                </a:cubicBezTo>
                <a:cubicBezTo>
                  <a:pt x="68" y="189"/>
                  <a:pt x="63" y="184"/>
                  <a:pt x="56" y="184"/>
                </a:cubicBezTo>
                <a:close/>
                <a:moveTo>
                  <a:pt x="56" y="200"/>
                </a:moveTo>
                <a:cubicBezTo>
                  <a:pt x="54" y="200"/>
                  <a:pt x="52" y="198"/>
                  <a:pt x="52" y="196"/>
                </a:cubicBezTo>
                <a:cubicBezTo>
                  <a:pt x="52" y="194"/>
                  <a:pt x="54" y="192"/>
                  <a:pt x="56" y="192"/>
                </a:cubicBezTo>
                <a:cubicBezTo>
                  <a:pt x="58" y="192"/>
                  <a:pt x="60" y="194"/>
                  <a:pt x="60" y="196"/>
                </a:cubicBezTo>
                <a:cubicBezTo>
                  <a:pt x="60" y="198"/>
                  <a:pt x="58" y="200"/>
                  <a:pt x="56" y="200"/>
                </a:cubicBezTo>
                <a:close/>
                <a:moveTo>
                  <a:pt x="88" y="221"/>
                </a:moveTo>
                <a:cubicBezTo>
                  <a:pt x="88" y="216"/>
                  <a:pt x="84" y="213"/>
                  <a:pt x="80" y="213"/>
                </a:cubicBezTo>
                <a:cubicBezTo>
                  <a:pt x="76" y="213"/>
                  <a:pt x="72" y="216"/>
                  <a:pt x="72" y="221"/>
                </a:cubicBezTo>
                <a:cubicBezTo>
                  <a:pt x="72" y="225"/>
                  <a:pt x="76" y="229"/>
                  <a:pt x="80" y="229"/>
                </a:cubicBezTo>
                <a:cubicBezTo>
                  <a:pt x="84" y="229"/>
                  <a:pt x="88" y="225"/>
                  <a:pt x="88" y="22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82" name="Freeform 81">
            <a:extLst>
              <a:ext uri="{FF2B5EF4-FFF2-40B4-BE49-F238E27FC236}">
                <a16:creationId xmlns:a16="http://schemas.microsoft.com/office/drawing/2014/main" id="{6A84BFE8-D023-4085-A655-8AABC6690599}"/>
              </a:ext>
            </a:extLst>
          </p:cNvPr>
          <p:cNvSpPr>
            <a:spLocks noChangeAspect="1" noEditPoints="1"/>
          </p:cNvSpPr>
          <p:nvPr/>
        </p:nvSpPr>
        <p:spPr bwMode="auto">
          <a:xfrm>
            <a:off x="4443672" y="2452187"/>
            <a:ext cx="400050" cy="361950"/>
          </a:xfrm>
          <a:custGeom>
            <a:avLst/>
            <a:gdLst>
              <a:gd name="T0" fmla="*/ 230 w 256"/>
              <a:gd name="T1" fmla="*/ 157 h 232"/>
              <a:gd name="T2" fmla="*/ 226 w 256"/>
              <a:gd name="T3" fmla="*/ 164 h 232"/>
              <a:gd name="T4" fmla="*/ 128 w 256"/>
              <a:gd name="T5" fmla="*/ 224 h 232"/>
              <a:gd name="T6" fmla="*/ 31 w 256"/>
              <a:gd name="T7" fmla="*/ 164 h 232"/>
              <a:gd name="T8" fmla="*/ 27 w 256"/>
              <a:gd name="T9" fmla="*/ 156 h 232"/>
              <a:gd name="T10" fmla="*/ 0 w 256"/>
              <a:gd name="T11" fmla="*/ 172 h 232"/>
              <a:gd name="T12" fmla="*/ 126 w 256"/>
              <a:gd name="T13" fmla="*/ 232 h 232"/>
              <a:gd name="T14" fmla="*/ 130 w 256"/>
              <a:gd name="T15" fmla="*/ 232 h 232"/>
              <a:gd name="T16" fmla="*/ 256 w 256"/>
              <a:gd name="T17" fmla="*/ 172 h 232"/>
              <a:gd name="T18" fmla="*/ 2 w 256"/>
              <a:gd name="T19" fmla="*/ 64 h 232"/>
              <a:gd name="T20" fmla="*/ 128 w 256"/>
              <a:gd name="T21" fmla="*/ 124 h 232"/>
              <a:gd name="T22" fmla="*/ 254 w 256"/>
              <a:gd name="T23" fmla="*/ 64 h 232"/>
              <a:gd name="T24" fmla="*/ 254 w 256"/>
              <a:gd name="T25" fmla="*/ 56 h 232"/>
              <a:gd name="T26" fmla="*/ 126 w 256"/>
              <a:gd name="T27" fmla="*/ 0 h 232"/>
              <a:gd name="T28" fmla="*/ 0 w 256"/>
              <a:gd name="T29" fmla="*/ 60 h 232"/>
              <a:gd name="T30" fmla="*/ 128 w 256"/>
              <a:gd name="T31" fmla="*/ 8 h 232"/>
              <a:gd name="T32" fmla="*/ 128 w 256"/>
              <a:gd name="T33" fmla="*/ 116 h 232"/>
              <a:gd name="T34" fmla="*/ 128 w 256"/>
              <a:gd name="T35" fmla="*/ 8 h 232"/>
              <a:gd name="T36" fmla="*/ 256 w 256"/>
              <a:gd name="T37" fmla="*/ 94 h 232"/>
              <a:gd name="T38" fmla="*/ 256 w 256"/>
              <a:gd name="T39" fmla="*/ 94 h 232"/>
              <a:gd name="T40" fmla="*/ 255 w 256"/>
              <a:gd name="T41" fmla="*/ 93 h 232"/>
              <a:gd name="T42" fmla="*/ 237 w 256"/>
              <a:gd name="T43" fmla="*/ 84 h 232"/>
              <a:gd name="T44" fmla="*/ 234 w 256"/>
              <a:gd name="T45" fmla="*/ 92 h 232"/>
              <a:gd name="T46" fmla="*/ 128 w 256"/>
              <a:gd name="T47" fmla="*/ 152 h 232"/>
              <a:gd name="T48" fmla="*/ 22 w 256"/>
              <a:gd name="T49" fmla="*/ 92 h 232"/>
              <a:gd name="T50" fmla="*/ 19 w 256"/>
              <a:gd name="T51" fmla="*/ 84 h 232"/>
              <a:gd name="T52" fmla="*/ 1 w 256"/>
              <a:gd name="T53" fmla="*/ 93 h 232"/>
              <a:gd name="T54" fmla="*/ 0 w 256"/>
              <a:gd name="T55" fmla="*/ 94 h 232"/>
              <a:gd name="T56" fmla="*/ 0 w 256"/>
              <a:gd name="T57" fmla="*/ 94 h 232"/>
              <a:gd name="T58" fmla="*/ 0 w 256"/>
              <a:gd name="T59" fmla="*/ 96 h 232"/>
              <a:gd name="T60" fmla="*/ 0 w 256"/>
              <a:gd name="T61" fmla="*/ 128 h 232"/>
              <a:gd name="T62" fmla="*/ 126 w 256"/>
              <a:gd name="T63" fmla="*/ 192 h 232"/>
              <a:gd name="T64" fmla="*/ 128 w 256"/>
              <a:gd name="T65" fmla="*/ 192 h 232"/>
              <a:gd name="T66" fmla="*/ 130 w 256"/>
              <a:gd name="T67" fmla="*/ 192 h 232"/>
              <a:gd name="T68" fmla="*/ 256 w 256"/>
              <a:gd name="T69" fmla="*/ 128 h 232"/>
              <a:gd name="T70" fmla="*/ 256 w 256"/>
              <a:gd name="T71" fmla="*/ 96 h 232"/>
              <a:gd name="T72" fmla="*/ 44 w 256"/>
              <a:gd name="T73" fmla="*/ 143 h 232"/>
              <a:gd name="T74" fmla="*/ 8 w 256"/>
              <a:gd name="T75" fmla="*/ 102 h 232"/>
              <a:gd name="T76" fmla="*/ 44 w 256"/>
              <a:gd name="T77" fmla="*/ 143 h 232"/>
              <a:gd name="T78" fmla="*/ 52 w 256"/>
              <a:gd name="T79" fmla="*/ 147 h 232"/>
              <a:gd name="T80" fmla="*/ 52 w 256"/>
              <a:gd name="T81" fmla="*/ 124 h 232"/>
              <a:gd name="T82" fmla="*/ 84 w 256"/>
              <a:gd name="T83" fmla="*/ 162 h 232"/>
              <a:gd name="T84" fmla="*/ 92 w 256"/>
              <a:gd name="T85" fmla="*/ 166 h 232"/>
              <a:gd name="T86" fmla="*/ 92 w 256"/>
              <a:gd name="T87" fmla="*/ 143 h 232"/>
              <a:gd name="T88" fmla="*/ 124 w 256"/>
              <a:gd name="T89" fmla="*/ 182 h 232"/>
              <a:gd name="T90" fmla="*/ 132 w 256"/>
              <a:gd name="T91" fmla="*/ 182 h 232"/>
              <a:gd name="T92" fmla="*/ 168 w 256"/>
              <a:gd name="T93" fmla="*/ 141 h 232"/>
              <a:gd name="T94" fmla="*/ 208 w 256"/>
              <a:gd name="T95" fmla="*/ 145 h 232"/>
              <a:gd name="T96" fmla="*/ 176 w 256"/>
              <a:gd name="T97" fmla="*/ 138 h 232"/>
              <a:gd name="T98" fmla="*/ 208 w 256"/>
              <a:gd name="T99" fmla="*/ 122 h 232"/>
              <a:gd name="T100" fmla="*/ 248 w 256"/>
              <a:gd name="T101" fmla="*/ 125 h 232"/>
              <a:gd name="T102" fmla="*/ 216 w 256"/>
              <a:gd name="T103" fmla="*/ 118 h 232"/>
              <a:gd name="T104" fmla="*/ 248 w 256"/>
              <a:gd name="T105" fmla="*/ 10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32">
                <a:moveTo>
                  <a:pt x="254" y="168"/>
                </a:moveTo>
                <a:cubicBezTo>
                  <a:pt x="230" y="157"/>
                  <a:pt x="230" y="157"/>
                  <a:pt x="230" y="157"/>
                </a:cubicBezTo>
                <a:cubicBezTo>
                  <a:pt x="228" y="156"/>
                  <a:pt x="225" y="157"/>
                  <a:pt x="224" y="159"/>
                </a:cubicBezTo>
                <a:cubicBezTo>
                  <a:pt x="223" y="161"/>
                  <a:pt x="224" y="163"/>
                  <a:pt x="226" y="164"/>
                </a:cubicBezTo>
                <a:cubicBezTo>
                  <a:pt x="243" y="172"/>
                  <a:pt x="243" y="172"/>
                  <a:pt x="243" y="172"/>
                </a:cubicBezTo>
                <a:cubicBezTo>
                  <a:pt x="128" y="224"/>
                  <a:pt x="128" y="224"/>
                  <a:pt x="128" y="224"/>
                </a:cubicBezTo>
                <a:cubicBezTo>
                  <a:pt x="13" y="172"/>
                  <a:pt x="13" y="172"/>
                  <a:pt x="13" y="172"/>
                </a:cubicBezTo>
                <a:cubicBezTo>
                  <a:pt x="31" y="164"/>
                  <a:pt x="31" y="164"/>
                  <a:pt x="31" y="164"/>
                </a:cubicBezTo>
                <a:cubicBezTo>
                  <a:pt x="33" y="163"/>
                  <a:pt x="33" y="160"/>
                  <a:pt x="32" y="158"/>
                </a:cubicBezTo>
                <a:cubicBezTo>
                  <a:pt x="31" y="156"/>
                  <a:pt x="29" y="155"/>
                  <a:pt x="27" y="156"/>
                </a:cubicBezTo>
                <a:cubicBezTo>
                  <a:pt x="2" y="168"/>
                  <a:pt x="2" y="168"/>
                  <a:pt x="2" y="168"/>
                </a:cubicBezTo>
                <a:cubicBezTo>
                  <a:pt x="1" y="169"/>
                  <a:pt x="0" y="171"/>
                  <a:pt x="0" y="172"/>
                </a:cubicBezTo>
                <a:cubicBezTo>
                  <a:pt x="0" y="174"/>
                  <a:pt x="1" y="175"/>
                  <a:pt x="2" y="176"/>
                </a:cubicBezTo>
                <a:cubicBezTo>
                  <a:pt x="126" y="232"/>
                  <a:pt x="126" y="232"/>
                  <a:pt x="126" y="232"/>
                </a:cubicBezTo>
                <a:cubicBezTo>
                  <a:pt x="127" y="232"/>
                  <a:pt x="127" y="232"/>
                  <a:pt x="128" y="232"/>
                </a:cubicBezTo>
                <a:cubicBezTo>
                  <a:pt x="129" y="232"/>
                  <a:pt x="129" y="232"/>
                  <a:pt x="130" y="232"/>
                </a:cubicBezTo>
                <a:cubicBezTo>
                  <a:pt x="254" y="176"/>
                  <a:pt x="254" y="176"/>
                  <a:pt x="254" y="176"/>
                </a:cubicBezTo>
                <a:cubicBezTo>
                  <a:pt x="255" y="175"/>
                  <a:pt x="256" y="174"/>
                  <a:pt x="256" y="172"/>
                </a:cubicBezTo>
                <a:cubicBezTo>
                  <a:pt x="256" y="171"/>
                  <a:pt x="255" y="169"/>
                  <a:pt x="254" y="168"/>
                </a:cubicBezTo>
                <a:close/>
                <a:moveTo>
                  <a:pt x="2" y="64"/>
                </a:moveTo>
                <a:cubicBezTo>
                  <a:pt x="126" y="124"/>
                  <a:pt x="126" y="124"/>
                  <a:pt x="126" y="124"/>
                </a:cubicBezTo>
                <a:cubicBezTo>
                  <a:pt x="127" y="124"/>
                  <a:pt x="127" y="124"/>
                  <a:pt x="128" y="124"/>
                </a:cubicBezTo>
                <a:cubicBezTo>
                  <a:pt x="129" y="124"/>
                  <a:pt x="129" y="124"/>
                  <a:pt x="130" y="124"/>
                </a:cubicBezTo>
                <a:cubicBezTo>
                  <a:pt x="254" y="64"/>
                  <a:pt x="254" y="64"/>
                  <a:pt x="254" y="64"/>
                </a:cubicBezTo>
                <a:cubicBezTo>
                  <a:pt x="255" y="63"/>
                  <a:pt x="256" y="62"/>
                  <a:pt x="256" y="60"/>
                </a:cubicBezTo>
                <a:cubicBezTo>
                  <a:pt x="256" y="58"/>
                  <a:pt x="255" y="57"/>
                  <a:pt x="254" y="56"/>
                </a:cubicBezTo>
                <a:cubicBezTo>
                  <a:pt x="130" y="0"/>
                  <a:pt x="130" y="0"/>
                  <a:pt x="130" y="0"/>
                </a:cubicBezTo>
                <a:cubicBezTo>
                  <a:pt x="129" y="0"/>
                  <a:pt x="127" y="0"/>
                  <a:pt x="126" y="0"/>
                </a:cubicBezTo>
                <a:cubicBezTo>
                  <a:pt x="2" y="56"/>
                  <a:pt x="2" y="56"/>
                  <a:pt x="2" y="56"/>
                </a:cubicBezTo>
                <a:cubicBezTo>
                  <a:pt x="1" y="57"/>
                  <a:pt x="0" y="58"/>
                  <a:pt x="0" y="60"/>
                </a:cubicBezTo>
                <a:cubicBezTo>
                  <a:pt x="0" y="62"/>
                  <a:pt x="1" y="63"/>
                  <a:pt x="2" y="64"/>
                </a:cubicBezTo>
                <a:close/>
                <a:moveTo>
                  <a:pt x="128" y="8"/>
                </a:moveTo>
                <a:cubicBezTo>
                  <a:pt x="243" y="60"/>
                  <a:pt x="243" y="60"/>
                  <a:pt x="243" y="60"/>
                </a:cubicBezTo>
                <a:cubicBezTo>
                  <a:pt x="128" y="116"/>
                  <a:pt x="128" y="116"/>
                  <a:pt x="128" y="116"/>
                </a:cubicBezTo>
                <a:cubicBezTo>
                  <a:pt x="13" y="60"/>
                  <a:pt x="13" y="60"/>
                  <a:pt x="13" y="60"/>
                </a:cubicBezTo>
                <a:lnTo>
                  <a:pt x="128" y="8"/>
                </a:lnTo>
                <a:close/>
                <a:moveTo>
                  <a:pt x="256" y="96"/>
                </a:moveTo>
                <a:cubicBezTo>
                  <a:pt x="256" y="95"/>
                  <a:pt x="256" y="95"/>
                  <a:pt x="256" y="94"/>
                </a:cubicBezTo>
                <a:cubicBezTo>
                  <a:pt x="256" y="94"/>
                  <a:pt x="256" y="94"/>
                  <a:pt x="256" y="94"/>
                </a:cubicBezTo>
                <a:cubicBezTo>
                  <a:pt x="256" y="94"/>
                  <a:pt x="256" y="94"/>
                  <a:pt x="256" y="94"/>
                </a:cubicBezTo>
                <a:cubicBezTo>
                  <a:pt x="255" y="94"/>
                  <a:pt x="255" y="93"/>
                  <a:pt x="255" y="93"/>
                </a:cubicBezTo>
                <a:cubicBezTo>
                  <a:pt x="255" y="93"/>
                  <a:pt x="255" y="93"/>
                  <a:pt x="255" y="93"/>
                </a:cubicBezTo>
                <a:cubicBezTo>
                  <a:pt x="254" y="93"/>
                  <a:pt x="254" y="93"/>
                  <a:pt x="254" y="92"/>
                </a:cubicBezTo>
                <a:cubicBezTo>
                  <a:pt x="237" y="84"/>
                  <a:pt x="237" y="84"/>
                  <a:pt x="237" y="84"/>
                </a:cubicBezTo>
                <a:cubicBezTo>
                  <a:pt x="235" y="83"/>
                  <a:pt x="233" y="84"/>
                  <a:pt x="232" y="86"/>
                </a:cubicBezTo>
                <a:cubicBezTo>
                  <a:pt x="231" y="88"/>
                  <a:pt x="232" y="91"/>
                  <a:pt x="234" y="92"/>
                </a:cubicBezTo>
                <a:cubicBezTo>
                  <a:pt x="243" y="96"/>
                  <a:pt x="243" y="96"/>
                  <a:pt x="243" y="96"/>
                </a:cubicBezTo>
                <a:cubicBezTo>
                  <a:pt x="128" y="152"/>
                  <a:pt x="128" y="152"/>
                  <a:pt x="128" y="152"/>
                </a:cubicBezTo>
                <a:cubicBezTo>
                  <a:pt x="13" y="96"/>
                  <a:pt x="13" y="96"/>
                  <a:pt x="13" y="96"/>
                </a:cubicBezTo>
                <a:cubicBezTo>
                  <a:pt x="22" y="92"/>
                  <a:pt x="22" y="92"/>
                  <a:pt x="22" y="92"/>
                </a:cubicBezTo>
                <a:cubicBezTo>
                  <a:pt x="24" y="91"/>
                  <a:pt x="25" y="88"/>
                  <a:pt x="24" y="86"/>
                </a:cubicBezTo>
                <a:cubicBezTo>
                  <a:pt x="23" y="84"/>
                  <a:pt x="21" y="83"/>
                  <a:pt x="19" y="84"/>
                </a:cubicBezTo>
                <a:cubicBezTo>
                  <a:pt x="2" y="92"/>
                  <a:pt x="2" y="92"/>
                  <a:pt x="2" y="92"/>
                </a:cubicBezTo>
                <a:cubicBezTo>
                  <a:pt x="2" y="93"/>
                  <a:pt x="2" y="93"/>
                  <a:pt x="1" y="93"/>
                </a:cubicBezTo>
                <a:cubicBezTo>
                  <a:pt x="1" y="93"/>
                  <a:pt x="1" y="93"/>
                  <a:pt x="1" y="93"/>
                </a:cubicBezTo>
                <a:cubicBezTo>
                  <a:pt x="1" y="93"/>
                  <a:pt x="1" y="94"/>
                  <a:pt x="0" y="94"/>
                </a:cubicBezTo>
                <a:cubicBezTo>
                  <a:pt x="0" y="94"/>
                  <a:pt x="0" y="94"/>
                  <a:pt x="0" y="94"/>
                </a:cubicBezTo>
                <a:cubicBezTo>
                  <a:pt x="0" y="94"/>
                  <a:pt x="0" y="94"/>
                  <a:pt x="0" y="94"/>
                </a:cubicBezTo>
                <a:cubicBezTo>
                  <a:pt x="0" y="95"/>
                  <a:pt x="0" y="95"/>
                  <a:pt x="0" y="96"/>
                </a:cubicBezTo>
                <a:cubicBezTo>
                  <a:pt x="0" y="96"/>
                  <a:pt x="0" y="96"/>
                  <a:pt x="0" y="96"/>
                </a:cubicBezTo>
                <a:cubicBezTo>
                  <a:pt x="0" y="96"/>
                  <a:pt x="0" y="96"/>
                  <a:pt x="0" y="96"/>
                </a:cubicBezTo>
                <a:cubicBezTo>
                  <a:pt x="0" y="128"/>
                  <a:pt x="0" y="128"/>
                  <a:pt x="0" y="128"/>
                </a:cubicBezTo>
                <a:cubicBezTo>
                  <a:pt x="0" y="130"/>
                  <a:pt x="1" y="131"/>
                  <a:pt x="2" y="132"/>
                </a:cubicBezTo>
                <a:cubicBezTo>
                  <a:pt x="126" y="192"/>
                  <a:pt x="126" y="192"/>
                  <a:pt x="126" y="192"/>
                </a:cubicBezTo>
                <a:cubicBezTo>
                  <a:pt x="126" y="192"/>
                  <a:pt x="126" y="192"/>
                  <a:pt x="126" y="192"/>
                </a:cubicBezTo>
                <a:cubicBezTo>
                  <a:pt x="127" y="192"/>
                  <a:pt x="127" y="192"/>
                  <a:pt x="128" y="192"/>
                </a:cubicBezTo>
                <a:cubicBezTo>
                  <a:pt x="129" y="192"/>
                  <a:pt x="129" y="192"/>
                  <a:pt x="130" y="192"/>
                </a:cubicBezTo>
                <a:cubicBezTo>
                  <a:pt x="130" y="192"/>
                  <a:pt x="130" y="192"/>
                  <a:pt x="130" y="192"/>
                </a:cubicBezTo>
                <a:cubicBezTo>
                  <a:pt x="254" y="132"/>
                  <a:pt x="254" y="132"/>
                  <a:pt x="254" y="132"/>
                </a:cubicBezTo>
                <a:cubicBezTo>
                  <a:pt x="255" y="131"/>
                  <a:pt x="256" y="130"/>
                  <a:pt x="256" y="128"/>
                </a:cubicBezTo>
                <a:cubicBezTo>
                  <a:pt x="256" y="96"/>
                  <a:pt x="256" y="96"/>
                  <a:pt x="256" y="96"/>
                </a:cubicBezTo>
                <a:cubicBezTo>
                  <a:pt x="256" y="96"/>
                  <a:pt x="256" y="96"/>
                  <a:pt x="256" y="96"/>
                </a:cubicBezTo>
                <a:cubicBezTo>
                  <a:pt x="256" y="96"/>
                  <a:pt x="256" y="96"/>
                  <a:pt x="256" y="96"/>
                </a:cubicBezTo>
                <a:close/>
                <a:moveTo>
                  <a:pt x="44" y="143"/>
                </a:moveTo>
                <a:cubicBezTo>
                  <a:pt x="8" y="125"/>
                  <a:pt x="8" y="125"/>
                  <a:pt x="8" y="125"/>
                </a:cubicBezTo>
                <a:cubicBezTo>
                  <a:pt x="8" y="102"/>
                  <a:pt x="8" y="102"/>
                  <a:pt x="8" y="102"/>
                </a:cubicBezTo>
                <a:cubicBezTo>
                  <a:pt x="44" y="120"/>
                  <a:pt x="44" y="120"/>
                  <a:pt x="44" y="120"/>
                </a:cubicBezTo>
                <a:lnTo>
                  <a:pt x="44" y="143"/>
                </a:lnTo>
                <a:close/>
                <a:moveTo>
                  <a:pt x="84" y="162"/>
                </a:moveTo>
                <a:cubicBezTo>
                  <a:pt x="52" y="147"/>
                  <a:pt x="52" y="147"/>
                  <a:pt x="52" y="147"/>
                </a:cubicBezTo>
                <a:cubicBezTo>
                  <a:pt x="52" y="146"/>
                  <a:pt x="52" y="146"/>
                  <a:pt x="52" y="146"/>
                </a:cubicBezTo>
                <a:cubicBezTo>
                  <a:pt x="52" y="124"/>
                  <a:pt x="52" y="124"/>
                  <a:pt x="52" y="124"/>
                </a:cubicBezTo>
                <a:cubicBezTo>
                  <a:pt x="84" y="139"/>
                  <a:pt x="84" y="139"/>
                  <a:pt x="84" y="139"/>
                </a:cubicBezTo>
                <a:lnTo>
                  <a:pt x="84" y="162"/>
                </a:lnTo>
                <a:close/>
                <a:moveTo>
                  <a:pt x="124" y="182"/>
                </a:moveTo>
                <a:cubicBezTo>
                  <a:pt x="92" y="166"/>
                  <a:pt x="92" y="166"/>
                  <a:pt x="92" y="166"/>
                </a:cubicBezTo>
                <a:cubicBezTo>
                  <a:pt x="92" y="166"/>
                  <a:pt x="92" y="166"/>
                  <a:pt x="92" y="166"/>
                </a:cubicBezTo>
                <a:cubicBezTo>
                  <a:pt x="92" y="143"/>
                  <a:pt x="92" y="143"/>
                  <a:pt x="92" y="143"/>
                </a:cubicBezTo>
                <a:cubicBezTo>
                  <a:pt x="124" y="159"/>
                  <a:pt x="124" y="159"/>
                  <a:pt x="124" y="159"/>
                </a:cubicBezTo>
                <a:lnTo>
                  <a:pt x="124" y="182"/>
                </a:lnTo>
                <a:close/>
                <a:moveTo>
                  <a:pt x="168" y="164"/>
                </a:moveTo>
                <a:cubicBezTo>
                  <a:pt x="132" y="182"/>
                  <a:pt x="132" y="182"/>
                  <a:pt x="132" y="182"/>
                </a:cubicBezTo>
                <a:cubicBezTo>
                  <a:pt x="132" y="159"/>
                  <a:pt x="132" y="159"/>
                  <a:pt x="132" y="159"/>
                </a:cubicBezTo>
                <a:cubicBezTo>
                  <a:pt x="168" y="141"/>
                  <a:pt x="168" y="141"/>
                  <a:pt x="168" y="141"/>
                </a:cubicBezTo>
                <a:lnTo>
                  <a:pt x="168" y="164"/>
                </a:lnTo>
                <a:close/>
                <a:moveTo>
                  <a:pt x="208" y="145"/>
                </a:moveTo>
                <a:cubicBezTo>
                  <a:pt x="176" y="160"/>
                  <a:pt x="176" y="160"/>
                  <a:pt x="176" y="160"/>
                </a:cubicBezTo>
                <a:cubicBezTo>
                  <a:pt x="176" y="138"/>
                  <a:pt x="176" y="138"/>
                  <a:pt x="176" y="138"/>
                </a:cubicBezTo>
                <a:cubicBezTo>
                  <a:pt x="176" y="138"/>
                  <a:pt x="176" y="138"/>
                  <a:pt x="176" y="137"/>
                </a:cubicBezTo>
                <a:cubicBezTo>
                  <a:pt x="208" y="122"/>
                  <a:pt x="208" y="122"/>
                  <a:pt x="208" y="122"/>
                </a:cubicBezTo>
                <a:lnTo>
                  <a:pt x="208" y="145"/>
                </a:lnTo>
                <a:close/>
                <a:moveTo>
                  <a:pt x="248" y="125"/>
                </a:moveTo>
                <a:cubicBezTo>
                  <a:pt x="216" y="141"/>
                  <a:pt x="216" y="141"/>
                  <a:pt x="216" y="141"/>
                </a:cubicBezTo>
                <a:cubicBezTo>
                  <a:pt x="216" y="118"/>
                  <a:pt x="216" y="118"/>
                  <a:pt x="216" y="118"/>
                </a:cubicBezTo>
                <a:cubicBezTo>
                  <a:pt x="216" y="118"/>
                  <a:pt x="216" y="118"/>
                  <a:pt x="216" y="118"/>
                </a:cubicBezTo>
                <a:cubicBezTo>
                  <a:pt x="248" y="102"/>
                  <a:pt x="248" y="102"/>
                  <a:pt x="248" y="102"/>
                </a:cubicBezTo>
                <a:lnTo>
                  <a:pt x="248" y="12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68" name="Freeform 85">
            <a:extLst>
              <a:ext uri="{FF2B5EF4-FFF2-40B4-BE49-F238E27FC236}">
                <a16:creationId xmlns:a16="http://schemas.microsoft.com/office/drawing/2014/main" id="{8C3C9C47-3992-48F5-B315-7CE5FC566460}"/>
              </a:ext>
            </a:extLst>
          </p:cNvPr>
          <p:cNvSpPr>
            <a:spLocks noChangeAspect="1" noEditPoints="1"/>
          </p:cNvSpPr>
          <p:nvPr/>
        </p:nvSpPr>
        <p:spPr bwMode="auto">
          <a:xfrm>
            <a:off x="5411318" y="2415381"/>
            <a:ext cx="400050" cy="400050"/>
          </a:xfrm>
          <a:custGeom>
            <a:avLst/>
            <a:gdLst>
              <a:gd name="T0" fmla="*/ 179 w 256"/>
              <a:gd name="T1" fmla="*/ 25 h 256"/>
              <a:gd name="T2" fmla="*/ 179 w 256"/>
              <a:gd name="T3" fmla="*/ 1 h 256"/>
              <a:gd name="T4" fmla="*/ 32 w 256"/>
              <a:gd name="T5" fmla="*/ 0 h 256"/>
              <a:gd name="T6" fmla="*/ 28 w 256"/>
              <a:gd name="T7" fmla="*/ 4 h 256"/>
              <a:gd name="T8" fmla="*/ 25 w 256"/>
              <a:gd name="T9" fmla="*/ 99 h 256"/>
              <a:gd name="T10" fmla="*/ 0 w 256"/>
              <a:gd name="T11" fmla="*/ 228 h 256"/>
              <a:gd name="T12" fmla="*/ 8 w 256"/>
              <a:gd name="T13" fmla="*/ 256 h 256"/>
              <a:gd name="T14" fmla="*/ 33 w 256"/>
              <a:gd name="T15" fmla="*/ 101 h 256"/>
              <a:gd name="T16" fmla="*/ 36 w 256"/>
              <a:gd name="T17" fmla="*/ 8 h 256"/>
              <a:gd name="T18" fmla="*/ 171 w 256"/>
              <a:gd name="T19" fmla="*/ 24 h 256"/>
              <a:gd name="T20" fmla="*/ 203 w 256"/>
              <a:gd name="T21" fmla="*/ 224 h 256"/>
              <a:gd name="T22" fmla="*/ 32 w 256"/>
              <a:gd name="T23" fmla="*/ 232 h 256"/>
              <a:gd name="T24" fmla="*/ 204 w 256"/>
              <a:gd name="T25" fmla="*/ 256 h 256"/>
              <a:gd name="T26" fmla="*/ 212 w 256"/>
              <a:gd name="T27" fmla="*/ 228 h 256"/>
              <a:gd name="T28" fmla="*/ 184 w 256"/>
              <a:gd name="T29" fmla="*/ 102 h 256"/>
              <a:gd name="T30" fmla="*/ 228 w 256"/>
              <a:gd name="T31" fmla="*/ 121 h 256"/>
              <a:gd name="T32" fmla="*/ 224 w 256"/>
              <a:gd name="T33" fmla="*/ 36 h 256"/>
              <a:gd name="T34" fmla="*/ 220 w 256"/>
              <a:gd name="T35" fmla="*/ 32 h 256"/>
              <a:gd name="T36" fmla="*/ 196 w 256"/>
              <a:gd name="T37" fmla="*/ 40 h 256"/>
              <a:gd name="T38" fmla="*/ 215 w 256"/>
              <a:gd name="T39" fmla="*/ 53 h 256"/>
              <a:gd name="T40" fmla="*/ 246 w 256"/>
              <a:gd name="T41" fmla="*/ 224 h 256"/>
              <a:gd name="T42" fmla="*/ 228 w 256"/>
              <a:gd name="T43" fmla="*/ 232 h 256"/>
              <a:gd name="T44" fmla="*/ 248 w 256"/>
              <a:gd name="T45" fmla="*/ 256 h 256"/>
              <a:gd name="T46" fmla="*/ 256 w 256"/>
              <a:gd name="T47" fmla="*/ 231 h 256"/>
              <a:gd name="T48" fmla="*/ 163 w 256"/>
              <a:gd name="T49" fmla="*/ 139 h 256"/>
              <a:gd name="T50" fmla="*/ 134 w 256"/>
              <a:gd name="T51" fmla="*/ 83 h 256"/>
              <a:gd name="T52" fmla="*/ 115 w 256"/>
              <a:gd name="T53" fmla="*/ 109 h 256"/>
              <a:gd name="T54" fmla="*/ 134 w 256"/>
              <a:gd name="T55" fmla="*/ 92 h 256"/>
              <a:gd name="T56" fmla="*/ 132 w 256"/>
              <a:gd name="T57" fmla="*/ 132 h 256"/>
              <a:gd name="T58" fmla="*/ 160 w 256"/>
              <a:gd name="T59" fmla="*/ 140 h 256"/>
              <a:gd name="T60" fmla="*/ 89 w 256"/>
              <a:gd name="T61" fmla="*/ 154 h 256"/>
              <a:gd name="T62" fmla="*/ 76 w 256"/>
              <a:gd name="T63" fmla="*/ 184 h 256"/>
              <a:gd name="T64" fmla="*/ 136 w 256"/>
              <a:gd name="T65" fmla="*/ 184 h 256"/>
              <a:gd name="T66" fmla="*/ 123 w 256"/>
              <a:gd name="T67" fmla="*/ 154 h 256"/>
              <a:gd name="T68" fmla="*/ 128 w 256"/>
              <a:gd name="T69" fmla="*/ 179 h 256"/>
              <a:gd name="T70" fmla="*/ 96 w 256"/>
              <a:gd name="T71" fmla="*/ 158 h 256"/>
              <a:gd name="T72" fmla="*/ 78 w 256"/>
              <a:gd name="T73" fmla="*/ 83 h 256"/>
              <a:gd name="T74" fmla="*/ 49 w 256"/>
              <a:gd name="T75" fmla="*/ 139 h 256"/>
              <a:gd name="T76" fmla="*/ 80 w 256"/>
              <a:gd name="T77" fmla="*/ 140 h 256"/>
              <a:gd name="T78" fmla="*/ 56 w 256"/>
              <a:gd name="T79" fmla="*/ 132 h 256"/>
              <a:gd name="T80" fmla="*/ 90 w 256"/>
              <a:gd name="T81" fmla="*/ 113 h 256"/>
              <a:gd name="T82" fmla="*/ 83 w 256"/>
              <a:gd name="T83" fmla="*/ 85 h 256"/>
              <a:gd name="T84" fmla="*/ 88 w 256"/>
              <a:gd name="T85" fmla="*/ 134 h 256"/>
              <a:gd name="T86" fmla="*/ 124 w 256"/>
              <a:gd name="T87" fmla="*/ 134 h 256"/>
              <a:gd name="T88" fmla="*/ 88 w 256"/>
              <a:gd name="T89" fmla="*/ 134 h 256"/>
              <a:gd name="T90" fmla="*/ 106 w 256"/>
              <a:gd name="T91" fmla="*/ 144 h 256"/>
              <a:gd name="T92" fmla="*/ 106 w 256"/>
              <a:gd name="T93"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56">
                <a:moveTo>
                  <a:pt x="184" y="102"/>
                </a:moveTo>
                <a:cubicBezTo>
                  <a:pt x="179" y="77"/>
                  <a:pt x="177" y="51"/>
                  <a:pt x="179" y="25"/>
                </a:cubicBezTo>
                <a:cubicBezTo>
                  <a:pt x="180" y="4"/>
                  <a:pt x="180" y="4"/>
                  <a:pt x="180" y="4"/>
                </a:cubicBezTo>
                <a:cubicBezTo>
                  <a:pt x="180" y="3"/>
                  <a:pt x="180" y="2"/>
                  <a:pt x="179" y="1"/>
                </a:cubicBezTo>
                <a:cubicBezTo>
                  <a:pt x="178" y="0"/>
                  <a:pt x="177" y="0"/>
                  <a:pt x="176" y="0"/>
                </a:cubicBezTo>
                <a:cubicBezTo>
                  <a:pt x="32" y="0"/>
                  <a:pt x="32" y="0"/>
                  <a:pt x="32" y="0"/>
                </a:cubicBezTo>
                <a:cubicBezTo>
                  <a:pt x="31" y="0"/>
                  <a:pt x="30" y="0"/>
                  <a:pt x="29" y="1"/>
                </a:cubicBezTo>
                <a:cubicBezTo>
                  <a:pt x="28" y="2"/>
                  <a:pt x="28" y="3"/>
                  <a:pt x="28" y="4"/>
                </a:cubicBezTo>
                <a:cubicBezTo>
                  <a:pt x="30" y="28"/>
                  <a:pt x="30" y="28"/>
                  <a:pt x="30" y="28"/>
                </a:cubicBezTo>
                <a:cubicBezTo>
                  <a:pt x="31" y="52"/>
                  <a:pt x="30" y="76"/>
                  <a:pt x="25" y="99"/>
                </a:cubicBezTo>
                <a:cubicBezTo>
                  <a:pt x="0" y="227"/>
                  <a:pt x="0" y="227"/>
                  <a:pt x="0" y="227"/>
                </a:cubicBezTo>
                <a:cubicBezTo>
                  <a:pt x="0" y="227"/>
                  <a:pt x="0" y="228"/>
                  <a:pt x="0" y="228"/>
                </a:cubicBezTo>
                <a:cubicBezTo>
                  <a:pt x="0" y="256"/>
                  <a:pt x="0" y="256"/>
                  <a:pt x="0" y="256"/>
                </a:cubicBezTo>
                <a:cubicBezTo>
                  <a:pt x="8" y="256"/>
                  <a:pt x="8" y="256"/>
                  <a:pt x="8" y="256"/>
                </a:cubicBezTo>
                <a:cubicBezTo>
                  <a:pt x="8" y="228"/>
                  <a:pt x="8" y="228"/>
                  <a:pt x="8" y="228"/>
                </a:cubicBezTo>
                <a:cubicBezTo>
                  <a:pt x="33" y="101"/>
                  <a:pt x="33" y="101"/>
                  <a:pt x="33" y="101"/>
                </a:cubicBezTo>
                <a:cubicBezTo>
                  <a:pt x="38" y="76"/>
                  <a:pt x="39" y="52"/>
                  <a:pt x="38" y="27"/>
                </a:cubicBezTo>
                <a:cubicBezTo>
                  <a:pt x="36" y="8"/>
                  <a:pt x="36" y="8"/>
                  <a:pt x="36" y="8"/>
                </a:cubicBezTo>
                <a:cubicBezTo>
                  <a:pt x="172" y="8"/>
                  <a:pt x="172" y="8"/>
                  <a:pt x="172" y="8"/>
                </a:cubicBezTo>
                <a:cubicBezTo>
                  <a:pt x="171" y="24"/>
                  <a:pt x="171" y="24"/>
                  <a:pt x="171" y="24"/>
                </a:cubicBezTo>
                <a:cubicBezTo>
                  <a:pt x="169" y="51"/>
                  <a:pt x="171" y="78"/>
                  <a:pt x="177" y="104"/>
                </a:cubicBezTo>
                <a:cubicBezTo>
                  <a:pt x="203" y="224"/>
                  <a:pt x="203" y="224"/>
                  <a:pt x="203" y="224"/>
                </a:cubicBezTo>
                <a:cubicBezTo>
                  <a:pt x="32" y="224"/>
                  <a:pt x="32" y="224"/>
                  <a:pt x="32" y="224"/>
                </a:cubicBezTo>
                <a:cubicBezTo>
                  <a:pt x="32" y="232"/>
                  <a:pt x="32" y="232"/>
                  <a:pt x="32" y="232"/>
                </a:cubicBezTo>
                <a:cubicBezTo>
                  <a:pt x="204" y="232"/>
                  <a:pt x="204" y="232"/>
                  <a:pt x="204" y="232"/>
                </a:cubicBezTo>
                <a:cubicBezTo>
                  <a:pt x="204" y="256"/>
                  <a:pt x="204" y="256"/>
                  <a:pt x="204" y="256"/>
                </a:cubicBezTo>
                <a:cubicBezTo>
                  <a:pt x="212" y="256"/>
                  <a:pt x="212" y="256"/>
                  <a:pt x="212" y="256"/>
                </a:cubicBezTo>
                <a:cubicBezTo>
                  <a:pt x="212" y="228"/>
                  <a:pt x="212" y="228"/>
                  <a:pt x="212" y="228"/>
                </a:cubicBezTo>
                <a:cubicBezTo>
                  <a:pt x="212" y="228"/>
                  <a:pt x="212" y="227"/>
                  <a:pt x="212" y="227"/>
                </a:cubicBezTo>
                <a:lnTo>
                  <a:pt x="184" y="102"/>
                </a:lnTo>
                <a:close/>
                <a:moveTo>
                  <a:pt x="256" y="230"/>
                </a:moveTo>
                <a:cubicBezTo>
                  <a:pt x="228" y="121"/>
                  <a:pt x="228" y="121"/>
                  <a:pt x="228" y="121"/>
                </a:cubicBezTo>
                <a:cubicBezTo>
                  <a:pt x="223" y="99"/>
                  <a:pt x="221" y="76"/>
                  <a:pt x="223" y="54"/>
                </a:cubicBezTo>
                <a:cubicBezTo>
                  <a:pt x="224" y="36"/>
                  <a:pt x="224" y="36"/>
                  <a:pt x="224" y="36"/>
                </a:cubicBezTo>
                <a:cubicBezTo>
                  <a:pt x="224" y="35"/>
                  <a:pt x="224" y="34"/>
                  <a:pt x="223" y="33"/>
                </a:cubicBezTo>
                <a:cubicBezTo>
                  <a:pt x="222" y="32"/>
                  <a:pt x="221" y="32"/>
                  <a:pt x="220" y="32"/>
                </a:cubicBezTo>
                <a:cubicBezTo>
                  <a:pt x="196" y="32"/>
                  <a:pt x="196" y="32"/>
                  <a:pt x="196" y="32"/>
                </a:cubicBezTo>
                <a:cubicBezTo>
                  <a:pt x="196" y="40"/>
                  <a:pt x="196" y="40"/>
                  <a:pt x="196" y="40"/>
                </a:cubicBezTo>
                <a:cubicBezTo>
                  <a:pt x="216" y="40"/>
                  <a:pt x="216" y="40"/>
                  <a:pt x="216" y="40"/>
                </a:cubicBezTo>
                <a:cubicBezTo>
                  <a:pt x="215" y="53"/>
                  <a:pt x="215" y="53"/>
                  <a:pt x="215" y="53"/>
                </a:cubicBezTo>
                <a:cubicBezTo>
                  <a:pt x="213" y="77"/>
                  <a:pt x="215" y="100"/>
                  <a:pt x="221" y="123"/>
                </a:cubicBezTo>
                <a:cubicBezTo>
                  <a:pt x="246" y="224"/>
                  <a:pt x="246" y="224"/>
                  <a:pt x="246" y="224"/>
                </a:cubicBezTo>
                <a:cubicBezTo>
                  <a:pt x="228" y="224"/>
                  <a:pt x="228" y="224"/>
                  <a:pt x="228" y="224"/>
                </a:cubicBezTo>
                <a:cubicBezTo>
                  <a:pt x="228" y="232"/>
                  <a:pt x="228" y="232"/>
                  <a:pt x="228" y="232"/>
                </a:cubicBezTo>
                <a:cubicBezTo>
                  <a:pt x="248" y="232"/>
                  <a:pt x="248" y="232"/>
                  <a:pt x="248" y="232"/>
                </a:cubicBezTo>
                <a:cubicBezTo>
                  <a:pt x="248" y="256"/>
                  <a:pt x="248" y="256"/>
                  <a:pt x="248" y="256"/>
                </a:cubicBezTo>
                <a:cubicBezTo>
                  <a:pt x="256" y="256"/>
                  <a:pt x="256" y="256"/>
                  <a:pt x="256" y="256"/>
                </a:cubicBezTo>
                <a:cubicBezTo>
                  <a:pt x="256" y="231"/>
                  <a:pt x="256" y="231"/>
                  <a:pt x="256" y="231"/>
                </a:cubicBezTo>
                <a:cubicBezTo>
                  <a:pt x="256" y="231"/>
                  <a:pt x="256" y="230"/>
                  <a:pt x="256" y="230"/>
                </a:cubicBezTo>
                <a:close/>
                <a:moveTo>
                  <a:pt x="163" y="139"/>
                </a:moveTo>
                <a:cubicBezTo>
                  <a:pt x="163" y="138"/>
                  <a:pt x="164" y="137"/>
                  <a:pt x="164" y="136"/>
                </a:cubicBezTo>
                <a:cubicBezTo>
                  <a:pt x="165" y="114"/>
                  <a:pt x="153" y="94"/>
                  <a:pt x="134" y="83"/>
                </a:cubicBezTo>
                <a:cubicBezTo>
                  <a:pt x="132" y="82"/>
                  <a:pt x="130" y="83"/>
                  <a:pt x="129" y="85"/>
                </a:cubicBezTo>
                <a:cubicBezTo>
                  <a:pt x="115" y="109"/>
                  <a:pt x="115" y="109"/>
                  <a:pt x="115" y="109"/>
                </a:cubicBezTo>
                <a:cubicBezTo>
                  <a:pt x="122" y="113"/>
                  <a:pt x="122" y="113"/>
                  <a:pt x="122" y="113"/>
                </a:cubicBezTo>
                <a:cubicBezTo>
                  <a:pt x="134" y="92"/>
                  <a:pt x="134" y="92"/>
                  <a:pt x="134" y="92"/>
                </a:cubicBezTo>
                <a:cubicBezTo>
                  <a:pt x="147" y="101"/>
                  <a:pt x="155" y="116"/>
                  <a:pt x="156" y="132"/>
                </a:cubicBezTo>
                <a:cubicBezTo>
                  <a:pt x="132" y="132"/>
                  <a:pt x="132" y="132"/>
                  <a:pt x="132" y="132"/>
                </a:cubicBezTo>
                <a:cubicBezTo>
                  <a:pt x="132" y="140"/>
                  <a:pt x="132" y="140"/>
                  <a:pt x="132" y="140"/>
                </a:cubicBezTo>
                <a:cubicBezTo>
                  <a:pt x="160" y="140"/>
                  <a:pt x="160" y="140"/>
                  <a:pt x="160" y="140"/>
                </a:cubicBezTo>
                <a:cubicBezTo>
                  <a:pt x="161" y="140"/>
                  <a:pt x="162" y="140"/>
                  <a:pt x="163" y="139"/>
                </a:cubicBezTo>
                <a:close/>
                <a:moveTo>
                  <a:pt x="89" y="154"/>
                </a:moveTo>
                <a:cubicBezTo>
                  <a:pt x="75" y="178"/>
                  <a:pt x="75" y="178"/>
                  <a:pt x="75" y="178"/>
                </a:cubicBezTo>
                <a:cubicBezTo>
                  <a:pt x="74" y="180"/>
                  <a:pt x="74" y="183"/>
                  <a:pt x="76" y="184"/>
                </a:cubicBezTo>
                <a:cubicBezTo>
                  <a:pt x="85" y="189"/>
                  <a:pt x="96" y="192"/>
                  <a:pt x="106" y="192"/>
                </a:cubicBezTo>
                <a:cubicBezTo>
                  <a:pt x="116" y="192"/>
                  <a:pt x="127" y="189"/>
                  <a:pt x="136" y="184"/>
                </a:cubicBezTo>
                <a:cubicBezTo>
                  <a:pt x="138" y="183"/>
                  <a:pt x="138" y="180"/>
                  <a:pt x="137" y="178"/>
                </a:cubicBezTo>
                <a:cubicBezTo>
                  <a:pt x="123" y="154"/>
                  <a:pt x="123" y="154"/>
                  <a:pt x="123" y="154"/>
                </a:cubicBezTo>
                <a:cubicBezTo>
                  <a:pt x="116" y="158"/>
                  <a:pt x="116" y="158"/>
                  <a:pt x="116" y="158"/>
                </a:cubicBezTo>
                <a:cubicBezTo>
                  <a:pt x="128" y="179"/>
                  <a:pt x="128" y="179"/>
                  <a:pt x="128" y="179"/>
                </a:cubicBezTo>
                <a:cubicBezTo>
                  <a:pt x="114" y="186"/>
                  <a:pt x="98" y="186"/>
                  <a:pt x="84" y="179"/>
                </a:cubicBezTo>
                <a:cubicBezTo>
                  <a:pt x="96" y="158"/>
                  <a:pt x="96" y="158"/>
                  <a:pt x="96" y="158"/>
                </a:cubicBezTo>
                <a:lnTo>
                  <a:pt x="89" y="154"/>
                </a:lnTo>
                <a:close/>
                <a:moveTo>
                  <a:pt x="78" y="83"/>
                </a:moveTo>
                <a:cubicBezTo>
                  <a:pt x="59" y="94"/>
                  <a:pt x="47" y="114"/>
                  <a:pt x="48" y="136"/>
                </a:cubicBezTo>
                <a:cubicBezTo>
                  <a:pt x="48" y="137"/>
                  <a:pt x="49" y="138"/>
                  <a:pt x="49" y="139"/>
                </a:cubicBezTo>
                <a:cubicBezTo>
                  <a:pt x="50" y="140"/>
                  <a:pt x="51" y="140"/>
                  <a:pt x="52" y="140"/>
                </a:cubicBezTo>
                <a:cubicBezTo>
                  <a:pt x="80" y="140"/>
                  <a:pt x="80" y="140"/>
                  <a:pt x="80" y="140"/>
                </a:cubicBezTo>
                <a:cubicBezTo>
                  <a:pt x="80" y="132"/>
                  <a:pt x="80" y="132"/>
                  <a:pt x="80" y="132"/>
                </a:cubicBezTo>
                <a:cubicBezTo>
                  <a:pt x="56" y="132"/>
                  <a:pt x="56" y="132"/>
                  <a:pt x="56" y="132"/>
                </a:cubicBezTo>
                <a:cubicBezTo>
                  <a:pt x="57" y="116"/>
                  <a:pt x="65" y="101"/>
                  <a:pt x="78" y="92"/>
                </a:cubicBezTo>
                <a:cubicBezTo>
                  <a:pt x="90" y="113"/>
                  <a:pt x="90" y="113"/>
                  <a:pt x="90" y="113"/>
                </a:cubicBezTo>
                <a:cubicBezTo>
                  <a:pt x="97" y="109"/>
                  <a:pt x="97" y="109"/>
                  <a:pt x="97" y="109"/>
                </a:cubicBezTo>
                <a:cubicBezTo>
                  <a:pt x="83" y="85"/>
                  <a:pt x="83" y="85"/>
                  <a:pt x="83" y="85"/>
                </a:cubicBezTo>
                <a:cubicBezTo>
                  <a:pt x="82" y="83"/>
                  <a:pt x="80" y="82"/>
                  <a:pt x="78" y="83"/>
                </a:cubicBezTo>
                <a:close/>
                <a:moveTo>
                  <a:pt x="88" y="134"/>
                </a:moveTo>
                <a:cubicBezTo>
                  <a:pt x="88" y="144"/>
                  <a:pt x="96" y="152"/>
                  <a:pt x="106" y="152"/>
                </a:cubicBezTo>
                <a:cubicBezTo>
                  <a:pt x="116" y="152"/>
                  <a:pt x="124" y="144"/>
                  <a:pt x="124" y="134"/>
                </a:cubicBezTo>
                <a:cubicBezTo>
                  <a:pt x="124" y="124"/>
                  <a:pt x="116" y="116"/>
                  <a:pt x="106" y="116"/>
                </a:cubicBezTo>
                <a:cubicBezTo>
                  <a:pt x="96" y="116"/>
                  <a:pt x="88" y="124"/>
                  <a:pt x="88" y="134"/>
                </a:cubicBezTo>
                <a:close/>
                <a:moveTo>
                  <a:pt x="116" y="134"/>
                </a:moveTo>
                <a:cubicBezTo>
                  <a:pt x="116" y="140"/>
                  <a:pt x="112" y="144"/>
                  <a:pt x="106" y="144"/>
                </a:cubicBezTo>
                <a:cubicBezTo>
                  <a:pt x="100" y="144"/>
                  <a:pt x="96" y="140"/>
                  <a:pt x="96" y="134"/>
                </a:cubicBezTo>
                <a:cubicBezTo>
                  <a:pt x="96" y="128"/>
                  <a:pt x="100" y="124"/>
                  <a:pt x="106" y="124"/>
                </a:cubicBezTo>
                <a:cubicBezTo>
                  <a:pt x="112" y="124"/>
                  <a:pt x="116" y="128"/>
                  <a:pt x="116" y="13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74" name="Freeform 89">
            <a:extLst>
              <a:ext uri="{FF2B5EF4-FFF2-40B4-BE49-F238E27FC236}">
                <a16:creationId xmlns:a16="http://schemas.microsoft.com/office/drawing/2014/main" id="{215E8270-2F4F-48DD-81A8-F5F0074632C4}"/>
              </a:ext>
            </a:extLst>
          </p:cNvPr>
          <p:cNvSpPr>
            <a:spLocks noChangeAspect="1" noEditPoints="1"/>
          </p:cNvSpPr>
          <p:nvPr/>
        </p:nvSpPr>
        <p:spPr bwMode="auto">
          <a:xfrm>
            <a:off x="6417064" y="2415381"/>
            <a:ext cx="323850" cy="400050"/>
          </a:xfrm>
          <a:custGeom>
            <a:avLst/>
            <a:gdLst>
              <a:gd name="T0" fmla="*/ 159 w 208"/>
              <a:gd name="T1" fmla="*/ 240 h 256"/>
              <a:gd name="T2" fmla="*/ 139 w 208"/>
              <a:gd name="T3" fmla="*/ 37 h 256"/>
              <a:gd name="T4" fmla="*/ 160 w 208"/>
              <a:gd name="T5" fmla="*/ 72 h 256"/>
              <a:gd name="T6" fmla="*/ 204 w 208"/>
              <a:gd name="T7" fmla="*/ 80 h 256"/>
              <a:gd name="T8" fmla="*/ 206 w 208"/>
              <a:gd name="T9" fmla="*/ 73 h 256"/>
              <a:gd name="T10" fmla="*/ 124 w 208"/>
              <a:gd name="T11" fmla="*/ 2 h 256"/>
              <a:gd name="T12" fmla="*/ 88 w 208"/>
              <a:gd name="T13" fmla="*/ 0 h 256"/>
              <a:gd name="T14" fmla="*/ 72 w 208"/>
              <a:gd name="T15" fmla="*/ 26 h 256"/>
              <a:gd name="T16" fmla="*/ 0 w 208"/>
              <a:gd name="T17" fmla="*/ 77 h 256"/>
              <a:gd name="T18" fmla="*/ 48 w 208"/>
              <a:gd name="T19" fmla="*/ 80 h 256"/>
              <a:gd name="T20" fmla="*/ 17 w 208"/>
              <a:gd name="T21" fmla="*/ 72 h 256"/>
              <a:gd name="T22" fmla="*/ 60 w 208"/>
              <a:gd name="T23" fmla="*/ 187 h 256"/>
              <a:gd name="T24" fmla="*/ 36 w 208"/>
              <a:gd name="T25" fmla="*/ 240 h 256"/>
              <a:gd name="T26" fmla="*/ 32 w 208"/>
              <a:gd name="T27" fmla="*/ 256 h 256"/>
              <a:gd name="T28" fmla="*/ 40 w 208"/>
              <a:gd name="T29" fmla="*/ 248 h 256"/>
              <a:gd name="T30" fmla="*/ 84 w 208"/>
              <a:gd name="T31" fmla="*/ 240 h 256"/>
              <a:gd name="T32" fmla="*/ 95 w 208"/>
              <a:gd name="T33" fmla="*/ 201 h 256"/>
              <a:gd name="T34" fmla="*/ 59 w 208"/>
              <a:gd name="T35" fmla="*/ 231 h 256"/>
              <a:gd name="T36" fmla="*/ 68 w 208"/>
              <a:gd name="T37" fmla="*/ 188 h 256"/>
              <a:gd name="T38" fmla="*/ 147 w 208"/>
              <a:gd name="T39" fmla="*/ 240 h 256"/>
              <a:gd name="T40" fmla="*/ 124 w 208"/>
              <a:gd name="T41" fmla="*/ 248 h 256"/>
              <a:gd name="T42" fmla="*/ 168 w 208"/>
              <a:gd name="T43" fmla="*/ 256 h 256"/>
              <a:gd name="T44" fmla="*/ 176 w 208"/>
              <a:gd name="T45" fmla="*/ 244 h 256"/>
              <a:gd name="T46" fmla="*/ 137 w 208"/>
              <a:gd name="T47" fmla="*/ 135 h 256"/>
              <a:gd name="T48" fmla="*/ 134 w 208"/>
              <a:gd name="T49" fmla="*/ 88 h 256"/>
              <a:gd name="T50" fmla="*/ 133 w 208"/>
              <a:gd name="T51" fmla="*/ 68 h 256"/>
              <a:gd name="T52" fmla="*/ 130 w 208"/>
              <a:gd name="T53" fmla="*/ 34 h 256"/>
              <a:gd name="T54" fmla="*/ 90 w 208"/>
              <a:gd name="T55" fmla="*/ 8 h 256"/>
              <a:gd name="T56" fmla="*/ 127 w 208"/>
              <a:gd name="T57" fmla="*/ 27 h 256"/>
              <a:gd name="T58" fmla="*/ 81 w 208"/>
              <a:gd name="T59" fmla="*/ 27 h 256"/>
              <a:gd name="T60" fmla="*/ 78 w 208"/>
              <a:gd name="T61" fmla="*/ 34 h 256"/>
              <a:gd name="T62" fmla="*/ 104 w 208"/>
              <a:gd name="T63" fmla="*/ 105 h 256"/>
              <a:gd name="T64" fmla="*/ 95 w 208"/>
              <a:gd name="T65" fmla="*/ 63 h 256"/>
              <a:gd name="T66" fmla="*/ 75 w 208"/>
              <a:gd name="T67" fmla="*/ 68 h 256"/>
              <a:gd name="T68" fmla="*/ 74 w 208"/>
              <a:gd name="T69" fmla="*/ 144 h 256"/>
              <a:gd name="T70" fmla="*/ 89 w 208"/>
              <a:gd name="T71" fmla="*/ 119 h 256"/>
              <a:gd name="T72" fmla="*/ 74 w 208"/>
              <a:gd name="T73" fmla="*/ 88 h 256"/>
              <a:gd name="T74" fmla="*/ 104 w 208"/>
              <a:gd name="T75" fmla="*/ 179 h 256"/>
              <a:gd name="T76" fmla="*/ 109 w 208"/>
              <a:gd name="T77" fmla="*/ 185 h 256"/>
              <a:gd name="T78" fmla="*/ 140 w 208"/>
              <a:gd name="T79" fmla="*/ 188 h 256"/>
              <a:gd name="T80" fmla="*/ 149 w 208"/>
              <a:gd name="T81" fmla="*/ 231 h 256"/>
              <a:gd name="T82" fmla="*/ 20 w 208"/>
              <a:gd name="T83" fmla="*/ 88 h 256"/>
              <a:gd name="T84" fmla="*/ 0 w 208"/>
              <a:gd name="T85" fmla="*/ 92 h 256"/>
              <a:gd name="T86" fmla="*/ 20 w 208"/>
              <a:gd name="T87" fmla="*/ 96 h 256"/>
              <a:gd name="T88" fmla="*/ 20 w 208"/>
              <a:gd name="T89" fmla="*/ 88 h 256"/>
              <a:gd name="T90" fmla="*/ 188 w 208"/>
              <a:gd name="T91" fmla="*/ 88 h 256"/>
              <a:gd name="T92" fmla="*/ 188 w 208"/>
              <a:gd name="T93" fmla="*/ 96 h 256"/>
              <a:gd name="T94" fmla="*/ 208 w 208"/>
              <a:gd name="T95" fmla="*/ 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8" h="256">
                <a:moveTo>
                  <a:pt x="172" y="240"/>
                </a:moveTo>
                <a:cubicBezTo>
                  <a:pt x="159" y="240"/>
                  <a:pt x="159" y="240"/>
                  <a:pt x="159" y="240"/>
                </a:cubicBezTo>
                <a:cubicBezTo>
                  <a:pt x="148" y="187"/>
                  <a:pt x="148" y="187"/>
                  <a:pt x="148" y="187"/>
                </a:cubicBezTo>
                <a:cubicBezTo>
                  <a:pt x="139" y="37"/>
                  <a:pt x="139" y="37"/>
                  <a:pt x="139" y="37"/>
                </a:cubicBezTo>
                <a:cubicBezTo>
                  <a:pt x="191" y="72"/>
                  <a:pt x="191" y="72"/>
                  <a:pt x="191" y="72"/>
                </a:cubicBezTo>
                <a:cubicBezTo>
                  <a:pt x="160" y="72"/>
                  <a:pt x="160" y="72"/>
                  <a:pt x="160" y="72"/>
                </a:cubicBezTo>
                <a:cubicBezTo>
                  <a:pt x="160" y="80"/>
                  <a:pt x="160" y="80"/>
                  <a:pt x="160" y="80"/>
                </a:cubicBezTo>
                <a:cubicBezTo>
                  <a:pt x="204" y="80"/>
                  <a:pt x="204" y="80"/>
                  <a:pt x="204" y="80"/>
                </a:cubicBezTo>
                <a:cubicBezTo>
                  <a:pt x="206" y="80"/>
                  <a:pt x="207" y="79"/>
                  <a:pt x="208" y="77"/>
                </a:cubicBezTo>
                <a:cubicBezTo>
                  <a:pt x="208" y="75"/>
                  <a:pt x="208" y="74"/>
                  <a:pt x="206" y="73"/>
                </a:cubicBezTo>
                <a:cubicBezTo>
                  <a:pt x="136" y="26"/>
                  <a:pt x="136" y="26"/>
                  <a:pt x="136" y="26"/>
                </a:cubicBezTo>
                <a:cubicBezTo>
                  <a:pt x="124" y="2"/>
                  <a:pt x="124" y="2"/>
                  <a:pt x="124" y="2"/>
                </a:cubicBezTo>
                <a:cubicBezTo>
                  <a:pt x="123" y="1"/>
                  <a:pt x="122" y="0"/>
                  <a:pt x="120" y="0"/>
                </a:cubicBezTo>
                <a:cubicBezTo>
                  <a:pt x="88" y="0"/>
                  <a:pt x="88" y="0"/>
                  <a:pt x="88" y="0"/>
                </a:cubicBezTo>
                <a:cubicBezTo>
                  <a:pt x="87" y="0"/>
                  <a:pt x="85" y="1"/>
                  <a:pt x="84" y="2"/>
                </a:cubicBezTo>
                <a:cubicBezTo>
                  <a:pt x="72" y="26"/>
                  <a:pt x="72" y="26"/>
                  <a:pt x="72" y="26"/>
                </a:cubicBezTo>
                <a:cubicBezTo>
                  <a:pt x="2" y="73"/>
                  <a:pt x="2" y="73"/>
                  <a:pt x="2" y="73"/>
                </a:cubicBezTo>
                <a:cubicBezTo>
                  <a:pt x="0" y="74"/>
                  <a:pt x="0" y="75"/>
                  <a:pt x="0" y="77"/>
                </a:cubicBezTo>
                <a:cubicBezTo>
                  <a:pt x="1" y="79"/>
                  <a:pt x="2" y="80"/>
                  <a:pt x="4" y="80"/>
                </a:cubicBezTo>
                <a:cubicBezTo>
                  <a:pt x="48" y="80"/>
                  <a:pt x="48" y="80"/>
                  <a:pt x="48" y="80"/>
                </a:cubicBezTo>
                <a:cubicBezTo>
                  <a:pt x="48" y="72"/>
                  <a:pt x="48" y="72"/>
                  <a:pt x="48" y="72"/>
                </a:cubicBezTo>
                <a:cubicBezTo>
                  <a:pt x="17" y="72"/>
                  <a:pt x="17" y="72"/>
                  <a:pt x="17" y="72"/>
                </a:cubicBezTo>
                <a:cubicBezTo>
                  <a:pt x="69" y="37"/>
                  <a:pt x="69" y="37"/>
                  <a:pt x="69" y="37"/>
                </a:cubicBezTo>
                <a:cubicBezTo>
                  <a:pt x="60" y="187"/>
                  <a:pt x="60" y="187"/>
                  <a:pt x="60" y="187"/>
                </a:cubicBezTo>
                <a:cubicBezTo>
                  <a:pt x="49" y="240"/>
                  <a:pt x="49" y="240"/>
                  <a:pt x="49" y="240"/>
                </a:cubicBezTo>
                <a:cubicBezTo>
                  <a:pt x="36" y="240"/>
                  <a:pt x="36" y="240"/>
                  <a:pt x="36" y="240"/>
                </a:cubicBezTo>
                <a:cubicBezTo>
                  <a:pt x="34" y="240"/>
                  <a:pt x="32" y="242"/>
                  <a:pt x="32" y="244"/>
                </a:cubicBezTo>
                <a:cubicBezTo>
                  <a:pt x="32" y="256"/>
                  <a:pt x="32" y="256"/>
                  <a:pt x="32" y="256"/>
                </a:cubicBezTo>
                <a:cubicBezTo>
                  <a:pt x="40" y="256"/>
                  <a:pt x="40" y="256"/>
                  <a:pt x="40" y="256"/>
                </a:cubicBezTo>
                <a:cubicBezTo>
                  <a:pt x="40" y="248"/>
                  <a:pt x="40" y="248"/>
                  <a:pt x="40" y="248"/>
                </a:cubicBezTo>
                <a:cubicBezTo>
                  <a:pt x="84" y="248"/>
                  <a:pt x="84" y="248"/>
                  <a:pt x="84" y="248"/>
                </a:cubicBezTo>
                <a:cubicBezTo>
                  <a:pt x="84" y="240"/>
                  <a:pt x="84" y="240"/>
                  <a:pt x="84" y="240"/>
                </a:cubicBezTo>
                <a:cubicBezTo>
                  <a:pt x="61" y="240"/>
                  <a:pt x="61" y="240"/>
                  <a:pt x="61" y="240"/>
                </a:cubicBezTo>
                <a:cubicBezTo>
                  <a:pt x="95" y="201"/>
                  <a:pt x="95" y="201"/>
                  <a:pt x="95" y="201"/>
                </a:cubicBezTo>
                <a:cubicBezTo>
                  <a:pt x="89" y="196"/>
                  <a:pt x="89" y="196"/>
                  <a:pt x="89" y="196"/>
                </a:cubicBezTo>
                <a:cubicBezTo>
                  <a:pt x="59" y="231"/>
                  <a:pt x="59" y="231"/>
                  <a:pt x="59" y="231"/>
                </a:cubicBezTo>
                <a:cubicBezTo>
                  <a:pt x="68" y="189"/>
                  <a:pt x="68" y="189"/>
                  <a:pt x="68" y="189"/>
                </a:cubicBezTo>
                <a:cubicBezTo>
                  <a:pt x="68" y="189"/>
                  <a:pt x="68" y="188"/>
                  <a:pt x="68" y="188"/>
                </a:cubicBezTo>
                <a:cubicBezTo>
                  <a:pt x="70" y="153"/>
                  <a:pt x="70" y="153"/>
                  <a:pt x="70" y="153"/>
                </a:cubicBezTo>
                <a:cubicBezTo>
                  <a:pt x="147" y="240"/>
                  <a:pt x="147" y="240"/>
                  <a:pt x="147" y="240"/>
                </a:cubicBezTo>
                <a:cubicBezTo>
                  <a:pt x="124" y="240"/>
                  <a:pt x="124" y="240"/>
                  <a:pt x="124" y="240"/>
                </a:cubicBezTo>
                <a:cubicBezTo>
                  <a:pt x="124" y="248"/>
                  <a:pt x="124" y="248"/>
                  <a:pt x="124" y="248"/>
                </a:cubicBezTo>
                <a:cubicBezTo>
                  <a:pt x="168" y="248"/>
                  <a:pt x="168" y="248"/>
                  <a:pt x="168" y="248"/>
                </a:cubicBezTo>
                <a:cubicBezTo>
                  <a:pt x="168" y="256"/>
                  <a:pt x="168" y="256"/>
                  <a:pt x="168" y="256"/>
                </a:cubicBezTo>
                <a:cubicBezTo>
                  <a:pt x="176" y="256"/>
                  <a:pt x="176" y="256"/>
                  <a:pt x="176" y="256"/>
                </a:cubicBezTo>
                <a:cubicBezTo>
                  <a:pt x="176" y="244"/>
                  <a:pt x="176" y="244"/>
                  <a:pt x="176" y="244"/>
                </a:cubicBezTo>
                <a:cubicBezTo>
                  <a:pt x="176" y="242"/>
                  <a:pt x="174" y="240"/>
                  <a:pt x="172" y="240"/>
                </a:cubicBezTo>
                <a:close/>
                <a:moveTo>
                  <a:pt x="137" y="135"/>
                </a:moveTo>
                <a:cubicBezTo>
                  <a:pt x="110" y="110"/>
                  <a:pt x="110" y="110"/>
                  <a:pt x="110" y="110"/>
                </a:cubicBezTo>
                <a:cubicBezTo>
                  <a:pt x="134" y="88"/>
                  <a:pt x="134" y="88"/>
                  <a:pt x="134" y="88"/>
                </a:cubicBezTo>
                <a:lnTo>
                  <a:pt x="137" y="135"/>
                </a:lnTo>
                <a:close/>
                <a:moveTo>
                  <a:pt x="133" y="68"/>
                </a:moveTo>
                <a:cubicBezTo>
                  <a:pt x="110" y="50"/>
                  <a:pt x="110" y="50"/>
                  <a:pt x="110" y="50"/>
                </a:cubicBezTo>
                <a:cubicBezTo>
                  <a:pt x="130" y="34"/>
                  <a:pt x="130" y="34"/>
                  <a:pt x="130" y="34"/>
                </a:cubicBezTo>
                <a:lnTo>
                  <a:pt x="133" y="68"/>
                </a:lnTo>
                <a:close/>
                <a:moveTo>
                  <a:pt x="90" y="8"/>
                </a:moveTo>
                <a:cubicBezTo>
                  <a:pt x="118" y="8"/>
                  <a:pt x="118" y="8"/>
                  <a:pt x="118" y="8"/>
                </a:cubicBezTo>
                <a:cubicBezTo>
                  <a:pt x="127" y="27"/>
                  <a:pt x="127" y="27"/>
                  <a:pt x="127" y="27"/>
                </a:cubicBezTo>
                <a:cubicBezTo>
                  <a:pt x="104" y="45"/>
                  <a:pt x="104" y="45"/>
                  <a:pt x="104" y="45"/>
                </a:cubicBezTo>
                <a:cubicBezTo>
                  <a:pt x="81" y="27"/>
                  <a:pt x="81" y="27"/>
                  <a:pt x="81" y="27"/>
                </a:cubicBezTo>
                <a:lnTo>
                  <a:pt x="90" y="8"/>
                </a:lnTo>
                <a:close/>
                <a:moveTo>
                  <a:pt x="78" y="34"/>
                </a:moveTo>
                <a:cubicBezTo>
                  <a:pt x="132" y="78"/>
                  <a:pt x="132" y="78"/>
                  <a:pt x="132" y="78"/>
                </a:cubicBezTo>
                <a:cubicBezTo>
                  <a:pt x="104" y="105"/>
                  <a:pt x="104" y="105"/>
                  <a:pt x="104" y="105"/>
                </a:cubicBezTo>
                <a:cubicBezTo>
                  <a:pt x="76" y="78"/>
                  <a:pt x="76" y="78"/>
                  <a:pt x="76" y="78"/>
                </a:cubicBezTo>
                <a:cubicBezTo>
                  <a:pt x="95" y="63"/>
                  <a:pt x="95" y="63"/>
                  <a:pt x="95" y="63"/>
                </a:cubicBezTo>
                <a:cubicBezTo>
                  <a:pt x="90" y="57"/>
                  <a:pt x="90" y="57"/>
                  <a:pt x="90" y="57"/>
                </a:cubicBezTo>
                <a:cubicBezTo>
                  <a:pt x="75" y="68"/>
                  <a:pt x="75" y="68"/>
                  <a:pt x="75" y="68"/>
                </a:cubicBezTo>
                <a:lnTo>
                  <a:pt x="78" y="34"/>
                </a:lnTo>
                <a:close/>
                <a:moveTo>
                  <a:pt x="74" y="144"/>
                </a:moveTo>
                <a:cubicBezTo>
                  <a:pt x="95" y="124"/>
                  <a:pt x="95" y="124"/>
                  <a:pt x="95" y="124"/>
                </a:cubicBezTo>
                <a:cubicBezTo>
                  <a:pt x="89" y="119"/>
                  <a:pt x="89" y="119"/>
                  <a:pt x="89" y="119"/>
                </a:cubicBezTo>
                <a:cubicBezTo>
                  <a:pt x="71" y="135"/>
                  <a:pt x="71" y="135"/>
                  <a:pt x="71" y="135"/>
                </a:cubicBezTo>
                <a:cubicBezTo>
                  <a:pt x="74" y="88"/>
                  <a:pt x="74" y="88"/>
                  <a:pt x="74" y="88"/>
                </a:cubicBezTo>
                <a:cubicBezTo>
                  <a:pt x="134" y="144"/>
                  <a:pt x="134" y="144"/>
                  <a:pt x="134" y="144"/>
                </a:cubicBezTo>
                <a:cubicBezTo>
                  <a:pt x="104" y="179"/>
                  <a:pt x="104" y="179"/>
                  <a:pt x="104" y="179"/>
                </a:cubicBezTo>
                <a:lnTo>
                  <a:pt x="74" y="144"/>
                </a:lnTo>
                <a:close/>
                <a:moveTo>
                  <a:pt x="109" y="185"/>
                </a:moveTo>
                <a:cubicBezTo>
                  <a:pt x="138" y="153"/>
                  <a:pt x="138" y="153"/>
                  <a:pt x="138" y="153"/>
                </a:cubicBezTo>
                <a:cubicBezTo>
                  <a:pt x="140" y="188"/>
                  <a:pt x="140" y="188"/>
                  <a:pt x="140" y="188"/>
                </a:cubicBezTo>
                <a:cubicBezTo>
                  <a:pt x="140" y="188"/>
                  <a:pt x="140" y="189"/>
                  <a:pt x="140" y="189"/>
                </a:cubicBezTo>
                <a:cubicBezTo>
                  <a:pt x="149" y="231"/>
                  <a:pt x="149" y="231"/>
                  <a:pt x="149" y="231"/>
                </a:cubicBezTo>
                <a:lnTo>
                  <a:pt x="109" y="185"/>
                </a:lnTo>
                <a:close/>
                <a:moveTo>
                  <a:pt x="20" y="88"/>
                </a:moveTo>
                <a:cubicBezTo>
                  <a:pt x="4" y="88"/>
                  <a:pt x="4" y="88"/>
                  <a:pt x="4" y="88"/>
                </a:cubicBezTo>
                <a:cubicBezTo>
                  <a:pt x="2" y="88"/>
                  <a:pt x="0" y="90"/>
                  <a:pt x="0" y="92"/>
                </a:cubicBezTo>
                <a:cubicBezTo>
                  <a:pt x="0" y="94"/>
                  <a:pt x="2" y="96"/>
                  <a:pt x="4" y="96"/>
                </a:cubicBezTo>
                <a:cubicBezTo>
                  <a:pt x="20" y="96"/>
                  <a:pt x="20" y="96"/>
                  <a:pt x="20" y="96"/>
                </a:cubicBezTo>
                <a:cubicBezTo>
                  <a:pt x="22" y="96"/>
                  <a:pt x="24" y="94"/>
                  <a:pt x="24" y="92"/>
                </a:cubicBezTo>
                <a:cubicBezTo>
                  <a:pt x="24" y="90"/>
                  <a:pt x="22" y="88"/>
                  <a:pt x="20" y="88"/>
                </a:cubicBezTo>
                <a:close/>
                <a:moveTo>
                  <a:pt x="204" y="88"/>
                </a:moveTo>
                <a:cubicBezTo>
                  <a:pt x="188" y="88"/>
                  <a:pt x="188" y="88"/>
                  <a:pt x="188" y="88"/>
                </a:cubicBezTo>
                <a:cubicBezTo>
                  <a:pt x="186" y="88"/>
                  <a:pt x="184" y="90"/>
                  <a:pt x="184" y="92"/>
                </a:cubicBezTo>
                <a:cubicBezTo>
                  <a:pt x="184" y="94"/>
                  <a:pt x="186" y="96"/>
                  <a:pt x="188" y="96"/>
                </a:cubicBezTo>
                <a:cubicBezTo>
                  <a:pt x="204" y="96"/>
                  <a:pt x="204" y="96"/>
                  <a:pt x="204" y="96"/>
                </a:cubicBezTo>
                <a:cubicBezTo>
                  <a:pt x="206" y="96"/>
                  <a:pt x="208" y="94"/>
                  <a:pt x="208" y="92"/>
                </a:cubicBezTo>
                <a:cubicBezTo>
                  <a:pt x="208" y="90"/>
                  <a:pt x="206" y="88"/>
                  <a:pt x="204" y="8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92" name="Freeform 93">
            <a:extLst>
              <a:ext uri="{FF2B5EF4-FFF2-40B4-BE49-F238E27FC236}">
                <a16:creationId xmlns:a16="http://schemas.microsoft.com/office/drawing/2014/main" id="{0E298B3B-CD4E-47E6-B1D4-6AF3B20C63C8}"/>
              </a:ext>
            </a:extLst>
          </p:cNvPr>
          <p:cNvSpPr>
            <a:spLocks noChangeAspect="1" noEditPoints="1"/>
          </p:cNvSpPr>
          <p:nvPr/>
        </p:nvSpPr>
        <p:spPr bwMode="auto">
          <a:xfrm>
            <a:off x="7348198" y="2424259"/>
            <a:ext cx="396875" cy="400050"/>
          </a:xfrm>
          <a:custGeom>
            <a:avLst/>
            <a:gdLst>
              <a:gd name="T0" fmla="*/ 16 w 254"/>
              <a:gd name="T1" fmla="*/ 180 h 256"/>
              <a:gd name="T2" fmla="*/ 30 w 254"/>
              <a:gd name="T3" fmla="*/ 8 h 256"/>
              <a:gd name="T4" fmla="*/ 244 w 254"/>
              <a:gd name="T5" fmla="*/ 177 h 256"/>
              <a:gd name="T6" fmla="*/ 238 w 254"/>
              <a:gd name="T7" fmla="*/ 188 h 256"/>
              <a:gd name="T8" fmla="*/ 224 w 254"/>
              <a:gd name="T9" fmla="*/ 0 h 256"/>
              <a:gd name="T10" fmla="*/ 4 w 254"/>
              <a:gd name="T11" fmla="*/ 183 h 256"/>
              <a:gd name="T12" fmla="*/ 16 w 254"/>
              <a:gd name="T13" fmla="*/ 200 h 256"/>
              <a:gd name="T14" fmla="*/ 5 w 254"/>
              <a:gd name="T15" fmla="*/ 201 h 256"/>
              <a:gd name="T16" fmla="*/ 103 w 254"/>
              <a:gd name="T17" fmla="*/ 224 h 256"/>
              <a:gd name="T18" fmla="*/ 107 w 254"/>
              <a:gd name="T19" fmla="*/ 232 h 256"/>
              <a:gd name="T20" fmla="*/ 143 w 254"/>
              <a:gd name="T21" fmla="*/ 208 h 256"/>
              <a:gd name="T22" fmla="*/ 155 w 254"/>
              <a:gd name="T23" fmla="*/ 232 h 256"/>
              <a:gd name="T24" fmla="*/ 159 w 254"/>
              <a:gd name="T25" fmla="*/ 224 h 256"/>
              <a:gd name="T26" fmla="*/ 249 w 254"/>
              <a:gd name="T27" fmla="*/ 201 h 256"/>
              <a:gd name="T28" fmla="*/ 24 w 254"/>
              <a:gd name="T29" fmla="*/ 123 h 256"/>
              <a:gd name="T30" fmla="*/ 34 w 254"/>
              <a:gd name="T31" fmla="*/ 170 h 256"/>
              <a:gd name="T32" fmla="*/ 99 w 254"/>
              <a:gd name="T33" fmla="*/ 168 h 256"/>
              <a:gd name="T34" fmla="*/ 161 w 254"/>
              <a:gd name="T35" fmla="*/ 162 h 256"/>
              <a:gd name="T36" fmla="*/ 223 w 254"/>
              <a:gd name="T37" fmla="*/ 168 h 256"/>
              <a:gd name="T38" fmla="*/ 228 w 254"/>
              <a:gd name="T39" fmla="*/ 120 h 256"/>
              <a:gd name="T40" fmla="*/ 225 w 254"/>
              <a:gd name="T41" fmla="*/ 74 h 256"/>
              <a:gd name="T42" fmla="*/ 224 w 254"/>
              <a:gd name="T43" fmla="*/ 57 h 256"/>
              <a:gd name="T44" fmla="*/ 209 w 254"/>
              <a:gd name="T45" fmla="*/ 18 h 256"/>
              <a:gd name="T46" fmla="*/ 152 w 254"/>
              <a:gd name="T47" fmla="*/ 19 h 256"/>
              <a:gd name="T48" fmla="*/ 97 w 254"/>
              <a:gd name="T49" fmla="*/ 24 h 256"/>
              <a:gd name="T50" fmla="*/ 43 w 254"/>
              <a:gd name="T51" fmla="*/ 19 h 256"/>
              <a:gd name="T52" fmla="*/ 31 w 254"/>
              <a:gd name="T53" fmla="*/ 60 h 256"/>
              <a:gd name="T54" fmla="*/ 26 w 254"/>
              <a:gd name="T55" fmla="*/ 104 h 256"/>
              <a:gd name="T56" fmla="*/ 24 w 254"/>
              <a:gd name="T57" fmla="*/ 123 h 256"/>
              <a:gd name="T58" fmla="*/ 94 w 254"/>
              <a:gd name="T59" fmla="*/ 117 h 256"/>
              <a:gd name="T60" fmla="*/ 97 w 254"/>
              <a:gd name="T61" fmla="*/ 154 h 256"/>
              <a:gd name="T62" fmla="*/ 156 w 254"/>
              <a:gd name="T63" fmla="*/ 125 h 256"/>
              <a:gd name="T64" fmla="*/ 156 w 254"/>
              <a:gd name="T65" fmla="*/ 114 h 256"/>
              <a:gd name="T66" fmla="*/ 222 w 254"/>
              <a:gd name="T67" fmla="*/ 125 h 256"/>
              <a:gd name="T68" fmla="*/ 165 w 254"/>
              <a:gd name="T69" fmla="*/ 154 h 256"/>
              <a:gd name="T70" fmla="*/ 222 w 254"/>
              <a:gd name="T71" fmla="*/ 125 h 256"/>
              <a:gd name="T72" fmla="*/ 163 w 254"/>
              <a:gd name="T73" fmla="*/ 103 h 256"/>
              <a:gd name="T74" fmla="*/ 211 w 254"/>
              <a:gd name="T75" fmla="*/ 70 h 256"/>
              <a:gd name="T76" fmla="*/ 207 w 254"/>
              <a:gd name="T77" fmla="*/ 26 h 256"/>
              <a:gd name="T78" fmla="*/ 168 w 254"/>
              <a:gd name="T79" fmla="*/ 62 h 256"/>
              <a:gd name="T80" fmla="*/ 158 w 254"/>
              <a:gd name="T81" fmla="*/ 63 h 256"/>
              <a:gd name="T82" fmla="*/ 158 w 254"/>
              <a:gd name="T83" fmla="*/ 63 h 256"/>
              <a:gd name="T84" fmla="*/ 153 w 254"/>
              <a:gd name="T85" fmla="*/ 32 h 256"/>
              <a:gd name="T86" fmla="*/ 100 w 254"/>
              <a:gd name="T87" fmla="*/ 56 h 256"/>
              <a:gd name="T88" fmla="*/ 106 w 254"/>
              <a:gd name="T89" fmla="*/ 70 h 256"/>
              <a:gd name="T90" fmla="*/ 149 w 254"/>
              <a:gd name="T91" fmla="*/ 110 h 256"/>
              <a:gd name="T92" fmla="*/ 96 w 254"/>
              <a:gd name="T93" fmla="*/ 63 h 256"/>
              <a:gd name="T94" fmla="*/ 96 w 254"/>
              <a:gd name="T95" fmla="*/ 63 h 256"/>
              <a:gd name="T96" fmla="*/ 93 w 254"/>
              <a:gd name="T97" fmla="*/ 32 h 256"/>
              <a:gd name="T98" fmla="*/ 38 w 254"/>
              <a:gd name="T99" fmla="*/ 56 h 256"/>
              <a:gd name="T100" fmla="*/ 86 w 254"/>
              <a:gd name="T101" fmla="*/ 70 h 256"/>
              <a:gd name="T102" fmla="*/ 40 w 254"/>
              <a:gd name="T103" fmla="*/ 110 h 256"/>
              <a:gd name="T104" fmla="*/ 40 w 254"/>
              <a:gd name="T105" fmla="*/ 118 h 256"/>
              <a:gd name="T106" fmla="*/ 82 w 254"/>
              <a:gd name="T107" fmla="*/ 16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4" h="256">
                <a:moveTo>
                  <a:pt x="16" y="188"/>
                </a:moveTo>
                <a:cubicBezTo>
                  <a:pt x="31" y="188"/>
                  <a:pt x="31" y="188"/>
                  <a:pt x="31" y="188"/>
                </a:cubicBezTo>
                <a:cubicBezTo>
                  <a:pt x="31" y="180"/>
                  <a:pt x="31" y="180"/>
                  <a:pt x="31" y="180"/>
                </a:cubicBezTo>
                <a:cubicBezTo>
                  <a:pt x="16" y="180"/>
                  <a:pt x="16" y="180"/>
                  <a:pt x="16" y="180"/>
                </a:cubicBezTo>
                <a:cubicBezTo>
                  <a:pt x="14" y="180"/>
                  <a:pt x="12" y="179"/>
                  <a:pt x="10" y="177"/>
                </a:cubicBezTo>
                <a:cubicBezTo>
                  <a:pt x="9" y="176"/>
                  <a:pt x="8" y="174"/>
                  <a:pt x="8" y="171"/>
                </a:cubicBezTo>
                <a:cubicBezTo>
                  <a:pt x="22" y="15"/>
                  <a:pt x="22" y="15"/>
                  <a:pt x="22" y="15"/>
                </a:cubicBezTo>
                <a:cubicBezTo>
                  <a:pt x="22" y="11"/>
                  <a:pt x="26" y="8"/>
                  <a:pt x="30" y="8"/>
                </a:cubicBezTo>
                <a:cubicBezTo>
                  <a:pt x="224" y="8"/>
                  <a:pt x="224" y="8"/>
                  <a:pt x="224" y="8"/>
                </a:cubicBezTo>
                <a:cubicBezTo>
                  <a:pt x="228" y="8"/>
                  <a:pt x="232" y="11"/>
                  <a:pt x="232" y="15"/>
                </a:cubicBezTo>
                <a:cubicBezTo>
                  <a:pt x="246" y="171"/>
                  <a:pt x="246" y="171"/>
                  <a:pt x="246" y="171"/>
                </a:cubicBezTo>
                <a:cubicBezTo>
                  <a:pt x="246" y="174"/>
                  <a:pt x="245" y="176"/>
                  <a:pt x="244" y="177"/>
                </a:cubicBezTo>
                <a:cubicBezTo>
                  <a:pt x="242" y="179"/>
                  <a:pt x="240" y="180"/>
                  <a:pt x="238" y="180"/>
                </a:cubicBezTo>
                <a:cubicBezTo>
                  <a:pt x="59" y="180"/>
                  <a:pt x="59" y="180"/>
                  <a:pt x="59" y="180"/>
                </a:cubicBezTo>
                <a:cubicBezTo>
                  <a:pt x="59" y="188"/>
                  <a:pt x="59" y="188"/>
                  <a:pt x="59" y="188"/>
                </a:cubicBezTo>
                <a:cubicBezTo>
                  <a:pt x="238" y="188"/>
                  <a:pt x="238" y="188"/>
                  <a:pt x="238" y="188"/>
                </a:cubicBezTo>
                <a:cubicBezTo>
                  <a:pt x="242" y="188"/>
                  <a:pt x="247" y="186"/>
                  <a:pt x="250" y="183"/>
                </a:cubicBezTo>
                <a:cubicBezTo>
                  <a:pt x="253" y="179"/>
                  <a:pt x="254" y="175"/>
                  <a:pt x="254" y="171"/>
                </a:cubicBezTo>
                <a:cubicBezTo>
                  <a:pt x="240" y="15"/>
                  <a:pt x="240" y="15"/>
                  <a:pt x="240" y="15"/>
                </a:cubicBezTo>
                <a:cubicBezTo>
                  <a:pt x="239" y="6"/>
                  <a:pt x="232" y="0"/>
                  <a:pt x="224" y="0"/>
                </a:cubicBezTo>
                <a:cubicBezTo>
                  <a:pt x="30" y="0"/>
                  <a:pt x="30" y="0"/>
                  <a:pt x="30" y="0"/>
                </a:cubicBezTo>
                <a:cubicBezTo>
                  <a:pt x="22" y="0"/>
                  <a:pt x="15" y="6"/>
                  <a:pt x="14" y="15"/>
                </a:cubicBezTo>
                <a:cubicBezTo>
                  <a:pt x="0" y="171"/>
                  <a:pt x="0" y="171"/>
                  <a:pt x="0" y="171"/>
                </a:cubicBezTo>
                <a:cubicBezTo>
                  <a:pt x="0" y="175"/>
                  <a:pt x="1" y="179"/>
                  <a:pt x="4" y="183"/>
                </a:cubicBezTo>
                <a:cubicBezTo>
                  <a:pt x="7" y="186"/>
                  <a:pt x="12" y="188"/>
                  <a:pt x="16" y="188"/>
                </a:cubicBezTo>
                <a:close/>
                <a:moveTo>
                  <a:pt x="242" y="198"/>
                </a:moveTo>
                <a:cubicBezTo>
                  <a:pt x="241" y="199"/>
                  <a:pt x="240" y="200"/>
                  <a:pt x="238" y="200"/>
                </a:cubicBezTo>
                <a:cubicBezTo>
                  <a:pt x="16" y="200"/>
                  <a:pt x="16" y="200"/>
                  <a:pt x="16" y="200"/>
                </a:cubicBezTo>
                <a:cubicBezTo>
                  <a:pt x="14" y="200"/>
                  <a:pt x="13" y="199"/>
                  <a:pt x="12" y="198"/>
                </a:cubicBezTo>
                <a:cubicBezTo>
                  <a:pt x="11" y="194"/>
                  <a:pt x="11" y="194"/>
                  <a:pt x="11" y="194"/>
                </a:cubicBezTo>
                <a:cubicBezTo>
                  <a:pt x="3" y="198"/>
                  <a:pt x="3" y="198"/>
                  <a:pt x="3" y="198"/>
                </a:cubicBezTo>
                <a:cubicBezTo>
                  <a:pt x="5" y="201"/>
                  <a:pt x="5" y="201"/>
                  <a:pt x="5" y="201"/>
                </a:cubicBezTo>
                <a:cubicBezTo>
                  <a:pt x="7" y="205"/>
                  <a:pt x="11" y="208"/>
                  <a:pt x="16" y="208"/>
                </a:cubicBezTo>
                <a:cubicBezTo>
                  <a:pt x="111" y="208"/>
                  <a:pt x="111" y="208"/>
                  <a:pt x="111" y="208"/>
                </a:cubicBezTo>
                <a:cubicBezTo>
                  <a:pt x="111" y="224"/>
                  <a:pt x="111" y="224"/>
                  <a:pt x="111" y="224"/>
                </a:cubicBezTo>
                <a:cubicBezTo>
                  <a:pt x="103" y="224"/>
                  <a:pt x="103" y="224"/>
                  <a:pt x="103" y="224"/>
                </a:cubicBezTo>
                <a:cubicBezTo>
                  <a:pt x="101" y="224"/>
                  <a:pt x="99" y="226"/>
                  <a:pt x="99" y="228"/>
                </a:cubicBezTo>
                <a:cubicBezTo>
                  <a:pt x="99" y="256"/>
                  <a:pt x="99" y="256"/>
                  <a:pt x="99" y="256"/>
                </a:cubicBezTo>
                <a:cubicBezTo>
                  <a:pt x="107" y="256"/>
                  <a:pt x="107" y="256"/>
                  <a:pt x="107" y="256"/>
                </a:cubicBezTo>
                <a:cubicBezTo>
                  <a:pt x="107" y="232"/>
                  <a:pt x="107" y="232"/>
                  <a:pt x="107" y="232"/>
                </a:cubicBezTo>
                <a:cubicBezTo>
                  <a:pt x="115" y="232"/>
                  <a:pt x="115" y="232"/>
                  <a:pt x="115" y="232"/>
                </a:cubicBezTo>
                <a:cubicBezTo>
                  <a:pt x="117" y="232"/>
                  <a:pt x="119" y="230"/>
                  <a:pt x="119" y="228"/>
                </a:cubicBezTo>
                <a:cubicBezTo>
                  <a:pt x="119" y="208"/>
                  <a:pt x="119" y="208"/>
                  <a:pt x="119" y="208"/>
                </a:cubicBezTo>
                <a:cubicBezTo>
                  <a:pt x="143" y="208"/>
                  <a:pt x="143" y="208"/>
                  <a:pt x="143" y="208"/>
                </a:cubicBezTo>
                <a:cubicBezTo>
                  <a:pt x="143" y="224"/>
                  <a:pt x="143" y="224"/>
                  <a:pt x="143" y="224"/>
                </a:cubicBezTo>
                <a:cubicBezTo>
                  <a:pt x="135" y="224"/>
                  <a:pt x="135" y="224"/>
                  <a:pt x="135" y="224"/>
                </a:cubicBezTo>
                <a:cubicBezTo>
                  <a:pt x="135" y="232"/>
                  <a:pt x="135" y="232"/>
                  <a:pt x="135" y="232"/>
                </a:cubicBezTo>
                <a:cubicBezTo>
                  <a:pt x="155" y="232"/>
                  <a:pt x="155" y="232"/>
                  <a:pt x="155" y="232"/>
                </a:cubicBezTo>
                <a:cubicBezTo>
                  <a:pt x="155" y="256"/>
                  <a:pt x="155" y="256"/>
                  <a:pt x="155" y="256"/>
                </a:cubicBezTo>
                <a:cubicBezTo>
                  <a:pt x="163" y="256"/>
                  <a:pt x="163" y="256"/>
                  <a:pt x="163" y="256"/>
                </a:cubicBezTo>
                <a:cubicBezTo>
                  <a:pt x="163" y="228"/>
                  <a:pt x="163" y="228"/>
                  <a:pt x="163" y="228"/>
                </a:cubicBezTo>
                <a:cubicBezTo>
                  <a:pt x="163" y="226"/>
                  <a:pt x="161" y="224"/>
                  <a:pt x="159" y="224"/>
                </a:cubicBezTo>
                <a:cubicBezTo>
                  <a:pt x="151" y="224"/>
                  <a:pt x="151" y="224"/>
                  <a:pt x="151" y="224"/>
                </a:cubicBezTo>
                <a:cubicBezTo>
                  <a:pt x="151" y="208"/>
                  <a:pt x="151" y="208"/>
                  <a:pt x="151" y="208"/>
                </a:cubicBezTo>
                <a:cubicBezTo>
                  <a:pt x="238" y="208"/>
                  <a:pt x="238" y="208"/>
                  <a:pt x="238" y="208"/>
                </a:cubicBezTo>
                <a:cubicBezTo>
                  <a:pt x="243" y="208"/>
                  <a:pt x="247" y="205"/>
                  <a:pt x="249" y="201"/>
                </a:cubicBezTo>
                <a:cubicBezTo>
                  <a:pt x="251" y="198"/>
                  <a:pt x="251" y="198"/>
                  <a:pt x="251" y="198"/>
                </a:cubicBezTo>
                <a:cubicBezTo>
                  <a:pt x="243" y="194"/>
                  <a:pt x="243" y="194"/>
                  <a:pt x="243" y="194"/>
                </a:cubicBezTo>
                <a:lnTo>
                  <a:pt x="242" y="198"/>
                </a:lnTo>
                <a:close/>
                <a:moveTo>
                  <a:pt x="24" y="123"/>
                </a:moveTo>
                <a:cubicBezTo>
                  <a:pt x="22" y="155"/>
                  <a:pt x="22" y="155"/>
                  <a:pt x="22" y="155"/>
                </a:cubicBezTo>
                <a:cubicBezTo>
                  <a:pt x="22" y="157"/>
                  <a:pt x="22" y="158"/>
                  <a:pt x="23" y="158"/>
                </a:cubicBezTo>
                <a:cubicBezTo>
                  <a:pt x="31" y="168"/>
                  <a:pt x="31" y="168"/>
                  <a:pt x="31" y="168"/>
                </a:cubicBezTo>
                <a:cubicBezTo>
                  <a:pt x="32" y="169"/>
                  <a:pt x="33" y="170"/>
                  <a:pt x="34" y="170"/>
                </a:cubicBezTo>
                <a:cubicBezTo>
                  <a:pt x="84" y="170"/>
                  <a:pt x="84" y="170"/>
                  <a:pt x="84" y="170"/>
                </a:cubicBezTo>
                <a:cubicBezTo>
                  <a:pt x="85" y="170"/>
                  <a:pt x="86" y="169"/>
                  <a:pt x="87" y="169"/>
                </a:cubicBezTo>
                <a:cubicBezTo>
                  <a:pt x="93" y="162"/>
                  <a:pt x="93" y="162"/>
                  <a:pt x="93" y="162"/>
                </a:cubicBezTo>
                <a:cubicBezTo>
                  <a:pt x="99" y="168"/>
                  <a:pt x="99" y="168"/>
                  <a:pt x="99" y="168"/>
                </a:cubicBezTo>
                <a:cubicBezTo>
                  <a:pt x="100" y="169"/>
                  <a:pt x="101" y="170"/>
                  <a:pt x="102" y="170"/>
                </a:cubicBezTo>
                <a:cubicBezTo>
                  <a:pt x="152" y="170"/>
                  <a:pt x="152" y="170"/>
                  <a:pt x="152" y="170"/>
                </a:cubicBezTo>
                <a:cubicBezTo>
                  <a:pt x="153" y="170"/>
                  <a:pt x="154" y="169"/>
                  <a:pt x="155" y="169"/>
                </a:cubicBezTo>
                <a:cubicBezTo>
                  <a:pt x="161" y="162"/>
                  <a:pt x="161" y="162"/>
                  <a:pt x="161" y="162"/>
                </a:cubicBezTo>
                <a:cubicBezTo>
                  <a:pt x="167" y="169"/>
                  <a:pt x="167" y="169"/>
                  <a:pt x="167" y="169"/>
                </a:cubicBezTo>
                <a:cubicBezTo>
                  <a:pt x="168" y="169"/>
                  <a:pt x="169" y="170"/>
                  <a:pt x="170" y="170"/>
                </a:cubicBezTo>
                <a:cubicBezTo>
                  <a:pt x="220" y="170"/>
                  <a:pt x="220" y="170"/>
                  <a:pt x="220" y="170"/>
                </a:cubicBezTo>
                <a:cubicBezTo>
                  <a:pt x="221" y="170"/>
                  <a:pt x="222" y="169"/>
                  <a:pt x="223" y="168"/>
                </a:cubicBezTo>
                <a:cubicBezTo>
                  <a:pt x="231" y="158"/>
                  <a:pt x="231" y="158"/>
                  <a:pt x="231" y="158"/>
                </a:cubicBezTo>
                <a:cubicBezTo>
                  <a:pt x="232" y="158"/>
                  <a:pt x="232" y="157"/>
                  <a:pt x="232" y="156"/>
                </a:cubicBezTo>
                <a:cubicBezTo>
                  <a:pt x="230" y="123"/>
                  <a:pt x="230" y="123"/>
                  <a:pt x="230" y="123"/>
                </a:cubicBezTo>
                <a:cubicBezTo>
                  <a:pt x="229" y="122"/>
                  <a:pt x="229" y="121"/>
                  <a:pt x="228" y="120"/>
                </a:cubicBezTo>
                <a:cubicBezTo>
                  <a:pt x="221" y="114"/>
                  <a:pt x="221" y="114"/>
                  <a:pt x="221" y="114"/>
                </a:cubicBezTo>
                <a:cubicBezTo>
                  <a:pt x="227" y="107"/>
                  <a:pt x="227" y="107"/>
                  <a:pt x="227" y="107"/>
                </a:cubicBezTo>
                <a:cubicBezTo>
                  <a:pt x="228" y="106"/>
                  <a:pt x="228" y="105"/>
                  <a:pt x="228" y="104"/>
                </a:cubicBezTo>
                <a:cubicBezTo>
                  <a:pt x="225" y="74"/>
                  <a:pt x="225" y="74"/>
                  <a:pt x="225" y="74"/>
                </a:cubicBezTo>
                <a:cubicBezTo>
                  <a:pt x="225" y="73"/>
                  <a:pt x="225" y="72"/>
                  <a:pt x="224" y="72"/>
                </a:cubicBezTo>
                <a:cubicBezTo>
                  <a:pt x="218" y="66"/>
                  <a:pt x="218" y="66"/>
                  <a:pt x="218" y="66"/>
                </a:cubicBezTo>
                <a:cubicBezTo>
                  <a:pt x="223" y="60"/>
                  <a:pt x="223" y="60"/>
                  <a:pt x="223" y="60"/>
                </a:cubicBezTo>
                <a:cubicBezTo>
                  <a:pt x="224" y="60"/>
                  <a:pt x="224" y="58"/>
                  <a:pt x="224" y="57"/>
                </a:cubicBezTo>
                <a:cubicBezTo>
                  <a:pt x="222" y="30"/>
                  <a:pt x="222" y="30"/>
                  <a:pt x="222" y="30"/>
                </a:cubicBezTo>
                <a:cubicBezTo>
                  <a:pt x="222" y="29"/>
                  <a:pt x="221" y="28"/>
                  <a:pt x="220" y="27"/>
                </a:cubicBezTo>
                <a:cubicBezTo>
                  <a:pt x="212" y="19"/>
                  <a:pt x="212" y="19"/>
                  <a:pt x="212" y="19"/>
                </a:cubicBezTo>
                <a:cubicBezTo>
                  <a:pt x="211" y="19"/>
                  <a:pt x="210" y="18"/>
                  <a:pt x="209" y="18"/>
                </a:cubicBezTo>
                <a:cubicBezTo>
                  <a:pt x="165" y="18"/>
                  <a:pt x="165" y="18"/>
                  <a:pt x="165" y="18"/>
                </a:cubicBezTo>
                <a:cubicBezTo>
                  <a:pt x="164" y="18"/>
                  <a:pt x="163" y="19"/>
                  <a:pt x="162" y="19"/>
                </a:cubicBezTo>
                <a:cubicBezTo>
                  <a:pt x="157" y="24"/>
                  <a:pt x="157" y="24"/>
                  <a:pt x="157" y="24"/>
                </a:cubicBezTo>
                <a:cubicBezTo>
                  <a:pt x="152" y="19"/>
                  <a:pt x="152" y="19"/>
                  <a:pt x="152" y="19"/>
                </a:cubicBezTo>
                <a:cubicBezTo>
                  <a:pt x="151" y="19"/>
                  <a:pt x="150" y="18"/>
                  <a:pt x="149" y="18"/>
                </a:cubicBezTo>
                <a:cubicBezTo>
                  <a:pt x="105" y="18"/>
                  <a:pt x="105" y="18"/>
                  <a:pt x="105" y="18"/>
                </a:cubicBezTo>
                <a:cubicBezTo>
                  <a:pt x="104" y="18"/>
                  <a:pt x="103" y="19"/>
                  <a:pt x="102" y="19"/>
                </a:cubicBezTo>
                <a:cubicBezTo>
                  <a:pt x="97" y="24"/>
                  <a:pt x="97" y="24"/>
                  <a:pt x="97" y="24"/>
                </a:cubicBezTo>
                <a:cubicBezTo>
                  <a:pt x="92" y="19"/>
                  <a:pt x="92" y="19"/>
                  <a:pt x="92" y="19"/>
                </a:cubicBezTo>
                <a:cubicBezTo>
                  <a:pt x="91" y="19"/>
                  <a:pt x="90" y="18"/>
                  <a:pt x="89" y="18"/>
                </a:cubicBezTo>
                <a:cubicBezTo>
                  <a:pt x="45" y="18"/>
                  <a:pt x="45" y="18"/>
                  <a:pt x="45" y="18"/>
                </a:cubicBezTo>
                <a:cubicBezTo>
                  <a:pt x="44" y="18"/>
                  <a:pt x="43" y="19"/>
                  <a:pt x="43" y="19"/>
                </a:cubicBezTo>
                <a:cubicBezTo>
                  <a:pt x="34" y="27"/>
                  <a:pt x="34" y="27"/>
                  <a:pt x="34" y="27"/>
                </a:cubicBezTo>
                <a:cubicBezTo>
                  <a:pt x="33" y="28"/>
                  <a:pt x="33" y="29"/>
                  <a:pt x="33" y="30"/>
                </a:cubicBezTo>
                <a:cubicBezTo>
                  <a:pt x="30" y="57"/>
                  <a:pt x="30" y="57"/>
                  <a:pt x="30" y="57"/>
                </a:cubicBezTo>
                <a:cubicBezTo>
                  <a:pt x="30" y="58"/>
                  <a:pt x="30" y="60"/>
                  <a:pt x="31" y="60"/>
                </a:cubicBezTo>
                <a:cubicBezTo>
                  <a:pt x="36" y="66"/>
                  <a:pt x="36" y="66"/>
                  <a:pt x="36" y="66"/>
                </a:cubicBezTo>
                <a:cubicBezTo>
                  <a:pt x="30" y="72"/>
                  <a:pt x="30" y="72"/>
                  <a:pt x="30" y="72"/>
                </a:cubicBezTo>
                <a:cubicBezTo>
                  <a:pt x="29" y="72"/>
                  <a:pt x="29" y="73"/>
                  <a:pt x="29" y="74"/>
                </a:cubicBezTo>
                <a:cubicBezTo>
                  <a:pt x="26" y="104"/>
                  <a:pt x="26" y="104"/>
                  <a:pt x="26" y="104"/>
                </a:cubicBezTo>
                <a:cubicBezTo>
                  <a:pt x="26" y="105"/>
                  <a:pt x="26" y="106"/>
                  <a:pt x="27" y="107"/>
                </a:cubicBezTo>
                <a:cubicBezTo>
                  <a:pt x="33" y="114"/>
                  <a:pt x="33" y="114"/>
                  <a:pt x="33" y="114"/>
                </a:cubicBezTo>
                <a:cubicBezTo>
                  <a:pt x="26" y="120"/>
                  <a:pt x="26" y="120"/>
                  <a:pt x="26" y="120"/>
                </a:cubicBezTo>
                <a:cubicBezTo>
                  <a:pt x="25" y="121"/>
                  <a:pt x="25" y="122"/>
                  <a:pt x="24" y="123"/>
                </a:cubicBezTo>
                <a:close/>
                <a:moveTo>
                  <a:pt x="91" y="114"/>
                </a:moveTo>
                <a:cubicBezTo>
                  <a:pt x="95" y="110"/>
                  <a:pt x="95" y="110"/>
                  <a:pt x="95" y="110"/>
                </a:cubicBezTo>
                <a:cubicBezTo>
                  <a:pt x="98" y="114"/>
                  <a:pt x="98" y="114"/>
                  <a:pt x="98" y="114"/>
                </a:cubicBezTo>
                <a:cubicBezTo>
                  <a:pt x="94" y="117"/>
                  <a:pt x="94" y="117"/>
                  <a:pt x="94" y="117"/>
                </a:cubicBezTo>
                <a:lnTo>
                  <a:pt x="91" y="114"/>
                </a:lnTo>
                <a:close/>
                <a:moveTo>
                  <a:pt x="150" y="162"/>
                </a:moveTo>
                <a:cubicBezTo>
                  <a:pt x="104" y="162"/>
                  <a:pt x="104" y="162"/>
                  <a:pt x="104" y="162"/>
                </a:cubicBezTo>
                <a:cubicBezTo>
                  <a:pt x="97" y="154"/>
                  <a:pt x="97" y="154"/>
                  <a:pt x="97" y="154"/>
                </a:cubicBezTo>
                <a:cubicBezTo>
                  <a:pt x="98" y="125"/>
                  <a:pt x="98" y="125"/>
                  <a:pt x="98" y="125"/>
                </a:cubicBezTo>
                <a:cubicBezTo>
                  <a:pt x="105" y="118"/>
                  <a:pt x="105" y="118"/>
                  <a:pt x="105" y="118"/>
                </a:cubicBezTo>
                <a:cubicBezTo>
                  <a:pt x="149" y="118"/>
                  <a:pt x="149" y="118"/>
                  <a:pt x="149" y="118"/>
                </a:cubicBezTo>
                <a:cubicBezTo>
                  <a:pt x="156" y="125"/>
                  <a:pt x="156" y="125"/>
                  <a:pt x="156" y="125"/>
                </a:cubicBezTo>
                <a:cubicBezTo>
                  <a:pt x="157" y="154"/>
                  <a:pt x="157" y="154"/>
                  <a:pt x="157" y="154"/>
                </a:cubicBezTo>
                <a:lnTo>
                  <a:pt x="150" y="162"/>
                </a:lnTo>
                <a:close/>
                <a:moveTo>
                  <a:pt x="160" y="117"/>
                </a:moveTo>
                <a:cubicBezTo>
                  <a:pt x="156" y="114"/>
                  <a:pt x="156" y="114"/>
                  <a:pt x="156" y="114"/>
                </a:cubicBezTo>
                <a:cubicBezTo>
                  <a:pt x="159" y="110"/>
                  <a:pt x="159" y="110"/>
                  <a:pt x="159" y="110"/>
                </a:cubicBezTo>
                <a:cubicBezTo>
                  <a:pt x="163" y="114"/>
                  <a:pt x="163" y="114"/>
                  <a:pt x="163" y="114"/>
                </a:cubicBezTo>
                <a:lnTo>
                  <a:pt x="160" y="117"/>
                </a:lnTo>
                <a:close/>
                <a:moveTo>
                  <a:pt x="222" y="125"/>
                </a:moveTo>
                <a:cubicBezTo>
                  <a:pt x="224" y="155"/>
                  <a:pt x="224" y="155"/>
                  <a:pt x="224" y="155"/>
                </a:cubicBezTo>
                <a:cubicBezTo>
                  <a:pt x="218" y="162"/>
                  <a:pt x="218" y="162"/>
                  <a:pt x="218" y="162"/>
                </a:cubicBezTo>
                <a:cubicBezTo>
                  <a:pt x="172" y="162"/>
                  <a:pt x="172" y="162"/>
                  <a:pt x="172" y="162"/>
                </a:cubicBezTo>
                <a:cubicBezTo>
                  <a:pt x="165" y="154"/>
                  <a:pt x="165" y="154"/>
                  <a:pt x="165" y="154"/>
                </a:cubicBezTo>
                <a:cubicBezTo>
                  <a:pt x="164" y="125"/>
                  <a:pt x="164" y="125"/>
                  <a:pt x="164" y="125"/>
                </a:cubicBezTo>
                <a:cubicBezTo>
                  <a:pt x="170" y="118"/>
                  <a:pt x="170" y="118"/>
                  <a:pt x="170" y="118"/>
                </a:cubicBezTo>
                <a:cubicBezTo>
                  <a:pt x="214" y="118"/>
                  <a:pt x="214" y="118"/>
                  <a:pt x="214" y="118"/>
                </a:cubicBezTo>
                <a:lnTo>
                  <a:pt x="222" y="125"/>
                </a:lnTo>
                <a:close/>
                <a:moveTo>
                  <a:pt x="220" y="103"/>
                </a:moveTo>
                <a:cubicBezTo>
                  <a:pt x="214" y="110"/>
                  <a:pt x="214" y="110"/>
                  <a:pt x="214" y="110"/>
                </a:cubicBezTo>
                <a:cubicBezTo>
                  <a:pt x="170" y="110"/>
                  <a:pt x="170" y="110"/>
                  <a:pt x="170" y="110"/>
                </a:cubicBezTo>
                <a:cubicBezTo>
                  <a:pt x="163" y="103"/>
                  <a:pt x="163" y="103"/>
                  <a:pt x="163" y="103"/>
                </a:cubicBezTo>
                <a:cubicBezTo>
                  <a:pt x="163" y="79"/>
                  <a:pt x="163" y="79"/>
                  <a:pt x="163" y="79"/>
                </a:cubicBezTo>
                <a:cubicBezTo>
                  <a:pt x="163" y="76"/>
                  <a:pt x="163" y="76"/>
                  <a:pt x="163" y="76"/>
                </a:cubicBezTo>
                <a:cubicBezTo>
                  <a:pt x="168" y="70"/>
                  <a:pt x="168" y="70"/>
                  <a:pt x="168" y="70"/>
                </a:cubicBezTo>
                <a:cubicBezTo>
                  <a:pt x="211" y="70"/>
                  <a:pt x="211" y="70"/>
                  <a:pt x="211" y="70"/>
                </a:cubicBezTo>
                <a:cubicBezTo>
                  <a:pt x="218" y="76"/>
                  <a:pt x="218" y="76"/>
                  <a:pt x="218" y="76"/>
                </a:cubicBezTo>
                <a:lnTo>
                  <a:pt x="220" y="103"/>
                </a:lnTo>
                <a:close/>
                <a:moveTo>
                  <a:pt x="167" y="26"/>
                </a:moveTo>
                <a:cubicBezTo>
                  <a:pt x="207" y="26"/>
                  <a:pt x="207" y="26"/>
                  <a:pt x="207" y="26"/>
                </a:cubicBezTo>
                <a:cubicBezTo>
                  <a:pt x="214" y="32"/>
                  <a:pt x="214" y="32"/>
                  <a:pt x="214" y="32"/>
                </a:cubicBezTo>
                <a:cubicBezTo>
                  <a:pt x="216" y="56"/>
                  <a:pt x="216" y="56"/>
                  <a:pt x="216" y="56"/>
                </a:cubicBezTo>
                <a:cubicBezTo>
                  <a:pt x="211" y="62"/>
                  <a:pt x="211" y="62"/>
                  <a:pt x="211" y="62"/>
                </a:cubicBezTo>
                <a:cubicBezTo>
                  <a:pt x="168" y="62"/>
                  <a:pt x="168" y="62"/>
                  <a:pt x="168" y="62"/>
                </a:cubicBezTo>
                <a:cubicBezTo>
                  <a:pt x="162" y="56"/>
                  <a:pt x="162" y="56"/>
                  <a:pt x="162" y="56"/>
                </a:cubicBezTo>
                <a:cubicBezTo>
                  <a:pt x="161" y="32"/>
                  <a:pt x="161" y="32"/>
                  <a:pt x="161" y="32"/>
                </a:cubicBezTo>
                <a:lnTo>
                  <a:pt x="167" y="26"/>
                </a:lnTo>
                <a:close/>
                <a:moveTo>
                  <a:pt x="158" y="63"/>
                </a:moveTo>
                <a:cubicBezTo>
                  <a:pt x="161" y="66"/>
                  <a:pt x="161" y="66"/>
                  <a:pt x="161" y="66"/>
                </a:cubicBezTo>
                <a:cubicBezTo>
                  <a:pt x="158" y="69"/>
                  <a:pt x="158" y="69"/>
                  <a:pt x="158" y="69"/>
                </a:cubicBezTo>
                <a:cubicBezTo>
                  <a:pt x="155" y="66"/>
                  <a:pt x="155" y="66"/>
                  <a:pt x="155" y="66"/>
                </a:cubicBezTo>
                <a:lnTo>
                  <a:pt x="158" y="63"/>
                </a:lnTo>
                <a:close/>
                <a:moveTo>
                  <a:pt x="101" y="32"/>
                </a:moveTo>
                <a:cubicBezTo>
                  <a:pt x="107" y="26"/>
                  <a:pt x="107" y="26"/>
                  <a:pt x="107" y="26"/>
                </a:cubicBezTo>
                <a:cubicBezTo>
                  <a:pt x="147" y="26"/>
                  <a:pt x="147" y="26"/>
                  <a:pt x="147" y="26"/>
                </a:cubicBezTo>
                <a:cubicBezTo>
                  <a:pt x="153" y="32"/>
                  <a:pt x="153" y="32"/>
                  <a:pt x="153" y="32"/>
                </a:cubicBezTo>
                <a:cubicBezTo>
                  <a:pt x="154" y="56"/>
                  <a:pt x="154" y="56"/>
                  <a:pt x="154" y="56"/>
                </a:cubicBezTo>
                <a:cubicBezTo>
                  <a:pt x="148" y="62"/>
                  <a:pt x="148" y="62"/>
                  <a:pt x="148" y="62"/>
                </a:cubicBezTo>
                <a:cubicBezTo>
                  <a:pt x="106" y="62"/>
                  <a:pt x="106" y="62"/>
                  <a:pt x="106" y="62"/>
                </a:cubicBezTo>
                <a:cubicBezTo>
                  <a:pt x="100" y="56"/>
                  <a:pt x="100" y="56"/>
                  <a:pt x="100" y="56"/>
                </a:cubicBezTo>
                <a:lnTo>
                  <a:pt x="101" y="32"/>
                </a:lnTo>
                <a:close/>
                <a:moveTo>
                  <a:pt x="100" y="76"/>
                </a:moveTo>
                <a:cubicBezTo>
                  <a:pt x="100" y="76"/>
                  <a:pt x="100" y="76"/>
                  <a:pt x="100" y="76"/>
                </a:cubicBezTo>
                <a:cubicBezTo>
                  <a:pt x="106" y="70"/>
                  <a:pt x="106" y="70"/>
                  <a:pt x="106" y="70"/>
                </a:cubicBezTo>
                <a:cubicBezTo>
                  <a:pt x="148" y="70"/>
                  <a:pt x="148" y="70"/>
                  <a:pt x="148" y="70"/>
                </a:cubicBezTo>
                <a:cubicBezTo>
                  <a:pt x="155" y="76"/>
                  <a:pt x="155" y="76"/>
                  <a:pt x="155" y="76"/>
                </a:cubicBezTo>
                <a:cubicBezTo>
                  <a:pt x="155" y="103"/>
                  <a:pt x="155" y="103"/>
                  <a:pt x="155" y="103"/>
                </a:cubicBezTo>
                <a:cubicBezTo>
                  <a:pt x="149" y="110"/>
                  <a:pt x="149" y="110"/>
                  <a:pt x="149" y="110"/>
                </a:cubicBezTo>
                <a:cubicBezTo>
                  <a:pt x="105" y="110"/>
                  <a:pt x="105" y="110"/>
                  <a:pt x="105" y="110"/>
                </a:cubicBezTo>
                <a:cubicBezTo>
                  <a:pt x="99" y="103"/>
                  <a:pt x="99" y="103"/>
                  <a:pt x="99" y="103"/>
                </a:cubicBezTo>
                <a:lnTo>
                  <a:pt x="100" y="76"/>
                </a:lnTo>
                <a:close/>
                <a:moveTo>
                  <a:pt x="96" y="63"/>
                </a:moveTo>
                <a:cubicBezTo>
                  <a:pt x="99" y="66"/>
                  <a:pt x="99" y="66"/>
                  <a:pt x="99" y="66"/>
                </a:cubicBezTo>
                <a:cubicBezTo>
                  <a:pt x="96" y="69"/>
                  <a:pt x="96" y="69"/>
                  <a:pt x="96" y="69"/>
                </a:cubicBezTo>
                <a:cubicBezTo>
                  <a:pt x="93" y="66"/>
                  <a:pt x="93" y="66"/>
                  <a:pt x="93" y="66"/>
                </a:cubicBezTo>
                <a:lnTo>
                  <a:pt x="96" y="63"/>
                </a:lnTo>
                <a:close/>
                <a:moveTo>
                  <a:pt x="40" y="32"/>
                </a:moveTo>
                <a:cubicBezTo>
                  <a:pt x="47" y="26"/>
                  <a:pt x="47" y="26"/>
                  <a:pt x="47" y="26"/>
                </a:cubicBezTo>
                <a:cubicBezTo>
                  <a:pt x="87" y="26"/>
                  <a:pt x="87" y="26"/>
                  <a:pt x="87" y="26"/>
                </a:cubicBezTo>
                <a:cubicBezTo>
                  <a:pt x="93" y="32"/>
                  <a:pt x="93" y="32"/>
                  <a:pt x="93" y="32"/>
                </a:cubicBezTo>
                <a:cubicBezTo>
                  <a:pt x="92" y="56"/>
                  <a:pt x="92" y="56"/>
                  <a:pt x="92" y="56"/>
                </a:cubicBezTo>
                <a:cubicBezTo>
                  <a:pt x="86" y="62"/>
                  <a:pt x="86" y="62"/>
                  <a:pt x="86" y="62"/>
                </a:cubicBezTo>
                <a:cubicBezTo>
                  <a:pt x="44" y="62"/>
                  <a:pt x="44" y="62"/>
                  <a:pt x="44" y="62"/>
                </a:cubicBezTo>
                <a:cubicBezTo>
                  <a:pt x="38" y="56"/>
                  <a:pt x="38" y="56"/>
                  <a:pt x="38" y="56"/>
                </a:cubicBezTo>
                <a:lnTo>
                  <a:pt x="40" y="32"/>
                </a:lnTo>
                <a:close/>
                <a:moveTo>
                  <a:pt x="37" y="76"/>
                </a:moveTo>
                <a:cubicBezTo>
                  <a:pt x="43" y="70"/>
                  <a:pt x="43" y="70"/>
                  <a:pt x="43" y="70"/>
                </a:cubicBezTo>
                <a:cubicBezTo>
                  <a:pt x="86" y="70"/>
                  <a:pt x="86" y="70"/>
                  <a:pt x="86" y="70"/>
                </a:cubicBezTo>
                <a:cubicBezTo>
                  <a:pt x="92" y="76"/>
                  <a:pt x="92" y="76"/>
                  <a:pt x="92" y="76"/>
                </a:cubicBezTo>
                <a:cubicBezTo>
                  <a:pt x="91" y="103"/>
                  <a:pt x="91" y="103"/>
                  <a:pt x="91" y="103"/>
                </a:cubicBezTo>
                <a:cubicBezTo>
                  <a:pt x="84" y="110"/>
                  <a:pt x="84" y="110"/>
                  <a:pt x="84" y="110"/>
                </a:cubicBezTo>
                <a:cubicBezTo>
                  <a:pt x="40" y="110"/>
                  <a:pt x="40" y="110"/>
                  <a:pt x="40" y="110"/>
                </a:cubicBezTo>
                <a:cubicBezTo>
                  <a:pt x="34" y="103"/>
                  <a:pt x="34" y="103"/>
                  <a:pt x="34" y="103"/>
                </a:cubicBezTo>
                <a:lnTo>
                  <a:pt x="37" y="76"/>
                </a:lnTo>
                <a:close/>
                <a:moveTo>
                  <a:pt x="32" y="125"/>
                </a:moveTo>
                <a:cubicBezTo>
                  <a:pt x="40" y="118"/>
                  <a:pt x="40" y="118"/>
                  <a:pt x="40" y="118"/>
                </a:cubicBezTo>
                <a:cubicBezTo>
                  <a:pt x="84" y="118"/>
                  <a:pt x="84" y="118"/>
                  <a:pt x="84" y="118"/>
                </a:cubicBezTo>
                <a:cubicBezTo>
                  <a:pt x="90" y="125"/>
                  <a:pt x="90" y="125"/>
                  <a:pt x="90" y="125"/>
                </a:cubicBezTo>
                <a:cubicBezTo>
                  <a:pt x="89" y="154"/>
                  <a:pt x="89" y="154"/>
                  <a:pt x="89" y="154"/>
                </a:cubicBezTo>
                <a:cubicBezTo>
                  <a:pt x="82" y="162"/>
                  <a:pt x="82" y="162"/>
                  <a:pt x="82" y="162"/>
                </a:cubicBezTo>
                <a:cubicBezTo>
                  <a:pt x="36" y="162"/>
                  <a:pt x="36" y="162"/>
                  <a:pt x="36" y="162"/>
                </a:cubicBezTo>
                <a:cubicBezTo>
                  <a:pt x="30" y="155"/>
                  <a:pt x="30" y="155"/>
                  <a:pt x="30" y="155"/>
                </a:cubicBezTo>
                <a:lnTo>
                  <a:pt x="32" y="12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96" name="Freeform 97">
            <a:extLst>
              <a:ext uri="{FF2B5EF4-FFF2-40B4-BE49-F238E27FC236}">
                <a16:creationId xmlns:a16="http://schemas.microsoft.com/office/drawing/2014/main" id="{70DB9127-E39F-49BB-ACC0-339AE053F207}"/>
              </a:ext>
            </a:extLst>
          </p:cNvPr>
          <p:cNvSpPr>
            <a:spLocks noChangeAspect="1" noEditPoints="1"/>
          </p:cNvSpPr>
          <p:nvPr/>
        </p:nvSpPr>
        <p:spPr bwMode="auto">
          <a:xfrm>
            <a:off x="8347594" y="2415381"/>
            <a:ext cx="333375" cy="400050"/>
          </a:xfrm>
          <a:custGeom>
            <a:avLst/>
            <a:gdLst>
              <a:gd name="T0" fmla="*/ 96 w 214"/>
              <a:gd name="T1" fmla="*/ 100 h 256"/>
              <a:gd name="T2" fmla="*/ 104 w 214"/>
              <a:gd name="T3" fmla="*/ 84 h 256"/>
              <a:gd name="T4" fmla="*/ 92 w 214"/>
              <a:gd name="T5" fmla="*/ 71 h 256"/>
              <a:gd name="T6" fmla="*/ 112 w 214"/>
              <a:gd name="T7" fmla="*/ 8 h 256"/>
              <a:gd name="T8" fmla="*/ 120 w 214"/>
              <a:gd name="T9" fmla="*/ 100 h 256"/>
              <a:gd name="T10" fmla="*/ 116 w 214"/>
              <a:gd name="T11" fmla="*/ 0 h 256"/>
              <a:gd name="T12" fmla="*/ 100 w 214"/>
              <a:gd name="T13" fmla="*/ 3 h 256"/>
              <a:gd name="T14" fmla="*/ 85 w 214"/>
              <a:gd name="T15" fmla="*/ 75 h 256"/>
              <a:gd name="T16" fmla="*/ 97 w 214"/>
              <a:gd name="T17" fmla="*/ 143 h 256"/>
              <a:gd name="T18" fmla="*/ 80 w 214"/>
              <a:gd name="T19" fmla="*/ 144 h 256"/>
              <a:gd name="T20" fmla="*/ 74 w 214"/>
              <a:gd name="T21" fmla="*/ 161 h 256"/>
              <a:gd name="T22" fmla="*/ 10 w 214"/>
              <a:gd name="T23" fmla="*/ 175 h 256"/>
              <a:gd name="T24" fmla="*/ 85 w 214"/>
              <a:gd name="T25" fmla="*/ 122 h 256"/>
              <a:gd name="T26" fmla="*/ 0 w 214"/>
              <a:gd name="T27" fmla="*/ 173 h 256"/>
              <a:gd name="T28" fmla="*/ 7 w 214"/>
              <a:gd name="T29" fmla="*/ 186 h 256"/>
              <a:gd name="T30" fmla="*/ 11 w 214"/>
              <a:gd name="T31" fmla="*/ 188 h 256"/>
              <a:gd name="T32" fmla="*/ 81 w 214"/>
              <a:gd name="T33" fmla="*/ 165 h 256"/>
              <a:gd name="T34" fmla="*/ 97 w 214"/>
              <a:gd name="T35" fmla="*/ 143 h 256"/>
              <a:gd name="T36" fmla="*/ 162 w 214"/>
              <a:gd name="T37" fmla="*/ 127 h 256"/>
              <a:gd name="T38" fmla="*/ 143 w 214"/>
              <a:gd name="T39" fmla="*/ 130 h 256"/>
              <a:gd name="T40" fmla="*/ 127 w 214"/>
              <a:gd name="T41" fmla="*/ 130 h 256"/>
              <a:gd name="T42" fmla="*/ 143 w 214"/>
              <a:gd name="T43" fmla="*/ 138 h 256"/>
              <a:gd name="T44" fmla="*/ 205 w 214"/>
              <a:gd name="T45" fmla="*/ 178 h 256"/>
              <a:gd name="T46" fmla="*/ 123 w 214"/>
              <a:gd name="T47" fmla="*/ 137 h 256"/>
              <a:gd name="T48" fmla="*/ 202 w 214"/>
              <a:gd name="T49" fmla="*/ 191 h 256"/>
              <a:gd name="T50" fmla="*/ 207 w 214"/>
              <a:gd name="T51" fmla="*/ 190 h 256"/>
              <a:gd name="T52" fmla="*/ 212 w 214"/>
              <a:gd name="T53" fmla="*/ 175 h 256"/>
              <a:gd name="T54" fmla="*/ 92 w 214"/>
              <a:gd name="T55" fmla="*/ 120 h 256"/>
              <a:gd name="T56" fmla="*/ 124 w 214"/>
              <a:gd name="T57" fmla="*/ 120 h 256"/>
              <a:gd name="T58" fmla="*/ 108 w 214"/>
              <a:gd name="T59" fmla="*/ 128 h 256"/>
              <a:gd name="T60" fmla="*/ 108 w 214"/>
              <a:gd name="T61" fmla="*/ 112 h 256"/>
              <a:gd name="T62" fmla="*/ 108 w 214"/>
              <a:gd name="T63" fmla="*/ 128 h 256"/>
              <a:gd name="T64" fmla="*/ 114 w 214"/>
              <a:gd name="T65" fmla="*/ 148 h 256"/>
              <a:gd name="T66" fmla="*/ 98 w 214"/>
              <a:gd name="T67" fmla="*/ 148 h 256"/>
              <a:gd name="T68" fmla="*/ 84 w 214"/>
              <a:gd name="T69" fmla="*/ 255 h 256"/>
              <a:gd name="T70" fmla="*/ 103 w 214"/>
              <a:gd name="T71" fmla="*/ 157 h 256"/>
              <a:gd name="T72" fmla="*/ 125 w 214"/>
              <a:gd name="T73" fmla="*/ 256 h 256"/>
              <a:gd name="T74" fmla="*/ 120 w 214"/>
              <a:gd name="T75" fmla="*/ 15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4" h="256">
                <a:moveTo>
                  <a:pt x="96" y="86"/>
                </a:moveTo>
                <a:cubicBezTo>
                  <a:pt x="96" y="100"/>
                  <a:pt x="96" y="100"/>
                  <a:pt x="96" y="100"/>
                </a:cubicBezTo>
                <a:cubicBezTo>
                  <a:pt x="104" y="100"/>
                  <a:pt x="104" y="100"/>
                  <a:pt x="104" y="100"/>
                </a:cubicBezTo>
                <a:cubicBezTo>
                  <a:pt x="104" y="84"/>
                  <a:pt x="104" y="84"/>
                  <a:pt x="104" y="84"/>
                </a:cubicBezTo>
                <a:cubicBezTo>
                  <a:pt x="104" y="83"/>
                  <a:pt x="104" y="82"/>
                  <a:pt x="103" y="81"/>
                </a:cubicBezTo>
                <a:cubicBezTo>
                  <a:pt x="92" y="71"/>
                  <a:pt x="92" y="71"/>
                  <a:pt x="92" y="71"/>
                </a:cubicBezTo>
                <a:cubicBezTo>
                  <a:pt x="107" y="8"/>
                  <a:pt x="107" y="8"/>
                  <a:pt x="107" y="8"/>
                </a:cubicBezTo>
                <a:cubicBezTo>
                  <a:pt x="112" y="8"/>
                  <a:pt x="112" y="8"/>
                  <a:pt x="112" y="8"/>
                </a:cubicBezTo>
                <a:cubicBezTo>
                  <a:pt x="112" y="100"/>
                  <a:pt x="112" y="100"/>
                  <a:pt x="112" y="100"/>
                </a:cubicBezTo>
                <a:cubicBezTo>
                  <a:pt x="120" y="100"/>
                  <a:pt x="120" y="100"/>
                  <a:pt x="120" y="100"/>
                </a:cubicBezTo>
                <a:cubicBezTo>
                  <a:pt x="120" y="4"/>
                  <a:pt x="120" y="4"/>
                  <a:pt x="120" y="4"/>
                </a:cubicBezTo>
                <a:cubicBezTo>
                  <a:pt x="120" y="2"/>
                  <a:pt x="118" y="0"/>
                  <a:pt x="116" y="0"/>
                </a:cubicBezTo>
                <a:cubicBezTo>
                  <a:pt x="104" y="0"/>
                  <a:pt x="104" y="0"/>
                  <a:pt x="104" y="0"/>
                </a:cubicBezTo>
                <a:cubicBezTo>
                  <a:pt x="102" y="0"/>
                  <a:pt x="101" y="1"/>
                  <a:pt x="100" y="3"/>
                </a:cubicBezTo>
                <a:cubicBezTo>
                  <a:pt x="84" y="71"/>
                  <a:pt x="84" y="71"/>
                  <a:pt x="84" y="71"/>
                </a:cubicBezTo>
                <a:cubicBezTo>
                  <a:pt x="84" y="72"/>
                  <a:pt x="84" y="74"/>
                  <a:pt x="85" y="75"/>
                </a:cubicBezTo>
                <a:lnTo>
                  <a:pt x="96" y="86"/>
                </a:lnTo>
                <a:close/>
                <a:moveTo>
                  <a:pt x="97" y="143"/>
                </a:moveTo>
                <a:cubicBezTo>
                  <a:pt x="93" y="136"/>
                  <a:pt x="93" y="136"/>
                  <a:pt x="93" y="136"/>
                </a:cubicBezTo>
                <a:cubicBezTo>
                  <a:pt x="80" y="144"/>
                  <a:pt x="80" y="144"/>
                  <a:pt x="80" y="144"/>
                </a:cubicBezTo>
                <a:cubicBezTo>
                  <a:pt x="79" y="145"/>
                  <a:pt x="78" y="146"/>
                  <a:pt x="78" y="147"/>
                </a:cubicBezTo>
                <a:cubicBezTo>
                  <a:pt x="74" y="161"/>
                  <a:pt x="74" y="161"/>
                  <a:pt x="74" y="161"/>
                </a:cubicBezTo>
                <a:cubicBezTo>
                  <a:pt x="12" y="179"/>
                  <a:pt x="12" y="179"/>
                  <a:pt x="12" y="179"/>
                </a:cubicBezTo>
                <a:cubicBezTo>
                  <a:pt x="10" y="175"/>
                  <a:pt x="10" y="175"/>
                  <a:pt x="10" y="175"/>
                </a:cubicBezTo>
                <a:cubicBezTo>
                  <a:pt x="89" y="129"/>
                  <a:pt x="89" y="129"/>
                  <a:pt x="89" y="129"/>
                </a:cubicBezTo>
                <a:cubicBezTo>
                  <a:pt x="85" y="122"/>
                  <a:pt x="85" y="122"/>
                  <a:pt x="85" y="122"/>
                </a:cubicBezTo>
                <a:cubicBezTo>
                  <a:pt x="2" y="170"/>
                  <a:pt x="2" y="170"/>
                  <a:pt x="2" y="170"/>
                </a:cubicBezTo>
                <a:cubicBezTo>
                  <a:pt x="1" y="171"/>
                  <a:pt x="1" y="172"/>
                  <a:pt x="0" y="173"/>
                </a:cubicBezTo>
                <a:cubicBezTo>
                  <a:pt x="0" y="174"/>
                  <a:pt x="0" y="175"/>
                  <a:pt x="1" y="176"/>
                </a:cubicBezTo>
                <a:cubicBezTo>
                  <a:pt x="7" y="186"/>
                  <a:pt x="7" y="186"/>
                  <a:pt x="7" y="186"/>
                </a:cubicBezTo>
                <a:cubicBezTo>
                  <a:pt x="8" y="187"/>
                  <a:pt x="9" y="188"/>
                  <a:pt x="10" y="188"/>
                </a:cubicBezTo>
                <a:cubicBezTo>
                  <a:pt x="11" y="188"/>
                  <a:pt x="11" y="188"/>
                  <a:pt x="11" y="188"/>
                </a:cubicBezTo>
                <a:cubicBezTo>
                  <a:pt x="78" y="168"/>
                  <a:pt x="78" y="168"/>
                  <a:pt x="78" y="168"/>
                </a:cubicBezTo>
                <a:cubicBezTo>
                  <a:pt x="80" y="167"/>
                  <a:pt x="81" y="166"/>
                  <a:pt x="81" y="165"/>
                </a:cubicBezTo>
                <a:cubicBezTo>
                  <a:pt x="85" y="150"/>
                  <a:pt x="85" y="150"/>
                  <a:pt x="85" y="150"/>
                </a:cubicBezTo>
                <a:lnTo>
                  <a:pt x="97" y="143"/>
                </a:lnTo>
                <a:close/>
                <a:moveTo>
                  <a:pt x="212" y="175"/>
                </a:moveTo>
                <a:cubicBezTo>
                  <a:pt x="162" y="127"/>
                  <a:pt x="162" y="127"/>
                  <a:pt x="162" y="127"/>
                </a:cubicBezTo>
                <a:cubicBezTo>
                  <a:pt x="161" y="126"/>
                  <a:pt x="159" y="126"/>
                  <a:pt x="158" y="126"/>
                </a:cubicBezTo>
                <a:cubicBezTo>
                  <a:pt x="143" y="130"/>
                  <a:pt x="143" y="130"/>
                  <a:pt x="143" y="130"/>
                </a:cubicBezTo>
                <a:cubicBezTo>
                  <a:pt x="131" y="123"/>
                  <a:pt x="131" y="123"/>
                  <a:pt x="131" y="123"/>
                </a:cubicBezTo>
                <a:cubicBezTo>
                  <a:pt x="127" y="130"/>
                  <a:pt x="127" y="130"/>
                  <a:pt x="127" y="130"/>
                </a:cubicBezTo>
                <a:cubicBezTo>
                  <a:pt x="140" y="138"/>
                  <a:pt x="140" y="138"/>
                  <a:pt x="140" y="138"/>
                </a:cubicBezTo>
                <a:cubicBezTo>
                  <a:pt x="141" y="138"/>
                  <a:pt x="142" y="138"/>
                  <a:pt x="143" y="138"/>
                </a:cubicBezTo>
                <a:cubicBezTo>
                  <a:pt x="158" y="134"/>
                  <a:pt x="158" y="134"/>
                  <a:pt x="158" y="134"/>
                </a:cubicBezTo>
                <a:cubicBezTo>
                  <a:pt x="205" y="178"/>
                  <a:pt x="205" y="178"/>
                  <a:pt x="205" y="178"/>
                </a:cubicBezTo>
                <a:cubicBezTo>
                  <a:pt x="202" y="183"/>
                  <a:pt x="202" y="183"/>
                  <a:pt x="202" y="183"/>
                </a:cubicBezTo>
                <a:cubicBezTo>
                  <a:pt x="123" y="137"/>
                  <a:pt x="123" y="137"/>
                  <a:pt x="123" y="137"/>
                </a:cubicBezTo>
                <a:cubicBezTo>
                  <a:pt x="119" y="143"/>
                  <a:pt x="119" y="143"/>
                  <a:pt x="119" y="143"/>
                </a:cubicBezTo>
                <a:cubicBezTo>
                  <a:pt x="202" y="191"/>
                  <a:pt x="202" y="191"/>
                  <a:pt x="202" y="191"/>
                </a:cubicBezTo>
                <a:cubicBezTo>
                  <a:pt x="202" y="192"/>
                  <a:pt x="203" y="192"/>
                  <a:pt x="204" y="192"/>
                </a:cubicBezTo>
                <a:cubicBezTo>
                  <a:pt x="205" y="192"/>
                  <a:pt x="206" y="191"/>
                  <a:pt x="207" y="190"/>
                </a:cubicBezTo>
                <a:cubicBezTo>
                  <a:pt x="213" y="180"/>
                  <a:pt x="213" y="180"/>
                  <a:pt x="213" y="180"/>
                </a:cubicBezTo>
                <a:cubicBezTo>
                  <a:pt x="214" y="178"/>
                  <a:pt x="214" y="176"/>
                  <a:pt x="212" y="175"/>
                </a:cubicBezTo>
                <a:close/>
                <a:moveTo>
                  <a:pt x="108" y="104"/>
                </a:moveTo>
                <a:cubicBezTo>
                  <a:pt x="99" y="104"/>
                  <a:pt x="92" y="111"/>
                  <a:pt x="92" y="120"/>
                </a:cubicBezTo>
                <a:cubicBezTo>
                  <a:pt x="92" y="129"/>
                  <a:pt x="99" y="136"/>
                  <a:pt x="108" y="136"/>
                </a:cubicBezTo>
                <a:cubicBezTo>
                  <a:pt x="117" y="136"/>
                  <a:pt x="124" y="129"/>
                  <a:pt x="124" y="120"/>
                </a:cubicBezTo>
                <a:cubicBezTo>
                  <a:pt x="124" y="111"/>
                  <a:pt x="117" y="104"/>
                  <a:pt x="108" y="104"/>
                </a:cubicBezTo>
                <a:close/>
                <a:moveTo>
                  <a:pt x="108" y="128"/>
                </a:moveTo>
                <a:cubicBezTo>
                  <a:pt x="104" y="128"/>
                  <a:pt x="100" y="124"/>
                  <a:pt x="100" y="120"/>
                </a:cubicBezTo>
                <a:cubicBezTo>
                  <a:pt x="100" y="116"/>
                  <a:pt x="104" y="112"/>
                  <a:pt x="108" y="112"/>
                </a:cubicBezTo>
                <a:cubicBezTo>
                  <a:pt x="112" y="112"/>
                  <a:pt x="116" y="116"/>
                  <a:pt x="116" y="120"/>
                </a:cubicBezTo>
                <a:cubicBezTo>
                  <a:pt x="116" y="124"/>
                  <a:pt x="112" y="128"/>
                  <a:pt x="108" y="128"/>
                </a:cubicBezTo>
                <a:close/>
                <a:moveTo>
                  <a:pt x="118" y="148"/>
                </a:moveTo>
                <a:cubicBezTo>
                  <a:pt x="117" y="148"/>
                  <a:pt x="115" y="148"/>
                  <a:pt x="114" y="148"/>
                </a:cubicBezTo>
                <a:cubicBezTo>
                  <a:pt x="114" y="148"/>
                  <a:pt x="108" y="151"/>
                  <a:pt x="102" y="148"/>
                </a:cubicBezTo>
                <a:cubicBezTo>
                  <a:pt x="101" y="148"/>
                  <a:pt x="99" y="148"/>
                  <a:pt x="98" y="148"/>
                </a:cubicBezTo>
                <a:cubicBezTo>
                  <a:pt x="97" y="149"/>
                  <a:pt x="96" y="150"/>
                  <a:pt x="96" y="152"/>
                </a:cubicBezTo>
                <a:cubicBezTo>
                  <a:pt x="84" y="255"/>
                  <a:pt x="84" y="255"/>
                  <a:pt x="84" y="255"/>
                </a:cubicBezTo>
                <a:cubicBezTo>
                  <a:pt x="91" y="256"/>
                  <a:pt x="91" y="256"/>
                  <a:pt x="91" y="256"/>
                </a:cubicBezTo>
                <a:cubicBezTo>
                  <a:pt x="103" y="157"/>
                  <a:pt x="103" y="157"/>
                  <a:pt x="103" y="157"/>
                </a:cubicBezTo>
                <a:cubicBezTo>
                  <a:pt x="107" y="158"/>
                  <a:pt x="110" y="158"/>
                  <a:pt x="113" y="157"/>
                </a:cubicBezTo>
                <a:cubicBezTo>
                  <a:pt x="125" y="256"/>
                  <a:pt x="125" y="256"/>
                  <a:pt x="125" y="256"/>
                </a:cubicBezTo>
                <a:cubicBezTo>
                  <a:pt x="132" y="255"/>
                  <a:pt x="132" y="255"/>
                  <a:pt x="132" y="255"/>
                </a:cubicBezTo>
                <a:cubicBezTo>
                  <a:pt x="120" y="152"/>
                  <a:pt x="120" y="152"/>
                  <a:pt x="120" y="152"/>
                </a:cubicBezTo>
                <a:cubicBezTo>
                  <a:pt x="120" y="150"/>
                  <a:pt x="119" y="149"/>
                  <a:pt x="118" y="14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00" name="Freeform 101">
            <a:extLst>
              <a:ext uri="{FF2B5EF4-FFF2-40B4-BE49-F238E27FC236}">
                <a16:creationId xmlns:a16="http://schemas.microsoft.com/office/drawing/2014/main" id="{87800FDE-6E02-48D3-8F2C-5B8511929362}"/>
              </a:ext>
            </a:extLst>
          </p:cNvPr>
          <p:cNvSpPr>
            <a:spLocks noChangeAspect="1" noEditPoints="1"/>
          </p:cNvSpPr>
          <p:nvPr/>
        </p:nvSpPr>
        <p:spPr bwMode="auto">
          <a:xfrm>
            <a:off x="9281902" y="2415381"/>
            <a:ext cx="400050" cy="400050"/>
          </a:xfrm>
          <a:custGeom>
            <a:avLst/>
            <a:gdLst>
              <a:gd name="T0" fmla="*/ 12 w 256"/>
              <a:gd name="T1" fmla="*/ 44 h 256"/>
              <a:gd name="T2" fmla="*/ 0 w 256"/>
              <a:gd name="T3" fmla="*/ 256 h 256"/>
              <a:gd name="T4" fmla="*/ 16 w 256"/>
              <a:gd name="T5" fmla="*/ 52 h 256"/>
              <a:gd name="T6" fmla="*/ 45 w 256"/>
              <a:gd name="T7" fmla="*/ 68 h 256"/>
              <a:gd name="T8" fmla="*/ 24 w 256"/>
              <a:gd name="T9" fmla="*/ 76 h 256"/>
              <a:gd name="T10" fmla="*/ 46 w 256"/>
              <a:gd name="T11" fmla="*/ 92 h 256"/>
              <a:gd name="T12" fmla="*/ 24 w 256"/>
              <a:gd name="T13" fmla="*/ 100 h 256"/>
              <a:gd name="T14" fmla="*/ 52 w 256"/>
              <a:gd name="T15" fmla="*/ 256 h 256"/>
              <a:gd name="T16" fmla="*/ 52 w 256"/>
              <a:gd name="T17" fmla="*/ 48 h 256"/>
              <a:gd name="T18" fmla="*/ 252 w 256"/>
              <a:gd name="T19" fmla="*/ 116 h 256"/>
              <a:gd name="T20" fmla="*/ 234 w 256"/>
              <a:gd name="T21" fmla="*/ 117 h 256"/>
              <a:gd name="T22" fmla="*/ 188 w 256"/>
              <a:gd name="T23" fmla="*/ 120 h 256"/>
              <a:gd name="T24" fmla="*/ 168 w 256"/>
              <a:gd name="T25" fmla="*/ 116 h 256"/>
              <a:gd name="T26" fmla="*/ 120 w 256"/>
              <a:gd name="T27" fmla="*/ 152 h 256"/>
              <a:gd name="T28" fmla="*/ 116 w 256"/>
              <a:gd name="T29" fmla="*/ 116 h 256"/>
              <a:gd name="T30" fmla="*/ 98 w 256"/>
              <a:gd name="T31" fmla="*/ 117 h 256"/>
              <a:gd name="T32" fmla="*/ 67 w 256"/>
              <a:gd name="T33" fmla="*/ 150 h 256"/>
              <a:gd name="T34" fmla="*/ 112 w 256"/>
              <a:gd name="T35" fmla="*/ 124 h 256"/>
              <a:gd name="T36" fmla="*/ 120 w 256"/>
              <a:gd name="T37" fmla="*/ 180 h 256"/>
              <a:gd name="T38" fmla="*/ 169 w 256"/>
              <a:gd name="T39" fmla="*/ 124 h 256"/>
              <a:gd name="T40" fmla="*/ 180 w 256"/>
              <a:gd name="T41" fmla="*/ 180 h 256"/>
              <a:gd name="T42" fmla="*/ 188 w 256"/>
              <a:gd name="T43" fmla="*/ 162 h 256"/>
              <a:gd name="T44" fmla="*/ 248 w 256"/>
              <a:gd name="T45" fmla="*/ 124 h 256"/>
              <a:gd name="T46" fmla="*/ 256 w 256"/>
              <a:gd name="T47" fmla="*/ 256 h 256"/>
              <a:gd name="T48" fmla="*/ 252 w 256"/>
              <a:gd name="T49" fmla="*/ 116 h 256"/>
              <a:gd name="T50" fmla="*/ 128 w 256"/>
              <a:gd name="T51" fmla="*/ 256 h 256"/>
              <a:gd name="T52" fmla="*/ 168 w 256"/>
              <a:gd name="T53" fmla="*/ 224 h 256"/>
              <a:gd name="T54" fmla="*/ 176 w 256"/>
              <a:gd name="T55" fmla="*/ 256 h 256"/>
              <a:gd name="T56" fmla="*/ 120 w 256"/>
              <a:gd name="T57" fmla="*/ 216 h 256"/>
              <a:gd name="T58" fmla="*/ 66 w 256"/>
              <a:gd name="T59" fmla="*/ 26 h 256"/>
              <a:gd name="T60" fmla="*/ 60 w 256"/>
              <a:gd name="T61" fmla="*/ 18 h 256"/>
              <a:gd name="T62" fmla="*/ 101 w 256"/>
              <a:gd name="T63" fmla="*/ 20 h 256"/>
              <a:gd name="T64" fmla="*/ 107 w 256"/>
              <a:gd name="T65" fmla="*/ 20 h 256"/>
              <a:gd name="T66" fmla="*/ 175 w 256"/>
              <a:gd name="T67" fmla="*/ 20 h 256"/>
              <a:gd name="T68" fmla="*/ 220 w 256"/>
              <a:gd name="T69" fmla="*/ 36 h 256"/>
              <a:gd name="T70" fmla="*/ 220 w 256"/>
              <a:gd name="T71" fmla="*/ 28 h 256"/>
              <a:gd name="T72" fmla="*/ 142 w 256"/>
              <a:gd name="T73" fmla="*/ 0 h 256"/>
              <a:gd name="T74" fmla="*/ 80 w 256"/>
              <a:gd name="T75" fmla="*/ 0 h 256"/>
              <a:gd name="T76" fmla="*/ 53 w 256"/>
              <a:gd name="T77" fmla="*/ 16 h 256"/>
              <a:gd name="T78" fmla="*/ 27 w 256"/>
              <a:gd name="T79" fmla="*/ 30 h 256"/>
              <a:gd name="T80" fmla="*/ 30 w 256"/>
              <a:gd name="T81" fmla="*/ 36 h 256"/>
              <a:gd name="T82" fmla="*/ 50 w 256"/>
              <a:gd name="T83" fmla="*/ 24 h 256"/>
              <a:gd name="T84" fmla="*/ 66 w 256"/>
              <a:gd name="T85" fmla="*/ 26 h 256"/>
              <a:gd name="T86" fmla="*/ 71 w 256"/>
              <a:gd name="T87" fmla="*/ 43 h 256"/>
              <a:gd name="T88" fmla="*/ 65 w 256"/>
              <a:gd name="T89" fmla="*/ 58 h 256"/>
              <a:gd name="T90" fmla="*/ 71 w 256"/>
              <a:gd name="T91" fmla="*/ 58 h 256"/>
              <a:gd name="T92" fmla="*/ 104 w 256"/>
              <a:gd name="T93" fmla="*/ 72 h 256"/>
              <a:gd name="T94" fmla="*/ 172 w 256"/>
              <a:gd name="T95" fmla="*/ 72 h 256"/>
              <a:gd name="T96" fmla="*/ 172 w 256"/>
              <a:gd name="T97" fmla="*/ 64 h 256"/>
              <a:gd name="T98" fmla="*/ 137 w 256"/>
              <a:gd name="T99" fmla="*/ 50 h 256"/>
              <a:gd name="T100" fmla="*/ 130 w 256"/>
              <a:gd name="T101" fmla="*/ 47 h 256"/>
              <a:gd name="T102" fmla="*/ 78 w 256"/>
              <a:gd name="T103" fmla="*/ 47 h 256"/>
              <a:gd name="T104" fmla="*/ 76 w 256"/>
              <a:gd name="T105" fmla="*/ 4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48" y="44"/>
                </a:moveTo>
                <a:cubicBezTo>
                  <a:pt x="12" y="44"/>
                  <a:pt x="12" y="44"/>
                  <a:pt x="12" y="44"/>
                </a:cubicBezTo>
                <a:cubicBezTo>
                  <a:pt x="10" y="44"/>
                  <a:pt x="8" y="46"/>
                  <a:pt x="8" y="48"/>
                </a:cubicBezTo>
                <a:cubicBezTo>
                  <a:pt x="0" y="256"/>
                  <a:pt x="0" y="256"/>
                  <a:pt x="0" y="256"/>
                </a:cubicBezTo>
                <a:cubicBezTo>
                  <a:pt x="8" y="256"/>
                  <a:pt x="8" y="256"/>
                  <a:pt x="8" y="256"/>
                </a:cubicBezTo>
                <a:cubicBezTo>
                  <a:pt x="16" y="52"/>
                  <a:pt x="16" y="52"/>
                  <a:pt x="16" y="52"/>
                </a:cubicBezTo>
                <a:cubicBezTo>
                  <a:pt x="44" y="52"/>
                  <a:pt x="44" y="52"/>
                  <a:pt x="44" y="52"/>
                </a:cubicBezTo>
                <a:cubicBezTo>
                  <a:pt x="45" y="68"/>
                  <a:pt x="45" y="68"/>
                  <a:pt x="45" y="68"/>
                </a:cubicBezTo>
                <a:cubicBezTo>
                  <a:pt x="24" y="68"/>
                  <a:pt x="24" y="68"/>
                  <a:pt x="24" y="68"/>
                </a:cubicBezTo>
                <a:cubicBezTo>
                  <a:pt x="24" y="76"/>
                  <a:pt x="24" y="76"/>
                  <a:pt x="24" y="76"/>
                </a:cubicBezTo>
                <a:cubicBezTo>
                  <a:pt x="45" y="76"/>
                  <a:pt x="45" y="76"/>
                  <a:pt x="45" y="76"/>
                </a:cubicBezTo>
                <a:cubicBezTo>
                  <a:pt x="46" y="92"/>
                  <a:pt x="46" y="92"/>
                  <a:pt x="46" y="92"/>
                </a:cubicBezTo>
                <a:cubicBezTo>
                  <a:pt x="24" y="92"/>
                  <a:pt x="24" y="92"/>
                  <a:pt x="24" y="92"/>
                </a:cubicBezTo>
                <a:cubicBezTo>
                  <a:pt x="24" y="100"/>
                  <a:pt x="24" y="100"/>
                  <a:pt x="24" y="100"/>
                </a:cubicBezTo>
                <a:cubicBezTo>
                  <a:pt x="46" y="100"/>
                  <a:pt x="46" y="100"/>
                  <a:pt x="46" y="100"/>
                </a:cubicBezTo>
                <a:cubicBezTo>
                  <a:pt x="52" y="256"/>
                  <a:pt x="52" y="256"/>
                  <a:pt x="52" y="256"/>
                </a:cubicBezTo>
                <a:cubicBezTo>
                  <a:pt x="60" y="256"/>
                  <a:pt x="60" y="256"/>
                  <a:pt x="60" y="256"/>
                </a:cubicBezTo>
                <a:cubicBezTo>
                  <a:pt x="52" y="48"/>
                  <a:pt x="52" y="48"/>
                  <a:pt x="52" y="48"/>
                </a:cubicBezTo>
                <a:cubicBezTo>
                  <a:pt x="52" y="46"/>
                  <a:pt x="50" y="44"/>
                  <a:pt x="48" y="44"/>
                </a:cubicBezTo>
                <a:close/>
                <a:moveTo>
                  <a:pt x="252" y="116"/>
                </a:moveTo>
                <a:cubicBezTo>
                  <a:pt x="236" y="116"/>
                  <a:pt x="236" y="116"/>
                  <a:pt x="236" y="116"/>
                </a:cubicBezTo>
                <a:cubicBezTo>
                  <a:pt x="235" y="116"/>
                  <a:pt x="234" y="116"/>
                  <a:pt x="234" y="117"/>
                </a:cubicBezTo>
                <a:cubicBezTo>
                  <a:pt x="188" y="152"/>
                  <a:pt x="188" y="152"/>
                  <a:pt x="188" y="152"/>
                </a:cubicBezTo>
                <a:cubicBezTo>
                  <a:pt x="188" y="120"/>
                  <a:pt x="188" y="120"/>
                  <a:pt x="188" y="120"/>
                </a:cubicBezTo>
                <a:cubicBezTo>
                  <a:pt x="188" y="118"/>
                  <a:pt x="186" y="116"/>
                  <a:pt x="184" y="116"/>
                </a:cubicBezTo>
                <a:cubicBezTo>
                  <a:pt x="168" y="116"/>
                  <a:pt x="168" y="116"/>
                  <a:pt x="168" y="116"/>
                </a:cubicBezTo>
                <a:cubicBezTo>
                  <a:pt x="167" y="116"/>
                  <a:pt x="166" y="116"/>
                  <a:pt x="166" y="117"/>
                </a:cubicBezTo>
                <a:cubicBezTo>
                  <a:pt x="120" y="152"/>
                  <a:pt x="120" y="152"/>
                  <a:pt x="120" y="152"/>
                </a:cubicBezTo>
                <a:cubicBezTo>
                  <a:pt x="120" y="120"/>
                  <a:pt x="120" y="120"/>
                  <a:pt x="120" y="120"/>
                </a:cubicBezTo>
                <a:cubicBezTo>
                  <a:pt x="120" y="118"/>
                  <a:pt x="118" y="116"/>
                  <a:pt x="116" y="116"/>
                </a:cubicBezTo>
                <a:cubicBezTo>
                  <a:pt x="100" y="116"/>
                  <a:pt x="100" y="116"/>
                  <a:pt x="100" y="116"/>
                </a:cubicBezTo>
                <a:cubicBezTo>
                  <a:pt x="99" y="116"/>
                  <a:pt x="98" y="116"/>
                  <a:pt x="98" y="117"/>
                </a:cubicBezTo>
                <a:cubicBezTo>
                  <a:pt x="62" y="143"/>
                  <a:pt x="62" y="143"/>
                  <a:pt x="62" y="143"/>
                </a:cubicBezTo>
                <a:cubicBezTo>
                  <a:pt x="67" y="150"/>
                  <a:pt x="67" y="150"/>
                  <a:pt x="67" y="150"/>
                </a:cubicBezTo>
                <a:cubicBezTo>
                  <a:pt x="101" y="124"/>
                  <a:pt x="101" y="124"/>
                  <a:pt x="101" y="124"/>
                </a:cubicBezTo>
                <a:cubicBezTo>
                  <a:pt x="112" y="124"/>
                  <a:pt x="112" y="124"/>
                  <a:pt x="112" y="124"/>
                </a:cubicBezTo>
                <a:cubicBezTo>
                  <a:pt x="112" y="180"/>
                  <a:pt x="112" y="180"/>
                  <a:pt x="112" y="180"/>
                </a:cubicBezTo>
                <a:cubicBezTo>
                  <a:pt x="120" y="180"/>
                  <a:pt x="120" y="180"/>
                  <a:pt x="120" y="180"/>
                </a:cubicBezTo>
                <a:cubicBezTo>
                  <a:pt x="120" y="162"/>
                  <a:pt x="120" y="162"/>
                  <a:pt x="120" y="162"/>
                </a:cubicBezTo>
                <a:cubicBezTo>
                  <a:pt x="169" y="124"/>
                  <a:pt x="169" y="124"/>
                  <a:pt x="169" y="124"/>
                </a:cubicBezTo>
                <a:cubicBezTo>
                  <a:pt x="180" y="124"/>
                  <a:pt x="180" y="124"/>
                  <a:pt x="180" y="124"/>
                </a:cubicBezTo>
                <a:cubicBezTo>
                  <a:pt x="180" y="180"/>
                  <a:pt x="180" y="180"/>
                  <a:pt x="180" y="180"/>
                </a:cubicBezTo>
                <a:cubicBezTo>
                  <a:pt x="188" y="180"/>
                  <a:pt x="188" y="180"/>
                  <a:pt x="188" y="180"/>
                </a:cubicBezTo>
                <a:cubicBezTo>
                  <a:pt x="188" y="162"/>
                  <a:pt x="188" y="162"/>
                  <a:pt x="188" y="162"/>
                </a:cubicBezTo>
                <a:cubicBezTo>
                  <a:pt x="237" y="124"/>
                  <a:pt x="237" y="124"/>
                  <a:pt x="237" y="124"/>
                </a:cubicBezTo>
                <a:cubicBezTo>
                  <a:pt x="248" y="124"/>
                  <a:pt x="248" y="124"/>
                  <a:pt x="248" y="124"/>
                </a:cubicBezTo>
                <a:cubicBezTo>
                  <a:pt x="248" y="256"/>
                  <a:pt x="248" y="256"/>
                  <a:pt x="248" y="256"/>
                </a:cubicBezTo>
                <a:cubicBezTo>
                  <a:pt x="256" y="256"/>
                  <a:pt x="256" y="256"/>
                  <a:pt x="256" y="256"/>
                </a:cubicBezTo>
                <a:cubicBezTo>
                  <a:pt x="256" y="120"/>
                  <a:pt x="256" y="120"/>
                  <a:pt x="256" y="120"/>
                </a:cubicBezTo>
                <a:cubicBezTo>
                  <a:pt x="256" y="118"/>
                  <a:pt x="254" y="116"/>
                  <a:pt x="252" y="116"/>
                </a:cubicBezTo>
                <a:close/>
                <a:moveTo>
                  <a:pt x="120" y="256"/>
                </a:moveTo>
                <a:cubicBezTo>
                  <a:pt x="128" y="256"/>
                  <a:pt x="128" y="256"/>
                  <a:pt x="128" y="256"/>
                </a:cubicBezTo>
                <a:cubicBezTo>
                  <a:pt x="128" y="224"/>
                  <a:pt x="128" y="224"/>
                  <a:pt x="128" y="224"/>
                </a:cubicBezTo>
                <a:cubicBezTo>
                  <a:pt x="168" y="224"/>
                  <a:pt x="168" y="224"/>
                  <a:pt x="168" y="224"/>
                </a:cubicBezTo>
                <a:cubicBezTo>
                  <a:pt x="168" y="256"/>
                  <a:pt x="168" y="256"/>
                  <a:pt x="168" y="256"/>
                </a:cubicBezTo>
                <a:cubicBezTo>
                  <a:pt x="176" y="256"/>
                  <a:pt x="176" y="256"/>
                  <a:pt x="176" y="256"/>
                </a:cubicBezTo>
                <a:cubicBezTo>
                  <a:pt x="176" y="216"/>
                  <a:pt x="176" y="216"/>
                  <a:pt x="176" y="216"/>
                </a:cubicBezTo>
                <a:cubicBezTo>
                  <a:pt x="120" y="216"/>
                  <a:pt x="120" y="216"/>
                  <a:pt x="120" y="216"/>
                </a:cubicBezTo>
                <a:lnTo>
                  <a:pt x="120" y="256"/>
                </a:lnTo>
                <a:close/>
                <a:moveTo>
                  <a:pt x="66" y="26"/>
                </a:moveTo>
                <a:cubicBezTo>
                  <a:pt x="67" y="24"/>
                  <a:pt x="67" y="22"/>
                  <a:pt x="65" y="21"/>
                </a:cubicBezTo>
                <a:cubicBezTo>
                  <a:pt x="64" y="20"/>
                  <a:pt x="62" y="19"/>
                  <a:pt x="60" y="18"/>
                </a:cubicBezTo>
                <a:cubicBezTo>
                  <a:pt x="65" y="12"/>
                  <a:pt x="72" y="8"/>
                  <a:pt x="80" y="8"/>
                </a:cubicBezTo>
                <a:cubicBezTo>
                  <a:pt x="88" y="8"/>
                  <a:pt x="96" y="13"/>
                  <a:pt x="101" y="20"/>
                </a:cubicBezTo>
                <a:cubicBezTo>
                  <a:pt x="101" y="21"/>
                  <a:pt x="102" y="22"/>
                  <a:pt x="104" y="22"/>
                </a:cubicBezTo>
                <a:cubicBezTo>
                  <a:pt x="105" y="22"/>
                  <a:pt x="106" y="21"/>
                  <a:pt x="107" y="20"/>
                </a:cubicBezTo>
                <a:cubicBezTo>
                  <a:pt x="113" y="13"/>
                  <a:pt x="127" y="8"/>
                  <a:pt x="142" y="8"/>
                </a:cubicBezTo>
                <a:cubicBezTo>
                  <a:pt x="153" y="8"/>
                  <a:pt x="163" y="13"/>
                  <a:pt x="175" y="20"/>
                </a:cubicBezTo>
                <a:cubicBezTo>
                  <a:pt x="188" y="26"/>
                  <a:pt x="203" y="34"/>
                  <a:pt x="220" y="36"/>
                </a:cubicBezTo>
                <a:cubicBezTo>
                  <a:pt x="220" y="36"/>
                  <a:pt x="220" y="36"/>
                  <a:pt x="220" y="36"/>
                </a:cubicBezTo>
                <a:cubicBezTo>
                  <a:pt x="222" y="36"/>
                  <a:pt x="224" y="35"/>
                  <a:pt x="224" y="32"/>
                </a:cubicBezTo>
                <a:cubicBezTo>
                  <a:pt x="224" y="30"/>
                  <a:pt x="223" y="28"/>
                  <a:pt x="220" y="28"/>
                </a:cubicBezTo>
                <a:cubicBezTo>
                  <a:pt x="205" y="26"/>
                  <a:pt x="192" y="19"/>
                  <a:pt x="179" y="13"/>
                </a:cubicBezTo>
                <a:cubicBezTo>
                  <a:pt x="166" y="6"/>
                  <a:pt x="154" y="0"/>
                  <a:pt x="142" y="0"/>
                </a:cubicBezTo>
                <a:cubicBezTo>
                  <a:pt x="127" y="0"/>
                  <a:pt x="113" y="4"/>
                  <a:pt x="105" y="12"/>
                </a:cubicBezTo>
                <a:cubicBezTo>
                  <a:pt x="99" y="4"/>
                  <a:pt x="90" y="0"/>
                  <a:pt x="80" y="0"/>
                </a:cubicBezTo>
                <a:cubicBezTo>
                  <a:pt x="70" y="0"/>
                  <a:pt x="60" y="5"/>
                  <a:pt x="54" y="14"/>
                </a:cubicBezTo>
                <a:cubicBezTo>
                  <a:pt x="53" y="14"/>
                  <a:pt x="53" y="15"/>
                  <a:pt x="53" y="16"/>
                </a:cubicBezTo>
                <a:cubicBezTo>
                  <a:pt x="52" y="16"/>
                  <a:pt x="51" y="16"/>
                  <a:pt x="50" y="16"/>
                </a:cubicBezTo>
                <a:cubicBezTo>
                  <a:pt x="40" y="16"/>
                  <a:pt x="31" y="21"/>
                  <a:pt x="27" y="30"/>
                </a:cubicBezTo>
                <a:cubicBezTo>
                  <a:pt x="26" y="32"/>
                  <a:pt x="27" y="35"/>
                  <a:pt x="29" y="36"/>
                </a:cubicBezTo>
                <a:cubicBezTo>
                  <a:pt x="29" y="36"/>
                  <a:pt x="30" y="36"/>
                  <a:pt x="30" y="36"/>
                </a:cubicBezTo>
                <a:cubicBezTo>
                  <a:pt x="32" y="36"/>
                  <a:pt x="33" y="35"/>
                  <a:pt x="34" y="34"/>
                </a:cubicBezTo>
                <a:cubicBezTo>
                  <a:pt x="37" y="28"/>
                  <a:pt x="43" y="24"/>
                  <a:pt x="50" y="24"/>
                </a:cubicBezTo>
                <a:cubicBezTo>
                  <a:pt x="54" y="24"/>
                  <a:pt x="57" y="25"/>
                  <a:pt x="60" y="27"/>
                </a:cubicBezTo>
                <a:cubicBezTo>
                  <a:pt x="62" y="29"/>
                  <a:pt x="65" y="28"/>
                  <a:pt x="66" y="26"/>
                </a:cubicBezTo>
                <a:close/>
                <a:moveTo>
                  <a:pt x="76" y="40"/>
                </a:moveTo>
                <a:cubicBezTo>
                  <a:pt x="74" y="40"/>
                  <a:pt x="72" y="41"/>
                  <a:pt x="71" y="43"/>
                </a:cubicBezTo>
                <a:cubicBezTo>
                  <a:pt x="70" y="46"/>
                  <a:pt x="68" y="50"/>
                  <a:pt x="65" y="52"/>
                </a:cubicBezTo>
                <a:cubicBezTo>
                  <a:pt x="64" y="53"/>
                  <a:pt x="64" y="56"/>
                  <a:pt x="65" y="58"/>
                </a:cubicBezTo>
                <a:cubicBezTo>
                  <a:pt x="66" y="58"/>
                  <a:pt x="67" y="59"/>
                  <a:pt x="68" y="59"/>
                </a:cubicBezTo>
                <a:cubicBezTo>
                  <a:pt x="69" y="59"/>
                  <a:pt x="70" y="59"/>
                  <a:pt x="71" y="58"/>
                </a:cubicBezTo>
                <a:cubicBezTo>
                  <a:pt x="72" y="57"/>
                  <a:pt x="73" y="56"/>
                  <a:pt x="74" y="55"/>
                </a:cubicBezTo>
                <a:cubicBezTo>
                  <a:pt x="80" y="66"/>
                  <a:pt x="91" y="72"/>
                  <a:pt x="104" y="72"/>
                </a:cubicBezTo>
                <a:cubicBezTo>
                  <a:pt x="116" y="72"/>
                  <a:pt x="126" y="66"/>
                  <a:pt x="133" y="57"/>
                </a:cubicBezTo>
                <a:cubicBezTo>
                  <a:pt x="142" y="66"/>
                  <a:pt x="157" y="72"/>
                  <a:pt x="172" y="72"/>
                </a:cubicBezTo>
                <a:cubicBezTo>
                  <a:pt x="174" y="72"/>
                  <a:pt x="176" y="70"/>
                  <a:pt x="176" y="68"/>
                </a:cubicBezTo>
                <a:cubicBezTo>
                  <a:pt x="176" y="66"/>
                  <a:pt x="174" y="64"/>
                  <a:pt x="172" y="64"/>
                </a:cubicBezTo>
                <a:cubicBezTo>
                  <a:pt x="158" y="64"/>
                  <a:pt x="144" y="59"/>
                  <a:pt x="137" y="50"/>
                </a:cubicBezTo>
                <a:cubicBezTo>
                  <a:pt x="137" y="50"/>
                  <a:pt x="137" y="50"/>
                  <a:pt x="137" y="50"/>
                </a:cubicBezTo>
                <a:cubicBezTo>
                  <a:pt x="138" y="47"/>
                  <a:pt x="137" y="45"/>
                  <a:pt x="135" y="44"/>
                </a:cubicBezTo>
                <a:cubicBezTo>
                  <a:pt x="133" y="43"/>
                  <a:pt x="131" y="44"/>
                  <a:pt x="130" y="47"/>
                </a:cubicBezTo>
                <a:cubicBezTo>
                  <a:pt x="126" y="57"/>
                  <a:pt x="115" y="64"/>
                  <a:pt x="104" y="64"/>
                </a:cubicBezTo>
                <a:cubicBezTo>
                  <a:pt x="93" y="64"/>
                  <a:pt x="83" y="57"/>
                  <a:pt x="78" y="47"/>
                </a:cubicBezTo>
                <a:cubicBezTo>
                  <a:pt x="79" y="46"/>
                  <a:pt x="79" y="46"/>
                  <a:pt x="79" y="45"/>
                </a:cubicBezTo>
                <a:cubicBezTo>
                  <a:pt x="80" y="43"/>
                  <a:pt x="78" y="41"/>
                  <a:pt x="76" y="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98" name="Freeform 105">
            <a:extLst>
              <a:ext uri="{FF2B5EF4-FFF2-40B4-BE49-F238E27FC236}">
                <a16:creationId xmlns:a16="http://schemas.microsoft.com/office/drawing/2014/main" id="{BAD83E7B-78FD-4F58-AE42-3656F7DCFC1E}"/>
              </a:ext>
            </a:extLst>
          </p:cNvPr>
          <p:cNvSpPr>
            <a:spLocks noChangeAspect="1" noEditPoints="1"/>
          </p:cNvSpPr>
          <p:nvPr/>
        </p:nvSpPr>
        <p:spPr bwMode="auto">
          <a:xfrm>
            <a:off x="10249548" y="2391422"/>
            <a:ext cx="400050" cy="430213"/>
          </a:xfrm>
          <a:custGeom>
            <a:avLst/>
            <a:gdLst>
              <a:gd name="T0" fmla="*/ 128 w 256"/>
              <a:gd name="T1" fmla="*/ 275 h 275"/>
              <a:gd name="T2" fmla="*/ 168 w 256"/>
              <a:gd name="T3" fmla="*/ 243 h 275"/>
              <a:gd name="T4" fmla="*/ 176 w 256"/>
              <a:gd name="T5" fmla="*/ 275 h 275"/>
              <a:gd name="T6" fmla="*/ 120 w 256"/>
              <a:gd name="T7" fmla="*/ 235 h 275"/>
              <a:gd name="T8" fmla="*/ 48 w 256"/>
              <a:gd name="T9" fmla="*/ 71 h 275"/>
              <a:gd name="T10" fmla="*/ 8 w 256"/>
              <a:gd name="T11" fmla="*/ 75 h 275"/>
              <a:gd name="T12" fmla="*/ 8 w 256"/>
              <a:gd name="T13" fmla="*/ 275 h 275"/>
              <a:gd name="T14" fmla="*/ 44 w 256"/>
              <a:gd name="T15" fmla="*/ 79 h 275"/>
              <a:gd name="T16" fmla="*/ 28 w 256"/>
              <a:gd name="T17" fmla="*/ 99 h 275"/>
              <a:gd name="T18" fmla="*/ 45 w 256"/>
              <a:gd name="T19" fmla="*/ 107 h 275"/>
              <a:gd name="T20" fmla="*/ 28 w 256"/>
              <a:gd name="T21" fmla="*/ 123 h 275"/>
              <a:gd name="T22" fmla="*/ 46 w 256"/>
              <a:gd name="T23" fmla="*/ 131 h 275"/>
              <a:gd name="T24" fmla="*/ 60 w 256"/>
              <a:gd name="T25" fmla="*/ 275 h 275"/>
              <a:gd name="T26" fmla="*/ 48 w 256"/>
              <a:gd name="T27" fmla="*/ 71 h 275"/>
              <a:gd name="T28" fmla="*/ 236 w 256"/>
              <a:gd name="T29" fmla="*/ 143 h 275"/>
              <a:gd name="T30" fmla="*/ 188 w 256"/>
              <a:gd name="T31" fmla="*/ 179 h 275"/>
              <a:gd name="T32" fmla="*/ 184 w 256"/>
              <a:gd name="T33" fmla="*/ 143 h 275"/>
              <a:gd name="T34" fmla="*/ 166 w 256"/>
              <a:gd name="T35" fmla="*/ 144 h 275"/>
              <a:gd name="T36" fmla="*/ 120 w 256"/>
              <a:gd name="T37" fmla="*/ 147 h 275"/>
              <a:gd name="T38" fmla="*/ 100 w 256"/>
              <a:gd name="T39" fmla="*/ 143 h 275"/>
              <a:gd name="T40" fmla="*/ 62 w 256"/>
              <a:gd name="T41" fmla="*/ 170 h 275"/>
              <a:gd name="T42" fmla="*/ 101 w 256"/>
              <a:gd name="T43" fmla="*/ 151 h 275"/>
              <a:gd name="T44" fmla="*/ 112 w 256"/>
              <a:gd name="T45" fmla="*/ 207 h 275"/>
              <a:gd name="T46" fmla="*/ 120 w 256"/>
              <a:gd name="T47" fmla="*/ 189 h 275"/>
              <a:gd name="T48" fmla="*/ 180 w 256"/>
              <a:gd name="T49" fmla="*/ 151 h 275"/>
              <a:gd name="T50" fmla="*/ 188 w 256"/>
              <a:gd name="T51" fmla="*/ 207 h 275"/>
              <a:gd name="T52" fmla="*/ 237 w 256"/>
              <a:gd name="T53" fmla="*/ 151 h 275"/>
              <a:gd name="T54" fmla="*/ 248 w 256"/>
              <a:gd name="T55" fmla="*/ 275 h 275"/>
              <a:gd name="T56" fmla="*/ 256 w 256"/>
              <a:gd name="T57" fmla="*/ 147 h 275"/>
              <a:gd name="T58" fmla="*/ 42 w 256"/>
              <a:gd name="T59" fmla="*/ 55 h 275"/>
              <a:gd name="T60" fmla="*/ 133 w 256"/>
              <a:gd name="T61" fmla="*/ 60 h 275"/>
              <a:gd name="T62" fmla="*/ 135 w 256"/>
              <a:gd name="T63" fmla="*/ 53 h 275"/>
              <a:gd name="T64" fmla="*/ 181 w 256"/>
              <a:gd name="T65" fmla="*/ 56 h 275"/>
              <a:gd name="T66" fmla="*/ 136 w 256"/>
              <a:gd name="T67" fmla="*/ 102 h 275"/>
              <a:gd name="T68" fmla="*/ 89 w 256"/>
              <a:gd name="T69" fmla="*/ 64 h 275"/>
              <a:gd name="T70" fmla="*/ 135 w 256"/>
              <a:gd name="T71" fmla="*/ 109 h 275"/>
              <a:gd name="T72" fmla="*/ 216 w 256"/>
              <a:gd name="T73" fmla="*/ 78 h 275"/>
              <a:gd name="T74" fmla="*/ 220 w 256"/>
              <a:gd name="T75" fmla="*/ 72 h 275"/>
              <a:gd name="T76" fmla="*/ 186 w 256"/>
              <a:gd name="T77" fmla="*/ 50 h 275"/>
              <a:gd name="T78" fmla="*/ 83 w 256"/>
              <a:gd name="T79" fmla="*/ 36 h 275"/>
              <a:gd name="T80" fmla="*/ 37 w 256"/>
              <a:gd name="T81" fmla="*/ 54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6" h="275">
                <a:moveTo>
                  <a:pt x="120" y="275"/>
                </a:moveTo>
                <a:cubicBezTo>
                  <a:pt x="128" y="275"/>
                  <a:pt x="128" y="275"/>
                  <a:pt x="128" y="275"/>
                </a:cubicBezTo>
                <a:cubicBezTo>
                  <a:pt x="128" y="243"/>
                  <a:pt x="128" y="243"/>
                  <a:pt x="128" y="243"/>
                </a:cubicBezTo>
                <a:cubicBezTo>
                  <a:pt x="168" y="243"/>
                  <a:pt x="168" y="243"/>
                  <a:pt x="168" y="243"/>
                </a:cubicBezTo>
                <a:cubicBezTo>
                  <a:pt x="168" y="275"/>
                  <a:pt x="168" y="275"/>
                  <a:pt x="168" y="275"/>
                </a:cubicBezTo>
                <a:cubicBezTo>
                  <a:pt x="176" y="275"/>
                  <a:pt x="176" y="275"/>
                  <a:pt x="176" y="275"/>
                </a:cubicBezTo>
                <a:cubicBezTo>
                  <a:pt x="176" y="235"/>
                  <a:pt x="176" y="235"/>
                  <a:pt x="176" y="235"/>
                </a:cubicBezTo>
                <a:cubicBezTo>
                  <a:pt x="120" y="235"/>
                  <a:pt x="120" y="235"/>
                  <a:pt x="120" y="235"/>
                </a:cubicBezTo>
                <a:lnTo>
                  <a:pt x="120" y="275"/>
                </a:lnTo>
                <a:close/>
                <a:moveTo>
                  <a:pt x="48" y="71"/>
                </a:moveTo>
                <a:cubicBezTo>
                  <a:pt x="12" y="71"/>
                  <a:pt x="12" y="71"/>
                  <a:pt x="12" y="71"/>
                </a:cubicBezTo>
                <a:cubicBezTo>
                  <a:pt x="10" y="71"/>
                  <a:pt x="8" y="73"/>
                  <a:pt x="8" y="75"/>
                </a:cubicBezTo>
                <a:cubicBezTo>
                  <a:pt x="0" y="275"/>
                  <a:pt x="0" y="275"/>
                  <a:pt x="0" y="275"/>
                </a:cubicBezTo>
                <a:cubicBezTo>
                  <a:pt x="8" y="275"/>
                  <a:pt x="8" y="275"/>
                  <a:pt x="8" y="275"/>
                </a:cubicBezTo>
                <a:cubicBezTo>
                  <a:pt x="16" y="79"/>
                  <a:pt x="16" y="79"/>
                  <a:pt x="16" y="79"/>
                </a:cubicBezTo>
                <a:cubicBezTo>
                  <a:pt x="44" y="79"/>
                  <a:pt x="44" y="79"/>
                  <a:pt x="44" y="79"/>
                </a:cubicBezTo>
                <a:cubicBezTo>
                  <a:pt x="45" y="99"/>
                  <a:pt x="45" y="99"/>
                  <a:pt x="45" y="99"/>
                </a:cubicBezTo>
                <a:cubicBezTo>
                  <a:pt x="28" y="99"/>
                  <a:pt x="28" y="99"/>
                  <a:pt x="28" y="99"/>
                </a:cubicBezTo>
                <a:cubicBezTo>
                  <a:pt x="28" y="107"/>
                  <a:pt x="28" y="107"/>
                  <a:pt x="28" y="107"/>
                </a:cubicBezTo>
                <a:cubicBezTo>
                  <a:pt x="45" y="107"/>
                  <a:pt x="45" y="107"/>
                  <a:pt x="45" y="107"/>
                </a:cubicBezTo>
                <a:cubicBezTo>
                  <a:pt x="46" y="123"/>
                  <a:pt x="46" y="123"/>
                  <a:pt x="46" y="123"/>
                </a:cubicBezTo>
                <a:cubicBezTo>
                  <a:pt x="28" y="123"/>
                  <a:pt x="28" y="123"/>
                  <a:pt x="28" y="123"/>
                </a:cubicBezTo>
                <a:cubicBezTo>
                  <a:pt x="28" y="131"/>
                  <a:pt x="28" y="131"/>
                  <a:pt x="28" y="131"/>
                </a:cubicBezTo>
                <a:cubicBezTo>
                  <a:pt x="46" y="131"/>
                  <a:pt x="46" y="131"/>
                  <a:pt x="46" y="131"/>
                </a:cubicBezTo>
                <a:cubicBezTo>
                  <a:pt x="52" y="275"/>
                  <a:pt x="52" y="275"/>
                  <a:pt x="52" y="275"/>
                </a:cubicBezTo>
                <a:cubicBezTo>
                  <a:pt x="60" y="275"/>
                  <a:pt x="60" y="275"/>
                  <a:pt x="60" y="275"/>
                </a:cubicBezTo>
                <a:cubicBezTo>
                  <a:pt x="52" y="75"/>
                  <a:pt x="52" y="75"/>
                  <a:pt x="52" y="75"/>
                </a:cubicBezTo>
                <a:cubicBezTo>
                  <a:pt x="52" y="73"/>
                  <a:pt x="50" y="71"/>
                  <a:pt x="48" y="71"/>
                </a:cubicBezTo>
                <a:close/>
                <a:moveTo>
                  <a:pt x="252" y="143"/>
                </a:moveTo>
                <a:cubicBezTo>
                  <a:pt x="236" y="143"/>
                  <a:pt x="236" y="143"/>
                  <a:pt x="236" y="143"/>
                </a:cubicBezTo>
                <a:cubicBezTo>
                  <a:pt x="235" y="143"/>
                  <a:pt x="234" y="143"/>
                  <a:pt x="234" y="144"/>
                </a:cubicBezTo>
                <a:cubicBezTo>
                  <a:pt x="188" y="179"/>
                  <a:pt x="188" y="179"/>
                  <a:pt x="188" y="179"/>
                </a:cubicBezTo>
                <a:cubicBezTo>
                  <a:pt x="188" y="147"/>
                  <a:pt x="188" y="147"/>
                  <a:pt x="188" y="147"/>
                </a:cubicBezTo>
                <a:cubicBezTo>
                  <a:pt x="188" y="145"/>
                  <a:pt x="186" y="143"/>
                  <a:pt x="184" y="143"/>
                </a:cubicBezTo>
                <a:cubicBezTo>
                  <a:pt x="168" y="143"/>
                  <a:pt x="168" y="143"/>
                  <a:pt x="168" y="143"/>
                </a:cubicBezTo>
                <a:cubicBezTo>
                  <a:pt x="167" y="143"/>
                  <a:pt x="166" y="143"/>
                  <a:pt x="166" y="144"/>
                </a:cubicBezTo>
                <a:cubicBezTo>
                  <a:pt x="120" y="179"/>
                  <a:pt x="120" y="179"/>
                  <a:pt x="120" y="179"/>
                </a:cubicBezTo>
                <a:cubicBezTo>
                  <a:pt x="120" y="147"/>
                  <a:pt x="120" y="147"/>
                  <a:pt x="120" y="147"/>
                </a:cubicBezTo>
                <a:cubicBezTo>
                  <a:pt x="120" y="145"/>
                  <a:pt x="118" y="143"/>
                  <a:pt x="116" y="143"/>
                </a:cubicBezTo>
                <a:cubicBezTo>
                  <a:pt x="100" y="143"/>
                  <a:pt x="100" y="143"/>
                  <a:pt x="100" y="143"/>
                </a:cubicBezTo>
                <a:cubicBezTo>
                  <a:pt x="99" y="143"/>
                  <a:pt x="98" y="143"/>
                  <a:pt x="98" y="144"/>
                </a:cubicBezTo>
                <a:cubicBezTo>
                  <a:pt x="62" y="170"/>
                  <a:pt x="62" y="170"/>
                  <a:pt x="62" y="170"/>
                </a:cubicBezTo>
                <a:cubicBezTo>
                  <a:pt x="67" y="177"/>
                  <a:pt x="67" y="177"/>
                  <a:pt x="67" y="177"/>
                </a:cubicBezTo>
                <a:cubicBezTo>
                  <a:pt x="101" y="151"/>
                  <a:pt x="101" y="151"/>
                  <a:pt x="101" y="151"/>
                </a:cubicBezTo>
                <a:cubicBezTo>
                  <a:pt x="112" y="151"/>
                  <a:pt x="112" y="151"/>
                  <a:pt x="112" y="151"/>
                </a:cubicBezTo>
                <a:cubicBezTo>
                  <a:pt x="112" y="207"/>
                  <a:pt x="112" y="207"/>
                  <a:pt x="112" y="207"/>
                </a:cubicBezTo>
                <a:cubicBezTo>
                  <a:pt x="120" y="207"/>
                  <a:pt x="120" y="207"/>
                  <a:pt x="120" y="207"/>
                </a:cubicBezTo>
                <a:cubicBezTo>
                  <a:pt x="120" y="189"/>
                  <a:pt x="120" y="189"/>
                  <a:pt x="120" y="189"/>
                </a:cubicBezTo>
                <a:cubicBezTo>
                  <a:pt x="169" y="151"/>
                  <a:pt x="169" y="151"/>
                  <a:pt x="169" y="151"/>
                </a:cubicBezTo>
                <a:cubicBezTo>
                  <a:pt x="180" y="151"/>
                  <a:pt x="180" y="151"/>
                  <a:pt x="180" y="151"/>
                </a:cubicBezTo>
                <a:cubicBezTo>
                  <a:pt x="180" y="207"/>
                  <a:pt x="180" y="207"/>
                  <a:pt x="180" y="207"/>
                </a:cubicBezTo>
                <a:cubicBezTo>
                  <a:pt x="188" y="207"/>
                  <a:pt x="188" y="207"/>
                  <a:pt x="188" y="207"/>
                </a:cubicBezTo>
                <a:cubicBezTo>
                  <a:pt x="188" y="189"/>
                  <a:pt x="188" y="189"/>
                  <a:pt x="188" y="189"/>
                </a:cubicBezTo>
                <a:cubicBezTo>
                  <a:pt x="237" y="151"/>
                  <a:pt x="237" y="151"/>
                  <a:pt x="237" y="151"/>
                </a:cubicBezTo>
                <a:cubicBezTo>
                  <a:pt x="248" y="151"/>
                  <a:pt x="248" y="151"/>
                  <a:pt x="248" y="151"/>
                </a:cubicBezTo>
                <a:cubicBezTo>
                  <a:pt x="248" y="275"/>
                  <a:pt x="248" y="275"/>
                  <a:pt x="248" y="275"/>
                </a:cubicBezTo>
                <a:cubicBezTo>
                  <a:pt x="256" y="275"/>
                  <a:pt x="256" y="275"/>
                  <a:pt x="256" y="275"/>
                </a:cubicBezTo>
                <a:cubicBezTo>
                  <a:pt x="256" y="147"/>
                  <a:pt x="256" y="147"/>
                  <a:pt x="256" y="147"/>
                </a:cubicBezTo>
                <a:cubicBezTo>
                  <a:pt x="256" y="145"/>
                  <a:pt x="254" y="143"/>
                  <a:pt x="252" y="143"/>
                </a:cubicBezTo>
                <a:close/>
                <a:moveTo>
                  <a:pt x="42" y="55"/>
                </a:moveTo>
                <a:cubicBezTo>
                  <a:pt x="81" y="29"/>
                  <a:pt x="130" y="59"/>
                  <a:pt x="131" y="59"/>
                </a:cubicBezTo>
                <a:cubicBezTo>
                  <a:pt x="131" y="60"/>
                  <a:pt x="132" y="60"/>
                  <a:pt x="133" y="60"/>
                </a:cubicBezTo>
                <a:cubicBezTo>
                  <a:pt x="134" y="60"/>
                  <a:pt x="135" y="59"/>
                  <a:pt x="136" y="58"/>
                </a:cubicBezTo>
                <a:cubicBezTo>
                  <a:pt x="137" y="56"/>
                  <a:pt x="137" y="54"/>
                  <a:pt x="135" y="53"/>
                </a:cubicBezTo>
                <a:cubicBezTo>
                  <a:pt x="134" y="52"/>
                  <a:pt x="117" y="42"/>
                  <a:pt x="95" y="38"/>
                </a:cubicBezTo>
                <a:cubicBezTo>
                  <a:pt x="134" y="13"/>
                  <a:pt x="159" y="36"/>
                  <a:pt x="181" y="56"/>
                </a:cubicBezTo>
                <a:cubicBezTo>
                  <a:pt x="190" y="64"/>
                  <a:pt x="199" y="71"/>
                  <a:pt x="207" y="75"/>
                </a:cubicBezTo>
                <a:cubicBezTo>
                  <a:pt x="174" y="102"/>
                  <a:pt x="150" y="104"/>
                  <a:pt x="136" y="102"/>
                </a:cubicBezTo>
                <a:cubicBezTo>
                  <a:pt x="120" y="98"/>
                  <a:pt x="106" y="86"/>
                  <a:pt x="95" y="66"/>
                </a:cubicBezTo>
                <a:cubicBezTo>
                  <a:pt x="94" y="64"/>
                  <a:pt x="91" y="63"/>
                  <a:pt x="89" y="64"/>
                </a:cubicBezTo>
                <a:cubicBezTo>
                  <a:pt x="87" y="65"/>
                  <a:pt x="87" y="68"/>
                  <a:pt x="88" y="70"/>
                </a:cubicBezTo>
                <a:cubicBezTo>
                  <a:pt x="100" y="92"/>
                  <a:pt x="116" y="106"/>
                  <a:pt x="135" y="109"/>
                </a:cubicBezTo>
                <a:cubicBezTo>
                  <a:pt x="138" y="110"/>
                  <a:pt x="142" y="110"/>
                  <a:pt x="146" y="110"/>
                </a:cubicBezTo>
                <a:cubicBezTo>
                  <a:pt x="167" y="110"/>
                  <a:pt x="191" y="99"/>
                  <a:pt x="216" y="78"/>
                </a:cubicBezTo>
                <a:cubicBezTo>
                  <a:pt x="217" y="77"/>
                  <a:pt x="218" y="77"/>
                  <a:pt x="218" y="76"/>
                </a:cubicBezTo>
                <a:cubicBezTo>
                  <a:pt x="219" y="75"/>
                  <a:pt x="220" y="74"/>
                  <a:pt x="220" y="72"/>
                </a:cubicBezTo>
                <a:cubicBezTo>
                  <a:pt x="219" y="70"/>
                  <a:pt x="218" y="69"/>
                  <a:pt x="216" y="69"/>
                </a:cubicBezTo>
                <a:cubicBezTo>
                  <a:pt x="207" y="68"/>
                  <a:pt x="197" y="59"/>
                  <a:pt x="186" y="50"/>
                </a:cubicBezTo>
                <a:cubicBezTo>
                  <a:pt x="163" y="29"/>
                  <a:pt x="132" y="0"/>
                  <a:pt x="83" y="36"/>
                </a:cubicBezTo>
                <a:cubicBezTo>
                  <a:pt x="83" y="36"/>
                  <a:pt x="83" y="36"/>
                  <a:pt x="83" y="36"/>
                </a:cubicBezTo>
                <a:cubicBezTo>
                  <a:pt x="69" y="36"/>
                  <a:pt x="53" y="38"/>
                  <a:pt x="38" y="48"/>
                </a:cubicBezTo>
                <a:cubicBezTo>
                  <a:pt x="36" y="49"/>
                  <a:pt x="36" y="52"/>
                  <a:pt x="37" y="54"/>
                </a:cubicBezTo>
                <a:cubicBezTo>
                  <a:pt x="38" y="55"/>
                  <a:pt x="40" y="56"/>
                  <a:pt x="42" y="5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04" name="Freeform 109">
            <a:extLst>
              <a:ext uri="{FF2B5EF4-FFF2-40B4-BE49-F238E27FC236}">
                <a16:creationId xmlns:a16="http://schemas.microsoft.com/office/drawing/2014/main" id="{9BC4D3BE-132B-43D8-A8B9-67661C9DCFD6}"/>
              </a:ext>
            </a:extLst>
          </p:cNvPr>
          <p:cNvSpPr>
            <a:spLocks noChangeAspect="1" noEditPoints="1"/>
          </p:cNvSpPr>
          <p:nvPr/>
        </p:nvSpPr>
        <p:spPr bwMode="auto">
          <a:xfrm>
            <a:off x="11217194" y="2424259"/>
            <a:ext cx="400050" cy="400050"/>
          </a:xfrm>
          <a:custGeom>
            <a:avLst/>
            <a:gdLst>
              <a:gd name="T0" fmla="*/ 192 w 256"/>
              <a:gd name="T1" fmla="*/ 128 h 256"/>
              <a:gd name="T2" fmla="*/ 169 w 256"/>
              <a:gd name="T3" fmla="*/ 101 h 256"/>
              <a:gd name="T4" fmla="*/ 151 w 256"/>
              <a:gd name="T5" fmla="*/ 113 h 256"/>
              <a:gd name="T6" fmla="*/ 192 w 256"/>
              <a:gd name="T7" fmla="*/ 148 h 256"/>
              <a:gd name="T8" fmla="*/ 198 w 256"/>
              <a:gd name="T9" fmla="*/ 136 h 256"/>
              <a:gd name="T10" fmla="*/ 160 w 256"/>
              <a:gd name="T11" fmla="*/ 113 h 256"/>
              <a:gd name="T12" fmla="*/ 72 w 256"/>
              <a:gd name="T13" fmla="*/ 200 h 256"/>
              <a:gd name="T14" fmla="*/ 145 w 256"/>
              <a:gd name="T15" fmla="*/ 234 h 256"/>
              <a:gd name="T16" fmla="*/ 224 w 256"/>
              <a:gd name="T17" fmla="*/ 170 h 256"/>
              <a:gd name="T18" fmla="*/ 65 w 256"/>
              <a:gd name="T19" fmla="*/ 136 h 256"/>
              <a:gd name="T20" fmla="*/ 36 w 256"/>
              <a:gd name="T21" fmla="*/ 179 h 256"/>
              <a:gd name="T22" fmla="*/ 62 w 256"/>
              <a:gd name="T23" fmla="*/ 63 h 256"/>
              <a:gd name="T24" fmla="*/ 97 w 256"/>
              <a:gd name="T25" fmla="*/ 188 h 256"/>
              <a:gd name="T26" fmla="*/ 58 w 256"/>
              <a:gd name="T27" fmla="*/ 52 h 256"/>
              <a:gd name="T28" fmla="*/ 39 w 256"/>
              <a:gd name="T29" fmla="*/ 91 h 256"/>
              <a:gd name="T30" fmla="*/ 72 w 256"/>
              <a:gd name="T31" fmla="*/ 200 h 256"/>
              <a:gd name="T32" fmla="*/ 0 w 256"/>
              <a:gd name="T33" fmla="*/ 232 h 256"/>
              <a:gd name="T34" fmla="*/ 53 w 256"/>
              <a:gd name="T35" fmla="*/ 255 h 256"/>
              <a:gd name="T36" fmla="*/ 50 w 256"/>
              <a:gd name="T37" fmla="*/ 207 h 256"/>
              <a:gd name="T38" fmla="*/ 49 w 256"/>
              <a:gd name="T39" fmla="*/ 215 h 256"/>
              <a:gd name="T40" fmla="*/ 256 w 256"/>
              <a:gd name="T41" fmla="*/ 136 h 256"/>
              <a:gd name="T42" fmla="*/ 256 w 256"/>
              <a:gd name="T43" fmla="*/ 134 h 256"/>
              <a:gd name="T44" fmla="*/ 250 w 256"/>
              <a:gd name="T45" fmla="*/ 122 h 256"/>
              <a:gd name="T46" fmla="*/ 232 w 256"/>
              <a:gd name="T47" fmla="*/ 75 h 256"/>
              <a:gd name="T48" fmla="*/ 217 w 256"/>
              <a:gd name="T49" fmla="*/ 35 h 256"/>
              <a:gd name="T50" fmla="*/ 181 w 256"/>
              <a:gd name="T51" fmla="*/ 19 h 256"/>
              <a:gd name="T52" fmla="*/ 141 w 256"/>
              <a:gd name="T53" fmla="*/ 6 h 256"/>
              <a:gd name="T54" fmla="*/ 129 w 256"/>
              <a:gd name="T55" fmla="*/ 8 h 256"/>
              <a:gd name="T56" fmla="*/ 60 w 256"/>
              <a:gd name="T57" fmla="*/ 0 h 256"/>
              <a:gd name="T58" fmla="*/ 60 w 256"/>
              <a:gd name="T59" fmla="*/ 32 h 256"/>
              <a:gd name="T60" fmla="*/ 117 w 256"/>
              <a:gd name="T61" fmla="*/ 40 h 256"/>
              <a:gd name="T62" fmla="*/ 125 w 256"/>
              <a:gd name="T63" fmla="*/ 71 h 256"/>
              <a:gd name="T64" fmla="*/ 142 w 256"/>
              <a:gd name="T65" fmla="*/ 102 h 256"/>
              <a:gd name="T66" fmla="*/ 211 w 256"/>
              <a:gd name="T67" fmla="*/ 134 h 256"/>
              <a:gd name="T68" fmla="*/ 218 w 256"/>
              <a:gd name="T69" fmla="*/ 139 h 256"/>
              <a:gd name="T70" fmla="*/ 228 w 256"/>
              <a:gd name="T71" fmla="*/ 150 h 256"/>
              <a:gd name="T72" fmla="*/ 234 w 256"/>
              <a:gd name="T73" fmla="*/ 151 h 256"/>
              <a:gd name="T74" fmla="*/ 148 w 256"/>
              <a:gd name="T75" fmla="*/ 248 h 256"/>
              <a:gd name="T76" fmla="*/ 98 w 256"/>
              <a:gd name="T77" fmla="*/ 244 h 256"/>
              <a:gd name="T78" fmla="*/ 256 w 256"/>
              <a:gd name="T79" fmla="*/ 136 h 256"/>
              <a:gd name="T80" fmla="*/ 100 w 256"/>
              <a:gd name="T81" fmla="*/ 24 h 256"/>
              <a:gd name="T82" fmla="*/ 99 w 256"/>
              <a:gd name="T83" fmla="*/ 8 h 256"/>
              <a:gd name="T84" fmla="*/ 120 w 256"/>
              <a:gd name="T85" fmla="*/ 32 h 256"/>
              <a:gd name="T86" fmla="*/ 218 w 256"/>
              <a:gd name="T87" fmla="*/ 131 h 256"/>
              <a:gd name="T88" fmla="*/ 143 w 256"/>
              <a:gd name="T89" fmla="*/ 93 h 256"/>
              <a:gd name="T90" fmla="*/ 136 w 256"/>
              <a:gd name="T91" fmla="*/ 56 h 256"/>
              <a:gd name="T92" fmla="*/ 144 w 256"/>
              <a:gd name="T93" fmla="*/ 48 h 256"/>
              <a:gd name="T94" fmla="*/ 124 w 256"/>
              <a:gd name="T95" fmla="*/ 43 h 256"/>
              <a:gd name="T96" fmla="*/ 160 w 256"/>
              <a:gd name="T97" fmla="*/ 24 h 256"/>
              <a:gd name="T98" fmla="*/ 197 w 256"/>
              <a:gd name="T99" fmla="*/ 39 h 256"/>
              <a:gd name="T100" fmla="*/ 224 w 256"/>
              <a:gd name="T101" fmla="*/ 57 h 256"/>
              <a:gd name="T102" fmla="*/ 246 w 256"/>
              <a:gd name="T103" fmla="*/ 115 h 256"/>
              <a:gd name="T104" fmla="*/ 229 w 256"/>
              <a:gd name="T105" fmla="*/ 133 h 256"/>
              <a:gd name="T106" fmla="*/ 234 w 256"/>
              <a:gd name="T107" fmla="*/ 14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177" y="110"/>
                </a:moveTo>
                <a:cubicBezTo>
                  <a:pt x="187" y="127"/>
                  <a:pt x="187" y="127"/>
                  <a:pt x="187" y="127"/>
                </a:cubicBezTo>
                <a:cubicBezTo>
                  <a:pt x="188" y="129"/>
                  <a:pt x="190" y="129"/>
                  <a:pt x="192" y="128"/>
                </a:cubicBezTo>
                <a:cubicBezTo>
                  <a:pt x="194" y="127"/>
                  <a:pt x="195" y="125"/>
                  <a:pt x="193" y="123"/>
                </a:cubicBezTo>
                <a:cubicBezTo>
                  <a:pt x="184" y="106"/>
                  <a:pt x="184" y="106"/>
                  <a:pt x="184" y="106"/>
                </a:cubicBezTo>
                <a:cubicBezTo>
                  <a:pt x="181" y="101"/>
                  <a:pt x="174" y="99"/>
                  <a:pt x="169" y="101"/>
                </a:cubicBezTo>
                <a:cubicBezTo>
                  <a:pt x="153" y="108"/>
                  <a:pt x="153" y="108"/>
                  <a:pt x="153" y="108"/>
                </a:cubicBezTo>
                <a:cubicBezTo>
                  <a:pt x="152" y="108"/>
                  <a:pt x="151" y="109"/>
                  <a:pt x="151" y="110"/>
                </a:cubicBezTo>
                <a:cubicBezTo>
                  <a:pt x="150" y="111"/>
                  <a:pt x="150" y="112"/>
                  <a:pt x="151" y="113"/>
                </a:cubicBezTo>
                <a:cubicBezTo>
                  <a:pt x="166" y="140"/>
                  <a:pt x="166" y="140"/>
                  <a:pt x="166" y="140"/>
                </a:cubicBezTo>
                <a:cubicBezTo>
                  <a:pt x="169" y="147"/>
                  <a:pt x="176" y="150"/>
                  <a:pt x="183" y="150"/>
                </a:cubicBezTo>
                <a:cubicBezTo>
                  <a:pt x="186" y="150"/>
                  <a:pt x="189" y="150"/>
                  <a:pt x="192" y="148"/>
                </a:cubicBezTo>
                <a:cubicBezTo>
                  <a:pt x="202" y="144"/>
                  <a:pt x="202" y="144"/>
                  <a:pt x="202" y="144"/>
                </a:cubicBezTo>
                <a:cubicBezTo>
                  <a:pt x="204" y="143"/>
                  <a:pt x="205" y="140"/>
                  <a:pt x="204" y="138"/>
                </a:cubicBezTo>
                <a:cubicBezTo>
                  <a:pt x="203" y="136"/>
                  <a:pt x="200" y="135"/>
                  <a:pt x="198" y="136"/>
                </a:cubicBezTo>
                <a:cubicBezTo>
                  <a:pt x="189" y="141"/>
                  <a:pt x="189" y="141"/>
                  <a:pt x="189" y="141"/>
                </a:cubicBezTo>
                <a:cubicBezTo>
                  <a:pt x="183" y="144"/>
                  <a:pt x="176" y="142"/>
                  <a:pt x="173" y="136"/>
                </a:cubicBezTo>
                <a:cubicBezTo>
                  <a:pt x="160" y="113"/>
                  <a:pt x="160" y="113"/>
                  <a:pt x="160" y="113"/>
                </a:cubicBezTo>
                <a:cubicBezTo>
                  <a:pt x="172" y="109"/>
                  <a:pt x="172" y="109"/>
                  <a:pt x="172" y="109"/>
                </a:cubicBezTo>
                <a:cubicBezTo>
                  <a:pt x="174" y="108"/>
                  <a:pt x="176" y="109"/>
                  <a:pt x="177" y="110"/>
                </a:cubicBezTo>
                <a:close/>
                <a:moveTo>
                  <a:pt x="72" y="200"/>
                </a:moveTo>
                <a:cubicBezTo>
                  <a:pt x="72" y="200"/>
                  <a:pt x="73" y="200"/>
                  <a:pt x="73" y="200"/>
                </a:cubicBezTo>
                <a:cubicBezTo>
                  <a:pt x="83" y="213"/>
                  <a:pt x="98" y="225"/>
                  <a:pt x="123" y="232"/>
                </a:cubicBezTo>
                <a:cubicBezTo>
                  <a:pt x="123" y="232"/>
                  <a:pt x="132" y="234"/>
                  <a:pt x="145" y="234"/>
                </a:cubicBezTo>
                <a:cubicBezTo>
                  <a:pt x="170" y="234"/>
                  <a:pt x="210" y="225"/>
                  <a:pt x="232" y="174"/>
                </a:cubicBezTo>
                <a:cubicBezTo>
                  <a:pt x="233" y="172"/>
                  <a:pt x="232" y="169"/>
                  <a:pt x="230" y="168"/>
                </a:cubicBezTo>
                <a:cubicBezTo>
                  <a:pt x="228" y="167"/>
                  <a:pt x="225" y="168"/>
                  <a:pt x="224" y="170"/>
                </a:cubicBezTo>
                <a:cubicBezTo>
                  <a:pt x="194" y="242"/>
                  <a:pt x="128" y="225"/>
                  <a:pt x="125" y="224"/>
                </a:cubicBezTo>
                <a:cubicBezTo>
                  <a:pt x="55" y="204"/>
                  <a:pt x="67" y="143"/>
                  <a:pt x="68" y="141"/>
                </a:cubicBezTo>
                <a:cubicBezTo>
                  <a:pt x="68" y="139"/>
                  <a:pt x="67" y="137"/>
                  <a:pt x="65" y="136"/>
                </a:cubicBezTo>
                <a:cubicBezTo>
                  <a:pt x="63" y="136"/>
                  <a:pt x="61" y="137"/>
                  <a:pt x="60" y="139"/>
                </a:cubicBezTo>
                <a:cubicBezTo>
                  <a:pt x="60" y="140"/>
                  <a:pt x="54" y="166"/>
                  <a:pt x="69" y="192"/>
                </a:cubicBezTo>
                <a:cubicBezTo>
                  <a:pt x="54" y="191"/>
                  <a:pt x="43" y="187"/>
                  <a:pt x="36" y="179"/>
                </a:cubicBezTo>
                <a:cubicBezTo>
                  <a:pt x="23" y="165"/>
                  <a:pt x="24" y="145"/>
                  <a:pt x="24" y="144"/>
                </a:cubicBezTo>
                <a:cubicBezTo>
                  <a:pt x="24" y="127"/>
                  <a:pt x="35" y="110"/>
                  <a:pt x="45" y="96"/>
                </a:cubicBezTo>
                <a:cubicBezTo>
                  <a:pt x="54" y="84"/>
                  <a:pt x="61" y="73"/>
                  <a:pt x="62" y="63"/>
                </a:cubicBezTo>
                <a:cubicBezTo>
                  <a:pt x="77" y="72"/>
                  <a:pt x="99" y="94"/>
                  <a:pt x="106" y="119"/>
                </a:cubicBezTo>
                <a:cubicBezTo>
                  <a:pt x="113" y="141"/>
                  <a:pt x="109" y="162"/>
                  <a:pt x="96" y="183"/>
                </a:cubicBezTo>
                <a:cubicBezTo>
                  <a:pt x="94" y="185"/>
                  <a:pt x="95" y="187"/>
                  <a:pt x="97" y="188"/>
                </a:cubicBezTo>
                <a:cubicBezTo>
                  <a:pt x="99" y="190"/>
                  <a:pt x="101" y="189"/>
                  <a:pt x="102" y="187"/>
                </a:cubicBezTo>
                <a:cubicBezTo>
                  <a:pt x="117" y="164"/>
                  <a:pt x="121" y="141"/>
                  <a:pt x="114" y="117"/>
                </a:cubicBezTo>
                <a:cubicBezTo>
                  <a:pt x="104" y="85"/>
                  <a:pt x="76" y="60"/>
                  <a:pt x="58" y="52"/>
                </a:cubicBezTo>
                <a:cubicBezTo>
                  <a:pt x="57" y="52"/>
                  <a:pt x="55" y="52"/>
                  <a:pt x="54" y="53"/>
                </a:cubicBezTo>
                <a:cubicBezTo>
                  <a:pt x="53" y="54"/>
                  <a:pt x="53" y="56"/>
                  <a:pt x="53" y="57"/>
                </a:cubicBezTo>
                <a:cubicBezTo>
                  <a:pt x="56" y="66"/>
                  <a:pt x="48" y="78"/>
                  <a:pt x="39" y="91"/>
                </a:cubicBezTo>
                <a:cubicBezTo>
                  <a:pt x="28" y="107"/>
                  <a:pt x="16" y="124"/>
                  <a:pt x="16" y="144"/>
                </a:cubicBezTo>
                <a:cubicBezTo>
                  <a:pt x="16" y="145"/>
                  <a:pt x="15" y="168"/>
                  <a:pt x="30" y="184"/>
                </a:cubicBezTo>
                <a:cubicBezTo>
                  <a:pt x="39" y="195"/>
                  <a:pt x="53" y="200"/>
                  <a:pt x="72" y="200"/>
                </a:cubicBezTo>
                <a:close/>
                <a:moveTo>
                  <a:pt x="50" y="207"/>
                </a:moveTo>
                <a:cubicBezTo>
                  <a:pt x="24" y="204"/>
                  <a:pt x="2" y="228"/>
                  <a:pt x="1" y="229"/>
                </a:cubicBezTo>
                <a:cubicBezTo>
                  <a:pt x="0" y="230"/>
                  <a:pt x="0" y="231"/>
                  <a:pt x="0" y="232"/>
                </a:cubicBezTo>
                <a:cubicBezTo>
                  <a:pt x="0" y="233"/>
                  <a:pt x="1" y="234"/>
                  <a:pt x="1" y="235"/>
                </a:cubicBezTo>
                <a:cubicBezTo>
                  <a:pt x="2" y="236"/>
                  <a:pt x="24" y="256"/>
                  <a:pt x="48" y="256"/>
                </a:cubicBezTo>
                <a:cubicBezTo>
                  <a:pt x="50" y="256"/>
                  <a:pt x="51" y="255"/>
                  <a:pt x="53" y="255"/>
                </a:cubicBezTo>
                <a:cubicBezTo>
                  <a:pt x="65" y="254"/>
                  <a:pt x="76" y="247"/>
                  <a:pt x="83" y="234"/>
                </a:cubicBezTo>
                <a:cubicBezTo>
                  <a:pt x="84" y="233"/>
                  <a:pt x="84" y="231"/>
                  <a:pt x="83" y="230"/>
                </a:cubicBezTo>
                <a:cubicBezTo>
                  <a:pt x="74" y="216"/>
                  <a:pt x="63" y="208"/>
                  <a:pt x="50" y="207"/>
                </a:cubicBezTo>
                <a:close/>
                <a:moveTo>
                  <a:pt x="52" y="247"/>
                </a:moveTo>
                <a:cubicBezTo>
                  <a:pt x="35" y="250"/>
                  <a:pt x="17" y="237"/>
                  <a:pt x="10" y="232"/>
                </a:cubicBezTo>
                <a:cubicBezTo>
                  <a:pt x="17" y="226"/>
                  <a:pt x="33" y="213"/>
                  <a:pt x="49" y="215"/>
                </a:cubicBezTo>
                <a:cubicBezTo>
                  <a:pt x="59" y="216"/>
                  <a:pt x="68" y="221"/>
                  <a:pt x="75" y="232"/>
                </a:cubicBezTo>
                <a:cubicBezTo>
                  <a:pt x="69" y="241"/>
                  <a:pt x="61" y="246"/>
                  <a:pt x="52" y="247"/>
                </a:cubicBezTo>
                <a:close/>
                <a:moveTo>
                  <a:pt x="256" y="136"/>
                </a:moveTo>
                <a:cubicBezTo>
                  <a:pt x="256" y="136"/>
                  <a:pt x="256" y="135"/>
                  <a:pt x="256" y="135"/>
                </a:cubicBezTo>
                <a:cubicBezTo>
                  <a:pt x="256" y="135"/>
                  <a:pt x="256" y="135"/>
                  <a:pt x="256" y="134"/>
                </a:cubicBezTo>
                <a:cubicBezTo>
                  <a:pt x="256" y="134"/>
                  <a:pt x="256" y="134"/>
                  <a:pt x="256" y="134"/>
                </a:cubicBezTo>
                <a:cubicBezTo>
                  <a:pt x="250" y="122"/>
                  <a:pt x="250" y="122"/>
                  <a:pt x="250" y="122"/>
                </a:cubicBezTo>
                <a:cubicBezTo>
                  <a:pt x="250" y="122"/>
                  <a:pt x="249" y="122"/>
                  <a:pt x="249" y="122"/>
                </a:cubicBezTo>
                <a:cubicBezTo>
                  <a:pt x="250" y="122"/>
                  <a:pt x="250" y="122"/>
                  <a:pt x="250" y="122"/>
                </a:cubicBezTo>
                <a:cubicBezTo>
                  <a:pt x="252" y="120"/>
                  <a:pt x="254" y="119"/>
                  <a:pt x="254" y="117"/>
                </a:cubicBezTo>
                <a:cubicBezTo>
                  <a:pt x="255" y="114"/>
                  <a:pt x="254" y="112"/>
                  <a:pt x="253" y="110"/>
                </a:cubicBezTo>
                <a:cubicBezTo>
                  <a:pt x="232" y="75"/>
                  <a:pt x="232" y="75"/>
                  <a:pt x="232" y="75"/>
                </a:cubicBezTo>
                <a:cubicBezTo>
                  <a:pt x="232" y="57"/>
                  <a:pt x="232" y="57"/>
                  <a:pt x="232" y="57"/>
                </a:cubicBezTo>
                <a:cubicBezTo>
                  <a:pt x="232" y="56"/>
                  <a:pt x="231" y="54"/>
                  <a:pt x="230" y="52"/>
                </a:cubicBezTo>
                <a:cubicBezTo>
                  <a:pt x="217" y="35"/>
                  <a:pt x="217" y="35"/>
                  <a:pt x="217" y="35"/>
                </a:cubicBezTo>
                <a:cubicBezTo>
                  <a:pt x="215" y="33"/>
                  <a:pt x="213" y="32"/>
                  <a:pt x="210" y="32"/>
                </a:cubicBezTo>
                <a:cubicBezTo>
                  <a:pt x="200" y="32"/>
                  <a:pt x="200" y="32"/>
                  <a:pt x="200" y="32"/>
                </a:cubicBezTo>
                <a:cubicBezTo>
                  <a:pt x="181" y="19"/>
                  <a:pt x="181" y="19"/>
                  <a:pt x="181" y="19"/>
                </a:cubicBezTo>
                <a:cubicBezTo>
                  <a:pt x="179" y="17"/>
                  <a:pt x="176" y="16"/>
                  <a:pt x="172" y="16"/>
                </a:cubicBezTo>
                <a:cubicBezTo>
                  <a:pt x="161" y="16"/>
                  <a:pt x="161" y="16"/>
                  <a:pt x="161" y="16"/>
                </a:cubicBezTo>
                <a:cubicBezTo>
                  <a:pt x="141" y="6"/>
                  <a:pt x="141" y="6"/>
                  <a:pt x="141" y="6"/>
                </a:cubicBezTo>
                <a:cubicBezTo>
                  <a:pt x="140" y="5"/>
                  <a:pt x="137" y="5"/>
                  <a:pt x="135" y="6"/>
                </a:cubicBezTo>
                <a:cubicBezTo>
                  <a:pt x="133" y="6"/>
                  <a:pt x="132" y="8"/>
                  <a:pt x="131" y="9"/>
                </a:cubicBezTo>
                <a:cubicBezTo>
                  <a:pt x="130" y="9"/>
                  <a:pt x="130" y="8"/>
                  <a:pt x="129" y="8"/>
                </a:cubicBezTo>
                <a:cubicBezTo>
                  <a:pt x="101" y="0"/>
                  <a:pt x="101" y="0"/>
                  <a:pt x="101" y="0"/>
                </a:cubicBezTo>
                <a:cubicBezTo>
                  <a:pt x="101" y="0"/>
                  <a:pt x="100" y="0"/>
                  <a:pt x="100" y="0"/>
                </a:cubicBezTo>
                <a:cubicBezTo>
                  <a:pt x="60" y="0"/>
                  <a:pt x="60" y="0"/>
                  <a:pt x="60" y="0"/>
                </a:cubicBezTo>
                <a:cubicBezTo>
                  <a:pt x="56" y="0"/>
                  <a:pt x="52" y="4"/>
                  <a:pt x="52" y="8"/>
                </a:cubicBezTo>
                <a:cubicBezTo>
                  <a:pt x="52" y="24"/>
                  <a:pt x="52" y="24"/>
                  <a:pt x="52" y="24"/>
                </a:cubicBezTo>
                <a:cubicBezTo>
                  <a:pt x="52" y="28"/>
                  <a:pt x="56" y="32"/>
                  <a:pt x="60" y="32"/>
                </a:cubicBezTo>
                <a:cubicBezTo>
                  <a:pt x="99" y="32"/>
                  <a:pt x="99" y="32"/>
                  <a:pt x="99" y="32"/>
                </a:cubicBezTo>
                <a:cubicBezTo>
                  <a:pt x="117" y="39"/>
                  <a:pt x="117" y="39"/>
                  <a:pt x="117" y="39"/>
                </a:cubicBezTo>
                <a:cubicBezTo>
                  <a:pt x="117" y="40"/>
                  <a:pt x="117" y="40"/>
                  <a:pt x="117" y="40"/>
                </a:cubicBezTo>
                <a:cubicBezTo>
                  <a:pt x="115" y="44"/>
                  <a:pt x="116" y="48"/>
                  <a:pt x="119" y="50"/>
                </a:cubicBezTo>
                <a:cubicBezTo>
                  <a:pt x="128" y="56"/>
                  <a:pt x="128" y="56"/>
                  <a:pt x="128" y="56"/>
                </a:cubicBezTo>
                <a:cubicBezTo>
                  <a:pt x="125" y="71"/>
                  <a:pt x="125" y="71"/>
                  <a:pt x="125" y="71"/>
                </a:cubicBezTo>
                <a:cubicBezTo>
                  <a:pt x="124" y="75"/>
                  <a:pt x="125" y="79"/>
                  <a:pt x="127" y="82"/>
                </a:cubicBezTo>
                <a:cubicBezTo>
                  <a:pt x="138" y="100"/>
                  <a:pt x="138" y="100"/>
                  <a:pt x="138" y="100"/>
                </a:cubicBezTo>
                <a:cubicBezTo>
                  <a:pt x="139" y="102"/>
                  <a:pt x="141" y="103"/>
                  <a:pt x="142" y="102"/>
                </a:cubicBezTo>
                <a:cubicBezTo>
                  <a:pt x="167" y="92"/>
                  <a:pt x="167" y="92"/>
                  <a:pt x="167" y="92"/>
                </a:cubicBezTo>
                <a:cubicBezTo>
                  <a:pt x="177" y="88"/>
                  <a:pt x="187" y="92"/>
                  <a:pt x="192" y="101"/>
                </a:cubicBezTo>
                <a:cubicBezTo>
                  <a:pt x="211" y="134"/>
                  <a:pt x="211" y="134"/>
                  <a:pt x="211" y="134"/>
                </a:cubicBezTo>
                <a:cubicBezTo>
                  <a:pt x="211" y="134"/>
                  <a:pt x="211" y="134"/>
                  <a:pt x="211" y="134"/>
                </a:cubicBezTo>
                <a:cubicBezTo>
                  <a:pt x="212" y="136"/>
                  <a:pt x="213" y="138"/>
                  <a:pt x="215" y="138"/>
                </a:cubicBezTo>
                <a:cubicBezTo>
                  <a:pt x="216" y="138"/>
                  <a:pt x="217" y="139"/>
                  <a:pt x="218" y="139"/>
                </a:cubicBezTo>
                <a:cubicBezTo>
                  <a:pt x="219" y="139"/>
                  <a:pt x="220" y="138"/>
                  <a:pt x="221" y="138"/>
                </a:cubicBezTo>
                <a:cubicBezTo>
                  <a:pt x="222" y="137"/>
                  <a:pt x="222" y="137"/>
                  <a:pt x="222" y="137"/>
                </a:cubicBezTo>
                <a:cubicBezTo>
                  <a:pt x="228" y="150"/>
                  <a:pt x="228" y="150"/>
                  <a:pt x="228" y="150"/>
                </a:cubicBezTo>
                <a:cubicBezTo>
                  <a:pt x="229" y="151"/>
                  <a:pt x="230" y="152"/>
                  <a:pt x="231" y="152"/>
                </a:cubicBezTo>
                <a:cubicBezTo>
                  <a:pt x="231" y="152"/>
                  <a:pt x="232" y="152"/>
                  <a:pt x="232" y="152"/>
                </a:cubicBezTo>
                <a:cubicBezTo>
                  <a:pt x="233" y="152"/>
                  <a:pt x="233" y="152"/>
                  <a:pt x="234" y="151"/>
                </a:cubicBezTo>
                <a:cubicBezTo>
                  <a:pt x="248" y="143"/>
                  <a:pt x="248" y="143"/>
                  <a:pt x="248" y="143"/>
                </a:cubicBezTo>
                <a:cubicBezTo>
                  <a:pt x="248" y="148"/>
                  <a:pt x="248" y="148"/>
                  <a:pt x="248" y="148"/>
                </a:cubicBezTo>
                <a:cubicBezTo>
                  <a:pt x="248" y="203"/>
                  <a:pt x="203" y="248"/>
                  <a:pt x="148" y="248"/>
                </a:cubicBezTo>
                <a:cubicBezTo>
                  <a:pt x="132" y="248"/>
                  <a:pt x="116" y="244"/>
                  <a:pt x="102" y="237"/>
                </a:cubicBezTo>
                <a:cubicBezTo>
                  <a:pt x="100" y="236"/>
                  <a:pt x="97" y="236"/>
                  <a:pt x="96" y="238"/>
                </a:cubicBezTo>
                <a:cubicBezTo>
                  <a:pt x="95" y="240"/>
                  <a:pt x="96" y="243"/>
                  <a:pt x="98" y="244"/>
                </a:cubicBezTo>
                <a:cubicBezTo>
                  <a:pt x="113" y="252"/>
                  <a:pt x="131" y="256"/>
                  <a:pt x="148" y="256"/>
                </a:cubicBezTo>
                <a:cubicBezTo>
                  <a:pt x="208" y="256"/>
                  <a:pt x="256" y="208"/>
                  <a:pt x="256" y="148"/>
                </a:cubicBezTo>
                <a:cubicBezTo>
                  <a:pt x="256" y="136"/>
                  <a:pt x="256" y="136"/>
                  <a:pt x="256" y="136"/>
                </a:cubicBezTo>
                <a:cubicBezTo>
                  <a:pt x="256" y="136"/>
                  <a:pt x="256" y="136"/>
                  <a:pt x="256" y="136"/>
                </a:cubicBezTo>
                <a:close/>
                <a:moveTo>
                  <a:pt x="101" y="24"/>
                </a:moveTo>
                <a:cubicBezTo>
                  <a:pt x="101" y="24"/>
                  <a:pt x="101" y="24"/>
                  <a:pt x="100" y="24"/>
                </a:cubicBezTo>
                <a:cubicBezTo>
                  <a:pt x="60" y="24"/>
                  <a:pt x="60" y="24"/>
                  <a:pt x="60" y="24"/>
                </a:cubicBezTo>
                <a:cubicBezTo>
                  <a:pt x="60" y="8"/>
                  <a:pt x="60" y="8"/>
                  <a:pt x="60" y="8"/>
                </a:cubicBezTo>
                <a:cubicBezTo>
                  <a:pt x="99" y="8"/>
                  <a:pt x="99" y="8"/>
                  <a:pt x="99" y="8"/>
                </a:cubicBezTo>
                <a:cubicBezTo>
                  <a:pt x="127" y="16"/>
                  <a:pt x="127" y="16"/>
                  <a:pt x="127" y="16"/>
                </a:cubicBezTo>
                <a:cubicBezTo>
                  <a:pt x="127" y="16"/>
                  <a:pt x="128" y="16"/>
                  <a:pt x="128" y="16"/>
                </a:cubicBezTo>
                <a:cubicBezTo>
                  <a:pt x="120" y="32"/>
                  <a:pt x="120" y="32"/>
                  <a:pt x="120" y="32"/>
                </a:cubicBezTo>
                <a:lnTo>
                  <a:pt x="101" y="24"/>
                </a:lnTo>
                <a:close/>
                <a:moveTo>
                  <a:pt x="218" y="131"/>
                </a:moveTo>
                <a:cubicBezTo>
                  <a:pt x="218" y="131"/>
                  <a:pt x="218" y="131"/>
                  <a:pt x="218" y="131"/>
                </a:cubicBezTo>
                <a:cubicBezTo>
                  <a:pt x="199" y="97"/>
                  <a:pt x="199" y="97"/>
                  <a:pt x="199" y="97"/>
                </a:cubicBezTo>
                <a:cubicBezTo>
                  <a:pt x="193" y="85"/>
                  <a:pt x="177" y="80"/>
                  <a:pt x="164" y="85"/>
                </a:cubicBezTo>
                <a:cubicBezTo>
                  <a:pt x="143" y="93"/>
                  <a:pt x="143" y="93"/>
                  <a:pt x="143" y="93"/>
                </a:cubicBezTo>
                <a:cubicBezTo>
                  <a:pt x="133" y="78"/>
                  <a:pt x="133" y="78"/>
                  <a:pt x="133" y="78"/>
                </a:cubicBezTo>
                <a:cubicBezTo>
                  <a:pt x="132" y="76"/>
                  <a:pt x="132" y="74"/>
                  <a:pt x="132" y="72"/>
                </a:cubicBezTo>
                <a:cubicBezTo>
                  <a:pt x="136" y="56"/>
                  <a:pt x="136" y="56"/>
                  <a:pt x="136" y="56"/>
                </a:cubicBezTo>
                <a:cubicBezTo>
                  <a:pt x="144" y="56"/>
                  <a:pt x="144" y="56"/>
                  <a:pt x="144" y="56"/>
                </a:cubicBezTo>
                <a:cubicBezTo>
                  <a:pt x="146" y="56"/>
                  <a:pt x="148" y="54"/>
                  <a:pt x="148" y="52"/>
                </a:cubicBezTo>
                <a:cubicBezTo>
                  <a:pt x="148" y="50"/>
                  <a:pt x="146" y="48"/>
                  <a:pt x="144" y="48"/>
                </a:cubicBezTo>
                <a:cubicBezTo>
                  <a:pt x="132" y="48"/>
                  <a:pt x="132" y="48"/>
                  <a:pt x="132" y="48"/>
                </a:cubicBezTo>
                <a:cubicBezTo>
                  <a:pt x="132" y="48"/>
                  <a:pt x="131" y="48"/>
                  <a:pt x="131" y="48"/>
                </a:cubicBezTo>
                <a:cubicBezTo>
                  <a:pt x="124" y="43"/>
                  <a:pt x="124" y="43"/>
                  <a:pt x="124" y="43"/>
                </a:cubicBezTo>
                <a:cubicBezTo>
                  <a:pt x="138" y="13"/>
                  <a:pt x="138" y="13"/>
                  <a:pt x="138" y="13"/>
                </a:cubicBezTo>
                <a:cubicBezTo>
                  <a:pt x="158" y="24"/>
                  <a:pt x="158" y="24"/>
                  <a:pt x="158" y="24"/>
                </a:cubicBezTo>
                <a:cubicBezTo>
                  <a:pt x="159" y="24"/>
                  <a:pt x="159" y="24"/>
                  <a:pt x="160" y="24"/>
                </a:cubicBezTo>
                <a:cubicBezTo>
                  <a:pt x="172" y="24"/>
                  <a:pt x="172" y="24"/>
                  <a:pt x="172" y="24"/>
                </a:cubicBezTo>
                <a:cubicBezTo>
                  <a:pt x="174" y="24"/>
                  <a:pt x="175" y="24"/>
                  <a:pt x="177" y="25"/>
                </a:cubicBezTo>
                <a:cubicBezTo>
                  <a:pt x="197" y="39"/>
                  <a:pt x="197" y="39"/>
                  <a:pt x="197" y="39"/>
                </a:cubicBezTo>
                <a:cubicBezTo>
                  <a:pt x="197" y="40"/>
                  <a:pt x="198" y="40"/>
                  <a:pt x="199" y="40"/>
                </a:cubicBezTo>
                <a:cubicBezTo>
                  <a:pt x="210" y="40"/>
                  <a:pt x="210" y="40"/>
                  <a:pt x="210" y="40"/>
                </a:cubicBezTo>
                <a:cubicBezTo>
                  <a:pt x="224" y="57"/>
                  <a:pt x="224" y="57"/>
                  <a:pt x="224" y="57"/>
                </a:cubicBezTo>
                <a:cubicBezTo>
                  <a:pt x="224" y="76"/>
                  <a:pt x="224" y="76"/>
                  <a:pt x="224" y="76"/>
                </a:cubicBezTo>
                <a:cubicBezTo>
                  <a:pt x="224" y="77"/>
                  <a:pt x="224" y="77"/>
                  <a:pt x="225" y="78"/>
                </a:cubicBezTo>
                <a:cubicBezTo>
                  <a:pt x="246" y="115"/>
                  <a:pt x="246" y="115"/>
                  <a:pt x="246" y="115"/>
                </a:cubicBezTo>
                <a:lnTo>
                  <a:pt x="218" y="131"/>
                </a:lnTo>
                <a:close/>
                <a:moveTo>
                  <a:pt x="234" y="142"/>
                </a:moveTo>
                <a:cubicBezTo>
                  <a:pt x="229" y="133"/>
                  <a:pt x="229" y="133"/>
                  <a:pt x="229" y="133"/>
                </a:cubicBezTo>
                <a:cubicBezTo>
                  <a:pt x="242" y="126"/>
                  <a:pt x="242" y="126"/>
                  <a:pt x="242" y="126"/>
                </a:cubicBezTo>
                <a:cubicBezTo>
                  <a:pt x="247" y="134"/>
                  <a:pt x="247" y="134"/>
                  <a:pt x="247" y="134"/>
                </a:cubicBezTo>
                <a:lnTo>
                  <a:pt x="234" y="14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10" name="Freeform 113">
            <a:extLst>
              <a:ext uri="{FF2B5EF4-FFF2-40B4-BE49-F238E27FC236}">
                <a16:creationId xmlns:a16="http://schemas.microsoft.com/office/drawing/2014/main" id="{A56E41F5-7AC1-4F61-9087-F210607AD5DE}"/>
              </a:ext>
            </a:extLst>
          </p:cNvPr>
          <p:cNvSpPr>
            <a:spLocks noChangeAspect="1" noEditPoints="1"/>
          </p:cNvSpPr>
          <p:nvPr/>
        </p:nvSpPr>
        <p:spPr bwMode="auto">
          <a:xfrm>
            <a:off x="620713" y="3382817"/>
            <a:ext cx="304800" cy="403225"/>
          </a:xfrm>
          <a:custGeom>
            <a:avLst/>
            <a:gdLst>
              <a:gd name="T0" fmla="*/ 117 w 195"/>
              <a:gd name="T1" fmla="*/ 91 h 258"/>
              <a:gd name="T2" fmla="*/ 121 w 195"/>
              <a:gd name="T3" fmla="*/ 97 h 258"/>
              <a:gd name="T4" fmla="*/ 135 w 195"/>
              <a:gd name="T5" fmla="*/ 127 h 258"/>
              <a:gd name="T6" fmla="*/ 108 w 195"/>
              <a:gd name="T7" fmla="*/ 138 h 258"/>
              <a:gd name="T8" fmla="*/ 107 w 195"/>
              <a:gd name="T9" fmla="*/ 135 h 258"/>
              <a:gd name="T10" fmla="*/ 50 w 195"/>
              <a:gd name="T11" fmla="*/ 60 h 258"/>
              <a:gd name="T12" fmla="*/ 43 w 195"/>
              <a:gd name="T13" fmla="*/ 61 h 258"/>
              <a:gd name="T14" fmla="*/ 45 w 195"/>
              <a:gd name="T15" fmla="*/ 129 h 258"/>
              <a:gd name="T16" fmla="*/ 83 w 195"/>
              <a:gd name="T17" fmla="*/ 146 h 258"/>
              <a:gd name="T18" fmla="*/ 83 w 195"/>
              <a:gd name="T19" fmla="*/ 138 h 258"/>
              <a:gd name="T20" fmla="*/ 49 w 195"/>
              <a:gd name="T21" fmla="*/ 70 h 258"/>
              <a:gd name="T22" fmla="*/ 101 w 195"/>
              <a:gd name="T23" fmla="*/ 125 h 258"/>
              <a:gd name="T24" fmla="*/ 72 w 195"/>
              <a:gd name="T25" fmla="*/ 104 h 258"/>
              <a:gd name="T26" fmla="*/ 103 w 195"/>
              <a:gd name="T27" fmla="*/ 169 h 258"/>
              <a:gd name="T28" fmla="*/ 107 w 195"/>
              <a:gd name="T29" fmla="*/ 174 h 258"/>
              <a:gd name="T30" fmla="*/ 110 w 195"/>
              <a:gd name="T31" fmla="*/ 146 h 258"/>
              <a:gd name="T32" fmla="*/ 155 w 195"/>
              <a:gd name="T33" fmla="*/ 82 h 258"/>
              <a:gd name="T34" fmla="*/ 116 w 195"/>
              <a:gd name="T35" fmla="*/ 247 h 258"/>
              <a:gd name="T36" fmla="*/ 85 w 195"/>
              <a:gd name="T37" fmla="*/ 250 h 258"/>
              <a:gd name="T38" fmla="*/ 76 w 195"/>
              <a:gd name="T39" fmla="*/ 247 h 258"/>
              <a:gd name="T40" fmla="*/ 80 w 195"/>
              <a:gd name="T41" fmla="*/ 257 h 258"/>
              <a:gd name="T42" fmla="*/ 115 w 195"/>
              <a:gd name="T43" fmla="*/ 258 h 258"/>
              <a:gd name="T44" fmla="*/ 122 w 195"/>
              <a:gd name="T45" fmla="*/ 253 h 258"/>
              <a:gd name="T46" fmla="*/ 116 w 195"/>
              <a:gd name="T47" fmla="*/ 247 h 258"/>
              <a:gd name="T48" fmla="*/ 67 w 195"/>
              <a:gd name="T49" fmla="*/ 230 h 258"/>
              <a:gd name="T50" fmla="*/ 67 w 195"/>
              <a:gd name="T51" fmla="*/ 238 h 258"/>
              <a:gd name="T52" fmla="*/ 135 w 195"/>
              <a:gd name="T53" fmla="*/ 234 h 258"/>
              <a:gd name="T54" fmla="*/ 163 w 195"/>
              <a:gd name="T55" fmla="*/ 26 h 258"/>
              <a:gd name="T56" fmla="*/ 4 w 195"/>
              <a:gd name="T57" fmla="*/ 87 h 258"/>
              <a:gd name="T58" fmla="*/ 59 w 195"/>
              <a:gd name="T59" fmla="*/ 214 h 258"/>
              <a:gd name="T60" fmla="*/ 135 w 195"/>
              <a:gd name="T61" fmla="*/ 218 h 258"/>
              <a:gd name="T62" fmla="*/ 159 w 195"/>
              <a:gd name="T63" fmla="*/ 173 h 258"/>
              <a:gd name="T64" fmla="*/ 163 w 195"/>
              <a:gd name="T65" fmla="*/ 26 h 258"/>
              <a:gd name="T66" fmla="*/ 131 w 195"/>
              <a:gd name="T67" fmla="*/ 210 h 258"/>
              <a:gd name="T68" fmla="*/ 45 w 195"/>
              <a:gd name="T69" fmla="*/ 167 h 258"/>
              <a:gd name="T70" fmla="*/ 89 w 195"/>
              <a:gd name="T71" fmla="*/ 11 h 258"/>
              <a:gd name="T72" fmla="*/ 187 w 195"/>
              <a:gd name="T73" fmla="*/ 9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5" h="258">
                <a:moveTo>
                  <a:pt x="151" y="78"/>
                </a:moveTo>
                <a:cubicBezTo>
                  <a:pt x="150" y="78"/>
                  <a:pt x="132" y="79"/>
                  <a:pt x="117" y="91"/>
                </a:cubicBezTo>
                <a:cubicBezTo>
                  <a:pt x="115" y="92"/>
                  <a:pt x="114" y="95"/>
                  <a:pt x="116" y="96"/>
                </a:cubicBezTo>
                <a:cubicBezTo>
                  <a:pt x="117" y="98"/>
                  <a:pt x="120" y="99"/>
                  <a:pt x="121" y="97"/>
                </a:cubicBezTo>
                <a:cubicBezTo>
                  <a:pt x="131" y="90"/>
                  <a:pt x="142" y="88"/>
                  <a:pt x="147" y="87"/>
                </a:cubicBezTo>
                <a:cubicBezTo>
                  <a:pt x="147" y="95"/>
                  <a:pt x="147" y="115"/>
                  <a:pt x="135" y="127"/>
                </a:cubicBezTo>
                <a:cubicBezTo>
                  <a:pt x="129" y="134"/>
                  <a:pt x="119" y="138"/>
                  <a:pt x="108" y="138"/>
                </a:cubicBezTo>
                <a:cubicBezTo>
                  <a:pt x="108" y="138"/>
                  <a:pt x="108" y="138"/>
                  <a:pt x="108" y="138"/>
                </a:cubicBezTo>
                <a:cubicBezTo>
                  <a:pt x="107" y="137"/>
                  <a:pt x="107" y="136"/>
                  <a:pt x="107" y="136"/>
                </a:cubicBezTo>
                <a:cubicBezTo>
                  <a:pt x="107" y="135"/>
                  <a:pt x="107" y="135"/>
                  <a:pt x="107" y="135"/>
                </a:cubicBezTo>
                <a:cubicBezTo>
                  <a:pt x="118" y="89"/>
                  <a:pt x="91" y="79"/>
                  <a:pt x="71" y="72"/>
                </a:cubicBezTo>
                <a:cubicBezTo>
                  <a:pt x="62" y="69"/>
                  <a:pt x="54" y="66"/>
                  <a:pt x="50" y="60"/>
                </a:cubicBezTo>
                <a:cubicBezTo>
                  <a:pt x="50" y="59"/>
                  <a:pt x="48" y="58"/>
                  <a:pt x="46" y="58"/>
                </a:cubicBezTo>
                <a:cubicBezTo>
                  <a:pt x="45" y="58"/>
                  <a:pt x="43" y="60"/>
                  <a:pt x="43" y="61"/>
                </a:cubicBezTo>
                <a:cubicBezTo>
                  <a:pt x="43" y="62"/>
                  <a:pt x="43" y="62"/>
                  <a:pt x="43" y="63"/>
                </a:cubicBezTo>
                <a:cubicBezTo>
                  <a:pt x="34" y="92"/>
                  <a:pt x="35" y="114"/>
                  <a:pt x="45" y="129"/>
                </a:cubicBezTo>
                <a:cubicBezTo>
                  <a:pt x="53" y="139"/>
                  <a:pt x="65" y="145"/>
                  <a:pt x="83" y="146"/>
                </a:cubicBezTo>
                <a:cubicBezTo>
                  <a:pt x="83" y="146"/>
                  <a:pt x="83" y="146"/>
                  <a:pt x="83" y="146"/>
                </a:cubicBezTo>
                <a:cubicBezTo>
                  <a:pt x="85" y="146"/>
                  <a:pt x="87" y="144"/>
                  <a:pt x="87" y="142"/>
                </a:cubicBezTo>
                <a:cubicBezTo>
                  <a:pt x="87" y="140"/>
                  <a:pt x="85" y="138"/>
                  <a:pt x="83" y="138"/>
                </a:cubicBezTo>
                <a:cubicBezTo>
                  <a:pt x="68" y="137"/>
                  <a:pt x="58" y="133"/>
                  <a:pt x="52" y="124"/>
                </a:cubicBezTo>
                <a:cubicBezTo>
                  <a:pt x="43" y="112"/>
                  <a:pt x="42" y="94"/>
                  <a:pt x="49" y="70"/>
                </a:cubicBezTo>
                <a:cubicBezTo>
                  <a:pt x="54" y="75"/>
                  <a:pt x="61" y="77"/>
                  <a:pt x="69" y="80"/>
                </a:cubicBezTo>
                <a:cubicBezTo>
                  <a:pt x="88" y="87"/>
                  <a:pt x="105" y="93"/>
                  <a:pt x="101" y="125"/>
                </a:cubicBezTo>
                <a:cubicBezTo>
                  <a:pt x="90" y="111"/>
                  <a:pt x="77" y="103"/>
                  <a:pt x="77" y="103"/>
                </a:cubicBezTo>
                <a:cubicBezTo>
                  <a:pt x="75" y="101"/>
                  <a:pt x="73" y="102"/>
                  <a:pt x="72" y="104"/>
                </a:cubicBezTo>
                <a:cubicBezTo>
                  <a:pt x="70" y="106"/>
                  <a:pt x="71" y="108"/>
                  <a:pt x="73" y="109"/>
                </a:cubicBezTo>
                <a:cubicBezTo>
                  <a:pt x="73" y="110"/>
                  <a:pt x="110" y="132"/>
                  <a:pt x="103" y="169"/>
                </a:cubicBezTo>
                <a:cubicBezTo>
                  <a:pt x="103" y="171"/>
                  <a:pt x="104" y="173"/>
                  <a:pt x="106" y="174"/>
                </a:cubicBezTo>
                <a:cubicBezTo>
                  <a:pt x="106" y="174"/>
                  <a:pt x="107" y="174"/>
                  <a:pt x="107" y="174"/>
                </a:cubicBezTo>
                <a:cubicBezTo>
                  <a:pt x="109" y="174"/>
                  <a:pt x="111" y="173"/>
                  <a:pt x="111" y="171"/>
                </a:cubicBezTo>
                <a:cubicBezTo>
                  <a:pt x="113" y="162"/>
                  <a:pt x="112" y="153"/>
                  <a:pt x="110" y="146"/>
                </a:cubicBezTo>
                <a:cubicBezTo>
                  <a:pt x="123" y="145"/>
                  <a:pt x="134" y="141"/>
                  <a:pt x="141" y="132"/>
                </a:cubicBezTo>
                <a:cubicBezTo>
                  <a:pt x="158" y="114"/>
                  <a:pt x="155" y="83"/>
                  <a:pt x="155" y="82"/>
                </a:cubicBezTo>
                <a:cubicBezTo>
                  <a:pt x="155" y="79"/>
                  <a:pt x="153" y="78"/>
                  <a:pt x="151" y="78"/>
                </a:cubicBezTo>
                <a:close/>
                <a:moveTo>
                  <a:pt x="116" y="247"/>
                </a:moveTo>
                <a:cubicBezTo>
                  <a:pt x="113" y="250"/>
                  <a:pt x="113" y="250"/>
                  <a:pt x="113" y="250"/>
                </a:cubicBezTo>
                <a:cubicBezTo>
                  <a:pt x="85" y="250"/>
                  <a:pt x="85" y="250"/>
                  <a:pt x="85" y="250"/>
                </a:cubicBezTo>
                <a:cubicBezTo>
                  <a:pt x="82" y="247"/>
                  <a:pt x="82" y="247"/>
                  <a:pt x="82" y="247"/>
                </a:cubicBezTo>
                <a:cubicBezTo>
                  <a:pt x="80" y="246"/>
                  <a:pt x="78" y="246"/>
                  <a:pt x="76" y="247"/>
                </a:cubicBezTo>
                <a:cubicBezTo>
                  <a:pt x="75" y="249"/>
                  <a:pt x="75" y="251"/>
                  <a:pt x="76" y="253"/>
                </a:cubicBezTo>
                <a:cubicBezTo>
                  <a:pt x="80" y="257"/>
                  <a:pt x="80" y="257"/>
                  <a:pt x="80" y="257"/>
                </a:cubicBezTo>
                <a:cubicBezTo>
                  <a:pt x="81" y="258"/>
                  <a:pt x="82" y="258"/>
                  <a:pt x="83" y="258"/>
                </a:cubicBezTo>
                <a:cubicBezTo>
                  <a:pt x="115" y="258"/>
                  <a:pt x="115" y="258"/>
                  <a:pt x="115" y="258"/>
                </a:cubicBezTo>
                <a:cubicBezTo>
                  <a:pt x="116" y="258"/>
                  <a:pt x="117" y="258"/>
                  <a:pt x="118" y="257"/>
                </a:cubicBezTo>
                <a:cubicBezTo>
                  <a:pt x="122" y="253"/>
                  <a:pt x="122" y="253"/>
                  <a:pt x="122" y="253"/>
                </a:cubicBezTo>
                <a:cubicBezTo>
                  <a:pt x="123" y="251"/>
                  <a:pt x="123" y="249"/>
                  <a:pt x="122" y="247"/>
                </a:cubicBezTo>
                <a:cubicBezTo>
                  <a:pt x="120" y="246"/>
                  <a:pt x="118" y="246"/>
                  <a:pt x="116" y="247"/>
                </a:cubicBezTo>
                <a:close/>
                <a:moveTo>
                  <a:pt x="131" y="230"/>
                </a:moveTo>
                <a:cubicBezTo>
                  <a:pt x="67" y="230"/>
                  <a:pt x="67" y="230"/>
                  <a:pt x="67" y="230"/>
                </a:cubicBezTo>
                <a:cubicBezTo>
                  <a:pt x="65" y="230"/>
                  <a:pt x="63" y="232"/>
                  <a:pt x="63" y="234"/>
                </a:cubicBezTo>
                <a:cubicBezTo>
                  <a:pt x="63" y="236"/>
                  <a:pt x="65" y="238"/>
                  <a:pt x="67" y="238"/>
                </a:cubicBezTo>
                <a:cubicBezTo>
                  <a:pt x="131" y="238"/>
                  <a:pt x="131" y="238"/>
                  <a:pt x="131" y="238"/>
                </a:cubicBezTo>
                <a:cubicBezTo>
                  <a:pt x="133" y="238"/>
                  <a:pt x="135" y="236"/>
                  <a:pt x="135" y="234"/>
                </a:cubicBezTo>
                <a:cubicBezTo>
                  <a:pt x="135" y="232"/>
                  <a:pt x="133" y="230"/>
                  <a:pt x="131" y="230"/>
                </a:cubicBezTo>
                <a:close/>
                <a:moveTo>
                  <a:pt x="163" y="26"/>
                </a:moveTo>
                <a:cubicBezTo>
                  <a:pt x="142" y="8"/>
                  <a:pt x="116" y="0"/>
                  <a:pt x="88" y="3"/>
                </a:cubicBezTo>
                <a:cubicBezTo>
                  <a:pt x="44" y="7"/>
                  <a:pt x="8" y="43"/>
                  <a:pt x="4" y="87"/>
                </a:cubicBezTo>
                <a:cubicBezTo>
                  <a:pt x="0" y="121"/>
                  <a:pt x="13" y="153"/>
                  <a:pt x="40" y="173"/>
                </a:cubicBezTo>
                <a:cubicBezTo>
                  <a:pt x="52" y="183"/>
                  <a:pt x="59" y="198"/>
                  <a:pt x="59" y="214"/>
                </a:cubicBezTo>
                <a:cubicBezTo>
                  <a:pt x="59" y="216"/>
                  <a:pt x="61" y="218"/>
                  <a:pt x="63" y="218"/>
                </a:cubicBezTo>
                <a:cubicBezTo>
                  <a:pt x="135" y="218"/>
                  <a:pt x="135" y="218"/>
                  <a:pt x="135" y="218"/>
                </a:cubicBezTo>
                <a:cubicBezTo>
                  <a:pt x="137" y="218"/>
                  <a:pt x="139" y="216"/>
                  <a:pt x="139" y="214"/>
                </a:cubicBezTo>
                <a:cubicBezTo>
                  <a:pt x="139" y="198"/>
                  <a:pt x="146" y="183"/>
                  <a:pt x="159" y="173"/>
                </a:cubicBezTo>
                <a:cubicBezTo>
                  <a:pt x="182" y="155"/>
                  <a:pt x="195" y="127"/>
                  <a:pt x="195" y="98"/>
                </a:cubicBezTo>
                <a:cubicBezTo>
                  <a:pt x="195" y="71"/>
                  <a:pt x="183" y="45"/>
                  <a:pt x="163" y="26"/>
                </a:cubicBezTo>
                <a:close/>
                <a:moveTo>
                  <a:pt x="154" y="167"/>
                </a:moveTo>
                <a:cubicBezTo>
                  <a:pt x="140" y="178"/>
                  <a:pt x="132" y="193"/>
                  <a:pt x="131" y="210"/>
                </a:cubicBezTo>
                <a:cubicBezTo>
                  <a:pt x="67" y="210"/>
                  <a:pt x="67" y="210"/>
                  <a:pt x="67" y="210"/>
                </a:cubicBezTo>
                <a:cubicBezTo>
                  <a:pt x="66" y="193"/>
                  <a:pt x="58" y="177"/>
                  <a:pt x="45" y="167"/>
                </a:cubicBezTo>
                <a:cubicBezTo>
                  <a:pt x="21" y="148"/>
                  <a:pt x="8" y="119"/>
                  <a:pt x="12" y="88"/>
                </a:cubicBezTo>
                <a:cubicBezTo>
                  <a:pt x="16" y="48"/>
                  <a:pt x="49" y="15"/>
                  <a:pt x="89" y="11"/>
                </a:cubicBezTo>
                <a:cubicBezTo>
                  <a:pt x="114" y="8"/>
                  <a:pt x="139" y="16"/>
                  <a:pt x="158" y="32"/>
                </a:cubicBezTo>
                <a:cubicBezTo>
                  <a:pt x="176" y="49"/>
                  <a:pt x="187" y="73"/>
                  <a:pt x="187" y="98"/>
                </a:cubicBezTo>
                <a:cubicBezTo>
                  <a:pt x="187" y="125"/>
                  <a:pt x="175" y="150"/>
                  <a:pt x="154" y="16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16" name="Freeform 117">
            <a:extLst>
              <a:ext uri="{FF2B5EF4-FFF2-40B4-BE49-F238E27FC236}">
                <a16:creationId xmlns:a16="http://schemas.microsoft.com/office/drawing/2014/main" id="{0983FF40-9578-47F6-B19A-DA4E15F97328}"/>
              </a:ext>
            </a:extLst>
          </p:cNvPr>
          <p:cNvSpPr>
            <a:spLocks noChangeAspect="1" noEditPoints="1"/>
          </p:cNvSpPr>
          <p:nvPr/>
        </p:nvSpPr>
        <p:spPr bwMode="auto">
          <a:xfrm>
            <a:off x="1538353" y="3393282"/>
            <a:ext cx="404812" cy="400050"/>
          </a:xfrm>
          <a:custGeom>
            <a:avLst/>
            <a:gdLst>
              <a:gd name="T0" fmla="*/ 257 w 260"/>
              <a:gd name="T1" fmla="*/ 100 h 256"/>
              <a:gd name="T2" fmla="*/ 35 w 260"/>
              <a:gd name="T3" fmla="*/ 177 h 256"/>
              <a:gd name="T4" fmla="*/ 3 w 260"/>
              <a:gd name="T5" fmla="*/ 184 h 256"/>
              <a:gd name="T6" fmla="*/ 63 w 260"/>
              <a:gd name="T7" fmla="*/ 238 h 256"/>
              <a:gd name="T8" fmla="*/ 47 w 260"/>
              <a:gd name="T9" fmla="*/ 256 h 256"/>
              <a:gd name="T10" fmla="*/ 70 w 260"/>
              <a:gd name="T11" fmla="*/ 235 h 256"/>
              <a:gd name="T12" fmla="*/ 174 w 260"/>
              <a:gd name="T13" fmla="*/ 221 h 256"/>
              <a:gd name="T14" fmla="*/ 157 w 260"/>
              <a:gd name="T15" fmla="*/ 8 h 256"/>
              <a:gd name="T16" fmla="*/ 176 w 260"/>
              <a:gd name="T17" fmla="*/ 174 h 256"/>
              <a:gd name="T18" fmla="*/ 133 w 260"/>
              <a:gd name="T19" fmla="*/ 147 h 256"/>
              <a:gd name="T20" fmla="*/ 144 w 260"/>
              <a:gd name="T21" fmla="*/ 121 h 256"/>
              <a:gd name="T22" fmla="*/ 113 w 260"/>
              <a:gd name="T23" fmla="*/ 98 h 256"/>
              <a:gd name="T24" fmla="*/ 90 w 260"/>
              <a:gd name="T25" fmla="*/ 81 h 256"/>
              <a:gd name="T26" fmla="*/ 98 w 260"/>
              <a:gd name="T27" fmla="*/ 76 h 256"/>
              <a:gd name="T28" fmla="*/ 126 w 260"/>
              <a:gd name="T29" fmla="*/ 53 h 256"/>
              <a:gd name="T30" fmla="*/ 139 w 260"/>
              <a:gd name="T31" fmla="*/ 34 h 256"/>
              <a:gd name="T32" fmla="*/ 125 w 260"/>
              <a:gd name="T33" fmla="*/ 39 h 256"/>
              <a:gd name="T34" fmla="*/ 104 w 260"/>
              <a:gd name="T35" fmla="*/ 53 h 256"/>
              <a:gd name="T36" fmla="*/ 89 w 260"/>
              <a:gd name="T37" fmla="*/ 71 h 256"/>
              <a:gd name="T38" fmla="*/ 94 w 260"/>
              <a:gd name="T39" fmla="*/ 100 h 256"/>
              <a:gd name="T40" fmla="*/ 122 w 260"/>
              <a:gd name="T41" fmla="*/ 116 h 256"/>
              <a:gd name="T42" fmla="*/ 133 w 260"/>
              <a:gd name="T43" fmla="*/ 138 h 256"/>
              <a:gd name="T44" fmla="*/ 108 w 260"/>
              <a:gd name="T45" fmla="*/ 148 h 256"/>
              <a:gd name="T46" fmla="*/ 82 w 260"/>
              <a:gd name="T47" fmla="*/ 117 h 256"/>
              <a:gd name="T48" fmla="*/ 94 w 260"/>
              <a:gd name="T49" fmla="*/ 148 h 256"/>
              <a:gd name="T50" fmla="*/ 171 w 260"/>
              <a:gd name="T51" fmla="*/ 213 h 256"/>
              <a:gd name="T52" fmla="*/ 66 w 260"/>
              <a:gd name="T53" fmla="*/ 228 h 256"/>
              <a:gd name="T54" fmla="*/ 94 w 260"/>
              <a:gd name="T55" fmla="*/ 156 h 256"/>
              <a:gd name="T56" fmla="*/ 109 w 260"/>
              <a:gd name="T57" fmla="*/ 180 h 256"/>
              <a:gd name="T58" fmla="*/ 160 w 260"/>
              <a:gd name="T59" fmla="*/ 188 h 256"/>
              <a:gd name="T60" fmla="*/ 248 w 260"/>
              <a:gd name="T61" fmla="*/ 168 h 256"/>
              <a:gd name="T62" fmla="*/ 179 w 260"/>
              <a:gd name="T63" fmla="*/ 116 h 256"/>
              <a:gd name="T64" fmla="*/ 199 w 260"/>
              <a:gd name="T65" fmla="*/ 153 h 256"/>
              <a:gd name="T66" fmla="*/ 217 w 260"/>
              <a:gd name="T67" fmla="*/ 133 h 256"/>
              <a:gd name="T68" fmla="*/ 229 w 260"/>
              <a:gd name="T69" fmla="*/ 92 h 256"/>
              <a:gd name="T70" fmla="*/ 225 w 260"/>
              <a:gd name="T71" fmla="*/ 80 h 256"/>
              <a:gd name="T72" fmla="*/ 217 w 260"/>
              <a:gd name="T73" fmla="*/ 85 h 256"/>
              <a:gd name="T74" fmla="*/ 210 w 260"/>
              <a:gd name="T75" fmla="*/ 129 h 256"/>
              <a:gd name="T76" fmla="*/ 200 w 260"/>
              <a:gd name="T77" fmla="*/ 145 h 256"/>
              <a:gd name="T78" fmla="*/ 179 w 260"/>
              <a:gd name="T79" fmla="*/ 108 h 256"/>
              <a:gd name="T80" fmla="*/ 166 w 260"/>
              <a:gd name="T81" fmla="*/ 84 h 256"/>
              <a:gd name="T82" fmla="*/ 182 w 260"/>
              <a:gd name="T83" fmla="*/ 76 h 256"/>
              <a:gd name="T84" fmla="*/ 198 w 260"/>
              <a:gd name="T85" fmla="*/ 58 h 256"/>
              <a:gd name="T86" fmla="*/ 176 w 260"/>
              <a:gd name="T87" fmla="*/ 49 h 256"/>
              <a:gd name="T88" fmla="*/ 185 w 260"/>
              <a:gd name="T89" fmla="*/ 40 h 256"/>
              <a:gd name="T90" fmla="*/ 172 w 260"/>
              <a:gd name="T91" fmla="*/ 37 h 256"/>
              <a:gd name="T92" fmla="*/ 189 w 260"/>
              <a:gd name="T93" fmla="*/ 60 h 256"/>
              <a:gd name="T94" fmla="*/ 193 w 260"/>
              <a:gd name="T95" fmla="*/ 67 h 256"/>
              <a:gd name="T96" fmla="*/ 163 w 260"/>
              <a:gd name="T97" fmla="*/ 7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60" h="256">
                <a:moveTo>
                  <a:pt x="255" y="164"/>
                </a:moveTo>
                <a:cubicBezTo>
                  <a:pt x="253" y="160"/>
                  <a:pt x="250" y="156"/>
                  <a:pt x="245" y="154"/>
                </a:cubicBezTo>
                <a:cubicBezTo>
                  <a:pt x="244" y="153"/>
                  <a:pt x="243" y="153"/>
                  <a:pt x="242" y="153"/>
                </a:cubicBezTo>
                <a:cubicBezTo>
                  <a:pt x="252" y="137"/>
                  <a:pt x="257" y="119"/>
                  <a:pt x="257" y="100"/>
                </a:cubicBezTo>
                <a:cubicBezTo>
                  <a:pt x="257" y="45"/>
                  <a:pt x="212" y="0"/>
                  <a:pt x="157" y="0"/>
                </a:cubicBezTo>
                <a:cubicBezTo>
                  <a:pt x="102" y="0"/>
                  <a:pt x="57" y="45"/>
                  <a:pt x="57" y="100"/>
                </a:cubicBezTo>
                <a:cubicBezTo>
                  <a:pt x="57" y="119"/>
                  <a:pt x="63" y="138"/>
                  <a:pt x="73" y="154"/>
                </a:cubicBezTo>
                <a:cubicBezTo>
                  <a:pt x="35" y="177"/>
                  <a:pt x="35" y="177"/>
                  <a:pt x="35" y="177"/>
                </a:cubicBezTo>
                <a:cubicBezTo>
                  <a:pt x="35" y="177"/>
                  <a:pt x="35" y="177"/>
                  <a:pt x="34" y="177"/>
                </a:cubicBezTo>
                <a:cubicBezTo>
                  <a:pt x="32" y="174"/>
                  <a:pt x="32" y="174"/>
                  <a:pt x="32" y="174"/>
                </a:cubicBezTo>
                <a:cubicBezTo>
                  <a:pt x="31" y="172"/>
                  <a:pt x="29" y="172"/>
                  <a:pt x="27" y="172"/>
                </a:cubicBezTo>
                <a:cubicBezTo>
                  <a:pt x="3" y="184"/>
                  <a:pt x="3" y="184"/>
                  <a:pt x="3" y="184"/>
                </a:cubicBezTo>
                <a:cubicBezTo>
                  <a:pt x="1" y="185"/>
                  <a:pt x="0" y="188"/>
                  <a:pt x="1" y="190"/>
                </a:cubicBezTo>
                <a:cubicBezTo>
                  <a:pt x="2" y="192"/>
                  <a:pt x="5" y="193"/>
                  <a:pt x="7" y="192"/>
                </a:cubicBezTo>
                <a:cubicBezTo>
                  <a:pt x="28" y="181"/>
                  <a:pt x="28" y="181"/>
                  <a:pt x="28" y="181"/>
                </a:cubicBezTo>
                <a:cubicBezTo>
                  <a:pt x="63" y="238"/>
                  <a:pt x="63" y="238"/>
                  <a:pt x="63" y="238"/>
                </a:cubicBezTo>
                <a:cubicBezTo>
                  <a:pt x="43" y="248"/>
                  <a:pt x="43" y="248"/>
                  <a:pt x="43" y="248"/>
                </a:cubicBezTo>
                <a:cubicBezTo>
                  <a:pt x="41" y="249"/>
                  <a:pt x="40" y="252"/>
                  <a:pt x="41" y="254"/>
                </a:cubicBezTo>
                <a:cubicBezTo>
                  <a:pt x="42" y="255"/>
                  <a:pt x="44" y="256"/>
                  <a:pt x="45" y="256"/>
                </a:cubicBezTo>
                <a:cubicBezTo>
                  <a:pt x="46" y="256"/>
                  <a:pt x="46" y="256"/>
                  <a:pt x="47" y="256"/>
                </a:cubicBezTo>
                <a:cubicBezTo>
                  <a:pt x="71" y="244"/>
                  <a:pt x="71" y="244"/>
                  <a:pt x="71" y="244"/>
                </a:cubicBezTo>
                <a:cubicBezTo>
                  <a:pt x="72" y="243"/>
                  <a:pt x="73" y="242"/>
                  <a:pt x="73" y="241"/>
                </a:cubicBezTo>
                <a:cubicBezTo>
                  <a:pt x="73" y="240"/>
                  <a:pt x="73" y="239"/>
                  <a:pt x="72" y="238"/>
                </a:cubicBezTo>
                <a:cubicBezTo>
                  <a:pt x="70" y="235"/>
                  <a:pt x="70" y="235"/>
                  <a:pt x="70" y="235"/>
                </a:cubicBezTo>
                <a:cubicBezTo>
                  <a:pt x="84" y="227"/>
                  <a:pt x="84" y="227"/>
                  <a:pt x="84" y="227"/>
                </a:cubicBezTo>
                <a:cubicBezTo>
                  <a:pt x="87" y="225"/>
                  <a:pt x="90" y="224"/>
                  <a:pt x="94" y="224"/>
                </a:cubicBezTo>
                <a:cubicBezTo>
                  <a:pt x="157" y="224"/>
                  <a:pt x="157" y="224"/>
                  <a:pt x="157" y="224"/>
                </a:cubicBezTo>
                <a:cubicBezTo>
                  <a:pt x="163" y="224"/>
                  <a:pt x="169" y="223"/>
                  <a:pt x="174" y="221"/>
                </a:cubicBezTo>
                <a:cubicBezTo>
                  <a:pt x="245" y="191"/>
                  <a:pt x="245" y="191"/>
                  <a:pt x="245" y="191"/>
                </a:cubicBezTo>
                <a:cubicBezTo>
                  <a:pt x="255" y="186"/>
                  <a:pt x="260" y="175"/>
                  <a:pt x="255" y="164"/>
                </a:cubicBezTo>
                <a:close/>
                <a:moveTo>
                  <a:pt x="65" y="100"/>
                </a:moveTo>
                <a:cubicBezTo>
                  <a:pt x="65" y="49"/>
                  <a:pt x="106" y="8"/>
                  <a:pt x="157" y="8"/>
                </a:cubicBezTo>
                <a:cubicBezTo>
                  <a:pt x="208" y="8"/>
                  <a:pt x="249" y="49"/>
                  <a:pt x="249" y="100"/>
                </a:cubicBezTo>
                <a:cubicBezTo>
                  <a:pt x="249" y="119"/>
                  <a:pt x="243" y="137"/>
                  <a:pt x="232" y="153"/>
                </a:cubicBezTo>
                <a:cubicBezTo>
                  <a:pt x="231" y="153"/>
                  <a:pt x="230" y="153"/>
                  <a:pt x="229" y="154"/>
                </a:cubicBezTo>
                <a:cubicBezTo>
                  <a:pt x="176" y="174"/>
                  <a:pt x="176" y="174"/>
                  <a:pt x="176" y="174"/>
                </a:cubicBezTo>
                <a:cubicBezTo>
                  <a:pt x="177" y="172"/>
                  <a:pt x="177" y="170"/>
                  <a:pt x="177" y="168"/>
                </a:cubicBezTo>
                <a:cubicBezTo>
                  <a:pt x="177" y="157"/>
                  <a:pt x="168" y="148"/>
                  <a:pt x="157" y="148"/>
                </a:cubicBezTo>
                <a:cubicBezTo>
                  <a:pt x="133" y="148"/>
                  <a:pt x="133" y="148"/>
                  <a:pt x="133" y="148"/>
                </a:cubicBezTo>
                <a:cubicBezTo>
                  <a:pt x="133" y="147"/>
                  <a:pt x="133" y="147"/>
                  <a:pt x="133" y="147"/>
                </a:cubicBezTo>
                <a:cubicBezTo>
                  <a:pt x="133" y="147"/>
                  <a:pt x="133" y="146"/>
                  <a:pt x="134" y="146"/>
                </a:cubicBezTo>
                <a:cubicBezTo>
                  <a:pt x="137" y="145"/>
                  <a:pt x="137" y="145"/>
                  <a:pt x="137" y="145"/>
                </a:cubicBezTo>
                <a:cubicBezTo>
                  <a:pt x="139" y="143"/>
                  <a:pt x="141" y="141"/>
                  <a:pt x="141" y="138"/>
                </a:cubicBezTo>
                <a:cubicBezTo>
                  <a:pt x="144" y="121"/>
                  <a:pt x="144" y="121"/>
                  <a:pt x="144" y="121"/>
                </a:cubicBezTo>
                <a:cubicBezTo>
                  <a:pt x="145" y="117"/>
                  <a:pt x="142" y="112"/>
                  <a:pt x="137" y="111"/>
                </a:cubicBezTo>
                <a:cubicBezTo>
                  <a:pt x="123" y="108"/>
                  <a:pt x="123" y="108"/>
                  <a:pt x="123" y="108"/>
                </a:cubicBezTo>
                <a:cubicBezTo>
                  <a:pt x="123" y="108"/>
                  <a:pt x="123" y="108"/>
                  <a:pt x="123" y="108"/>
                </a:cubicBezTo>
                <a:cubicBezTo>
                  <a:pt x="113" y="98"/>
                  <a:pt x="113" y="98"/>
                  <a:pt x="113" y="98"/>
                </a:cubicBezTo>
                <a:cubicBezTo>
                  <a:pt x="112" y="97"/>
                  <a:pt x="110" y="96"/>
                  <a:pt x="109" y="96"/>
                </a:cubicBezTo>
                <a:cubicBezTo>
                  <a:pt x="96" y="93"/>
                  <a:pt x="96" y="93"/>
                  <a:pt x="96" y="93"/>
                </a:cubicBezTo>
                <a:cubicBezTo>
                  <a:pt x="96" y="93"/>
                  <a:pt x="96" y="92"/>
                  <a:pt x="96" y="92"/>
                </a:cubicBezTo>
                <a:cubicBezTo>
                  <a:pt x="90" y="81"/>
                  <a:pt x="90" y="81"/>
                  <a:pt x="90" y="81"/>
                </a:cubicBezTo>
                <a:cubicBezTo>
                  <a:pt x="90" y="81"/>
                  <a:pt x="90" y="81"/>
                  <a:pt x="90" y="80"/>
                </a:cubicBezTo>
                <a:cubicBezTo>
                  <a:pt x="94" y="76"/>
                  <a:pt x="94" y="76"/>
                  <a:pt x="94" y="76"/>
                </a:cubicBezTo>
                <a:cubicBezTo>
                  <a:pt x="95" y="76"/>
                  <a:pt x="95" y="76"/>
                  <a:pt x="95" y="76"/>
                </a:cubicBezTo>
                <a:cubicBezTo>
                  <a:pt x="98" y="76"/>
                  <a:pt x="98" y="76"/>
                  <a:pt x="98" y="76"/>
                </a:cubicBezTo>
                <a:cubicBezTo>
                  <a:pt x="101" y="76"/>
                  <a:pt x="105" y="74"/>
                  <a:pt x="106" y="70"/>
                </a:cubicBezTo>
                <a:cubicBezTo>
                  <a:pt x="112" y="56"/>
                  <a:pt x="112" y="56"/>
                  <a:pt x="112" y="56"/>
                </a:cubicBezTo>
                <a:cubicBezTo>
                  <a:pt x="112" y="56"/>
                  <a:pt x="112" y="55"/>
                  <a:pt x="112" y="55"/>
                </a:cubicBezTo>
                <a:cubicBezTo>
                  <a:pt x="126" y="53"/>
                  <a:pt x="126" y="53"/>
                  <a:pt x="126" y="53"/>
                </a:cubicBezTo>
                <a:cubicBezTo>
                  <a:pt x="130" y="52"/>
                  <a:pt x="133" y="48"/>
                  <a:pt x="133" y="44"/>
                </a:cubicBezTo>
                <a:cubicBezTo>
                  <a:pt x="133" y="39"/>
                  <a:pt x="133" y="39"/>
                  <a:pt x="133" y="39"/>
                </a:cubicBezTo>
                <a:cubicBezTo>
                  <a:pt x="133" y="38"/>
                  <a:pt x="133" y="38"/>
                  <a:pt x="133" y="38"/>
                </a:cubicBezTo>
                <a:cubicBezTo>
                  <a:pt x="139" y="34"/>
                  <a:pt x="139" y="34"/>
                  <a:pt x="139" y="34"/>
                </a:cubicBezTo>
                <a:cubicBezTo>
                  <a:pt x="141" y="33"/>
                  <a:pt x="141" y="30"/>
                  <a:pt x="140" y="28"/>
                </a:cubicBezTo>
                <a:cubicBezTo>
                  <a:pt x="139" y="27"/>
                  <a:pt x="137" y="26"/>
                  <a:pt x="135" y="27"/>
                </a:cubicBezTo>
                <a:cubicBezTo>
                  <a:pt x="129" y="31"/>
                  <a:pt x="129" y="31"/>
                  <a:pt x="129" y="31"/>
                </a:cubicBezTo>
                <a:cubicBezTo>
                  <a:pt x="126" y="33"/>
                  <a:pt x="125" y="36"/>
                  <a:pt x="125" y="39"/>
                </a:cubicBezTo>
                <a:cubicBezTo>
                  <a:pt x="125" y="44"/>
                  <a:pt x="125" y="44"/>
                  <a:pt x="125" y="44"/>
                </a:cubicBezTo>
                <a:cubicBezTo>
                  <a:pt x="125" y="44"/>
                  <a:pt x="125" y="45"/>
                  <a:pt x="124" y="45"/>
                </a:cubicBezTo>
                <a:cubicBezTo>
                  <a:pt x="111" y="48"/>
                  <a:pt x="111" y="48"/>
                  <a:pt x="111" y="48"/>
                </a:cubicBezTo>
                <a:cubicBezTo>
                  <a:pt x="108" y="48"/>
                  <a:pt x="105" y="50"/>
                  <a:pt x="104" y="53"/>
                </a:cubicBezTo>
                <a:cubicBezTo>
                  <a:pt x="99" y="67"/>
                  <a:pt x="99" y="67"/>
                  <a:pt x="99" y="67"/>
                </a:cubicBezTo>
                <a:cubicBezTo>
                  <a:pt x="98" y="68"/>
                  <a:pt x="98" y="68"/>
                  <a:pt x="98" y="68"/>
                </a:cubicBezTo>
                <a:cubicBezTo>
                  <a:pt x="95" y="68"/>
                  <a:pt x="95" y="68"/>
                  <a:pt x="95" y="68"/>
                </a:cubicBezTo>
                <a:cubicBezTo>
                  <a:pt x="93" y="68"/>
                  <a:pt x="90" y="69"/>
                  <a:pt x="89" y="71"/>
                </a:cubicBezTo>
                <a:cubicBezTo>
                  <a:pt x="85" y="75"/>
                  <a:pt x="85" y="75"/>
                  <a:pt x="85" y="75"/>
                </a:cubicBezTo>
                <a:cubicBezTo>
                  <a:pt x="82" y="77"/>
                  <a:pt x="81" y="82"/>
                  <a:pt x="83" y="85"/>
                </a:cubicBezTo>
                <a:cubicBezTo>
                  <a:pt x="88" y="96"/>
                  <a:pt x="88" y="96"/>
                  <a:pt x="88" y="96"/>
                </a:cubicBezTo>
                <a:cubicBezTo>
                  <a:pt x="90" y="98"/>
                  <a:pt x="92" y="100"/>
                  <a:pt x="94" y="100"/>
                </a:cubicBezTo>
                <a:cubicBezTo>
                  <a:pt x="107" y="104"/>
                  <a:pt x="107" y="104"/>
                  <a:pt x="107" y="104"/>
                </a:cubicBezTo>
                <a:cubicBezTo>
                  <a:pt x="107" y="104"/>
                  <a:pt x="107" y="104"/>
                  <a:pt x="107" y="104"/>
                </a:cubicBezTo>
                <a:cubicBezTo>
                  <a:pt x="117" y="114"/>
                  <a:pt x="117" y="114"/>
                  <a:pt x="117" y="114"/>
                </a:cubicBezTo>
                <a:cubicBezTo>
                  <a:pt x="118" y="115"/>
                  <a:pt x="120" y="116"/>
                  <a:pt x="122" y="116"/>
                </a:cubicBezTo>
                <a:cubicBezTo>
                  <a:pt x="136" y="119"/>
                  <a:pt x="136" y="119"/>
                  <a:pt x="136" y="119"/>
                </a:cubicBezTo>
                <a:cubicBezTo>
                  <a:pt x="136" y="119"/>
                  <a:pt x="136" y="120"/>
                  <a:pt x="136" y="120"/>
                </a:cubicBezTo>
                <a:cubicBezTo>
                  <a:pt x="133" y="137"/>
                  <a:pt x="133" y="137"/>
                  <a:pt x="133" y="137"/>
                </a:cubicBezTo>
                <a:cubicBezTo>
                  <a:pt x="133" y="137"/>
                  <a:pt x="133" y="137"/>
                  <a:pt x="133" y="138"/>
                </a:cubicBezTo>
                <a:cubicBezTo>
                  <a:pt x="130" y="139"/>
                  <a:pt x="130" y="139"/>
                  <a:pt x="130" y="139"/>
                </a:cubicBezTo>
                <a:cubicBezTo>
                  <a:pt x="127" y="141"/>
                  <a:pt x="125" y="144"/>
                  <a:pt x="125" y="147"/>
                </a:cubicBezTo>
                <a:cubicBezTo>
                  <a:pt x="125" y="148"/>
                  <a:pt x="125" y="148"/>
                  <a:pt x="125" y="148"/>
                </a:cubicBezTo>
                <a:cubicBezTo>
                  <a:pt x="108" y="148"/>
                  <a:pt x="108" y="148"/>
                  <a:pt x="108" y="148"/>
                </a:cubicBezTo>
                <a:cubicBezTo>
                  <a:pt x="105" y="140"/>
                  <a:pt x="105" y="140"/>
                  <a:pt x="105" y="140"/>
                </a:cubicBezTo>
                <a:cubicBezTo>
                  <a:pt x="105" y="139"/>
                  <a:pt x="104" y="138"/>
                  <a:pt x="104" y="137"/>
                </a:cubicBezTo>
                <a:cubicBezTo>
                  <a:pt x="88" y="118"/>
                  <a:pt x="88" y="118"/>
                  <a:pt x="88" y="118"/>
                </a:cubicBezTo>
                <a:cubicBezTo>
                  <a:pt x="87" y="116"/>
                  <a:pt x="84" y="115"/>
                  <a:pt x="82" y="117"/>
                </a:cubicBezTo>
                <a:cubicBezTo>
                  <a:pt x="81" y="118"/>
                  <a:pt x="80" y="121"/>
                  <a:pt x="82" y="123"/>
                </a:cubicBezTo>
                <a:cubicBezTo>
                  <a:pt x="97" y="142"/>
                  <a:pt x="97" y="142"/>
                  <a:pt x="97" y="142"/>
                </a:cubicBezTo>
                <a:cubicBezTo>
                  <a:pt x="99" y="148"/>
                  <a:pt x="99" y="148"/>
                  <a:pt x="99" y="148"/>
                </a:cubicBezTo>
                <a:cubicBezTo>
                  <a:pt x="94" y="148"/>
                  <a:pt x="94" y="148"/>
                  <a:pt x="94" y="148"/>
                </a:cubicBezTo>
                <a:cubicBezTo>
                  <a:pt x="89" y="148"/>
                  <a:pt x="84" y="149"/>
                  <a:pt x="80" y="151"/>
                </a:cubicBezTo>
                <a:cubicBezTo>
                  <a:pt x="70" y="136"/>
                  <a:pt x="65" y="118"/>
                  <a:pt x="65" y="100"/>
                </a:cubicBezTo>
                <a:close/>
                <a:moveTo>
                  <a:pt x="242" y="183"/>
                </a:moveTo>
                <a:cubicBezTo>
                  <a:pt x="171" y="213"/>
                  <a:pt x="171" y="213"/>
                  <a:pt x="171" y="213"/>
                </a:cubicBezTo>
                <a:cubicBezTo>
                  <a:pt x="166" y="215"/>
                  <a:pt x="162" y="216"/>
                  <a:pt x="157" y="216"/>
                </a:cubicBezTo>
                <a:cubicBezTo>
                  <a:pt x="94" y="216"/>
                  <a:pt x="94" y="216"/>
                  <a:pt x="94" y="216"/>
                </a:cubicBezTo>
                <a:cubicBezTo>
                  <a:pt x="89" y="216"/>
                  <a:pt x="84" y="217"/>
                  <a:pt x="80" y="220"/>
                </a:cubicBezTo>
                <a:cubicBezTo>
                  <a:pt x="66" y="228"/>
                  <a:pt x="66" y="228"/>
                  <a:pt x="66" y="228"/>
                </a:cubicBezTo>
                <a:cubicBezTo>
                  <a:pt x="38" y="184"/>
                  <a:pt x="38" y="184"/>
                  <a:pt x="38" y="184"/>
                </a:cubicBezTo>
                <a:cubicBezTo>
                  <a:pt x="39" y="184"/>
                  <a:pt x="39" y="184"/>
                  <a:pt x="39" y="183"/>
                </a:cubicBezTo>
                <a:cubicBezTo>
                  <a:pt x="80" y="160"/>
                  <a:pt x="80" y="160"/>
                  <a:pt x="80" y="160"/>
                </a:cubicBezTo>
                <a:cubicBezTo>
                  <a:pt x="84" y="157"/>
                  <a:pt x="89" y="156"/>
                  <a:pt x="94" y="156"/>
                </a:cubicBezTo>
                <a:cubicBezTo>
                  <a:pt x="157" y="156"/>
                  <a:pt x="157" y="156"/>
                  <a:pt x="157" y="156"/>
                </a:cubicBezTo>
                <a:cubicBezTo>
                  <a:pt x="164" y="156"/>
                  <a:pt x="169" y="161"/>
                  <a:pt x="169" y="168"/>
                </a:cubicBezTo>
                <a:cubicBezTo>
                  <a:pt x="169" y="175"/>
                  <a:pt x="164" y="180"/>
                  <a:pt x="157" y="180"/>
                </a:cubicBezTo>
                <a:cubicBezTo>
                  <a:pt x="109" y="180"/>
                  <a:pt x="109" y="180"/>
                  <a:pt x="109" y="180"/>
                </a:cubicBezTo>
                <a:cubicBezTo>
                  <a:pt x="107" y="180"/>
                  <a:pt x="105" y="182"/>
                  <a:pt x="105" y="184"/>
                </a:cubicBezTo>
                <a:cubicBezTo>
                  <a:pt x="105" y="186"/>
                  <a:pt x="107" y="188"/>
                  <a:pt x="109" y="188"/>
                </a:cubicBezTo>
                <a:cubicBezTo>
                  <a:pt x="157" y="188"/>
                  <a:pt x="157" y="188"/>
                  <a:pt x="157" y="188"/>
                </a:cubicBezTo>
                <a:cubicBezTo>
                  <a:pt x="158" y="188"/>
                  <a:pt x="159" y="188"/>
                  <a:pt x="160" y="188"/>
                </a:cubicBezTo>
                <a:cubicBezTo>
                  <a:pt x="161" y="188"/>
                  <a:pt x="161" y="188"/>
                  <a:pt x="162" y="188"/>
                </a:cubicBezTo>
                <a:cubicBezTo>
                  <a:pt x="232" y="161"/>
                  <a:pt x="232" y="161"/>
                  <a:pt x="232" y="161"/>
                </a:cubicBezTo>
                <a:cubicBezTo>
                  <a:pt x="235" y="160"/>
                  <a:pt x="239" y="160"/>
                  <a:pt x="242" y="161"/>
                </a:cubicBezTo>
                <a:cubicBezTo>
                  <a:pt x="245" y="162"/>
                  <a:pt x="247" y="165"/>
                  <a:pt x="248" y="168"/>
                </a:cubicBezTo>
                <a:cubicBezTo>
                  <a:pt x="251" y="174"/>
                  <a:pt x="248" y="181"/>
                  <a:pt x="242" y="183"/>
                </a:cubicBezTo>
                <a:close/>
                <a:moveTo>
                  <a:pt x="168" y="111"/>
                </a:moveTo>
                <a:cubicBezTo>
                  <a:pt x="169" y="114"/>
                  <a:pt x="173" y="116"/>
                  <a:pt x="176" y="116"/>
                </a:cubicBezTo>
                <a:cubicBezTo>
                  <a:pt x="179" y="116"/>
                  <a:pt x="179" y="116"/>
                  <a:pt x="179" y="116"/>
                </a:cubicBezTo>
                <a:cubicBezTo>
                  <a:pt x="179" y="116"/>
                  <a:pt x="180" y="116"/>
                  <a:pt x="180" y="117"/>
                </a:cubicBezTo>
                <a:cubicBezTo>
                  <a:pt x="191" y="147"/>
                  <a:pt x="191" y="147"/>
                  <a:pt x="191" y="147"/>
                </a:cubicBezTo>
                <a:cubicBezTo>
                  <a:pt x="192" y="150"/>
                  <a:pt x="194" y="152"/>
                  <a:pt x="197" y="153"/>
                </a:cubicBezTo>
                <a:cubicBezTo>
                  <a:pt x="198" y="153"/>
                  <a:pt x="199" y="153"/>
                  <a:pt x="199" y="153"/>
                </a:cubicBezTo>
                <a:cubicBezTo>
                  <a:pt x="201" y="153"/>
                  <a:pt x="203" y="152"/>
                  <a:pt x="205" y="151"/>
                </a:cubicBezTo>
                <a:cubicBezTo>
                  <a:pt x="213" y="145"/>
                  <a:pt x="213" y="145"/>
                  <a:pt x="213" y="145"/>
                </a:cubicBezTo>
                <a:cubicBezTo>
                  <a:pt x="216" y="143"/>
                  <a:pt x="217" y="140"/>
                  <a:pt x="217" y="138"/>
                </a:cubicBezTo>
                <a:cubicBezTo>
                  <a:pt x="217" y="133"/>
                  <a:pt x="217" y="133"/>
                  <a:pt x="217" y="133"/>
                </a:cubicBezTo>
                <a:cubicBezTo>
                  <a:pt x="217" y="133"/>
                  <a:pt x="217" y="133"/>
                  <a:pt x="217" y="133"/>
                </a:cubicBezTo>
                <a:cubicBezTo>
                  <a:pt x="231" y="112"/>
                  <a:pt x="231" y="112"/>
                  <a:pt x="231" y="112"/>
                </a:cubicBezTo>
                <a:cubicBezTo>
                  <a:pt x="233" y="110"/>
                  <a:pt x="233" y="107"/>
                  <a:pt x="232" y="105"/>
                </a:cubicBezTo>
                <a:cubicBezTo>
                  <a:pt x="229" y="92"/>
                  <a:pt x="229" y="92"/>
                  <a:pt x="229" y="92"/>
                </a:cubicBezTo>
                <a:cubicBezTo>
                  <a:pt x="229" y="91"/>
                  <a:pt x="229" y="90"/>
                  <a:pt x="228" y="90"/>
                </a:cubicBezTo>
                <a:cubicBezTo>
                  <a:pt x="224" y="81"/>
                  <a:pt x="224" y="81"/>
                  <a:pt x="224" y="81"/>
                </a:cubicBezTo>
                <a:cubicBezTo>
                  <a:pt x="224" y="81"/>
                  <a:pt x="224" y="81"/>
                  <a:pt x="224" y="80"/>
                </a:cubicBezTo>
                <a:cubicBezTo>
                  <a:pt x="224" y="80"/>
                  <a:pt x="225" y="80"/>
                  <a:pt x="225" y="80"/>
                </a:cubicBezTo>
                <a:cubicBezTo>
                  <a:pt x="227" y="80"/>
                  <a:pt x="229" y="78"/>
                  <a:pt x="229" y="76"/>
                </a:cubicBezTo>
                <a:cubicBezTo>
                  <a:pt x="229" y="74"/>
                  <a:pt x="227" y="72"/>
                  <a:pt x="225" y="72"/>
                </a:cubicBezTo>
                <a:cubicBezTo>
                  <a:pt x="222" y="72"/>
                  <a:pt x="219" y="74"/>
                  <a:pt x="217" y="76"/>
                </a:cubicBezTo>
                <a:cubicBezTo>
                  <a:pt x="216" y="79"/>
                  <a:pt x="216" y="82"/>
                  <a:pt x="217" y="85"/>
                </a:cubicBezTo>
                <a:cubicBezTo>
                  <a:pt x="221" y="93"/>
                  <a:pt x="221" y="93"/>
                  <a:pt x="221" y="93"/>
                </a:cubicBezTo>
                <a:cubicBezTo>
                  <a:pt x="225" y="107"/>
                  <a:pt x="225" y="107"/>
                  <a:pt x="225" y="107"/>
                </a:cubicBezTo>
                <a:cubicBezTo>
                  <a:pt x="225" y="107"/>
                  <a:pt x="225" y="107"/>
                  <a:pt x="224" y="108"/>
                </a:cubicBezTo>
                <a:cubicBezTo>
                  <a:pt x="210" y="129"/>
                  <a:pt x="210" y="129"/>
                  <a:pt x="210" y="129"/>
                </a:cubicBezTo>
                <a:cubicBezTo>
                  <a:pt x="210" y="130"/>
                  <a:pt x="209" y="132"/>
                  <a:pt x="209" y="133"/>
                </a:cubicBezTo>
                <a:cubicBezTo>
                  <a:pt x="209" y="138"/>
                  <a:pt x="209" y="138"/>
                  <a:pt x="209" y="138"/>
                </a:cubicBezTo>
                <a:cubicBezTo>
                  <a:pt x="209" y="138"/>
                  <a:pt x="209" y="138"/>
                  <a:pt x="209" y="138"/>
                </a:cubicBezTo>
                <a:cubicBezTo>
                  <a:pt x="200" y="145"/>
                  <a:pt x="200" y="145"/>
                  <a:pt x="200" y="145"/>
                </a:cubicBezTo>
                <a:cubicBezTo>
                  <a:pt x="200" y="145"/>
                  <a:pt x="199" y="145"/>
                  <a:pt x="199" y="145"/>
                </a:cubicBezTo>
                <a:cubicBezTo>
                  <a:pt x="199" y="145"/>
                  <a:pt x="199" y="145"/>
                  <a:pt x="198" y="144"/>
                </a:cubicBezTo>
                <a:cubicBezTo>
                  <a:pt x="187" y="114"/>
                  <a:pt x="187" y="114"/>
                  <a:pt x="187" y="114"/>
                </a:cubicBezTo>
                <a:cubicBezTo>
                  <a:pt x="186" y="110"/>
                  <a:pt x="183" y="108"/>
                  <a:pt x="179" y="108"/>
                </a:cubicBezTo>
                <a:cubicBezTo>
                  <a:pt x="176" y="108"/>
                  <a:pt x="176" y="108"/>
                  <a:pt x="176" y="108"/>
                </a:cubicBezTo>
                <a:cubicBezTo>
                  <a:pt x="176" y="108"/>
                  <a:pt x="176" y="108"/>
                  <a:pt x="175" y="107"/>
                </a:cubicBezTo>
                <a:cubicBezTo>
                  <a:pt x="166" y="85"/>
                  <a:pt x="166" y="85"/>
                  <a:pt x="166" y="85"/>
                </a:cubicBezTo>
                <a:cubicBezTo>
                  <a:pt x="165" y="84"/>
                  <a:pt x="165" y="84"/>
                  <a:pt x="166" y="84"/>
                </a:cubicBezTo>
                <a:cubicBezTo>
                  <a:pt x="171" y="74"/>
                  <a:pt x="171" y="74"/>
                  <a:pt x="171" y="74"/>
                </a:cubicBezTo>
                <a:cubicBezTo>
                  <a:pt x="171" y="73"/>
                  <a:pt x="171" y="73"/>
                  <a:pt x="172" y="73"/>
                </a:cubicBezTo>
                <a:cubicBezTo>
                  <a:pt x="179" y="76"/>
                  <a:pt x="179" y="76"/>
                  <a:pt x="179" y="76"/>
                </a:cubicBezTo>
                <a:cubicBezTo>
                  <a:pt x="180" y="76"/>
                  <a:pt x="181" y="76"/>
                  <a:pt x="182" y="76"/>
                </a:cubicBezTo>
                <a:cubicBezTo>
                  <a:pt x="192" y="76"/>
                  <a:pt x="192" y="76"/>
                  <a:pt x="192" y="76"/>
                </a:cubicBezTo>
                <a:cubicBezTo>
                  <a:pt x="197" y="76"/>
                  <a:pt x="201" y="72"/>
                  <a:pt x="201" y="67"/>
                </a:cubicBezTo>
                <a:cubicBezTo>
                  <a:pt x="201" y="64"/>
                  <a:pt x="201" y="64"/>
                  <a:pt x="201" y="64"/>
                </a:cubicBezTo>
                <a:cubicBezTo>
                  <a:pt x="201" y="62"/>
                  <a:pt x="200" y="60"/>
                  <a:pt x="198" y="58"/>
                </a:cubicBezTo>
                <a:cubicBezTo>
                  <a:pt x="195" y="55"/>
                  <a:pt x="195" y="55"/>
                  <a:pt x="195" y="55"/>
                </a:cubicBezTo>
                <a:cubicBezTo>
                  <a:pt x="193" y="53"/>
                  <a:pt x="192" y="53"/>
                  <a:pt x="190" y="52"/>
                </a:cubicBezTo>
                <a:cubicBezTo>
                  <a:pt x="176" y="49"/>
                  <a:pt x="176" y="49"/>
                  <a:pt x="176" y="49"/>
                </a:cubicBezTo>
                <a:cubicBezTo>
                  <a:pt x="176" y="49"/>
                  <a:pt x="176" y="49"/>
                  <a:pt x="176" y="49"/>
                </a:cubicBezTo>
                <a:cubicBezTo>
                  <a:pt x="176" y="49"/>
                  <a:pt x="175" y="48"/>
                  <a:pt x="176" y="48"/>
                </a:cubicBezTo>
                <a:cubicBezTo>
                  <a:pt x="179" y="41"/>
                  <a:pt x="179" y="41"/>
                  <a:pt x="179" y="41"/>
                </a:cubicBezTo>
                <a:cubicBezTo>
                  <a:pt x="180" y="40"/>
                  <a:pt x="180" y="40"/>
                  <a:pt x="180" y="40"/>
                </a:cubicBezTo>
                <a:cubicBezTo>
                  <a:pt x="185" y="40"/>
                  <a:pt x="185" y="40"/>
                  <a:pt x="185" y="40"/>
                </a:cubicBezTo>
                <a:cubicBezTo>
                  <a:pt x="187" y="40"/>
                  <a:pt x="189" y="38"/>
                  <a:pt x="189" y="36"/>
                </a:cubicBezTo>
                <a:cubicBezTo>
                  <a:pt x="189" y="34"/>
                  <a:pt x="187" y="32"/>
                  <a:pt x="185" y="32"/>
                </a:cubicBezTo>
                <a:cubicBezTo>
                  <a:pt x="180" y="32"/>
                  <a:pt x="180" y="32"/>
                  <a:pt x="180" y="32"/>
                </a:cubicBezTo>
                <a:cubicBezTo>
                  <a:pt x="177" y="32"/>
                  <a:pt x="174" y="34"/>
                  <a:pt x="172" y="37"/>
                </a:cubicBezTo>
                <a:cubicBezTo>
                  <a:pt x="168" y="44"/>
                  <a:pt x="168" y="44"/>
                  <a:pt x="168" y="44"/>
                </a:cubicBezTo>
                <a:cubicBezTo>
                  <a:pt x="167" y="47"/>
                  <a:pt x="167" y="50"/>
                  <a:pt x="168" y="52"/>
                </a:cubicBezTo>
                <a:cubicBezTo>
                  <a:pt x="170" y="55"/>
                  <a:pt x="172" y="57"/>
                  <a:pt x="175" y="57"/>
                </a:cubicBezTo>
                <a:cubicBezTo>
                  <a:pt x="189" y="60"/>
                  <a:pt x="189" y="60"/>
                  <a:pt x="189" y="60"/>
                </a:cubicBezTo>
                <a:cubicBezTo>
                  <a:pt x="189" y="60"/>
                  <a:pt x="189" y="60"/>
                  <a:pt x="189" y="60"/>
                </a:cubicBezTo>
                <a:cubicBezTo>
                  <a:pt x="193" y="64"/>
                  <a:pt x="193" y="64"/>
                  <a:pt x="193" y="64"/>
                </a:cubicBezTo>
                <a:cubicBezTo>
                  <a:pt x="193" y="64"/>
                  <a:pt x="193" y="64"/>
                  <a:pt x="193" y="64"/>
                </a:cubicBezTo>
                <a:cubicBezTo>
                  <a:pt x="193" y="67"/>
                  <a:pt x="193" y="67"/>
                  <a:pt x="193" y="67"/>
                </a:cubicBezTo>
                <a:cubicBezTo>
                  <a:pt x="193" y="68"/>
                  <a:pt x="193" y="68"/>
                  <a:pt x="192" y="68"/>
                </a:cubicBezTo>
                <a:cubicBezTo>
                  <a:pt x="181" y="68"/>
                  <a:pt x="181" y="68"/>
                  <a:pt x="181" y="68"/>
                </a:cubicBezTo>
                <a:cubicBezTo>
                  <a:pt x="174" y="66"/>
                  <a:pt x="174" y="66"/>
                  <a:pt x="174" y="66"/>
                </a:cubicBezTo>
                <a:cubicBezTo>
                  <a:pt x="170" y="64"/>
                  <a:pt x="165" y="66"/>
                  <a:pt x="163" y="70"/>
                </a:cubicBezTo>
                <a:cubicBezTo>
                  <a:pt x="158" y="80"/>
                  <a:pt x="158" y="80"/>
                  <a:pt x="158" y="80"/>
                </a:cubicBezTo>
                <a:cubicBezTo>
                  <a:pt x="157" y="83"/>
                  <a:pt x="157" y="85"/>
                  <a:pt x="158" y="88"/>
                </a:cubicBezTo>
                <a:lnTo>
                  <a:pt x="168" y="1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16" name="Freeform 121">
            <a:extLst>
              <a:ext uri="{FF2B5EF4-FFF2-40B4-BE49-F238E27FC236}">
                <a16:creationId xmlns:a16="http://schemas.microsoft.com/office/drawing/2014/main" id="{05935D92-F8D5-4DAE-880A-DC1541D29A1F}"/>
              </a:ext>
            </a:extLst>
          </p:cNvPr>
          <p:cNvSpPr>
            <a:spLocks noChangeAspect="1" noEditPoints="1"/>
          </p:cNvSpPr>
          <p:nvPr/>
        </p:nvSpPr>
        <p:spPr bwMode="auto">
          <a:xfrm>
            <a:off x="2508380" y="3405982"/>
            <a:ext cx="400050" cy="374650"/>
          </a:xfrm>
          <a:custGeom>
            <a:avLst/>
            <a:gdLst>
              <a:gd name="T0" fmla="*/ 84 w 256"/>
              <a:gd name="T1" fmla="*/ 156 h 240"/>
              <a:gd name="T2" fmla="*/ 256 w 256"/>
              <a:gd name="T3" fmla="*/ 96 h 240"/>
              <a:gd name="T4" fmla="*/ 196 w 256"/>
              <a:gd name="T5" fmla="*/ 32 h 240"/>
              <a:gd name="T6" fmla="*/ 132 w 256"/>
              <a:gd name="T7" fmla="*/ 0 h 240"/>
              <a:gd name="T8" fmla="*/ 96 w 256"/>
              <a:gd name="T9" fmla="*/ 4 h 240"/>
              <a:gd name="T10" fmla="*/ 68 w 256"/>
              <a:gd name="T11" fmla="*/ 16 h 240"/>
              <a:gd name="T12" fmla="*/ 68 w 256"/>
              <a:gd name="T13" fmla="*/ 24 h 240"/>
              <a:gd name="T14" fmla="*/ 96 w 256"/>
              <a:gd name="T15" fmla="*/ 48 h 240"/>
              <a:gd name="T16" fmla="*/ 64 w 256"/>
              <a:gd name="T17" fmla="*/ 52 h 240"/>
              <a:gd name="T18" fmla="*/ 96 w 256"/>
              <a:gd name="T19" fmla="*/ 56 h 240"/>
              <a:gd name="T20" fmla="*/ 100 w 256"/>
              <a:gd name="T21" fmla="*/ 72 h 240"/>
              <a:gd name="T22" fmla="*/ 168 w 256"/>
              <a:gd name="T23" fmla="*/ 40 h 240"/>
              <a:gd name="T24" fmla="*/ 248 w 256"/>
              <a:gd name="T25" fmla="*/ 92 h 240"/>
              <a:gd name="T26" fmla="*/ 238 w 256"/>
              <a:gd name="T27" fmla="*/ 127 h 240"/>
              <a:gd name="T28" fmla="*/ 27 w 256"/>
              <a:gd name="T29" fmla="*/ 129 h 240"/>
              <a:gd name="T30" fmla="*/ 32 w 256"/>
              <a:gd name="T31" fmla="*/ 212 h 240"/>
              <a:gd name="T32" fmla="*/ 64 w 256"/>
              <a:gd name="T33" fmla="*/ 240 h 240"/>
              <a:gd name="T34" fmla="*/ 164 w 256"/>
              <a:gd name="T35" fmla="*/ 212 h 240"/>
              <a:gd name="T36" fmla="*/ 228 w 256"/>
              <a:gd name="T37" fmla="*/ 212 h 240"/>
              <a:gd name="T38" fmla="*/ 256 w 256"/>
              <a:gd name="T39" fmla="*/ 172 h 240"/>
              <a:gd name="T40" fmla="*/ 248 w 256"/>
              <a:gd name="T41" fmla="*/ 172 h 240"/>
              <a:gd name="T42" fmla="*/ 228 w 256"/>
              <a:gd name="T43" fmla="*/ 204 h 240"/>
              <a:gd name="T44" fmla="*/ 164 w 256"/>
              <a:gd name="T45" fmla="*/ 204 h 240"/>
              <a:gd name="T46" fmla="*/ 64 w 256"/>
              <a:gd name="T47" fmla="*/ 176 h 240"/>
              <a:gd name="T48" fmla="*/ 32 w 256"/>
              <a:gd name="T49" fmla="*/ 204 h 240"/>
              <a:gd name="T50" fmla="*/ 32 w 256"/>
              <a:gd name="T51" fmla="*/ 136 h 240"/>
              <a:gd name="T52" fmla="*/ 232 w 256"/>
              <a:gd name="T53" fmla="*/ 133 h 240"/>
              <a:gd name="T54" fmla="*/ 194 w 256"/>
              <a:gd name="T55" fmla="*/ 148 h 240"/>
              <a:gd name="T56" fmla="*/ 161 w 256"/>
              <a:gd name="T57" fmla="*/ 121 h 240"/>
              <a:gd name="T58" fmla="*/ 182 w 256"/>
              <a:gd name="T59" fmla="*/ 148 h 240"/>
              <a:gd name="T60" fmla="*/ 119 w 256"/>
              <a:gd name="T61" fmla="*/ 125 h 240"/>
              <a:gd name="T62" fmla="*/ 113 w 256"/>
              <a:gd name="T63" fmla="*/ 131 h 240"/>
              <a:gd name="T64" fmla="*/ 84 w 256"/>
              <a:gd name="T65" fmla="*/ 148 h 240"/>
              <a:gd name="T66" fmla="*/ 132 w 256"/>
              <a:gd name="T67" fmla="*/ 64 h 240"/>
              <a:gd name="T68" fmla="*/ 104 w 256"/>
              <a:gd name="T69" fmla="*/ 8 h 240"/>
              <a:gd name="T70" fmla="*/ 160 w 256"/>
              <a:gd name="T71" fmla="*/ 36 h 240"/>
              <a:gd name="T72" fmla="*/ 196 w 256"/>
              <a:gd name="T73" fmla="*/ 184 h 240"/>
              <a:gd name="T74" fmla="*/ 196 w 256"/>
              <a:gd name="T75" fmla="*/ 232 h 240"/>
              <a:gd name="T76" fmla="*/ 196 w 256"/>
              <a:gd name="T77" fmla="*/ 184 h 240"/>
              <a:gd name="T78" fmla="*/ 88 w 256"/>
              <a:gd name="T79" fmla="*/ 208 h 240"/>
              <a:gd name="T80" fmla="*/ 40 w 256"/>
              <a:gd name="T81" fmla="*/ 20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6" h="240">
                <a:moveTo>
                  <a:pt x="80" y="152"/>
                </a:moveTo>
                <a:cubicBezTo>
                  <a:pt x="80" y="154"/>
                  <a:pt x="82" y="156"/>
                  <a:pt x="84" y="156"/>
                </a:cubicBezTo>
                <a:cubicBezTo>
                  <a:pt x="196" y="156"/>
                  <a:pt x="196" y="156"/>
                  <a:pt x="196" y="156"/>
                </a:cubicBezTo>
                <a:cubicBezTo>
                  <a:pt x="229" y="156"/>
                  <a:pt x="256" y="129"/>
                  <a:pt x="256" y="96"/>
                </a:cubicBezTo>
                <a:cubicBezTo>
                  <a:pt x="256" y="92"/>
                  <a:pt x="256" y="92"/>
                  <a:pt x="256" y="92"/>
                </a:cubicBezTo>
                <a:cubicBezTo>
                  <a:pt x="256" y="59"/>
                  <a:pt x="229" y="32"/>
                  <a:pt x="196" y="32"/>
                </a:cubicBezTo>
                <a:cubicBezTo>
                  <a:pt x="168" y="32"/>
                  <a:pt x="168" y="32"/>
                  <a:pt x="168" y="32"/>
                </a:cubicBezTo>
                <a:cubicBezTo>
                  <a:pt x="166" y="14"/>
                  <a:pt x="150" y="0"/>
                  <a:pt x="132" y="0"/>
                </a:cubicBezTo>
                <a:cubicBezTo>
                  <a:pt x="100" y="0"/>
                  <a:pt x="100" y="0"/>
                  <a:pt x="100" y="0"/>
                </a:cubicBezTo>
                <a:cubicBezTo>
                  <a:pt x="98" y="0"/>
                  <a:pt x="96" y="2"/>
                  <a:pt x="96" y="4"/>
                </a:cubicBezTo>
                <a:cubicBezTo>
                  <a:pt x="96" y="16"/>
                  <a:pt x="96" y="16"/>
                  <a:pt x="96" y="16"/>
                </a:cubicBezTo>
                <a:cubicBezTo>
                  <a:pt x="68" y="16"/>
                  <a:pt x="68" y="16"/>
                  <a:pt x="68" y="16"/>
                </a:cubicBezTo>
                <a:cubicBezTo>
                  <a:pt x="66" y="16"/>
                  <a:pt x="64" y="18"/>
                  <a:pt x="64" y="20"/>
                </a:cubicBezTo>
                <a:cubicBezTo>
                  <a:pt x="64" y="22"/>
                  <a:pt x="66" y="24"/>
                  <a:pt x="68" y="24"/>
                </a:cubicBezTo>
                <a:cubicBezTo>
                  <a:pt x="96" y="24"/>
                  <a:pt x="96" y="24"/>
                  <a:pt x="96" y="24"/>
                </a:cubicBezTo>
                <a:cubicBezTo>
                  <a:pt x="96" y="48"/>
                  <a:pt x="96" y="48"/>
                  <a:pt x="96" y="48"/>
                </a:cubicBezTo>
                <a:cubicBezTo>
                  <a:pt x="68" y="48"/>
                  <a:pt x="68" y="48"/>
                  <a:pt x="68" y="48"/>
                </a:cubicBezTo>
                <a:cubicBezTo>
                  <a:pt x="66" y="48"/>
                  <a:pt x="64" y="50"/>
                  <a:pt x="64" y="52"/>
                </a:cubicBezTo>
                <a:cubicBezTo>
                  <a:pt x="64" y="54"/>
                  <a:pt x="66" y="56"/>
                  <a:pt x="68" y="56"/>
                </a:cubicBezTo>
                <a:cubicBezTo>
                  <a:pt x="96" y="56"/>
                  <a:pt x="96" y="56"/>
                  <a:pt x="96" y="56"/>
                </a:cubicBezTo>
                <a:cubicBezTo>
                  <a:pt x="96" y="68"/>
                  <a:pt x="96" y="68"/>
                  <a:pt x="96" y="68"/>
                </a:cubicBezTo>
                <a:cubicBezTo>
                  <a:pt x="96" y="70"/>
                  <a:pt x="98" y="72"/>
                  <a:pt x="100" y="72"/>
                </a:cubicBezTo>
                <a:cubicBezTo>
                  <a:pt x="132" y="72"/>
                  <a:pt x="132" y="72"/>
                  <a:pt x="132" y="72"/>
                </a:cubicBezTo>
                <a:cubicBezTo>
                  <a:pt x="150" y="72"/>
                  <a:pt x="166" y="58"/>
                  <a:pt x="168" y="40"/>
                </a:cubicBezTo>
                <a:cubicBezTo>
                  <a:pt x="196" y="40"/>
                  <a:pt x="196" y="40"/>
                  <a:pt x="196" y="40"/>
                </a:cubicBezTo>
                <a:cubicBezTo>
                  <a:pt x="225" y="40"/>
                  <a:pt x="248" y="63"/>
                  <a:pt x="248" y="92"/>
                </a:cubicBezTo>
                <a:cubicBezTo>
                  <a:pt x="248" y="96"/>
                  <a:pt x="248" y="96"/>
                  <a:pt x="248" y="96"/>
                </a:cubicBezTo>
                <a:cubicBezTo>
                  <a:pt x="248" y="108"/>
                  <a:pt x="244" y="118"/>
                  <a:pt x="238" y="127"/>
                </a:cubicBezTo>
                <a:cubicBezTo>
                  <a:pt x="215" y="93"/>
                  <a:pt x="185" y="88"/>
                  <a:pt x="156" y="88"/>
                </a:cubicBezTo>
                <a:cubicBezTo>
                  <a:pt x="101" y="88"/>
                  <a:pt x="56" y="111"/>
                  <a:pt x="27" y="129"/>
                </a:cubicBezTo>
                <a:cubicBezTo>
                  <a:pt x="10" y="141"/>
                  <a:pt x="0" y="160"/>
                  <a:pt x="0" y="180"/>
                </a:cubicBezTo>
                <a:cubicBezTo>
                  <a:pt x="0" y="198"/>
                  <a:pt x="14" y="212"/>
                  <a:pt x="32" y="212"/>
                </a:cubicBezTo>
                <a:cubicBezTo>
                  <a:pt x="32" y="212"/>
                  <a:pt x="32" y="212"/>
                  <a:pt x="32" y="212"/>
                </a:cubicBezTo>
                <a:cubicBezTo>
                  <a:pt x="34" y="228"/>
                  <a:pt x="48" y="240"/>
                  <a:pt x="64" y="240"/>
                </a:cubicBezTo>
                <a:cubicBezTo>
                  <a:pt x="80" y="240"/>
                  <a:pt x="94" y="228"/>
                  <a:pt x="96" y="212"/>
                </a:cubicBezTo>
                <a:cubicBezTo>
                  <a:pt x="164" y="212"/>
                  <a:pt x="164" y="212"/>
                  <a:pt x="164" y="212"/>
                </a:cubicBezTo>
                <a:cubicBezTo>
                  <a:pt x="166" y="228"/>
                  <a:pt x="180" y="240"/>
                  <a:pt x="196" y="240"/>
                </a:cubicBezTo>
                <a:cubicBezTo>
                  <a:pt x="212" y="240"/>
                  <a:pt x="226" y="228"/>
                  <a:pt x="228" y="212"/>
                </a:cubicBezTo>
                <a:cubicBezTo>
                  <a:pt x="244" y="210"/>
                  <a:pt x="256" y="196"/>
                  <a:pt x="256" y="180"/>
                </a:cubicBezTo>
                <a:cubicBezTo>
                  <a:pt x="256" y="172"/>
                  <a:pt x="256" y="172"/>
                  <a:pt x="256" y="172"/>
                </a:cubicBezTo>
                <a:cubicBezTo>
                  <a:pt x="256" y="170"/>
                  <a:pt x="254" y="168"/>
                  <a:pt x="252" y="168"/>
                </a:cubicBezTo>
                <a:cubicBezTo>
                  <a:pt x="250" y="168"/>
                  <a:pt x="248" y="170"/>
                  <a:pt x="248" y="172"/>
                </a:cubicBezTo>
                <a:cubicBezTo>
                  <a:pt x="248" y="180"/>
                  <a:pt x="248" y="180"/>
                  <a:pt x="248" y="180"/>
                </a:cubicBezTo>
                <a:cubicBezTo>
                  <a:pt x="248" y="192"/>
                  <a:pt x="239" y="202"/>
                  <a:pt x="228" y="204"/>
                </a:cubicBezTo>
                <a:cubicBezTo>
                  <a:pt x="226" y="188"/>
                  <a:pt x="212" y="176"/>
                  <a:pt x="196" y="176"/>
                </a:cubicBezTo>
                <a:cubicBezTo>
                  <a:pt x="180" y="176"/>
                  <a:pt x="166" y="188"/>
                  <a:pt x="164" y="204"/>
                </a:cubicBezTo>
                <a:cubicBezTo>
                  <a:pt x="96" y="204"/>
                  <a:pt x="96" y="204"/>
                  <a:pt x="96" y="204"/>
                </a:cubicBezTo>
                <a:cubicBezTo>
                  <a:pt x="94" y="188"/>
                  <a:pt x="80" y="176"/>
                  <a:pt x="64" y="176"/>
                </a:cubicBezTo>
                <a:cubicBezTo>
                  <a:pt x="48" y="176"/>
                  <a:pt x="34" y="188"/>
                  <a:pt x="32" y="204"/>
                </a:cubicBezTo>
                <a:cubicBezTo>
                  <a:pt x="32" y="204"/>
                  <a:pt x="32" y="204"/>
                  <a:pt x="32" y="204"/>
                </a:cubicBezTo>
                <a:cubicBezTo>
                  <a:pt x="19" y="204"/>
                  <a:pt x="8" y="193"/>
                  <a:pt x="8" y="180"/>
                </a:cubicBezTo>
                <a:cubicBezTo>
                  <a:pt x="8" y="162"/>
                  <a:pt x="17" y="146"/>
                  <a:pt x="32" y="136"/>
                </a:cubicBezTo>
                <a:cubicBezTo>
                  <a:pt x="59" y="118"/>
                  <a:pt x="103" y="96"/>
                  <a:pt x="156" y="96"/>
                </a:cubicBezTo>
                <a:cubicBezTo>
                  <a:pt x="187" y="96"/>
                  <a:pt x="212" y="102"/>
                  <a:pt x="232" y="133"/>
                </a:cubicBezTo>
                <a:cubicBezTo>
                  <a:pt x="223" y="142"/>
                  <a:pt x="210" y="148"/>
                  <a:pt x="196" y="148"/>
                </a:cubicBezTo>
                <a:cubicBezTo>
                  <a:pt x="194" y="148"/>
                  <a:pt x="194" y="148"/>
                  <a:pt x="194" y="148"/>
                </a:cubicBezTo>
                <a:cubicBezTo>
                  <a:pt x="167" y="121"/>
                  <a:pt x="167" y="121"/>
                  <a:pt x="167" y="121"/>
                </a:cubicBezTo>
                <a:cubicBezTo>
                  <a:pt x="165" y="120"/>
                  <a:pt x="163" y="120"/>
                  <a:pt x="161" y="121"/>
                </a:cubicBezTo>
                <a:cubicBezTo>
                  <a:pt x="160" y="123"/>
                  <a:pt x="160" y="125"/>
                  <a:pt x="161" y="127"/>
                </a:cubicBezTo>
                <a:cubicBezTo>
                  <a:pt x="182" y="148"/>
                  <a:pt x="182" y="148"/>
                  <a:pt x="182" y="148"/>
                </a:cubicBezTo>
                <a:cubicBezTo>
                  <a:pt x="142" y="148"/>
                  <a:pt x="142" y="148"/>
                  <a:pt x="142" y="148"/>
                </a:cubicBezTo>
                <a:cubicBezTo>
                  <a:pt x="119" y="125"/>
                  <a:pt x="119" y="125"/>
                  <a:pt x="119" y="125"/>
                </a:cubicBezTo>
                <a:cubicBezTo>
                  <a:pt x="117" y="124"/>
                  <a:pt x="115" y="124"/>
                  <a:pt x="113" y="125"/>
                </a:cubicBezTo>
                <a:cubicBezTo>
                  <a:pt x="112" y="127"/>
                  <a:pt x="112" y="129"/>
                  <a:pt x="113" y="131"/>
                </a:cubicBezTo>
                <a:cubicBezTo>
                  <a:pt x="130" y="148"/>
                  <a:pt x="130" y="148"/>
                  <a:pt x="130" y="148"/>
                </a:cubicBezTo>
                <a:cubicBezTo>
                  <a:pt x="84" y="148"/>
                  <a:pt x="84" y="148"/>
                  <a:pt x="84" y="148"/>
                </a:cubicBezTo>
                <a:cubicBezTo>
                  <a:pt x="82" y="148"/>
                  <a:pt x="80" y="150"/>
                  <a:pt x="80" y="152"/>
                </a:cubicBezTo>
                <a:close/>
                <a:moveTo>
                  <a:pt x="132" y="64"/>
                </a:moveTo>
                <a:cubicBezTo>
                  <a:pt x="104" y="64"/>
                  <a:pt x="104" y="64"/>
                  <a:pt x="104" y="64"/>
                </a:cubicBezTo>
                <a:cubicBezTo>
                  <a:pt x="104" y="8"/>
                  <a:pt x="104" y="8"/>
                  <a:pt x="104" y="8"/>
                </a:cubicBezTo>
                <a:cubicBezTo>
                  <a:pt x="132" y="8"/>
                  <a:pt x="132" y="8"/>
                  <a:pt x="132" y="8"/>
                </a:cubicBezTo>
                <a:cubicBezTo>
                  <a:pt x="147" y="8"/>
                  <a:pt x="160" y="21"/>
                  <a:pt x="160" y="36"/>
                </a:cubicBezTo>
                <a:cubicBezTo>
                  <a:pt x="160" y="51"/>
                  <a:pt x="147" y="64"/>
                  <a:pt x="132" y="64"/>
                </a:cubicBezTo>
                <a:close/>
                <a:moveTo>
                  <a:pt x="196" y="184"/>
                </a:moveTo>
                <a:cubicBezTo>
                  <a:pt x="209" y="184"/>
                  <a:pt x="220" y="195"/>
                  <a:pt x="220" y="208"/>
                </a:cubicBezTo>
                <a:cubicBezTo>
                  <a:pt x="220" y="221"/>
                  <a:pt x="209" y="232"/>
                  <a:pt x="196" y="232"/>
                </a:cubicBezTo>
                <a:cubicBezTo>
                  <a:pt x="183" y="232"/>
                  <a:pt x="172" y="221"/>
                  <a:pt x="172" y="208"/>
                </a:cubicBezTo>
                <a:cubicBezTo>
                  <a:pt x="172" y="195"/>
                  <a:pt x="183" y="184"/>
                  <a:pt x="196" y="184"/>
                </a:cubicBezTo>
                <a:close/>
                <a:moveTo>
                  <a:pt x="64" y="184"/>
                </a:moveTo>
                <a:cubicBezTo>
                  <a:pt x="77" y="184"/>
                  <a:pt x="88" y="195"/>
                  <a:pt x="88" y="208"/>
                </a:cubicBezTo>
                <a:cubicBezTo>
                  <a:pt x="88" y="221"/>
                  <a:pt x="77" y="232"/>
                  <a:pt x="64" y="232"/>
                </a:cubicBezTo>
                <a:cubicBezTo>
                  <a:pt x="51" y="232"/>
                  <a:pt x="40" y="221"/>
                  <a:pt x="40" y="208"/>
                </a:cubicBezTo>
                <a:cubicBezTo>
                  <a:pt x="40" y="195"/>
                  <a:pt x="51" y="184"/>
                  <a:pt x="64" y="18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32" name="Freeform 125">
            <a:extLst>
              <a:ext uri="{FF2B5EF4-FFF2-40B4-BE49-F238E27FC236}">
                <a16:creationId xmlns:a16="http://schemas.microsoft.com/office/drawing/2014/main" id="{83B0EED7-566A-4E8D-A2EA-AE3E2BB9D011}"/>
              </a:ext>
            </a:extLst>
          </p:cNvPr>
          <p:cNvSpPr>
            <a:spLocks noChangeAspect="1" noEditPoints="1"/>
          </p:cNvSpPr>
          <p:nvPr/>
        </p:nvSpPr>
        <p:spPr bwMode="auto">
          <a:xfrm>
            <a:off x="3476026" y="3393282"/>
            <a:ext cx="400050" cy="400050"/>
          </a:xfrm>
          <a:custGeom>
            <a:avLst/>
            <a:gdLst>
              <a:gd name="T0" fmla="*/ 239 w 256"/>
              <a:gd name="T1" fmla="*/ 65 h 256"/>
              <a:gd name="T2" fmla="*/ 234 w 256"/>
              <a:gd name="T3" fmla="*/ 64 h 256"/>
              <a:gd name="T4" fmla="*/ 233 w 256"/>
              <a:gd name="T5" fmla="*/ 69 h 256"/>
              <a:gd name="T6" fmla="*/ 248 w 256"/>
              <a:gd name="T7" fmla="*/ 128 h 256"/>
              <a:gd name="T8" fmla="*/ 128 w 256"/>
              <a:gd name="T9" fmla="*/ 248 h 256"/>
              <a:gd name="T10" fmla="*/ 8 w 256"/>
              <a:gd name="T11" fmla="*/ 128 h 256"/>
              <a:gd name="T12" fmla="*/ 128 w 256"/>
              <a:gd name="T13" fmla="*/ 8 h 256"/>
              <a:gd name="T14" fmla="*/ 182 w 256"/>
              <a:gd name="T15" fmla="*/ 21 h 256"/>
              <a:gd name="T16" fmla="*/ 188 w 256"/>
              <a:gd name="T17" fmla="*/ 19 h 256"/>
              <a:gd name="T18" fmla="*/ 186 w 256"/>
              <a:gd name="T19" fmla="*/ 14 h 256"/>
              <a:gd name="T20" fmla="*/ 128 w 256"/>
              <a:gd name="T21" fmla="*/ 0 h 256"/>
              <a:gd name="T22" fmla="*/ 0 w 256"/>
              <a:gd name="T23" fmla="*/ 128 h 256"/>
              <a:gd name="T24" fmla="*/ 128 w 256"/>
              <a:gd name="T25" fmla="*/ 256 h 256"/>
              <a:gd name="T26" fmla="*/ 256 w 256"/>
              <a:gd name="T27" fmla="*/ 128 h 256"/>
              <a:gd name="T28" fmla="*/ 239 w 256"/>
              <a:gd name="T29" fmla="*/ 65 h 256"/>
              <a:gd name="T30" fmla="*/ 68 w 256"/>
              <a:gd name="T31" fmla="*/ 186 h 256"/>
              <a:gd name="T32" fmla="*/ 64 w 256"/>
              <a:gd name="T33" fmla="*/ 199 h 256"/>
              <a:gd name="T34" fmla="*/ 67 w 256"/>
              <a:gd name="T35" fmla="*/ 204 h 256"/>
              <a:gd name="T36" fmla="*/ 68 w 256"/>
              <a:gd name="T37" fmla="*/ 204 h 256"/>
              <a:gd name="T38" fmla="*/ 72 w 256"/>
              <a:gd name="T39" fmla="*/ 201 h 256"/>
              <a:gd name="T40" fmla="*/ 138 w 256"/>
              <a:gd name="T41" fmla="*/ 107 h 256"/>
              <a:gd name="T42" fmla="*/ 139 w 256"/>
              <a:gd name="T43" fmla="*/ 102 h 256"/>
              <a:gd name="T44" fmla="*/ 134 w 256"/>
              <a:gd name="T45" fmla="*/ 101 h 256"/>
              <a:gd name="T46" fmla="*/ 72 w 256"/>
              <a:gd name="T47" fmla="*/ 176 h 256"/>
              <a:gd name="T48" fmla="*/ 92 w 256"/>
              <a:gd name="T49" fmla="*/ 83 h 256"/>
              <a:gd name="T50" fmla="*/ 209 w 256"/>
              <a:gd name="T51" fmla="*/ 45 h 256"/>
              <a:gd name="T52" fmla="*/ 198 w 256"/>
              <a:gd name="T53" fmla="*/ 62 h 256"/>
              <a:gd name="T54" fmla="*/ 191 w 256"/>
              <a:gd name="T55" fmla="*/ 111 h 256"/>
              <a:gd name="T56" fmla="*/ 186 w 256"/>
              <a:gd name="T57" fmla="*/ 153 h 256"/>
              <a:gd name="T58" fmla="*/ 105 w 256"/>
              <a:gd name="T59" fmla="*/ 188 h 256"/>
              <a:gd name="T60" fmla="*/ 100 w 256"/>
              <a:gd name="T61" fmla="*/ 191 h 256"/>
              <a:gd name="T62" fmla="*/ 103 w 256"/>
              <a:gd name="T63" fmla="*/ 196 h 256"/>
              <a:gd name="T64" fmla="*/ 121 w 256"/>
              <a:gd name="T65" fmla="*/ 198 h 256"/>
              <a:gd name="T66" fmla="*/ 193 w 256"/>
              <a:gd name="T67" fmla="*/ 156 h 256"/>
              <a:gd name="T68" fmla="*/ 199 w 256"/>
              <a:gd name="T69" fmla="*/ 111 h 256"/>
              <a:gd name="T70" fmla="*/ 205 w 256"/>
              <a:gd name="T71" fmla="*/ 65 h 256"/>
              <a:gd name="T72" fmla="*/ 222 w 256"/>
              <a:gd name="T73" fmla="*/ 44 h 256"/>
              <a:gd name="T74" fmla="*/ 224 w 256"/>
              <a:gd name="T75" fmla="*/ 39 h 256"/>
              <a:gd name="T76" fmla="*/ 220 w 256"/>
              <a:gd name="T77" fmla="*/ 36 h 256"/>
              <a:gd name="T78" fmla="*/ 86 w 256"/>
              <a:gd name="T79" fmla="*/ 77 h 256"/>
              <a:gd name="T80" fmla="*/ 68 w 256"/>
              <a:gd name="T81" fmla="*/ 18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6" h="256">
                <a:moveTo>
                  <a:pt x="239" y="65"/>
                </a:moveTo>
                <a:cubicBezTo>
                  <a:pt x="238" y="63"/>
                  <a:pt x="236" y="62"/>
                  <a:pt x="234" y="64"/>
                </a:cubicBezTo>
                <a:cubicBezTo>
                  <a:pt x="232" y="65"/>
                  <a:pt x="231" y="67"/>
                  <a:pt x="233" y="69"/>
                </a:cubicBezTo>
                <a:cubicBezTo>
                  <a:pt x="243" y="87"/>
                  <a:pt x="248" y="107"/>
                  <a:pt x="248" y="128"/>
                </a:cubicBezTo>
                <a:cubicBezTo>
                  <a:pt x="248" y="194"/>
                  <a:pt x="194" y="248"/>
                  <a:pt x="128" y="248"/>
                </a:cubicBezTo>
                <a:cubicBezTo>
                  <a:pt x="62" y="248"/>
                  <a:pt x="8" y="194"/>
                  <a:pt x="8" y="128"/>
                </a:cubicBezTo>
                <a:cubicBezTo>
                  <a:pt x="8" y="62"/>
                  <a:pt x="62" y="8"/>
                  <a:pt x="128" y="8"/>
                </a:cubicBezTo>
                <a:cubicBezTo>
                  <a:pt x="147" y="8"/>
                  <a:pt x="165" y="12"/>
                  <a:pt x="182" y="21"/>
                </a:cubicBezTo>
                <a:cubicBezTo>
                  <a:pt x="184" y="22"/>
                  <a:pt x="187" y="21"/>
                  <a:pt x="188" y="19"/>
                </a:cubicBezTo>
                <a:cubicBezTo>
                  <a:pt x="189" y="17"/>
                  <a:pt x="188" y="15"/>
                  <a:pt x="186" y="14"/>
                </a:cubicBezTo>
                <a:cubicBezTo>
                  <a:pt x="168" y="5"/>
                  <a:pt x="148" y="0"/>
                  <a:pt x="128" y="0"/>
                </a:cubicBezTo>
                <a:cubicBezTo>
                  <a:pt x="57" y="0"/>
                  <a:pt x="0" y="57"/>
                  <a:pt x="0" y="128"/>
                </a:cubicBezTo>
                <a:cubicBezTo>
                  <a:pt x="0" y="199"/>
                  <a:pt x="57" y="256"/>
                  <a:pt x="128" y="256"/>
                </a:cubicBezTo>
                <a:cubicBezTo>
                  <a:pt x="199" y="256"/>
                  <a:pt x="256" y="199"/>
                  <a:pt x="256" y="128"/>
                </a:cubicBezTo>
                <a:cubicBezTo>
                  <a:pt x="256" y="106"/>
                  <a:pt x="250" y="84"/>
                  <a:pt x="239" y="65"/>
                </a:cubicBezTo>
                <a:close/>
                <a:moveTo>
                  <a:pt x="68" y="186"/>
                </a:moveTo>
                <a:cubicBezTo>
                  <a:pt x="67" y="190"/>
                  <a:pt x="65" y="194"/>
                  <a:pt x="64" y="199"/>
                </a:cubicBezTo>
                <a:cubicBezTo>
                  <a:pt x="64" y="201"/>
                  <a:pt x="65" y="203"/>
                  <a:pt x="67" y="204"/>
                </a:cubicBezTo>
                <a:cubicBezTo>
                  <a:pt x="67" y="204"/>
                  <a:pt x="68" y="204"/>
                  <a:pt x="68" y="204"/>
                </a:cubicBezTo>
                <a:cubicBezTo>
                  <a:pt x="70" y="204"/>
                  <a:pt x="71" y="203"/>
                  <a:pt x="72" y="201"/>
                </a:cubicBezTo>
                <a:cubicBezTo>
                  <a:pt x="83" y="163"/>
                  <a:pt x="106" y="130"/>
                  <a:pt x="138" y="107"/>
                </a:cubicBezTo>
                <a:cubicBezTo>
                  <a:pt x="140" y="106"/>
                  <a:pt x="141" y="104"/>
                  <a:pt x="139" y="102"/>
                </a:cubicBezTo>
                <a:cubicBezTo>
                  <a:pt x="138" y="100"/>
                  <a:pt x="136" y="99"/>
                  <a:pt x="134" y="101"/>
                </a:cubicBezTo>
                <a:cubicBezTo>
                  <a:pt x="106" y="120"/>
                  <a:pt x="85" y="146"/>
                  <a:pt x="72" y="176"/>
                </a:cubicBezTo>
                <a:cubicBezTo>
                  <a:pt x="56" y="141"/>
                  <a:pt x="63" y="106"/>
                  <a:pt x="92" y="83"/>
                </a:cubicBezTo>
                <a:cubicBezTo>
                  <a:pt x="125" y="56"/>
                  <a:pt x="172" y="48"/>
                  <a:pt x="209" y="45"/>
                </a:cubicBezTo>
                <a:cubicBezTo>
                  <a:pt x="203" y="51"/>
                  <a:pt x="199" y="59"/>
                  <a:pt x="198" y="62"/>
                </a:cubicBezTo>
                <a:cubicBezTo>
                  <a:pt x="190" y="78"/>
                  <a:pt x="190" y="95"/>
                  <a:pt x="191" y="111"/>
                </a:cubicBezTo>
                <a:cubicBezTo>
                  <a:pt x="191" y="126"/>
                  <a:pt x="191" y="140"/>
                  <a:pt x="186" y="153"/>
                </a:cubicBezTo>
                <a:cubicBezTo>
                  <a:pt x="172" y="183"/>
                  <a:pt x="133" y="195"/>
                  <a:pt x="105" y="188"/>
                </a:cubicBezTo>
                <a:cubicBezTo>
                  <a:pt x="103" y="188"/>
                  <a:pt x="101" y="189"/>
                  <a:pt x="100" y="191"/>
                </a:cubicBezTo>
                <a:cubicBezTo>
                  <a:pt x="100" y="193"/>
                  <a:pt x="101" y="195"/>
                  <a:pt x="103" y="196"/>
                </a:cubicBezTo>
                <a:cubicBezTo>
                  <a:pt x="109" y="197"/>
                  <a:pt x="115" y="198"/>
                  <a:pt x="121" y="198"/>
                </a:cubicBezTo>
                <a:cubicBezTo>
                  <a:pt x="149" y="198"/>
                  <a:pt x="181" y="184"/>
                  <a:pt x="193" y="156"/>
                </a:cubicBezTo>
                <a:cubicBezTo>
                  <a:pt x="199" y="142"/>
                  <a:pt x="199" y="126"/>
                  <a:pt x="199" y="111"/>
                </a:cubicBezTo>
                <a:cubicBezTo>
                  <a:pt x="198" y="95"/>
                  <a:pt x="198" y="80"/>
                  <a:pt x="205" y="65"/>
                </a:cubicBezTo>
                <a:cubicBezTo>
                  <a:pt x="208" y="59"/>
                  <a:pt x="216" y="47"/>
                  <a:pt x="222" y="44"/>
                </a:cubicBezTo>
                <a:cubicBezTo>
                  <a:pt x="223" y="43"/>
                  <a:pt x="224" y="41"/>
                  <a:pt x="224" y="39"/>
                </a:cubicBezTo>
                <a:cubicBezTo>
                  <a:pt x="223" y="37"/>
                  <a:pt x="222" y="36"/>
                  <a:pt x="220" y="36"/>
                </a:cubicBezTo>
                <a:cubicBezTo>
                  <a:pt x="181" y="39"/>
                  <a:pt x="125" y="46"/>
                  <a:pt x="86" y="77"/>
                </a:cubicBezTo>
                <a:cubicBezTo>
                  <a:pt x="53" y="104"/>
                  <a:pt x="46" y="146"/>
                  <a:pt x="68" y="18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38" name="Freeform 129">
            <a:extLst>
              <a:ext uri="{FF2B5EF4-FFF2-40B4-BE49-F238E27FC236}">
                <a16:creationId xmlns:a16="http://schemas.microsoft.com/office/drawing/2014/main" id="{CFE86767-8A7A-498A-91DB-A50D0CFC76D9}"/>
              </a:ext>
            </a:extLst>
          </p:cNvPr>
          <p:cNvSpPr>
            <a:spLocks noChangeAspect="1" noEditPoints="1"/>
          </p:cNvSpPr>
          <p:nvPr/>
        </p:nvSpPr>
        <p:spPr bwMode="auto">
          <a:xfrm>
            <a:off x="4450022" y="3389313"/>
            <a:ext cx="387350" cy="407988"/>
          </a:xfrm>
          <a:custGeom>
            <a:avLst/>
            <a:gdLst>
              <a:gd name="T0" fmla="*/ 224 w 248"/>
              <a:gd name="T1" fmla="*/ 89 h 261"/>
              <a:gd name="T2" fmla="*/ 222 w 248"/>
              <a:gd name="T3" fmla="*/ 95 h 261"/>
              <a:gd name="T4" fmla="*/ 232 w 248"/>
              <a:gd name="T5" fmla="*/ 141 h 261"/>
              <a:gd name="T6" fmla="*/ 120 w 248"/>
              <a:gd name="T7" fmla="*/ 253 h 261"/>
              <a:gd name="T8" fmla="*/ 8 w 248"/>
              <a:gd name="T9" fmla="*/ 141 h 261"/>
              <a:gd name="T10" fmla="*/ 81 w 248"/>
              <a:gd name="T11" fmla="*/ 36 h 261"/>
              <a:gd name="T12" fmla="*/ 84 w 248"/>
              <a:gd name="T13" fmla="*/ 31 h 261"/>
              <a:gd name="T14" fmla="*/ 79 w 248"/>
              <a:gd name="T15" fmla="*/ 28 h 261"/>
              <a:gd name="T16" fmla="*/ 35 w 248"/>
              <a:gd name="T17" fmla="*/ 56 h 261"/>
              <a:gd name="T18" fmla="*/ 68 w 248"/>
              <a:gd name="T19" fmla="*/ 15 h 261"/>
              <a:gd name="T20" fmla="*/ 137 w 248"/>
              <a:gd name="T21" fmla="*/ 24 h 261"/>
              <a:gd name="T22" fmla="*/ 115 w 248"/>
              <a:gd name="T23" fmla="*/ 48 h 261"/>
              <a:gd name="T24" fmla="*/ 111 w 248"/>
              <a:gd name="T25" fmla="*/ 55 h 261"/>
              <a:gd name="T26" fmla="*/ 97 w 248"/>
              <a:gd name="T27" fmla="*/ 74 h 261"/>
              <a:gd name="T28" fmla="*/ 54 w 248"/>
              <a:gd name="T29" fmla="*/ 74 h 261"/>
              <a:gd name="T30" fmla="*/ 49 w 248"/>
              <a:gd name="T31" fmla="*/ 76 h 261"/>
              <a:gd name="T32" fmla="*/ 50 w 248"/>
              <a:gd name="T33" fmla="*/ 81 h 261"/>
              <a:gd name="T34" fmla="*/ 77 w 248"/>
              <a:gd name="T35" fmla="*/ 88 h 261"/>
              <a:gd name="T36" fmla="*/ 102 w 248"/>
              <a:gd name="T37" fmla="*/ 80 h 261"/>
              <a:gd name="T38" fmla="*/ 118 w 248"/>
              <a:gd name="T39" fmla="*/ 59 h 261"/>
              <a:gd name="T40" fmla="*/ 122 w 248"/>
              <a:gd name="T41" fmla="*/ 52 h 261"/>
              <a:gd name="T42" fmla="*/ 143 w 248"/>
              <a:gd name="T43" fmla="*/ 30 h 261"/>
              <a:gd name="T44" fmla="*/ 149 w 248"/>
              <a:gd name="T45" fmla="*/ 28 h 261"/>
              <a:gd name="T46" fmla="*/ 152 w 248"/>
              <a:gd name="T47" fmla="*/ 25 h 261"/>
              <a:gd name="T48" fmla="*/ 150 w 248"/>
              <a:gd name="T49" fmla="*/ 20 h 261"/>
              <a:gd name="T50" fmla="*/ 67 w 248"/>
              <a:gd name="T51" fmla="*/ 7 h 261"/>
              <a:gd name="T52" fmla="*/ 28 w 248"/>
              <a:gd name="T53" fmla="*/ 64 h 261"/>
              <a:gd name="T54" fmla="*/ 0 w 248"/>
              <a:gd name="T55" fmla="*/ 141 h 261"/>
              <a:gd name="T56" fmla="*/ 120 w 248"/>
              <a:gd name="T57" fmla="*/ 261 h 261"/>
              <a:gd name="T58" fmla="*/ 240 w 248"/>
              <a:gd name="T59" fmla="*/ 141 h 261"/>
              <a:gd name="T60" fmla="*/ 229 w 248"/>
              <a:gd name="T61" fmla="*/ 91 h 261"/>
              <a:gd name="T62" fmla="*/ 224 w 248"/>
              <a:gd name="T63" fmla="*/ 89 h 261"/>
              <a:gd name="T64" fmla="*/ 247 w 248"/>
              <a:gd name="T65" fmla="*/ 6 h 261"/>
              <a:gd name="T66" fmla="*/ 242 w 248"/>
              <a:gd name="T67" fmla="*/ 6 h 261"/>
              <a:gd name="T68" fmla="*/ 98 w 248"/>
              <a:gd name="T69" fmla="*/ 179 h 261"/>
              <a:gd name="T70" fmla="*/ 50 w 248"/>
              <a:gd name="T71" fmla="*/ 128 h 261"/>
              <a:gd name="T72" fmla="*/ 90 w 248"/>
              <a:gd name="T73" fmla="*/ 136 h 261"/>
              <a:gd name="T74" fmla="*/ 95 w 248"/>
              <a:gd name="T75" fmla="*/ 135 h 261"/>
              <a:gd name="T76" fmla="*/ 94 w 248"/>
              <a:gd name="T77" fmla="*/ 130 h 261"/>
              <a:gd name="T78" fmla="*/ 35 w 248"/>
              <a:gd name="T79" fmla="*/ 121 h 261"/>
              <a:gd name="T80" fmla="*/ 32 w 248"/>
              <a:gd name="T81" fmla="*/ 125 h 261"/>
              <a:gd name="T82" fmla="*/ 34 w 248"/>
              <a:gd name="T83" fmla="*/ 129 h 261"/>
              <a:gd name="T84" fmla="*/ 96 w 248"/>
              <a:gd name="T85" fmla="*/ 201 h 261"/>
              <a:gd name="T86" fmla="*/ 96 w 248"/>
              <a:gd name="T87" fmla="*/ 202 h 261"/>
              <a:gd name="T88" fmla="*/ 96 w 248"/>
              <a:gd name="T89" fmla="*/ 202 h 261"/>
              <a:gd name="T90" fmla="*/ 97 w 248"/>
              <a:gd name="T91" fmla="*/ 203 h 261"/>
              <a:gd name="T92" fmla="*/ 97 w 248"/>
              <a:gd name="T93" fmla="*/ 204 h 261"/>
              <a:gd name="T94" fmla="*/ 98 w 248"/>
              <a:gd name="T95" fmla="*/ 204 h 261"/>
              <a:gd name="T96" fmla="*/ 98 w 248"/>
              <a:gd name="T97" fmla="*/ 204 h 261"/>
              <a:gd name="T98" fmla="*/ 134 w 248"/>
              <a:gd name="T99" fmla="*/ 224 h 261"/>
              <a:gd name="T100" fmla="*/ 136 w 248"/>
              <a:gd name="T101" fmla="*/ 225 h 261"/>
              <a:gd name="T102" fmla="*/ 138 w 248"/>
              <a:gd name="T103" fmla="*/ 224 h 261"/>
              <a:gd name="T104" fmla="*/ 140 w 248"/>
              <a:gd name="T105" fmla="*/ 221 h 261"/>
              <a:gd name="T106" fmla="*/ 247 w 248"/>
              <a:gd name="T107" fmla="*/ 12 h 261"/>
              <a:gd name="T108" fmla="*/ 247 w 248"/>
              <a:gd name="T109" fmla="*/ 6 h 261"/>
              <a:gd name="T110" fmla="*/ 132 w 248"/>
              <a:gd name="T111" fmla="*/ 214 h 261"/>
              <a:gd name="T112" fmla="*/ 104 w 248"/>
              <a:gd name="T113" fmla="*/ 198 h 261"/>
              <a:gd name="T114" fmla="*/ 203 w 248"/>
              <a:gd name="T115" fmla="*/ 47 h 261"/>
              <a:gd name="T116" fmla="*/ 132 w 248"/>
              <a:gd name="T117" fmla="*/ 214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8" h="261">
                <a:moveTo>
                  <a:pt x="224" y="89"/>
                </a:moveTo>
                <a:cubicBezTo>
                  <a:pt x="222" y="90"/>
                  <a:pt x="221" y="93"/>
                  <a:pt x="222" y="95"/>
                </a:cubicBezTo>
                <a:cubicBezTo>
                  <a:pt x="229" y="109"/>
                  <a:pt x="232" y="125"/>
                  <a:pt x="232" y="141"/>
                </a:cubicBezTo>
                <a:cubicBezTo>
                  <a:pt x="232" y="203"/>
                  <a:pt x="182" y="253"/>
                  <a:pt x="120" y="253"/>
                </a:cubicBezTo>
                <a:cubicBezTo>
                  <a:pt x="58" y="253"/>
                  <a:pt x="8" y="203"/>
                  <a:pt x="8" y="141"/>
                </a:cubicBezTo>
                <a:cubicBezTo>
                  <a:pt x="8" y="94"/>
                  <a:pt x="37" y="52"/>
                  <a:pt x="81" y="36"/>
                </a:cubicBezTo>
                <a:cubicBezTo>
                  <a:pt x="83" y="35"/>
                  <a:pt x="85" y="33"/>
                  <a:pt x="84" y="31"/>
                </a:cubicBezTo>
                <a:cubicBezTo>
                  <a:pt x="83" y="29"/>
                  <a:pt x="81" y="28"/>
                  <a:pt x="79" y="28"/>
                </a:cubicBezTo>
                <a:cubicBezTo>
                  <a:pt x="62" y="34"/>
                  <a:pt x="47" y="44"/>
                  <a:pt x="35" y="56"/>
                </a:cubicBezTo>
                <a:cubicBezTo>
                  <a:pt x="35" y="29"/>
                  <a:pt x="53" y="19"/>
                  <a:pt x="68" y="15"/>
                </a:cubicBezTo>
                <a:cubicBezTo>
                  <a:pt x="93" y="10"/>
                  <a:pt x="117" y="16"/>
                  <a:pt x="137" y="24"/>
                </a:cubicBezTo>
                <a:cubicBezTo>
                  <a:pt x="129" y="29"/>
                  <a:pt x="122" y="37"/>
                  <a:pt x="115" y="48"/>
                </a:cubicBezTo>
                <a:cubicBezTo>
                  <a:pt x="114" y="50"/>
                  <a:pt x="112" y="53"/>
                  <a:pt x="111" y="55"/>
                </a:cubicBezTo>
                <a:cubicBezTo>
                  <a:pt x="107" y="62"/>
                  <a:pt x="103" y="69"/>
                  <a:pt x="97" y="74"/>
                </a:cubicBezTo>
                <a:cubicBezTo>
                  <a:pt x="85" y="83"/>
                  <a:pt x="66" y="81"/>
                  <a:pt x="54" y="74"/>
                </a:cubicBezTo>
                <a:cubicBezTo>
                  <a:pt x="53" y="73"/>
                  <a:pt x="50" y="74"/>
                  <a:pt x="49" y="76"/>
                </a:cubicBezTo>
                <a:cubicBezTo>
                  <a:pt x="48" y="77"/>
                  <a:pt x="49" y="80"/>
                  <a:pt x="50" y="81"/>
                </a:cubicBezTo>
                <a:cubicBezTo>
                  <a:pt x="58" y="85"/>
                  <a:pt x="67" y="88"/>
                  <a:pt x="77" y="88"/>
                </a:cubicBezTo>
                <a:cubicBezTo>
                  <a:pt x="86" y="88"/>
                  <a:pt x="95" y="86"/>
                  <a:pt x="102" y="80"/>
                </a:cubicBezTo>
                <a:cubicBezTo>
                  <a:pt x="109" y="74"/>
                  <a:pt x="114" y="67"/>
                  <a:pt x="118" y="59"/>
                </a:cubicBezTo>
                <a:cubicBezTo>
                  <a:pt x="119" y="57"/>
                  <a:pt x="120" y="54"/>
                  <a:pt x="122" y="52"/>
                </a:cubicBezTo>
                <a:cubicBezTo>
                  <a:pt x="128" y="41"/>
                  <a:pt x="135" y="34"/>
                  <a:pt x="143" y="30"/>
                </a:cubicBezTo>
                <a:cubicBezTo>
                  <a:pt x="145" y="29"/>
                  <a:pt x="147" y="28"/>
                  <a:pt x="149" y="28"/>
                </a:cubicBezTo>
                <a:cubicBezTo>
                  <a:pt x="150" y="28"/>
                  <a:pt x="152" y="27"/>
                  <a:pt x="152" y="25"/>
                </a:cubicBezTo>
                <a:cubicBezTo>
                  <a:pt x="153" y="23"/>
                  <a:pt x="152" y="21"/>
                  <a:pt x="150" y="20"/>
                </a:cubicBezTo>
                <a:cubicBezTo>
                  <a:pt x="127" y="11"/>
                  <a:pt x="97" y="0"/>
                  <a:pt x="67" y="7"/>
                </a:cubicBezTo>
                <a:cubicBezTo>
                  <a:pt x="39" y="14"/>
                  <a:pt x="25" y="34"/>
                  <a:pt x="28" y="64"/>
                </a:cubicBezTo>
                <a:cubicBezTo>
                  <a:pt x="10" y="85"/>
                  <a:pt x="0" y="112"/>
                  <a:pt x="0" y="141"/>
                </a:cubicBezTo>
                <a:cubicBezTo>
                  <a:pt x="0" y="207"/>
                  <a:pt x="54" y="261"/>
                  <a:pt x="120" y="261"/>
                </a:cubicBezTo>
                <a:cubicBezTo>
                  <a:pt x="186" y="261"/>
                  <a:pt x="240" y="207"/>
                  <a:pt x="240" y="141"/>
                </a:cubicBezTo>
                <a:cubicBezTo>
                  <a:pt x="240" y="124"/>
                  <a:pt x="236" y="107"/>
                  <a:pt x="229" y="91"/>
                </a:cubicBezTo>
                <a:cubicBezTo>
                  <a:pt x="228" y="89"/>
                  <a:pt x="226" y="88"/>
                  <a:pt x="224" y="89"/>
                </a:cubicBezTo>
                <a:close/>
                <a:moveTo>
                  <a:pt x="247" y="6"/>
                </a:moveTo>
                <a:cubicBezTo>
                  <a:pt x="246" y="5"/>
                  <a:pt x="243" y="5"/>
                  <a:pt x="242" y="6"/>
                </a:cubicBezTo>
                <a:cubicBezTo>
                  <a:pt x="132" y="87"/>
                  <a:pt x="104" y="148"/>
                  <a:pt x="98" y="179"/>
                </a:cubicBezTo>
                <a:cubicBezTo>
                  <a:pt x="86" y="153"/>
                  <a:pt x="64" y="136"/>
                  <a:pt x="50" y="128"/>
                </a:cubicBezTo>
                <a:cubicBezTo>
                  <a:pt x="61" y="128"/>
                  <a:pt x="77" y="129"/>
                  <a:pt x="90" y="136"/>
                </a:cubicBezTo>
                <a:cubicBezTo>
                  <a:pt x="92" y="138"/>
                  <a:pt x="94" y="137"/>
                  <a:pt x="95" y="135"/>
                </a:cubicBezTo>
                <a:cubicBezTo>
                  <a:pt x="97" y="133"/>
                  <a:pt x="96" y="131"/>
                  <a:pt x="94" y="130"/>
                </a:cubicBezTo>
                <a:cubicBezTo>
                  <a:pt x="70" y="115"/>
                  <a:pt x="37" y="121"/>
                  <a:pt x="35" y="121"/>
                </a:cubicBezTo>
                <a:cubicBezTo>
                  <a:pt x="34" y="121"/>
                  <a:pt x="32" y="123"/>
                  <a:pt x="32" y="125"/>
                </a:cubicBezTo>
                <a:cubicBezTo>
                  <a:pt x="32" y="126"/>
                  <a:pt x="33" y="128"/>
                  <a:pt x="34" y="129"/>
                </a:cubicBezTo>
                <a:cubicBezTo>
                  <a:pt x="35" y="129"/>
                  <a:pt x="88" y="152"/>
                  <a:pt x="96" y="201"/>
                </a:cubicBezTo>
                <a:cubicBezTo>
                  <a:pt x="96" y="202"/>
                  <a:pt x="96" y="202"/>
                  <a:pt x="96" y="202"/>
                </a:cubicBezTo>
                <a:cubicBezTo>
                  <a:pt x="96" y="202"/>
                  <a:pt x="96" y="202"/>
                  <a:pt x="96" y="202"/>
                </a:cubicBezTo>
                <a:cubicBezTo>
                  <a:pt x="96" y="203"/>
                  <a:pt x="96" y="203"/>
                  <a:pt x="97" y="203"/>
                </a:cubicBezTo>
                <a:cubicBezTo>
                  <a:pt x="97" y="203"/>
                  <a:pt x="97" y="203"/>
                  <a:pt x="97" y="204"/>
                </a:cubicBezTo>
                <a:cubicBezTo>
                  <a:pt x="97" y="204"/>
                  <a:pt x="98" y="204"/>
                  <a:pt x="98" y="204"/>
                </a:cubicBezTo>
                <a:cubicBezTo>
                  <a:pt x="98" y="204"/>
                  <a:pt x="98" y="204"/>
                  <a:pt x="98" y="204"/>
                </a:cubicBezTo>
                <a:cubicBezTo>
                  <a:pt x="134" y="224"/>
                  <a:pt x="134" y="224"/>
                  <a:pt x="134" y="224"/>
                </a:cubicBezTo>
                <a:cubicBezTo>
                  <a:pt x="135" y="225"/>
                  <a:pt x="135" y="225"/>
                  <a:pt x="136" y="225"/>
                </a:cubicBezTo>
                <a:cubicBezTo>
                  <a:pt x="137" y="225"/>
                  <a:pt x="137" y="225"/>
                  <a:pt x="138" y="224"/>
                </a:cubicBezTo>
                <a:cubicBezTo>
                  <a:pt x="139" y="224"/>
                  <a:pt x="140" y="223"/>
                  <a:pt x="140" y="221"/>
                </a:cubicBezTo>
                <a:cubicBezTo>
                  <a:pt x="140" y="220"/>
                  <a:pt x="145" y="105"/>
                  <a:pt x="247" y="12"/>
                </a:cubicBezTo>
                <a:cubicBezTo>
                  <a:pt x="248" y="11"/>
                  <a:pt x="248" y="8"/>
                  <a:pt x="247" y="6"/>
                </a:cubicBezTo>
                <a:close/>
                <a:moveTo>
                  <a:pt x="132" y="214"/>
                </a:moveTo>
                <a:cubicBezTo>
                  <a:pt x="104" y="198"/>
                  <a:pt x="104" y="198"/>
                  <a:pt x="104" y="198"/>
                </a:cubicBezTo>
                <a:cubicBezTo>
                  <a:pt x="103" y="188"/>
                  <a:pt x="104" y="133"/>
                  <a:pt x="203" y="47"/>
                </a:cubicBezTo>
                <a:cubicBezTo>
                  <a:pt x="146" y="119"/>
                  <a:pt x="135" y="193"/>
                  <a:pt x="132" y="21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46" name="Freeform 133">
            <a:extLst>
              <a:ext uri="{FF2B5EF4-FFF2-40B4-BE49-F238E27FC236}">
                <a16:creationId xmlns:a16="http://schemas.microsoft.com/office/drawing/2014/main" id="{A9771440-88EA-47CF-8541-D932B78D2255}"/>
              </a:ext>
            </a:extLst>
          </p:cNvPr>
          <p:cNvSpPr>
            <a:spLocks noChangeAspect="1" noEditPoints="1"/>
          </p:cNvSpPr>
          <p:nvPr/>
        </p:nvSpPr>
        <p:spPr bwMode="auto">
          <a:xfrm>
            <a:off x="5409731" y="3401220"/>
            <a:ext cx="403225" cy="384175"/>
          </a:xfrm>
          <a:custGeom>
            <a:avLst/>
            <a:gdLst>
              <a:gd name="T0" fmla="*/ 68 w 258"/>
              <a:gd name="T1" fmla="*/ 176 h 246"/>
              <a:gd name="T2" fmla="*/ 105 w 258"/>
              <a:gd name="T3" fmla="*/ 222 h 246"/>
              <a:gd name="T4" fmla="*/ 40 w 258"/>
              <a:gd name="T5" fmla="*/ 192 h 246"/>
              <a:gd name="T6" fmla="*/ 85 w 258"/>
              <a:gd name="T7" fmla="*/ 146 h 246"/>
              <a:gd name="T8" fmla="*/ 65 w 258"/>
              <a:gd name="T9" fmla="*/ 83 h 246"/>
              <a:gd name="T10" fmla="*/ 9 w 258"/>
              <a:gd name="T11" fmla="*/ 106 h 246"/>
              <a:gd name="T12" fmla="*/ 4 w 258"/>
              <a:gd name="T13" fmla="*/ 164 h 246"/>
              <a:gd name="T14" fmla="*/ 57 w 258"/>
              <a:gd name="T15" fmla="*/ 230 h 246"/>
              <a:gd name="T16" fmla="*/ 113 w 258"/>
              <a:gd name="T17" fmla="*/ 176 h 246"/>
              <a:gd name="T18" fmla="*/ 30 w 258"/>
              <a:gd name="T19" fmla="*/ 194 h 246"/>
              <a:gd name="T20" fmla="*/ 28 w 258"/>
              <a:gd name="T21" fmla="*/ 113 h 246"/>
              <a:gd name="T22" fmla="*/ 21 w 258"/>
              <a:gd name="T23" fmla="*/ 104 h 246"/>
              <a:gd name="T24" fmla="*/ 70 w 258"/>
              <a:gd name="T25" fmla="*/ 131 h 246"/>
              <a:gd name="T26" fmla="*/ 253 w 258"/>
              <a:gd name="T27" fmla="*/ 138 h 246"/>
              <a:gd name="T28" fmla="*/ 223 w 258"/>
              <a:gd name="T29" fmla="*/ 92 h 246"/>
              <a:gd name="T30" fmla="*/ 197 w 258"/>
              <a:gd name="T31" fmla="*/ 154 h 246"/>
              <a:gd name="T32" fmla="*/ 188 w 258"/>
              <a:gd name="T33" fmla="*/ 122 h 246"/>
              <a:gd name="T34" fmla="*/ 246 w 258"/>
              <a:gd name="T35" fmla="*/ 162 h 246"/>
              <a:gd name="T36" fmla="*/ 228 w 258"/>
              <a:gd name="T37" fmla="*/ 172 h 246"/>
              <a:gd name="T38" fmla="*/ 168 w 258"/>
              <a:gd name="T39" fmla="*/ 156 h 246"/>
              <a:gd name="T40" fmla="*/ 122 w 258"/>
              <a:gd name="T41" fmla="*/ 204 h 246"/>
              <a:gd name="T42" fmla="*/ 168 w 258"/>
              <a:gd name="T43" fmla="*/ 246 h 246"/>
              <a:gd name="T44" fmla="*/ 203 w 258"/>
              <a:gd name="T45" fmla="*/ 230 h 246"/>
              <a:gd name="T46" fmla="*/ 253 w 258"/>
              <a:gd name="T47" fmla="*/ 166 h 246"/>
              <a:gd name="T48" fmla="*/ 203 w 258"/>
              <a:gd name="T49" fmla="*/ 222 h 246"/>
              <a:gd name="T50" fmla="*/ 162 w 258"/>
              <a:gd name="T51" fmla="*/ 232 h 246"/>
              <a:gd name="T52" fmla="*/ 162 w 258"/>
              <a:gd name="T53" fmla="*/ 176 h 246"/>
              <a:gd name="T54" fmla="*/ 237 w 258"/>
              <a:gd name="T55" fmla="*/ 179 h 246"/>
              <a:gd name="T56" fmla="*/ 110 w 258"/>
              <a:gd name="T57" fmla="*/ 51 h 246"/>
              <a:gd name="T58" fmla="*/ 79 w 258"/>
              <a:gd name="T59" fmla="*/ 22 h 246"/>
              <a:gd name="T60" fmla="*/ 150 w 258"/>
              <a:gd name="T61" fmla="*/ 69 h 246"/>
              <a:gd name="T62" fmla="*/ 140 w 258"/>
              <a:gd name="T63" fmla="*/ 83 h 246"/>
              <a:gd name="T64" fmla="*/ 201 w 258"/>
              <a:gd name="T65" fmla="*/ 96 h 246"/>
              <a:gd name="T66" fmla="*/ 211 w 258"/>
              <a:gd name="T67" fmla="*/ 36 h 246"/>
              <a:gd name="T68" fmla="*/ 162 w 258"/>
              <a:gd name="T69" fmla="*/ 0 h 246"/>
              <a:gd name="T70" fmla="*/ 72 w 258"/>
              <a:gd name="T71" fmla="*/ 18 h 246"/>
              <a:gd name="T72" fmla="*/ 52 w 258"/>
              <a:gd name="T73" fmla="*/ 62 h 246"/>
              <a:gd name="T74" fmla="*/ 117 w 258"/>
              <a:gd name="T75" fmla="*/ 55 h 246"/>
              <a:gd name="T76" fmla="*/ 177 w 258"/>
              <a:gd name="T77" fmla="*/ 16 h 246"/>
              <a:gd name="T78" fmla="*/ 200 w 258"/>
              <a:gd name="T79" fmla="*/ 50 h 246"/>
              <a:gd name="T80" fmla="*/ 151 w 258"/>
              <a:gd name="T81" fmla="*/ 78 h 246"/>
              <a:gd name="T82" fmla="*/ 133 w 258"/>
              <a:gd name="T83" fmla="*/ 1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8" h="246">
                <a:moveTo>
                  <a:pt x="109" y="172"/>
                </a:moveTo>
                <a:cubicBezTo>
                  <a:pt x="72" y="172"/>
                  <a:pt x="72" y="172"/>
                  <a:pt x="72" y="172"/>
                </a:cubicBezTo>
                <a:cubicBezTo>
                  <a:pt x="70" y="172"/>
                  <a:pt x="68" y="174"/>
                  <a:pt x="68" y="176"/>
                </a:cubicBezTo>
                <a:cubicBezTo>
                  <a:pt x="68" y="179"/>
                  <a:pt x="70" y="180"/>
                  <a:pt x="72" y="180"/>
                </a:cubicBezTo>
                <a:cubicBezTo>
                  <a:pt x="105" y="180"/>
                  <a:pt x="105" y="180"/>
                  <a:pt x="105" y="180"/>
                </a:cubicBezTo>
                <a:cubicBezTo>
                  <a:pt x="105" y="222"/>
                  <a:pt x="105" y="222"/>
                  <a:pt x="105" y="222"/>
                </a:cubicBezTo>
                <a:cubicBezTo>
                  <a:pt x="57" y="222"/>
                  <a:pt x="57" y="222"/>
                  <a:pt x="57" y="222"/>
                </a:cubicBezTo>
                <a:cubicBezTo>
                  <a:pt x="50" y="222"/>
                  <a:pt x="43" y="218"/>
                  <a:pt x="40" y="211"/>
                </a:cubicBezTo>
                <a:cubicBezTo>
                  <a:pt x="36" y="205"/>
                  <a:pt x="36" y="198"/>
                  <a:pt x="40" y="192"/>
                </a:cubicBezTo>
                <a:cubicBezTo>
                  <a:pt x="69" y="140"/>
                  <a:pt x="69" y="140"/>
                  <a:pt x="69" y="140"/>
                </a:cubicBezTo>
                <a:cubicBezTo>
                  <a:pt x="81" y="146"/>
                  <a:pt x="81" y="146"/>
                  <a:pt x="81" y="146"/>
                </a:cubicBezTo>
                <a:cubicBezTo>
                  <a:pt x="82" y="147"/>
                  <a:pt x="84" y="147"/>
                  <a:pt x="85" y="146"/>
                </a:cubicBezTo>
                <a:cubicBezTo>
                  <a:pt x="86" y="145"/>
                  <a:pt x="87" y="143"/>
                  <a:pt x="86" y="142"/>
                </a:cubicBezTo>
                <a:cubicBezTo>
                  <a:pt x="70" y="86"/>
                  <a:pt x="70" y="86"/>
                  <a:pt x="70" y="86"/>
                </a:cubicBezTo>
                <a:cubicBezTo>
                  <a:pt x="70" y="84"/>
                  <a:pt x="68" y="82"/>
                  <a:pt x="65" y="83"/>
                </a:cubicBezTo>
                <a:cubicBezTo>
                  <a:pt x="10" y="99"/>
                  <a:pt x="10" y="99"/>
                  <a:pt x="10" y="99"/>
                </a:cubicBezTo>
                <a:cubicBezTo>
                  <a:pt x="8" y="100"/>
                  <a:pt x="7" y="101"/>
                  <a:pt x="7" y="102"/>
                </a:cubicBezTo>
                <a:cubicBezTo>
                  <a:pt x="7" y="104"/>
                  <a:pt x="7" y="106"/>
                  <a:pt x="9" y="106"/>
                </a:cubicBezTo>
                <a:cubicBezTo>
                  <a:pt x="19" y="112"/>
                  <a:pt x="19" y="112"/>
                  <a:pt x="19" y="112"/>
                </a:cubicBezTo>
                <a:cubicBezTo>
                  <a:pt x="4" y="140"/>
                  <a:pt x="4" y="140"/>
                  <a:pt x="4" y="140"/>
                </a:cubicBezTo>
                <a:cubicBezTo>
                  <a:pt x="0" y="147"/>
                  <a:pt x="0" y="156"/>
                  <a:pt x="4" y="164"/>
                </a:cubicBezTo>
                <a:cubicBezTo>
                  <a:pt x="33" y="216"/>
                  <a:pt x="33" y="216"/>
                  <a:pt x="33" y="216"/>
                </a:cubicBezTo>
                <a:cubicBezTo>
                  <a:pt x="33" y="216"/>
                  <a:pt x="33" y="216"/>
                  <a:pt x="33" y="216"/>
                </a:cubicBezTo>
                <a:cubicBezTo>
                  <a:pt x="38" y="224"/>
                  <a:pt x="47" y="230"/>
                  <a:pt x="57" y="230"/>
                </a:cubicBezTo>
                <a:cubicBezTo>
                  <a:pt x="109" y="230"/>
                  <a:pt x="109" y="230"/>
                  <a:pt x="109" y="230"/>
                </a:cubicBezTo>
                <a:cubicBezTo>
                  <a:pt x="111" y="230"/>
                  <a:pt x="113" y="228"/>
                  <a:pt x="113" y="226"/>
                </a:cubicBezTo>
                <a:cubicBezTo>
                  <a:pt x="113" y="176"/>
                  <a:pt x="113" y="176"/>
                  <a:pt x="113" y="176"/>
                </a:cubicBezTo>
                <a:cubicBezTo>
                  <a:pt x="113" y="174"/>
                  <a:pt x="111" y="172"/>
                  <a:pt x="109" y="172"/>
                </a:cubicBezTo>
                <a:close/>
                <a:moveTo>
                  <a:pt x="33" y="188"/>
                </a:moveTo>
                <a:cubicBezTo>
                  <a:pt x="32" y="190"/>
                  <a:pt x="31" y="192"/>
                  <a:pt x="30" y="194"/>
                </a:cubicBezTo>
                <a:cubicBezTo>
                  <a:pt x="11" y="160"/>
                  <a:pt x="11" y="160"/>
                  <a:pt x="11" y="160"/>
                </a:cubicBezTo>
                <a:cubicBezTo>
                  <a:pt x="8" y="155"/>
                  <a:pt x="8" y="149"/>
                  <a:pt x="11" y="144"/>
                </a:cubicBezTo>
                <a:cubicBezTo>
                  <a:pt x="28" y="113"/>
                  <a:pt x="28" y="113"/>
                  <a:pt x="28" y="113"/>
                </a:cubicBezTo>
                <a:cubicBezTo>
                  <a:pt x="29" y="112"/>
                  <a:pt x="29" y="111"/>
                  <a:pt x="29" y="110"/>
                </a:cubicBezTo>
                <a:cubicBezTo>
                  <a:pt x="28" y="109"/>
                  <a:pt x="28" y="108"/>
                  <a:pt x="27" y="107"/>
                </a:cubicBezTo>
                <a:cubicBezTo>
                  <a:pt x="21" y="104"/>
                  <a:pt x="21" y="104"/>
                  <a:pt x="21" y="104"/>
                </a:cubicBezTo>
                <a:cubicBezTo>
                  <a:pt x="64" y="92"/>
                  <a:pt x="64" y="92"/>
                  <a:pt x="64" y="92"/>
                </a:cubicBezTo>
                <a:cubicBezTo>
                  <a:pt x="76" y="135"/>
                  <a:pt x="76" y="135"/>
                  <a:pt x="76" y="135"/>
                </a:cubicBezTo>
                <a:cubicBezTo>
                  <a:pt x="70" y="131"/>
                  <a:pt x="70" y="131"/>
                  <a:pt x="70" y="131"/>
                </a:cubicBezTo>
                <a:cubicBezTo>
                  <a:pt x="68" y="130"/>
                  <a:pt x="66" y="131"/>
                  <a:pt x="64" y="133"/>
                </a:cubicBezTo>
                <a:lnTo>
                  <a:pt x="33" y="188"/>
                </a:lnTo>
                <a:close/>
                <a:moveTo>
                  <a:pt x="253" y="138"/>
                </a:moveTo>
                <a:cubicBezTo>
                  <a:pt x="229" y="94"/>
                  <a:pt x="229" y="94"/>
                  <a:pt x="229" y="94"/>
                </a:cubicBezTo>
                <a:cubicBezTo>
                  <a:pt x="228" y="93"/>
                  <a:pt x="227" y="92"/>
                  <a:pt x="226" y="92"/>
                </a:cubicBezTo>
                <a:cubicBezTo>
                  <a:pt x="225" y="92"/>
                  <a:pt x="224" y="92"/>
                  <a:pt x="223" y="92"/>
                </a:cubicBezTo>
                <a:cubicBezTo>
                  <a:pt x="181" y="117"/>
                  <a:pt x="181" y="117"/>
                  <a:pt x="181" y="117"/>
                </a:cubicBezTo>
                <a:cubicBezTo>
                  <a:pt x="179" y="118"/>
                  <a:pt x="178" y="121"/>
                  <a:pt x="179" y="122"/>
                </a:cubicBezTo>
                <a:cubicBezTo>
                  <a:pt x="197" y="154"/>
                  <a:pt x="197" y="154"/>
                  <a:pt x="197" y="154"/>
                </a:cubicBezTo>
                <a:cubicBezTo>
                  <a:pt x="198" y="156"/>
                  <a:pt x="200" y="156"/>
                  <a:pt x="202" y="155"/>
                </a:cubicBezTo>
                <a:cubicBezTo>
                  <a:pt x="204" y="154"/>
                  <a:pt x="205" y="152"/>
                  <a:pt x="204" y="150"/>
                </a:cubicBezTo>
                <a:cubicBezTo>
                  <a:pt x="188" y="122"/>
                  <a:pt x="188" y="122"/>
                  <a:pt x="188" y="122"/>
                </a:cubicBezTo>
                <a:cubicBezTo>
                  <a:pt x="224" y="101"/>
                  <a:pt x="224" y="101"/>
                  <a:pt x="224" y="101"/>
                </a:cubicBezTo>
                <a:cubicBezTo>
                  <a:pt x="246" y="142"/>
                  <a:pt x="246" y="142"/>
                  <a:pt x="246" y="142"/>
                </a:cubicBezTo>
                <a:cubicBezTo>
                  <a:pt x="250" y="148"/>
                  <a:pt x="250" y="155"/>
                  <a:pt x="246" y="162"/>
                </a:cubicBezTo>
                <a:cubicBezTo>
                  <a:pt x="246" y="162"/>
                  <a:pt x="246" y="162"/>
                  <a:pt x="246" y="162"/>
                </a:cubicBezTo>
                <a:cubicBezTo>
                  <a:pt x="246" y="162"/>
                  <a:pt x="246" y="162"/>
                  <a:pt x="246" y="162"/>
                </a:cubicBezTo>
                <a:cubicBezTo>
                  <a:pt x="243" y="168"/>
                  <a:pt x="236" y="172"/>
                  <a:pt x="228" y="172"/>
                </a:cubicBezTo>
                <a:cubicBezTo>
                  <a:pt x="170" y="172"/>
                  <a:pt x="170" y="172"/>
                  <a:pt x="170" y="172"/>
                </a:cubicBezTo>
                <a:cubicBezTo>
                  <a:pt x="170" y="160"/>
                  <a:pt x="170" y="160"/>
                  <a:pt x="170" y="160"/>
                </a:cubicBezTo>
                <a:cubicBezTo>
                  <a:pt x="170" y="158"/>
                  <a:pt x="169" y="157"/>
                  <a:pt x="168" y="156"/>
                </a:cubicBezTo>
                <a:cubicBezTo>
                  <a:pt x="166" y="156"/>
                  <a:pt x="165" y="156"/>
                  <a:pt x="163" y="157"/>
                </a:cubicBezTo>
                <a:cubicBezTo>
                  <a:pt x="122" y="198"/>
                  <a:pt x="122" y="198"/>
                  <a:pt x="122" y="198"/>
                </a:cubicBezTo>
                <a:cubicBezTo>
                  <a:pt x="121" y="200"/>
                  <a:pt x="121" y="202"/>
                  <a:pt x="122" y="204"/>
                </a:cubicBezTo>
                <a:cubicBezTo>
                  <a:pt x="163" y="245"/>
                  <a:pt x="163" y="245"/>
                  <a:pt x="163" y="245"/>
                </a:cubicBezTo>
                <a:cubicBezTo>
                  <a:pt x="164" y="246"/>
                  <a:pt x="165" y="246"/>
                  <a:pt x="166" y="246"/>
                </a:cubicBezTo>
                <a:cubicBezTo>
                  <a:pt x="167" y="246"/>
                  <a:pt x="167" y="246"/>
                  <a:pt x="168" y="246"/>
                </a:cubicBezTo>
                <a:cubicBezTo>
                  <a:pt x="169" y="245"/>
                  <a:pt x="170" y="244"/>
                  <a:pt x="170" y="242"/>
                </a:cubicBezTo>
                <a:cubicBezTo>
                  <a:pt x="170" y="230"/>
                  <a:pt x="170" y="230"/>
                  <a:pt x="170" y="230"/>
                </a:cubicBezTo>
                <a:cubicBezTo>
                  <a:pt x="203" y="230"/>
                  <a:pt x="203" y="230"/>
                  <a:pt x="203" y="230"/>
                </a:cubicBezTo>
                <a:cubicBezTo>
                  <a:pt x="212" y="230"/>
                  <a:pt x="221" y="225"/>
                  <a:pt x="225" y="217"/>
                </a:cubicBezTo>
                <a:cubicBezTo>
                  <a:pt x="253" y="166"/>
                  <a:pt x="253" y="166"/>
                  <a:pt x="253" y="166"/>
                </a:cubicBezTo>
                <a:cubicBezTo>
                  <a:pt x="253" y="166"/>
                  <a:pt x="253" y="166"/>
                  <a:pt x="253" y="166"/>
                </a:cubicBezTo>
                <a:cubicBezTo>
                  <a:pt x="258" y="157"/>
                  <a:pt x="258" y="147"/>
                  <a:pt x="253" y="138"/>
                </a:cubicBezTo>
                <a:close/>
                <a:moveTo>
                  <a:pt x="218" y="213"/>
                </a:moveTo>
                <a:cubicBezTo>
                  <a:pt x="215" y="218"/>
                  <a:pt x="209" y="222"/>
                  <a:pt x="203" y="222"/>
                </a:cubicBezTo>
                <a:cubicBezTo>
                  <a:pt x="166" y="222"/>
                  <a:pt x="166" y="222"/>
                  <a:pt x="166" y="222"/>
                </a:cubicBezTo>
                <a:cubicBezTo>
                  <a:pt x="164" y="222"/>
                  <a:pt x="162" y="223"/>
                  <a:pt x="162" y="226"/>
                </a:cubicBezTo>
                <a:cubicBezTo>
                  <a:pt x="162" y="232"/>
                  <a:pt x="162" y="232"/>
                  <a:pt x="162" y="232"/>
                </a:cubicBezTo>
                <a:cubicBezTo>
                  <a:pt x="131" y="201"/>
                  <a:pt x="131" y="201"/>
                  <a:pt x="131" y="201"/>
                </a:cubicBezTo>
                <a:cubicBezTo>
                  <a:pt x="162" y="170"/>
                  <a:pt x="162" y="170"/>
                  <a:pt x="162" y="170"/>
                </a:cubicBezTo>
                <a:cubicBezTo>
                  <a:pt x="162" y="176"/>
                  <a:pt x="162" y="176"/>
                  <a:pt x="162" y="176"/>
                </a:cubicBezTo>
                <a:cubicBezTo>
                  <a:pt x="162" y="179"/>
                  <a:pt x="164" y="180"/>
                  <a:pt x="166" y="180"/>
                </a:cubicBezTo>
                <a:cubicBezTo>
                  <a:pt x="228" y="180"/>
                  <a:pt x="228" y="180"/>
                  <a:pt x="228" y="180"/>
                </a:cubicBezTo>
                <a:cubicBezTo>
                  <a:pt x="231" y="180"/>
                  <a:pt x="234" y="180"/>
                  <a:pt x="237" y="179"/>
                </a:cubicBezTo>
                <a:lnTo>
                  <a:pt x="218" y="213"/>
                </a:lnTo>
                <a:close/>
                <a:moveTo>
                  <a:pt x="115" y="50"/>
                </a:moveTo>
                <a:cubicBezTo>
                  <a:pt x="113" y="49"/>
                  <a:pt x="111" y="49"/>
                  <a:pt x="110" y="51"/>
                </a:cubicBezTo>
                <a:cubicBezTo>
                  <a:pt x="96" y="77"/>
                  <a:pt x="96" y="77"/>
                  <a:pt x="96" y="77"/>
                </a:cubicBezTo>
                <a:cubicBezTo>
                  <a:pt x="59" y="57"/>
                  <a:pt x="59" y="57"/>
                  <a:pt x="59" y="57"/>
                </a:cubicBezTo>
                <a:cubicBezTo>
                  <a:pt x="79" y="22"/>
                  <a:pt x="79" y="22"/>
                  <a:pt x="79" y="22"/>
                </a:cubicBezTo>
                <a:cubicBezTo>
                  <a:pt x="84" y="13"/>
                  <a:pt x="93" y="8"/>
                  <a:pt x="102" y="8"/>
                </a:cubicBezTo>
                <a:cubicBezTo>
                  <a:pt x="112" y="8"/>
                  <a:pt x="122" y="14"/>
                  <a:pt x="126" y="23"/>
                </a:cubicBezTo>
                <a:cubicBezTo>
                  <a:pt x="150" y="69"/>
                  <a:pt x="150" y="69"/>
                  <a:pt x="150" y="69"/>
                </a:cubicBezTo>
                <a:cubicBezTo>
                  <a:pt x="139" y="75"/>
                  <a:pt x="139" y="75"/>
                  <a:pt x="139" y="75"/>
                </a:cubicBezTo>
                <a:cubicBezTo>
                  <a:pt x="138" y="76"/>
                  <a:pt x="137" y="78"/>
                  <a:pt x="137" y="79"/>
                </a:cubicBezTo>
                <a:cubicBezTo>
                  <a:pt x="137" y="81"/>
                  <a:pt x="138" y="82"/>
                  <a:pt x="140" y="83"/>
                </a:cubicBezTo>
                <a:cubicBezTo>
                  <a:pt x="196" y="99"/>
                  <a:pt x="196" y="99"/>
                  <a:pt x="196" y="99"/>
                </a:cubicBezTo>
                <a:cubicBezTo>
                  <a:pt x="196" y="99"/>
                  <a:pt x="196" y="99"/>
                  <a:pt x="197" y="99"/>
                </a:cubicBezTo>
                <a:cubicBezTo>
                  <a:pt x="199" y="99"/>
                  <a:pt x="200" y="98"/>
                  <a:pt x="201" y="96"/>
                </a:cubicBezTo>
                <a:cubicBezTo>
                  <a:pt x="217" y="40"/>
                  <a:pt x="217" y="40"/>
                  <a:pt x="217" y="40"/>
                </a:cubicBezTo>
                <a:cubicBezTo>
                  <a:pt x="217" y="39"/>
                  <a:pt x="216" y="37"/>
                  <a:pt x="215" y="36"/>
                </a:cubicBezTo>
                <a:cubicBezTo>
                  <a:pt x="214" y="35"/>
                  <a:pt x="212" y="35"/>
                  <a:pt x="211" y="36"/>
                </a:cubicBezTo>
                <a:cubicBezTo>
                  <a:pt x="200" y="42"/>
                  <a:pt x="200" y="42"/>
                  <a:pt x="200" y="42"/>
                </a:cubicBezTo>
                <a:cubicBezTo>
                  <a:pt x="184" y="13"/>
                  <a:pt x="184" y="13"/>
                  <a:pt x="184" y="13"/>
                </a:cubicBezTo>
                <a:cubicBezTo>
                  <a:pt x="179" y="5"/>
                  <a:pt x="171" y="0"/>
                  <a:pt x="162" y="0"/>
                </a:cubicBezTo>
                <a:cubicBezTo>
                  <a:pt x="101" y="0"/>
                  <a:pt x="101" y="0"/>
                  <a:pt x="101" y="0"/>
                </a:cubicBezTo>
                <a:cubicBezTo>
                  <a:pt x="100" y="0"/>
                  <a:pt x="100" y="0"/>
                  <a:pt x="100" y="0"/>
                </a:cubicBezTo>
                <a:cubicBezTo>
                  <a:pt x="88" y="1"/>
                  <a:pt x="78" y="8"/>
                  <a:pt x="72" y="18"/>
                </a:cubicBezTo>
                <a:cubicBezTo>
                  <a:pt x="50" y="57"/>
                  <a:pt x="50" y="57"/>
                  <a:pt x="50" y="57"/>
                </a:cubicBezTo>
                <a:cubicBezTo>
                  <a:pt x="50" y="58"/>
                  <a:pt x="50" y="59"/>
                  <a:pt x="50" y="60"/>
                </a:cubicBezTo>
                <a:cubicBezTo>
                  <a:pt x="50" y="61"/>
                  <a:pt x="51" y="62"/>
                  <a:pt x="52" y="62"/>
                </a:cubicBezTo>
                <a:cubicBezTo>
                  <a:pt x="95" y="85"/>
                  <a:pt x="95" y="85"/>
                  <a:pt x="95" y="85"/>
                </a:cubicBezTo>
                <a:cubicBezTo>
                  <a:pt x="97" y="87"/>
                  <a:pt x="100" y="86"/>
                  <a:pt x="101" y="84"/>
                </a:cubicBezTo>
                <a:cubicBezTo>
                  <a:pt x="117" y="55"/>
                  <a:pt x="117" y="55"/>
                  <a:pt x="117" y="55"/>
                </a:cubicBezTo>
                <a:cubicBezTo>
                  <a:pt x="118" y="53"/>
                  <a:pt x="117" y="51"/>
                  <a:pt x="115" y="50"/>
                </a:cubicBezTo>
                <a:close/>
                <a:moveTo>
                  <a:pt x="162" y="8"/>
                </a:moveTo>
                <a:cubicBezTo>
                  <a:pt x="168" y="8"/>
                  <a:pt x="174" y="11"/>
                  <a:pt x="177" y="16"/>
                </a:cubicBezTo>
                <a:cubicBezTo>
                  <a:pt x="195" y="49"/>
                  <a:pt x="195" y="49"/>
                  <a:pt x="195" y="49"/>
                </a:cubicBezTo>
                <a:cubicBezTo>
                  <a:pt x="195" y="50"/>
                  <a:pt x="196" y="51"/>
                  <a:pt x="197" y="51"/>
                </a:cubicBezTo>
                <a:cubicBezTo>
                  <a:pt x="198" y="51"/>
                  <a:pt x="199" y="51"/>
                  <a:pt x="200" y="50"/>
                </a:cubicBezTo>
                <a:cubicBezTo>
                  <a:pt x="206" y="47"/>
                  <a:pt x="206" y="47"/>
                  <a:pt x="206" y="47"/>
                </a:cubicBezTo>
                <a:cubicBezTo>
                  <a:pt x="194" y="90"/>
                  <a:pt x="194" y="90"/>
                  <a:pt x="194" y="90"/>
                </a:cubicBezTo>
                <a:cubicBezTo>
                  <a:pt x="151" y="78"/>
                  <a:pt x="151" y="78"/>
                  <a:pt x="151" y="78"/>
                </a:cubicBezTo>
                <a:cubicBezTo>
                  <a:pt x="157" y="74"/>
                  <a:pt x="157" y="74"/>
                  <a:pt x="157" y="74"/>
                </a:cubicBezTo>
                <a:cubicBezTo>
                  <a:pt x="159" y="73"/>
                  <a:pt x="160" y="71"/>
                  <a:pt x="159" y="69"/>
                </a:cubicBezTo>
                <a:cubicBezTo>
                  <a:pt x="133" y="19"/>
                  <a:pt x="133" y="19"/>
                  <a:pt x="133" y="19"/>
                </a:cubicBezTo>
                <a:cubicBezTo>
                  <a:pt x="131" y="15"/>
                  <a:pt x="128" y="11"/>
                  <a:pt x="124" y="8"/>
                </a:cubicBezTo>
                <a:lnTo>
                  <a:pt x="162"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52" name="Freeform 137">
            <a:extLst>
              <a:ext uri="{FF2B5EF4-FFF2-40B4-BE49-F238E27FC236}">
                <a16:creationId xmlns:a16="http://schemas.microsoft.com/office/drawing/2014/main" id="{E47EB1A9-68B8-4621-8487-010D8271A43A}"/>
              </a:ext>
            </a:extLst>
          </p:cNvPr>
          <p:cNvSpPr>
            <a:spLocks noChangeAspect="1" noEditPoints="1"/>
          </p:cNvSpPr>
          <p:nvPr/>
        </p:nvSpPr>
        <p:spPr bwMode="auto">
          <a:xfrm>
            <a:off x="6378964" y="3393282"/>
            <a:ext cx="400050" cy="400050"/>
          </a:xfrm>
          <a:custGeom>
            <a:avLst/>
            <a:gdLst>
              <a:gd name="T0" fmla="*/ 8 w 256"/>
              <a:gd name="T1" fmla="*/ 128 h 256"/>
              <a:gd name="T2" fmla="*/ 128 w 256"/>
              <a:gd name="T3" fmla="*/ 8 h 256"/>
              <a:gd name="T4" fmla="*/ 224 w 256"/>
              <a:gd name="T5" fmla="*/ 56 h 256"/>
              <a:gd name="T6" fmla="*/ 192 w 256"/>
              <a:gd name="T7" fmla="*/ 56 h 256"/>
              <a:gd name="T8" fmla="*/ 188 w 256"/>
              <a:gd name="T9" fmla="*/ 60 h 256"/>
              <a:gd name="T10" fmla="*/ 192 w 256"/>
              <a:gd name="T11" fmla="*/ 64 h 256"/>
              <a:gd name="T12" fmla="*/ 232 w 256"/>
              <a:gd name="T13" fmla="*/ 64 h 256"/>
              <a:gd name="T14" fmla="*/ 236 w 256"/>
              <a:gd name="T15" fmla="*/ 60 h 256"/>
              <a:gd name="T16" fmla="*/ 236 w 256"/>
              <a:gd name="T17" fmla="*/ 20 h 256"/>
              <a:gd name="T18" fmla="*/ 232 w 256"/>
              <a:gd name="T19" fmla="*/ 16 h 256"/>
              <a:gd name="T20" fmla="*/ 228 w 256"/>
              <a:gd name="T21" fmla="*/ 20 h 256"/>
              <a:gd name="T22" fmla="*/ 228 w 256"/>
              <a:gd name="T23" fmla="*/ 48 h 256"/>
              <a:gd name="T24" fmla="*/ 128 w 256"/>
              <a:gd name="T25" fmla="*/ 0 h 256"/>
              <a:gd name="T26" fmla="*/ 0 w 256"/>
              <a:gd name="T27" fmla="*/ 128 h 256"/>
              <a:gd name="T28" fmla="*/ 7 w 256"/>
              <a:gd name="T29" fmla="*/ 169 h 256"/>
              <a:gd name="T30" fmla="*/ 11 w 256"/>
              <a:gd name="T31" fmla="*/ 172 h 256"/>
              <a:gd name="T32" fmla="*/ 12 w 256"/>
              <a:gd name="T33" fmla="*/ 172 h 256"/>
              <a:gd name="T34" fmla="*/ 14 w 256"/>
              <a:gd name="T35" fmla="*/ 167 h 256"/>
              <a:gd name="T36" fmla="*/ 8 w 256"/>
              <a:gd name="T37" fmla="*/ 128 h 256"/>
              <a:gd name="T38" fmla="*/ 249 w 256"/>
              <a:gd name="T39" fmla="*/ 87 h 256"/>
              <a:gd name="T40" fmla="*/ 244 w 256"/>
              <a:gd name="T41" fmla="*/ 84 h 256"/>
              <a:gd name="T42" fmla="*/ 242 w 256"/>
              <a:gd name="T43" fmla="*/ 89 h 256"/>
              <a:gd name="T44" fmla="*/ 248 w 256"/>
              <a:gd name="T45" fmla="*/ 128 h 256"/>
              <a:gd name="T46" fmla="*/ 128 w 256"/>
              <a:gd name="T47" fmla="*/ 248 h 256"/>
              <a:gd name="T48" fmla="*/ 32 w 256"/>
              <a:gd name="T49" fmla="*/ 200 h 256"/>
              <a:gd name="T50" fmla="*/ 64 w 256"/>
              <a:gd name="T51" fmla="*/ 200 h 256"/>
              <a:gd name="T52" fmla="*/ 68 w 256"/>
              <a:gd name="T53" fmla="*/ 196 h 256"/>
              <a:gd name="T54" fmla="*/ 64 w 256"/>
              <a:gd name="T55" fmla="*/ 192 h 256"/>
              <a:gd name="T56" fmla="*/ 24 w 256"/>
              <a:gd name="T57" fmla="*/ 192 h 256"/>
              <a:gd name="T58" fmla="*/ 24 w 256"/>
              <a:gd name="T59" fmla="*/ 192 h 256"/>
              <a:gd name="T60" fmla="*/ 24 w 256"/>
              <a:gd name="T61" fmla="*/ 192 h 256"/>
              <a:gd name="T62" fmla="*/ 20 w 256"/>
              <a:gd name="T63" fmla="*/ 196 h 256"/>
              <a:gd name="T64" fmla="*/ 20 w 256"/>
              <a:gd name="T65" fmla="*/ 236 h 256"/>
              <a:gd name="T66" fmla="*/ 24 w 256"/>
              <a:gd name="T67" fmla="*/ 240 h 256"/>
              <a:gd name="T68" fmla="*/ 28 w 256"/>
              <a:gd name="T69" fmla="*/ 236 h 256"/>
              <a:gd name="T70" fmla="*/ 28 w 256"/>
              <a:gd name="T71" fmla="*/ 208 h 256"/>
              <a:gd name="T72" fmla="*/ 128 w 256"/>
              <a:gd name="T73" fmla="*/ 256 h 256"/>
              <a:gd name="T74" fmla="*/ 256 w 256"/>
              <a:gd name="T75" fmla="*/ 128 h 256"/>
              <a:gd name="T76" fmla="*/ 249 w 256"/>
              <a:gd name="T77" fmla="*/ 87 h 256"/>
              <a:gd name="T78" fmla="*/ 128 w 256"/>
              <a:gd name="T79" fmla="*/ 56 h 256"/>
              <a:gd name="T80" fmla="*/ 124 w 256"/>
              <a:gd name="T81" fmla="*/ 59 h 256"/>
              <a:gd name="T82" fmla="*/ 104 w 256"/>
              <a:gd name="T83" fmla="*/ 95 h 256"/>
              <a:gd name="T84" fmla="*/ 79 w 256"/>
              <a:gd name="T85" fmla="*/ 151 h 256"/>
              <a:gd name="T86" fmla="*/ 128 w 256"/>
              <a:gd name="T87" fmla="*/ 200 h 256"/>
              <a:gd name="T88" fmla="*/ 177 w 256"/>
              <a:gd name="T89" fmla="*/ 151 h 256"/>
              <a:gd name="T90" fmla="*/ 152 w 256"/>
              <a:gd name="T91" fmla="*/ 95 h 256"/>
              <a:gd name="T92" fmla="*/ 132 w 256"/>
              <a:gd name="T93" fmla="*/ 59 h 256"/>
              <a:gd name="T94" fmla="*/ 128 w 256"/>
              <a:gd name="T95" fmla="*/ 56 h 256"/>
              <a:gd name="T96" fmla="*/ 169 w 256"/>
              <a:gd name="T97" fmla="*/ 151 h 256"/>
              <a:gd name="T98" fmla="*/ 128 w 256"/>
              <a:gd name="T99" fmla="*/ 192 h 256"/>
              <a:gd name="T100" fmla="*/ 87 w 256"/>
              <a:gd name="T101" fmla="*/ 151 h 256"/>
              <a:gd name="T102" fmla="*/ 111 w 256"/>
              <a:gd name="T103" fmla="*/ 99 h 256"/>
              <a:gd name="T104" fmla="*/ 128 w 256"/>
              <a:gd name="T105" fmla="*/ 70 h 256"/>
              <a:gd name="T106" fmla="*/ 145 w 256"/>
              <a:gd name="T107" fmla="*/ 99 h 256"/>
              <a:gd name="T108" fmla="*/ 169 w 256"/>
              <a:gd name="T109" fmla="*/ 151 h 256"/>
              <a:gd name="T110" fmla="*/ 109 w 256"/>
              <a:gd name="T111" fmla="*/ 151 h 256"/>
              <a:gd name="T112" fmla="*/ 105 w 256"/>
              <a:gd name="T113" fmla="*/ 147 h 256"/>
              <a:gd name="T114" fmla="*/ 101 w 256"/>
              <a:gd name="T115" fmla="*/ 151 h 256"/>
              <a:gd name="T116" fmla="*/ 128 w 256"/>
              <a:gd name="T117" fmla="*/ 177 h 256"/>
              <a:gd name="T118" fmla="*/ 132 w 256"/>
              <a:gd name="T119" fmla="*/ 173 h 256"/>
              <a:gd name="T120" fmla="*/ 128 w 256"/>
              <a:gd name="T121" fmla="*/ 169 h 256"/>
              <a:gd name="T122" fmla="*/ 109 w 256"/>
              <a:gd name="T123" fmla="*/ 15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56">
                <a:moveTo>
                  <a:pt x="8" y="128"/>
                </a:moveTo>
                <a:cubicBezTo>
                  <a:pt x="8" y="62"/>
                  <a:pt x="62" y="8"/>
                  <a:pt x="128" y="8"/>
                </a:cubicBezTo>
                <a:cubicBezTo>
                  <a:pt x="166" y="8"/>
                  <a:pt x="201" y="26"/>
                  <a:pt x="224" y="56"/>
                </a:cubicBezTo>
                <a:cubicBezTo>
                  <a:pt x="192" y="56"/>
                  <a:pt x="192" y="56"/>
                  <a:pt x="192" y="56"/>
                </a:cubicBezTo>
                <a:cubicBezTo>
                  <a:pt x="190" y="56"/>
                  <a:pt x="188" y="58"/>
                  <a:pt x="188" y="60"/>
                </a:cubicBezTo>
                <a:cubicBezTo>
                  <a:pt x="188" y="62"/>
                  <a:pt x="190" y="64"/>
                  <a:pt x="192" y="64"/>
                </a:cubicBezTo>
                <a:cubicBezTo>
                  <a:pt x="232" y="64"/>
                  <a:pt x="232" y="64"/>
                  <a:pt x="232" y="64"/>
                </a:cubicBezTo>
                <a:cubicBezTo>
                  <a:pt x="234" y="64"/>
                  <a:pt x="236" y="62"/>
                  <a:pt x="236" y="60"/>
                </a:cubicBezTo>
                <a:cubicBezTo>
                  <a:pt x="236" y="20"/>
                  <a:pt x="236" y="20"/>
                  <a:pt x="236" y="20"/>
                </a:cubicBezTo>
                <a:cubicBezTo>
                  <a:pt x="236" y="18"/>
                  <a:pt x="234" y="16"/>
                  <a:pt x="232" y="16"/>
                </a:cubicBezTo>
                <a:cubicBezTo>
                  <a:pt x="230" y="16"/>
                  <a:pt x="228" y="18"/>
                  <a:pt x="228" y="20"/>
                </a:cubicBezTo>
                <a:cubicBezTo>
                  <a:pt x="228" y="48"/>
                  <a:pt x="228" y="48"/>
                  <a:pt x="228" y="48"/>
                </a:cubicBezTo>
                <a:cubicBezTo>
                  <a:pt x="204" y="18"/>
                  <a:pt x="167" y="0"/>
                  <a:pt x="128" y="0"/>
                </a:cubicBezTo>
                <a:cubicBezTo>
                  <a:pt x="57" y="0"/>
                  <a:pt x="0" y="57"/>
                  <a:pt x="0" y="128"/>
                </a:cubicBezTo>
                <a:cubicBezTo>
                  <a:pt x="0" y="142"/>
                  <a:pt x="2" y="156"/>
                  <a:pt x="7" y="169"/>
                </a:cubicBezTo>
                <a:cubicBezTo>
                  <a:pt x="7" y="171"/>
                  <a:pt x="9" y="172"/>
                  <a:pt x="11" y="172"/>
                </a:cubicBezTo>
                <a:cubicBezTo>
                  <a:pt x="11" y="172"/>
                  <a:pt x="11" y="172"/>
                  <a:pt x="12" y="172"/>
                </a:cubicBezTo>
                <a:cubicBezTo>
                  <a:pt x="14" y="171"/>
                  <a:pt x="15" y="169"/>
                  <a:pt x="14" y="167"/>
                </a:cubicBezTo>
                <a:cubicBezTo>
                  <a:pt x="10" y="154"/>
                  <a:pt x="8" y="141"/>
                  <a:pt x="8" y="128"/>
                </a:cubicBezTo>
                <a:close/>
                <a:moveTo>
                  <a:pt x="249" y="87"/>
                </a:moveTo>
                <a:cubicBezTo>
                  <a:pt x="248" y="85"/>
                  <a:pt x="246" y="83"/>
                  <a:pt x="244" y="84"/>
                </a:cubicBezTo>
                <a:cubicBezTo>
                  <a:pt x="242" y="85"/>
                  <a:pt x="241" y="87"/>
                  <a:pt x="242" y="89"/>
                </a:cubicBezTo>
                <a:cubicBezTo>
                  <a:pt x="246" y="102"/>
                  <a:pt x="248" y="115"/>
                  <a:pt x="248" y="128"/>
                </a:cubicBezTo>
                <a:cubicBezTo>
                  <a:pt x="248" y="194"/>
                  <a:pt x="194" y="248"/>
                  <a:pt x="128" y="248"/>
                </a:cubicBezTo>
                <a:cubicBezTo>
                  <a:pt x="90" y="248"/>
                  <a:pt x="55" y="230"/>
                  <a:pt x="32" y="200"/>
                </a:cubicBezTo>
                <a:cubicBezTo>
                  <a:pt x="64" y="200"/>
                  <a:pt x="64" y="200"/>
                  <a:pt x="64" y="200"/>
                </a:cubicBezTo>
                <a:cubicBezTo>
                  <a:pt x="66" y="200"/>
                  <a:pt x="68" y="198"/>
                  <a:pt x="68" y="196"/>
                </a:cubicBezTo>
                <a:cubicBezTo>
                  <a:pt x="68" y="194"/>
                  <a:pt x="66" y="192"/>
                  <a:pt x="64" y="192"/>
                </a:cubicBezTo>
                <a:cubicBezTo>
                  <a:pt x="24" y="192"/>
                  <a:pt x="24" y="192"/>
                  <a:pt x="24" y="192"/>
                </a:cubicBezTo>
                <a:cubicBezTo>
                  <a:pt x="24" y="192"/>
                  <a:pt x="24" y="192"/>
                  <a:pt x="24" y="192"/>
                </a:cubicBezTo>
                <a:cubicBezTo>
                  <a:pt x="24" y="192"/>
                  <a:pt x="24" y="192"/>
                  <a:pt x="24" y="192"/>
                </a:cubicBezTo>
                <a:cubicBezTo>
                  <a:pt x="22" y="192"/>
                  <a:pt x="20" y="194"/>
                  <a:pt x="20" y="196"/>
                </a:cubicBezTo>
                <a:cubicBezTo>
                  <a:pt x="20" y="236"/>
                  <a:pt x="20" y="236"/>
                  <a:pt x="20" y="236"/>
                </a:cubicBezTo>
                <a:cubicBezTo>
                  <a:pt x="20" y="238"/>
                  <a:pt x="22" y="240"/>
                  <a:pt x="24" y="240"/>
                </a:cubicBezTo>
                <a:cubicBezTo>
                  <a:pt x="26" y="240"/>
                  <a:pt x="28" y="238"/>
                  <a:pt x="28" y="236"/>
                </a:cubicBezTo>
                <a:cubicBezTo>
                  <a:pt x="28" y="208"/>
                  <a:pt x="28" y="208"/>
                  <a:pt x="28" y="208"/>
                </a:cubicBezTo>
                <a:cubicBezTo>
                  <a:pt x="52" y="238"/>
                  <a:pt x="89" y="256"/>
                  <a:pt x="128" y="256"/>
                </a:cubicBezTo>
                <a:cubicBezTo>
                  <a:pt x="199" y="256"/>
                  <a:pt x="256" y="199"/>
                  <a:pt x="256" y="128"/>
                </a:cubicBezTo>
                <a:cubicBezTo>
                  <a:pt x="256" y="114"/>
                  <a:pt x="254" y="100"/>
                  <a:pt x="249" y="87"/>
                </a:cubicBezTo>
                <a:close/>
                <a:moveTo>
                  <a:pt x="128" y="56"/>
                </a:moveTo>
                <a:cubicBezTo>
                  <a:pt x="126" y="56"/>
                  <a:pt x="125" y="57"/>
                  <a:pt x="124" y="59"/>
                </a:cubicBezTo>
                <a:cubicBezTo>
                  <a:pt x="121" y="69"/>
                  <a:pt x="113" y="82"/>
                  <a:pt x="104" y="95"/>
                </a:cubicBezTo>
                <a:cubicBezTo>
                  <a:pt x="92" y="114"/>
                  <a:pt x="79" y="133"/>
                  <a:pt x="79" y="151"/>
                </a:cubicBezTo>
                <a:cubicBezTo>
                  <a:pt x="79" y="178"/>
                  <a:pt x="101" y="200"/>
                  <a:pt x="128" y="200"/>
                </a:cubicBezTo>
                <a:cubicBezTo>
                  <a:pt x="155" y="200"/>
                  <a:pt x="177" y="178"/>
                  <a:pt x="177" y="151"/>
                </a:cubicBezTo>
                <a:cubicBezTo>
                  <a:pt x="177" y="133"/>
                  <a:pt x="164" y="114"/>
                  <a:pt x="152" y="95"/>
                </a:cubicBezTo>
                <a:cubicBezTo>
                  <a:pt x="143" y="82"/>
                  <a:pt x="135" y="69"/>
                  <a:pt x="132" y="59"/>
                </a:cubicBezTo>
                <a:cubicBezTo>
                  <a:pt x="131" y="57"/>
                  <a:pt x="130" y="56"/>
                  <a:pt x="128" y="56"/>
                </a:cubicBezTo>
                <a:close/>
                <a:moveTo>
                  <a:pt x="169" y="151"/>
                </a:moveTo>
                <a:cubicBezTo>
                  <a:pt x="169" y="173"/>
                  <a:pt x="151" y="192"/>
                  <a:pt x="128" y="192"/>
                </a:cubicBezTo>
                <a:cubicBezTo>
                  <a:pt x="105" y="192"/>
                  <a:pt x="87" y="173"/>
                  <a:pt x="87" y="151"/>
                </a:cubicBezTo>
                <a:cubicBezTo>
                  <a:pt x="87" y="136"/>
                  <a:pt x="99" y="117"/>
                  <a:pt x="111" y="99"/>
                </a:cubicBezTo>
                <a:cubicBezTo>
                  <a:pt x="117" y="89"/>
                  <a:pt x="124" y="80"/>
                  <a:pt x="128" y="70"/>
                </a:cubicBezTo>
                <a:cubicBezTo>
                  <a:pt x="132" y="80"/>
                  <a:pt x="139" y="89"/>
                  <a:pt x="145" y="99"/>
                </a:cubicBezTo>
                <a:cubicBezTo>
                  <a:pt x="157" y="117"/>
                  <a:pt x="169" y="136"/>
                  <a:pt x="169" y="151"/>
                </a:cubicBezTo>
                <a:close/>
                <a:moveTo>
                  <a:pt x="109" y="151"/>
                </a:moveTo>
                <a:cubicBezTo>
                  <a:pt x="109" y="148"/>
                  <a:pt x="108" y="147"/>
                  <a:pt x="105" y="147"/>
                </a:cubicBezTo>
                <a:cubicBezTo>
                  <a:pt x="103" y="147"/>
                  <a:pt x="101" y="148"/>
                  <a:pt x="101" y="151"/>
                </a:cubicBezTo>
                <a:cubicBezTo>
                  <a:pt x="101" y="165"/>
                  <a:pt x="113" y="177"/>
                  <a:pt x="128" y="177"/>
                </a:cubicBezTo>
                <a:cubicBezTo>
                  <a:pt x="130" y="177"/>
                  <a:pt x="132" y="176"/>
                  <a:pt x="132" y="173"/>
                </a:cubicBezTo>
                <a:cubicBezTo>
                  <a:pt x="132" y="171"/>
                  <a:pt x="130" y="169"/>
                  <a:pt x="128" y="169"/>
                </a:cubicBezTo>
                <a:cubicBezTo>
                  <a:pt x="118" y="169"/>
                  <a:pt x="109" y="161"/>
                  <a:pt x="109" y="15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6" name="Freeform 144">
            <a:extLst>
              <a:ext uri="{FF2B5EF4-FFF2-40B4-BE49-F238E27FC236}">
                <a16:creationId xmlns:a16="http://schemas.microsoft.com/office/drawing/2014/main" id="{C381DE96-107D-4FF7-8BA2-B87FA03C42D7}"/>
              </a:ext>
            </a:extLst>
          </p:cNvPr>
          <p:cNvSpPr>
            <a:spLocks noChangeAspect="1" noEditPoints="1"/>
          </p:cNvSpPr>
          <p:nvPr/>
        </p:nvSpPr>
        <p:spPr bwMode="auto">
          <a:xfrm>
            <a:off x="7346610" y="3393282"/>
            <a:ext cx="400050" cy="400050"/>
          </a:xfrm>
          <a:custGeom>
            <a:avLst/>
            <a:gdLst>
              <a:gd name="T0" fmla="*/ 128 w 256"/>
              <a:gd name="T1" fmla="*/ 256 h 256"/>
              <a:gd name="T2" fmla="*/ 241 w 256"/>
              <a:gd name="T3" fmla="*/ 87 h 256"/>
              <a:gd name="T4" fmla="*/ 195 w 256"/>
              <a:gd name="T5" fmla="*/ 129 h 256"/>
              <a:gd name="T6" fmla="*/ 240 w 256"/>
              <a:gd name="T7" fmla="*/ 88 h 256"/>
              <a:gd name="T8" fmla="*/ 238 w 256"/>
              <a:gd name="T9" fmla="*/ 80 h 256"/>
              <a:gd name="T10" fmla="*/ 188 w 256"/>
              <a:gd name="T11" fmla="*/ 101 h 256"/>
              <a:gd name="T12" fmla="*/ 217 w 256"/>
              <a:gd name="T13" fmla="*/ 47 h 256"/>
              <a:gd name="T14" fmla="*/ 72 w 256"/>
              <a:gd name="T15" fmla="*/ 128 h 256"/>
              <a:gd name="T16" fmla="*/ 179 w 256"/>
              <a:gd name="T17" fmla="*/ 19 h 256"/>
              <a:gd name="T18" fmla="*/ 176 w 256"/>
              <a:gd name="T19" fmla="*/ 81 h 256"/>
              <a:gd name="T20" fmla="*/ 179 w 256"/>
              <a:gd name="T21" fmla="*/ 21 h 256"/>
              <a:gd name="T22" fmla="*/ 172 w 256"/>
              <a:gd name="T23" fmla="*/ 16 h 256"/>
              <a:gd name="T24" fmla="*/ 151 w 256"/>
              <a:gd name="T25" fmla="*/ 66 h 256"/>
              <a:gd name="T26" fmla="*/ 134 w 256"/>
              <a:gd name="T27" fmla="*/ 8 h 256"/>
              <a:gd name="T28" fmla="*/ 129 w 256"/>
              <a:gd name="T29" fmla="*/ 61 h 256"/>
              <a:gd name="T30" fmla="*/ 88 w 256"/>
              <a:gd name="T31" fmla="*/ 16 h 256"/>
              <a:gd name="T32" fmla="*/ 80 w 256"/>
              <a:gd name="T33" fmla="*/ 18 h 256"/>
              <a:gd name="T34" fmla="*/ 101 w 256"/>
              <a:gd name="T35" fmla="*/ 68 h 256"/>
              <a:gd name="T36" fmla="*/ 47 w 256"/>
              <a:gd name="T37" fmla="*/ 39 h 256"/>
              <a:gd name="T38" fmla="*/ 42 w 256"/>
              <a:gd name="T39" fmla="*/ 45 h 256"/>
              <a:gd name="T40" fmla="*/ 72 w 256"/>
              <a:gd name="T41" fmla="*/ 92 h 256"/>
              <a:gd name="T42" fmla="*/ 42 w 256"/>
              <a:gd name="T43" fmla="*/ 45 h 256"/>
              <a:gd name="T44" fmla="*/ 63 w 256"/>
              <a:gd name="T45" fmla="*/ 102 h 256"/>
              <a:gd name="T46" fmla="*/ 63 w 256"/>
              <a:gd name="T47" fmla="*/ 116 h 256"/>
              <a:gd name="T48" fmla="*/ 16 w 256"/>
              <a:gd name="T49" fmla="*/ 84 h 256"/>
              <a:gd name="T50" fmla="*/ 8 w 256"/>
              <a:gd name="T51" fmla="*/ 130 h 256"/>
              <a:gd name="T52" fmla="*/ 62 w 256"/>
              <a:gd name="T53" fmla="*/ 130 h 256"/>
              <a:gd name="T54" fmla="*/ 15 w 256"/>
              <a:gd name="T55" fmla="*/ 169 h 256"/>
              <a:gd name="T56" fmla="*/ 18 w 256"/>
              <a:gd name="T57" fmla="*/ 176 h 256"/>
              <a:gd name="T58" fmla="*/ 74 w 256"/>
              <a:gd name="T59" fmla="*/ 166 h 256"/>
              <a:gd name="T60" fmla="*/ 77 w 256"/>
              <a:gd name="T61" fmla="*/ 237 h 256"/>
              <a:gd name="T62" fmla="*/ 80 w 256"/>
              <a:gd name="T63" fmla="*/ 175 h 256"/>
              <a:gd name="T64" fmla="*/ 77 w 256"/>
              <a:gd name="T65" fmla="*/ 235 h 256"/>
              <a:gd name="T66" fmla="*/ 84 w 256"/>
              <a:gd name="T67" fmla="*/ 240 h 256"/>
              <a:gd name="T68" fmla="*/ 105 w 256"/>
              <a:gd name="T69" fmla="*/ 190 h 256"/>
              <a:gd name="T70" fmla="*/ 122 w 256"/>
              <a:gd name="T71" fmla="*/ 248 h 256"/>
              <a:gd name="T72" fmla="*/ 127 w 256"/>
              <a:gd name="T73" fmla="*/ 195 h 256"/>
              <a:gd name="T74" fmla="*/ 168 w 256"/>
              <a:gd name="T75" fmla="*/ 240 h 256"/>
              <a:gd name="T76" fmla="*/ 176 w 256"/>
              <a:gd name="T77" fmla="*/ 238 h 256"/>
              <a:gd name="T78" fmla="*/ 155 w 256"/>
              <a:gd name="T79" fmla="*/ 188 h 256"/>
              <a:gd name="T80" fmla="*/ 208 w 256"/>
              <a:gd name="T81" fmla="*/ 216 h 256"/>
              <a:gd name="T82" fmla="*/ 214 w 256"/>
              <a:gd name="T83" fmla="*/ 211 h 256"/>
              <a:gd name="T84" fmla="*/ 176 w 256"/>
              <a:gd name="T85" fmla="*/ 173 h 256"/>
              <a:gd name="T86" fmla="*/ 237 w 256"/>
              <a:gd name="T87" fmla="*/ 179 h 256"/>
              <a:gd name="T88" fmla="*/ 240 w 256"/>
              <a:gd name="T89" fmla="*/ 172 h 256"/>
              <a:gd name="T90" fmla="*/ 193 w 256"/>
              <a:gd name="T91" fmla="*/ 140 h 256"/>
              <a:gd name="T92" fmla="*/ 240 w 256"/>
              <a:gd name="T93" fmla="*/ 172 h 256"/>
              <a:gd name="T94" fmla="*/ 116 w 256"/>
              <a:gd name="T95" fmla="*/ 132 h 256"/>
              <a:gd name="T96" fmla="*/ 132 w 256"/>
              <a:gd name="T97" fmla="*/ 148 h 256"/>
              <a:gd name="T98" fmla="*/ 125 w 256"/>
              <a:gd name="T99" fmla="*/ 89 h 256"/>
              <a:gd name="T100" fmla="*/ 160 w 256"/>
              <a:gd name="T101" fmla="*/ 136 h 256"/>
              <a:gd name="T102" fmla="*/ 104 w 256"/>
              <a:gd name="T103" fmla="*/ 136 h 256"/>
              <a:gd name="T104" fmla="*/ 128 w 256"/>
              <a:gd name="T105"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128" y="0"/>
                </a:moveTo>
                <a:cubicBezTo>
                  <a:pt x="57" y="0"/>
                  <a:pt x="0" y="57"/>
                  <a:pt x="0" y="128"/>
                </a:cubicBezTo>
                <a:cubicBezTo>
                  <a:pt x="0" y="199"/>
                  <a:pt x="57" y="256"/>
                  <a:pt x="128" y="256"/>
                </a:cubicBezTo>
                <a:cubicBezTo>
                  <a:pt x="199" y="256"/>
                  <a:pt x="256" y="199"/>
                  <a:pt x="256" y="128"/>
                </a:cubicBezTo>
                <a:cubicBezTo>
                  <a:pt x="256" y="57"/>
                  <a:pt x="199" y="0"/>
                  <a:pt x="128" y="0"/>
                </a:cubicBezTo>
                <a:close/>
                <a:moveTo>
                  <a:pt x="241" y="87"/>
                </a:moveTo>
                <a:cubicBezTo>
                  <a:pt x="245" y="99"/>
                  <a:pt x="248" y="112"/>
                  <a:pt x="248" y="126"/>
                </a:cubicBezTo>
                <a:cubicBezTo>
                  <a:pt x="248" y="126"/>
                  <a:pt x="248" y="126"/>
                  <a:pt x="248" y="126"/>
                </a:cubicBezTo>
                <a:cubicBezTo>
                  <a:pt x="224" y="122"/>
                  <a:pt x="206" y="123"/>
                  <a:pt x="195" y="129"/>
                </a:cubicBezTo>
                <a:cubicBezTo>
                  <a:pt x="195" y="128"/>
                  <a:pt x="195" y="127"/>
                  <a:pt x="194" y="126"/>
                </a:cubicBezTo>
                <a:cubicBezTo>
                  <a:pt x="194" y="125"/>
                  <a:pt x="190" y="120"/>
                  <a:pt x="193" y="113"/>
                </a:cubicBezTo>
                <a:cubicBezTo>
                  <a:pt x="196" y="106"/>
                  <a:pt x="206" y="96"/>
                  <a:pt x="240" y="88"/>
                </a:cubicBezTo>
                <a:cubicBezTo>
                  <a:pt x="240" y="88"/>
                  <a:pt x="241" y="88"/>
                  <a:pt x="241" y="87"/>
                </a:cubicBezTo>
                <a:close/>
                <a:moveTo>
                  <a:pt x="217" y="47"/>
                </a:moveTo>
                <a:cubicBezTo>
                  <a:pt x="225" y="57"/>
                  <a:pt x="233" y="68"/>
                  <a:pt x="238" y="80"/>
                </a:cubicBezTo>
                <a:cubicBezTo>
                  <a:pt x="238" y="80"/>
                  <a:pt x="238" y="80"/>
                  <a:pt x="238" y="80"/>
                </a:cubicBezTo>
                <a:cubicBezTo>
                  <a:pt x="214" y="86"/>
                  <a:pt x="198" y="93"/>
                  <a:pt x="190" y="103"/>
                </a:cubicBezTo>
                <a:cubicBezTo>
                  <a:pt x="190" y="102"/>
                  <a:pt x="189" y="101"/>
                  <a:pt x="188" y="101"/>
                </a:cubicBezTo>
                <a:cubicBezTo>
                  <a:pt x="188" y="101"/>
                  <a:pt x="183" y="97"/>
                  <a:pt x="182" y="90"/>
                </a:cubicBezTo>
                <a:cubicBezTo>
                  <a:pt x="182" y="82"/>
                  <a:pt x="188" y="68"/>
                  <a:pt x="216" y="48"/>
                </a:cubicBezTo>
                <a:cubicBezTo>
                  <a:pt x="216" y="48"/>
                  <a:pt x="216" y="48"/>
                  <a:pt x="217" y="47"/>
                </a:cubicBezTo>
                <a:close/>
                <a:moveTo>
                  <a:pt x="184" y="128"/>
                </a:moveTo>
                <a:cubicBezTo>
                  <a:pt x="184" y="159"/>
                  <a:pt x="159" y="184"/>
                  <a:pt x="128" y="184"/>
                </a:cubicBezTo>
                <a:cubicBezTo>
                  <a:pt x="97" y="184"/>
                  <a:pt x="72" y="159"/>
                  <a:pt x="72" y="128"/>
                </a:cubicBezTo>
                <a:cubicBezTo>
                  <a:pt x="72" y="97"/>
                  <a:pt x="97" y="72"/>
                  <a:pt x="128" y="72"/>
                </a:cubicBezTo>
                <a:cubicBezTo>
                  <a:pt x="159" y="72"/>
                  <a:pt x="184" y="97"/>
                  <a:pt x="184" y="128"/>
                </a:cubicBezTo>
                <a:close/>
                <a:moveTo>
                  <a:pt x="179" y="19"/>
                </a:moveTo>
                <a:cubicBezTo>
                  <a:pt x="191" y="25"/>
                  <a:pt x="202" y="33"/>
                  <a:pt x="211" y="42"/>
                </a:cubicBezTo>
                <a:cubicBezTo>
                  <a:pt x="211" y="42"/>
                  <a:pt x="211" y="42"/>
                  <a:pt x="211" y="42"/>
                </a:cubicBezTo>
                <a:cubicBezTo>
                  <a:pt x="191" y="56"/>
                  <a:pt x="179" y="69"/>
                  <a:pt x="176" y="81"/>
                </a:cubicBezTo>
                <a:cubicBezTo>
                  <a:pt x="175" y="81"/>
                  <a:pt x="174" y="80"/>
                  <a:pt x="173" y="80"/>
                </a:cubicBezTo>
                <a:cubicBezTo>
                  <a:pt x="173" y="80"/>
                  <a:pt x="167" y="78"/>
                  <a:pt x="164" y="72"/>
                </a:cubicBezTo>
                <a:cubicBezTo>
                  <a:pt x="160" y="65"/>
                  <a:pt x="161" y="50"/>
                  <a:pt x="179" y="21"/>
                </a:cubicBezTo>
                <a:cubicBezTo>
                  <a:pt x="179" y="20"/>
                  <a:pt x="179" y="20"/>
                  <a:pt x="179" y="19"/>
                </a:cubicBezTo>
                <a:close/>
                <a:moveTo>
                  <a:pt x="134" y="8"/>
                </a:moveTo>
                <a:cubicBezTo>
                  <a:pt x="147" y="9"/>
                  <a:pt x="160" y="12"/>
                  <a:pt x="172" y="16"/>
                </a:cubicBezTo>
                <a:cubicBezTo>
                  <a:pt x="172" y="16"/>
                  <a:pt x="172" y="16"/>
                  <a:pt x="172" y="16"/>
                </a:cubicBezTo>
                <a:cubicBezTo>
                  <a:pt x="159" y="37"/>
                  <a:pt x="153" y="54"/>
                  <a:pt x="154" y="67"/>
                </a:cubicBezTo>
                <a:cubicBezTo>
                  <a:pt x="153" y="66"/>
                  <a:pt x="152" y="66"/>
                  <a:pt x="151" y="66"/>
                </a:cubicBezTo>
                <a:cubicBezTo>
                  <a:pt x="151" y="66"/>
                  <a:pt x="145" y="67"/>
                  <a:pt x="139" y="62"/>
                </a:cubicBezTo>
                <a:cubicBezTo>
                  <a:pt x="134" y="57"/>
                  <a:pt x="128" y="43"/>
                  <a:pt x="134" y="9"/>
                </a:cubicBezTo>
                <a:cubicBezTo>
                  <a:pt x="134" y="9"/>
                  <a:pt x="134" y="9"/>
                  <a:pt x="134" y="8"/>
                </a:cubicBezTo>
                <a:close/>
                <a:moveTo>
                  <a:pt x="126" y="8"/>
                </a:moveTo>
                <a:cubicBezTo>
                  <a:pt x="126" y="8"/>
                  <a:pt x="126" y="8"/>
                  <a:pt x="126" y="8"/>
                </a:cubicBezTo>
                <a:cubicBezTo>
                  <a:pt x="122" y="32"/>
                  <a:pt x="123" y="50"/>
                  <a:pt x="129" y="61"/>
                </a:cubicBezTo>
                <a:cubicBezTo>
                  <a:pt x="128" y="61"/>
                  <a:pt x="127" y="61"/>
                  <a:pt x="126" y="62"/>
                </a:cubicBezTo>
                <a:cubicBezTo>
                  <a:pt x="125" y="62"/>
                  <a:pt x="120" y="66"/>
                  <a:pt x="113" y="63"/>
                </a:cubicBezTo>
                <a:cubicBezTo>
                  <a:pt x="106" y="60"/>
                  <a:pt x="96" y="50"/>
                  <a:pt x="88" y="16"/>
                </a:cubicBezTo>
                <a:cubicBezTo>
                  <a:pt x="88" y="16"/>
                  <a:pt x="88" y="15"/>
                  <a:pt x="87" y="15"/>
                </a:cubicBezTo>
                <a:cubicBezTo>
                  <a:pt x="99" y="11"/>
                  <a:pt x="112" y="8"/>
                  <a:pt x="126" y="8"/>
                </a:cubicBezTo>
                <a:close/>
                <a:moveTo>
                  <a:pt x="80" y="18"/>
                </a:moveTo>
                <a:cubicBezTo>
                  <a:pt x="80" y="18"/>
                  <a:pt x="80" y="18"/>
                  <a:pt x="80" y="18"/>
                </a:cubicBezTo>
                <a:cubicBezTo>
                  <a:pt x="86" y="42"/>
                  <a:pt x="94" y="58"/>
                  <a:pt x="103" y="66"/>
                </a:cubicBezTo>
                <a:cubicBezTo>
                  <a:pt x="102" y="66"/>
                  <a:pt x="101" y="67"/>
                  <a:pt x="101" y="68"/>
                </a:cubicBezTo>
                <a:cubicBezTo>
                  <a:pt x="100" y="68"/>
                  <a:pt x="97" y="73"/>
                  <a:pt x="90" y="74"/>
                </a:cubicBezTo>
                <a:cubicBezTo>
                  <a:pt x="82" y="74"/>
                  <a:pt x="68" y="68"/>
                  <a:pt x="48" y="40"/>
                </a:cubicBezTo>
                <a:cubicBezTo>
                  <a:pt x="48" y="40"/>
                  <a:pt x="48" y="40"/>
                  <a:pt x="47" y="39"/>
                </a:cubicBezTo>
                <a:cubicBezTo>
                  <a:pt x="57" y="31"/>
                  <a:pt x="68" y="23"/>
                  <a:pt x="80" y="18"/>
                </a:cubicBezTo>
                <a:close/>
                <a:moveTo>
                  <a:pt x="42" y="45"/>
                </a:moveTo>
                <a:cubicBezTo>
                  <a:pt x="42" y="45"/>
                  <a:pt x="42" y="45"/>
                  <a:pt x="42" y="45"/>
                </a:cubicBezTo>
                <a:cubicBezTo>
                  <a:pt x="56" y="65"/>
                  <a:pt x="69" y="77"/>
                  <a:pt x="81" y="80"/>
                </a:cubicBezTo>
                <a:cubicBezTo>
                  <a:pt x="81" y="81"/>
                  <a:pt x="80" y="82"/>
                  <a:pt x="80" y="83"/>
                </a:cubicBezTo>
                <a:cubicBezTo>
                  <a:pt x="80" y="83"/>
                  <a:pt x="78" y="89"/>
                  <a:pt x="72" y="92"/>
                </a:cubicBezTo>
                <a:cubicBezTo>
                  <a:pt x="65" y="96"/>
                  <a:pt x="50" y="96"/>
                  <a:pt x="21" y="77"/>
                </a:cubicBezTo>
                <a:cubicBezTo>
                  <a:pt x="20" y="77"/>
                  <a:pt x="20" y="77"/>
                  <a:pt x="19" y="77"/>
                </a:cubicBezTo>
                <a:cubicBezTo>
                  <a:pt x="25" y="65"/>
                  <a:pt x="33" y="54"/>
                  <a:pt x="42" y="45"/>
                </a:cubicBezTo>
                <a:close/>
                <a:moveTo>
                  <a:pt x="16" y="84"/>
                </a:moveTo>
                <a:cubicBezTo>
                  <a:pt x="16" y="84"/>
                  <a:pt x="16" y="84"/>
                  <a:pt x="16" y="84"/>
                </a:cubicBezTo>
                <a:cubicBezTo>
                  <a:pt x="36" y="96"/>
                  <a:pt x="51" y="102"/>
                  <a:pt x="63" y="102"/>
                </a:cubicBezTo>
                <a:cubicBezTo>
                  <a:pt x="65" y="102"/>
                  <a:pt x="66" y="102"/>
                  <a:pt x="67" y="102"/>
                </a:cubicBezTo>
                <a:cubicBezTo>
                  <a:pt x="66" y="103"/>
                  <a:pt x="66" y="104"/>
                  <a:pt x="66" y="105"/>
                </a:cubicBezTo>
                <a:cubicBezTo>
                  <a:pt x="66" y="105"/>
                  <a:pt x="67" y="111"/>
                  <a:pt x="63" y="116"/>
                </a:cubicBezTo>
                <a:cubicBezTo>
                  <a:pt x="57" y="122"/>
                  <a:pt x="44" y="128"/>
                  <a:pt x="9" y="122"/>
                </a:cubicBezTo>
                <a:cubicBezTo>
                  <a:pt x="9" y="122"/>
                  <a:pt x="9" y="122"/>
                  <a:pt x="8" y="122"/>
                </a:cubicBezTo>
                <a:cubicBezTo>
                  <a:pt x="9" y="109"/>
                  <a:pt x="12" y="96"/>
                  <a:pt x="16" y="84"/>
                </a:cubicBezTo>
                <a:close/>
                <a:moveTo>
                  <a:pt x="15" y="169"/>
                </a:moveTo>
                <a:cubicBezTo>
                  <a:pt x="11" y="157"/>
                  <a:pt x="8" y="144"/>
                  <a:pt x="8" y="130"/>
                </a:cubicBezTo>
                <a:cubicBezTo>
                  <a:pt x="8" y="130"/>
                  <a:pt x="8" y="130"/>
                  <a:pt x="8" y="130"/>
                </a:cubicBezTo>
                <a:cubicBezTo>
                  <a:pt x="18" y="132"/>
                  <a:pt x="26" y="133"/>
                  <a:pt x="34" y="133"/>
                </a:cubicBezTo>
                <a:cubicBezTo>
                  <a:pt x="46" y="133"/>
                  <a:pt x="55" y="131"/>
                  <a:pt x="61" y="127"/>
                </a:cubicBezTo>
                <a:cubicBezTo>
                  <a:pt x="61" y="128"/>
                  <a:pt x="61" y="129"/>
                  <a:pt x="62" y="130"/>
                </a:cubicBezTo>
                <a:cubicBezTo>
                  <a:pt x="62" y="131"/>
                  <a:pt x="66" y="136"/>
                  <a:pt x="63" y="143"/>
                </a:cubicBezTo>
                <a:cubicBezTo>
                  <a:pt x="60" y="150"/>
                  <a:pt x="50" y="160"/>
                  <a:pt x="16" y="168"/>
                </a:cubicBezTo>
                <a:cubicBezTo>
                  <a:pt x="16" y="168"/>
                  <a:pt x="15" y="168"/>
                  <a:pt x="15" y="169"/>
                </a:cubicBezTo>
                <a:close/>
                <a:moveTo>
                  <a:pt x="39" y="209"/>
                </a:moveTo>
                <a:cubicBezTo>
                  <a:pt x="31" y="199"/>
                  <a:pt x="23" y="188"/>
                  <a:pt x="18" y="176"/>
                </a:cubicBezTo>
                <a:cubicBezTo>
                  <a:pt x="18" y="176"/>
                  <a:pt x="18" y="176"/>
                  <a:pt x="18" y="176"/>
                </a:cubicBezTo>
                <a:cubicBezTo>
                  <a:pt x="42" y="170"/>
                  <a:pt x="58" y="162"/>
                  <a:pt x="66" y="153"/>
                </a:cubicBezTo>
                <a:cubicBezTo>
                  <a:pt x="66" y="154"/>
                  <a:pt x="67" y="155"/>
                  <a:pt x="68" y="155"/>
                </a:cubicBezTo>
                <a:cubicBezTo>
                  <a:pt x="68" y="156"/>
                  <a:pt x="73" y="159"/>
                  <a:pt x="74" y="166"/>
                </a:cubicBezTo>
                <a:cubicBezTo>
                  <a:pt x="74" y="174"/>
                  <a:pt x="68" y="188"/>
                  <a:pt x="40" y="208"/>
                </a:cubicBezTo>
                <a:cubicBezTo>
                  <a:pt x="40" y="208"/>
                  <a:pt x="40" y="208"/>
                  <a:pt x="39" y="209"/>
                </a:cubicBezTo>
                <a:close/>
                <a:moveTo>
                  <a:pt x="77" y="237"/>
                </a:moveTo>
                <a:cubicBezTo>
                  <a:pt x="65" y="231"/>
                  <a:pt x="54" y="223"/>
                  <a:pt x="45" y="214"/>
                </a:cubicBezTo>
                <a:cubicBezTo>
                  <a:pt x="45" y="214"/>
                  <a:pt x="45" y="214"/>
                  <a:pt x="45" y="214"/>
                </a:cubicBezTo>
                <a:cubicBezTo>
                  <a:pt x="65" y="200"/>
                  <a:pt x="77" y="187"/>
                  <a:pt x="80" y="175"/>
                </a:cubicBezTo>
                <a:cubicBezTo>
                  <a:pt x="81" y="175"/>
                  <a:pt x="82" y="176"/>
                  <a:pt x="83" y="176"/>
                </a:cubicBezTo>
                <a:cubicBezTo>
                  <a:pt x="83" y="176"/>
                  <a:pt x="89" y="178"/>
                  <a:pt x="92" y="184"/>
                </a:cubicBezTo>
                <a:cubicBezTo>
                  <a:pt x="96" y="191"/>
                  <a:pt x="95" y="206"/>
                  <a:pt x="77" y="235"/>
                </a:cubicBezTo>
                <a:cubicBezTo>
                  <a:pt x="77" y="236"/>
                  <a:pt x="77" y="236"/>
                  <a:pt x="77" y="237"/>
                </a:cubicBezTo>
                <a:close/>
                <a:moveTo>
                  <a:pt x="122" y="248"/>
                </a:moveTo>
                <a:cubicBezTo>
                  <a:pt x="109" y="247"/>
                  <a:pt x="96" y="244"/>
                  <a:pt x="84" y="240"/>
                </a:cubicBezTo>
                <a:cubicBezTo>
                  <a:pt x="84" y="240"/>
                  <a:pt x="84" y="240"/>
                  <a:pt x="84" y="240"/>
                </a:cubicBezTo>
                <a:cubicBezTo>
                  <a:pt x="97" y="219"/>
                  <a:pt x="103" y="202"/>
                  <a:pt x="102" y="189"/>
                </a:cubicBezTo>
                <a:cubicBezTo>
                  <a:pt x="103" y="190"/>
                  <a:pt x="104" y="190"/>
                  <a:pt x="105" y="190"/>
                </a:cubicBezTo>
                <a:cubicBezTo>
                  <a:pt x="105" y="190"/>
                  <a:pt x="111" y="189"/>
                  <a:pt x="117" y="194"/>
                </a:cubicBezTo>
                <a:cubicBezTo>
                  <a:pt x="122" y="199"/>
                  <a:pt x="128" y="213"/>
                  <a:pt x="122" y="247"/>
                </a:cubicBezTo>
                <a:cubicBezTo>
                  <a:pt x="122" y="247"/>
                  <a:pt x="122" y="247"/>
                  <a:pt x="122" y="248"/>
                </a:cubicBezTo>
                <a:close/>
                <a:moveTo>
                  <a:pt x="130" y="248"/>
                </a:moveTo>
                <a:cubicBezTo>
                  <a:pt x="130" y="248"/>
                  <a:pt x="130" y="248"/>
                  <a:pt x="130" y="248"/>
                </a:cubicBezTo>
                <a:cubicBezTo>
                  <a:pt x="134" y="224"/>
                  <a:pt x="133" y="206"/>
                  <a:pt x="127" y="195"/>
                </a:cubicBezTo>
                <a:cubicBezTo>
                  <a:pt x="128" y="195"/>
                  <a:pt x="129" y="195"/>
                  <a:pt x="130" y="194"/>
                </a:cubicBezTo>
                <a:cubicBezTo>
                  <a:pt x="131" y="194"/>
                  <a:pt x="136" y="190"/>
                  <a:pt x="143" y="193"/>
                </a:cubicBezTo>
                <a:cubicBezTo>
                  <a:pt x="150" y="196"/>
                  <a:pt x="160" y="206"/>
                  <a:pt x="168" y="240"/>
                </a:cubicBezTo>
                <a:cubicBezTo>
                  <a:pt x="168" y="240"/>
                  <a:pt x="168" y="241"/>
                  <a:pt x="169" y="241"/>
                </a:cubicBezTo>
                <a:cubicBezTo>
                  <a:pt x="157" y="245"/>
                  <a:pt x="144" y="248"/>
                  <a:pt x="130" y="248"/>
                </a:cubicBezTo>
                <a:close/>
                <a:moveTo>
                  <a:pt x="176" y="238"/>
                </a:moveTo>
                <a:cubicBezTo>
                  <a:pt x="176" y="238"/>
                  <a:pt x="176" y="238"/>
                  <a:pt x="176" y="238"/>
                </a:cubicBezTo>
                <a:cubicBezTo>
                  <a:pt x="170" y="214"/>
                  <a:pt x="162" y="198"/>
                  <a:pt x="153" y="190"/>
                </a:cubicBezTo>
                <a:cubicBezTo>
                  <a:pt x="154" y="190"/>
                  <a:pt x="155" y="189"/>
                  <a:pt x="155" y="188"/>
                </a:cubicBezTo>
                <a:cubicBezTo>
                  <a:pt x="156" y="188"/>
                  <a:pt x="159" y="183"/>
                  <a:pt x="166" y="182"/>
                </a:cubicBezTo>
                <a:cubicBezTo>
                  <a:pt x="166" y="182"/>
                  <a:pt x="167" y="182"/>
                  <a:pt x="167" y="182"/>
                </a:cubicBezTo>
                <a:cubicBezTo>
                  <a:pt x="175" y="182"/>
                  <a:pt x="188" y="188"/>
                  <a:pt x="208" y="216"/>
                </a:cubicBezTo>
                <a:cubicBezTo>
                  <a:pt x="208" y="216"/>
                  <a:pt x="208" y="216"/>
                  <a:pt x="209" y="217"/>
                </a:cubicBezTo>
                <a:cubicBezTo>
                  <a:pt x="199" y="225"/>
                  <a:pt x="188" y="233"/>
                  <a:pt x="176" y="238"/>
                </a:cubicBezTo>
                <a:close/>
                <a:moveTo>
                  <a:pt x="214" y="211"/>
                </a:moveTo>
                <a:cubicBezTo>
                  <a:pt x="214" y="211"/>
                  <a:pt x="214" y="211"/>
                  <a:pt x="214" y="211"/>
                </a:cubicBezTo>
                <a:cubicBezTo>
                  <a:pt x="200" y="191"/>
                  <a:pt x="187" y="179"/>
                  <a:pt x="175" y="176"/>
                </a:cubicBezTo>
                <a:cubicBezTo>
                  <a:pt x="175" y="175"/>
                  <a:pt x="176" y="174"/>
                  <a:pt x="176" y="173"/>
                </a:cubicBezTo>
                <a:cubicBezTo>
                  <a:pt x="176" y="173"/>
                  <a:pt x="178" y="167"/>
                  <a:pt x="184" y="164"/>
                </a:cubicBezTo>
                <a:cubicBezTo>
                  <a:pt x="191" y="160"/>
                  <a:pt x="206" y="160"/>
                  <a:pt x="235" y="179"/>
                </a:cubicBezTo>
                <a:cubicBezTo>
                  <a:pt x="236" y="179"/>
                  <a:pt x="236" y="179"/>
                  <a:pt x="237" y="179"/>
                </a:cubicBezTo>
                <a:cubicBezTo>
                  <a:pt x="231" y="191"/>
                  <a:pt x="223" y="202"/>
                  <a:pt x="214" y="211"/>
                </a:cubicBezTo>
                <a:close/>
                <a:moveTo>
                  <a:pt x="240" y="172"/>
                </a:moveTo>
                <a:cubicBezTo>
                  <a:pt x="240" y="172"/>
                  <a:pt x="240" y="172"/>
                  <a:pt x="240" y="172"/>
                </a:cubicBezTo>
                <a:cubicBezTo>
                  <a:pt x="219" y="159"/>
                  <a:pt x="202" y="153"/>
                  <a:pt x="189" y="154"/>
                </a:cubicBezTo>
                <a:cubicBezTo>
                  <a:pt x="190" y="153"/>
                  <a:pt x="190" y="152"/>
                  <a:pt x="190" y="151"/>
                </a:cubicBezTo>
                <a:cubicBezTo>
                  <a:pt x="190" y="151"/>
                  <a:pt x="189" y="145"/>
                  <a:pt x="193" y="140"/>
                </a:cubicBezTo>
                <a:cubicBezTo>
                  <a:pt x="199" y="134"/>
                  <a:pt x="212" y="128"/>
                  <a:pt x="247" y="134"/>
                </a:cubicBezTo>
                <a:cubicBezTo>
                  <a:pt x="247" y="134"/>
                  <a:pt x="247" y="134"/>
                  <a:pt x="248" y="134"/>
                </a:cubicBezTo>
                <a:cubicBezTo>
                  <a:pt x="247" y="147"/>
                  <a:pt x="244" y="160"/>
                  <a:pt x="240" y="172"/>
                </a:cubicBezTo>
                <a:close/>
                <a:moveTo>
                  <a:pt x="128" y="144"/>
                </a:moveTo>
                <a:cubicBezTo>
                  <a:pt x="124" y="144"/>
                  <a:pt x="120" y="140"/>
                  <a:pt x="120" y="136"/>
                </a:cubicBezTo>
                <a:cubicBezTo>
                  <a:pt x="120" y="134"/>
                  <a:pt x="118" y="132"/>
                  <a:pt x="116" y="132"/>
                </a:cubicBezTo>
                <a:cubicBezTo>
                  <a:pt x="114" y="132"/>
                  <a:pt x="112" y="134"/>
                  <a:pt x="112" y="136"/>
                </a:cubicBezTo>
                <a:cubicBezTo>
                  <a:pt x="112" y="145"/>
                  <a:pt x="119" y="152"/>
                  <a:pt x="128" y="152"/>
                </a:cubicBezTo>
                <a:cubicBezTo>
                  <a:pt x="130" y="152"/>
                  <a:pt x="132" y="150"/>
                  <a:pt x="132" y="148"/>
                </a:cubicBezTo>
                <a:cubicBezTo>
                  <a:pt x="132" y="146"/>
                  <a:pt x="130" y="144"/>
                  <a:pt x="128" y="144"/>
                </a:cubicBezTo>
                <a:close/>
                <a:moveTo>
                  <a:pt x="131" y="89"/>
                </a:moveTo>
                <a:cubicBezTo>
                  <a:pt x="129" y="88"/>
                  <a:pt x="127" y="88"/>
                  <a:pt x="125" y="89"/>
                </a:cubicBezTo>
                <a:cubicBezTo>
                  <a:pt x="124" y="90"/>
                  <a:pt x="96" y="114"/>
                  <a:pt x="96" y="136"/>
                </a:cubicBezTo>
                <a:cubicBezTo>
                  <a:pt x="96" y="154"/>
                  <a:pt x="110" y="168"/>
                  <a:pt x="128" y="168"/>
                </a:cubicBezTo>
                <a:cubicBezTo>
                  <a:pt x="146" y="168"/>
                  <a:pt x="160" y="154"/>
                  <a:pt x="160" y="136"/>
                </a:cubicBezTo>
                <a:cubicBezTo>
                  <a:pt x="160" y="114"/>
                  <a:pt x="132" y="90"/>
                  <a:pt x="131" y="89"/>
                </a:cubicBezTo>
                <a:close/>
                <a:moveTo>
                  <a:pt x="128" y="160"/>
                </a:moveTo>
                <a:cubicBezTo>
                  <a:pt x="115" y="160"/>
                  <a:pt x="104" y="149"/>
                  <a:pt x="104" y="136"/>
                </a:cubicBezTo>
                <a:cubicBezTo>
                  <a:pt x="104" y="123"/>
                  <a:pt x="119" y="105"/>
                  <a:pt x="128" y="97"/>
                </a:cubicBezTo>
                <a:cubicBezTo>
                  <a:pt x="137" y="105"/>
                  <a:pt x="152" y="123"/>
                  <a:pt x="152" y="136"/>
                </a:cubicBezTo>
                <a:cubicBezTo>
                  <a:pt x="152" y="149"/>
                  <a:pt x="141" y="160"/>
                  <a:pt x="128" y="16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0" name="Freeform 148">
            <a:extLst>
              <a:ext uri="{FF2B5EF4-FFF2-40B4-BE49-F238E27FC236}">
                <a16:creationId xmlns:a16="http://schemas.microsoft.com/office/drawing/2014/main" id="{B76AB859-E7CD-452F-A40B-05C034674AF3}"/>
              </a:ext>
            </a:extLst>
          </p:cNvPr>
          <p:cNvSpPr>
            <a:spLocks noChangeAspect="1" noEditPoints="1"/>
          </p:cNvSpPr>
          <p:nvPr/>
        </p:nvSpPr>
        <p:spPr bwMode="auto">
          <a:xfrm>
            <a:off x="8395219" y="3409804"/>
            <a:ext cx="238125" cy="349250"/>
          </a:xfrm>
          <a:custGeom>
            <a:avLst/>
            <a:gdLst>
              <a:gd name="T0" fmla="*/ 112 w 152"/>
              <a:gd name="T1" fmla="*/ 61 h 224"/>
              <a:gd name="T2" fmla="*/ 80 w 152"/>
              <a:gd name="T3" fmla="*/ 3 h 224"/>
              <a:gd name="T4" fmla="*/ 76 w 152"/>
              <a:gd name="T5" fmla="*/ 0 h 224"/>
              <a:gd name="T6" fmla="*/ 72 w 152"/>
              <a:gd name="T7" fmla="*/ 3 h 224"/>
              <a:gd name="T8" fmla="*/ 40 w 152"/>
              <a:gd name="T9" fmla="*/ 61 h 224"/>
              <a:gd name="T10" fmla="*/ 0 w 152"/>
              <a:gd name="T11" fmla="*/ 148 h 224"/>
              <a:gd name="T12" fmla="*/ 76 w 152"/>
              <a:gd name="T13" fmla="*/ 224 h 224"/>
              <a:gd name="T14" fmla="*/ 152 w 152"/>
              <a:gd name="T15" fmla="*/ 148 h 224"/>
              <a:gd name="T16" fmla="*/ 112 w 152"/>
              <a:gd name="T17" fmla="*/ 61 h 224"/>
              <a:gd name="T18" fmla="*/ 76 w 152"/>
              <a:gd name="T19" fmla="*/ 216 h 224"/>
              <a:gd name="T20" fmla="*/ 8 w 152"/>
              <a:gd name="T21" fmla="*/ 148 h 224"/>
              <a:gd name="T22" fmla="*/ 47 w 152"/>
              <a:gd name="T23" fmla="*/ 65 h 224"/>
              <a:gd name="T24" fmla="*/ 76 w 152"/>
              <a:gd name="T25" fmla="*/ 15 h 224"/>
              <a:gd name="T26" fmla="*/ 105 w 152"/>
              <a:gd name="T27" fmla="*/ 65 h 224"/>
              <a:gd name="T28" fmla="*/ 144 w 152"/>
              <a:gd name="T29" fmla="*/ 148 h 224"/>
              <a:gd name="T30" fmla="*/ 76 w 152"/>
              <a:gd name="T31" fmla="*/ 216 h 224"/>
              <a:gd name="T32" fmla="*/ 76 w 152"/>
              <a:gd name="T33" fmla="*/ 180 h 224"/>
              <a:gd name="T34" fmla="*/ 44 w 152"/>
              <a:gd name="T35" fmla="*/ 148 h 224"/>
              <a:gd name="T36" fmla="*/ 40 w 152"/>
              <a:gd name="T37" fmla="*/ 144 h 224"/>
              <a:gd name="T38" fmla="*/ 36 w 152"/>
              <a:gd name="T39" fmla="*/ 148 h 224"/>
              <a:gd name="T40" fmla="*/ 76 w 152"/>
              <a:gd name="T41" fmla="*/ 188 h 224"/>
              <a:gd name="T42" fmla="*/ 80 w 152"/>
              <a:gd name="T43" fmla="*/ 184 h 224"/>
              <a:gd name="T44" fmla="*/ 76 w 152"/>
              <a:gd name="T45" fmla="*/ 18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2" h="224">
                <a:moveTo>
                  <a:pt x="112" y="61"/>
                </a:moveTo>
                <a:cubicBezTo>
                  <a:pt x="98" y="40"/>
                  <a:pt x="86" y="20"/>
                  <a:pt x="80" y="3"/>
                </a:cubicBezTo>
                <a:cubicBezTo>
                  <a:pt x="79" y="1"/>
                  <a:pt x="78" y="0"/>
                  <a:pt x="76" y="0"/>
                </a:cubicBezTo>
                <a:cubicBezTo>
                  <a:pt x="74" y="0"/>
                  <a:pt x="73" y="1"/>
                  <a:pt x="72" y="3"/>
                </a:cubicBezTo>
                <a:cubicBezTo>
                  <a:pt x="66" y="20"/>
                  <a:pt x="54" y="40"/>
                  <a:pt x="40" y="61"/>
                </a:cubicBezTo>
                <a:cubicBezTo>
                  <a:pt x="20" y="90"/>
                  <a:pt x="0" y="121"/>
                  <a:pt x="0" y="148"/>
                </a:cubicBezTo>
                <a:cubicBezTo>
                  <a:pt x="0" y="190"/>
                  <a:pt x="34" y="224"/>
                  <a:pt x="76" y="224"/>
                </a:cubicBezTo>
                <a:cubicBezTo>
                  <a:pt x="118" y="224"/>
                  <a:pt x="152" y="190"/>
                  <a:pt x="152" y="148"/>
                </a:cubicBezTo>
                <a:cubicBezTo>
                  <a:pt x="152" y="121"/>
                  <a:pt x="132" y="90"/>
                  <a:pt x="112" y="61"/>
                </a:cubicBezTo>
                <a:close/>
                <a:moveTo>
                  <a:pt x="76" y="216"/>
                </a:moveTo>
                <a:cubicBezTo>
                  <a:pt x="39" y="216"/>
                  <a:pt x="8" y="185"/>
                  <a:pt x="8" y="148"/>
                </a:cubicBezTo>
                <a:cubicBezTo>
                  <a:pt x="8" y="124"/>
                  <a:pt x="28" y="94"/>
                  <a:pt x="47" y="65"/>
                </a:cubicBezTo>
                <a:cubicBezTo>
                  <a:pt x="58" y="47"/>
                  <a:pt x="69" y="31"/>
                  <a:pt x="76" y="15"/>
                </a:cubicBezTo>
                <a:cubicBezTo>
                  <a:pt x="83" y="31"/>
                  <a:pt x="94" y="47"/>
                  <a:pt x="105" y="65"/>
                </a:cubicBezTo>
                <a:cubicBezTo>
                  <a:pt x="124" y="94"/>
                  <a:pt x="144" y="124"/>
                  <a:pt x="144" y="148"/>
                </a:cubicBezTo>
                <a:cubicBezTo>
                  <a:pt x="144" y="185"/>
                  <a:pt x="113" y="216"/>
                  <a:pt x="76" y="216"/>
                </a:cubicBezTo>
                <a:close/>
                <a:moveTo>
                  <a:pt x="76" y="180"/>
                </a:moveTo>
                <a:cubicBezTo>
                  <a:pt x="58" y="180"/>
                  <a:pt x="44" y="166"/>
                  <a:pt x="44" y="148"/>
                </a:cubicBezTo>
                <a:cubicBezTo>
                  <a:pt x="44" y="146"/>
                  <a:pt x="42" y="144"/>
                  <a:pt x="40" y="144"/>
                </a:cubicBezTo>
                <a:cubicBezTo>
                  <a:pt x="38" y="144"/>
                  <a:pt x="36" y="146"/>
                  <a:pt x="36" y="148"/>
                </a:cubicBezTo>
                <a:cubicBezTo>
                  <a:pt x="36" y="170"/>
                  <a:pt x="54" y="188"/>
                  <a:pt x="76" y="188"/>
                </a:cubicBezTo>
                <a:cubicBezTo>
                  <a:pt x="78" y="188"/>
                  <a:pt x="80" y="186"/>
                  <a:pt x="80" y="184"/>
                </a:cubicBezTo>
                <a:cubicBezTo>
                  <a:pt x="80" y="182"/>
                  <a:pt x="78" y="180"/>
                  <a:pt x="76" y="18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76" name="Freeform 152">
            <a:extLst>
              <a:ext uri="{FF2B5EF4-FFF2-40B4-BE49-F238E27FC236}">
                <a16:creationId xmlns:a16="http://schemas.microsoft.com/office/drawing/2014/main" id="{974957B8-5CA6-4405-B7EB-4BD0FD4E81E3}"/>
              </a:ext>
            </a:extLst>
          </p:cNvPr>
          <p:cNvSpPr>
            <a:spLocks noChangeAspect="1" noEditPoints="1"/>
          </p:cNvSpPr>
          <p:nvPr/>
        </p:nvSpPr>
        <p:spPr bwMode="auto">
          <a:xfrm>
            <a:off x="9280315" y="3393282"/>
            <a:ext cx="403225" cy="400050"/>
          </a:xfrm>
          <a:custGeom>
            <a:avLst/>
            <a:gdLst>
              <a:gd name="T0" fmla="*/ 106 w 258"/>
              <a:gd name="T1" fmla="*/ 160 h 256"/>
              <a:gd name="T2" fmla="*/ 110 w 258"/>
              <a:gd name="T3" fmla="*/ 152 h 256"/>
              <a:gd name="T4" fmla="*/ 42 w 258"/>
              <a:gd name="T5" fmla="*/ 216 h 256"/>
              <a:gd name="T6" fmla="*/ 50 w 258"/>
              <a:gd name="T7" fmla="*/ 220 h 256"/>
              <a:gd name="T8" fmla="*/ 258 w 258"/>
              <a:gd name="T9" fmla="*/ 40 h 256"/>
              <a:gd name="T10" fmla="*/ 194 w 258"/>
              <a:gd name="T11" fmla="*/ 24 h 256"/>
              <a:gd name="T12" fmla="*/ 170 w 258"/>
              <a:gd name="T13" fmla="*/ 12 h 256"/>
              <a:gd name="T14" fmla="*/ 126 w 258"/>
              <a:gd name="T15" fmla="*/ 0 h 256"/>
              <a:gd name="T16" fmla="*/ 122 w 258"/>
              <a:gd name="T17" fmla="*/ 196 h 256"/>
              <a:gd name="T18" fmla="*/ 158 w 258"/>
              <a:gd name="T19" fmla="*/ 200 h 256"/>
              <a:gd name="T20" fmla="*/ 170 w 258"/>
              <a:gd name="T21" fmla="*/ 176 h 256"/>
              <a:gd name="T22" fmla="*/ 210 w 258"/>
              <a:gd name="T23" fmla="*/ 160 h 256"/>
              <a:gd name="T24" fmla="*/ 258 w 258"/>
              <a:gd name="T25" fmla="*/ 152 h 256"/>
              <a:gd name="T26" fmla="*/ 210 w 258"/>
              <a:gd name="T27" fmla="*/ 48 h 256"/>
              <a:gd name="T28" fmla="*/ 258 w 258"/>
              <a:gd name="T29" fmla="*/ 40 h 256"/>
              <a:gd name="T30" fmla="*/ 194 w 258"/>
              <a:gd name="T31" fmla="*/ 168 h 256"/>
              <a:gd name="T32" fmla="*/ 170 w 258"/>
              <a:gd name="T33" fmla="*/ 92 h 256"/>
              <a:gd name="T34" fmla="*/ 162 w 258"/>
              <a:gd name="T35" fmla="*/ 188 h 256"/>
              <a:gd name="T36" fmla="*/ 130 w 258"/>
              <a:gd name="T37" fmla="*/ 192 h 256"/>
              <a:gd name="T38" fmla="*/ 158 w 258"/>
              <a:gd name="T39" fmla="*/ 8 h 256"/>
              <a:gd name="T40" fmla="*/ 162 w 258"/>
              <a:gd name="T41" fmla="*/ 44 h 256"/>
              <a:gd name="T42" fmla="*/ 170 w 258"/>
              <a:gd name="T43" fmla="*/ 32 h 256"/>
              <a:gd name="T44" fmla="*/ 202 w 258"/>
              <a:gd name="T45" fmla="*/ 40 h 256"/>
              <a:gd name="T46" fmla="*/ 250 w 258"/>
              <a:gd name="T47" fmla="*/ 84 h 256"/>
              <a:gd name="T48" fmla="*/ 226 w 258"/>
              <a:gd name="T49" fmla="*/ 76 h 256"/>
              <a:gd name="T50" fmla="*/ 250 w 258"/>
              <a:gd name="T51" fmla="*/ 84 h 256"/>
              <a:gd name="T52" fmla="*/ 217 w 258"/>
              <a:gd name="T53" fmla="*/ 248 h 256"/>
              <a:gd name="T54" fmla="*/ 178 w 258"/>
              <a:gd name="T55" fmla="*/ 232 h 256"/>
              <a:gd name="T56" fmla="*/ 141 w 258"/>
              <a:gd name="T57" fmla="*/ 248 h 256"/>
              <a:gd name="T58" fmla="*/ 102 w 258"/>
              <a:gd name="T59" fmla="*/ 232 h 256"/>
              <a:gd name="T60" fmla="*/ 64 w 258"/>
              <a:gd name="T61" fmla="*/ 248 h 256"/>
              <a:gd name="T62" fmla="*/ 45 w 258"/>
              <a:gd name="T63" fmla="*/ 241 h 256"/>
              <a:gd name="T64" fmla="*/ 5 w 258"/>
              <a:gd name="T65" fmla="*/ 240 h 256"/>
              <a:gd name="T66" fmla="*/ 6 w 258"/>
              <a:gd name="T67" fmla="*/ 250 h 256"/>
              <a:gd name="T68" fmla="*/ 23 w 258"/>
              <a:gd name="T69" fmla="*/ 240 h 256"/>
              <a:gd name="T70" fmla="*/ 63 w 258"/>
              <a:gd name="T71" fmla="*/ 256 h 256"/>
              <a:gd name="T72" fmla="*/ 89 w 258"/>
              <a:gd name="T73" fmla="*/ 246 h 256"/>
              <a:gd name="T74" fmla="*/ 120 w 258"/>
              <a:gd name="T75" fmla="*/ 247 h 256"/>
              <a:gd name="T76" fmla="*/ 140 w 258"/>
              <a:gd name="T77" fmla="*/ 256 h 256"/>
              <a:gd name="T78" fmla="*/ 143 w 258"/>
              <a:gd name="T79" fmla="*/ 256 h 256"/>
              <a:gd name="T80" fmla="*/ 178 w 258"/>
              <a:gd name="T81" fmla="*/ 240 h 256"/>
              <a:gd name="T82" fmla="*/ 215 w 258"/>
              <a:gd name="T83" fmla="*/ 256 h 256"/>
              <a:gd name="T84" fmla="*/ 218 w 258"/>
              <a:gd name="T85" fmla="*/ 256 h 256"/>
              <a:gd name="T86" fmla="*/ 241 w 258"/>
              <a:gd name="T87" fmla="*/ 246 h 256"/>
              <a:gd name="T88" fmla="*/ 258 w 258"/>
              <a:gd name="T89" fmla="*/ 240 h 256"/>
              <a:gd name="T90" fmla="*/ 254 w 258"/>
              <a:gd name="T91" fmla="*/ 232 h 256"/>
              <a:gd name="T92" fmla="*/ 70 w 258"/>
              <a:gd name="T93" fmla="*/ 216 h 256"/>
              <a:gd name="T94" fmla="*/ 78 w 258"/>
              <a:gd name="T95" fmla="*/ 220 h 256"/>
              <a:gd name="T96" fmla="*/ 106 w 258"/>
              <a:gd name="T97" fmla="*/ 184 h 256"/>
              <a:gd name="T98" fmla="*/ 110 w 258"/>
              <a:gd name="T99" fmla="*/ 176 h 256"/>
              <a:gd name="T100" fmla="*/ 70 w 258"/>
              <a:gd name="T101" fmla="*/ 21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8" h="256">
                <a:moveTo>
                  <a:pt x="50" y="216"/>
                </a:moveTo>
                <a:cubicBezTo>
                  <a:pt x="50" y="185"/>
                  <a:pt x="75" y="160"/>
                  <a:pt x="106" y="160"/>
                </a:cubicBezTo>
                <a:cubicBezTo>
                  <a:pt x="110" y="160"/>
                  <a:pt x="110" y="160"/>
                  <a:pt x="110" y="160"/>
                </a:cubicBezTo>
                <a:cubicBezTo>
                  <a:pt x="110" y="152"/>
                  <a:pt x="110" y="152"/>
                  <a:pt x="110" y="152"/>
                </a:cubicBezTo>
                <a:cubicBezTo>
                  <a:pt x="106" y="152"/>
                  <a:pt x="106" y="152"/>
                  <a:pt x="106" y="152"/>
                </a:cubicBezTo>
                <a:cubicBezTo>
                  <a:pt x="71" y="152"/>
                  <a:pt x="42" y="181"/>
                  <a:pt x="42" y="216"/>
                </a:cubicBezTo>
                <a:cubicBezTo>
                  <a:pt x="42" y="220"/>
                  <a:pt x="42" y="220"/>
                  <a:pt x="42" y="220"/>
                </a:cubicBezTo>
                <a:cubicBezTo>
                  <a:pt x="50" y="220"/>
                  <a:pt x="50" y="220"/>
                  <a:pt x="50" y="220"/>
                </a:cubicBezTo>
                <a:lnTo>
                  <a:pt x="50" y="216"/>
                </a:lnTo>
                <a:close/>
                <a:moveTo>
                  <a:pt x="258" y="40"/>
                </a:moveTo>
                <a:cubicBezTo>
                  <a:pt x="210" y="40"/>
                  <a:pt x="210" y="40"/>
                  <a:pt x="210" y="40"/>
                </a:cubicBezTo>
                <a:cubicBezTo>
                  <a:pt x="210" y="31"/>
                  <a:pt x="203" y="24"/>
                  <a:pt x="194" y="24"/>
                </a:cubicBezTo>
                <a:cubicBezTo>
                  <a:pt x="170" y="24"/>
                  <a:pt x="170" y="24"/>
                  <a:pt x="170" y="24"/>
                </a:cubicBezTo>
                <a:cubicBezTo>
                  <a:pt x="170" y="12"/>
                  <a:pt x="170" y="12"/>
                  <a:pt x="170" y="12"/>
                </a:cubicBezTo>
                <a:cubicBezTo>
                  <a:pt x="170" y="5"/>
                  <a:pt x="164" y="0"/>
                  <a:pt x="158" y="0"/>
                </a:cubicBezTo>
                <a:cubicBezTo>
                  <a:pt x="126" y="0"/>
                  <a:pt x="126" y="0"/>
                  <a:pt x="126" y="0"/>
                </a:cubicBezTo>
                <a:cubicBezTo>
                  <a:pt x="124" y="0"/>
                  <a:pt x="122" y="2"/>
                  <a:pt x="122" y="4"/>
                </a:cubicBezTo>
                <a:cubicBezTo>
                  <a:pt x="122" y="196"/>
                  <a:pt x="122" y="196"/>
                  <a:pt x="122" y="196"/>
                </a:cubicBezTo>
                <a:cubicBezTo>
                  <a:pt x="122" y="198"/>
                  <a:pt x="124" y="200"/>
                  <a:pt x="126" y="200"/>
                </a:cubicBezTo>
                <a:cubicBezTo>
                  <a:pt x="158" y="200"/>
                  <a:pt x="158" y="200"/>
                  <a:pt x="158" y="200"/>
                </a:cubicBezTo>
                <a:cubicBezTo>
                  <a:pt x="164" y="200"/>
                  <a:pt x="170" y="195"/>
                  <a:pt x="170" y="188"/>
                </a:cubicBezTo>
                <a:cubicBezTo>
                  <a:pt x="170" y="176"/>
                  <a:pt x="170" y="176"/>
                  <a:pt x="170" y="176"/>
                </a:cubicBezTo>
                <a:cubicBezTo>
                  <a:pt x="194" y="176"/>
                  <a:pt x="194" y="176"/>
                  <a:pt x="194" y="176"/>
                </a:cubicBezTo>
                <a:cubicBezTo>
                  <a:pt x="203" y="176"/>
                  <a:pt x="210" y="169"/>
                  <a:pt x="210" y="160"/>
                </a:cubicBezTo>
                <a:cubicBezTo>
                  <a:pt x="258" y="160"/>
                  <a:pt x="258" y="160"/>
                  <a:pt x="258" y="160"/>
                </a:cubicBezTo>
                <a:cubicBezTo>
                  <a:pt x="258" y="152"/>
                  <a:pt x="258" y="152"/>
                  <a:pt x="258" y="152"/>
                </a:cubicBezTo>
                <a:cubicBezTo>
                  <a:pt x="210" y="152"/>
                  <a:pt x="210" y="152"/>
                  <a:pt x="210" y="152"/>
                </a:cubicBezTo>
                <a:cubicBezTo>
                  <a:pt x="210" y="48"/>
                  <a:pt x="210" y="48"/>
                  <a:pt x="210" y="48"/>
                </a:cubicBezTo>
                <a:cubicBezTo>
                  <a:pt x="258" y="48"/>
                  <a:pt x="258" y="48"/>
                  <a:pt x="258" y="48"/>
                </a:cubicBezTo>
                <a:lnTo>
                  <a:pt x="258" y="40"/>
                </a:lnTo>
                <a:close/>
                <a:moveTo>
                  <a:pt x="202" y="160"/>
                </a:moveTo>
                <a:cubicBezTo>
                  <a:pt x="202" y="164"/>
                  <a:pt x="198" y="168"/>
                  <a:pt x="194" y="168"/>
                </a:cubicBezTo>
                <a:cubicBezTo>
                  <a:pt x="170" y="168"/>
                  <a:pt x="170" y="168"/>
                  <a:pt x="170" y="168"/>
                </a:cubicBezTo>
                <a:cubicBezTo>
                  <a:pt x="170" y="92"/>
                  <a:pt x="170" y="92"/>
                  <a:pt x="170" y="92"/>
                </a:cubicBezTo>
                <a:cubicBezTo>
                  <a:pt x="162" y="92"/>
                  <a:pt x="162" y="92"/>
                  <a:pt x="162" y="92"/>
                </a:cubicBezTo>
                <a:cubicBezTo>
                  <a:pt x="162" y="188"/>
                  <a:pt x="162" y="188"/>
                  <a:pt x="162" y="188"/>
                </a:cubicBezTo>
                <a:cubicBezTo>
                  <a:pt x="162" y="190"/>
                  <a:pt x="160" y="192"/>
                  <a:pt x="158" y="192"/>
                </a:cubicBezTo>
                <a:cubicBezTo>
                  <a:pt x="130" y="192"/>
                  <a:pt x="130" y="192"/>
                  <a:pt x="130" y="192"/>
                </a:cubicBezTo>
                <a:cubicBezTo>
                  <a:pt x="130" y="8"/>
                  <a:pt x="130" y="8"/>
                  <a:pt x="130" y="8"/>
                </a:cubicBezTo>
                <a:cubicBezTo>
                  <a:pt x="158" y="8"/>
                  <a:pt x="158" y="8"/>
                  <a:pt x="158" y="8"/>
                </a:cubicBezTo>
                <a:cubicBezTo>
                  <a:pt x="160" y="8"/>
                  <a:pt x="162" y="10"/>
                  <a:pt x="162" y="12"/>
                </a:cubicBezTo>
                <a:cubicBezTo>
                  <a:pt x="162" y="44"/>
                  <a:pt x="162" y="44"/>
                  <a:pt x="162" y="44"/>
                </a:cubicBezTo>
                <a:cubicBezTo>
                  <a:pt x="170" y="44"/>
                  <a:pt x="170" y="44"/>
                  <a:pt x="170" y="44"/>
                </a:cubicBezTo>
                <a:cubicBezTo>
                  <a:pt x="170" y="32"/>
                  <a:pt x="170" y="32"/>
                  <a:pt x="170" y="32"/>
                </a:cubicBezTo>
                <a:cubicBezTo>
                  <a:pt x="194" y="32"/>
                  <a:pt x="194" y="32"/>
                  <a:pt x="194" y="32"/>
                </a:cubicBezTo>
                <a:cubicBezTo>
                  <a:pt x="198" y="32"/>
                  <a:pt x="202" y="36"/>
                  <a:pt x="202" y="40"/>
                </a:cubicBezTo>
                <a:lnTo>
                  <a:pt x="202" y="160"/>
                </a:lnTo>
                <a:close/>
                <a:moveTo>
                  <a:pt x="250" y="84"/>
                </a:moveTo>
                <a:cubicBezTo>
                  <a:pt x="250" y="76"/>
                  <a:pt x="250" y="76"/>
                  <a:pt x="250" y="76"/>
                </a:cubicBezTo>
                <a:cubicBezTo>
                  <a:pt x="226" y="76"/>
                  <a:pt x="226" y="76"/>
                  <a:pt x="226" y="76"/>
                </a:cubicBezTo>
                <a:cubicBezTo>
                  <a:pt x="226" y="84"/>
                  <a:pt x="226" y="84"/>
                  <a:pt x="226" y="84"/>
                </a:cubicBezTo>
                <a:lnTo>
                  <a:pt x="250" y="84"/>
                </a:lnTo>
                <a:close/>
                <a:moveTo>
                  <a:pt x="236" y="240"/>
                </a:moveTo>
                <a:cubicBezTo>
                  <a:pt x="231" y="244"/>
                  <a:pt x="227" y="248"/>
                  <a:pt x="217" y="248"/>
                </a:cubicBezTo>
                <a:cubicBezTo>
                  <a:pt x="211" y="248"/>
                  <a:pt x="206" y="244"/>
                  <a:pt x="200" y="241"/>
                </a:cubicBezTo>
                <a:cubicBezTo>
                  <a:pt x="194" y="237"/>
                  <a:pt x="187" y="232"/>
                  <a:pt x="178" y="232"/>
                </a:cubicBezTo>
                <a:cubicBezTo>
                  <a:pt x="169" y="232"/>
                  <a:pt x="164" y="236"/>
                  <a:pt x="160" y="240"/>
                </a:cubicBezTo>
                <a:cubicBezTo>
                  <a:pt x="155" y="244"/>
                  <a:pt x="151" y="248"/>
                  <a:pt x="141" y="248"/>
                </a:cubicBezTo>
                <a:cubicBezTo>
                  <a:pt x="135" y="248"/>
                  <a:pt x="130" y="244"/>
                  <a:pt x="124" y="241"/>
                </a:cubicBezTo>
                <a:cubicBezTo>
                  <a:pt x="118" y="237"/>
                  <a:pt x="111" y="232"/>
                  <a:pt x="102" y="232"/>
                </a:cubicBezTo>
                <a:cubicBezTo>
                  <a:pt x="93" y="232"/>
                  <a:pt x="88" y="236"/>
                  <a:pt x="84" y="240"/>
                </a:cubicBezTo>
                <a:cubicBezTo>
                  <a:pt x="79" y="244"/>
                  <a:pt x="74" y="248"/>
                  <a:pt x="64" y="248"/>
                </a:cubicBezTo>
                <a:cubicBezTo>
                  <a:pt x="63" y="248"/>
                  <a:pt x="63" y="248"/>
                  <a:pt x="63" y="248"/>
                </a:cubicBezTo>
                <a:cubicBezTo>
                  <a:pt x="56" y="248"/>
                  <a:pt x="51" y="244"/>
                  <a:pt x="45" y="241"/>
                </a:cubicBezTo>
                <a:cubicBezTo>
                  <a:pt x="39" y="237"/>
                  <a:pt x="32" y="232"/>
                  <a:pt x="23" y="232"/>
                </a:cubicBezTo>
                <a:cubicBezTo>
                  <a:pt x="14" y="232"/>
                  <a:pt x="9" y="236"/>
                  <a:pt x="5" y="240"/>
                </a:cubicBezTo>
                <a:cubicBezTo>
                  <a:pt x="0" y="244"/>
                  <a:pt x="0" y="244"/>
                  <a:pt x="0" y="244"/>
                </a:cubicBezTo>
                <a:cubicBezTo>
                  <a:pt x="6" y="250"/>
                  <a:pt x="6" y="250"/>
                  <a:pt x="6" y="250"/>
                </a:cubicBezTo>
                <a:cubicBezTo>
                  <a:pt x="10" y="246"/>
                  <a:pt x="10" y="246"/>
                  <a:pt x="10" y="246"/>
                </a:cubicBezTo>
                <a:cubicBezTo>
                  <a:pt x="14" y="243"/>
                  <a:pt x="17" y="240"/>
                  <a:pt x="23" y="240"/>
                </a:cubicBezTo>
                <a:cubicBezTo>
                  <a:pt x="30" y="240"/>
                  <a:pt x="35" y="244"/>
                  <a:pt x="41" y="247"/>
                </a:cubicBezTo>
                <a:cubicBezTo>
                  <a:pt x="47" y="251"/>
                  <a:pt x="54" y="256"/>
                  <a:pt x="63" y="256"/>
                </a:cubicBezTo>
                <a:cubicBezTo>
                  <a:pt x="64" y="256"/>
                  <a:pt x="64" y="256"/>
                  <a:pt x="64" y="256"/>
                </a:cubicBezTo>
                <a:cubicBezTo>
                  <a:pt x="77" y="256"/>
                  <a:pt x="84" y="251"/>
                  <a:pt x="89" y="246"/>
                </a:cubicBezTo>
                <a:cubicBezTo>
                  <a:pt x="93" y="243"/>
                  <a:pt x="96" y="240"/>
                  <a:pt x="102" y="240"/>
                </a:cubicBezTo>
                <a:cubicBezTo>
                  <a:pt x="109" y="240"/>
                  <a:pt x="114" y="244"/>
                  <a:pt x="120" y="247"/>
                </a:cubicBezTo>
                <a:cubicBezTo>
                  <a:pt x="125" y="251"/>
                  <a:pt x="131" y="255"/>
                  <a:pt x="139" y="256"/>
                </a:cubicBezTo>
                <a:cubicBezTo>
                  <a:pt x="139" y="256"/>
                  <a:pt x="139" y="256"/>
                  <a:pt x="140" y="256"/>
                </a:cubicBezTo>
                <a:cubicBezTo>
                  <a:pt x="142" y="256"/>
                  <a:pt x="142" y="256"/>
                  <a:pt x="142" y="256"/>
                </a:cubicBezTo>
                <a:cubicBezTo>
                  <a:pt x="142" y="256"/>
                  <a:pt x="142" y="256"/>
                  <a:pt x="143" y="256"/>
                </a:cubicBezTo>
                <a:cubicBezTo>
                  <a:pt x="154" y="255"/>
                  <a:pt x="160" y="250"/>
                  <a:pt x="165" y="246"/>
                </a:cubicBezTo>
                <a:cubicBezTo>
                  <a:pt x="169" y="243"/>
                  <a:pt x="172" y="240"/>
                  <a:pt x="178" y="240"/>
                </a:cubicBezTo>
                <a:cubicBezTo>
                  <a:pt x="185" y="240"/>
                  <a:pt x="190" y="244"/>
                  <a:pt x="196" y="247"/>
                </a:cubicBezTo>
                <a:cubicBezTo>
                  <a:pt x="201" y="251"/>
                  <a:pt x="207" y="255"/>
                  <a:pt x="215" y="256"/>
                </a:cubicBezTo>
                <a:cubicBezTo>
                  <a:pt x="215" y="256"/>
                  <a:pt x="215" y="256"/>
                  <a:pt x="216" y="256"/>
                </a:cubicBezTo>
                <a:cubicBezTo>
                  <a:pt x="218" y="256"/>
                  <a:pt x="218" y="256"/>
                  <a:pt x="218" y="256"/>
                </a:cubicBezTo>
                <a:cubicBezTo>
                  <a:pt x="218" y="256"/>
                  <a:pt x="218" y="256"/>
                  <a:pt x="219" y="256"/>
                </a:cubicBezTo>
                <a:cubicBezTo>
                  <a:pt x="230" y="255"/>
                  <a:pt x="236" y="250"/>
                  <a:pt x="241" y="246"/>
                </a:cubicBezTo>
                <a:cubicBezTo>
                  <a:pt x="245" y="243"/>
                  <a:pt x="248" y="240"/>
                  <a:pt x="254" y="240"/>
                </a:cubicBezTo>
                <a:cubicBezTo>
                  <a:pt x="258" y="240"/>
                  <a:pt x="258" y="240"/>
                  <a:pt x="258" y="240"/>
                </a:cubicBezTo>
                <a:cubicBezTo>
                  <a:pt x="258" y="232"/>
                  <a:pt x="258" y="232"/>
                  <a:pt x="258" y="232"/>
                </a:cubicBezTo>
                <a:cubicBezTo>
                  <a:pt x="254" y="232"/>
                  <a:pt x="254" y="232"/>
                  <a:pt x="254" y="232"/>
                </a:cubicBezTo>
                <a:cubicBezTo>
                  <a:pt x="245" y="232"/>
                  <a:pt x="240" y="236"/>
                  <a:pt x="236" y="240"/>
                </a:cubicBezTo>
                <a:close/>
                <a:moveTo>
                  <a:pt x="70" y="216"/>
                </a:moveTo>
                <a:cubicBezTo>
                  <a:pt x="70" y="220"/>
                  <a:pt x="70" y="220"/>
                  <a:pt x="70" y="220"/>
                </a:cubicBezTo>
                <a:cubicBezTo>
                  <a:pt x="78" y="220"/>
                  <a:pt x="78" y="220"/>
                  <a:pt x="78" y="220"/>
                </a:cubicBezTo>
                <a:cubicBezTo>
                  <a:pt x="78" y="216"/>
                  <a:pt x="78" y="216"/>
                  <a:pt x="78" y="216"/>
                </a:cubicBezTo>
                <a:cubicBezTo>
                  <a:pt x="78" y="200"/>
                  <a:pt x="87" y="184"/>
                  <a:pt x="106" y="184"/>
                </a:cubicBezTo>
                <a:cubicBezTo>
                  <a:pt x="110" y="184"/>
                  <a:pt x="110" y="184"/>
                  <a:pt x="110" y="184"/>
                </a:cubicBezTo>
                <a:cubicBezTo>
                  <a:pt x="110" y="176"/>
                  <a:pt x="110" y="176"/>
                  <a:pt x="110" y="176"/>
                </a:cubicBezTo>
                <a:cubicBezTo>
                  <a:pt x="106" y="176"/>
                  <a:pt x="106" y="176"/>
                  <a:pt x="106" y="176"/>
                </a:cubicBezTo>
                <a:cubicBezTo>
                  <a:pt x="82" y="176"/>
                  <a:pt x="70" y="197"/>
                  <a:pt x="70" y="2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7" name="Freeform 156">
            <a:extLst>
              <a:ext uri="{FF2B5EF4-FFF2-40B4-BE49-F238E27FC236}">
                <a16:creationId xmlns:a16="http://schemas.microsoft.com/office/drawing/2014/main" id="{0BEFEED2-F895-4D91-A65E-488CB8789AB3}"/>
              </a:ext>
            </a:extLst>
          </p:cNvPr>
          <p:cNvSpPr>
            <a:spLocks noChangeAspect="1" noEditPoints="1"/>
          </p:cNvSpPr>
          <p:nvPr/>
        </p:nvSpPr>
        <p:spPr bwMode="auto">
          <a:xfrm>
            <a:off x="11217194" y="3393282"/>
            <a:ext cx="400050" cy="400050"/>
          </a:xfrm>
          <a:custGeom>
            <a:avLst/>
            <a:gdLst>
              <a:gd name="T0" fmla="*/ 124 w 256"/>
              <a:gd name="T1" fmla="*/ 128 h 256"/>
              <a:gd name="T2" fmla="*/ 256 w 256"/>
              <a:gd name="T3" fmla="*/ 256 h 256"/>
              <a:gd name="T4" fmla="*/ 252 w 256"/>
              <a:gd name="T5" fmla="*/ 248 h 256"/>
              <a:gd name="T6" fmla="*/ 252 w 256"/>
              <a:gd name="T7" fmla="*/ 8 h 256"/>
              <a:gd name="T8" fmla="*/ 256 w 256"/>
              <a:gd name="T9" fmla="*/ 0 h 256"/>
              <a:gd name="T10" fmla="*/ 217 w 256"/>
              <a:gd name="T11" fmla="*/ 34 h 256"/>
              <a:gd name="T12" fmla="*/ 181 w 256"/>
              <a:gd name="T13" fmla="*/ 57 h 256"/>
              <a:gd name="T14" fmla="*/ 152 w 256"/>
              <a:gd name="T15" fmla="*/ 128 h 256"/>
              <a:gd name="T16" fmla="*/ 160 w 256"/>
              <a:gd name="T17" fmla="*/ 132 h 256"/>
              <a:gd name="T18" fmla="*/ 167 w 256"/>
              <a:gd name="T19" fmla="*/ 92 h 256"/>
              <a:gd name="T20" fmla="*/ 216 w 256"/>
              <a:gd name="T21" fmla="*/ 43 h 256"/>
              <a:gd name="T22" fmla="*/ 217 w 256"/>
              <a:gd name="T23" fmla="*/ 34 h 256"/>
              <a:gd name="T24" fmla="*/ 252 w 256"/>
              <a:gd name="T25" fmla="*/ 164 h 256"/>
              <a:gd name="T26" fmla="*/ 256 w 256"/>
              <a:gd name="T27" fmla="*/ 156 h 256"/>
              <a:gd name="T28" fmla="*/ 224 w 256"/>
              <a:gd name="T29" fmla="*/ 128 h 256"/>
              <a:gd name="T30" fmla="*/ 256 w 256"/>
              <a:gd name="T31" fmla="*/ 100 h 256"/>
              <a:gd name="T32" fmla="*/ 252 w 256"/>
              <a:gd name="T33" fmla="*/ 92 h 256"/>
              <a:gd name="T34" fmla="*/ 125 w 256"/>
              <a:gd name="T35" fmla="*/ 200 h 256"/>
              <a:gd name="T36" fmla="*/ 44 w 256"/>
              <a:gd name="T37" fmla="*/ 150 h 256"/>
              <a:gd name="T38" fmla="*/ 105 w 256"/>
              <a:gd name="T39" fmla="*/ 148 h 256"/>
              <a:gd name="T40" fmla="*/ 105 w 256"/>
              <a:gd name="T41" fmla="*/ 140 h 256"/>
              <a:gd name="T42" fmla="*/ 55 w 256"/>
              <a:gd name="T43" fmla="*/ 90 h 256"/>
              <a:gd name="T44" fmla="*/ 110 w 256"/>
              <a:gd name="T45" fmla="*/ 88 h 256"/>
              <a:gd name="T46" fmla="*/ 110 w 256"/>
              <a:gd name="T47" fmla="*/ 80 h 256"/>
              <a:gd name="T48" fmla="*/ 88 w 256"/>
              <a:gd name="T49" fmla="*/ 11 h 256"/>
              <a:gd name="T50" fmla="*/ 124 w 256"/>
              <a:gd name="T51" fmla="*/ 60 h 256"/>
              <a:gd name="T52" fmla="*/ 91 w 256"/>
              <a:gd name="T53" fmla="*/ 2 h 256"/>
              <a:gd name="T54" fmla="*/ 33 w 256"/>
              <a:gd name="T55" fmla="*/ 82 h 256"/>
              <a:gd name="T56" fmla="*/ 36 w 256"/>
              <a:gd name="T57" fmla="*/ 88 h 256"/>
              <a:gd name="T58" fmla="*/ 13 w 256"/>
              <a:gd name="T59" fmla="*/ 142 h 256"/>
              <a:gd name="T60" fmla="*/ 16 w 256"/>
              <a:gd name="T61" fmla="*/ 148 h 256"/>
              <a:gd name="T62" fmla="*/ 1 w 256"/>
              <a:gd name="T63" fmla="*/ 202 h 256"/>
              <a:gd name="T64" fmla="*/ 4 w 256"/>
              <a:gd name="T65" fmla="*/ 208 h 256"/>
              <a:gd name="T66" fmla="*/ 68 w 256"/>
              <a:gd name="T67" fmla="*/ 252 h 256"/>
              <a:gd name="T68" fmla="*/ 104 w 256"/>
              <a:gd name="T69" fmla="*/ 256 h 256"/>
              <a:gd name="T70" fmla="*/ 108 w 256"/>
              <a:gd name="T71" fmla="*/ 208 h 256"/>
              <a:gd name="T72" fmla="*/ 129 w 256"/>
              <a:gd name="T73" fmla="*/ 204 h 256"/>
              <a:gd name="T74" fmla="*/ 100 w 256"/>
              <a:gd name="T75" fmla="*/ 248 h 256"/>
              <a:gd name="T76" fmla="*/ 76 w 256"/>
              <a:gd name="T77" fmla="*/ 208 h 256"/>
              <a:gd name="T78" fmla="*/ 100 w 256"/>
              <a:gd name="T79" fmla="*/ 24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6" h="256">
                <a:moveTo>
                  <a:pt x="252" y="0"/>
                </a:moveTo>
                <a:cubicBezTo>
                  <a:pt x="181" y="0"/>
                  <a:pt x="124" y="57"/>
                  <a:pt x="124" y="128"/>
                </a:cubicBezTo>
                <a:cubicBezTo>
                  <a:pt x="124" y="199"/>
                  <a:pt x="181" y="256"/>
                  <a:pt x="252" y="256"/>
                </a:cubicBezTo>
                <a:cubicBezTo>
                  <a:pt x="256" y="256"/>
                  <a:pt x="256" y="256"/>
                  <a:pt x="256" y="256"/>
                </a:cubicBezTo>
                <a:cubicBezTo>
                  <a:pt x="256" y="248"/>
                  <a:pt x="256" y="248"/>
                  <a:pt x="256" y="248"/>
                </a:cubicBezTo>
                <a:cubicBezTo>
                  <a:pt x="252" y="248"/>
                  <a:pt x="252" y="248"/>
                  <a:pt x="252" y="248"/>
                </a:cubicBezTo>
                <a:cubicBezTo>
                  <a:pt x="186" y="248"/>
                  <a:pt x="132" y="194"/>
                  <a:pt x="132" y="128"/>
                </a:cubicBezTo>
                <a:cubicBezTo>
                  <a:pt x="132" y="62"/>
                  <a:pt x="186" y="8"/>
                  <a:pt x="252" y="8"/>
                </a:cubicBezTo>
                <a:cubicBezTo>
                  <a:pt x="256" y="8"/>
                  <a:pt x="256" y="8"/>
                  <a:pt x="256" y="8"/>
                </a:cubicBezTo>
                <a:cubicBezTo>
                  <a:pt x="256" y="0"/>
                  <a:pt x="256" y="0"/>
                  <a:pt x="256" y="0"/>
                </a:cubicBezTo>
                <a:lnTo>
                  <a:pt x="252" y="0"/>
                </a:lnTo>
                <a:close/>
                <a:moveTo>
                  <a:pt x="217" y="34"/>
                </a:moveTo>
                <a:cubicBezTo>
                  <a:pt x="213" y="36"/>
                  <a:pt x="213" y="36"/>
                  <a:pt x="213" y="36"/>
                </a:cubicBezTo>
                <a:cubicBezTo>
                  <a:pt x="201" y="41"/>
                  <a:pt x="190" y="48"/>
                  <a:pt x="181" y="57"/>
                </a:cubicBezTo>
                <a:cubicBezTo>
                  <a:pt x="172" y="66"/>
                  <a:pt x="165" y="77"/>
                  <a:pt x="160" y="89"/>
                </a:cubicBezTo>
                <a:cubicBezTo>
                  <a:pt x="155" y="101"/>
                  <a:pt x="152" y="115"/>
                  <a:pt x="152" y="128"/>
                </a:cubicBezTo>
                <a:cubicBezTo>
                  <a:pt x="152" y="132"/>
                  <a:pt x="152" y="132"/>
                  <a:pt x="152" y="132"/>
                </a:cubicBezTo>
                <a:cubicBezTo>
                  <a:pt x="160" y="132"/>
                  <a:pt x="160" y="132"/>
                  <a:pt x="160" y="132"/>
                </a:cubicBezTo>
                <a:cubicBezTo>
                  <a:pt x="160" y="128"/>
                  <a:pt x="160" y="128"/>
                  <a:pt x="160" y="128"/>
                </a:cubicBezTo>
                <a:cubicBezTo>
                  <a:pt x="160" y="116"/>
                  <a:pt x="162" y="104"/>
                  <a:pt x="167" y="92"/>
                </a:cubicBezTo>
                <a:cubicBezTo>
                  <a:pt x="172" y="81"/>
                  <a:pt x="178" y="71"/>
                  <a:pt x="187" y="63"/>
                </a:cubicBezTo>
                <a:cubicBezTo>
                  <a:pt x="195" y="54"/>
                  <a:pt x="205" y="48"/>
                  <a:pt x="216" y="43"/>
                </a:cubicBezTo>
                <a:cubicBezTo>
                  <a:pt x="220" y="42"/>
                  <a:pt x="220" y="42"/>
                  <a:pt x="220" y="42"/>
                </a:cubicBezTo>
                <a:lnTo>
                  <a:pt x="217" y="34"/>
                </a:lnTo>
                <a:close/>
                <a:moveTo>
                  <a:pt x="216" y="128"/>
                </a:moveTo>
                <a:cubicBezTo>
                  <a:pt x="216" y="148"/>
                  <a:pt x="232" y="164"/>
                  <a:pt x="252" y="164"/>
                </a:cubicBezTo>
                <a:cubicBezTo>
                  <a:pt x="256" y="164"/>
                  <a:pt x="256" y="164"/>
                  <a:pt x="256" y="164"/>
                </a:cubicBezTo>
                <a:cubicBezTo>
                  <a:pt x="256" y="156"/>
                  <a:pt x="256" y="156"/>
                  <a:pt x="256" y="156"/>
                </a:cubicBezTo>
                <a:cubicBezTo>
                  <a:pt x="252" y="156"/>
                  <a:pt x="252" y="156"/>
                  <a:pt x="252" y="156"/>
                </a:cubicBezTo>
                <a:cubicBezTo>
                  <a:pt x="237" y="156"/>
                  <a:pt x="224" y="143"/>
                  <a:pt x="224" y="128"/>
                </a:cubicBezTo>
                <a:cubicBezTo>
                  <a:pt x="224" y="113"/>
                  <a:pt x="237" y="100"/>
                  <a:pt x="252" y="100"/>
                </a:cubicBezTo>
                <a:cubicBezTo>
                  <a:pt x="256" y="100"/>
                  <a:pt x="256" y="100"/>
                  <a:pt x="256" y="100"/>
                </a:cubicBezTo>
                <a:cubicBezTo>
                  <a:pt x="256" y="92"/>
                  <a:pt x="256" y="92"/>
                  <a:pt x="256" y="92"/>
                </a:cubicBezTo>
                <a:cubicBezTo>
                  <a:pt x="252" y="92"/>
                  <a:pt x="252" y="92"/>
                  <a:pt x="252" y="92"/>
                </a:cubicBezTo>
                <a:cubicBezTo>
                  <a:pt x="232" y="92"/>
                  <a:pt x="216" y="108"/>
                  <a:pt x="216" y="128"/>
                </a:cubicBezTo>
                <a:close/>
                <a:moveTo>
                  <a:pt x="125" y="200"/>
                </a:moveTo>
                <a:cubicBezTo>
                  <a:pt x="11" y="200"/>
                  <a:pt x="11" y="200"/>
                  <a:pt x="11" y="200"/>
                </a:cubicBezTo>
                <a:cubicBezTo>
                  <a:pt x="44" y="150"/>
                  <a:pt x="44" y="150"/>
                  <a:pt x="44" y="150"/>
                </a:cubicBezTo>
                <a:cubicBezTo>
                  <a:pt x="45" y="149"/>
                  <a:pt x="45" y="149"/>
                  <a:pt x="45" y="148"/>
                </a:cubicBezTo>
                <a:cubicBezTo>
                  <a:pt x="105" y="148"/>
                  <a:pt x="105" y="148"/>
                  <a:pt x="105" y="148"/>
                </a:cubicBezTo>
                <a:cubicBezTo>
                  <a:pt x="107" y="148"/>
                  <a:pt x="109" y="146"/>
                  <a:pt x="109" y="144"/>
                </a:cubicBezTo>
                <a:cubicBezTo>
                  <a:pt x="109" y="142"/>
                  <a:pt x="107" y="140"/>
                  <a:pt x="105" y="140"/>
                </a:cubicBezTo>
                <a:cubicBezTo>
                  <a:pt x="23" y="140"/>
                  <a:pt x="23" y="140"/>
                  <a:pt x="23" y="140"/>
                </a:cubicBezTo>
                <a:cubicBezTo>
                  <a:pt x="55" y="90"/>
                  <a:pt x="55" y="90"/>
                  <a:pt x="55" y="90"/>
                </a:cubicBezTo>
                <a:cubicBezTo>
                  <a:pt x="56" y="89"/>
                  <a:pt x="56" y="89"/>
                  <a:pt x="56" y="88"/>
                </a:cubicBezTo>
                <a:cubicBezTo>
                  <a:pt x="110" y="88"/>
                  <a:pt x="110" y="88"/>
                  <a:pt x="110" y="88"/>
                </a:cubicBezTo>
                <a:cubicBezTo>
                  <a:pt x="113" y="88"/>
                  <a:pt x="114" y="86"/>
                  <a:pt x="114" y="84"/>
                </a:cubicBezTo>
                <a:cubicBezTo>
                  <a:pt x="114" y="82"/>
                  <a:pt x="113" y="80"/>
                  <a:pt x="110" y="80"/>
                </a:cubicBezTo>
                <a:cubicBezTo>
                  <a:pt x="43" y="80"/>
                  <a:pt x="43" y="80"/>
                  <a:pt x="43" y="80"/>
                </a:cubicBezTo>
                <a:cubicBezTo>
                  <a:pt x="88" y="11"/>
                  <a:pt x="88" y="11"/>
                  <a:pt x="88" y="11"/>
                </a:cubicBezTo>
                <a:cubicBezTo>
                  <a:pt x="119" y="59"/>
                  <a:pt x="119" y="59"/>
                  <a:pt x="119" y="59"/>
                </a:cubicBezTo>
                <a:cubicBezTo>
                  <a:pt x="120" y="61"/>
                  <a:pt x="123" y="61"/>
                  <a:pt x="124" y="60"/>
                </a:cubicBezTo>
                <a:cubicBezTo>
                  <a:pt x="126" y="59"/>
                  <a:pt x="127" y="56"/>
                  <a:pt x="126" y="54"/>
                </a:cubicBezTo>
                <a:cubicBezTo>
                  <a:pt x="91" y="2"/>
                  <a:pt x="91" y="2"/>
                  <a:pt x="91" y="2"/>
                </a:cubicBezTo>
                <a:cubicBezTo>
                  <a:pt x="90" y="0"/>
                  <a:pt x="86" y="0"/>
                  <a:pt x="85" y="2"/>
                </a:cubicBezTo>
                <a:cubicBezTo>
                  <a:pt x="33" y="82"/>
                  <a:pt x="33" y="82"/>
                  <a:pt x="33" y="82"/>
                </a:cubicBezTo>
                <a:cubicBezTo>
                  <a:pt x="32" y="83"/>
                  <a:pt x="32" y="85"/>
                  <a:pt x="32" y="86"/>
                </a:cubicBezTo>
                <a:cubicBezTo>
                  <a:pt x="33" y="87"/>
                  <a:pt x="35" y="88"/>
                  <a:pt x="36" y="88"/>
                </a:cubicBezTo>
                <a:cubicBezTo>
                  <a:pt x="47" y="88"/>
                  <a:pt x="47" y="88"/>
                  <a:pt x="47" y="88"/>
                </a:cubicBezTo>
                <a:cubicBezTo>
                  <a:pt x="13" y="142"/>
                  <a:pt x="13" y="142"/>
                  <a:pt x="13" y="142"/>
                </a:cubicBezTo>
                <a:cubicBezTo>
                  <a:pt x="12" y="143"/>
                  <a:pt x="12" y="145"/>
                  <a:pt x="12" y="146"/>
                </a:cubicBezTo>
                <a:cubicBezTo>
                  <a:pt x="13" y="147"/>
                  <a:pt x="15" y="148"/>
                  <a:pt x="16" y="148"/>
                </a:cubicBezTo>
                <a:cubicBezTo>
                  <a:pt x="36" y="148"/>
                  <a:pt x="36" y="148"/>
                  <a:pt x="36" y="148"/>
                </a:cubicBezTo>
                <a:cubicBezTo>
                  <a:pt x="1" y="202"/>
                  <a:pt x="1" y="202"/>
                  <a:pt x="1" y="202"/>
                </a:cubicBezTo>
                <a:cubicBezTo>
                  <a:pt x="0" y="203"/>
                  <a:pt x="0" y="205"/>
                  <a:pt x="0" y="206"/>
                </a:cubicBezTo>
                <a:cubicBezTo>
                  <a:pt x="1" y="207"/>
                  <a:pt x="3" y="208"/>
                  <a:pt x="4" y="208"/>
                </a:cubicBezTo>
                <a:cubicBezTo>
                  <a:pt x="68" y="208"/>
                  <a:pt x="68" y="208"/>
                  <a:pt x="68" y="208"/>
                </a:cubicBezTo>
                <a:cubicBezTo>
                  <a:pt x="68" y="252"/>
                  <a:pt x="68" y="252"/>
                  <a:pt x="68" y="252"/>
                </a:cubicBezTo>
                <a:cubicBezTo>
                  <a:pt x="68" y="254"/>
                  <a:pt x="70" y="256"/>
                  <a:pt x="72" y="256"/>
                </a:cubicBezTo>
                <a:cubicBezTo>
                  <a:pt x="104" y="256"/>
                  <a:pt x="104" y="256"/>
                  <a:pt x="104" y="256"/>
                </a:cubicBezTo>
                <a:cubicBezTo>
                  <a:pt x="106" y="256"/>
                  <a:pt x="108" y="254"/>
                  <a:pt x="108" y="252"/>
                </a:cubicBezTo>
                <a:cubicBezTo>
                  <a:pt x="108" y="208"/>
                  <a:pt x="108" y="208"/>
                  <a:pt x="108" y="208"/>
                </a:cubicBezTo>
                <a:cubicBezTo>
                  <a:pt x="125" y="208"/>
                  <a:pt x="125" y="208"/>
                  <a:pt x="125" y="208"/>
                </a:cubicBezTo>
                <a:cubicBezTo>
                  <a:pt x="127" y="208"/>
                  <a:pt x="129" y="206"/>
                  <a:pt x="129" y="204"/>
                </a:cubicBezTo>
                <a:cubicBezTo>
                  <a:pt x="129" y="202"/>
                  <a:pt x="127" y="200"/>
                  <a:pt x="125" y="200"/>
                </a:cubicBezTo>
                <a:close/>
                <a:moveTo>
                  <a:pt x="100" y="248"/>
                </a:moveTo>
                <a:cubicBezTo>
                  <a:pt x="76" y="248"/>
                  <a:pt x="76" y="248"/>
                  <a:pt x="76" y="248"/>
                </a:cubicBezTo>
                <a:cubicBezTo>
                  <a:pt x="76" y="208"/>
                  <a:pt x="76" y="208"/>
                  <a:pt x="76" y="208"/>
                </a:cubicBezTo>
                <a:cubicBezTo>
                  <a:pt x="100" y="208"/>
                  <a:pt x="100" y="208"/>
                  <a:pt x="100" y="208"/>
                </a:cubicBezTo>
                <a:lnTo>
                  <a:pt x="100" y="24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59" name="Freeform 160">
            <a:extLst>
              <a:ext uri="{FF2B5EF4-FFF2-40B4-BE49-F238E27FC236}">
                <a16:creationId xmlns:a16="http://schemas.microsoft.com/office/drawing/2014/main" id="{0072C88C-EF6D-401F-80DD-4CFE2663BC71}"/>
              </a:ext>
            </a:extLst>
          </p:cNvPr>
          <p:cNvSpPr>
            <a:spLocks noChangeAspect="1" noEditPoints="1"/>
          </p:cNvSpPr>
          <p:nvPr/>
        </p:nvSpPr>
        <p:spPr bwMode="auto">
          <a:xfrm>
            <a:off x="573088" y="4352277"/>
            <a:ext cx="400050" cy="387350"/>
          </a:xfrm>
          <a:custGeom>
            <a:avLst/>
            <a:gdLst>
              <a:gd name="T0" fmla="*/ 169 w 256"/>
              <a:gd name="T1" fmla="*/ 189 h 248"/>
              <a:gd name="T2" fmla="*/ 125 w 256"/>
              <a:gd name="T3" fmla="*/ 233 h 248"/>
              <a:gd name="T4" fmla="*/ 33 w 256"/>
              <a:gd name="T5" fmla="*/ 215 h 248"/>
              <a:gd name="T6" fmla="*/ 8 w 256"/>
              <a:gd name="T7" fmla="*/ 156 h 248"/>
              <a:gd name="T8" fmla="*/ 33 w 256"/>
              <a:gd name="T9" fmla="*/ 97 h 248"/>
              <a:gd name="T10" fmla="*/ 125 w 256"/>
              <a:gd name="T11" fmla="*/ 79 h 248"/>
              <a:gd name="T12" fmla="*/ 157 w 256"/>
              <a:gd name="T13" fmla="*/ 97 h 248"/>
              <a:gd name="T14" fmla="*/ 128 w 256"/>
              <a:gd name="T15" fmla="*/ 71 h 248"/>
              <a:gd name="T16" fmla="*/ 27 w 256"/>
              <a:gd name="T17" fmla="*/ 91 h 248"/>
              <a:gd name="T18" fmla="*/ 0 w 256"/>
              <a:gd name="T19" fmla="*/ 156 h 248"/>
              <a:gd name="T20" fmla="*/ 27 w 256"/>
              <a:gd name="T21" fmla="*/ 221 h 248"/>
              <a:gd name="T22" fmla="*/ 92 w 256"/>
              <a:gd name="T23" fmla="*/ 248 h 248"/>
              <a:gd name="T24" fmla="*/ 157 w 256"/>
              <a:gd name="T25" fmla="*/ 221 h 248"/>
              <a:gd name="T26" fmla="*/ 175 w 256"/>
              <a:gd name="T27" fmla="*/ 187 h 248"/>
              <a:gd name="T28" fmla="*/ 80 w 256"/>
              <a:gd name="T29" fmla="*/ 156 h 248"/>
              <a:gd name="T30" fmla="*/ 104 w 256"/>
              <a:gd name="T31" fmla="*/ 156 h 248"/>
              <a:gd name="T32" fmla="*/ 92 w 256"/>
              <a:gd name="T33" fmla="*/ 160 h 248"/>
              <a:gd name="T34" fmla="*/ 92 w 256"/>
              <a:gd name="T35" fmla="*/ 152 h 248"/>
              <a:gd name="T36" fmla="*/ 92 w 256"/>
              <a:gd name="T37" fmla="*/ 160 h 248"/>
              <a:gd name="T38" fmla="*/ 92 w 256"/>
              <a:gd name="T39" fmla="*/ 108 h 248"/>
              <a:gd name="T40" fmla="*/ 92 w 256"/>
              <a:gd name="T41" fmla="*/ 204 h 248"/>
              <a:gd name="T42" fmla="*/ 108 w 256"/>
              <a:gd name="T43" fmla="*/ 201 h 248"/>
              <a:gd name="T44" fmla="*/ 256 w 256"/>
              <a:gd name="T45" fmla="*/ 132 h 248"/>
              <a:gd name="T46" fmla="*/ 92 w 256"/>
              <a:gd name="T47" fmla="*/ 196 h 248"/>
              <a:gd name="T48" fmla="*/ 92 w 256"/>
              <a:gd name="T49" fmla="*/ 116 h 248"/>
              <a:gd name="T50" fmla="*/ 92 w 256"/>
              <a:gd name="T51" fmla="*/ 196 h 248"/>
              <a:gd name="T52" fmla="*/ 140 w 256"/>
              <a:gd name="T53" fmla="*/ 156 h 248"/>
              <a:gd name="T54" fmla="*/ 214 w 256"/>
              <a:gd name="T55" fmla="*/ 116 h 248"/>
              <a:gd name="T56" fmla="*/ 220 w 256"/>
              <a:gd name="T57" fmla="*/ 153 h 248"/>
              <a:gd name="T58" fmla="*/ 232 w 256"/>
              <a:gd name="T59" fmla="*/ 148 h 248"/>
              <a:gd name="T60" fmla="*/ 232 w 256"/>
              <a:gd name="T61" fmla="*/ 116 h 248"/>
              <a:gd name="T62" fmla="*/ 232 w 256"/>
              <a:gd name="T63" fmla="*/ 148 h 248"/>
              <a:gd name="T64" fmla="*/ 216 w 256"/>
              <a:gd name="T65" fmla="*/ 180 h 248"/>
              <a:gd name="T66" fmla="*/ 216 w 256"/>
              <a:gd name="T67" fmla="*/ 188 h 248"/>
              <a:gd name="T68" fmla="*/ 252 w 256"/>
              <a:gd name="T69" fmla="*/ 184 h 248"/>
              <a:gd name="T70" fmla="*/ 248 w 256"/>
              <a:gd name="T71" fmla="*/ 204 h 248"/>
              <a:gd name="T72" fmla="*/ 212 w 256"/>
              <a:gd name="T73" fmla="*/ 208 h 248"/>
              <a:gd name="T74" fmla="*/ 248 w 256"/>
              <a:gd name="T75" fmla="*/ 212 h 248"/>
              <a:gd name="T76" fmla="*/ 248 w 256"/>
              <a:gd name="T77" fmla="*/ 204 h 248"/>
              <a:gd name="T78" fmla="*/ 216 w 256"/>
              <a:gd name="T79" fmla="*/ 228 h 248"/>
              <a:gd name="T80" fmla="*/ 216 w 256"/>
              <a:gd name="T81" fmla="*/ 236 h 248"/>
              <a:gd name="T82" fmla="*/ 252 w 256"/>
              <a:gd name="T83" fmla="*/ 232 h 248"/>
              <a:gd name="T84" fmla="*/ 216 w 256"/>
              <a:gd name="T85" fmla="*/ 0 h 248"/>
              <a:gd name="T86" fmla="*/ 8 w 256"/>
              <a:gd name="T87" fmla="*/ 4 h 248"/>
              <a:gd name="T88" fmla="*/ 12 w 256"/>
              <a:gd name="T89" fmla="*/ 80 h 248"/>
              <a:gd name="T90" fmla="*/ 16 w 256"/>
              <a:gd name="T91" fmla="*/ 8 h 248"/>
              <a:gd name="T92" fmla="*/ 248 w 256"/>
              <a:gd name="T93" fmla="*/ 40 h 248"/>
              <a:gd name="T94" fmla="*/ 252 w 256"/>
              <a:gd name="T95" fmla="*/ 96 h 248"/>
              <a:gd name="T96" fmla="*/ 256 w 256"/>
              <a:gd name="T97" fmla="*/ 40 h 248"/>
              <a:gd name="T98" fmla="*/ 154 w 256"/>
              <a:gd name="T99" fmla="*/ 40 h 248"/>
              <a:gd name="T100" fmla="*/ 180 w 256"/>
              <a:gd name="T101" fmla="*/ 72 h 248"/>
              <a:gd name="T102" fmla="*/ 216 w 256"/>
              <a:gd name="T103" fmla="*/ 68 h 248"/>
              <a:gd name="T104" fmla="*/ 182 w 256"/>
              <a:gd name="T105" fmla="*/ 64 h 248"/>
              <a:gd name="T106" fmla="*/ 156 w 256"/>
              <a:gd name="T107" fmla="*/ 32 h 248"/>
              <a:gd name="T108" fmla="*/ 40 w 256"/>
              <a:gd name="T109" fmla="*/ 36 h 248"/>
              <a:gd name="T110" fmla="*/ 154 w 256"/>
              <a:gd name="T111" fmla="*/ 4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48">
                <a:moveTo>
                  <a:pt x="175" y="187"/>
                </a:moveTo>
                <a:cubicBezTo>
                  <a:pt x="173" y="186"/>
                  <a:pt x="170" y="187"/>
                  <a:pt x="169" y="189"/>
                </a:cubicBezTo>
                <a:cubicBezTo>
                  <a:pt x="165" y="199"/>
                  <a:pt x="159" y="208"/>
                  <a:pt x="151" y="215"/>
                </a:cubicBezTo>
                <a:cubicBezTo>
                  <a:pt x="144" y="223"/>
                  <a:pt x="135" y="229"/>
                  <a:pt x="125" y="233"/>
                </a:cubicBezTo>
                <a:cubicBezTo>
                  <a:pt x="104" y="242"/>
                  <a:pt x="80" y="242"/>
                  <a:pt x="59" y="233"/>
                </a:cubicBezTo>
                <a:cubicBezTo>
                  <a:pt x="49" y="229"/>
                  <a:pt x="40" y="223"/>
                  <a:pt x="33" y="215"/>
                </a:cubicBezTo>
                <a:cubicBezTo>
                  <a:pt x="25" y="208"/>
                  <a:pt x="19" y="199"/>
                  <a:pt x="15" y="189"/>
                </a:cubicBezTo>
                <a:cubicBezTo>
                  <a:pt x="10" y="178"/>
                  <a:pt x="8" y="167"/>
                  <a:pt x="8" y="156"/>
                </a:cubicBezTo>
                <a:cubicBezTo>
                  <a:pt x="8" y="145"/>
                  <a:pt x="10" y="134"/>
                  <a:pt x="15" y="123"/>
                </a:cubicBezTo>
                <a:cubicBezTo>
                  <a:pt x="19" y="113"/>
                  <a:pt x="25" y="104"/>
                  <a:pt x="33" y="97"/>
                </a:cubicBezTo>
                <a:cubicBezTo>
                  <a:pt x="40" y="89"/>
                  <a:pt x="49" y="83"/>
                  <a:pt x="59" y="79"/>
                </a:cubicBezTo>
                <a:cubicBezTo>
                  <a:pt x="80" y="70"/>
                  <a:pt x="104" y="70"/>
                  <a:pt x="125" y="79"/>
                </a:cubicBezTo>
                <a:cubicBezTo>
                  <a:pt x="135" y="83"/>
                  <a:pt x="144" y="89"/>
                  <a:pt x="151" y="97"/>
                </a:cubicBezTo>
                <a:cubicBezTo>
                  <a:pt x="153" y="98"/>
                  <a:pt x="155" y="98"/>
                  <a:pt x="157" y="97"/>
                </a:cubicBezTo>
                <a:cubicBezTo>
                  <a:pt x="159" y="95"/>
                  <a:pt x="159" y="93"/>
                  <a:pt x="157" y="91"/>
                </a:cubicBezTo>
                <a:cubicBezTo>
                  <a:pt x="149" y="82"/>
                  <a:pt x="139" y="76"/>
                  <a:pt x="128" y="71"/>
                </a:cubicBezTo>
                <a:cubicBezTo>
                  <a:pt x="105" y="62"/>
                  <a:pt x="79" y="62"/>
                  <a:pt x="56" y="71"/>
                </a:cubicBezTo>
                <a:cubicBezTo>
                  <a:pt x="45" y="76"/>
                  <a:pt x="35" y="82"/>
                  <a:pt x="27" y="91"/>
                </a:cubicBezTo>
                <a:cubicBezTo>
                  <a:pt x="18" y="99"/>
                  <a:pt x="12" y="109"/>
                  <a:pt x="7" y="120"/>
                </a:cubicBezTo>
                <a:cubicBezTo>
                  <a:pt x="2" y="132"/>
                  <a:pt x="0" y="144"/>
                  <a:pt x="0" y="156"/>
                </a:cubicBezTo>
                <a:cubicBezTo>
                  <a:pt x="0" y="168"/>
                  <a:pt x="2" y="180"/>
                  <a:pt x="7" y="192"/>
                </a:cubicBezTo>
                <a:cubicBezTo>
                  <a:pt x="12" y="203"/>
                  <a:pt x="18" y="213"/>
                  <a:pt x="27" y="221"/>
                </a:cubicBezTo>
                <a:cubicBezTo>
                  <a:pt x="35" y="230"/>
                  <a:pt x="45" y="236"/>
                  <a:pt x="56" y="241"/>
                </a:cubicBezTo>
                <a:cubicBezTo>
                  <a:pt x="68" y="246"/>
                  <a:pt x="80" y="248"/>
                  <a:pt x="92" y="248"/>
                </a:cubicBezTo>
                <a:cubicBezTo>
                  <a:pt x="104" y="248"/>
                  <a:pt x="116" y="246"/>
                  <a:pt x="128" y="241"/>
                </a:cubicBezTo>
                <a:cubicBezTo>
                  <a:pt x="139" y="236"/>
                  <a:pt x="149" y="230"/>
                  <a:pt x="157" y="221"/>
                </a:cubicBezTo>
                <a:cubicBezTo>
                  <a:pt x="166" y="213"/>
                  <a:pt x="172" y="203"/>
                  <a:pt x="177" y="192"/>
                </a:cubicBezTo>
                <a:cubicBezTo>
                  <a:pt x="178" y="190"/>
                  <a:pt x="177" y="187"/>
                  <a:pt x="175" y="187"/>
                </a:cubicBezTo>
                <a:close/>
                <a:moveTo>
                  <a:pt x="92" y="144"/>
                </a:moveTo>
                <a:cubicBezTo>
                  <a:pt x="85" y="144"/>
                  <a:pt x="80" y="149"/>
                  <a:pt x="80" y="156"/>
                </a:cubicBezTo>
                <a:cubicBezTo>
                  <a:pt x="80" y="163"/>
                  <a:pt x="85" y="168"/>
                  <a:pt x="92" y="168"/>
                </a:cubicBezTo>
                <a:cubicBezTo>
                  <a:pt x="99" y="168"/>
                  <a:pt x="104" y="163"/>
                  <a:pt x="104" y="156"/>
                </a:cubicBezTo>
                <a:cubicBezTo>
                  <a:pt x="104" y="149"/>
                  <a:pt x="99" y="144"/>
                  <a:pt x="92" y="144"/>
                </a:cubicBezTo>
                <a:close/>
                <a:moveTo>
                  <a:pt x="92" y="160"/>
                </a:moveTo>
                <a:cubicBezTo>
                  <a:pt x="90" y="160"/>
                  <a:pt x="88" y="158"/>
                  <a:pt x="88" y="156"/>
                </a:cubicBezTo>
                <a:cubicBezTo>
                  <a:pt x="88" y="154"/>
                  <a:pt x="90" y="152"/>
                  <a:pt x="92" y="152"/>
                </a:cubicBezTo>
                <a:cubicBezTo>
                  <a:pt x="94" y="152"/>
                  <a:pt x="96" y="154"/>
                  <a:pt x="96" y="156"/>
                </a:cubicBezTo>
                <a:cubicBezTo>
                  <a:pt x="96" y="158"/>
                  <a:pt x="94" y="160"/>
                  <a:pt x="92" y="160"/>
                </a:cubicBezTo>
                <a:close/>
                <a:moveTo>
                  <a:pt x="232" y="108"/>
                </a:moveTo>
                <a:cubicBezTo>
                  <a:pt x="92" y="108"/>
                  <a:pt x="92" y="108"/>
                  <a:pt x="92" y="108"/>
                </a:cubicBezTo>
                <a:cubicBezTo>
                  <a:pt x="66" y="108"/>
                  <a:pt x="44" y="130"/>
                  <a:pt x="44" y="156"/>
                </a:cubicBezTo>
                <a:cubicBezTo>
                  <a:pt x="44" y="182"/>
                  <a:pt x="66" y="204"/>
                  <a:pt x="92" y="204"/>
                </a:cubicBezTo>
                <a:cubicBezTo>
                  <a:pt x="98" y="204"/>
                  <a:pt x="103" y="203"/>
                  <a:pt x="108" y="201"/>
                </a:cubicBezTo>
                <a:cubicBezTo>
                  <a:pt x="108" y="201"/>
                  <a:pt x="108" y="201"/>
                  <a:pt x="108" y="201"/>
                </a:cubicBezTo>
                <a:cubicBezTo>
                  <a:pt x="236" y="156"/>
                  <a:pt x="236" y="156"/>
                  <a:pt x="236" y="156"/>
                </a:cubicBezTo>
                <a:cubicBezTo>
                  <a:pt x="248" y="154"/>
                  <a:pt x="256" y="144"/>
                  <a:pt x="256" y="132"/>
                </a:cubicBezTo>
                <a:cubicBezTo>
                  <a:pt x="256" y="119"/>
                  <a:pt x="245" y="108"/>
                  <a:pt x="232" y="108"/>
                </a:cubicBezTo>
                <a:close/>
                <a:moveTo>
                  <a:pt x="92" y="196"/>
                </a:moveTo>
                <a:cubicBezTo>
                  <a:pt x="70" y="196"/>
                  <a:pt x="52" y="178"/>
                  <a:pt x="52" y="156"/>
                </a:cubicBezTo>
                <a:cubicBezTo>
                  <a:pt x="52" y="134"/>
                  <a:pt x="70" y="116"/>
                  <a:pt x="92" y="116"/>
                </a:cubicBezTo>
                <a:cubicBezTo>
                  <a:pt x="114" y="116"/>
                  <a:pt x="132" y="134"/>
                  <a:pt x="132" y="156"/>
                </a:cubicBezTo>
                <a:cubicBezTo>
                  <a:pt x="132" y="178"/>
                  <a:pt x="114" y="196"/>
                  <a:pt x="92" y="196"/>
                </a:cubicBezTo>
                <a:close/>
                <a:moveTo>
                  <a:pt x="130" y="185"/>
                </a:moveTo>
                <a:cubicBezTo>
                  <a:pt x="136" y="177"/>
                  <a:pt x="140" y="167"/>
                  <a:pt x="140" y="156"/>
                </a:cubicBezTo>
                <a:cubicBezTo>
                  <a:pt x="140" y="139"/>
                  <a:pt x="131" y="125"/>
                  <a:pt x="118" y="116"/>
                </a:cubicBezTo>
                <a:cubicBezTo>
                  <a:pt x="214" y="116"/>
                  <a:pt x="214" y="116"/>
                  <a:pt x="214" y="116"/>
                </a:cubicBezTo>
                <a:cubicBezTo>
                  <a:pt x="210" y="120"/>
                  <a:pt x="208" y="126"/>
                  <a:pt x="208" y="132"/>
                </a:cubicBezTo>
                <a:cubicBezTo>
                  <a:pt x="208" y="141"/>
                  <a:pt x="213" y="149"/>
                  <a:pt x="220" y="153"/>
                </a:cubicBezTo>
                <a:lnTo>
                  <a:pt x="130" y="185"/>
                </a:lnTo>
                <a:close/>
                <a:moveTo>
                  <a:pt x="232" y="148"/>
                </a:moveTo>
                <a:cubicBezTo>
                  <a:pt x="223" y="148"/>
                  <a:pt x="216" y="141"/>
                  <a:pt x="216" y="132"/>
                </a:cubicBezTo>
                <a:cubicBezTo>
                  <a:pt x="216" y="123"/>
                  <a:pt x="223" y="116"/>
                  <a:pt x="232" y="116"/>
                </a:cubicBezTo>
                <a:cubicBezTo>
                  <a:pt x="241" y="116"/>
                  <a:pt x="248" y="123"/>
                  <a:pt x="248" y="132"/>
                </a:cubicBezTo>
                <a:cubicBezTo>
                  <a:pt x="248" y="141"/>
                  <a:pt x="241" y="148"/>
                  <a:pt x="232" y="148"/>
                </a:cubicBezTo>
                <a:close/>
                <a:moveTo>
                  <a:pt x="248" y="180"/>
                </a:moveTo>
                <a:cubicBezTo>
                  <a:pt x="216" y="180"/>
                  <a:pt x="216" y="180"/>
                  <a:pt x="216" y="180"/>
                </a:cubicBezTo>
                <a:cubicBezTo>
                  <a:pt x="214" y="180"/>
                  <a:pt x="212" y="182"/>
                  <a:pt x="212" y="184"/>
                </a:cubicBezTo>
                <a:cubicBezTo>
                  <a:pt x="212" y="186"/>
                  <a:pt x="214" y="188"/>
                  <a:pt x="216" y="188"/>
                </a:cubicBezTo>
                <a:cubicBezTo>
                  <a:pt x="248" y="188"/>
                  <a:pt x="248" y="188"/>
                  <a:pt x="248" y="188"/>
                </a:cubicBezTo>
                <a:cubicBezTo>
                  <a:pt x="250" y="188"/>
                  <a:pt x="252" y="186"/>
                  <a:pt x="252" y="184"/>
                </a:cubicBezTo>
                <a:cubicBezTo>
                  <a:pt x="252" y="182"/>
                  <a:pt x="250" y="180"/>
                  <a:pt x="248" y="180"/>
                </a:cubicBezTo>
                <a:close/>
                <a:moveTo>
                  <a:pt x="248" y="204"/>
                </a:moveTo>
                <a:cubicBezTo>
                  <a:pt x="216" y="204"/>
                  <a:pt x="216" y="204"/>
                  <a:pt x="216" y="204"/>
                </a:cubicBezTo>
                <a:cubicBezTo>
                  <a:pt x="214" y="204"/>
                  <a:pt x="212" y="206"/>
                  <a:pt x="212" y="208"/>
                </a:cubicBezTo>
                <a:cubicBezTo>
                  <a:pt x="212" y="210"/>
                  <a:pt x="214" y="212"/>
                  <a:pt x="216" y="212"/>
                </a:cubicBezTo>
                <a:cubicBezTo>
                  <a:pt x="248" y="212"/>
                  <a:pt x="248" y="212"/>
                  <a:pt x="248" y="212"/>
                </a:cubicBezTo>
                <a:cubicBezTo>
                  <a:pt x="250" y="212"/>
                  <a:pt x="252" y="210"/>
                  <a:pt x="252" y="208"/>
                </a:cubicBezTo>
                <a:cubicBezTo>
                  <a:pt x="252" y="206"/>
                  <a:pt x="250" y="204"/>
                  <a:pt x="248" y="204"/>
                </a:cubicBezTo>
                <a:close/>
                <a:moveTo>
                  <a:pt x="248" y="228"/>
                </a:moveTo>
                <a:cubicBezTo>
                  <a:pt x="216" y="228"/>
                  <a:pt x="216" y="228"/>
                  <a:pt x="216" y="228"/>
                </a:cubicBezTo>
                <a:cubicBezTo>
                  <a:pt x="214" y="228"/>
                  <a:pt x="212" y="230"/>
                  <a:pt x="212" y="232"/>
                </a:cubicBezTo>
                <a:cubicBezTo>
                  <a:pt x="212" y="234"/>
                  <a:pt x="214" y="236"/>
                  <a:pt x="216" y="236"/>
                </a:cubicBezTo>
                <a:cubicBezTo>
                  <a:pt x="248" y="236"/>
                  <a:pt x="248" y="236"/>
                  <a:pt x="248" y="236"/>
                </a:cubicBezTo>
                <a:cubicBezTo>
                  <a:pt x="250" y="236"/>
                  <a:pt x="252" y="234"/>
                  <a:pt x="252" y="232"/>
                </a:cubicBezTo>
                <a:cubicBezTo>
                  <a:pt x="252" y="230"/>
                  <a:pt x="250" y="228"/>
                  <a:pt x="248" y="228"/>
                </a:cubicBezTo>
                <a:close/>
                <a:moveTo>
                  <a:pt x="216" y="0"/>
                </a:moveTo>
                <a:cubicBezTo>
                  <a:pt x="12" y="0"/>
                  <a:pt x="12" y="0"/>
                  <a:pt x="12" y="0"/>
                </a:cubicBezTo>
                <a:cubicBezTo>
                  <a:pt x="10" y="0"/>
                  <a:pt x="8" y="2"/>
                  <a:pt x="8" y="4"/>
                </a:cubicBezTo>
                <a:cubicBezTo>
                  <a:pt x="8" y="76"/>
                  <a:pt x="8" y="76"/>
                  <a:pt x="8" y="76"/>
                </a:cubicBezTo>
                <a:cubicBezTo>
                  <a:pt x="8" y="78"/>
                  <a:pt x="10" y="80"/>
                  <a:pt x="12" y="80"/>
                </a:cubicBezTo>
                <a:cubicBezTo>
                  <a:pt x="14" y="80"/>
                  <a:pt x="16" y="78"/>
                  <a:pt x="16" y="76"/>
                </a:cubicBezTo>
                <a:cubicBezTo>
                  <a:pt x="16" y="8"/>
                  <a:pt x="16" y="8"/>
                  <a:pt x="16" y="8"/>
                </a:cubicBezTo>
                <a:cubicBezTo>
                  <a:pt x="216" y="8"/>
                  <a:pt x="216" y="8"/>
                  <a:pt x="216" y="8"/>
                </a:cubicBezTo>
                <a:cubicBezTo>
                  <a:pt x="234" y="8"/>
                  <a:pt x="248" y="22"/>
                  <a:pt x="248" y="40"/>
                </a:cubicBezTo>
                <a:cubicBezTo>
                  <a:pt x="248" y="92"/>
                  <a:pt x="248" y="92"/>
                  <a:pt x="248" y="92"/>
                </a:cubicBezTo>
                <a:cubicBezTo>
                  <a:pt x="248" y="94"/>
                  <a:pt x="250" y="96"/>
                  <a:pt x="252" y="96"/>
                </a:cubicBezTo>
                <a:cubicBezTo>
                  <a:pt x="254" y="96"/>
                  <a:pt x="256" y="94"/>
                  <a:pt x="256" y="92"/>
                </a:cubicBezTo>
                <a:cubicBezTo>
                  <a:pt x="256" y="40"/>
                  <a:pt x="256" y="40"/>
                  <a:pt x="256" y="40"/>
                </a:cubicBezTo>
                <a:cubicBezTo>
                  <a:pt x="256" y="18"/>
                  <a:pt x="238" y="0"/>
                  <a:pt x="216" y="0"/>
                </a:cubicBezTo>
                <a:close/>
                <a:moveTo>
                  <a:pt x="154" y="40"/>
                </a:moveTo>
                <a:cubicBezTo>
                  <a:pt x="177" y="70"/>
                  <a:pt x="177" y="70"/>
                  <a:pt x="177" y="70"/>
                </a:cubicBezTo>
                <a:cubicBezTo>
                  <a:pt x="178" y="71"/>
                  <a:pt x="179" y="72"/>
                  <a:pt x="180" y="72"/>
                </a:cubicBezTo>
                <a:cubicBezTo>
                  <a:pt x="212" y="72"/>
                  <a:pt x="212" y="72"/>
                  <a:pt x="212" y="72"/>
                </a:cubicBezTo>
                <a:cubicBezTo>
                  <a:pt x="214" y="72"/>
                  <a:pt x="216" y="70"/>
                  <a:pt x="216" y="68"/>
                </a:cubicBezTo>
                <a:cubicBezTo>
                  <a:pt x="216" y="66"/>
                  <a:pt x="214" y="64"/>
                  <a:pt x="212" y="64"/>
                </a:cubicBezTo>
                <a:cubicBezTo>
                  <a:pt x="182" y="64"/>
                  <a:pt x="182" y="64"/>
                  <a:pt x="182" y="64"/>
                </a:cubicBezTo>
                <a:cubicBezTo>
                  <a:pt x="159" y="34"/>
                  <a:pt x="159" y="34"/>
                  <a:pt x="159" y="34"/>
                </a:cubicBezTo>
                <a:cubicBezTo>
                  <a:pt x="158" y="33"/>
                  <a:pt x="157" y="32"/>
                  <a:pt x="156" y="32"/>
                </a:cubicBezTo>
                <a:cubicBezTo>
                  <a:pt x="44" y="32"/>
                  <a:pt x="44" y="32"/>
                  <a:pt x="44" y="32"/>
                </a:cubicBezTo>
                <a:cubicBezTo>
                  <a:pt x="42" y="32"/>
                  <a:pt x="40" y="34"/>
                  <a:pt x="40" y="36"/>
                </a:cubicBezTo>
                <a:cubicBezTo>
                  <a:pt x="40" y="38"/>
                  <a:pt x="42" y="40"/>
                  <a:pt x="44" y="40"/>
                </a:cubicBezTo>
                <a:lnTo>
                  <a:pt x="154" y="4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62" name="Freeform 164">
            <a:extLst>
              <a:ext uri="{FF2B5EF4-FFF2-40B4-BE49-F238E27FC236}">
                <a16:creationId xmlns:a16="http://schemas.microsoft.com/office/drawing/2014/main" id="{3CF3C450-0F70-486F-8E74-44CBD9958342}"/>
              </a:ext>
            </a:extLst>
          </p:cNvPr>
          <p:cNvSpPr>
            <a:spLocks noChangeAspect="1" noEditPoints="1"/>
          </p:cNvSpPr>
          <p:nvPr/>
        </p:nvSpPr>
        <p:spPr bwMode="auto">
          <a:xfrm>
            <a:off x="1544703" y="4337049"/>
            <a:ext cx="392112" cy="400050"/>
          </a:xfrm>
          <a:custGeom>
            <a:avLst/>
            <a:gdLst>
              <a:gd name="T0" fmla="*/ 205 w 252"/>
              <a:gd name="T1" fmla="*/ 22 h 256"/>
              <a:gd name="T2" fmla="*/ 207 w 252"/>
              <a:gd name="T3" fmla="*/ 25 h 256"/>
              <a:gd name="T4" fmla="*/ 214 w 252"/>
              <a:gd name="T5" fmla="*/ 22 h 256"/>
              <a:gd name="T6" fmla="*/ 213 w 252"/>
              <a:gd name="T7" fmla="*/ 18 h 256"/>
              <a:gd name="T8" fmla="*/ 192 w 252"/>
              <a:gd name="T9" fmla="*/ 0 h 256"/>
              <a:gd name="T10" fmla="*/ 0 w 252"/>
              <a:gd name="T11" fmla="*/ 0 h 256"/>
              <a:gd name="T12" fmla="*/ 0 w 252"/>
              <a:gd name="T13" fmla="*/ 8 h 256"/>
              <a:gd name="T14" fmla="*/ 192 w 252"/>
              <a:gd name="T15" fmla="*/ 8 h 256"/>
              <a:gd name="T16" fmla="*/ 205 w 252"/>
              <a:gd name="T17" fmla="*/ 22 h 256"/>
              <a:gd name="T18" fmla="*/ 214 w 252"/>
              <a:gd name="T19" fmla="*/ 36 h 256"/>
              <a:gd name="T20" fmla="*/ 0 w 252"/>
              <a:gd name="T21" fmla="*/ 36 h 256"/>
              <a:gd name="T22" fmla="*/ 0 w 252"/>
              <a:gd name="T23" fmla="*/ 44 h 256"/>
              <a:gd name="T24" fmla="*/ 214 w 252"/>
              <a:gd name="T25" fmla="*/ 44 h 256"/>
              <a:gd name="T26" fmla="*/ 244 w 252"/>
              <a:gd name="T27" fmla="*/ 146 h 256"/>
              <a:gd name="T28" fmla="*/ 214 w 252"/>
              <a:gd name="T29" fmla="*/ 248 h 256"/>
              <a:gd name="T30" fmla="*/ 0 w 252"/>
              <a:gd name="T31" fmla="*/ 248 h 256"/>
              <a:gd name="T32" fmla="*/ 0 w 252"/>
              <a:gd name="T33" fmla="*/ 256 h 256"/>
              <a:gd name="T34" fmla="*/ 214 w 252"/>
              <a:gd name="T35" fmla="*/ 256 h 256"/>
              <a:gd name="T36" fmla="*/ 252 w 252"/>
              <a:gd name="T37" fmla="*/ 146 h 256"/>
              <a:gd name="T38" fmla="*/ 214 w 252"/>
              <a:gd name="T39" fmla="*/ 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2" h="256">
                <a:moveTo>
                  <a:pt x="205" y="22"/>
                </a:moveTo>
                <a:cubicBezTo>
                  <a:pt x="207" y="25"/>
                  <a:pt x="207" y="25"/>
                  <a:pt x="207" y="25"/>
                </a:cubicBezTo>
                <a:cubicBezTo>
                  <a:pt x="214" y="22"/>
                  <a:pt x="214" y="22"/>
                  <a:pt x="214" y="22"/>
                </a:cubicBezTo>
                <a:cubicBezTo>
                  <a:pt x="213" y="18"/>
                  <a:pt x="213" y="18"/>
                  <a:pt x="213" y="18"/>
                </a:cubicBezTo>
                <a:cubicBezTo>
                  <a:pt x="207" y="6"/>
                  <a:pt x="200" y="0"/>
                  <a:pt x="192" y="0"/>
                </a:cubicBezTo>
                <a:cubicBezTo>
                  <a:pt x="0" y="0"/>
                  <a:pt x="0" y="0"/>
                  <a:pt x="0" y="0"/>
                </a:cubicBezTo>
                <a:cubicBezTo>
                  <a:pt x="0" y="8"/>
                  <a:pt x="0" y="8"/>
                  <a:pt x="0" y="8"/>
                </a:cubicBezTo>
                <a:cubicBezTo>
                  <a:pt x="192" y="8"/>
                  <a:pt x="192" y="8"/>
                  <a:pt x="192" y="8"/>
                </a:cubicBezTo>
                <a:cubicBezTo>
                  <a:pt x="196" y="8"/>
                  <a:pt x="201" y="13"/>
                  <a:pt x="205" y="22"/>
                </a:cubicBezTo>
                <a:close/>
                <a:moveTo>
                  <a:pt x="214" y="36"/>
                </a:moveTo>
                <a:cubicBezTo>
                  <a:pt x="0" y="36"/>
                  <a:pt x="0" y="36"/>
                  <a:pt x="0" y="36"/>
                </a:cubicBezTo>
                <a:cubicBezTo>
                  <a:pt x="0" y="44"/>
                  <a:pt x="0" y="44"/>
                  <a:pt x="0" y="44"/>
                </a:cubicBezTo>
                <a:cubicBezTo>
                  <a:pt x="214" y="44"/>
                  <a:pt x="214" y="44"/>
                  <a:pt x="214" y="44"/>
                </a:cubicBezTo>
                <a:cubicBezTo>
                  <a:pt x="228" y="44"/>
                  <a:pt x="244" y="86"/>
                  <a:pt x="244" y="146"/>
                </a:cubicBezTo>
                <a:cubicBezTo>
                  <a:pt x="244" y="206"/>
                  <a:pt x="228" y="248"/>
                  <a:pt x="214" y="248"/>
                </a:cubicBezTo>
                <a:cubicBezTo>
                  <a:pt x="0" y="248"/>
                  <a:pt x="0" y="248"/>
                  <a:pt x="0" y="248"/>
                </a:cubicBezTo>
                <a:cubicBezTo>
                  <a:pt x="0" y="256"/>
                  <a:pt x="0" y="256"/>
                  <a:pt x="0" y="256"/>
                </a:cubicBezTo>
                <a:cubicBezTo>
                  <a:pt x="214" y="256"/>
                  <a:pt x="214" y="256"/>
                  <a:pt x="214" y="256"/>
                </a:cubicBezTo>
                <a:cubicBezTo>
                  <a:pt x="239" y="256"/>
                  <a:pt x="252" y="199"/>
                  <a:pt x="252" y="146"/>
                </a:cubicBezTo>
                <a:cubicBezTo>
                  <a:pt x="252" y="93"/>
                  <a:pt x="239" y="36"/>
                  <a:pt x="214" y="3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65" name="Freeform 168">
            <a:extLst>
              <a:ext uri="{FF2B5EF4-FFF2-40B4-BE49-F238E27FC236}">
                <a16:creationId xmlns:a16="http://schemas.microsoft.com/office/drawing/2014/main" id="{C61A03FF-C3A2-4B41-A5D3-F8D7E30F8D15}"/>
              </a:ext>
            </a:extLst>
          </p:cNvPr>
          <p:cNvSpPr>
            <a:spLocks noChangeAspect="1" noEditPoints="1"/>
          </p:cNvSpPr>
          <p:nvPr/>
        </p:nvSpPr>
        <p:spPr bwMode="auto">
          <a:xfrm>
            <a:off x="2508380" y="4337049"/>
            <a:ext cx="400050" cy="400050"/>
          </a:xfrm>
          <a:custGeom>
            <a:avLst/>
            <a:gdLst>
              <a:gd name="T0" fmla="*/ 80 w 256"/>
              <a:gd name="T1" fmla="*/ 128 h 256"/>
              <a:gd name="T2" fmla="*/ 80 w 256"/>
              <a:gd name="T3" fmla="*/ 136 h 256"/>
              <a:gd name="T4" fmla="*/ 136 w 256"/>
              <a:gd name="T5" fmla="*/ 132 h 256"/>
              <a:gd name="T6" fmla="*/ 132 w 256"/>
              <a:gd name="T7" fmla="*/ 144 h 256"/>
              <a:gd name="T8" fmla="*/ 76 w 256"/>
              <a:gd name="T9" fmla="*/ 148 h 256"/>
              <a:gd name="T10" fmla="*/ 132 w 256"/>
              <a:gd name="T11" fmla="*/ 152 h 256"/>
              <a:gd name="T12" fmla="*/ 132 w 256"/>
              <a:gd name="T13" fmla="*/ 144 h 256"/>
              <a:gd name="T14" fmla="*/ 174 w 256"/>
              <a:gd name="T15" fmla="*/ 148 h 256"/>
              <a:gd name="T16" fmla="*/ 174 w 256"/>
              <a:gd name="T17" fmla="*/ 140 h 256"/>
              <a:gd name="T18" fmla="*/ 165 w 256"/>
              <a:gd name="T19" fmla="*/ 150 h 256"/>
              <a:gd name="T20" fmla="*/ 88 w 256"/>
              <a:gd name="T21" fmla="*/ 160 h 256"/>
              <a:gd name="T22" fmla="*/ 88 w 256"/>
              <a:gd name="T23" fmla="*/ 168 h 256"/>
              <a:gd name="T24" fmla="*/ 170 w 256"/>
              <a:gd name="T25" fmla="*/ 156 h 256"/>
              <a:gd name="T26" fmla="*/ 256 w 256"/>
              <a:gd name="T27" fmla="*/ 152 h 256"/>
              <a:gd name="T28" fmla="*/ 252 w 256"/>
              <a:gd name="T29" fmla="*/ 184 h 256"/>
              <a:gd name="T30" fmla="*/ 76 w 256"/>
              <a:gd name="T31" fmla="*/ 188 h 256"/>
              <a:gd name="T32" fmla="*/ 176 w 256"/>
              <a:gd name="T33" fmla="*/ 220 h 256"/>
              <a:gd name="T34" fmla="*/ 188 w 256"/>
              <a:gd name="T35" fmla="*/ 212 h 256"/>
              <a:gd name="T36" fmla="*/ 214 w 256"/>
              <a:gd name="T37" fmla="*/ 212 h 256"/>
              <a:gd name="T38" fmla="*/ 8 w 256"/>
              <a:gd name="T39" fmla="*/ 128 h 256"/>
              <a:gd name="T40" fmla="*/ 248 w 256"/>
              <a:gd name="T41" fmla="*/ 124 h 256"/>
              <a:gd name="T42" fmla="*/ 148 w 256"/>
              <a:gd name="T43" fmla="*/ 112 h 256"/>
              <a:gd name="T44" fmla="*/ 84 w 256"/>
              <a:gd name="T45" fmla="*/ 116 h 256"/>
              <a:gd name="T46" fmla="*/ 148 w 256"/>
              <a:gd name="T47" fmla="*/ 120 h 256"/>
              <a:gd name="T48" fmla="*/ 168 w 256"/>
              <a:gd name="T49" fmla="*/ 132 h 256"/>
              <a:gd name="T50" fmla="*/ 256 w 256"/>
              <a:gd name="T51" fmla="*/ 128 h 256"/>
              <a:gd name="T52" fmla="*/ 0 w 256"/>
              <a:gd name="T53" fmla="*/ 128 h 256"/>
              <a:gd name="T54" fmla="*/ 226 w 256"/>
              <a:gd name="T55" fmla="*/ 211 h 256"/>
              <a:gd name="T56" fmla="*/ 223 w 256"/>
              <a:gd name="T57" fmla="*/ 204 h 256"/>
              <a:gd name="T58" fmla="*/ 195 w 256"/>
              <a:gd name="T59" fmla="*/ 202 h 256"/>
              <a:gd name="T60" fmla="*/ 175 w 256"/>
              <a:gd name="T61" fmla="*/ 212 h 256"/>
              <a:gd name="T62" fmla="*/ 84 w 256"/>
              <a:gd name="T63" fmla="*/ 192 h 256"/>
              <a:gd name="T64" fmla="*/ 256 w 256"/>
              <a:gd name="T65" fmla="*/ 188 h 256"/>
              <a:gd name="T66" fmla="*/ 128 w 256"/>
              <a:gd name="T67" fmla="*/ 46 h 256"/>
              <a:gd name="T68" fmla="*/ 209 w 256"/>
              <a:gd name="T69" fmla="*/ 100 h 256"/>
              <a:gd name="T70" fmla="*/ 128 w 256"/>
              <a:gd name="T71" fmla="*/ 38 h 256"/>
              <a:gd name="T72" fmla="*/ 46 w 256"/>
              <a:gd name="T73" fmla="*/ 166 h 256"/>
              <a:gd name="T74" fmla="*/ 52 w 256"/>
              <a:gd name="T75" fmla="*/ 168 h 256"/>
              <a:gd name="T76" fmla="*/ 46 w 256"/>
              <a:gd name="T77" fmla="*/ 1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6" h="256">
                <a:moveTo>
                  <a:pt x="132" y="128"/>
                </a:moveTo>
                <a:cubicBezTo>
                  <a:pt x="80" y="128"/>
                  <a:pt x="80" y="128"/>
                  <a:pt x="80" y="128"/>
                </a:cubicBezTo>
                <a:cubicBezTo>
                  <a:pt x="78" y="128"/>
                  <a:pt x="76" y="130"/>
                  <a:pt x="76" y="132"/>
                </a:cubicBezTo>
                <a:cubicBezTo>
                  <a:pt x="76" y="134"/>
                  <a:pt x="78" y="136"/>
                  <a:pt x="80" y="136"/>
                </a:cubicBezTo>
                <a:cubicBezTo>
                  <a:pt x="132" y="136"/>
                  <a:pt x="132" y="136"/>
                  <a:pt x="132" y="136"/>
                </a:cubicBezTo>
                <a:cubicBezTo>
                  <a:pt x="134" y="136"/>
                  <a:pt x="136" y="134"/>
                  <a:pt x="136" y="132"/>
                </a:cubicBezTo>
                <a:cubicBezTo>
                  <a:pt x="136" y="130"/>
                  <a:pt x="134" y="128"/>
                  <a:pt x="132" y="128"/>
                </a:cubicBezTo>
                <a:close/>
                <a:moveTo>
                  <a:pt x="132" y="144"/>
                </a:moveTo>
                <a:cubicBezTo>
                  <a:pt x="80" y="144"/>
                  <a:pt x="80" y="144"/>
                  <a:pt x="80" y="144"/>
                </a:cubicBezTo>
                <a:cubicBezTo>
                  <a:pt x="78" y="144"/>
                  <a:pt x="76" y="146"/>
                  <a:pt x="76" y="148"/>
                </a:cubicBezTo>
                <a:cubicBezTo>
                  <a:pt x="76" y="150"/>
                  <a:pt x="78" y="152"/>
                  <a:pt x="80" y="152"/>
                </a:cubicBezTo>
                <a:cubicBezTo>
                  <a:pt x="132" y="152"/>
                  <a:pt x="132" y="152"/>
                  <a:pt x="132" y="152"/>
                </a:cubicBezTo>
                <a:cubicBezTo>
                  <a:pt x="134" y="152"/>
                  <a:pt x="136" y="150"/>
                  <a:pt x="136" y="148"/>
                </a:cubicBezTo>
                <a:cubicBezTo>
                  <a:pt x="136" y="146"/>
                  <a:pt x="134" y="144"/>
                  <a:pt x="132" y="144"/>
                </a:cubicBezTo>
                <a:close/>
                <a:moveTo>
                  <a:pt x="252" y="148"/>
                </a:moveTo>
                <a:cubicBezTo>
                  <a:pt x="174" y="148"/>
                  <a:pt x="174" y="148"/>
                  <a:pt x="174" y="148"/>
                </a:cubicBezTo>
                <a:cubicBezTo>
                  <a:pt x="176" y="146"/>
                  <a:pt x="176" y="146"/>
                  <a:pt x="176" y="146"/>
                </a:cubicBezTo>
                <a:cubicBezTo>
                  <a:pt x="177" y="144"/>
                  <a:pt x="176" y="141"/>
                  <a:pt x="174" y="140"/>
                </a:cubicBezTo>
                <a:cubicBezTo>
                  <a:pt x="172" y="139"/>
                  <a:pt x="169" y="140"/>
                  <a:pt x="168" y="142"/>
                </a:cubicBezTo>
                <a:cubicBezTo>
                  <a:pt x="165" y="150"/>
                  <a:pt x="165" y="150"/>
                  <a:pt x="165" y="150"/>
                </a:cubicBezTo>
                <a:cubicBezTo>
                  <a:pt x="161" y="156"/>
                  <a:pt x="155" y="160"/>
                  <a:pt x="148" y="160"/>
                </a:cubicBezTo>
                <a:cubicBezTo>
                  <a:pt x="88" y="160"/>
                  <a:pt x="88" y="160"/>
                  <a:pt x="88" y="160"/>
                </a:cubicBezTo>
                <a:cubicBezTo>
                  <a:pt x="86" y="160"/>
                  <a:pt x="84" y="162"/>
                  <a:pt x="84" y="164"/>
                </a:cubicBezTo>
                <a:cubicBezTo>
                  <a:pt x="84" y="166"/>
                  <a:pt x="86" y="168"/>
                  <a:pt x="88" y="168"/>
                </a:cubicBezTo>
                <a:cubicBezTo>
                  <a:pt x="148" y="168"/>
                  <a:pt x="148" y="168"/>
                  <a:pt x="148" y="168"/>
                </a:cubicBezTo>
                <a:cubicBezTo>
                  <a:pt x="157" y="168"/>
                  <a:pt x="165" y="164"/>
                  <a:pt x="170" y="156"/>
                </a:cubicBezTo>
                <a:cubicBezTo>
                  <a:pt x="252" y="156"/>
                  <a:pt x="252" y="156"/>
                  <a:pt x="252" y="156"/>
                </a:cubicBezTo>
                <a:cubicBezTo>
                  <a:pt x="254" y="156"/>
                  <a:pt x="256" y="154"/>
                  <a:pt x="256" y="152"/>
                </a:cubicBezTo>
                <a:cubicBezTo>
                  <a:pt x="256" y="150"/>
                  <a:pt x="254" y="148"/>
                  <a:pt x="252" y="148"/>
                </a:cubicBezTo>
                <a:close/>
                <a:moveTo>
                  <a:pt x="252" y="184"/>
                </a:moveTo>
                <a:cubicBezTo>
                  <a:pt x="80" y="184"/>
                  <a:pt x="80" y="184"/>
                  <a:pt x="80" y="184"/>
                </a:cubicBezTo>
                <a:cubicBezTo>
                  <a:pt x="78" y="184"/>
                  <a:pt x="76" y="186"/>
                  <a:pt x="76" y="188"/>
                </a:cubicBezTo>
                <a:cubicBezTo>
                  <a:pt x="76" y="208"/>
                  <a:pt x="94" y="220"/>
                  <a:pt x="124" y="220"/>
                </a:cubicBezTo>
                <a:cubicBezTo>
                  <a:pt x="176" y="220"/>
                  <a:pt x="176" y="220"/>
                  <a:pt x="176" y="220"/>
                </a:cubicBezTo>
                <a:cubicBezTo>
                  <a:pt x="177" y="220"/>
                  <a:pt x="178" y="220"/>
                  <a:pt x="178" y="219"/>
                </a:cubicBezTo>
                <a:cubicBezTo>
                  <a:pt x="188" y="212"/>
                  <a:pt x="188" y="212"/>
                  <a:pt x="188" y="212"/>
                </a:cubicBezTo>
                <a:cubicBezTo>
                  <a:pt x="188" y="212"/>
                  <a:pt x="188" y="212"/>
                  <a:pt x="188" y="212"/>
                </a:cubicBezTo>
                <a:cubicBezTo>
                  <a:pt x="214" y="212"/>
                  <a:pt x="214" y="212"/>
                  <a:pt x="214" y="212"/>
                </a:cubicBezTo>
                <a:cubicBezTo>
                  <a:pt x="191" y="235"/>
                  <a:pt x="160" y="248"/>
                  <a:pt x="128" y="248"/>
                </a:cubicBezTo>
                <a:cubicBezTo>
                  <a:pt x="62" y="248"/>
                  <a:pt x="8" y="194"/>
                  <a:pt x="8" y="128"/>
                </a:cubicBezTo>
                <a:cubicBezTo>
                  <a:pt x="8" y="62"/>
                  <a:pt x="62" y="8"/>
                  <a:pt x="128" y="8"/>
                </a:cubicBezTo>
                <a:cubicBezTo>
                  <a:pt x="193" y="8"/>
                  <a:pt x="246" y="60"/>
                  <a:pt x="248" y="124"/>
                </a:cubicBezTo>
                <a:cubicBezTo>
                  <a:pt x="170" y="124"/>
                  <a:pt x="170" y="124"/>
                  <a:pt x="170" y="124"/>
                </a:cubicBezTo>
                <a:cubicBezTo>
                  <a:pt x="165" y="116"/>
                  <a:pt x="157" y="112"/>
                  <a:pt x="148" y="112"/>
                </a:cubicBezTo>
                <a:cubicBezTo>
                  <a:pt x="88" y="112"/>
                  <a:pt x="88" y="112"/>
                  <a:pt x="88" y="112"/>
                </a:cubicBezTo>
                <a:cubicBezTo>
                  <a:pt x="86" y="112"/>
                  <a:pt x="84" y="114"/>
                  <a:pt x="84" y="116"/>
                </a:cubicBezTo>
                <a:cubicBezTo>
                  <a:pt x="84" y="118"/>
                  <a:pt x="86" y="120"/>
                  <a:pt x="88" y="120"/>
                </a:cubicBezTo>
                <a:cubicBezTo>
                  <a:pt x="148" y="120"/>
                  <a:pt x="148" y="120"/>
                  <a:pt x="148" y="120"/>
                </a:cubicBezTo>
                <a:cubicBezTo>
                  <a:pt x="155" y="120"/>
                  <a:pt x="161" y="124"/>
                  <a:pt x="165" y="130"/>
                </a:cubicBezTo>
                <a:cubicBezTo>
                  <a:pt x="165" y="131"/>
                  <a:pt x="167" y="132"/>
                  <a:pt x="168" y="132"/>
                </a:cubicBezTo>
                <a:cubicBezTo>
                  <a:pt x="252" y="132"/>
                  <a:pt x="252" y="132"/>
                  <a:pt x="252" y="132"/>
                </a:cubicBezTo>
                <a:cubicBezTo>
                  <a:pt x="254" y="132"/>
                  <a:pt x="256" y="130"/>
                  <a:pt x="256" y="128"/>
                </a:cubicBezTo>
                <a:cubicBezTo>
                  <a:pt x="256" y="57"/>
                  <a:pt x="199" y="0"/>
                  <a:pt x="128" y="0"/>
                </a:cubicBezTo>
                <a:cubicBezTo>
                  <a:pt x="57" y="0"/>
                  <a:pt x="0" y="57"/>
                  <a:pt x="0" y="128"/>
                </a:cubicBezTo>
                <a:cubicBezTo>
                  <a:pt x="0" y="199"/>
                  <a:pt x="57" y="256"/>
                  <a:pt x="128" y="256"/>
                </a:cubicBezTo>
                <a:cubicBezTo>
                  <a:pt x="166" y="256"/>
                  <a:pt x="201" y="239"/>
                  <a:pt x="226" y="211"/>
                </a:cubicBezTo>
                <a:cubicBezTo>
                  <a:pt x="227" y="209"/>
                  <a:pt x="227" y="208"/>
                  <a:pt x="226" y="206"/>
                </a:cubicBezTo>
                <a:cubicBezTo>
                  <a:pt x="226" y="205"/>
                  <a:pt x="224" y="204"/>
                  <a:pt x="223" y="204"/>
                </a:cubicBezTo>
                <a:cubicBezTo>
                  <a:pt x="196" y="204"/>
                  <a:pt x="196" y="204"/>
                  <a:pt x="196" y="204"/>
                </a:cubicBezTo>
                <a:cubicBezTo>
                  <a:pt x="196" y="203"/>
                  <a:pt x="196" y="202"/>
                  <a:pt x="195" y="202"/>
                </a:cubicBezTo>
                <a:cubicBezTo>
                  <a:pt x="194" y="200"/>
                  <a:pt x="191" y="199"/>
                  <a:pt x="190" y="201"/>
                </a:cubicBezTo>
                <a:cubicBezTo>
                  <a:pt x="175" y="212"/>
                  <a:pt x="175" y="212"/>
                  <a:pt x="175" y="212"/>
                </a:cubicBezTo>
                <a:cubicBezTo>
                  <a:pt x="124" y="212"/>
                  <a:pt x="124" y="212"/>
                  <a:pt x="124" y="212"/>
                </a:cubicBezTo>
                <a:cubicBezTo>
                  <a:pt x="113" y="212"/>
                  <a:pt x="88" y="210"/>
                  <a:pt x="84" y="192"/>
                </a:cubicBezTo>
                <a:cubicBezTo>
                  <a:pt x="252" y="192"/>
                  <a:pt x="252" y="192"/>
                  <a:pt x="252" y="192"/>
                </a:cubicBezTo>
                <a:cubicBezTo>
                  <a:pt x="254" y="192"/>
                  <a:pt x="256" y="190"/>
                  <a:pt x="256" y="188"/>
                </a:cubicBezTo>
                <a:cubicBezTo>
                  <a:pt x="256" y="186"/>
                  <a:pt x="254" y="184"/>
                  <a:pt x="252" y="184"/>
                </a:cubicBezTo>
                <a:close/>
                <a:moveTo>
                  <a:pt x="128" y="46"/>
                </a:moveTo>
                <a:cubicBezTo>
                  <a:pt x="162" y="46"/>
                  <a:pt x="192" y="66"/>
                  <a:pt x="204" y="97"/>
                </a:cubicBezTo>
                <a:cubicBezTo>
                  <a:pt x="205" y="100"/>
                  <a:pt x="207" y="101"/>
                  <a:pt x="209" y="100"/>
                </a:cubicBezTo>
                <a:cubicBezTo>
                  <a:pt x="211" y="99"/>
                  <a:pt x="212" y="97"/>
                  <a:pt x="212" y="95"/>
                </a:cubicBezTo>
                <a:cubicBezTo>
                  <a:pt x="198" y="60"/>
                  <a:pt x="165" y="38"/>
                  <a:pt x="128" y="38"/>
                </a:cubicBezTo>
                <a:cubicBezTo>
                  <a:pt x="78" y="38"/>
                  <a:pt x="38" y="78"/>
                  <a:pt x="38" y="128"/>
                </a:cubicBezTo>
                <a:cubicBezTo>
                  <a:pt x="38" y="141"/>
                  <a:pt x="41" y="154"/>
                  <a:pt x="46" y="166"/>
                </a:cubicBezTo>
                <a:cubicBezTo>
                  <a:pt x="47" y="167"/>
                  <a:pt x="48" y="168"/>
                  <a:pt x="50" y="168"/>
                </a:cubicBezTo>
                <a:cubicBezTo>
                  <a:pt x="50" y="168"/>
                  <a:pt x="51" y="168"/>
                  <a:pt x="52" y="168"/>
                </a:cubicBezTo>
                <a:cubicBezTo>
                  <a:pt x="54" y="167"/>
                  <a:pt x="54" y="164"/>
                  <a:pt x="54" y="162"/>
                </a:cubicBezTo>
                <a:cubicBezTo>
                  <a:pt x="49" y="152"/>
                  <a:pt x="46" y="140"/>
                  <a:pt x="46" y="128"/>
                </a:cubicBezTo>
                <a:cubicBezTo>
                  <a:pt x="46" y="83"/>
                  <a:pt x="83" y="46"/>
                  <a:pt x="128" y="4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69" name="Freeform 172">
            <a:extLst>
              <a:ext uri="{FF2B5EF4-FFF2-40B4-BE49-F238E27FC236}">
                <a16:creationId xmlns:a16="http://schemas.microsoft.com/office/drawing/2014/main" id="{2D69B2EB-988C-45ED-B167-1DA8C5107BEA}"/>
              </a:ext>
            </a:extLst>
          </p:cNvPr>
          <p:cNvSpPr>
            <a:spLocks noChangeAspect="1" noEditPoints="1"/>
          </p:cNvSpPr>
          <p:nvPr/>
        </p:nvSpPr>
        <p:spPr bwMode="auto">
          <a:xfrm>
            <a:off x="3504601" y="4337049"/>
            <a:ext cx="342900" cy="400050"/>
          </a:xfrm>
          <a:custGeom>
            <a:avLst/>
            <a:gdLst>
              <a:gd name="T0" fmla="*/ 219 w 220"/>
              <a:gd name="T1" fmla="*/ 74 h 256"/>
              <a:gd name="T2" fmla="*/ 172 w 220"/>
              <a:gd name="T3" fmla="*/ 0 h 256"/>
              <a:gd name="T4" fmla="*/ 32 w 220"/>
              <a:gd name="T5" fmla="*/ 35 h 256"/>
              <a:gd name="T6" fmla="*/ 0 w 220"/>
              <a:gd name="T7" fmla="*/ 232 h 256"/>
              <a:gd name="T8" fmla="*/ 220 w 220"/>
              <a:gd name="T9" fmla="*/ 232 h 256"/>
              <a:gd name="T10" fmla="*/ 184 w 220"/>
              <a:gd name="T11" fmla="*/ 42 h 256"/>
              <a:gd name="T12" fmla="*/ 184 w 220"/>
              <a:gd name="T13" fmla="*/ 42 h 256"/>
              <a:gd name="T14" fmla="*/ 172 w 220"/>
              <a:gd name="T15" fmla="*/ 8 h 256"/>
              <a:gd name="T16" fmla="*/ 40 w 220"/>
              <a:gd name="T17" fmla="*/ 32 h 256"/>
              <a:gd name="T18" fmla="*/ 24 w 220"/>
              <a:gd name="T19" fmla="*/ 248 h 256"/>
              <a:gd name="T20" fmla="*/ 148 w 220"/>
              <a:gd name="T21" fmla="*/ 80 h 256"/>
              <a:gd name="T22" fmla="*/ 38 w 220"/>
              <a:gd name="T23" fmla="*/ 40 h 256"/>
              <a:gd name="T24" fmla="*/ 12 w 220"/>
              <a:gd name="T25" fmla="*/ 72 h 256"/>
              <a:gd name="T26" fmla="*/ 156 w 220"/>
              <a:gd name="T27" fmla="*/ 248 h 256"/>
              <a:gd name="T28" fmla="*/ 212 w 220"/>
              <a:gd name="T29" fmla="*/ 232 h 256"/>
              <a:gd name="T30" fmla="*/ 92 w 220"/>
              <a:gd name="T31" fmla="*/ 148 h 256"/>
              <a:gd name="T32" fmla="*/ 16 w 220"/>
              <a:gd name="T33" fmla="*/ 154 h 256"/>
              <a:gd name="T34" fmla="*/ 50 w 220"/>
              <a:gd name="T35" fmla="*/ 192 h 256"/>
              <a:gd name="T36" fmla="*/ 48 w 220"/>
              <a:gd name="T37" fmla="*/ 206 h 256"/>
              <a:gd name="T38" fmla="*/ 76 w 220"/>
              <a:gd name="T39" fmla="*/ 224 h 256"/>
              <a:gd name="T40" fmla="*/ 104 w 220"/>
              <a:gd name="T41" fmla="*/ 206 h 256"/>
              <a:gd name="T42" fmla="*/ 102 w 220"/>
              <a:gd name="T43" fmla="*/ 192 h 256"/>
              <a:gd name="T44" fmla="*/ 136 w 220"/>
              <a:gd name="T45" fmla="*/ 154 h 256"/>
              <a:gd name="T46" fmla="*/ 107 w 220"/>
              <a:gd name="T47" fmla="*/ 128 h 256"/>
              <a:gd name="T48" fmla="*/ 108 w 220"/>
              <a:gd name="T49" fmla="*/ 98 h 256"/>
              <a:gd name="T50" fmla="*/ 57 w 220"/>
              <a:gd name="T51" fmla="*/ 120 h 256"/>
              <a:gd name="T52" fmla="*/ 40 w 220"/>
              <a:gd name="T53" fmla="*/ 101 h 256"/>
              <a:gd name="T54" fmla="*/ 44 w 220"/>
              <a:gd name="T55" fmla="*/ 128 h 256"/>
              <a:gd name="T56" fmla="*/ 96 w 220"/>
              <a:gd name="T57" fmla="*/ 206 h 256"/>
              <a:gd name="T58" fmla="*/ 87 w 220"/>
              <a:gd name="T59" fmla="*/ 214 h 256"/>
              <a:gd name="T60" fmla="*/ 62 w 220"/>
              <a:gd name="T61" fmla="*/ 212 h 256"/>
              <a:gd name="T62" fmla="*/ 76 w 220"/>
              <a:gd name="T63" fmla="*/ 192 h 256"/>
              <a:gd name="T64" fmla="*/ 44 w 220"/>
              <a:gd name="T65" fmla="*/ 136 h 256"/>
              <a:gd name="T66" fmla="*/ 53 w 220"/>
              <a:gd name="T67" fmla="*/ 132 h 256"/>
              <a:gd name="T68" fmla="*/ 76 w 220"/>
              <a:gd name="T69" fmla="*/ 124 h 256"/>
              <a:gd name="T70" fmla="*/ 99 w 220"/>
              <a:gd name="T71" fmla="*/ 132 h 256"/>
              <a:gd name="T72" fmla="*/ 108 w 220"/>
              <a:gd name="T73" fmla="*/ 136 h 256"/>
              <a:gd name="T74" fmla="*/ 110 w 220"/>
              <a:gd name="T75" fmla="*/ 146 h 256"/>
              <a:gd name="T76" fmla="*/ 99 w 220"/>
              <a:gd name="T77" fmla="*/ 180 h 256"/>
              <a:gd name="T78" fmla="*/ 57 w 220"/>
              <a:gd name="T79" fmla="*/ 188 h 256"/>
              <a:gd name="T80" fmla="*/ 44 w 220"/>
              <a:gd name="T81" fmla="*/ 150 h 256"/>
              <a:gd name="T82" fmla="*/ 23 w 220"/>
              <a:gd name="T83" fmla="*/ 148 h 256"/>
              <a:gd name="T84" fmla="*/ 68 w 220"/>
              <a:gd name="T85" fmla="*/ 154 h 256"/>
              <a:gd name="T86" fmla="*/ 60 w 220"/>
              <a:gd name="T87"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0" h="256">
                <a:moveTo>
                  <a:pt x="220" y="75"/>
                </a:moveTo>
                <a:cubicBezTo>
                  <a:pt x="220" y="74"/>
                  <a:pt x="220" y="74"/>
                  <a:pt x="219" y="74"/>
                </a:cubicBezTo>
                <a:cubicBezTo>
                  <a:pt x="219" y="74"/>
                  <a:pt x="219" y="74"/>
                  <a:pt x="219" y="74"/>
                </a:cubicBezTo>
                <a:cubicBezTo>
                  <a:pt x="188" y="35"/>
                  <a:pt x="188" y="35"/>
                  <a:pt x="188" y="35"/>
                </a:cubicBezTo>
                <a:cubicBezTo>
                  <a:pt x="188" y="16"/>
                  <a:pt x="188" y="16"/>
                  <a:pt x="188" y="16"/>
                </a:cubicBezTo>
                <a:cubicBezTo>
                  <a:pt x="188" y="7"/>
                  <a:pt x="181" y="0"/>
                  <a:pt x="172" y="0"/>
                </a:cubicBezTo>
                <a:cubicBezTo>
                  <a:pt x="48" y="0"/>
                  <a:pt x="48" y="0"/>
                  <a:pt x="48" y="0"/>
                </a:cubicBezTo>
                <a:cubicBezTo>
                  <a:pt x="39" y="0"/>
                  <a:pt x="32" y="7"/>
                  <a:pt x="32" y="16"/>
                </a:cubicBezTo>
                <a:cubicBezTo>
                  <a:pt x="32" y="35"/>
                  <a:pt x="32" y="35"/>
                  <a:pt x="32" y="35"/>
                </a:cubicBezTo>
                <a:cubicBezTo>
                  <a:pt x="1" y="74"/>
                  <a:pt x="1" y="74"/>
                  <a:pt x="1" y="74"/>
                </a:cubicBezTo>
                <a:cubicBezTo>
                  <a:pt x="0" y="74"/>
                  <a:pt x="0" y="75"/>
                  <a:pt x="0" y="76"/>
                </a:cubicBezTo>
                <a:cubicBezTo>
                  <a:pt x="0" y="232"/>
                  <a:pt x="0" y="232"/>
                  <a:pt x="0" y="232"/>
                </a:cubicBezTo>
                <a:cubicBezTo>
                  <a:pt x="0" y="245"/>
                  <a:pt x="11" y="256"/>
                  <a:pt x="24" y="256"/>
                </a:cubicBezTo>
                <a:cubicBezTo>
                  <a:pt x="196" y="256"/>
                  <a:pt x="196" y="256"/>
                  <a:pt x="196" y="256"/>
                </a:cubicBezTo>
                <a:cubicBezTo>
                  <a:pt x="209" y="256"/>
                  <a:pt x="220" y="245"/>
                  <a:pt x="220" y="232"/>
                </a:cubicBezTo>
                <a:cubicBezTo>
                  <a:pt x="220" y="76"/>
                  <a:pt x="220" y="76"/>
                  <a:pt x="220" y="76"/>
                </a:cubicBezTo>
                <a:cubicBezTo>
                  <a:pt x="220" y="75"/>
                  <a:pt x="220" y="75"/>
                  <a:pt x="220" y="75"/>
                </a:cubicBezTo>
                <a:close/>
                <a:moveTo>
                  <a:pt x="184" y="42"/>
                </a:moveTo>
                <a:cubicBezTo>
                  <a:pt x="208" y="72"/>
                  <a:pt x="208" y="72"/>
                  <a:pt x="208" y="72"/>
                </a:cubicBezTo>
                <a:cubicBezTo>
                  <a:pt x="160" y="72"/>
                  <a:pt x="160" y="72"/>
                  <a:pt x="160" y="72"/>
                </a:cubicBezTo>
                <a:lnTo>
                  <a:pt x="184" y="42"/>
                </a:lnTo>
                <a:close/>
                <a:moveTo>
                  <a:pt x="40" y="16"/>
                </a:moveTo>
                <a:cubicBezTo>
                  <a:pt x="40" y="12"/>
                  <a:pt x="44" y="8"/>
                  <a:pt x="48" y="8"/>
                </a:cubicBezTo>
                <a:cubicBezTo>
                  <a:pt x="172" y="8"/>
                  <a:pt x="172" y="8"/>
                  <a:pt x="172" y="8"/>
                </a:cubicBezTo>
                <a:cubicBezTo>
                  <a:pt x="176" y="8"/>
                  <a:pt x="180" y="12"/>
                  <a:pt x="180" y="16"/>
                </a:cubicBezTo>
                <a:cubicBezTo>
                  <a:pt x="180" y="32"/>
                  <a:pt x="180" y="32"/>
                  <a:pt x="180" y="32"/>
                </a:cubicBezTo>
                <a:cubicBezTo>
                  <a:pt x="40" y="32"/>
                  <a:pt x="40" y="32"/>
                  <a:pt x="40" y="32"/>
                </a:cubicBezTo>
                <a:lnTo>
                  <a:pt x="40" y="16"/>
                </a:lnTo>
                <a:close/>
                <a:moveTo>
                  <a:pt x="148" y="248"/>
                </a:moveTo>
                <a:cubicBezTo>
                  <a:pt x="24" y="248"/>
                  <a:pt x="24" y="248"/>
                  <a:pt x="24" y="248"/>
                </a:cubicBezTo>
                <a:cubicBezTo>
                  <a:pt x="15" y="248"/>
                  <a:pt x="8" y="241"/>
                  <a:pt x="8" y="232"/>
                </a:cubicBezTo>
                <a:cubicBezTo>
                  <a:pt x="8" y="80"/>
                  <a:pt x="8" y="80"/>
                  <a:pt x="8" y="80"/>
                </a:cubicBezTo>
                <a:cubicBezTo>
                  <a:pt x="148" y="80"/>
                  <a:pt x="148" y="80"/>
                  <a:pt x="148" y="80"/>
                </a:cubicBezTo>
                <a:lnTo>
                  <a:pt x="148" y="248"/>
                </a:lnTo>
                <a:close/>
                <a:moveTo>
                  <a:pt x="12" y="72"/>
                </a:moveTo>
                <a:cubicBezTo>
                  <a:pt x="38" y="40"/>
                  <a:pt x="38" y="40"/>
                  <a:pt x="38" y="40"/>
                </a:cubicBezTo>
                <a:cubicBezTo>
                  <a:pt x="176" y="40"/>
                  <a:pt x="176" y="40"/>
                  <a:pt x="176" y="40"/>
                </a:cubicBezTo>
                <a:cubicBezTo>
                  <a:pt x="150" y="72"/>
                  <a:pt x="150" y="72"/>
                  <a:pt x="150" y="72"/>
                </a:cubicBezTo>
                <a:lnTo>
                  <a:pt x="12" y="72"/>
                </a:lnTo>
                <a:close/>
                <a:moveTo>
                  <a:pt x="212" y="232"/>
                </a:moveTo>
                <a:cubicBezTo>
                  <a:pt x="212" y="241"/>
                  <a:pt x="205" y="248"/>
                  <a:pt x="196" y="248"/>
                </a:cubicBezTo>
                <a:cubicBezTo>
                  <a:pt x="156" y="248"/>
                  <a:pt x="156" y="248"/>
                  <a:pt x="156" y="248"/>
                </a:cubicBezTo>
                <a:cubicBezTo>
                  <a:pt x="156" y="80"/>
                  <a:pt x="156" y="80"/>
                  <a:pt x="156" y="80"/>
                </a:cubicBezTo>
                <a:cubicBezTo>
                  <a:pt x="212" y="80"/>
                  <a:pt x="212" y="80"/>
                  <a:pt x="212" y="80"/>
                </a:cubicBezTo>
                <a:lnTo>
                  <a:pt x="212" y="232"/>
                </a:lnTo>
                <a:close/>
                <a:moveTo>
                  <a:pt x="92" y="160"/>
                </a:moveTo>
                <a:cubicBezTo>
                  <a:pt x="97" y="160"/>
                  <a:pt x="100" y="157"/>
                  <a:pt x="100" y="154"/>
                </a:cubicBezTo>
                <a:cubicBezTo>
                  <a:pt x="100" y="151"/>
                  <a:pt x="97" y="148"/>
                  <a:pt x="92" y="148"/>
                </a:cubicBezTo>
                <a:cubicBezTo>
                  <a:pt x="87" y="148"/>
                  <a:pt x="84" y="151"/>
                  <a:pt x="84" y="154"/>
                </a:cubicBezTo>
                <a:cubicBezTo>
                  <a:pt x="84" y="157"/>
                  <a:pt x="87" y="160"/>
                  <a:pt x="92" y="160"/>
                </a:cubicBezTo>
                <a:close/>
                <a:moveTo>
                  <a:pt x="16" y="154"/>
                </a:moveTo>
                <a:cubicBezTo>
                  <a:pt x="23" y="156"/>
                  <a:pt x="30" y="157"/>
                  <a:pt x="36" y="155"/>
                </a:cubicBezTo>
                <a:cubicBezTo>
                  <a:pt x="37" y="165"/>
                  <a:pt x="41" y="176"/>
                  <a:pt x="47" y="185"/>
                </a:cubicBezTo>
                <a:cubicBezTo>
                  <a:pt x="51" y="191"/>
                  <a:pt x="50" y="192"/>
                  <a:pt x="50" y="192"/>
                </a:cubicBezTo>
                <a:cubicBezTo>
                  <a:pt x="49" y="193"/>
                  <a:pt x="49" y="194"/>
                  <a:pt x="48" y="194"/>
                </a:cubicBezTo>
                <a:cubicBezTo>
                  <a:pt x="48" y="195"/>
                  <a:pt x="48" y="196"/>
                  <a:pt x="48" y="199"/>
                </a:cubicBezTo>
                <a:cubicBezTo>
                  <a:pt x="48" y="206"/>
                  <a:pt x="48" y="206"/>
                  <a:pt x="48" y="206"/>
                </a:cubicBezTo>
                <a:cubicBezTo>
                  <a:pt x="48" y="213"/>
                  <a:pt x="53" y="218"/>
                  <a:pt x="59" y="220"/>
                </a:cubicBezTo>
                <a:cubicBezTo>
                  <a:pt x="59" y="220"/>
                  <a:pt x="60" y="220"/>
                  <a:pt x="60" y="220"/>
                </a:cubicBezTo>
                <a:cubicBezTo>
                  <a:pt x="65" y="223"/>
                  <a:pt x="70" y="224"/>
                  <a:pt x="76" y="224"/>
                </a:cubicBezTo>
                <a:cubicBezTo>
                  <a:pt x="82" y="224"/>
                  <a:pt x="87" y="223"/>
                  <a:pt x="92" y="220"/>
                </a:cubicBezTo>
                <a:cubicBezTo>
                  <a:pt x="92" y="220"/>
                  <a:pt x="93" y="220"/>
                  <a:pt x="93" y="220"/>
                </a:cubicBezTo>
                <a:cubicBezTo>
                  <a:pt x="99" y="218"/>
                  <a:pt x="104" y="213"/>
                  <a:pt x="104" y="206"/>
                </a:cubicBezTo>
                <a:cubicBezTo>
                  <a:pt x="104" y="199"/>
                  <a:pt x="104" y="199"/>
                  <a:pt x="104" y="199"/>
                </a:cubicBezTo>
                <a:cubicBezTo>
                  <a:pt x="104" y="196"/>
                  <a:pt x="104" y="195"/>
                  <a:pt x="104" y="194"/>
                </a:cubicBezTo>
                <a:cubicBezTo>
                  <a:pt x="103" y="194"/>
                  <a:pt x="103" y="193"/>
                  <a:pt x="102" y="192"/>
                </a:cubicBezTo>
                <a:cubicBezTo>
                  <a:pt x="102" y="192"/>
                  <a:pt x="101" y="191"/>
                  <a:pt x="105" y="185"/>
                </a:cubicBezTo>
                <a:cubicBezTo>
                  <a:pt x="111" y="176"/>
                  <a:pt x="115" y="165"/>
                  <a:pt x="116" y="155"/>
                </a:cubicBezTo>
                <a:cubicBezTo>
                  <a:pt x="122" y="157"/>
                  <a:pt x="129" y="156"/>
                  <a:pt x="136" y="154"/>
                </a:cubicBezTo>
                <a:cubicBezTo>
                  <a:pt x="138" y="153"/>
                  <a:pt x="139" y="151"/>
                  <a:pt x="138" y="149"/>
                </a:cubicBezTo>
                <a:cubicBezTo>
                  <a:pt x="133" y="136"/>
                  <a:pt x="121" y="128"/>
                  <a:pt x="108" y="128"/>
                </a:cubicBezTo>
                <a:cubicBezTo>
                  <a:pt x="108" y="128"/>
                  <a:pt x="107" y="128"/>
                  <a:pt x="107" y="128"/>
                </a:cubicBezTo>
                <a:cubicBezTo>
                  <a:pt x="110" y="122"/>
                  <a:pt x="112" y="115"/>
                  <a:pt x="112" y="108"/>
                </a:cubicBezTo>
                <a:cubicBezTo>
                  <a:pt x="112" y="106"/>
                  <a:pt x="112" y="104"/>
                  <a:pt x="112" y="101"/>
                </a:cubicBezTo>
                <a:cubicBezTo>
                  <a:pt x="111" y="99"/>
                  <a:pt x="110" y="98"/>
                  <a:pt x="108" y="98"/>
                </a:cubicBezTo>
                <a:cubicBezTo>
                  <a:pt x="106" y="98"/>
                  <a:pt x="104" y="99"/>
                  <a:pt x="104" y="101"/>
                </a:cubicBezTo>
                <a:cubicBezTo>
                  <a:pt x="103" y="108"/>
                  <a:pt x="100" y="115"/>
                  <a:pt x="95" y="120"/>
                </a:cubicBezTo>
                <a:cubicBezTo>
                  <a:pt x="84" y="115"/>
                  <a:pt x="68" y="115"/>
                  <a:pt x="57" y="120"/>
                </a:cubicBezTo>
                <a:cubicBezTo>
                  <a:pt x="52" y="115"/>
                  <a:pt x="49" y="108"/>
                  <a:pt x="48" y="101"/>
                </a:cubicBezTo>
                <a:cubicBezTo>
                  <a:pt x="48" y="99"/>
                  <a:pt x="46" y="98"/>
                  <a:pt x="44" y="98"/>
                </a:cubicBezTo>
                <a:cubicBezTo>
                  <a:pt x="42" y="98"/>
                  <a:pt x="41" y="99"/>
                  <a:pt x="40" y="101"/>
                </a:cubicBezTo>
                <a:cubicBezTo>
                  <a:pt x="40" y="104"/>
                  <a:pt x="40" y="106"/>
                  <a:pt x="40" y="108"/>
                </a:cubicBezTo>
                <a:cubicBezTo>
                  <a:pt x="40" y="115"/>
                  <a:pt x="42" y="122"/>
                  <a:pt x="45" y="128"/>
                </a:cubicBezTo>
                <a:cubicBezTo>
                  <a:pt x="45" y="128"/>
                  <a:pt x="44" y="128"/>
                  <a:pt x="44" y="128"/>
                </a:cubicBezTo>
                <a:cubicBezTo>
                  <a:pt x="31" y="128"/>
                  <a:pt x="19" y="136"/>
                  <a:pt x="14" y="149"/>
                </a:cubicBezTo>
                <a:cubicBezTo>
                  <a:pt x="13" y="151"/>
                  <a:pt x="14" y="153"/>
                  <a:pt x="16" y="154"/>
                </a:cubicBezTo>
                <a:close/>
                <a:moveTo>
                  <a:pt x="96" y="206"/>
                </a:moveTo>
                <a:cubicBezTo>
                  <a:pt x="96" y="209"/>
                  <a:pt x="93" y="212"/>
                  <a:pt x="90" y="212"/>
                </a:cubicBezTo>
                <a:cubicBezTo>
                  <a:pt x="89" y="212"/>
                  <a:pt x="87" y="213"/>
                  <a:pt x="87" y="214"/>
                </a:cubicBezTo>
                <a:cubicBezTo>
                  <a:pt x="87" y="214"/>
                  <a:pt x="87" y="214"/>
                  <a:pt x="87" y="214"/>
                </a:cubicBezTo>
                <a:cubicBezTo>
                  <a:pt x="80" y="217"/>
                  <a:pt x="72" y="217"/>
                  <a:pt x="65" y="214"/>
                </a:cubicBezTo>
                <a:cubicBezTo>
                  <a:pt x="65" y="214"/>
                  <a:pt x="65" y="214"/>
                  <a:pt x="65" y="214"/>
                </a:cubicBezTo>
                <a:cubicBezTo>
                  <a:pt x="65" y="213"/>
                  <a:pt x="63" y="212"/>
                  <a:pt x="62" y="212"/>
                </a:cubicBezTo>
                <a:cubicBezTo>
                  <a:pt x="59" y="212"/>
                  <a:pt x="56" y="209"/>
                  <a:pt x="56" y="206"/>
                </a:cubicBezTo>
                <a:cubicBezTo>
                  <a:pt x="56" y="199"/>
                  <a:pt x="56" y="199"/>
                  <a:pt x="56" y="199"/>
                </a:cubicBezTo>
                <a:cubicBezTo>
                  <a:pt x="56" y="196"/>
                  <a:pt x="66" y="192"/>
                  <a:pt x="76" y="192"/>
                </a:cubicBezTo>
                <a:cubicBezTo>
                  <a:pt x="86" y="192"/>
                  <a:pt x="96" y="196"/>
                  <a:pt x="96" y="199"/>
                </a:cubicBezTo>
                <a:lnTo>
                  <a:pt x="96" y="206"/>
                </a:lnTo>
                <a:close/>
                <a:moveTo>
                  <a:pt x="44" y="136"/>
                </a:moveTo>
                <a:cubicBezTo>
                  <a:pt x="45" y="136"/>
                  <a:pt x="46" y="136"/>
                  <a:pt x="46" y="136"/>
                </a:cubicBezTo>
                <a:cubicBezTo>
                  <a:pt x="48" y="136"/>
                  <a:pt x="49" y="136"/>
                  <a:pt x="50" y="135"/>
                </a:cubicBezTo>
                <a:cubicBezTo>
                  <a:pt x="51" y="134"/>
                  <a:pt x="52" y="133"/>
                  <a:pt x="53" y="132"/>
                </a:cubicBezTo>
                <a:cubicBezTo>
                  <a:pt x="54" y="131"/>
                  <a:pt x="54" y="129"/>
                  <a:pt x="54" y="128"/>
                </a:cubicBezTo>
                <a:cubicBezTo>
                  <a:pt x="55" y="129"/>
                  <a:pt x="57" y="129"/>
                  <a:pt x="58" y="128"/>
                </a:cubicBezTo>
                <a:cubicBezTo>
                  <a:pt x="63" y="125"/>
                  <a:pt x="69" y="124"/>
                  <a:pt x="76" y="124"/>
                </a:cubicBezTo>
                <a:cubicBezTo>
                  <a:pt x="83" y="124"/>
                  <a:pt x="89" y="125"/>
                  <a:pt x="94" y="128"/>
                </a:cubicBezTo>
                <a:cubicBezTo>
                  <a:pt x="95" y="129"/>
                  <a:pt x="97" y="129"/>
                  <a:pt x="98" y="128"/>
                </a:cubicBezTo>
                <a:cubicBezTo>
                  <a:pt x="98" y="129"/>
                  <a:pt x="98" y="131"/>
                  <a:pt x="99" y="132"/>
                </a:cubicBezTo>
                <a:cubicBezTo>
                  <a:pt x="100" y="133"/>
                  <a:pt x="101" y="134"/>
                  <a:pt x="102" y="135"/>
                </a:cubicBezTo>
                <a:cubicBezTo>
                  <a:pt x="103" y="136"/>
                  <a:pt x="104" y="136"/>
                  <a:pt x="106" y="136"/>
                </a:cubicBezTo>
                <a:cubicBezTo>
                  <a:pt x="106" y="136"/>
                  <a:pt x="107" y="136"/>
                  <a:pt x="108" y="136"/>
                </a:cubicBezTo>
                <a:cubicBezTo>
                  <a:pt x="116" y="136"/>
                  <a:pt x="124" y="141"/>
                  <a:pt x="129" y="148"/>
                </a:cubicBezTo>
                <a:cubicBezTo>
                  <a:pt x="124" y="149"/>
                  <a:pt x="118" y="148"/>
                  <a:pt x="114" y="146"/>
                </a:cubicBezTo>
                <a:cubicBezTo>
                  <a:pt x="112" y="145"/>
                  <a:pt x="111" y="145"/>
                  <a:pt x="110" y="146"/>
                </a:cubicBezTo>
                <a:cubicBezTo>
                  <a:pt x="108" y="147"/>
                  <a:pt x="108" y="148"/>
                  <a:pt x="108" y="150"/>
                </a:cubicBezTo>
                <a:cubicBezTo>
                  <a:pt x="108" y="150"/>
                  <a:pt x="108" y="151"/>
                  <a:pt x="108" y="152"/>
                </a:cubicBezTo>
                <a:cubicBezTo>
                  <a:pt x="108" y="161"/>
                  <a:pt x="105" y="171"/>
                  <a:pt x="99" y="180"/>
                </a:cubicBezTo>
                <a:cubicBezTo>
                  <a:pt x="97" y="183"/>
                  <a:pt x="95" y="186"/>
                  <a:pt x="95" y="188"/>
                </a:cubicBezTo>
                <a:cubicBezTo>
                  <a:pt x="89" y="185"/>
                  <a:pt x="82" y="184"/>
                  <a:pt x="76" y="184"/>
                </a:cubicBezTo>
                <a:cubicBezTo>
                  <a:pt x="70" y="184"/>
                  <a:pt x="63" y="185"/>
                  <a:pt x="57" y="188"/>
                </a:cubicBezTo>
                <a:cubicBezTo>
                  <a:pt x="57" y="186"/>
                  <a:pt x="55" y="183"/>
                  <a:pt x="53" y="180"/>
                </a:cubicBezTo>
                <a:cubicBezTo>
                  <a:pt x="47" y="171"/>
                  <a:pt x="44" y="161"/>
                  <a:pt x="44" y="152"/>
                </a:cubicBezTo>
                <a:cubicBezTo>
                  <a:pt x="44" y="151"/>
                  <a:pt x="44" y="150"/>
                  <a:pt x="44" y="150"/>
                </a:cubicBezTo>
                <a:cubicBezTo>
                  <a:pt x="44" y="148"/>
                  <a:pt x="44" y="147"/>
                  <a:pt x="42" y="146"/>
                </a:cubicBezTo>
                <a:cubicBezTo>
                  <a:pt x="41" y="145"/>
                  <a:pt x="40" y="145"/>
                  <a:pt x="38" y="146"/>
                </a:cubicBezTo>
                <a:cubicBezTo>
                  <a:pt x="34" y="148"/>
                  <a:pt x="28" y="149"/>
                  <a:pt x="23" y="148"/>
                </a:cubicBezTo>
                <a:cubicBezTo>
                  <a:pt x="28" y="141"/>
                  <a:pt x="36" y="136"/>
                  <a:pt x="44" y="136"/>
                </a:cubicBezTo>
                <a:close/>
                <a:moveTo>
                  <a:pt x="60" y="160"/>
                </a:moveTo>
                <a:cubicBezTo>
                  <a:pt x="65" y="160"/>
                  <a:pt x="68" y="157"/>
                  <a:pt x="68" y="154"/>
                </a:cubicBezTo>
                <a:cubicBezTo>
                  <a:pt x="68" y="151"/>
                  <a:pt x="65" y="148"/>
                  <a:pt x="60" y="148"/>
                </a:cubicBezTo>
                <a:cubicBezTo>
                  <a:pt x="55" y="148"/>
                  <a:pt x="52" y="151"/>
                  <a:pt x="52" y="154"/>
                </a:cubicBezTo>
                <a:cubicBezTo>
                  <a:pt x="52" y="157"/>
                  <a:pt x="55" y="160"/>
                  <a:pt x="60" y="16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72" name="Freeform 176">
            <a:extLst>
              <a:ext uri="{FF2B5EF4-FFF2-40B4-BE49-F238E27FC236}">
                <a16:creationId xmlns:a16="http://schemas.microsoft.com/office/drawing/2014/main" id="{0DBAE4FF-7C07-4768-999F-17C2208C5DDE}"/>
              </a:ext>
            </a:extLst>
          </p:cNvPr>
          <p:cNvSpPr>
            <a:spLocks noChangeAspect="1" noEditPoints="1"/>
          </p:cNvSpPr>
          <p:nvPr/>
        </p:nvSpPr>
        <p:spPr bwMode="auto">
          <a:xfrm>
            <a:off x="4462722" y="4337049"/>
            <a:ext cx="361950" cy="400050"/>
          </a:xfrm>
          <a:custGeom>
            <a:avLst/>
            <a:gdLst>
              <a:gd name="T0" fmla="*/ 0 w 232"/>
              <a:gd name="T1" fmla="*/ 24 h 256"/>
              <a:gd name="T2" fmla="*/ 4 w 232"/>
              <a:gd name="T3" fmla="*/ 222 h 256"/>
              <a:gd name="T4" fmla="*/ 228 w 232"/>
              <a:gd name="T5" fmla="*/ 32 h 256"/>
              <a:gd name="T6" fmla="*/ 220 w 232"/>
              <a:gd name="T7" fmla="*/ 222 h 256"/>
              <a:gd name="T8" fmla="*/ 12 w 232"/>
              <a:gd name="T9" fmla="*/ 36 h 256"/>
              <a:gd name="T10" fmla="*/ 116 w 232"/>
              <a:gd name="T11" fmla="*/ 48 h 256"/>
              <a:gd name="T12" fmla="*/ 134 w 232"/>
              <a:gd name="T13" fmla="*/ 48 h 256"/>
              <a:gd name="T14" fmla="*/ 95 w 232"/>
              <a:gd name="T15" fmla="*/ 33 h 256"/>
              <a:gd name="T16" fmla="*/ 137 w 232"/>
              <a:gd name="T17" fmla="*/ 33 h 256"/>
              <a:gd name="T18" fmla="*/ 101 w 232"/>
              <a:gd name="T19" fmla="*/ 40 h 256"/>
              <a:gd name="T20" fmla="*/ 149 w 232"/>
              <a:gd name="T21" fmla="*/ 33 h 256"/>
              <a:gd name="T22" fmla="*/ 133 w 232"/>
              <a:gd name="T23" fmla="*/ 25 h 256"/>
              <a:gd name="T24" fmla="*/ 82 w 232"/>
              <a:gd name="T25" fmla="*/ 29 h 256"/>
              <a:gd name="T26" fmla="*/ 8 w 232"/>
              <a:gd name="T27" fmla="*/ 24 h 256"/>
              <a:gd name="T28" fmla="*/ 142 w 232"/>
              <a:gd name="T29" fmla="*/ 39 h 256"/>
              <a:gd name="T30" fmla="*/ 70 w 232"/>
              <a:gd name="T31" fmla="*/ 14 h 256"/>
              <a:gd name="T32" fmla="*/ 51 w 232"/>
              <a:gd name="T33" fmla="*/ 19 h 256"/>
              <a:gd name="T34" fmla="*/ 56 w 232"/>
              <a:gd name="T35" fmla="*/ 31 h 256"/>
              <a:gd name="T36" fmla="*/ 67 w 232"/>
              <a:gd name="T37" fmla="*/ 29 h 256"/>
              <a:gd name="T38" fmla="*/ 64 w 232"/>
              <a:gd name="T39" fmla="*/ 23 h 256"/>
              <a:gd name="T40" fmla="*/ 91 w 232"/>
              <a:gd name="T41" fmla="*/ 21 h 256"/>
              <a:gd name="T42" fmla="*/ 181 w 232"/>
              <a:gd name="T43" fmla="*/ 19 h 256"/>
              <a:gd name="T44" fmla="*/ 162 w 232"/>
              <a:gd name="T45" fmla="*/ 14 h 256"/>
              <a:gd name="T46" fmla="*/ 137 w 232"/>
              <a:gd name="T47" fmla="*/ 16 h 256"/>
              <a:gd name="T48" fmla="*/ 161 w 232"/>
              <a:gd name="T49" fmla="*/ 22 h 256"/>
              <a:gd name="T50" fmla="*/ 168 w 232"/>
              <a:gd name="T51" fmla="*/ 25 h 256"/>
              <a:gd name="T52" fmla="*/ 170 w 232"/>
              <a:gd name="T53" fmla="*/ 32 h 256"/>
              <a:gd name="T54" fmla="*/ 184 w 232"/>
              <a:gd name="T55" fmla="*/ 24 h 256"/>
              <a:gd name="T56" fmla="*/ 42 w 232"/>
              <a:gd name="T57" fmla="*/ 129 h 256"/>
              <a:gd name="T58" fmla="*/ 98 w 232"/>
              <a:gd name="T59" fmla="*/ 225 h 256"/>
              <a:gd name="T60" fmla="*/ 191 w 232"/>
              <a:gd name="T61" fmla="*/ 172 h 256"/>
              <a:gd name="T62" fmla="*/ 95 w 232"/>
              <a:gd name="T63" fmla="*/ 76 h 256"/>
              <a:gd name="T64" fmla="*/ 153 w 232"/>
              <a:gd name="T65" fmla="*/ 199 h 256"/>
              <a:gd name="T66" fmla="*/ 95 w 232"/>
              <a:gd name="T67" fmla="*/ 169 h 256"/>
              <a:gd name="T68" fmla="*/ 78 w 232"/>
              <a:gd name="T69" fmla="*/ 175 h 256"/>
              <a:gd name="T70" fmla="*/ 75 w 232"/>
              <a:gd name="T71" fmla="*/ 167 h 256"/>
              <a:gd name="T72" fmla="*/ 99 w 232"/>
              <a:gd name="T73" fmla="*/ 122 h 256"/>
              <a:gd name="T74" fmla="*/ 121 w 232"/>
              <a:gd name="T75" fmla="*/ 115 h 256"/>
              <a:gd name="T76" fmla="*/ 132 w 232"/>
              <a:gd name="T77" fmla="*/ 118 h 256"/>
              <a:gd name="T78" fmla="*/ 124 w 232"/>
              <a:gd name="T79" fmla="*/ 132 h 256"/>
              <a:gd name="T80" fmla="*/ 171 w 232"/>
              <a:gd name="T81" fmla="*/ 124 h 256"/>
              <a:gd name="T82" fmla="*/ 142 w 232"/>
              <a:gd name="T83" fmla="*/ 112 h 256"/>
              <a:gd name="T84" fmla="*/ 134 w 232"/>
              <a:gd name="T85" fmla="*/ 101 h 256"/>
              <a:gd name="T86" fmla="*/ 120 w 232"/>
              <a:gd name="T87" fmla="*/ 104 h 256"/>
              <a:gd name="T88" fmla="*/ 80 w 232"/>
              <a:gd name="T89" fmla="*/ 136 h 256"/>
              <a:gd name="T90" fmla="*/ 70 w 232"/>
              <a:gd name="T91" fmla="*/ 180 h 256"/>
              <a:gd name="T92" fmla="*/ 119 w 232"/>
              <a:gd name="T93" fmla="*/ 176 h 256"/>
              <a:gd name="T94" fmla="*/ 104 w 232"/>
              <a:gd name="T95" fmla="*/ 219 h 256"/>
              <a:gd name="T96" fmla="*/ 48 w 232"/>
              <a:gd name="T97" fmla="*/ 135 h 256"/>
              <a:gd name="T98" fmla="*/ 129 w 232"/>
              <a:gd name="T99" fmla="*/ 82 h 256"/>
              <a:gd name="T100" fmla="*/ 104 w 232"/>
              <a:gd name="T101" fmla="*/ 140 h 256"/>
              <a:gd name="T102" fmla="*/ 100 w 232"/>
              <a:gd name="T103" fmla="*/ 148 h 256"/>
              <a:gd name="T104" fmla="*/ 108 w 232"/>
              <a:gd name="T105" fmla="*/ 1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2" h="256">
                <a:moveTo>
                  <a:pt x="232" y="24"/>
                </a:moveTo>
                <a:cubicBezTo>
                  <a:pt x="232" y="0"/>
                  <a:pt x="121" y="0"/>
                  <a:pt x="116" y="0"/>
                </a:cubicBezTo>
                <a:cubicBezTo>
                  <a:pt x="111" y="0"/>
                  <a:pt x="0" y="0"/>
                  <a:pt x="0" y="24"/>
                </a:cubicBezTo>
                <a:cubicBezTo>
                  <a:pt x="0" y="27"/>
                  <a:pt x="2" y="29"/>
                  <a:pt x="4" y="31"/>
                </a:cubicBezTo>
                <a:cubicBezTo>
                  <a:pt x="4" y="32"/>
                  <a:pt x="4" y="32"/>
                  <a:pt x="4" y="32"/>
                </a:cubicBezTo>
                <a:cubicBezTo>
                  <a:pt x="4" y="222"/>
                  <a:pt x="4" y="222"/>
                  <a:pt x="4" y="222"/>
                </a:cubicBezTo>
                <a:cubicBezTo>
                  <a:pt x="4" y="244"/>
                  <a:pt x="62" y="256"/>
                  <a:pt x="116" y="256"/>
                </a:cubicBezTo>
                <a:cubicBezTo>
                  <a:pt x="170" y="256"/>
                  <a:pt x="228" y="244"/>
                  <a:pt x="228" y="222"/>
                </a:cubicBezTo>
                <a:cubicBezTo>
                  <a:pt x="228" y="32"/>
                  <a:pt x="228" y="32"/>
                  <a:pt x="228" y="32"/>
                </a:cubicBezTo>
                <a:cubicBezTo>
                  <a:pt x="228" y="32"/>
                  <a:pt x="228" y="32"/>
                  <a:pt x="228" y="31"/>
                </a:cubicBezTo>
                <a:cubicBezTo>
                  <a:pt x="230" y="29"/>
                  <a:pt x="232" y="27"/>
                  <a:pt x="232" y="24"/>
                </a:cubicBezTo>
                <a:close/>
                <a:moveTo>
                  <a:pt x="220" y="222"/>
                </a:moveTo>
                <a:cubicBezTo>
                  <a:pt x="220" y="233"/>
                  <a:pt x="180" y="248"/>
                  <a:pt x="116" y="248"/>
                </a:cubicBezTo>
                <a:cubicBezTo>
                  <a:pt x="52" y="248"/>
                  <a:pt x="12" y="233"/>
                  <a:pt x="12" y="222"/>
                </a:cubicBezTo>
                <a:cubicBezTo>
                  <a:pt x="12" y="36"/>
                  <a:pt x="12" y="36"/>
                  <a:pt x="12" y="36"/>
                </a:cubicBezTo>
                <a:cubicBezTo>
                  <a:pt x="33" y="44"/>
                  <a:pt x="75" y="47"/>
                  <a:pt x="98" y="48"/>
                </a:cubicBezTo>
                <a:cubicBezTo>
                  <a:pt x="99" y="48"/>
                  <a:pt x="100" y="48"/>
                  <a:pt x="101" y="48"/>
                </a:cubicBezTo>
                <a:cubicBezTo>
                  <a:pt x="109" y="48"/>
                  <a:pt x="115" y="48"/>
                  <a:pt x="116" y="48"/>
                </a:cubicBezTo>
                <a:cubicBezTo>
                  <a:pt x="117" y="48"/>
                  <a:pt x="123" y="48"/>
                  <a:pt x="131" y="48"/>
                </a:cubicBezTo>
                <a:cubicBezTo>
                  <a:pt x="131" y="48"/>
                  <a:pt x="132" y="48"/>
                  <a:pt x="132" y="48"/>
                </a:cubicBezTo>
                <a:cubicBezTo>
                  <a:pt x="133" y="48"/>
                  <a:pt x="133" y="48"/>
                  <a:pt x="134" y="48"/>
                </a:cubicBezTo>
                <a:cubicBezTo>
                  <a:pt x="157" y="47"/>
                  <a:pt x="199" y="44"/>
                  <a:pt x="220" y="36"/>
                </a:cubicBezTo>
                <a:lnTo>
                  <a:pt x="220" y="222"/>
                </a:lnTo>
                <a:close/>
                <a:moveTo>
                  <a:pt x="95" y="33"/>
                </a:moveTo>
                <a:cubicBezTo>
                  <a:pt x="96" y="33"/>
                  <a:pt x="98" y="33"/>
                  <a:pt x="100" y="33"/>
                </a:cubicBezTo>
                <a:cubicBezTo>
                  <a:pt x="110" y="32"/>
                  <a:pt x="122" y="32"/>
                  <a:pt x="132" y="33"/>
                </a:cubicBezTo>
                <a:cubicBezTo>
                  <a:pt x="134" y="33"/>
                  <a:pt x="136" y="33"/>
                  <a:pt x="137" y="33"/>
                </a:cubicBezTo>
                <a:cubicBezTo>
                  <a:pt x="131" y="40"/>
                  <a:pt x="131" y="40"/>
                  <a:pt x="131" y="40"/>
                </a:cubicBezTo>
                <a:cubicBezTo>
                  <a:pt x="126" y="40"/>
                  <a:pt x="121" y="40"/>
                  <a:pt x="116" y="40"/>
                </a:cubicBezTo>
                <a:cubicBezTo>
                  <a:pt x="111" y="40"/>
                  <a:pt x="106" y="40"/>
                  <a:pt x="101" y="40"/>
                </a:cubicBezTo>
                <a:lnTo>
                  <a:pt x="95" y="33"/>
                </a:lnTo>
                <a:close/>
                <a:moveTo>
                  <a:pt x="142" y="39"/>
                </a:moveTo>
                <a:cubicBezTo>
                  <a:pt x="149" y="33"/>
                  <a:pt x="149" y="33"/>
                  <a:pt x="149" y="33"/>
                </a:cubicBezTo>
                <a:cubicBezTo>
                  <a:pt x="150" y="32"/>
                  <a:pt x="150" y="31"/>
                  <a:pt x="150" y="29"/>
                </a:cubicBezTo>
                <a:cubicBezTo>
                  <a:pt x="149" y="28"/>
                  <a:pt x="148" y="27"/>
                  <a:pt x="146" y="26"/>
                </a:cubicBezTo>
                <a:cubicBezTo>
                  <a:pt x="142" y="26"/>
                  <a:pt x="138" y="25"/>
                  <a:pt x="133" y="25"/>
                </a:cubicBezTo>
                <a:cubicBezTo>
                  <a:pt x="122" y="24"/>
                  <a:pt x="110" y="24"/>
                  <a:pt x="99" y="25"/>
                </a:cubicBezTo>
                <a:cubicBezTo>
                  <a:pt x="94" y="25"/>
                  <a:pt x="90" y="26"/>
                  <a:pt x="86" y="26"/>
                </a:cubicBezTo>
                <a:cubicBezTo>
                  <a:pt x="84" y="27"/>
                  <a:pt x="83" y="28"/>
                  <a:pt x="82" y="29"/>
                </a:cubicBezTo>
                <a:cubicBezTo>
                  <a:pt x="82" y="31"/>
                  <a:pt x="82" y="32"/>
                  <a:pt x="83" y="33"/>
                </a:cubicBezTo>
                <a:cubicBezTo>
                  <a:pt x="90" y="39"/>
                  <a:pt x="90" y="39"/>
                  <a:pt x="90" y="39"/>
                </a:cubicBezTo>
                <a:cubicBezTo>
                  <a:pt x="38" y="37"/>
                  <a:pt x="9" y="29"/>
                  <a:pt x="8" y="24"/>
                </a:cubicBezTo>
                <a:cubicBezTo>
                  <a:pt x="10" y="18"/>
                  <a:pt x="48" y="8"/>
                  <a:pt x="116" y="8"/>
                </a:cubicBezTo>
                <a:cubicBezTo>
                  <a:pt x="184" y="8"/>
                  <a:pt x="222" y="18"/>
                  <a:pt x="224" y="24"/>
                </a:cubicBezTo>
                <a:cubicBezTo>
                  <a:pt x="222" y="29"/>
                  <a:pt x="194" y="37"/>
                  <a:pt x="142" y="39"/>
                </a:cubicBezTo>
                <a:close/>
                <a:moveTo>
                  <a:pt x="91" y="13"/>
                </a:moveTo>
                <a:cubicBezTo>
                  <a:pt x="87" y="13"/>
                  <a:pt x="83" y="13"/>
                  <a:pt x="80" y="13"/>
                </a:cubicBezTo>
                <a:cubicBezTo>
                  <a:pt x="76" y="14"/>
                  <a:pt x="73" y="14"/>
                  <a:pt x="70" y="14"/>
                </a:cubicBezTo>
                <a:cubicBezTo>
                  <a:pt x="67" y="15"/>
                  <a:pt x="65" y="15"/>
                  <a:pt x="62" y="16"/>
                </a:cubicBezTo>
                <a:cubicBezTo>
                  <a:pt x="60" y="16"/>
                  <a:pt x="58" y="17"/>
                  <a:pt x="56" y="17"/>
                </a:cubicBezTo>
                <a:cubicBezTo>
                  <a:pt x="54" y="18"/>
                  <a:pt x="52" y="18"/>
                  <a:pt x="51" y="19"/>
                </a:cubicBezTo>
                <a:cubicBezTo>
                  <a:pt x="49" y="21"/>
                  <a:pt x="48" y="23"/>
                  <a:pt x="48" y="24"/>
                </a:cubicBezTo>
                <a:cubicBezTo>
                  <a:pt x="48" y="25"/>
                  <a:pt x="49" y="27"/>
                  <a:pt x="51" y="29"/>
                </a:cubicBezTo>
                <a:cubicBezTo>
                  <a:pt x="52" y="30"/>
                  <a:pt x="54" y="30"/>
                  <a:pt x="56" y="31"/>
                </a:cubicBezTo>
                <a:cubicBezTo>
                  <a:pt x="58" y="31"/>
                  <a:pt x="60" y="32"/>
                  <a:pt x="62" y="32"/>
                </a:cubicBezTo>
                <a:cubicBezTo>
                  <a:pt x="62" y="32"/>
                  <a:pt x="63" y="32"/>
                  <a:pt x="63" y="32"/>
                </a:cubicBezTo>
                <a:cubicBezTo>
                  <a:pt x="65" y="32"/>
                  <a:pt x="67" y="31"/>
                  <a:pt x="67" y="29"/>
                </a:cubicBezTo>
                <a:cubicBezTo>
                  <a:pt x="67" y="27"/>
                  <a:pt x="66" y="25"/>
                  <a:pt x="64" y="25"/>
                </a:cubicBezTo>
                <a:cubicBezTo>
                  <a:pt x="63" y="24"/>
                  <a:pt x="62" y="24"/>
                  <a:pt x="61" y="24"/>
                </a:cubicBezTo>
                <a:cubicBezTo>
                  <a:pt x="62" y="24"/>
                  <a:pt x="63" y="24"/>
                  <a:pt x="64" y="23"/>
                </a:cubicBezTo>
                <a:cubicBezTo>
                  <a:pt x="66" y="23"/>
                  <a:pt x="68" y="23"/>
                  <a:pt x="71" y="22"/>
                </a:cubicBezTo>
                <a:cubicBezTo>
                  <a:pt x="74" y="22"/>
                  <a:pt x="77" y="22"/>
                  <a:pt x="81" y="21"/>
                </a:cubicBezTo>
                <a:cubicBezTo>
                  <a:pt x="84" y="21"/>
                  <a:pt x="88" y="21"/>
                  <a:pt x="91" y="21"/>
                </a:cubicBezTo>
                <a:cubicBezTo>
                  <a:pt x="94" y="21"/>
                  <a:pt x="95" y="19"/>
                  <a:pt x="95" y="16"/>
                </a:cubicBezTo>
                <a:cubicBezTo>
                  <a:pt x="95" y="14"/>
                  <a:pt x="93" y="12"/>
                  <a:pt x="91" y="13"/>
                </a:cubicBezTo>
                <a:close/>
                <a:moveTo>
                  <a:pt x="181" y="19"/>
                </a:moveTo>
                <a:cubicBezTo>
                  <a:pt x="180" y="18"/>
                  <a:pt x="178" y="18"/>
                  <a:pt x="176" y="17"/>
                </a:cubicBezTo>
                <a:cubicBezTo>
                  <a:pt x="174" y="17"/>
                  <a:pt x="172" y="16"/>
                  <a:pt x="170" y="16"/>
                </a:cubicBezTo>
                <a:cubicBezTo>
                  <a:pt x="167" y="15"/>
                  <a:pt x="165" y="15"/>
                  <a:pt x="162" y="14"/>
                </a:cubicBezTo>
                <a:cubicBezTo>
                  <a:pt x="159" y="14"/>
                  <a:pt x="156" y="14"/>
                  <a:pt x="152" y="13"/>
                </a:cubicBezTo>
                <a:cubicBezTo>
                  <a:pt x="149" y="13"/>
                  <a:pt x="145" y="13"/>
                  <a:pt x="141" y="13"/>
                </a:cubicBezTo>
                <a:cubicBezTo>
                  <a:pt x="139" y="12"/>
                  <a:pt x="137" y="14"/>
                  <a:pt x="137" y="16"/>
                </a:cubicBezTo>
                <a:cubicBezTo>
                  <a:pt x="137" y="19"/>
                  <a:pt x="138" y="21"/>
                  <a:pt x="141" y="21"/>
                </a:cubicBezTo>
                <a:cubicBezTo>
                  <a:pt x="144" y="21"/>
                  <a:pt x="148" y="21"/>
                  <a:pt x="151" y="21"/>
                </a:cubicBezTo>
                <a:cubicBezTo>
                  <a:pt x="155" y="22"/>
                  <a:pt x="158" y="22"/>
                  <a:pt x="161" y="22"/>
                </a:cubicBezTo>
                <a:cubicBezTo>
                  <a:pt x="164" y="23"/>
                  <a:pt x="166" y="23"/>
                  <a:pt x="168" y="23"/>
                </a:cubicBezTo>
                <a:cubicBezTo>
                  <a:pt x="169" y="24"/>
                  <a:pt x="170" y="24"/>
                  <a:pt x="171" y="24"/>
                </a:cubicBezTo>
                <a:cubicBezTo>
                  <a:pt x="170" y="24"/>
                  <a:pt x="169" y="24"/>
                  <a:pt x="168" y="25"/>
                </a:cubicBezTo>
                <a:cubicBezTo>
                  <a:pt x="166" y="25"/>
                  <a:pt x="165" y="27"/>
                  <a:pt x="165" y="29"/>
                </a:cubicBezTo>
                <a:cubicBezTo>
                  <a:pt x="165" y="31"/>
                  <a:pt x="167" y="32"/>
                  <a:pt x="169" y="32"/>
                </a:cubicBezTo>
                <a:cubicBezTo>
                  <a:pt x="169" y="32"/>
                  <a:pt x="170" y="32"/>
                  <a:pt x="170" y="32"/>
                </a:cubicBezTo>
                <a:cubicBezTo>
                  <a:pt x="172" y="32"/>
                  <a:pt x="174" y="31"/>
                  <a:pt x="176" y="31"/>
                </a:cubicBezTo>
                <a:cubicBezTo>
                  <a:pt x="178" y="30"/>
                  <a:pt x="180" y="30"/>
                  <a:pt x="181" y="29"/>
                </a:cubicBezTo>
                <a:cubicBezTo>
                  <a:pt x="183" y="27"/>
                  <a:pt x="184" y="25"/>
                  <a:pt x="184" y="24"/>
                </a:cubicBezTo>
                <a:cubicBezTo>
                  <a:pt x="184" y="23"/>
                  <a:pt x="183" y="21"/>
                  <a:pt x="181" y="19"/>
                </a:cubicBezTo>
                <a:close/>
                <a:moveTo>
                  <a:pt x="95" y="76"/>
                </a:moveTo>
                <a:cubicBezTo>
                  <a:pt x="42" y="129"/>
                  <a:pt x="42" y="129"/>
                  <a:pt x="42" y="129"/>
                </a:cubicBezTo>
                <a:cubicBezTo>
                  <a:pt x="37" y="135"/>
                  <a:pt x="34" y="142"/>
                  <a:pt x="34" y="149"/>
                </a:cubicBezTo>
                <a:cubicBezTo>
                  <a:pt x="34" y="157"/>
                  <a:pt x="37" y="164"/>
                  <a:pt x="42" y="169"/>
                </a:cubicBezTo>
                <a:cubicBezTo>
                  <a:pt x="98" y="225"/>
                  <a:pt x="98" y="225"/>
                  <a:pt x="98" y="225"/>
                </a:cubicBezTo>
                <a:cubicBezTo>
                  <a:pt x="104" y="230"/>
                  <a:pt x="111" y="233"/>
                  <a:pt x="118" y="233"/>
                </a:cubicBezTo>
                <a:cubicBezTo>
                  <a:pt x="125" y="233"/>
                  <a:pt x="132" y="230"/>
                  <a:pt x="138" y="225"/>
                </a:cubicBezTo>
                <a:cubicBezTo>
                  <a:pt x="191" y="172"/>
                  <a:pt x="191" y="172"/>
                  <a:pt x="191" y="172"/>
                </a:cubicBezTo>
                <a:cubicBezTo>
                  <a:pt x="202" y="161"/>
                  <a:pt x="202" y="143"/>
                  <a:pt x="191" y="132"/>
                </a:cubicBezTo>
                <a:cubicBezTo>
                  <a:pt x="135" y="76"/>
                  <a:pt x="135" y="76"/>
                  <a:pt x="135" y="76"/>
                </a:cubicBezTo>
                <a:cubicBezTo>
                  <a:pt x="124" y="66"/>
                  <a:pt x="106" y="66"/>
                  <a:pt x="95" y="76"/>
                </a:cubicBezTo>
                <a:close/>
                <a:moveTo>
                  <a:pt x="185" y="138"/>
                </a:moveTo>
                <a:cubicBezTo>
                  <a:pt x="193" y="146"/>
                  <a:pt x="193" y="158"/>
                  <a:pt x="185" y="166"/>
                </a:cubicBezTo>
                <a:cubicBezTo>
                  <a:pt x="153" y="199"/>
                  <a:pt x="153" y="199"/>
                  <a:pt x="153" y="199"/>
                </a:cubicBezTo>
                <a:cubicBezTo>
                  <a:pt x="126" y="168"/>
                  <a:pt x="122" y="168"/>
                  <a:pt x="120" y="168"/>
                </a:cubicBezTo>
                <a:cubicBezTo>
                  <a:pt x="116" y="168"/>
                  <a:pt x="104" y="171"/>
                  <a:pt x="95" y="174"/>
                </a:cubicBezTo>
                <a:cubicBezTo>
                  <a:pt x="96" y="173"/>
                  <a:pt x="96" y="171"/>
                  <a:pt x="95" y="169"/>
                </a:cubicBezTo>
                <a:cubicBezTo>
                  <a:pt x="93" y="168"/>
                  <a:pt x="91" y="168"/>
                  <a:pt x="89" y="169"/>
                </a:cubicBezTo>
                <a:cubicBezTo>
                  <a:pt x="82" y="177"/>
                  <a:pt x="82" y="177"/>
                  <a:pt x="82" y="177"/>
                </a:cubicBezTo>
                <a:cubicBezTo>
                  <a:pt x="81" y="176"/>
                  <a:pt x="79" y="175"/>
                  <a:pt x="78" y="175"/>
                </a:cubicBezTo>
                <a:cubicBezTo>
                  <a:pt x="77" y="174"/>
                  <a:pt x="75" y="173"/>
                  <a:pt x="74" y="172"/>
                </a:cubicBezTo>
                <a:cubicBezTo>
                  <a:pt x="73" y="172"/>
                  <a:pt x="73" y="171"/>
                  <a:pt x="73" y="171"/>
                </a:cubicBezTo>
                <a:cubicBezTo>
                  <a:pt x="72" y="170"/>
                  <a:pt x="73" y="169"/>
                  <a:pt x="75" y="167"/>
                </a:cubicBezTo>
                <a:cubicBezTo>
                  <a:pt x="80" y="162"/>
                  <a:pt x="88" y="145"/>
                  <a:pt x="88" y="136"/>
                </a:cubicBezTo>
                <a:cubicBezTo>
                  <a:pt x="88" y="132"/>
                  <a:pt x="95" y="126"/>
                  <a:pt x="98" y="123"/>
                </a:cubicBezTo>
                <a:cubicBezTo>
                  <a:pt x="99" y="123"/>
                  <a:pt x="99" y="123"/>
                  <a:pt x="99" y="122"/>
                </a:cubicBezTo>
                <a:cubicBezTo>
                  <a:pt x="102" y="118"/>
                  <a:pt x="107" y="113"/>
                  <a:pt x="108" y="112"/>
                </a:cubicBezTo>
                <a:cubicBezTo>
                  <a:pt x="118" y="112"/>
                  <a:pt x="118" y="112"/>
                  <a:pt x="118" y="112"/>
                </a:cubicBezTo>
                <a:cubicBezTo>
                  <a:pt x="121" y="115"/>
                  <a:pt x="121" y="115"/>
                  <a:pt x="121" y="115"/>
                </a:cubicBezTo>
                <a:cubicBezTo>
                  <a:pt x="123" y="116"/>
                  <a:pt x="125" y="116"/>
                  <a:pt x="126" y="115"/>
                </a:cubicBezTo>
                <a:cubicBezTo>
                  <a:pt x="134" y="110"/>
                  <a:pt x="134" y="110"/>
                  <a:pt x="134" y="110"/>
                </a:cubicBezTo>
                <a:cubicBezTo>
                  <a:pt x="134" y="113"/>
                  <a:pt x="134" y="115"/>
                  <a:pt x="132" y="118"/>
                </a:cubicBezTo>
                <a:cubicBezTo>
                  <a:pt x="130" y="124"/>
                  <a:pt x="124" y="124"/>
                  <a:pt x="124" y="124"/>
                </a:cubicBezTo>
                <a:cubicBezTo>
                  <a:pt x="122" y="124"/>
                  <a:pt x="120" y="126"/>
                  <a:pt x="120" y="128"/>
                </a:cubicBezTo>
                <a:cubicBezTo>
                  <a:pt x="120" y="130"/>
                  <a:pt x="122" y="132"/>
                  <a:pt x="124" y="132"/>
                </a:cubicBezTo>
                <a:cubicBezTo>
                  <a:pt x="124" y="132"/>
                  <a:pt x="135" y="132"/>
                  <a:pt x="140" y="122"/>
                </a:cubicBezTo>
                <a:cubicBezTo>
                  <a:pt x="140" y="121"/>
                  <a:pt x="140" y="121"/>
                  <a:pt x="140" y="120"/>
                </a:cubicBezTo>
                <a:cubicBezTo>
                  <a:pt x="171" y="124"/>
                  <a:pt x="171" y="124"/>
                  <a:pt x="171" y="124"/>
                </a:cubicBezTo>
                <a:lnTo>
                  <a:pt x="185" y="138"/>
                </a:lnTo>
                <a:close/>
                <a:moveTo>
                  <a:pt x="162" y="115"/>
                </a:moveTo>
                <a:cubicBezTo>
                  <a:pt x="142" y="112"/>
                  <a:pt x="142" y="112"/>
                  <a:pt x="142" y="112"/>
                </a:cubicBezTo>
                <a:cubicBezTo>
                  <a:pt x="142" y="107"/>
                  <a:pt x="140" y="102"/>
                  <a:pt x="140" y="102"/>
                </a:cubicBezTo>
                <a:cubicBezTo>
                  <a:pt x="139" y="101"/>
                  <a:pt x="138" y="100"/>
                  <a:pt x="137" y="100"/>
                </a:cubicBezTo>
                <a:cubicBezTo>
                  <a:pt x="136" y="100"/>
                  <a:pt x="135" y="100"/>
                  <a:pt x="134" y="101"/>
                </a:cubicBezTo>
                <a:cubicBezTo>
                  <a:pt x="125" y="107"/>
                  <a:pt x="125" y="107"/>
                  <a:pt x="125" y="107"/>
                </a:cubicBezTo>
                <a:cubicBezTo>
                  <a:pt x="123" y="105"/>
                  <a:pt x="123" y="105"/>
                  <a:pt x="123" y="105"/>
                </a:cubicBezTo>
                <a:cubicBezTo>
                  <a:pt x="122" y="104"/>
                  <a:pt x="121" y="104"/>
                  <a:pt x="120" y="104"/>
                </a:cubicBezTo>
                <a:cubicBezTo>
                  <a:pt x="108" y="104"/>
                  <a:pt x="108" y="104"/>
                  <a:pt x="108" y="104"/>
                </a:cubicBezTo>
                <a:cubicBezTo>
                  <a:pt x="103" y="104"/>
                  <a:pt x="97" y="111"/>
                  <a:pt x="93" y="117"/>
                </a:cubicBezTo>
                <a:cubicBezTo>
                  <a:pt x="90" y="119"/>
                  <a:pt x="80" y="127"/>
                  <a:pt x="80" y="136"/>
                </a:cubicBezTo>
                <a:cubicBezTo>
                  <a:pt x="80" y="143"/>
                  <a:pt x="72" y="158"/>
                  <a:pt x="69" y="161"/>
                </a:cubicBezTo>
                <a:cubicBezTo>
                  <a:pt x="66" y="165"/>
                  <a:pt x="64" y="169"/>
                  <a:pt x="65" y="172"/>
                </a:cubicBezTo>
                <a:cubicBezTo>
                  <a:pt x="65" y="176"/>
                  <a:pt x="67" y="178"/>
                  <a:pt x="70" y="180"/>
                </a:cubicBezTo>
                <a:cubicBezTo>
                  <a:pt x="72" y="180"/>
                  <a:pt x="73" y="181"/>
                  <a:pt x="74" y="182"/>
                </a:cubicBezTo>
                <a:cubicBezTo>
                  <a:pt x="80" y="185"/>
                  <a:pt x="85" y="188"/>
                  <a:pt x="94" y="184"/>
                </a:cubicBezTo>
                <a:cubicBezTo>
                  <a:pt x="101" y="180"/>
                  <a:pt x="115" y="176"/>
                  <a:pt x="119" y="176"/>
                </a:cubicBezTo>
                <a:cubicBezTo>
                  <a:pt x="123" y="178"/>
                  <a:pt x="136" y="192"/>
                  <a:pt x="147" y="204"/>
                </a:cubicBezTo>
                <a:cubicBezTo>
                  <a:pt x="132" y="219"/>
                  <a:pt x="132" y="219"/>
                  <a:pt x="132" y="219"/>
                </a:cubicBezTo>
                <a:cubicBezTo>
                  <a:pt x="124" y="227"/>
                  <a:pt x="112" y="227"/>
                  <a:pt x="104" y="219"/>
                </a:cubicBezTo>
                <a:cubicBezTo>
                  <a:pt x="48" y="163"/>
                  <a:pt x="48" y="163"/>
                  <a:pt x="48" y="163"/>
                </a:cubicBezTo>
                <a:cubicBezTo>
                  <a:pt x="44" y="160"/>
                  <a:pt x="42" y="155"/>
                  <a:pt x="42" y="149"/>
                </a:cubicBezTo>
                <a:cubicBezTo>
                  <a:pt x="42" y="144"/>
                  <a:pt x="44" y="139"/>
                  <a:pt x="48" y="135"/>
                </a:cubicBezTo>
                <a:cubicBezTo>
                  <a:pt x="101" y="82"/>
                  <a:pt x="101" y="82"/>
                  <a:pt x="101" y="82"/>
                </a:cubicBezTo>
                <a:cubicBezTo>
                  <a:pt x="105" y="78"/>
                  <a:pt x="110" y="76"/>
                  <a:pt x="115" y="76"/>
                </a:cubicBezTo>
                <a:cubicBezTo>
                  <a:pt x="120" y="76"/>
                  <a:pt x="125" y="78"/>
                  <a:pt x="129" y="82"/>
                </a:cubicBezTo>
                <a:lnTo>
                  <a:pt x="162" y="115"/>
                </a:lnTo>
                <a:close/>
                <a:moveTo>
                  <a:pt x="108" y="136"/>
                </a:moveTo>
                <a:cubicBezTo>
                  <a:pt x="106" y="136"/>
                  <a:pt x="104" y="138"/>
                  <a:pt x="104" y="140"/>
                </a:cubicBezTo>
                <a:cubicBezTo>
                  <a:pt x="100" y="140"/>
                  <a:pt x="100" y="140"/>
                  <a:pt x="100" y="140"/>
                </a:cubicBezTo>
                <a:cubicBezTo>
                  <a:pt x="98" y="140"/>
                  <a:pt x="96" y="142"/>
                  <a:pt x="96" y="144"/>
                </a:cubicBezTo>
                <a:cubicBezTo>
                  <a:pt x="96" y="146"/>
                  <a:pt x="98" y="148"/>
                  <a:pt x="100" y="148"/>
                </a:cubicBezTo>
                <a:cubicBezTo>
                  <a:pt x="104" y="148"/>
                  <a:pt x="104" y="148"/>
                  <a:pt x="104" y="148"/>
                </a:cubicBezTo>
                <a:cubicBezTo>
                  <a:pt x="109" y="148"/>
                  <a:pt x="112" y="144"/>
                  <a:pt x="112" y="140"/>
                </a:cubicBezTo>
                <a:cubicBezTo>
                  <a:pt x="112" y="138"/>
                  <a:pt x="110" y="136"/>
                  <a:pt x="108" y="13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76" name="Freeform 180">
            <a:extLst>
              <a:ext uri="{FF2B5EF4-FFF2-40B4-BE49-F238E27FC236}">
                <a16:creationId xmlns:a16="http://schemas.microsoft.com/office/drawing/2014/main" id="{88C146EA-DF69-4CBA-9026-6003F038D5C3}"/>
              </a:ext>
            </a:extLst>
          </p:cNvPr>
          <p:cNvSpPr>
            <a:spLocks noChangeAspect="1" noEditPoints="1"/>
          </p:cNvSpPr>
          <p:nvPr/>
        </p:nvSpPr>
        <p:spPr bwMode="auto">
          <a:xfrm>
            <a:off x="5416874" y="4337049"/>
            <a:ext cx="388938" cy="400050"/>
          </a:xfrm>
          <a:custGeom>
            <a:avLst/>
            <a:gdLst>
              <a:gd name="T0" fmla="*/ 240 w 249"/>
              <a:gd name="T1" fmla="*/ 69 h 256"/>
              <a:gd name="T2" fmla="*/ 229 w 249"/>
              <a:gd name="T3" fmla="*/ 46 h 256"/>
              <a:gd name="T4" fmla="*/ 192 w 249"/>
              <a:gd name="T5" fmla="*/ 49 h 256"/>
              <a:gd name="T6" fmla="*/ 185 w 249"/>
              <a:gd name="T7" fmla="*/ 46 h 256"/>
              <a:gd name="T8" fmla="*/ 162 w 249"/>
              <a:gd name="T9" fmla="*/ 17 h 256"/>
              <a:gd name="T10" fmla="*/ 138 w 249"/>
              <a:gd name="T11" fmla="*/ 24 h 256"/>
              <a:gd name="T12" fmla="*/ 125 w 249"/>
              <a:gd name="T13" fmla="*/ 102 h 256"/>
              <a:gd name="T14" fmla="*/ 111 w 249"/>
              <a:gd name="T15" fmla="*/ 65 h 256"/>
              <a:gd name="T16" fmla="*/ 101 w 249"/>
              <a:gd name="T17" fmla="*/ 109 h 256"/>
              <a:gd name="T18" fmla="*/ 117 w 249"/>
              <a:gd name="T19" fmla="*/ 203 h 256"/>
              <a:gd name="T20" fmla="*/ 100 w 249"/>
              <a:gd name="T21" fmla="*/ 256 h 256"/>
              <a:gd name="T22" fmla="*/ 141 w 249"/>
              <a:gd name="T23" fmla="*/ 209 h 256"/>
              <a:gd name="T24" fmla="*/ 204 w 249"/>
              <a:gd name="T25" fmla="*/ 153 h 256"/>
              <a:gd name="T26" fmla="*/ 229 w 249"/>
              <a:gd name="T27" fmla="*/ 116 h 256"/>
              <a:gd name="T28" fmla="*/ 192 w 249"/>
              <a:gd name="T29" fmla="*/ 131 h 256"/>
              <a:gd name="T30" fmla="*/ 189 w 249"/>
              <a:gd name="T31" fmla="*/ 86 h 256"/>
              <a:gd name="T32" fmla="*/ 159 w 249"/>
              <a:gd name="T33" fmla="*/ 76 h 256"/>
              <a:gd name="T34" fmla="*/ 98 w 249"/>
              <a:gd name="T35" fmla="*/ 146 h 256"/>
              <a:gd name="T36" fmla="*/ 126 w 249"/>
              <a:gd name="T37" fmla="*/ 183 h 256"/>
              <a:gd name="T38" fmla="*/ 167 w 249"/>
              <a:gd name="T39" fmla="*/ 172 h 256"/>
              <a:gd name="T40" fmla="*/ 136 w 249"/>
              <a:gd name="T41" fmla="*/ 169 h 256"/>
              <a:gd name="T42" fmla="*/ 131 w 249"/>
              <a:gd name="T43" fmla="*/ 113 h 256"/>
              <a:gd name="T44" fmla="*/ 144 w 249"/>
              <a:gd name="T45" fmla="*/ 151 h 256"/>
              <a:gd name="T46" fmla="*/ 194 w 249"/>
              <a:gd name="T47" fmla="*/ 144 h 256"/>
              <a:gd name="T48" fmla="*/ 136 w 249"/>
              <a:gd name="T49" fmla="*/ 107 h 256"/>
              <a:gd name="T50" fmla="*/ 157 w 249"/>
              <a:gd name="T51" fmla="*/ 109 h 256"/>
              <a:gd name="T52" fmla="*/ 179 w 249"/>
              <a:gd name="T53" fmla="*/ 98 h 256"/>
              <a:gd name="T54" fmla="*/ 82 w 249"/>
              <a:gd name="T55" fmla="*/ 188 h 256"/>
              <a:gd name="T56" fmla="*/ 60 w 249"/>
              <a:gd name="T57" fmla="*/ 178 h 256"/>
              <a:gd name="T58" fmla="*/ 79 w 249"/>
              <a:gd name="T59" fmla="*/ 152 h 256"/>
              <a:gd name="T60" fmla="*/ 21 w 249"/>
              <a:gd name="T61" fmla="*/ 116 h 256"/>
              <a:gd name="T62" fmla="*/ 68 w 249"/>
              <a:gd name="T63" fmla="*/ 138 h 256"/>
              <a:gd name="T64" fmla="*/ 64 w 249"/>
              <a:gd name="T65" fmla="*/ 122 h 256"/>
              <a:gd name="T66" fmla="*/ 60 w 249"/>
              <a:gd name="T67" fmla="*/ 98 h 256"/>
              <a:gd name="T68" fmla="*/ 96 w 249"/>
              <a:gd name="T69" fmla="*/ 72 h 256"/>
              <a:gd name="T70" fmla="*/ 89 w 249"/>
              <a:gd name="T71" fmla="*/ 64 h 256"/>
              <a:gd name="T72" fmla="*/ 86 w 249"/>
              <a:gd name="T73" fmla="*/ 53 h 256"/>
              <a:gd name="T74" fmla="*/ 60 w 249"/>
              <a:gd name="T75" fmla="*/ 4 h 256"/>
              <a:gd name="T76" fmla="*/ 32 w 249"/>
              <a:gd name="T77" fmla="*/ 8 h 256"/>
              <a:gd name="T78" fmla="*/ 17 w 249"/>
              <a:gd name="T79" fmla="*/ 69 h 256"/>
              <a:gd name="T80" fmla="*/ 13 w 249"/>
              <a:gd name="T81" fmla="*/ 76 h 256"/>
              <a:gd name="T82" fmla="*/ 4 w 249"/>
              <a:gd name="T83" fmla="*/ 72 h 256"/>
              <a:gd name="T84" fmla="*/ 27 w 249"/>
              <a:gd name="T85" fmla="*/ 145 h 256"/>
              <a:gd name="T86" fmla="*/ 4 w 249"/>
              <a:gd name="T87" fmla="*/ 116 h 256"/>
              <a:gd name="T88" fmla="*/ 60 w 249"/>
              <a:gd name="T89" fmla="*/ 200 h 256"/>
              <a:gd name="T90" fmla="*/ 68 w 249"/>
              <a:gd name="T91" fmla="*/ 200 h 256"/>
              <a:gd name="T92" fmla="*/ 82 w 249"/>
              <a:gd name="T93" fmla="*/ 188 h 256"/>
              <a:gd name="T94" fmla="*/ 64 w 249"/>
              <a:gd name="T95" fmla="*/ 8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9" h="256">
                <a:moveTo>
                  <a:pt x="217" y="111"/>
                </a:moveTo>
                <a:cubicBezTo>
                  <a:pt x="233" y="105"/>
                  <a:pt x="246" y="75"/>
                  <a:pt x="248" y="72"/>
                </a:cubicBezTo>
                <a:cubicBezTo>
                  <a:pt x="249" y="70"/>
                  <a:pt x="248" y="67"/>
                  <a:pt x="246" y="67"/>
                </a:cubicBezTo>
                <a:cubicBezTo>
                  <a:pt x="244" y="66"/>
                  <a:pt x="241" y="67"/>
                  <a:pt x="240" y="69"/>
                </a:cubicBezTo>
                <a:cubicBezTo>
                  <a:pt x="237" y="77"/>
                  <a:pt x="226" y="97"/>
                  <a:pt x="216" y="102"/>
                </a:cubicBezTo>
                <a:cubicBezTo>
                  <a:pt x="212" y="98"/>
                  <a:pt x="208" y="94"/>
                  <a:pt x="202" y="91"/>
                </a:cubicBezTo>
                <a:cubicBezTo>
                  <a:pt x="201" y="91"/>
                  <a:pt x="199" y="90"/>
                  <a:pt x="198" y="90"/>
                </a:cubicBezTo>
                <a:cubicBezTo>
                  <a:pt x="213" y="82"/>
                  <a:pt x="227" y="50"/>
                  <a:pt x="229" y="46"/>
                </a:cubicBezTo>
                <a:cubicBezTo>
                  <a:pt x="230" y="44"/>
                  <a:pt x="229" y="42"/>
                  <a:pt x="227" y="41"/>
                </a:cubicBezTo>
                <a:cubicBezTo>
                  <a:pt x="225" y="40"/>
                  <a:pt x="222" y="41"/>
                  <a:pt x="221" y="43"/>
                </a:cubicBezTo>
                <a:cubicBezTo>
                  <a:pt x="217" y="54"/>
                  <a:pt x="208" y="70"/>
                  <a:pt x="200" y="78"/>
                </a:cubicBezTo>
                <a:cubicBezTo>
                  <a:pt x="201" y="68"/>
                  <a:pt x="198" y="58"/>
                  <a:pt x="192" y="49"/>
                </a:cubicBezTo>
                <a:cubicBezTo>
                  <a:pt x="202" y="26"/>
                  <a:pt x="202" y="26"/>
                  <a:pt x="202" y="26"/>
                </a:cubicBezTo>
                <a:cubicBezTo>
                  <a:pt x="203" y="24"/>
                  <a:pt x="202" y="22"/>
                  <a:pt x="200" y="21"/>
                </a:cubicBezTo>
                <a:cubicBezTo>
                  <a:pt x="198" y="20"/>
                  <a:pt x="196" y="21"/>
                  <a:pt x="195" y="23"/>
                </a:cubicBezTo>
                <a:cubicBezTo>
                  <a:pt x="185" y="46"/>
                  <a:pt x="185" y="46"/>
                  <a:pt x="185" y="46"/>
                </a:cubicBezTo>
                <a:cubicBezTo>
                  <a:pt x="174" y="47"/>
                  <a:pt x="165" y="53"/>
                  <a:pt x="158" y="60"/>
                </a:cubicBezTo>
                <a:cubicBezTo>
                  <a:pt x="159" y="49"/>
                  <a:pt x="165" y="31"/>
                  <a:pt x="169" y="20"/>
                </a:cubicBezTo>
                <a:cubicBezTo>
                  <a:pt x="170" y="18"/>
                  <a:pt x="169" y="16"/>
                  <a:pt x="167" y="15"/>
                </a:cubicBezTo>
                <a:cubicBezTo>
                  <a:pt x="165" y="14"/>
                  <a:pt x="163" y="15"/>
                  <a:pt x="162" y="17"/>
                </a:cubicBezTo>
                <a:cubicBezTo>
                  <a:pt x="160" y="21"/>
                  <a:pt x="147" y="53"/>
                  <a:pt x="151" y="70"/>
                </a:cubicBezTo>
                <a:cubicBezTo>
                  <a:pt x="150" y="69"/>
                  <a:pt x="149" y="68"/>
                  <a:pt x="147" y="68"/>
                </a:cubicBezTo>
                <a:cubicBezTo>
                  <a:pt x="142" y="65"/>
                  <a:pt x="136" y="64"/>
                  <a:pt x="130" y="65"/>
                </a:cubicBezTo>
                <a:cubicBezTo>
                  <a:pt x="126" y="54"/>
                  <a:pt x="134" y="32"/>
                  <a:pt x="138" y="24"/>
                </a:cubicBezTo>
                <a:cubicBezTo>
                  <a:pt x="138" y="22"/>
                  <a:pt x="137" y="20"/>
                  <a:pt x="135" y="19"/>
                </a:cubicBezTo>
                <a:cubicBezTo>
                  <a:pt x="133" y="18"/>
                  <a:pt x="131" y="19"/>
                  <a:pt x="130" y="21"/>
                </a:cubicBezTo>
                <a:cubicBezTo>
                  <a:pt x="129" y="24"/>
                  <a:pt x="116" y="54"/>
                  <a:pt x="123" y="70"/>
                </a:cubicBezTo>
                <a:cubicBezTo>
                  <a:pt x="120" y="81"/>
                  <a:pt x="121" y="92"/>
                  <a:pt x="125" y="102"/>
                </a:cubicBezTo>
                <a:cubicBezTo>
                  <a:pt x="121" y="102"/>
                  <a:pt x="117" y="101"/>
                  <a:pt x="114" y="102"/>
                </a:cubicBezTo>
                <a:cubicBezTo>
                  <a:pt x="110" y="91"/>
                  <a:pt x="116" y="74"/>
                  <a:pt x="118" y="68"/>
                </a:cubicBezTo>
                <a:cubicBezTo>
                  <a:pt x="119" y="66"/>
                  <a:pt x="118" y="64"/>
                  <a:pt x="116" y="63"/>
                </a:cubicBezTo>
                <a:cubicBezTo>
                  <a:pt x="114" y="62"/>
                  <a:pt x="112" y="63"/>
                  <a:pt x="111" y="65"/>
                </a:cubicBezTo>
                <a:cubicBezTo>
                  <a:pt x="111" y="66"/>
                  <a:pt x="100" y="91"/>
                  <a:pt x="107" y="107"/>
                </a:cubicBezTo>
                <a:cubicBezTo>
                  <a:pt x="104" y="117"/>
                  <a:pt x="105" y="129"/>
                  <a:pt x="109" y="139"/>
                </a:cubicBezTo>
                <a:cubicBezTo>
                  <a:pt x="105" y="138"/>
                  <a:pt x="101" y="138"/>
                  <a:pt x="98" y="139"/>
                </a:cubicBezTo>
                <a:cubicBezTo>
                  <a:pt x="93" y="126"/>
                  <a:pt x="101" y="109"/>
                  <a:pt x="101" y="109"/>
                </a:cubicBezTo>
                <a:cubicBezTo>
                  <a:pt x="102" y="107"/>
                  <a:pt x="101" y="104"/>
                  <a:pt x="99" y="103"/>
                </a:cubicBezTo>
                <a:cubicBezTo>
                  <a:pt x="97" y="102"/>
                  <a:pt x="95" y="103"/>
                  <a:pt x="94" y="105"/>
                </a:cubicBezTo>
                <a:cubicBezTo>
                  <a:pt x="93" y="106"/>
                  <a:pt x="84" y="128"/>
                  <a:pt x="91" y="143"/>
                </a:cubicBezTo>
                <a:cubicBezTo>
                  <a:pt x="85" y="167"/>
                  <a:pt x="96" y="191"/>
                  <a:pt x="117" y="203"/>
                </a:cubicBezTo>
                <a:cubicBezTo>
                  <a:pt x="117" y="203"/>
                  <a:pt x="117" y="203"/>
                  <a:pt x="117" y="203"/>
                </a:cubicBezTo>
                <a:cubicBezTo>
                  <a:pt x="96" y="250"/>
                  <a:pt x="96" y="250"/>
                  <a:pt x="96" y="250"/>
                </a:cubicBezTo>
                <a:cubicBezTo>
                  <a:pt x="95" y="252"/>
                  <a:pt x="96" y="255"/>
                  <a:pt x="98" y="256"/>
                </a:cubicBezTo>
                <a:cubicBezTo>
                  <a:pt x="99" y="256"/>
                  <a:pt x="99" y="256"/>
                  <a:pt x="100" y="256"/>
                </a:cubicBezTo>
                <a:cubicBezTo>
                  <a:pt x="101" y="256"/>
                  <a:pt x="103" y="255"/>
                  <a:pt x="104" y="254"/>
                </a:cubicBezTo>
                <a:cubicBezTo>
                  <a:pt x="124" y="206"/>
                  <a:pt x="124" y="206"/>
                  <a:pt x="124" y="206"/>
                </a:cubicBezTo>
                <a:cubicBezTo>
                  <a:pt x="124" y="206"/>
                  <a:pt x="124" y="206"/>
                  <a:pt x="124" y="206"/>
                </a:cubicBezTo>
                <a:cubicBezTo>
                  <a:pt x="130" y="208"/>
                  <a:pt x="136" y="209"/>
                  <a:pt x="141" y="209"/>
                </a:cubicBezTo>
                <a:cubicBezTo>
                  <a:pt x="159" y="209"/>
                  <a:pt x="176" y="200"/>
                  <a:pt x="185" y="184"/>
                </a:cubicBezTo>
                <a:cubicBezTo>
                  <a:pt x="201" y="179"/>
                  <a:pt x="211" y="157"/>
                  <a:pt x="211" y="156"/>
                </a:cubicBezTo>
                <a:cubicBezTo>
                  <a:pt x="212" y="154"/>
                  <a:pt x="211" y="152"/>
                  <a:pt x="209" y="151"/>
                </a:cubicBezTo>
                <a:cubicBezTo>
                  <a:pt x="207" y="150"/>
                  <a:pt x="205" y="151"/>
                  <a:pt x="204" y="153"/>
                </a:cubicBezTo>
                <a:cubicBezTo>
                  <a:pt x="204" y="153"/>
                  <a:pt x="196" y="171"/>
                  <a:pt x="184" y="176"/>
                </a:cubicBezTo>
                <a:cubicBezTo>
                  <a:pt x="182" y="173"/>
                  <a:pt x="179" y="170"/>
                  <a:pt x="176" y="168"/>
                </a:cubicBezTo>
                <a:cubicBezTo>
                  <a:pt x="187" y="164"/>
                  <a:pt x="195" y="157"/>
                  <a:pt x="201" y="147"/>
                </a:cubicBezTo>
                <a:cubicBezTo>
                  <a:pt x="217" y="142"/>
                  <a:pt x="228" y="117"/>
                  <a:pt x="229" y="116"/>
                </a:cubicBezTo>
                <a:cubicBezTo>
                  <a:pt x="229" y="114"/>
                  <a:pt x="229" y="112"/>
                  <a:pt x="227" y="111"/>
                </a:cubicBezTo>
                <a:cubicBezTo>
                  <a:pt x="224" y="110"/>
                  <a:pt x="222" y="111"/>
                  <a:pt x="221" y="113"/>
                </a:cubicBezTo>
                <a:cubicBezTo>
                  <a:pt x="219" y="119"/>
                  <a:pt x="210" y="135"/>
                  <a:pt x="200" y="139"/>
                </a:cubicBezTo>
                <a:cubicBezTo>
                  <a:pt x="198" y="136"/>
                  <a:pt x="195" y="134"/>
                  <a:pt x="192" y="131"/>
                </a:cubicBezTo>
                <a:cubicBezTo>
                  <a:pt x="202" y="127"/>
                  <a:pt x="211" y="120"/>
                  <a:pt x="217" y="111"/>
                </a:cubicBezTo>
                <a:close/>
                <a:moveTo>
                  <a:pt x="160" y="73"/>
                </a:moveTo>
                <a:cubicBezTo>
                  <a:pt x="165" y="63"/>
                  <a:pt x="174" y="55"/>
                  <a:pt x="186" y="54"/>
                </a:cubicBezTo>
                <a:cubicBezTo>
                  <a:pt x="192" y="63"/>
                  <a:pt x="194" y="75"/>
                  <a:pt x="189" y="86"/>
                </a:cubicBezTo>
                <a:cubicBezTo>
                  <a:pt x="189" y="87"/>
                  <a:pt x="188" y="88"/>
                  <a:pt x="188" y="89"/>
                </a:cubicBezTo>
                <a:cubicBezTo>
                  <a:pt x="180" y="89"/>
                  <a:pt x="173" y="91"/>
                  <a:pt x="168" y="96"/>
                </a:cubicBezTo>
                <a:cubicBezTo>
                  <a:pt x="167" y="93"/>
                  <a:pt x="166" y="89"/>
                  <a:pt x="165" y="86"/>
                </a:cubicBezTo>
                <a:cubicBezTo>
                  <a:pt x="164" y="82"/>
                  <a:pt x="162" y="79"/>
                  <a:pt x="159" y="76"/>
                </a:cubicBezTo>
                <a:cubicBezTo>
                  <a:pt x="159" y="75"/>
                  <a:pt x="160" y="74"/>
                  <a:pt x="160" y="73"/>
                </a:cubicBezTo>
                <a:close/>
                <a:moveTo>
                  <a:pt x="178" y="181"/>
                </a:moveTo>
                <a:cubicBezTo>
                  <a:pt x="166" y="198"/>
                  <a:pt x="143" y="205"/>
                  <a:pt x="124" y="197"/>
                </a:cubicBezTo>
                <a:cubicBezTo>
                  <a:pt x="104" y="188"/>
                  <a:pt x="94" y="167"/>
                  <a:pt x="98" y="146"/>
                </a:cubicBezTo>
                <a:cubicBezTo>
                  <a:pt x="103" y="146"/>
                  <a:pt x="108" y="146"/>
                  <a:pt x="112" y="148"/>
                </a:cubicBezTo>
                <a:cubicBezTo>
                  <a:pt x="113" y="149"/>
                  <a:pt x="114" y="149"/>
                  <a:pt x="115" y="150"/>
                </a:cubicBezTo>
                <a:cubicBezTo>
                  <a:pt x="115" y="150"/>
                  <a:pt x="115" y="150"/>
                  <a:pt x="115" y="150"/>
                </a:cubicBezTo>
                <a:cubicBezTo>
                  <a:pt x="126" y="156"/>
                  <a:pt x="131" y="170"/>
                  <a:pt x="126" y="183"/>
                </a:cubicBezTo>
                <a:cubicBezTo>
                  <a:pt x="125" y="183"/>
                  <a:pt x="125" y="184"/>
                  <a:pt x="125" y="184"/>
                </a:cubicBezTo>
                <a:cubicBezTo>
                  <a:pt x="125" y="186"/>
                  <a:pt x="126" y="187"/>
                  <a:pt x="128" y="188"/>
                </a:cubicBezTo>
                <a:cubicBezTo>
                  <a:pt x="130" y="189"/>
                  <a:pt x="132" y="188"/>
                  <a:pt x="133" y="186"/>
                </a:cubicBezTo>
                <a:cubicBezTo>
                  <a:pt x="139" y="173"/>
                  <a:pt x="154" y="166"/>
                  <a:pt x="167" y="172"/>
                </a:cubicBezTo>
                <a:cubicBezTo>
                  <a:pt x="172" y="174"/>
                  <a:pt x="175" y="177"/>
                  <a:pt x="178" y="181"/>
                </a:cubicBezTo>
                <a:close/>
                <a:moveTo>
                  <a:pt x="194" y="144"/>
                </a:moveTo>
                <a:cubicBezTo>
                  <a:pt x="187" y="154"/>
                  <a:pt x="177" y="161"/>
                  <a:pt x="165" y="163"/>
                </a:cubicBezTo>
                <a:cubicBezTo>
                  <a:pt x="155" y="160"/>
                  <a:pt x="144" y="163"/>
                  <a:pt x="136" y="169"/>
                </a:cubicBezTo>
                <a:cubicBezTo>
                  <a:pt x="135" y="159"/>
                  <a:pt x="129" y="149"/>
                  <a:pt x="120" y="144"/>
                </a:cubicBezTo>
                <a:cubicBezTo>
                  <a:pt x="114" y="133"/>
                  <a:pt x="112" y="121"/>
                  <a:pt x="114" y="110"/>
                </a:cubicBezTo>
                <a:cubicBezTo>
                  <a:pt x="119" y="109"/>
                  <a:pt x="124" y="110"/>
                  <a:pt x="128" y="112"/>
                </a:cubicBezTo>
                <a:cubicBezTo>
                  <a:pt x="129" y="112"/>
                  <a:pt x="130" y="113"/>
                  <a:pt x="131" y="113"/>
                </a:cubicBezTo>
                <a:cubicBezTo>
                  <a:pt x="131" y="113"/>
                  <a:pt x="131" y="113"/>
                  <a:pt x="131" y="113"/>
                </a:cubicBezTo>
                <a:cubicBezTo>
                  <a:pt x="142" y="120"/>
                  <a:pt x="147" y="134"/>
                  <a:pt x="142" y="146"/>
                </a:cubicBezTo>
                <a:cubicBezTo>
                  <a:pt x="141" y="146"/>
                  <a:pt x="141" y="147"/>
                  <a:pt x="141" y="147"/>
                </a:cubicBezTo>
                <a:cubicBezTo>
                  <a:pt x="141" y="149"/>
                  <a:pt x="142" y="150"/>
                  <a:pt x="144" y="151"/>
                </a:cubicBezTo>
                <a:cubicBezTo>
                  <a:pt x="146" y="152"/>
                  <a:pt x="148" y="151"/>
                  <a:pt x="149" y="149"/>
                </a:cubicBezTo>
                <a:cubicBezTo>
                  <a:pt x="152" y="143"/>
                  <a:pt x="157" y="138"/>
                  <a:pt x="163" y="135"/>
                </a:cubicBezTo>
                <a:cubicBezTo>
                  <a:pt x="170" y="133"/>
                  <a:pt x="177" y="133"/>
                  <a:pt x="183" y="135"/>
                </a:cubicBezTo>
                <a:cubicBezTo>
                  <a:pt x="187" y="137"/>
                  <a:pt x="191" y="140"/>
                  <a:pt x="194" y="144"/>
                </a:cubicBezTo>
                <a:close/>
                <a:moveTo>
                  <a:pt x="181" y="126"/>
                </a:moveTo>
                <a:cubicBezTo>
                  <a:pt x="174" y="125"/>
                  <a:pt x="167" y="125"/>
                  <a:pt x="160" y="128"/>
                </a:cubicBezTo>
                <a:cubicBezTo>
                  <a:pt x="157" y="129"/>
                  <a:pt x="154" y="131"/>
                  <a:pt x="152" y="133"/>
                </a:cubicBezTo>
                <a:cubicBezTo>
                  <a:pt x="151" y="122"/>
                  <a:pt x="145" y="113"/>
                  <a:pt x="136" y="107"/>
                </a:cubicBezTo>
                <a:cubicBezTo>
                  <a:pt x="130" y="97"/>
                  <a:pt x="127" y="85"/>
                  <a:pt x="130" y="73"/>
                </a:cubicBezTo>
                <a:cubicBezTo>
                  <a:pt x="135" y="72"/>
                  <a:pt x="140" y="73"/>
                  <a:pt x="144" y="75"/>
                </a:cubicBezTo>
                <a:cubicBezTo>
                  <a:pt x="150" y="78"/>
                  <a:pt x="155" y="83"/>
                  <a:pt x="158" y="89"/>
                </a:cubicBezTo>
                <a:cubicBezTo>
                  <a:pt x="160" y="96"/>
                  <a:pt x="160" y="103"/>
                  <a:pt x="157" y="109"/>
                </a:cubicBezTo>
                <a:cubicBezTo>
                  <a:pt x="157" y="110"/>
                  <a:pt x="157" y="110"/>
                  <a:pt x="157" y="111"/>
                </a:cubicBezTo>
                <a:cubicBezTo>
                  <a:pt x="157" y="112"/>
                  <a:pt x="158" y="114"/>
                  <a:pt x="160" y="114"/>
                </a:cubicBezTo>
                <a:cubicBezTo>
                  <a:pt x="162" y="115"/>
                  <a:pt x="164" y="114"/>
                  <a:pt x="165" y="112"/>
                </a:cubicBezTo>
                <a:cubicBezTo>
                  <a:pt x="168" y="106"/>
                  <a:pt x="173" y="101"/>
                  <a:pt x="179" y="98"/>
                </a:cubicBezTo>
                <a:cubicBezTo>
                  <a:pt x="186" y="96"/>
                  <a:pt x="193" y="96"/>
                  <a:pt x="199" y="99"/>
                </a:cubicBezTo>
                <a:cubicBezTo>
                  <a:pt x="203" y="101"/>
                  <a:pt x="207" y="104"/>
                  <a:pt x="210" y="107"/>
                </a:cubicBezTo>
                <a:cubicBezTo>
                  <a:pt x="203" y="117"/>
                  <a:pt x="193" y="124"/>
                  <a:pt x="181" y="126"/>
                </a:cubicBezTo>
                <a:close/>
                <a:moveTo>
                  <a:pt x="82" y="188"/>
                </a:moveTo>
                <a:cubicBezTo>
                  <a:pt x="77" y="191"/>
                  <a:pt x="70" y="192"/>
                  <a:pt x="64" y="192"/>
                </a:cubicBezTo>
                <a:cubicBezTo>
                  <a:pt x="43" y="192"/>
                  <a:pt x="24" y="177"/>
                  <a:pt x="21" y="156"/>
                </a:cubicBezTo>
                <a:cubicBezTo>
                  <a:pt x="25" y="153"/>
                  <a:pt x="29" y="152"/>
                  <a:pt x="34" y="152"/>
                </a:cubicBezTo>
                <a:cubicBezTo>
                  <a:pt x="48" y="152"/>
                  <a:pt x="60" y="164"/>
                  <a:pt x="60" y="178"/>
                </a:cubicBezTo>
                <a:cubicBezTo>
                  <a:pt x="60" y="180"/>
                  <a:pt x="62" y="182"/>
                  <a:pt x="64" y="182"/>
                </a:cubicBezTo>
                <a:cubicBezTo>
                  <a:pt x="66" y="182"/>
                  <a:pt x="68" y="180"/>
                  <a:pt x="68" y="178"/>
                </a:cubicBezTo>
                <a:cubicBezTo>
                  <a:pt x="68" y="170"/>
                  <a:pt x="72" y="162"/>
                  <a:pt x="78" y="157"/>
                </a:cubicBezTo>
                <a:cubicBezTo>
                  <a:pt x="80" y="156"/>
                  <a:pt x="81" y="153"/>
                  <a:pt x="79" y="152"/>
                </a:cubicBezTo>
                <a:cubicBezTo>
                  <a:pt x="78" y="150"/>
                  <a:pt x="75" y="149"/>
                  <a:pt x="74" y="151"/>
                </a:cubicBezTo>
                <a:cubicBezTo>
                  <a:pt x="70" y="154"/>
                  <a:pt x="66" y="158"/>
                  <a:pt x="64" y="162"/>
                </a:cubicBezTo>
                <a:cubicBezTo>
                  <a:pt x="59" y="153"/>
                  <a:pt x="50" y="146"/>
                  <a:pt x="39" y="144"/>
                </a:cubicBezTo>
                <a:cubicBezTo>
                  <a:pt x="30" y="138"/>
                  <a:pt x="23" y="127"/>
                  <a:pt x="21" y="116"/>
                </a:cubicBezTo>
                <a:cubicBezTo>
                  <a:pt x="25" y="113"/>
                  <a:pt x="29" y="112"/>
                  <a:pt x="34" y="112"/>
                </a:cubicBezTo>
                <a:cubicBezTo>
                  <a:pt x="48" y="112"/>
                  <a:pt x="60" y="124"/>
                  <a:pt x="60" y="138"/>
                </a:cubicBezTo>
                <a:cubicBezTo>
                  <a:pt x="60" y="140"/>
                  <a:pt x="62" y="142"/>
                  <a:pt x="64" y="142"/>
                </a:cubicBezTo>
                <a:cubicBezTo>
                  <a:pt x="66" y="142"/>
                  <a:pt x="68" y="140"/>
                  <a:pt x="68" y="138"/>
                </a:cubicBezTo>
                <a:cubicBezTo>
                  <a:pt x="68" y="128"/>
                  <a:pt x="73" y="120"/>
                  <a:pt x="82" y="115"/>
                </a:cubicBezTo>
                <a:cubicBezTo>
                  <a:pt x="84" y="114"/>
                  <a:pt x="85" y="112"/>
                  <a:pt x="84" y="110"/>
                </a:cubicBezTo>
                <a:cubicBezTo>
                  <a:pt x="83" y="108"/>
                  <a:pt x="80" y="107"/>
                  <a:pt x="78" y="108"/>
                </a:cubicBezTo>
                <a:cubicBezTo>
                  <a:pt x="72" y="111"/>
                  <a:pt x="67" y="116"/>
                  <a:pt x="64" y="122"/>
                </a:cubicBezTo>
                <a:cubicBezTo>
                  <a:pt x="59" y="113"/>
                  <a:pt x="50" y="106"/>
                  <a:pt x="39" y="104"/>
                </a:cubicBezTo>
                <a:cubicBezTo>
                  <a:pt x="30" y="98"/>
                  <a:pt x="23" y="87"/>
                  <a:pt x="21" y="76"/>
                </a:cubicBezTo>
                <a:cubicBezTo>
                  <a:pt x="25" y="73"/>
                  <a:pt x="29" y="72"/>
                  <a:pt x="34" y="72"/>
                </a:cubicBezTo>
                <a:cubicBezTo>
                  <a:pt x="48" y="72"/>
                  <a:pt x="60" y="84"/>
                  <a:pt x="60" y="98"/>
                </a:cubicBezTo>
                <a:cubicBezTo>
                  <a:pt x="60" y="100"/>
                  <a:pt x="62" y="102"/>
                  <a:pt x="64" y="102"/>
                </a:cubicBezTo>
                <a:cubicBezTo>
                  <a:pt x="66" y="102"/>
                  <a:pt x="68" y="100"/>
                  <a:pt x="68" y="98"/>
                </a:cubicBezTo>
                <a:cubicBezTo>
                  <a:pt x="68" y="84"/>
                  <a:pt x="80" y="72"/>
                  <a:pt x="94" y="72"/>
                </a:cubicBezTo>
                <a:cubicBezTo>
                  <a:pt x="95" y="72"/>
                  <a:pt x="95" y="72"/>
                  <a:pt x="96" y="72"/>
                </a:cubicBezTo>
                <a:cubicBezTo>
                  <a:pt x="98" y="72"/>
                  <a:pt x="100" y="71"/>
                  <a:pt x="100" y="68"/>
                </a:cubicBezTo>
                <a:cubicBezTo>
                  <a:pt x="100" y="66"/>
                  <a:pt x="98" y="64"/>
                  <a:pt x="96" y="64"/>
                </a:cubicBezTo>
                <a:cubicBezTo>
                  <a:pt x="96" y="64"/>
                  <a:pt x="95" y="64"/>
                  <a:pt x="94" y="64"/>
                </a:cubicBezTo>
                <a:cubicBezTo>
                  <a:pt x="92" y="64"/>
                  <a:pt x="91" y="64"/>
                  <a:pt x="89" y="64"/>
                </a:cubicBezTo>
                <a:cubicBezTo>
                  <a:pt x="100" y="51"/>
                  <a:pt x="100" y="16"/>
                  <a:pt x="100" y="12"/>
                </a:cubicBezTo>
                <a:cubicBezTo>
                  <a:pt x="100" y="10"/>
                  <a:pt x="99" y="8"/>
                  <a:pt x="96" y="8"/>
                </a:cubicBezTo>
                <a:cubicBezTo>
                  <a:pt x="94" y="8"/>
                  <a:pt x="92" y="10"/>
                  <a:pt x="92" y="12"/>
                </a:cubicBezTo>
                <a:cubicBezTo>
                  <a:pt x="92" y="24"/>
                  <a:pt x="91" y="42"/>
                  <a:pt x="86" y="53"/>
                </a:cubicBezTo>
                <a:cubicBezTo>
                  <a:pt x="84" y="43"/>
                  <a:pt x="77" y="35"/>
                  <a:pt x="68" y="30"/>
                </a:cubicBezTo>
                <a:cubicBezTo>
                  <a:pt x="68" y="4"/>
                  <a:pt x="68" y="4"/>
                  <a:pt x="68" y="4"/>
                </a:cubicBezTo>
                <a:cubicBezTo>
                  <a:pt x="68" y="2"/>
                  <a:pt x="66" y="0"/>
                  <a:pt x="64" y="0"/>
                </a:cubicBezTo>
                <a:cubicBezTo>
                  <a:pt x="62" y="0"/>
                  <a:pt x="60" y="2"/>
                  <a:pt x="60" y="4"/>
                </a:cubicBezTo>
                <a:cubicBezTo>
                  <a:pt x="60" y="30"/>
                  <a:pt x="60" y="30"/>
                  <a:pt x="60" y="30"/>
                </a:cubicBezTo>
                <a:cubicBezTo>
                  <a:pt x="51" y="35"/>
                  <a:pt x="44" y="43"/>
                  <a:pt x="42" y="53"/>
                </a:cubicBezTo>
                <a:cubicBezTo>
                  <a:pt x="37" y="42"/>
                  <a:pt x="36" y="24"/>
                  <a:pt x="36" y="12"/>
                </a:cubicBezTo>
                <a:cubicBezTo>
                  <a:pt x="36" y="10"/>
                  <a:pt x="34" y="8"/>
                  <a:pt x="32" y="8"/>
                </a:cubicBezTo>
                <a:cubicBezTo>
                  <a:pt x="29" y="8"/>
                  <a:pt x="28" y="10"/>
                  <a:pt x="28" y="12"/>
                </a:cubicBezTo>
                <a:cubicBezTo>
                  <a:pt x="28" y="16"/>
                  <a:pt x="28" y="51"/>
                  <a:pt x="39" y="64"/>
                </a:cubicBezTo>
                <a:cubicBezTo>
                  <a:pt x="37" y="64"/>
                  <a:pt x="36" y="64"/>
                  <a:pt x="34" y="64"/>
                </a:cubicBezTo>
                <a:cubicBezTo>
                  <a:pt x="28" y="64"/>
                  <a:pt x="22" y="66"/>
                  <a:pt x="17" y="69"/>
                </a:cubicBezTo>
                <a:cubicBezTo>
                  <a:pt x="10" y="60"/>
                  <a:pt x="8" y="37"/>
                  <a:pt x="8" y="28"/>
                </a:cubicBezTo>
                <a:cubicBezTo>
                  <a:pt x="8" y="26"/>
                  <a:pt x="6" y="24"/>
                  <a:pt x="4" y="24"/>
                </a:cubicBezTo>
                <a:cubicBezTo>
                  <a:pt x="2" y="24"/>
                  <a:pt x="0" y="26"/>
                  <a:pt x="0" y="28"/>
                </a:cubicBezTo>
                <a:cubicBezTo>
                  <a:pt x="0" y="32"/>
                  <a:pt x="0" y="64"/>
                  <a:pt x="13" y="76"/>
                </a:cubicBezTo>
                <a:cubicBezTo>
                  <a:pt x="14" y="87"/>
                  <a:pt x="19" y="97"/>
                  <a:pt x="27" y="105"/>
                </a:cubicBezTo>
                <a:cubicBezTo>
                  <a:pt x="24" y="105"/>
                  <a:pt x="20" y="107"/>
                  <a:pt x="17" y="109"/>
                </a:cubicBezTo>
                <a:cubicBezTo>
                  <a:pt x="10" y="101"/>
                  <a:pt x="8" y="83"/>
                  <a:pt x="8" y="76"/>
                </a:cubicBezTo>
                <a:cubicBezTo>
                  <a:pt x="8" y="74"/>
                  <a:pt x="6" y="72"/>
                  <a:pt x="4" y="72"/>
                </a:cubicBezTo>
                <a:cubicBezTo>
                  <a:pt x="4" y="72"/>
                  <a:pt x="4" y="72"/>
                  <a:pt x="4" y="72"/>
                </a:cubicBezTo>
                <a:cubicBezTo>
                  <a:pt x="2" y="72"/>
                  <a:pt x="0" y="74"/>
                  <a:pt x="0" y="76"/>
                </a:cubicBezTo>
                <a:cubicBezTo>
                  <a:pt x="0" y="77"/>
                  <a:pt x="0" y="104"/>
                  <a:pt x="13" y="116"/>
                </a:cubicBezTo>
                <a:cubicBezTo>
                  <a:pt x="14" y="127"/>
                  <a:pt x="19" y="137"/>
                  <a:pt x="27" y="145"/>
                </a:cubicBezTo>
                <a:cubicBezTo>
                  <a:pt x="24" y="145"/>
                  <a:pt x="20" y="147"/>
                  <a:pt x="17" y="149"/>
                </a:cubicBezTo>
                <a:cubicBezTo>
                  <a:pt x="8" y="139"/>
                  <a:pt x="8" y="120"/>
                  <a:pt x="8" y="120"/>
                </a:cubicBezTo>
                <a:cubicBezTo>
                  <a:pt x="8" y="118"/>
                  <a:pt x="6" y="116"/>
                  <a:pt x="4" y="116"/>
                </a:cubicBezTo>
                <a:cubicBezTo>
                  <a:pt x="4" y="116"/>
                  <a:pt x="4" y="116"/>
                  <a:pt x="4" y="116"/>
                </a:cubicBezTo>
                <a:cubicBezTo>
                  <a:pt x="2" y="116"/>
                  <a:pt x="0" y="118"/>
                  <a:pt x="0" y="120"/>
                </a:cubicBezTo>
                <a:cubicBezTo>
                  <a:pt x="0" y="121"/>
                  <a:pt x="0" y="144"/>
                  <a:pt x="13" y="156"/>
                </a:cubicBezTo>
                <a:cubicBezTo>
                  <a:pt x="16" y="180"/>
                  <a:pt x="36" y="198"/>
                  <a:pt x="60" y="200"/>
                </a:cubicBezTo>
                <a:cubicBezTo>
                  <a:pt x="60" y="200"/>
                  <a:pt x="60" y="200"/>
                  <a:pt x="60" y="200"/>
                </a:cubicBezTo>
                <a:cubicBezTo>
                  <a:pt x="60" y="252"/>
                  <a:pt x="60" y="252"/>
                  <a:pt x="60" y="252"/>
                </a:cubicBezTo>
                <a:cubicBezTo>
                  <a:pt x="60" y="254"/>
                  <a:pt x="62" y="256"/>
                  <a:pt x="64" y="256"/>
                </a:cubicBezTo>
                <a:cubicBezTo>
                  <a:pt x="66" y="256"/>
                  <a:pt x="68" y="254"/>
                  <a:pt x="68" y="252"/>
                </a:cubicBezTo>
                <a:cubicBezTo>
                  <a:pt x="68" y="200"/>
                  <a:pt x="68" y="200"/>
                  <a:pt x="68" y="200"/>
                </a:cubicBezTo>
                <a:cubicBezTo>
                  <a:pt x="68" y="200"/>
                  <a:pt x="68" y="200"/>
                  <a:pt x="68" y="200"/>
                </a:cubicBezTo>
                <a:cubicBezTo>
                  <a:pt x="74" y="199"/>
                  <a:pt x="80" y="198"/>
                  <a:pt x="86" y="195"/>
                </a:cubicBezTo>
                <a:cubicBezTo>
                  <a:pt x="88" y="194"/>
                  <a:pt x="89" y="192"/>
                  <a:pt x="88" y="190"/>
                </a:cubicBezTo>
                <a:cubicBezTo>
                  <a:pt x="87" y="188"/>
                  <a:pt x="84" y="187"/>
                  <a:pt x="82" y="188"/>
                </a:cubicBezTo>
                <a:close/>
                <a:moveTo>
                  <a:pt x="64" y="36"/>
                </a:moveTo>
                <a:cubicBezTo>
                  <a:pt x="74" y="42"/>
                  <a:pt x="80" y="52"/>
                  <a:pt x="80" y="64"/>
                </a:cubicBezTo>
                <a:cubicBezTo>
                  <a:pt x="80" y="65"/>
                  <a:pt x="80" y="66"/>
                  <a:pt x="80" y="67"/>
                </a:cubicBezTo>
                <a:cubicBezTo>
                  <a:pt x="73" y="70"/>
                  <a:pt x="67" y="76"/>
                  <a:pt x="64" y="82"/>
                </a:cubicBezTo>
                <a:cubicBezTo>
                  <a:pt x="61" y="75"/>
                  <a:pt x="55" y="70"/>
                  <a:pt x="48" y="67"/>
                </a:cubicBezTo>
                <a:cubicBezTo>
                  <a:pt x="48" y="66"/>
                  <a:pt x="48" y="65"/>
                  <a:pt x="48" y="64"/>
                </a:cubicBezTo>
                <a:cubicBezTo>
                  <a:pt x="48" y="52"/>
                  <a:pt x="54" y="42"/>
                  <a:pt x="64" y="3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79" name="Freeform 184">
            <a:extLst>
              <a:ext uri="{FF2B5EF4-FFF2-40B4-BE49-F238E27FC236}">
                <a16:creationId xmlns:a16="http://schemas.microsoft.com/office/drawing/2014/main" id="{B39AEF34-9DBA-492A-A1AF-9FEB7A310034}"/>
              </a:ext>
            </a:extLst>
          </p:cNvPr>
          <p:cNvSpPr>
            <a:spLocks noChangeAspect="1" noEditPoints="1"/>
          </p:cNvSpPr>
          <p:nvPr/>
        </p:nvSpPr>
        <p:spPr bwMode="auto">
          <a:xfrm>
            <a:off x="6383727" y="4343399"/>
            <a:ext cx="390525" cy="387350"/>
          </a:xfrm>
          <a:custGeom>
            <a:avLst/>
            <a:gdLst>
              <a:gd name="T0" fmla="*/ 165 w 250"/>
              <a:gd name="T1" fmla="*/ 93 h 248"/>
              <a:gd name="T2" fmla="*/ 65 w 250"/>
              <a:gd name="T3" fmla="*/ 60 h 248"/>
              <a:gd name="T4" fmla="*/ 113 w 250"/>
              <a:gd name="T5" fmla="*/ 46 h 248"/>
              <a:gd name="T6" fmla="*/ 131 w 250"/>
              <a:gd name="T7" fmla="*/ 41 h 248"/>
              <a:gd name="T8" fmla="*/ 153 w 250"/>
              <a:gd name="T9" fmla="*/ 48 h 248"/>
              <a:gd name="T10" fmla="*/ 153 w 250"/>
              <a:gd name="T11" fmla="*/ 56 h 248"/>
              <a:gd name="T12" fmla="*/ 169 w 250"/>
              <a:gd name="T13" fmla="*/ 64 h 248"/>
              <a:gd name="T14" fmla="*/ 91 w 250"/>
              <a:gd name="T15" fmla="*/ 69 h 248"/>
              <a:gd name="T16" fmla="*/ 106 w 250"/>
              <a:gd name="T17" fmla="*/ 76 h 248"/>
              <a:gd name="T18" fmla="*/ 129 w 250"/>
              <a:gd name="T19" fmla="*/ 48 h 248"/>
              <a:gd name="T20" fmla="*/ 127 w 250"/>
              <a:gd name="T21" fmla="*/ 60 h 248"/>
              <a:gd name="T22" fmla="*/ 117 w 250"/>
              <a:gd name="T23" fmla="*/ 96 h 248"/>
              <a:gd name="T24" fmla="*/ 125 w 250"/>
              <a:gd name="T25" fmla="*/ 140 h 248"/>
              <a:gd name="T26" fmla="*/ 125 w 250"/>
              <a:gd name="T27" fmla="*/ 96 h 248"/>
              <a:gd name="T28" fmla="*/ 100 w 250"/>
              <a:gd name="T29" fmla="*/ 97 h 248"/>
              <a:gd name="T30" fmla="*/ 93 w 250"/>
              <a:gd name="T31" fmla="*/ 64 h 248"/>
              <a:gd name="T32" fmla="*/ 96 w 250"/>
              <a:gd name="T33" fmla="*/ 109 h 248"/>
              <a:gd name="T34" fmla="*/ 101 w 250"/>
              <a:gd name="T35" fmla="*/ 128 h 248"/>
              <a:gd name="T36" fmla="*/ 100 w 250"/>
              <a:gd name="T37" fmla="*/ 97 h 248"/>
              <a:gd name="T38" fmla="*/ 153 w 250"/>
              <a:gd name="T39" fmla="*/ 60 h 248"/>
              <a:gd name="T40" fmla="*/ 145 w 250"/>
              <a:gd name="T41" fmla="*/ 100 h 248"/>
              <a:gd name="T42" fmla="*/ 153 w 250"/>
              <a:gd name="T43" fmla="*/ 132 h 248"/>
              <a:gd name="T44" fmla="*/ 153 w 250"/>
              <a:gd name="T45" fmla="*/ 100 h 248"/>
              <a:gd name="T46" fmla="*/ 149 w 250"/>
              <a:gd name="T47" fmla="*/ 185 h 248"/>
              <a:gd name="T48" fmla="*/ 97 w 250"/>
              <a:gd name="T49" fmla="*/ 185 h 248"/>
              <a:gd name="T50" fmla="*/ 36 w 250"/>
              <a:gd name="T51" fmla="*/ 185 h 248"/>
              <a:gd name="T52" fmla="*/ 55 w 250"/>
              <a:gd name="T53" fmla="*/ 191 h 248"/>
              <a:gd name="T54" fmla="*/ 116 w 250"/>
              <a:gd name="T55" fmla="*/ 191 h 248"/>
              <a:gd name="T56" fmla="*/ 168 w 250"/>
              <a:gd name="T57" fmla="*/ 191 h 248"/>
              <a:gd name="T58" fmla="*/ 221 w 250"/>
              <a:gd name="T59" fmla="*/ 192 h 248"/>
              <a:gd name="T60" fmla="*/ 52 w 250"/>
              <a:gd name="T61" fmla="*/ 171 h 248"/>
              <a:gd name="T62" fmla="*/ 96 w 250"/>
              <a:gd name="T63" fmla="*/ 171 h 248"/>
              <a:gd name="T64" fmla="*/ 150 w 250"/>
              <a:gd name="T65" fmla="*/ 171 h 248"/>
              <a:gd name="T66" fmla="*/ 194 w 250"/>
              <a:gd name="T67" fmla="*/ 171 h 248"/>
              <a:gd name="T68" fmla="*/ 178 w 250"/>
              <a:gd name="T69" fmla="*/ 165 h 248"/>
              <a:gd name="T70" fmla="*/ 134 w 250"/>
              <a:gd name="T71" fmla="*/ 165 h 248"/>
              <a:gd name="T72" fmla="*/ 79 w 250"/>
              <a:gd name="T73" fmla="*/ 165 h 248"/>
              <a:gd name="T74" fmla="*/ 37 w 250"/>
              <a:gd name="T75" fmla="*/ 172 h 248"/>
              <a:gd name="T76" fmla="*/ 80 w 250"/>
              <a:gd name="T77" fmla="*/ 158 h 248"/>
              <a:gd name="T78" fmla="*/ 123 w 250"/>
              <a:gd name="T79" fmla="*/ 150 h 248"/>
              <a:gd name="T80" fmla="*/ 166 w 250"/>
              <a:gd name="T81" fmla="*/ 158 h 248"/>
              <a:gd name="T82" fmla="*/ 195 w 250"/>
              <a:gd name="T83" fmla="*/ 150 h 248"/>
              <a:gd name="T84" fmla="*/ 152 w 250"/>
              <a:gd name="T85" fmla="*/ 142 h 248"/>
              <a:gd name="T86" fmla="*/ 109 w 250"/>
              <a:gd name="T87" fmla="*/ 150 h 248"/>
              <a:gd name="T88" fmla="*/ 65 w 250"/>
              <a:gd name="T89" fmla="*/ 142 h 248"/>
              <a:gd name="T90" fmla="*/ 235 w 250"/>
              <a:gd name="T91" fmla="*/ 208 h 248"/>
              <a:gd name="T92" fmla="*/ 213 w 250"/>
              <a:gd name="T93" fmla="*/ 156 h 248"/>
              <a:gd name="T94" fmla="*/ 235 w 250"/>
              <a:gd name="T95" fmla="*/ 200 h 248"/>
              <a:gd name="T96" fmla="*/ 33 w 250"/>
              <a:gd name="T97" fmla="*/ 160 h 248"/>
              <a:gd name="T98" fmla="*/ 3 w 250"/>
              <a:gd name="T99" fmla="*/ 201 h 248"/>
              <a:gd name="T100" fmla="*/ 223 w 250"/>
              <a:gd name="T101" fmla="*/ 240 h 248"/>
              <a:gd name="T102" fmla="*/ 1 w 250"/>
              <a:gd name="T103" fmla="*/ 210 h 248"/>
              <a:gd name="T104" fmla="*/ 223 w 250"/>
              <a:gd name="T105" fmla="*/ 248 h 248"/>
              <a:gd name="T106" fmla="*/ 243 w 250"/>
              <a:gd name="T107" fmla="*/ 20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0" h="248">
                <a:moveTo>
                  <a:pt x="85" y="99"/>
                </a:moveTo>
                <a:cubicBezTo>
                  <a:pt x="86" y="98"/>
                  <a:pt x="87" y="95"/>
                  <a:pt x="85" y="93"/>
                </a:cubicBezTo>
                <a:cubicBezTo>
                  <a:pt x="77" y="84"/>
                  <a:pt x="73" y="72"/>
                  <a:pt x="73" y="60"/>
                </a:cubicBezTo>
                <a:cubicBezTo>
                  <a:pt x="73" y="31"/>
                  <a:pt x="96" y="8"/>
                  <a:pt x="125" y="8"/>
                </a:cubicBezTo>
                <a:cubicBezTo>
                  <a:pt x="154" y="8"/>
                  <a:pt x="177" y="31"/>
                  <a:pt x="177" y="60"/>
                </a:cubicBezTo>
                <a:cubicBezTo>
                  <a:pt x="177" y="72"/>
                  <a:pt x="173" y="84"/>
                  <a:pt x="165" y="93"/>
                </a:cubicBezTo>
                <a:cubicBezTo>
                  <a:pt x="163" y="95"/>
                  <a:pt x="164" y="98"/>
                  <a:pt x="165" y="99"/>
                </a:cubicBezTo>
                <a:cubicBezTo>
                  <a:pt x="166" y="100"/>
                  <a:pt x="167" y="100"/>
                  <a:pt x="168" y="100"/>
                </a:cubicBezTo>
                <a:cubicBezTo>
                  <a:pt x="169" y="100"/>
                  <a:pt x="170" y="100"/>
                  <a:pt x="171" y="99"/>
                </a:cubicBezTo>
                <a:cubicBezTo>
                  <a:pt x="180" y="88"/>
                  <a:pt x="185" y="74"/>
                  <a:pt x="185" y="60"/>
                </a:cubicBezTo>
                <a:cubicBezTo>
                  <a:pt x="185" y="27"/>
                  <a:pt x="158" y="0"/>
                  <a:pt x="125" y="0"/>
                </a:cubicBezTo>
                <a:cubicBezTo>
                  <a:pt x="92" y="0"/>
                  <a:pt x="65" y="27"/>
                  <a:pt x="65" y="60"/>
                </a:cubicBezTo>
                <a:cubicBezTo>
                  <a:pt x="65" y="74"/>
                  <a:pt x="70" y="88"/>
                  <a:pt x="79" y="99"/>
                </a:cubicBezTo>
                <a:cubicBezTo>
                  <a:pt x="80" y="100"/>
                  <a:pt x="83" y="100"/>
                  <a:pt x="85" y="99"/>
                </a:cubicBezTo>
                <a:close/>
                <a:moveTo>
                  <a:pt x="141" y="36"/>
                </a:moveTo>
                <a:cubicBezTo>
                  <a:pt x="141" y="27"/>
                  <a:pt x="134" y="20"/>
                  <a:pt x="125" y="20"/>
                </a:cubicBezTo>
                <a:cubicBezTo>
                  <a:pt x="116" y="20"/>
                  <a:pt x="109" y="27"/>
                  <a:pt x="109" y="36"/>
                </a:cubicBezTo>
                <a:cubicBezTo>
                  <a:pt x="109" y="40"/>
                  <a:pt x="110" y="43"/>
                  <a:pt x="113" y="46"/>
                </a:cubicBezTo>
                <a:cubicBezTo>
                  <a:pt x="114" y="48"/>
                  <a:pt x="117" y="48"/>
                  <a:pt x="118" y="47"/>
                </a:cubicBezTo>
                <a:cubicBezTo>
                  <a:pt x="120" y="45"/>
                  <a:pt x="120" y="43"/>
                  <a:pt x="119" y="41"/>
                </a:cubicBezTo>
                <a:cubicBezTo>
                  <a:pt x="118" y="40"/>
                  <a:pt x="117" y="38"/>
                  <a:pt x="117" y="36"/>
                </a:cubicBezTo>
                <a:cubicBezTo>
                  <a:pt x="117" y="32"/>
                  <a:pt x="121" y="28"/>
                  <a:pt x="125" y="28"/>
                </a:cubicBezTo>
                <a:cubicBezTo>
                  <a:pt x="129" y="28"/>
                  <a:pt x="133" y="32"/>
                  <a:pt x="133" y="36"/>
                </a:cubicBezTo>
                <a:cubicBezTo>
                  <a:pt x="133" y="38"/>
                  <a:pt x="132" y="40"/>
                  <a:pt x="131" y="41"/>
                </a:cubicBezTo>
                <a:cubicBezTo>
                  <a:pt x="130" y="43"/>
                  <a:pt x="130" y="45"/>
                  <a:pt x="132" y="47"/>
                </a:cubicBezTo>
                <a:cubicBezTo>
                  <a:pt x="132" y="47"/>
                  <a:pt x="133" y="48"/>
                  <a:pt x="134" y="48"/>
                </a:cubicBezTo>
                <a:cubicBezTo>
                  <a:pt x="135" y="48"/>
                  <a:pt x="136" y="47"/>
                  <a:pt x="137" y="46"/>
                </a:cubicBezTo>
                <a:cubicBezTo>
                  <a:pt x="140" y="43"/>
                  <a:pt x="141" y="40"/>
                  <a:pt x="141" y="36"/>
                </a:cubicBezTo>
                <a:close/>
                <a:moveTo>
                  <a:pt x="169" y="64"/>
                </a:moveTo>
                <a:cubicBezTo>
                  <a:pt x="169" y="55"/>
                  <a:pt x="162" y="48"/>
                  <a:pt x="153" y="48"/>
                </a:cubicBezTo>
                <a:cubicBezTo>
                  <a:pt x="144" y="48"/>
                  <a:pt x="137" y="55"/>
                  <a:pt x="137" y="64"/>
                </a:cubicBezTo>
                <a:cubicBezTo>
                  <a:pt x="137" y="68"/>
                  <a:pt x="138" y="71"/>
                  <a:pt x="141" y="74"/>
                </a:cubicBezTo>
                <a:cubicBezTo>
                  <a:pt x="142" y="76"/>
                  <a:pt x="145" y="76"/>
                  <a:pt x="146" y="75"/>
                </a:cubicBezTo>
                <a:cubicBezTo>
                  <a:pt x="148" y="73"/>
                  <a:pt x="148" y="71"/>
                  <a:pt x="147" y="69"/>
                </a:cubicBezTo>
                <a:cubicBezTo>
                  <a:pt x="146" y="68"/>
                  <a:pt x="145" y="66"/>
                  <a:pt x="145" y="64"/>
                </a:cubicBezTo>
                <a:cubicBezTo>
                  <a:pt x="145" y="60"/>
                  <a:pt x="149" y="56"/>
                  <a:pt x="153" y="56"/>
                </a:cubicBezTo>
                <a:cubicBezTo>
                  <a:pt x="157" y="56"/>
                  <a:pt x="161" y="60"/>
                  <a:pt x="161" y="64"/>
                </a:cubicBezTo>
                <a:cubicBezTo>
                  <a:pt x="161" y="66"/>
                  <a:pt x="160" y="68"/>
                  <a:pt x="159" y="69"/>
                </a:cubicBezTo>
                <a:cubicBezTo>
                  <a:pt x="158" y="71"/>
                  <a:pt x="158" y="73"/>
                  <a:pt x="160" y="75"/>
                </a:cubicBezTo>
                <a:cubicBezTo>
                  <a:pt x="160" y="75"/>
                  <a:pt x="161" y="76"/>
                  <a:pt x="162" y="76"/>
                </a:cubicBezTo>
                <a:cubicBezTo>
                  <a:pt x="163" y="76"/>
                  <a:pt x="164" y="75"/>
                  <a:pt x="165" y="74"/>
                </a:cubicBezTo>
                <a:cubicBezTo>
                  <a:pt x="168" y="71"/>
                  <a:pt x="169" y="68"/>
                  <a:pt x="169" y="64"/>
                </a:cubicBezTo>
                <a:close/>
                <a:moveTo>
                  <a:pt x="113" y="64"/>
                </a:moveTo>
                <a:cubicBezTo>
                  <a:pt x="113" y="55"/>
                  <a:pt x="106" y="48"/>
                  <a:pt x="97" y="48"/>
                </a:cubicBezTo>
                <a:cubicBezTo>
                  <a:pt x="88" y="48"/>
                  <a:pt x="81" y="55"/>
                  <a:pt x="81" y="64"/>
                </a:cubicBezTo>
                <a:cubicBezTo>
                  <a:pt x="81" y="68"/>
                  <a:pt x="82" y="71"/>
                  <a:pt x="85" y="74"/>
                </a:cubicBezTo>
                <a:cubicBezTo>
                  <a:pt x="86" y="76"/>
                  <a:pt x="89" y="76"/>
                  <a:pt x="90" y="75"/>
                </a:cubicBezTo>
                <a:cubicBezTo>
                  <a:pt x="92" y="73"/>
                  <a:pt x="92" y="71"/>
                  <a:pt x="91" y="69"/>
                </a:cubicBezTo>
                <a:cubicBezTo>
                  <a:pt x="90" y="68"/>
                  <a:pt x="89" y="66"/>
                  <a:pt x="89" y="64"/>
                </a:cubicBezTo>
                <a:cubicBezTo>
                  <a:pt x="89" y="60"/>
                  <a:pt x="93" y="56"/>
                  <a:pt x="97" y="56"/>
                </a:cubicBezTo>
                <a:cubicBezTo>
                  <a:pt x="101" y="56"/>
                  <a:pt x="105" y="60"/>
                  <a:pt x="105" y="64"/>
                </a:cubicBezTo>
                <a:cubicBezTo>
                  <a:pt x="105" y="66"/>
                  <a:pt x="104" y="68"/>
                  <a:pt x="103" y="69"/>
                </a:cubicBezTo>
                <a:cubicBezTo>
                  <a:pt x="102" y="71"/>
                  <a:pt x="102" y="73"/>
                  <a:pt x="104" y="75"/>
                </a:cubicBezTo>
                <a:cubicBezTo>
                  <a:pt x="104" y="75"/>
                  <a:pt x="105" y="76"/>
                  <a:pt x="106" y="76"/>
                </a:cubicBezTo>
                <a:cubicBezTo>
                  <a:pt x="107" y="76"/>
                  <a:pt x="108" y="75"/>
                  <a:pt x="109" y="74"/>
                </a:cubicBezTo>
                <a:cubicBezTo>
                  <a:pt x="112" y="71"/>
                  <a:pt x="113" y="68"/>
                  <a:pt x="113" y="64"/>
                </a:cubicBezTo>
                <a:close/>
                <a:moveTo>
                  <a:pt x="128" y="69"/>
                </a:moveTo>
                <a:cubicBezTo>
                  <a:pt x="131" y="68"/>
                  <a:pt x="135" y="65"/>
                  <a:pt x="135" y="60"/>
                </a:cubicBezTo>
                <a:cubicBezTo>
                  <a:pt x="135" y="55"/>
                  <a:pt x="132" y="52"/>
                  <a:pt x="131" y="50"/>
                </a:cubicBezTo>
                <a:cubicBezTo>
                  <a:pt x="130" y="49"/>
                  <a:pt x="129" y="48"/>
                  <a:pt x="129" y="48"/>
                </a:cubicBezTo>
                <a:cubicBezTo>
                  <a:pt x="129" y="36"/>
                  <a:pt x="129" y="36"/>
                  <a:pt x="129" y="36"/>
                </a:cubicBezTo>
                <a:cubicBezTo>
                  <a:pt x="129" y="34"/>
                  <a:pt x="127" y="32"/>
                  <a:pt x="125" y="32"/>
                </a:cubicBezTo>
                <a:cubicBezTo>
                  <a:pt x="123" y="32"/>
                  <a:pt x="121" y="34"/>
                  <a:pt x="121" y="36"/>
                </a:cubicBezTo>
                <a:cubicBezTo>
                  <a:pt x="121" y="48"/>
                  <a:pt x="121" y="48"/>
                  <a:pt x="121" y="48"/>
                </a:cubicBezTo>
                <a:cubicBezTo>
                  <a:pt x="121" y="51"/>
                  <a:pt x="123" y="54"/>
                  <a:pt x="125" y="55"/>
                </a:cubicBezTo>
                <a:cubicBezTo>
                  <a:pt x="126" y="57"/>
                  <a:pt x="127" y="58"/>
                  <a:pt x="127" y="60"/>
                </a:cubicBezTo>
                <a:cubicBezTo>
                  <a:pt x="127" y="61"/>
                  <a:pt x="126" y="61"/>
                  <a:pt x="124" y="63"/>
                </a:cubicBezTo>
                <a:cubicBezTo>
                  <a:pt x="121" y="64"/>
                  <a:pt x="117" y="67"/>
                  <a:pt x="117" y="72"/>
                </a:cubicBezTo>
                <a:cubicBezTo>
                  <a:pt x="117" y="77"/>
                  <a:pt x="121" y="80"/>
                  <a:pt x="124" y="81"/>
                </a:cubicBezTo>
                <a:cubicBezTo>
                  <a:pt x="126" y="83"/>
                  <a:pt x="127" y="83"/>
                  <a:pt x="127" y="84"/>
                </a:cubicBezTo>
                <a:cubicBezTo>
                  <a:pt x="127" y="85"/>
                  <a:pt x="125" y="87"/>
                  <a:pt x="123" y="88"/>
                </a:cubicBezTo>
                <a:cubicBezTo>
                  <a:pt x="120" y="90"/>
                  <a:pt x="117" y="92"/>
                  <a:pt x="117" y="96"/>
                </a:cubicBezTo>
                <a:cubicBezTo>
                  <a:pt x="117" y="99"/>
                  <a:pt x="120" y="102"/>
                  <a:pt x="122" y="105"/>
                </a:cubicBezTo>
                <a:cubicBezTo>
                  <a:pt x="124" y="107"/>
                  <a:pt x="127" y="110"/>
                  <a:pt x="127" y="112"/>
                </a:cubicBezTo>
                <a:cubicBezTo>
                  <a:pt x="127" y="114"/>
                  <a:pt x="126" y="115"/>
                  <a:pt x="125" y="117"/>
                </a:cubicBezTo>
                <a:cubicBezTo>
                  <a:pt x="123" y="118"/>
                  <a:pt x="121" y="121"/>
                  <a:pt x="121" y="124"/>
                </a:cubicBezTo>
                <a:cubicBezTo>
                  <a:pt x="121" y="136"/>
                  <a:pt x="121" y="136"/>
                  <a:pt x="121" y="136"/>
                </a:cubicBezTo>
                <a:cubicBezTo>
                  <a:pt x="121" y="138"/>
                  <a:pt x="123" y="140"/>
                  <a:pt x="125" y="140"/>
                </a:cubicBezTo>
                <a:cubicBezTo>
                  <a:pt x="127" y="140"/>
                  <a:pt x="129" y="138"/>
                  <a:pt x="129" y="136"/>
                </a:cubicBezTo>
                <a:cubicBezTo>
                  <a:pt x="129" y="124"/>
                  <a:pt x="129" y="124"/>
                  <a:pt x="129" y="124"/>
                </a:cubicBezTo>
                <a:cubicBezTo>
                  <a:pt x="129" y="124"/>
                  <a:pt x="130" y="123"/>
                  <a:pt x="131" y="122"/>
                </a:cubicBezTo>
                <a:cubicBezTo>
                  <a:pt x="132" y="120"/>
                  <a:pt x="135" y="117"/>
                  <a:pt x="135" y="112"/>
                </a:cubicBezTo>
                <a:cubicBezTo>
                  <a:pt x="135" y="107"/>
                  <a:pt x="131" y="103"/>
                  <a:pt x="128" y="100"/>
                </a:cubicBezTo>
                <a:cubicBezTo>
                  <a:pt x="127" y="99"/>
                  <a:pt x="126" y="97"/>
                  <a:pt x="125" y="96"/>
                </a:cubicBezTo>
                <a:cubicBezTo>
                  <a:pt x="126" y="96"/>
                  <a:pt x="127" y="95"/>
                  <a:pt x="128" y="95"/>
                </a:cubicBezTo>
                <a:cubicBezTo>
                  <a:pt x="131" y="92"/>
                  <a:pt x="135" y="89"/>
                  <a:pt x="135" y="84"/>
                </a:cubicBezTo>
                <a:cubicBezTo>
                  <a:pt x="135" y="79"/>
                  <a:pt x="131" y="76"/>
                  <a:pt x="128" y="75"/>
                </a:cubicBezTo>
                <a:cubicBezTo>
                  <a:pt x="126" y="73"/>
                  <a:pt x="125" y="73"/>
                  <a:pt x="125" y="72"/>
                </a:cubicBezTo>
                <a:cubicBezTo>
                  <a:pt x="125" y="71"/>
                  <a:pt x="126" y="71"/>
                  <a:pt x="128" y="69"/>
                </a:cubicBezTo>
                <a:close/>
                <a:moveTo>
                  <a:pt x="100" y="97"/>
                </a:moveTo>
                <a:cubicBezTo>
                  <a:pt x="103" y="96"/>
                  <a:pt x="107" y="93"/>
                  <a:pt x="107" y="88"/>
                </a:cubicBezTo>
                <a:cubicBezTo>
                  <a:pt x="107" y="83"/>
                  <a:pt x="104" y="80"/>
                  <a:pt x="103" y="78"/>
                </a:cubicBezTo>
                <a:cubicBezTo>
                  <a:pt x="102" y="77"/>
                  <a:pt x="101" y="76"/>
                  <a:pt x="101" y="76"/>
                </a:cubicBezTo>
                <a:cubicBezTo>
                  <a:pt x="101" y="64"/>
                  <a:pt x="101" y="64"/>
                  <a:pt x="101" y="64"/>
                </a:cubicBezTo>
                <a:cubicBezTo>
                  <a:pt x="101" y="62"/>
                  <a:pt x="99" y="60"/>
                  <a:pt x="97" y="60"/>
                </a:cubicBezTo>
                <a:cubicBezTo>
                  <a:pt x="95" y="60"/>
                  <a:pt x="93" y="62"/>
                  <a:pt x="93" y="64"/>
                </a:cubicBezTo>
                <a:cubicBezTo>
                  <a:pt x="93" y="76"/>
                  <a:pt x="93" y="76"/>
                  <a:pt x="93" y="76"/>
                </a:cubicBezTo>
                <a:cubicBezTo>
                  <a:pt x="93" y="79"/>
                  <a:pt x="95" y="82"/>
                  <a:pt x="97" y="83"/>
                </a:cubicBezTo>
                <a:cubicBezTo>
                  <a:pt x="98" y="85"/>
                  <a:pt x="99" y="86"/>
                  <a:pt x="99" y="88"/>
                </a:cubicBezTo>
                <a:cubicBezTo>
                  <a:pt x="99" y="89"/>
                  <a:pt x="98" y="89"/>
                  <a:pt x="96" y="91"/>
                </a:cubicBezTo>
                <a:cubicBezTo>
                  <a:pt x="93" y="92"/>
                  <a:pt x="89" y="95"/>
                  <a:pt x="89" y="100"/>
                </a:cubicBezTo>
                <a:cubicBezTo>
                  <a:pt x="89" y="105"/>
                  <a:pt x="93" y="108"/>
                  <a:pt x="96" y="109"/>
                </a:cubicBezTo>
                <a:cubicBezTo>
                  <a:pt x="98" y="111"/>
                  <a:pt x="99" y="111"/>
                  <a:pt x="99" y="112"/>
                </a:cubicBezTo>
                <a:cubicBezTo>
                  <a:pt x="99" y="114"/>
                  <a:pt x="98" y="115"/>
                  <a:pt x="97" y="117"/>
                </a:cubicBezTo>
                <a:cubicBezTo>
                  <a:pt x="95" y="118"/>
                  <a:pt x="93" y="121"/>
                  <a:pt x="93" y="124"/>
                </a:cubicBezTo>
                <a:cubicBezTo>
                  <a:pt x="93" y="128"/>
                  <a:pt x="93" y="128"/>
                  <a:pt x="93" y="128"/>
                </a:cubicBezTo>
                <a:cubicBezTo>
                  <a:pt x="93" y="130"/>
                  <a:pt x="95" y="132"/>
                  <a:pt x="97" y="132"/>
                </a:cubicBezTo>
                <a:cubicBezTo>
                  <a:pt x="99" y="132"/>
                  <a:pt x="101" y="130"/>
                  <a:pt x="101" y="128"/>
                </a:cubicBezTo>
                <a:cubicBezTo>
                  <a:pt x="101" y="124"/>
                  <a:pt x="101" y="124"/>
                  <a:pt x="101" y="124"/>
                </a:cubicBezTo>
                <a:cubicBezTo>
                  <a:pt x="101" y="124"/>
                  <a:pt x="102" y="123"/>
                  <a:pt x="103" y="122"/>
                </a:cubicBezTo>
                <a:cubicBezTo>
                  <a:pt x="104" y="120"/>
                  <a:pt x="107" y="117"/>
                  <a:pt x="107" y="112"/>
                </a:cubicBezTo>
                <a:cubicBezTo>
                  <a:pt x="107" y="107"/>
                  <a:pt x="103" y="104"/>
                  <a:pt x="100" y="103"/>
                </a:cubicBezTo>
                <a:cubicBezTo>
                  <a:pt x="98" y="101"/>
                  <a:pt x="97" y="101"/>
                  <a:pt x="97" y="100"/>
                </a:cubicBezTo>
                <a:cubicBezTo>
                  <a:pt x="97" y="99"/>
                  <a:pt x="98" y="99"/>
                  <a:pt x="100" y="97"/>
                </a:cubicBezTo>
                <a:close/>
                <a:moveTo>
                  <a:pt x="156" y="97"/>
                </a:moveTo>
                <a:cubicBezTo>
                  <a:pt x="159" y="96"/>
                  <a:pt x="163" y="93"/>
                  <a:pt x="163" y="88"/>
                </a:cubicBezTo>
                <a:cubicBezTo>
                  <a:pt x="163" y="83"/>
                  <a:pt x="160" y="80"/>
                  <a:pt x="159" y="78"/>
                </a:cubicBezTo>
                <a:cubicBezTo>
                  <a:pt x="158" y="77"/>
                  <a:pt x="157" y="76"/>
                  <a:pt x="157" y="76"/>
                </a:cubicBezTo>
                <a:cubicBezTo>
                  <a:pt x="157" y="64"/>
                  <a:pt x="157" y="64"/>
                  <a:pt x="157" y="64"/>
                </a:cubicBezTo>
                <a:cubicBezTo>
                  <a:pt x="157" y="62"/>
                  <a:pt x="155" y="60"/>
                  <a:pt x="153" y="60"/>
                </a:cubicBezTo>
                <a:cubicBezTo>
                  <a:pt x="151" y="60"/>
                  <a:pt x="149" y="62"/>
                  <a:pt x="149" y="64"/>
                </a:cubicBezTo>
                <a:cubicBezTo>
                  <a:pt x="149" y="76"/>
                  <a:pt x="149" y="76"/>
                  <a:pt x="149" y="76"/>
                </a:cubicBezTo>
                <a:cubicBezTo>
                  <a:pt x="149" y="79"/>
                  <a:pt x="151" y="82"/>
                  <a:pt x="153" y="83"/>
                </a:cubicBezTo>
                <a:cubicBezTo>
                  <a:pt x="154" y="85"/>
                  <a:pt x="155" y="86"/>
                  <a:pt x="155" y="88"/>
                </a:cubicBezTo>
                <a:cubicBezTo>
                  <a:pt x="155" y="89"/>
                  <a:pt x="154" y="89"/>
                  <a:pt x="152" y="91"/>
                </a:cubicBezTo>
                <a:cubicBezTo>
                  <a:pt x="149" y="92"/>
                  <a:pt x="145" y="95"/>
                  <a:pt x="145" y="100"/>
                </a:cubicBezTo>
                <a:cubicBezTo>
                  <a:pt x="145" y="105"/>
                  <a:pt x="149" y="108"/>
                  <a:pt x="152" y="109"/>
                </a:cubicBezTo>
                <a:cubicBezTo>
                  <a:pt x="154" y="111"/>
                  <a:pt x="155" y="111"/>
                  <a:pt x="155" y="112"/>
                </a:cubicBezTo>
                <a:cubicBezTo>
                  <a:pt x="155" y="114"/>
                  <a:pt x="154" y="115"/>
                  <a:pt x="153" y="117"/>
                </a:cubicBezTo>
                <a:cubicBezTo>
                  <a:pt x="151" y="118"/>
                  <a:pt x="149" y="121"/>
                  <a:pt x="149" y="124"/>
                </a:cubicBezTo>
                <a:cubicBezTo>
                  <a:pt x="149" y="128"/>
                  <a:pt x="149" y="128"/>
                  <a:pt x="149" y="128"/>
                </a:cubicBezTo>
                <a:cubicBezTo>
                  <a:pt x="149" y="130"/>
                  <a:pt x="151" y="132"/>
                  <a:pt x="153" y="132"/>
                </a:cubicBezTo>
                <a:cubicBezTo>
                  <a:pt x="155" y="132"/>
                  <a:pt x="157" y="130"/>
                  <a:pt x="157" y="128"/>
                </a:cubicBezTo>
                <a:cubicBezTo>
                  <a:pt x="157" y="124"/>
                  <a:pt x="157" y="124"/>
                  <a:pt x="157" y="124"/>
                </a:cubicBezTo>
                <a:cubicBezTo>
                  <a:pt x="157" y="124"/>
                  <a:pt x="158" y="123"/>
                  <a:pt x="159" y="122"/>
                </a:cubicBezTo>
                <a:cubicBezTo>
                  <a:pt x="160" y="120"/>
                  <a:pt x="163" y="117"/>
                  <a:pt x="163" y="112"/>
                </a:cubicBezTo>
                <a:cubicBezTo>
                  <a:pt x="163" y="107"/>
                  <a:pt x="159" y="104"/>
                  <a:pt x="156" y="103"/>
                </a:cubicBezTo>
                <a:cubicBezTo>
                  <a:pt x="154" y="101"/>
                  <a:pt x="153" y="101"/>
                  <a:pt x="153" y="100"/>
                </a:cubicBezTo>
                <a:cubicBezTo>
                  <a:pt x="153" y="99"/>
                  <a:pt x="154" y="99"/>
                  <a:pt x="156" y="97"/>
                </a:cubicBezTo>
                <a:close/>
                <a:moveTo>
                  <a:pt x="186" y="185"/>
                </a:moveTo>
                <a:cubicBezTo>
                  <a:pt x="184" y="187"/>
                  <a:pt x="182" y="188"/>
                  <a:pt x="179" y="188"/>
                </a:cubicBezTo>
                <a:cubicBezTo>
                  <a:pt x="177" y="188"/>
                  <a:pt x="175" y="187"/>
                  <a:pt x="172" y="185"/>
                </a:cubicBezTo>
                <a:cubicBezTo>
                  <a:pt x="169" y="183"/>
                  <a:pt x="166" y="180"/>
                  <a:pt x="161" y="180"/>
                </a:cubicBezTo>
                <a:cubicBezTo>
                  <a:pt x="156" y="180"/>
                  <a:pt x="152" y="183"/>
                  <a:pt x="149" y="185"/>
                </a:cubicBezTo>
                <a:cubicBezTo>
                  <a:pt x="146" y="187"/>
                  <a:pt x="144" y="188"/>
                  <a:pt x="142" y="188"/>
                </a:cubicBezTo>
                <a:cubicBezTo>
                  <a:pt x="139" y="188"/>
                  <a:pt x="138" y="187"/>
                  <a:pt x="135" y="185"/>
                </a:cubicBezTo>
                <a:cubicBezTo>
                  <a:pt x="132" y="183"/>
                  <a:pt x="128" y="180"/>
                  <a:pt x="123" y="180"/>
                </a:cubicBezTo>
                <a:cubicBezTo>
                  <a:pt x="118" y="180"/>
                  <a:pt x="114" y="183"/>
                  <a:pt x="111" y="185"/>
                </a:cubicBezTo>
                <a:cubicBezTo>
                  <a:pt x="108" y="187"/>
                  <a:pt x="107" y="188"/>
                  <a:pt x="104" y="188"/>
                </a:cubicBezTo>
                <a:cubicBezTo>
                  <a:pt x="102" y="188"/>
                  <a:pt x="100" y="187"/>
                  <a:pt x="97" y="185"/>
                </a:cubicBezTo>
                <a:cubicBezTo>
                  <a:pt x="94" y="183"/>
                  <a:pt x="90" y="180"/>
                  <a:pt x="85" y="180"/>
                </a:cubicBezTo>
                <a:cubicBezTo>
                  <a:pt x="80" y="180"/>
                  <a:pt x="77" y="183"/>
                  <a:pt x="74" y="185"/>
                </a:cubicBezTo>
                <a:cubicBezTo>
                  <a:pt x="71" y="187"/>
                  <a:pt x="69" y="188"/>
                  <a:pt x="67" y="188"/>
                </a:cubicBezTo>
                <a:cubicBezTo>
                  <a:pt x="64" y="188"/>
                  <a:pt x="62" y="187"/>
                  <a:pt x="60" y="185"/>
                </a:cubicBezTo>
                <a:cubicBezTo>
                  <a:pt x="56" y="183"/>
                  <a:pt x="53" y="180"/>
                  <a:pt x="48" y="180"/>
                </a:cubicBezTo>
                <a:cubicBezTo>
                  <a:pt x="43" y="180"/>
                  <a:pt x="39" y="183"/>
                  <a:pt x="36" y="185"/>
                </a:cubicBezTo>
                <a:cubicBezTo>
                  <a:pt x="33" y="187"/>
                  <a:pt x="31" y="188"/>
                  <a:pt x="29" y="188"/>
                </a:cubicBezTo>
                <a:cubicBezTo>
                  <a:pt x="27" y="188"/>
                  <a:pt x="25" y="190"/>
                  <a:pt x="25" y="192"/>
                </a:cubicBezTo>
                <a:cubicBezTo>
                  <a:pt x="25" y="194"/>
                  <a:pt x="27" y="196"/>
                  <a:pt x="29" y="196"/>
                </a:cubicBezTo>
                <a:cubicBezTo>
                  <a:pt x="34" y="196"/>
                  <a:pt x="38" y="193"/>
                  <a:pt x="41" y="191"/>
                </a:cubicBezTo>
                <a:cubicBezTo>
                  <a:pt x="44" y="189"/>
                  <a:pt x="45" y="188"/>
                  <a:pt x="48" y="188"/>
                </a:cubicBezTo>
                <a:cubicBezTo>
                  <a:pt x="50" y="188"/>
                  <a:pt x="52" y="189"/>
                  <a:pt x="55" y="191"/>
                </a:cubicBezTo>
                <a:cubicBezTo>
                  <a:pt x="58" y="193"/>
                  <a:pt x="62" y="196"/>
                  <a:pt x="67" y="196"/>
                </a:cubicBezTo>
                <a:cubicBezTo>
                  <a:pt x="72" y="196"/>
                  <a:pt x="75" y="193"/>
                  <a:pt x="78" y="191"/>
                </a:cubicBezTo>
                <a:cubicBezTo>
                  <a:pt x="81" y="189"/>
                  <a:pt x="83" y="188"/>
                  <a:pt x="85" y="188"/>
                </a:cubicBezTo>
                <a:cubicBezTo>
                  <a:pt x="88" y="188"/>
                  <a:pt x="90" y="189"/>
                  <a:pt x="92" y="191"/>
                </a:cubicBezTo>
                <a:cubicBezTo>
                  <a:pt x="96" y="193"/>
                  <a:pt x="99" y="196"/>
                  <a:pt x="104" y="196"/>
                </a:cubicBezTo>
                <a:cubicBezTo>
                  <a:pt x="109" y="196"/>
                  <a:pt x="113" y="193"/>
                  <a:pt x="116" y="191"/>
                </a:cubicBezTo>
                <a:cubicBezTo>
                  <a:pt x="119" y="189"/>
                  <a:pt x="121" y="188"/>
                  <a:pt x="123" y="188"/>
                </a:cubicBezTo>
                <a:cubicBezTo>
                  <a:pt x="125" y="188"/>
                  <a:pt x="127" y="189"/>
                  <a:pt x="130" y="191"/>
                </a:cubicBezTo>
                <a:cubicBezTo>
                  <a:pt x="133" y="193"/>
                  <a:pt x="137" y="196"/>
                  <a:pt x="142" y="196"/>
                </a:cubicBezTo>
                <a:cubicBezTo>
                  <a:pt x="147" y="196"/>
                  <a:pt x="150" y="193"/>
                  <a:pt x="154" y="191"/>
                </a:cubicBezTo>
                <a:cubicBezTo>
                  <a:pt x="156" y="189"/>
                  <a:pt x="158" y="188"/>
                  <a:pt x="161" y="188"/>
                </a:cubicBezTo>
                <a:cubicBezTo>
                  <a:pt x="163" y="188"/>
                  <a:pt x="165" y="189"/>
                  <a:pt x="168" y="191"/>
                </a:cubicBezTo>
                <a:cubicBezTo>
                  <a:pt x="171" y="193"/>
                  <a:pt x="174" y="196"/>
                  <a:pt x="179" y="196"/>
                </a:cubicBezTo>
                <a:cubicBezTo>
                  <a:pt x="184" y="196"/>
                  <a:pt x="188" y="193"/>
                  <a:pt x="191" y="191"/>
                </a:cubicBezTo>
                <a:cubicBezTo>
                  <a:pt x="194" y="189"/>
                  <a:pt x="196" y="188"/>
                  <a:pt x="198" y="188"/>
                </a:cubicBezTo>
                <a:cubicBezTo>
                  <a:pt x="201" y="188"/>
                  <a:pt x="202" y="189"/>
                  <a:pt x="205" y="191"/>
                </a:cubicBezTo>
                <a:cubicBezTo>
                  <a:pt x="208" y="193"/>
                  <a:pt x="212" y="196"/>
                  <a:pt x="217" y="196"/>
                </a:cubicBezTo>
                <a:cubicBezTo>
                  <a:pt x="219" y="196"/>
                  <a:pt x="221" y="194"/>
                  <a:pt x="221" y="192"/>
                </a:cubicBezTo>
                <a:cubicBezTo>
                  <a:pt x="221" y="190"/>
                  <a:pt x="219" y="188"/>
                  <a:pt x="217" y="188"/>
                </a:cubicBezTo>
                <a:cubicBezTo>
                  <a:pt x="215" y="188"/>
                  <a:pt x="213" y="187"/>
                  <a:pt x="210" y="185"/>
                </a:cubicBezTo>
                <a:cubicBezTo>
                  <a:pt x="207" y="183"/>
                  <a:pt x="203" y="180"/>
                  <a:pt x="198" y="180"/>
                </a:cubicBezTo>
                <a:cubicBezTo>
                  <a:pt x="193" y="180"/>
                  <a:pt x="190" y="183"/>
                  <a:pt x="186" y="185"/>
                </a:cubicBezTo>
                <a:close/>
                <a:moveTo>
                  <a:pt x="41" y="176"/>
                </a:moveTo>
                <a:cubicBezTo>
                  <a:pt x="46" y="176"/>
                  <a:pt x="49" y="173"/>
                  <a:pt x="52" y="171"/>
                </a:cubicBezTo>
                <a:cubicBezTo>
                  <a:pt x="54" y="169"/>
                  <a:pt x="56" y="168"/>
                  <a:pt x="57" y="168"/>
                </a:cubicBezTo>
                <a:cubicBezTo>
                  <a:pt x="59" y="168"/>
                  <a:pt x="61" y="169"/>
                  <a:pt x="63" y="171"/>
                </a:cubicBezTo>
                <a:cubicBezTo>
                  <a:pt x="66" y="173"/>
                  <a:pt x="69" y="176"/>
                  <a:pt x="74" y="176"/>
                </a:cubicBezTo>
                <a:cubicBezTo>
                  <a:pt x="79" y="176"/>
                  <a:pt x="82" y="173"/>
                  <a:pt x="85" y="171"/>
                </a:cubicBezTo>
                <a:cubicBezTo>
                  <a:pt x="87" y="169"/>
                  <a:pt x="88" y="168"/>
                  <a:pt x="90" y="168"/>
                </a:cubicBezTo>
                <a:cubicBezTo>
                  <a:pt x="92" y="168"/>
                  <a:pt x="94" y="169"/>
                  <a:pt x="96" y="171"/>
                </a:cubicBezTo>
                <a:cubicBezTo>
                  <a:pt x="99" y="173"/>
                  <a:pt x="102" y="176"/>
                  <a:pt x="107" y="176"/>
                </a:cubicBezTo>
                <a:cubicBezTo>
                  <a:pt x="111" y="176"/>
                  <a:pt x="115" y="173"/>
                  <a:pt x="117" y="171"/>
                </a:cubicBezTo>
                <a:cubicBezTo>
                  <a:pt x="120" y="169"/>
                  <a:pt x="121" y="168"/>
                  <a:pt x="123" y="168"/>
                </a:cubicBezTo>
                <a:cubicBezTo>
                  <a:pt x="125" y="168"/>
                  <a:pt x="126" y="169"/>
                  <a:pt x="129" y="171"/>
                </a:cubicBezTo>
                <a:cubicBezTo>
                  <a:pt x="131" y="173"/>
                  <a:pt x="135" y="176"/>
                  <a:pt x="139" y="176"/>
                </a:cubicBezTo>
                <a:cubicBezTo>
                  <a:pt x="144" y="176"/>
                  <a:pt x="147" y="173"/>
                  <a:pt x="150" y="171"/>
                </a:cubicBezTo>
                <a:cubicBezTo>
                  <a:pt x="152" y="169"/>
                  <a:pt x="154" y="168"/>
                  <a:pt x="156" y="168"/>
                </a:cubicBezTo>
                <a:cubicBezTo>
                  <a:pt x="158" y="168"/>
                  <a:pt x="159" y="169"/>
                  <a:pt x="161" y="171"/>
                </a:cubicBezTo>
                <a:cubicBezTo>
                  <a:pt x="164" y="173"/>
                  <a:pt x="168" y="176"/>
                  <a:pt x="172" y="176"/>
                </a:cubicBezTo>
                <a:cubicBezTo>
                  <a:pt x="177" y="176"/>
                  <a:pt x="180" y="173"/>
                  <a:pt x="183" y="171"/>
                </a:cubicBezTo>
                <a:cubicBezTo>
                  <a:pt x="185" y="169"/>
                  <a:pt x="187" y="168"/>
                  <a:pt x="189" y="168"/>
                </a:cubicBezTo>
                <a:cubicBezTo>
                  <a:pt x="190" y="168"/>
                  <a:pt x="192" y="169"/>
                  <a:pt x="194" y="171"/>
                </a:cubicBezTo>
                <a:cubicBezTo>
                  <a:pt x="197" y="173"/>
                  <a:pt x="200" y="176"/>
                  <a:pt x="205" y="176"/>
                </a:cubicBezTo>
                <a:cubicBezTo>
                  <a:pt x="207" y="176"/>
                  <a:pt x="209" y="174"/>
                  <a:pt x="209" y="172"/>
                </a:cubicBezTo>
                <a:cubicBezTo>
                  <a:pt x="209" y="170"/>
                  <a:pt x="207" y="168"/>
                  <a:pt x="205" y="168"/>
                </a:cubicBezTo>
                <a:cubicBezTo>
                  <a:pt x="203" y="168"/>
                  <a:pt x="202" y="167"/>
                  <a:pt x="199" y="165"/>
                </a:cubicBezTo>
                <a:cubicBezTo>
                  <a:pt x="197" y="163"/>
                  <a:pt x="193" y="160"/>
                  <a:pt x="189" y="160"/>
                </a:cubicBezTo>
                <a:cubicBezTo>
                  <a:pt x="184" y="160"/>
                  <a:pt x="181" y="163"/>
                  <a:pt x="178" y="165"/>
                </a:cubicBezTo>
                <a:cubicBezTo>
                  <a:pt x="176" y="167"/>
                  <a:pt x="174" y="168"/>
                  <a:pt x="172" y="168"/>
                </a:cubicBezTo>
                <a:cubicBezTo>
                  <a:pt x="170" y="168"/>
                  <a:pt x="169" y="167"/>
                  <a:pt x="167" y="165"/>
                </a:cubicBezTo>
                <a:cubicBezTo>
                  <a:pt x="164" y="163"/>
                  <a:pt x="161" y="160"/>
                  <a:pt x="156" y="160"/>
                </a:cubicBezTo>
                <a:cubicBezTo>
                  <a:pt x="151" y="160"/>
                  <a:pt x="148" y="163"/>
                  <a:pt x="145" y="165"/>
                </a:cubicBezTo>
                <a:cubicBezTo>
                  <a:pt x="143" y="167"/>
                  <a:pt x="141" y="168"/>
                  <a:pt x="139" y="168"/>
                </a:cubicBezTo>
                <a:cubicBezTo>
                  <a:pt x="138" y="168"/>
                  <a:pt x="136" y="167"/>
                  <a:pt x="134" y="165"/>
                </a:cubicBezTo>
                <a:cubicBezTo>
                  <a:pt x="131" y="163"/>
                  <a:pt x="128" y="160"/>
                  <a:pt x="123" y="160"/>
                </a:cubicBezTo>
                <a:cubicBezTo>
                  <a:pt x="118" y="160"/>
                  <a:pt x="115" y="163"/>
                  <a:pt x="112" y="165"/>
                </a:cubicBezTo>
                <a:cubicBezTo>
                  <a:pt x="110" y="167"/>
                  <a:pt x="108" y="168"/>
                  <a:pt x="107" y="168"/>
                </a:cubicBezTo>
                <a:cubicBezTo>
                  <a:pt x="105" y="168"/>
                  <a:pt x="103" y="167"/>
                  <a:pt x="101" y="165"/>
                </a:cubicBezTo>
                <a:cubicBezTo>
                  <a:pt x="98" y="163"/>
                  <a:pt x="95" y="160"/>
                  <a:pt x="90" y="160"/>
                </a:cubicBezTo>
                <a:cubicBezTo>
                  <a:pt x="86" y="160"/>
                  <a:pt x="82" y="163"/>
                  <a:pt x="79" y="165"/>
                </a:cubicBezTo>
                <a:cubicBezTo>
                  <a:pt x="77" y="167"/>
                  <a:pt x="76" y="168"/>
                  <a:pt x="74" y="168"/>
                </a:cubicBezTo>
                <a:cubicBezTo>
                  <a:pt x="72" y="168"/>
                  <a:pt x="70" y="167"/>
                  <a:pt x="68" y="165"/>
                </a:cubicBezTo>
                <a:cubicBezTo>
                  <a:pt x="65" y="163"/>
                  <a:pt x="62" y="160"/>
                  <a:pt x="57" y="160"/>
                </a:cubicBezTo>
                <a:cubicBezTo>
                  <a:pt x="53" y="160"/>
                  <a:pt x="49" y="163"/>
                  <a:pt x="47" y="165"/>
                </a:cubicBezTo>
                <a:cubicBezTo>
                  <a:pt x="44" y="167"/>
                  <a:pt x="43" y="168"/>
                  <a:pt x="41" y="168"/>
                </a:cubicBezTo>
                <a:cubicBezTo>
                  <a:pt x="39" y="168"/>
                  <a:pt x="37" y="170"/>
                  <a:pt x="37" y="172"/>
                </a:cubicBezTo>
                <a:cubicBezTo>
                  <a:pt x="37" y="174"/>
                  <a:pt x="39" y="176"/>
                  <a:pt x="41" y="176"/>
                </a:cubicBezTo>
                <a:close/>
                <a:moveTo>
                  <a:pt x="51" y="158"/>
                </a:moveTo>
                <a:cubicBezTo>
                  <a:pt x="55" y="158"/>
                  <a:pt x="58" y="155"/>
                  <a:pt x="61" y="153"/>
                </a:cubicBezTo>
                <a:cubicBezTo>
                  <a:pt x="63" y="151"/>
                  <a:pt x="64" y="150"/>
                  <a:pt x="65" y="150"/>
                </a:cubicBezTo>
                <a:cubicBezTo>
                  <a:pt x="67" y="150"/>
                  <a:pt x="68" y="151"/>
                  <a:pt x="70" y="153"/>
                </a:cubicBezTo>
                <a:cubicBezTo>
                  <a:pt x="72" y="155"/>
                  <a:pt x="75" y="158"/>
                  <a:pt x="80" y="158"/>
                </a:cubicBezTo>
                <a:cubicBezTo>
                  <a:pt x="84" y="158"/>
                  <a:pt x="87" y="155"/>
                  <a:pt x="90" y="153"/>
                </a:cubicBezTo>
                <a:cubicBezTo>
                  <a:pt x="91" y="151"/>
                  <a:pt x="93" y="150"/>
                  <a:pt x="94" y="150"/>
                </a:cubicBezTo>
                <a:cubicBezTo>
                  <a:pt x="96" y="150"/>
                  <a:pt x="97" y="151"/>
                  <a:pt x="99" y="153"/>
                </a:cubicBezTo>
                <a:cubicBezTo>
                  <a:pt x="101" y="155"/>
                  <a:pt x="104" y="158"/>
                  <a:pt x="109" y="158"/>
                </a:cubicBezTo>
                <a:cubicBezTo>
                  <a:pt x="113" y="158"/>
                  <a:pt x="116" y="155"/>
                  <a:pt x="119" y="153"/>
                </a:cubicBezTo>
                <a:cubicBezTo>
                  <a:pt x="120" y="151"/>
                  <a:pt x="122" y="150"/>
                  <a:pt x="123" y="150"/>
                </a:cubicBezTo>
                <a:cubicBezTo>
                  <a:pt x="124" y="150"/>
                  <a:pt x="126" y="151"/>
                  <a:pt x="127" y="153"/>
                </a:cubicBezTo>
                <a:cubicBezTo>
                  <a:pt x="130" y="155"/>
                  <a:pt x="133" y="158"/>
                  <a:pt x="137" y="158"/>
                </a:cubicBezTo>
                <a:cubicBezTo>
                  <a:pt x="142" y="158"/>
                  <a:pt x="145" y="155"/>
                  <a:pt x="147" y="153"/>
                </a:cubicBezTo>
                <a:cubicBezTo>
                  <a:pt x="149" y="151"/>
                  <a:pt x="150" y="150"/>
                  <a:pt x="152" y="150"/>
                </a:cubicBezTo>
                <a:cubicBezTo>
                  <a:pt x="153" y="150"/>
                  <a:pt x="155" y="151"/>
                  <a:pt x="156" y="153"/>
                </a:cubicBezTo>
                <a:cubicBezTo>
                  <a:pt x="159" y="155"/>
                  <a:pt x="162" y="158"/>
                  <a:pt x="166" y="158"/>
                </a:cubicBezTo>
                <a:cubicBezTo>
                  <a:pt x="171" y="158"/>
                  <a:pt x="174" y="155"/>
                  <a:pt x="176" y="153"/>
                </a:cubicBezTo>
                <a:cubicBezTo>
                  <a:pt x="178" y="151"/>
                  <a:pt x="179" y="150"/>
                  <a:pt x="181" y="150"/>
                </a:cubicBezTo>
                <a:cubicBezTo>
                  <a:pt x="182" y="150"/>
                  <a:pt x="183" y="151"/>
                  <a:pt x="185" y="153"/>
                </a:cubicBezTo>
                <a:cubicBezTo>
                  <a:pt x="188" y="155"/>
                  <a:pt x="191" y="158"/>
                  <a:pt x="195" y="158"/>
                </a:cubicBezTo>
                <a:cubicBezTo>
                  <a:pt x="197" y="158"/>
                  <a:pt x="199" y="156"/>
                  <a:pt x="199" y="154"/>
                </a:cubicBezTo>
                <a:cubicBezTo>
                  <a:pt x="199" y="151"/>
                  <a:pt x="197" y="150"/>
                  <a:pt x="195" y="150"/>
                </a:cubicBezTo>
                <a:cubicBezTo>
                  <a:pt x="194" y="150"/>
                  <a:pt x="192" y="148"/>
                  <a:pt x="191" y="147"/>
                </a:cubicBezTo>
                <a:cubicBezTo>
                  <a:pt x="188" y="145"/>
                  <a:pt x="185" y="142"/>
                  <a:pt x="181" y="142"/>
                </a:cubicBezTo>
                <a:cubicBezTo>
                  <a:pt x="176" y="142"/>
                  <a:pt x="173" y="145"/>
                  <a:pt x="171" y="147"/>
                </a:cubicBezTo>
                <a:cubicBezTo>
                  <a:pt x="169" y="148"/>
                  <a:pt x="168" y="150"/>
                  <a:pt x="166" y="150"/>
                </a:cubicBezTo>
                <a:cubicBezTo>
                  <a:pt x="165" y="150"/>
                  <a:pt x="163" y="148"/>
                  <a:pt x="162" y="147"/>
                </a:cubicBezTo>
                <a:cubicBezTo>
                  <a:pt x="159" y="145"/>
                  <a:pt x="156" y="142"/>
                  <a:pt x="152" y="142"/>
                </a:cubicBezTo>
                <a:cubicBezTo>
                  <a:pt x="147" y="142"/>
                  <a:pt x="144" y="145"/>
                  <a:pt x="142" y="147"/>
                </a:cubicBezTo>
                <a:cubicBezTo>
                  <a:pt x="140" y="148"/>
                  <a:pt x="139" y="150"/>
                  <a:pt x="137" y="150"/>
                </a:cubicBezTo>
                <a:cubicBezTo>
                  <a:pt x="136" y="150"/>
                  <a:pt x="135" y="148"/>
                  <a:pt x="133" y="147"/>
                </a:cubicBezTo>
                <a:cubicBezTo>
                  <a:pt x="130" y="145"/>
                  <a:pt x="127" y="142"/>
                  <a:pt x="123" y="142"/>
                </a:cubicBezTo>
                <a:cubicBezTo>
                  <a:pt x="119" y="142"/>
                  <a:pt x="116" y="145"/>
                  <a:pt x="113" y="147"/>
                </a:cubicBezTo>
                <a:cubicBezTo>
                  <a:pt x="111" y="148"/>
                  <a:pt x="110" y="150"/>
                  <a:pt x="109" y="150"/>
                </a:cubicBezTo>
                <a:cubicBezTo>
                  <a:pt x="107" y="150"/>
                  <a:pt x="106" y="148"/>
                  <a:pt x="104" y="147"/>
                </a:cubicBezTo>
                <a:cubicBezTo>
                  <a:pt x="102" y="145"/>
                  <a:pt x="99" y="142"/>
                  <a:pt x="94" y="142"/>
                </a:cubicBezTo>
                <a:cubicBezTo>
                  <a:pt x="90" y="142"/>
                  <a:pt x="87" y="145"/>
                  <a:pt x="84" y="147"/>
                </a:cubicBezTo>
                <a:cubicBezTo>
                  <a:pt x="83" y="148"/>
                  <a:pt x="81" y="150"/>
                  <a:pt x="80" y="150"/>
                </a:cubicBezTo>
                <a:cubicBezTo>
                  <a:pt x="78" y="150"/>
                  <a:pt x="77" y="148"/>
                  <a:pt x="75" y="147"/>
                </a:cubicBezTo>
                <a:cubicBezTo>
                  <a:pt x="73" y="145"/>
                  <a:pt x="70" y="142"/>
                  <a:pt x="65" y="142"/>
                </a:cubicBezTo>
                <a:cubicBezTo>
                  <a:pt x="61" y="142"/>
                  <a:pt x="58" y="145"/>
                  <a:pt x="55" y="147"/>
                </a:cubicBezTo>
                <a:cubicBezTo>
                  <a:pt x="54" y="148"/>
                  <a:pt x="52" y="150"/>
                  <a:pt x="51" y="150"/>
                </a:cubicBezTo>
                <a:cubicBezTo>
                  <a:pt x="49" y="150"/>
                  <a:pt x="47" y="151"/>
                  <a:pt x="47" y="154"/>
                </a:cubicBezTo>
                <a:cubicBezTo>
                  <a:pt x="47" y="156"/>
                  <a:pt x="49" y="158"/>
                  <a:pt x="51" y="158"/>
                </a:cubicBezTo>
                <a:close/>
                <a:moveTo>
                  <a:pt x="15" y="208"/>
                </a:moveTo>
                <a:cubicBezTo>
                  <a:pt x="235" y="208"/>
                  <a:pt x="235" y="208"/>
                  <a:pt x="235" y="208"/>
                </a:cubicBezTo>
                <a:cubicBezTo>
                  <a:pt x="240" y="208"/>
                  <a:pt x="244" y="205"/>
                  <a:pt x="247" y="201"/>
                </a:cubicBezTo>
                <a:cubicBezTo>
                  <a:pt x="250" y="196"/>
                  <a:pt x="250" y="191"/>
                  <a:pt x="247" y="186"/>
                </a:cubicBezTo>
                <a:cubicBezTo>
                  <a:pt x="239" y="173"/>
                  <a:pt x="234" y="164"/>
                  <a:pt x="232" y="160"/>
                </a:cubicBezTo>
                <a:cubicBezTo>
                  <a:pt x="229" y="155"/>
                  <a:pt x="224" y="152"/>
                  <a:pt x="218" y="152"/>
                </a:cubicBezTo>
                <a:cubicBezTo>
                  <a:pt x="217" y="152"/>
                  <a:pt x="217" y="152"/>
                  <a:pt x="217" y="152"/>
                </a:cubicBezTo>
                <a:cubicBezTo>
                  <a:pt x="214" y="152"/>
                  <a:pt x="213" y="154"/>
                  <a:pt x="213" y="156"/>
                </a:cubicBezTo>
                <a:cubicBezTo>
                  <a:pt x="213" y="158"/>
                  <a:pt x="214" y="160"/>
                  <a:pt x="217" y="160"/>
                </a:cubicBezTo>
                <a:cubicBezTo>
                  <a:pt x="218" y="160"/>
                  <a:pt x="218" y="160"/>
                  <a:pt x="218" y="160"/>
                </a:cubicBezTo>
                <a:cubicBezTo>
                  <a:pt x="221" y="160"/>
                  <a:pt x="223" y="161"/>
                  <a:pt x="225" y="164"/>
                </a:cubicBezTo>
                <a:cubicBezTo>
                  <a:pt x="227" y="168"/>
                  <a:pt x="232" y="177"/>
                  <a:pt x="240" y="190"/>
                </a:cubicBezTo>
                <a:cubicBezTo>
                  <a:pt x="241" y="192"/>
                  <a:pt x="241" y="195"/>
                  <a:pt x="240" y="197"/>
                </a:cubicBezTo>
                <a:cubicBezTo>
                  <a:pt x="239" y="199"/>
                  <a:pt x="237" y="200"/>
                  <a:pt x="235" y="200"/>
                </a:cubicBezTo>
                <a:cubicBezTo>
                  <a:pt x="15" y="200"/>
                  <a:pt x="15" y="200"/>
                  <a:pt x="15" y="200"/>
                </a:cubicBezTo>
                <a:cubicBezTo>
                  <a:pt x="13" y="200"/>
                  <a:pt x="11" y="199"/>
                  <a:pt x="10" y="197"/>
                </a:cubicBezTo>
                <a:cubicBezTo>
                  <a:pt x="9" y="195"/>
                  <a:pt x="9" y="192"/>
                  <a:pt x="10" y="190"/>
                </a:cubicBezTo>
                <a:cubicBezTo>
                  <a:pt x="18" y="177"/>
                  <a:pt x="23" y="168"/>
                  <a:pt x="25" y="164"/>
                </a:cubicBezTo>
                <a:cubicBezTo>
                  <a:pt x="27" y="161"/>
                  <a:pt x="29" y="160"/>
                  <a:pt x="32" y="160"/>
                </a:cubicBezTo>
                <a:cubicBezTo>
                  <a:pt x="33" y="160"/>
                  <a:pt x="33" y="160"/>
                  <a:pt x="33" y="160"/>
                </a:cubicBezTo>
                <a:cubicBezTo>
                  <a:pt x="36" y="160"/>
                  <a:pt x="37" y="158"/>
                  <a:pt x="37" y="156"/>
                </a:cubicBezTo>
                <a:cubicBezTo>
                  <a:pt x="37" y="154"/>
                  <a:pt x="36" y="152"/>
                  <a:pt x="33" y="152"/>
                </a:cubicBezTo>
                <a:cubicBezTo>
                  <a:pt x="32" y="152"/>
                  <a:pt x="32" y="152"/>
                  <a:pt x="32" y="152"/>
                </a:cubicBezTo>
                <a:cubicBezTo>
                  <a:pt x="26" y="152"/>
                  <a:pt x="21" y="155"/>
                  <a:pt x="18" y="160"/>
                </a:cubicBezTo>
                <a:cubicBezTo>
                  <a:pt x="16" y="164"/>
                  <a:pt x="11" y="173"/>
                  <a:pt x="3" y="186"/>
                </a:cubicBezTo>
                <a:cubicBezTo>
                  <a:pt x="0" y="191"/>
                  <a:pt x="0" y="196"/>
                  <a:pt x="3" y="201"/>
                </a:cubicBezTo>
                <a:cubicBezTo>
                  <a:pt x="6" y="205"/>
                  <a:pt x="10" y="208"/>
                  <a:pt x="15" y="208"/>
                </a:cubicBezTo>
                <a:close/>
                <a:moveTo>
                  <a:pt x="243" y="208"/>
                </a:moveTo>
                <a:cubicBezTo>
                  <a:pt x="240" y="210"/>
                  <a:pt x="240" y="210"/>
                  <a:pt x="240" y="210"/>
                </a:cubicBezTo>
                <a:cubicBezTo>
                  <a:pt x="236" y="212"/>
                  <a:pt x="233" y="216"/>
                  <a:pt x="232" y="220"/>
                </a:cubicBezTo>
                <a:cubicBezTo>
                  <a:pt x="227" y="237"/>
                  <a:pt x="227" y="237"/>
                  <a:pt x="227" y="237"/>
                </a:cubicBezTo>
                <a:cubicBezTo>
                  <a:pt x="226" y="239"/>
                  <a:pt x="225" y="240"/>
                  <a:pt x="223" y="240"/>
                </a:cubicBezTo>
                <a:cubicBezTo>
                  <a:pt x="27" y="240"/>
                  <a:pt x="27" y="240"/>
                  <a:pt x="27" y="240"/>
                </a:cubicBezTo>
                <a:cubicBezTo>
                  <a:pt x="25" y="240"/>
                  <a:pt x="24" y="239"/>
                  <a:pt x="23" y="237"/>
                </a:cubicBezTo>
                <a:cubicBezTo>
                  <a:pt x="19" y="222"/>
                  <a:pt x="19" y="222"/>
                  <a:pt x="19" y="222"/>
                </a:cubicBezTo>
                <a:cubicBezTo>
                  <a:pt x="17" y="216"/>
                  <a:pt x="13" y="212"/>
                  <a:pt x="8" y="209"/>
                </a:cubicBezTo>
                <a:cubicBezTo>
                  <a:pt x="7" y="208"/>
                  <a:pt x="7" y="208"/>
                  <a:pt x="7" y="208"/>
                </a:cubicBezTo>
                <a:cubicBezTo>
                  <a:pt x="5" y="207"/>
                  <a:pt x="2" y="208"/>
                  <a:pt x="1" y="210"/>
                </a:cubicBezTo>
                <a:cubicBezTo>
                  <a:pt x="0" y="212"/>
                  <a:pt x="1" y="215"/>
                  <a:pt x="3" y="216"/>
                </a:cubicBezTo>
                <a:cubicBezTo>
                  <a:pt x="5" y="216"/>
                  <a:pt x="5" y="216"/>
                  <a:pt x="5" y="216"/>
                </a:cubicBezTo>
                <a:cubicBezTo>
                  <a:pt x="8" y="218"/>
                  <a:pt x="10" y="221"/>
                  <a:pt x="11" y="224"/>
                </a:cubicBezTo>
                <a:cubicBezTo>
                  <a:pt x="15" y="239"/>
                  <a:pt x="15" y="239"/>
                  <a:pt x="15" y="239"/>
                </a:cubicBezTo>
                <a:cubicBezTo>
                  <a:pt x="17" y="244"/>
                  <a:pt x="22" y="248"/>
                  <a:pt x="27" y="248"/>
                </a:cubicBezTo>
                <a:cubicBezTo>
                  <a:pt x="223" y="248"/>
                  <a:pt x="223" y="248"/>
                  <a:pt x="223" y="248"/>
                </a:cubicBezTo>
                <a:cubicBezTo>
                  <a:pt x="228" y="248"/>
                  <a:pt x="233" y="244"/>
                  <a:pt x="235" y="239"/>
                </a:cubicBezTo>
                <a:cubicBezTo>
                  <a:pt x="239" y="222"/>
                  <a:pt x="239" y="222"/>
                  <a:pt x="239" y="222"/>
                </a:cubicBezTo>
                <a:cubicBezTo>
                  <a:pt x="240" y="220"/>
                  <a:pt x="242" y="218"/>
                  <a:pt x="244" y="217"/>
                </a:cubicBezTo>
                <a:cubicBezTo>
                  <a:pt x="247" y="216"/>
                  <a:pt x="247" y="216"/>
                  <a:pt x="247" y="216"/>
                </a:cubicBezTo>
                <a:cubicBezTo>
                  <a:pt x="249" y="215"/>
                  <a:pt x="250" y="212"/>
                  <a:pt x="249" y="210"/>
                </a:cubicBezTo>
                <a:cubicBezTo>
                  <a:pt x="248" y="208"/>
                  <a:pt x="245" y="207"/>
                  <a:pt x="243" y="20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82" name="Freeform 188">
            <a:extLst>
              <a:ext uri="{FF2B5EF4-FFF2-40B4-BE49-F238E27FC236}">
                <a16:creationId xmlns:a16="http://schemas.microsoft.com/office/drawing/2014/main" id="{BD9D2D78-5449-4E50-A4B2-E6F8E7F840CC}"/>
              </a:ext>
            </a:extLst>
          </p:cNvPr>
          <p:cNvSpPr>
            <a:spLocks noChangeAspect="1" noEditPoints="1"/>
          </p:cNvSpPr>
          <p:nvPr/>
        </p:nvSpPr>
        <p:spPr bwMode="auto">
          <a:xfrm>
            <a:off x="7338673" y="4337049"/>
            <a:ext cx="415925" cy="400050"/>
          </a:xfrm>
          <a:custGeom>
            <a:avLst/>
            <a:gdLst>
              <a:gd name="T0" fmla="*/ 77 w 266"/>
              <a:gd name="T1" fmla="*/ 213 h 256"/>
              <a:gd name="T2" fmla="*/ 8 w 266"/>
              <a:gd name="T3" fmla="*/ 123 h 256"/>
              <a:gd name="T4" fmla="*/ 90 w 266"/>
              <a:gd name="T5" fmla="*/ 8 h 256"/>
              <a:gd name="T6" fmla="*/ 140 w 266"/>
              <a:gd name="T7" fmla="*/ 35 h 256"/>
              <a:gd name="T8" fmla="*/ 146 w 266"/>
              <a:gd name="T9" fmla="*/ 35 h 256"/>
              <a:gd name="T10" fmla="*/ 146 w 266"/>
              <a:gd name="T11" fmla="*/ 29 h 256"/>
              <a:gd name="T12" fmla="*/ 90 w 266"/>
              <a:gd name="T13" fmla="*/ 0 h 256"/>
              <a:gd name="T14" fmla="*/ 0 w 266"/>
              <a:gd name="T15" fmla="*/ 123 h 256"/>
              <a:gd name="T16" fmla="*/ 75 w 266"/>
              <a:gd name="T17" fmla="*/ 221 h 256"/>
              <a:gd name="T18" fmla="*/ 76 w 266"/>
              <a:gd name="T19" fmla="*/ 221 h 256"/>
              <a:gd name="T20" fmla="*/ 80 w 266"/>
              <a:gd name="T21" fmla="*/ 218 h 256"/>
              <a:gd name="T22" fmla="*/ 77 w 266"/>
              <a:gd name="T23" fmla="*/ 213 h 256"/>
              <a:gd name="T24" fmla="*/ 191 w 266"/>
              <a:gd name="T25" fmla="*/ 41 h 256"/>
              <a:gd name="T26" fmla="*/ 136 w 266"/>
              <a:gd name="T27" fmla="*/ 54 h 256"/>
              <a:gd name="T28" fmla="*/ 83 w 266"/>
              <a:gd name="T29" fmla="*/ 134 h 256"/>
              <a:gd name="T30" fmla="*/ 147 w 266"/>
              <a:gd name="T31" fmla="*/ 254 h 256"/>
              <a:gd name="T32" fmla="*/ 163 w 266"/>
              <a:gd name="T33" fmla="*/ 256 h 256"/>
              <a:gd name="T34" fmla="*/ 207 w 266"/>
              <a:gd name="T35" fmla="*/ 243 h 256"/>
              <a:gd name="T36" fmla="*/ 253 w 266"/>
              <a:gd name="T37" fmla="*/ 171 h 256"/>
              <a:gd name="T38" fmla="*/ 191 w 266"/>
              <a:gd name="T39" fmla="*/ 41 h 256"/>
              <a:gd name="T40" fmla="*/ 245 w 266"/>
              <a:gd name="T41" fmla="*/ 169 h 256"/>
              <a:gd name="T42" fmla="*/ 203 w 266"/>
              <a:gd name="T43" fmla="*/ 236 h 256"/>
              <a:gd name="T44" fmla="*/ 148 w 266"/>
              <a:gd name="T45" fmla="*/ 246 h 256"/>
              <a:gd name="T46" fmla="*/ 91 w 266"/>
              <a:gd name="T47" fmla="*/ 136 h 256"/>
              <a:gd name="T48" fmla="*/ 140 w 266"/>
              <a:gd name="T49" fmla="*/ 60 h 256"/>
              <a:gd name="T50" fmla="*/ 178 w 266"/>
              <a:gd name="T51" fmla="*/ 48 h 256"/>
              <a:gd name="T52" fmla="*/ 190 w 266"/>
              <a:gd name="T53" fmla="*/ 49 h 256"/>
              <a:gd name="T54" fmla="*/ 245 w 266"/>
              <a:gd name="T55" fmla="*/ 169 h 256"/>
              <a:gd name="T56" fmla="*/ 167 w 266"/>
              <a:gd name="T57" fmla="*/ 65 h 256"/>
              <a:gd name="T58" fmla="*/ 132 w 266"/>
              <a:gd name="T59" fmla="*/ 85 h 256"/>
              <a:gd name="T60" fmla="*/ 132 w 266"/>
              <a:gd name="T61" fmla="*/ 91 h 256"/>
              <a:gd name="T62" fmla="*/ 135 w 266"/>
              <a:gd name="T63" fmla="*/ 92 h 256"/>
              <a:gd name="T64" fmla="*/ 138 w 266"/>
              <a:gd name="T65" fmla="*/ 91 h 256"/>
              <a:gd name="T66" fmla="*/ 169 w 266"/>
              <a:gd name="T67" fmla="*/ 73 h 256"/>
              <a:gd name="T68" fmla="*/ 172 w 266"/>
              <a:gd name="T69" fmla="*/ 68 h 256"/>
              <a:gd name="T70" fmla="*/ 167 w 266"/>
              <a:gd name="T71" fmla="*/ 6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6" h="256">
                <a:moveTo>
                  <a:pt x="77" y="213"/>
                </a:moveTo>
                <a:cubicBezTo>
                  <a:pt x="35" y="206"/>
                  <a:pt x="8" y="171"/>
                  <a:pt x="8" y="123"/>
                </a:cubicBezTo>
                <a:cubicBezTo>
                  <a:pt x="8" y="64"/>
                  <a:pt x="48" y="8"/>
                  <a:pt x="90" y="8"/>
                </a:cubicBezTo>
                <a:cubicBezTo>
                  <a:pt x="107" y="8"/>
                  <a:pt x="125" y="17"/>
                  <a:pt x="140" y="35"/>
                </a:cubicBezTo>
                <a:cubicBezTo>
                  <a:pt x="141" y="36"/>
                  <a:pt x="144" y="36"/>
                  <a:pt x="146" y="35"/>
                </a:cubicBezTo>
                <a:cubicBezTo>
                  <a:pt x="147" y="34"/>
                  <a:pt x="147" y="31"/>
                  <a:pt x="146" y="29"/>
                </a:cubicBezTo>
                <a:cubicBezTo>
                  <a:pt x="130" y="10"/>
                  <a:pt x="110" y="0"/>
                  <a:pt x="90" y="0"/>
                </a:cubicBezTo>
                <a:cubicBezTo>
                  <a:pt x="44" y="0"/>
                  <a:pt x="0" y="60"/>
                  <a:pt x="0" y="123"/>
                </a:cubicBezTo>
                <a:cubicBezTo>
                  <a:pt x="0" y="175"/>
                  <a:pt x="30" y="214"/>
                  <a:pt x="75" y="221"/>
                </a:cubicBezTo>
                <a:cubicBezTo>
                  <a:pt x="76" y="221"/>
                  <a:pt x="76" y="221"/>
                  <a:pt x="76" y="221"/>
                </a:cubicBezTo>
                <a:cubicBezTo>
                  <a:pt x="78" y="221"/>
                  <a:pt x="80" y="219"/>
                  <a:pt x="80" y="218"/>
                </a:cubicBezTo>
                <a:cubicBezTo>
                  <a:pt x="80" y="215"/>
                  <a:pt x="79" y="213"/>
                  <a:pt x="77" y="213"/>
                </a:cubicBezTo>
                <a:close/>
                <a:moveTo>
                  <a:pt x="191" y="41"/>
                </a:moveTo>
                <a:cubicBezTo>
                  <a:pt x="173" y="38"/>
                  <a:pt x="154" y="42"/>
                  <a:pt x="136" y="54"/>
                </a:cubicBezTo>
                <a:cubicBezTo>
                  <a:pt x="110" y="71"/>
                  <a:pt x="90" y="101"/>
                  <a:pt x="83" y="134"/>
                </a:cubicBezTo>
                <a:cubicBezTo>
                  <a:pt x="71" y="192"/>
                  <a:pt x="98" y="244"/>
                  <a:pt x="147" y="254"/>
                </a:cubicBezTo>
                <a:cubicBezTo>
                  <a:pt x="152" y="255"/>
                  <a:pt x="157" y="256"/>
                  <a:pt x="163" y="256"/>
                </a:cubicBezTo>
                <a:cubicBezTo>
                  <a:pt x="178" y="256"/>
                  <a:pt x="193" y="251"/>
                  <a:pt x="207" y="243"/>
                </a:cubicBezTo>
                <a:cubicBezTo>
                  <a:pt x="230" y="228"/>
                  <a:pt x="247" y="202"/>
                  <a:pt x="253" y="171"/>
                </a:cubicBezTo>
                <a:cubicBezTo>
                  <a:pt x="266" y="112"/>
                  <a:pt x="237" y="51"/>
                  <a:pt x="191" y="41"/>
                </a:cubicBezTo>
                <a:close/>
                <a:moveTo>
                  <a:pt x="245" y="169"/>
                </a:moveTo>
                <a:cubicBezTo>
                  <a:pt x="239" y="198"/>
                  <a:pt x="224" y="222"/>
                  <a:pt x="203" y="236"/>
                </a:cubicBezTo>
                <a:cubicBezTo>
                  <a:pt x="186" y="247"/>
                  <a:pt x="167" y="250"/>
                  <a:pt x="148" y="246"/>
                </a:cubicBezTo>
                <a:cubicBezTo>
                  <a:pt x="104" y="237"/>
                  <a:pt x="79" y="189"/>
                  <a:pt x="91" y="136"/>
                </a:cubicBezTo>
                <a:cubicBezTo>
                  <a:pt x="97" y="104"/>
                  <a:pt x="116" y="76"/>
                  <a:pt x="140" y="60"/>
                </a:cubicBezTo>
                <a:cubicBezTo>
                  <a:pt x="153" y="52"/>
                  <a:pt x="166" y="48"/>
                  <a:pt x="178" y="48"/>
                </a:cubicBezTo>
                <a:cubicBezTo>
                  <a:pt x="182" y="48"/>
                  <a:pt x="186" y="48"/>
                  <a:pt x="190" y="49"/>
                </a:cubicBezTo>
                <a:cubicBezTo>
                  <a:pt x="231" y="58"/>
                  <a:pt x="257" y="114"/>
                  <a:pt x="245" y="169"/>
                </a:cubicBezTo>
                <a:close/>
                <a:moveTo>
                  <a:pt x="167" y="65"/>
                </a:moveTo>
                <a:cubicBezTo>
                  <a:pt x="155" y="67"/>
                  <a:pt x="143" y="74"/>
                  <a:pt x="132" y="85"/>
                </a:cubicBezTo>
                <a:cubicBezTo>
                  <a:pt x="131" y="87"/>
                  <a:pt x="131" y="89"/>
                  <a:pt x="132" y="91"/>
                </a:cubicBezTo>
                <a:cubicBezTo>
                  <a:pt x="133" y="92"/>
                  <a:pt x="134" y="92"/>
                  <a:pt x="135" y="92"/>
                </a:cubicBezTo>
                <a:cubicBezTo>
                  <a:pt x="136" y="92"/>
                  <a:pt x="137" y="92"/>
                  <a:pt x="138" y="91"/>
                </a:cubicBezTo>
                <a:cubicBezTo>
                  <a:pt x="147" y="81"/>
                  <a:pt x="158" y="74"/>
                  <a:pt x="169" y="73"/>
                </a:cubicBezTo>
                <a:cubicBezTo>
                  <a:pt x="171" y="72"/>
                  <a:pt x="172" y="70"/>
                  <a:pt x="172" y="68"/>
                </a:cubicBezTo>
                <a:cubicBezTo>
                  <a:pt x="172" y="66"/>
                  <a:pt x="169" y="64"/>
                  <a:pt x="167" y="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86" name="Freeform 192">
            <a:extLst>
              <a:ext uri="{FF2B5EF4-FFF2-40B4-BE49-F238E27FC236}">
                <a16:creationId xmlns:a16="http://schemas.microsoft.com/office/drawing/2014/main" id="{6DF4C731-25FE-452F-89F5-CC31D9785FE0}"/>
              </a:ext>
            </a:extLst>
          </p:cNvPr>
          <p:cNvSpPr>
            <a:spLocks noChangeAspect="1" noEditPoints="1"/>
          </p:cNvSpPr>
          <p:nvPr/>
        </p:nvSpPr>
        <p:spPr bwMode="auto">
          <a:xfrm>
            <a:off x="8314256" y="4337049"/>
            <a:ext cx="400050" cy="400050"/>
          </a:xfrm>
          <a:custGeom>
            <a:avLst/>
            <a:gdLst>
              <a:gd name="T0" fmla="*/ 32 w 256"/>
              <a:gd name="T1" fmla="*/ 146 h 256"/>
              <a:gd name="T2" fmla="*/ 36 w 256"/>
              <a:gd name="T3" fmla="*/ 232 h 256"/>
              <a:gd name="T4" fmla="*/ 107 w 256"/>
              <a:gd name="T5" fmla="*/ 158 h 256"/>
              <a:gd name="T6" fmla="*/ 39 w 256"/>
              <a:gd name="T7" fmla="*/ 224 h 256"/>
              <a:gd name="T8" fmla="*/ 68 w 256"/>
              <a:gd name="T9" fmla="*/ 148 h 256"/>
              <a:gd name="T10" fmla="*/ 92 w 256"/>
              <a:gd name="T11" fmla="*/ 224 h 256"/>
              <a:gd name="T12" fmla="*/ 80 w 256"/>
              <a:gd name="T13" fmla="*/ 0 h 256"/>
              <a:gd name="T14" fmla="*/ 40 w 256"/>
              <a:gd name="T15" fmla="*/ 32 h 256"/>
              <a:gd name="T16" fmla="*/ 3 w 256"/>
              <a:gd name="T17" fmla="*/ 237 h 256"/>
              <a:gd name="T18" fmla="*/ 128 w 256"/>
              <a:gd name="T19" fmla="*/ 237 h 256"/>
              <a:gd name="T20" fmla="*/ 92 w 256"/>
              <a:gd name="T21" fmla="*/ 32 h 256"/>
              <a:gd name="T22" fmla="*/ 23 w 256"/>
              <a:gd name="T23" fmla="*/ 248 h 256"/>
              <a:gd name="T24" fmla="*/ 15 w 256"/>
              <a:gd name="T25" fmla="*/ 128 h 256"/>
              <a:gd name="T26" fmla="*/ 52 w 256"/>
              <a:gd name="T27" fmla="*/ 32 h 256"/>
              <a:gd name="T28" fmla="*/ 52 w 256"/>
              <a:gd name="T29" fmla="*/ 8 h 256"/>
              <a:gd name="T30" fmla="*/ 84 w 256"/>
              <a:gd name="T31" fmla="*/ 28 h 256"/>
              <a:gd name="T32" fmla="*/ 72 w 256"/>
              <a:gd name="T33" fmla="*/ 36 h 256"/>
              <a:gd name="T34" fmla="*/ 123 w 256"/>
              <a:gd name="T35" fmla="*/ 150 h 256"/>
              <a:gd name="T36" fmla="*/ 244 w 256"/>
              <a:gd name="T37" fmla="*/ 52 h 256"/>
              <a:gd name="T38" fmla="*/ 216 w 256"/>
              <a:gd name="T39" fmla="*/ 4 h 256"/>
              <a:gd name="T40" fmla="*/ 192 w 256"/>
              <a:gd name="T41" fmla="*/ 4 h 256"/>
              <a:gd name="T42" fmla="*/ 164 w 256"/>
              <a:gd name="T43" fmla="*/ 52 h 256"/>
              <a:gd name="T44" fmla="*/ 152 w 256"/>
              <a:gd name="T45" fmla="*/ 240 h 256"/>
              <a:gd name="T46" fmla="*/ 256 w 256"/>
              <a:gd name="T47" fmla="*/ 240 h 256"/>
              <a:gd name="T48" fmla="*/ 199 w 256"/>
              <a:gd name="T49" fmla="*/ 8 h 256"/>
              <a:gd name="T50" fmla="*/ 196 w 256"/>
              <a:gd name="T51" fmla="*/ 40 h 256"/>
              <a:gd name="T52" fmla="*/ 240 w 256"/>
              <a:gd name="T53" fmla="*/ 248 h 256"/>
              <a:gd name="T54" fmla="*/ 160 w 256"/>
              <a:gd name="T55" fmla="*/ 168 h 256"/>
              <a:gd name="T56" fmla="*/ 204 w 256"/>
              <a:gd name="T57" fmla="*/ 180 h 256"/>
              <a:gd name="T58" fmla="*/ 248 w 256"/>
              <a:gd name="T59" fmla="*/ 168 h 256"/>
              <a:gd name="T60" fmla="*/ 229 w 256"/>
              <a:gd name="T61" fmla="*/ 136 h 256"/>
              <a:gd name="T62" fmla="*/ 182 w 256"/>
              <a:gd name="T63" fmla="*/ 135 h 256"/>
              <a:gd name="T64" fmla="*/ 168 w 256"/>
              <a:gd name="T65" fmla="*/ 140 h 256"/>
              <a:gd name="T66" fmla="*/ 188 w 256"/>
              <a:gd name="T67" fmla="*/ 140 h 256"/>
              <a:gd name="T68" fmla="*/ 229 w 256"/>
              <a:gd name="T69" fmla="*/ 144 h 256"/>
              <a:gd name="T70" fmla="*/ 229 w 256"/>
              <a:gd name="T71" fmla="*/ 160 h 256"/>
              <a:gd name="T72" fmla="*/ 188 w 256"/>
              <a:gd name="T73" fmla="*/ 164 h 256"/>
              <a:gd name="T74" fmla="*/ 160 w 256"/>
              <a:gd name="T75" fmla="*/ 76 h 256"/>
              <a:gd name="T76" fmla="*/ 176 w 256"/>
              <a:gd name="T77" fmla="*/ 68 h 256"/>
              <a:gd name="T78" fmla="*/ 176 w 256"/>
              <a:gd name="T79" fmla="*/ 48 h 256"/>
              <a:gd name="T80" fmla="*/ 236 w 256"/>
              <a:gd name="T81" fmla="*/ 64 h 256"/>
              <a:gd name="T82" fmla="*/ 196 w 256"/>
              <a:gd name="T83" fmla="*/ 72 h 256"/>
              <a:gd name="T84" fmla="*/ 248 w 256"/>
              <a:gd name="T85" fmla="*/ 1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100" y="146"/>
                </a:moveTo>
                <a:cubicBezTo>
                  <a:pt x="94" y="143"/>
                  <a:pt x="83" y="140"/>
                  <a:pt x="68" y="140"/>
                </a:cubicBezTo>
                <a:cubicBezTo>
                  <a:pt x="52" y="140"/>
                  <a:pt x="40" y="143"/>
                  <a:pt x="32" y="146"/>
                </a:cubicBezTo>
                <a:cubicBezTo>
                  <a:pt x="27" y="148"/>
                  <a:pt x="24" y="153"/>
                  <a:pt x="24" y="158"/>
                </a:cubicBezTo>
                <a:cubicBezTo>
                  <a:pt x="32" y="228"/>
                  <a:pt x="32" y="228"/>
                  <a:pt x="32" y="228"/>
                </a:cubicBezTo>
                <a:cubicBezTo>
                  <a:pt x="32" y="230"/>
                  <a:pt x="34" y="232"/>
                  <a:pt x="36" y="232"/>
                </a:cubicBezTo>
                <a:cubicBezTo>
                  <a:pt x="96" y="232"/>
                  <a:pt x="96" y="232"/>
                  <a:pt x="96" y="232"/>
                </a:cubicBezTo>
                <a:cubicBezTo>
                  <a:pt x="98" y="232"/>
                  <a:pt x="100" y="230"/>
                  <a:pt x="100" y="228"/>
                </a:cubicBezTo>
                <a:cubicBezTo>
                  <a:pt x="107" y="158"/>
                  <a:pt x="107" y="158"/>
                  <a:pt x="107" y="158"/>
                </a:cubicBezTo>
                <a:cubicBezTo>
                  <a:pt x="108" y="153"/>
                  <a:pt x="105" y="148"/>
                  <a:pt x="100" y="146"/>
                </a:cubicBezTo>
                <a:close/>
                <a:moveTo>
                  <a:pt x="92" y="224"/>
                </a:moveTo>
                <a:cubicBezTo>
                  <a:pt x="39" y="224"/>
                  <a:pt x="39" y="224"/>
                  <a:pt x="39" y="224"/>
                </a:cubicBezTo>
                <a:cubicBezTo>
                  <a:pt x="32" y="158"/>
                  <a:pt x="32" y="158"/>
                  <a:pt x="32" y="158"/>
                </a:cubicBezTo>
                <a:cubicBezTo>
                  <a:pt x="32" y="156"/>
                  <a:pt x="33" y="154"/>
                  <a:pt x="35" y="153"/>
                </a:cubicBezTo>
                <a:cubicBezTo>
                  <a:pt x="42" y="151"/>
                  <a:pt x="53" y="148"/>
                  <a:pt x="68" y="148"/>
                </a:cubicBezTo>
                <a:cubicBezTo>
                  <a:pt x="82" y="148"/>
                  <a:pt x="91" y="151"/>
                  <a:pt x="97" y="153"/>
                </a:cubicBezTo>
                <a:cubicBezTo>
                  <a:pt x="98" y="154"/>
                  <a:pt x="99" y="155"/>
                  <a:pt x="99" y="157"/>
                </a:cubicBezTo>
                <a:lnTo>
                  <a:pt x="92" y="224"/>
                </a:lnTo>
                <a:close/>
                <a:moveTo>
                  <a:pt x="92" y="32"/>
                </a:moveTo>
                <a:cubicBezTo>
                  <a:pt x="92" y="12"/>
                  <a:pt x="92" y="12"/>
                  <a:pt x="92" y="12"/>
                </a:cubicBezTo>
                <a:cubicBezTo>
                  <a:pt x="92" y="5"/>
                  <a:pt x="86" y="0"/>
                  <a:pt x="80" y="0"/>
                </a:cubicBezTo>
                <a:cubicBezTo>
                  <a:pt x="52" y="0"/>
                  <a:pt x="52" y="0"/>
                  <a:pt x="52" y="0"/>
                </a:cubicBezTo>
                <a:cubicBezTo>
                  <a:pt x="45" y="0"/>
                  <a:pt x="40" y="5"/>
                  <a:pt x="40" y="12"/>
                </a:cubicBezTo>
                <a:cubicBezTo>
                  <a:pt x="40" y="32"/>
                  <a:pt x="40" y="32"/>
                  <a:pt x="40" y="32"/>
                </a:cubicBezTo>
                <a:cubicBezTo>
                  <a:pt x="40" y="74"/>
                  <a:pt x="20" y="107"/>
                  <a:pt x="8" y="124"/>
                </a:cubicBezTo>
                <a:cubicBezTo>
                  <a:pt x="3" y="131"/>
                  <a:pt x="0" y="141"/>
                  <a:pt x="0" y="151"/>
                </a:cubicBezTo>
                <a:cubicBezTo>
                  <a:pt x="3" y="237"/>
                  <a:pt x="3" y="237"/>
                  <a:pt x="3" y="237"/>
                </a:cubicBezTo>
                <a:cubicBezTo>
                  <a:pt x="4" y="248"/>
                  <a:pt x="12" y="256"/>
                  <a:pt x="23" y="256"/>
                </a:cubicBezTo>
                <a:cubicBezTo>
                  <a:pt x="108" y="256"/>
                  <a:pt x="108" y="256"/>
                  <a:pt x="108" y="256"/>
                </a:cubicBezTo>
                <a:cubicBezTo>
                  <a:pt x="119" y="256"/>
                  <a:pt x="128" y="248"/>
                  <a:pt x="128" y="237"/>
                </a:cubicBezTo>
                <a:cubicBezTo>
                  <a:pt x="131" y="151"/>
                  <a:pt x="131" y="151"/>
                  <a:pt x="131" y="151"/>
                </a:cubicBezTo>
                <a:cubicBezTo>
                  <a:pt x="132" y="141"/>
                  <a:pt x="129" y="131"/>
                  <a:pt x="123" y="124"/>
                </a:cubicBezTo>
                <a:cubicBezTo>
                  <a:pt x="111" y="107"/>
                  <a:pt x="92" y="74"/>
                  <a:pt x="92" y="32"/>
                </a:cubicBezTo>
                <a:close/>
                <a:moveTo>
                  <a:pt x="120" y="236"/>
                </a:moveTo>
                <a:cubicBezTo>
                  <a:pt x="120" y="243"/>
                  <a:pt x="115" y="248"/>
                  <a:pt x="108" y="248"/>
                </a:cubicBezTo>
                <a:cubicBezTo>
                  <a:pt x="23" y="248"/>
                  <a:pt x="23" y="248"/>
                  <a:pt x="23" y="248"/>
                </a:cubicBezTo>
                <a:cubicBezTo>
                  <a:pt x="17" y="248"/>
                  <a:pt x="11" y="243"/>
                  <a:pt x="11" y="236"/>
                </a:cubicBezTo>
                <a:cubicBezTo>
                  <a:pt x="8" y="150"/>
                  <a:pt x="8" y="150"/>
                  <a:pt x="8" y="150"/>
                </a:cubicBezTo>
                <a:cubicBezTo>
                  <a:pt x="8" y="142"/>
                  <a:pt x="10" y="135"/>
                  <a:pt x="15" y="128"/>
                </a:cubicBezTo>
                <a:cubicBezTo>
                  <a:pt x="27" y="112"/>
                  <a:pt x="46" y="78"/>
                  <a:pt x="48" y="36"/>
                </a:cubicBezTo>
                <a:cubicBezTo>
                  <a:pt x="48" y="36"/>
                  <a:pt x="48" y="36"/>
                  <a:pt x="48" y="36"/>
                </a:cubicBezTo>
                <a:cubicBezTo>
                  <a:pt x="50" y="36"/>
                  <a:pt x="52" y="34"/>
                  <a:pt x="52" y="32"/>
                </a:cubicBezTo>
                <a:cubicBezTo>
                  <a:pt x="52" y="30"/>
                  <a:pt x="50" y="28"/>
                  <a:pt x="48" y="28"/>
                </a:cubicBezTo>
                <a:cubicBezTo>
                  <a:pt x="48" y="12"/>
                  <a:pt x="48" y="12"/>
                  <a:pt x="48" y="12"/>
                </a:cubicBezTo>
                <a:cubicBezTo>
                  <a:pt x="48" y="10"/>
                  <a:pt x="50" y="8"/>
                  <a:pt x="52" y="8"/>
                </a:cubicBezTo>
                <a:cubicBezTo>
                  <a:pt x="80" y="8"/>
                  <a:pt x="80" y="8"/>
                  <a:pt x="80" y="8"/>
                </a:cubicBezTo>
                <a:cubicBezTo>
                  <a:pt x="82" y="8"/>
                  <a:pt x="84" y="10"/>
                  <a:pt x="84" y="12"/>
                </a:cubicBezTo>
                <a:cubicBezTo>
                  <a:pt x="84" y="28"/>
                  <a:pt x="84" y="28"/>
                  <a:pt x="84" y="28"/>
                </a:cubicBezTo>
                <a:cubicBezTo>
                  <a:pt x="72" y="28"/>
                  <a:pt x="72" y="28"/>
                  <a:pt x="72" y="28"/>
                </a:cubicBezTo>
                <a:cubicBezTo>
                  <a:pt x="70" y="28"/>
                  <a:pt x="68" y="30"/>
                  <a:pt x="68" y="32"/>
                </a:cubicBezTo>
                <a:cubicBezTo>
                  <a:pt x="68" y="34"/>
                  <a:pt x="70" y="36"/>
                  <a:pt x="72" y="36"/>
                </a:cubicBezTo>
                <a:cubicBezTo>
                  <a:pt x="84" y="36"/>
                  <a:pt x="84" y="36"/>
                  <a:pt x="84" y="36"/>
                </a:cubicBezTo>
                <a:cubicBezTo>
                  <a:pt x="85" y="78"/>
                  <a:pt x="105" y="112"/>
                  <a:pt x="117" y="128"/>
                </a:cubicBezTo>
                <a:cubicBezTo>
                  <a:pt x="121" y="135"/>
                  <a:pt x="124" y="142"/>
                  <a:pt x="123" y="150"/>
                </a:cubicBezTo>
                <a:lnTo>
                  <a:pt x="120" y="236"/>
                </a:lnTo>
                <a:close/>
                <a:moveTo>
                  <a:pt x="244" y="64"/>
                </a:moveTo>
                <a:cubicBezTo>
                  <a:pt x="244" y="52"/>
                  <a:pt x="244" y="52"/>
                  <a:pt x="244" y="52"/>
                </a:cubicBezTo>
                <a:cubicBezTo>
                  <a:pt x="244" y="45"/>
                  <a:pt x="238" y="40"/>
                  <a:pt x="232" y="40"/>
                </a:cubicBezTo>
                <a:cubicBezTo>
                  <a:pt x="219" y="40"/>
                  <a:pt x="219" y="40"/>
                  <a:pt x="219" y="40"/>
                </a:cubicBezTo>
                <a:cubicBezTo>
                  <a:pt x="216" y="4"/>
                  <a:pt x="216" y="4"/>
                  <a:pt x="216" y="4"/>
                </a:cubicBezTo>
                <a:cubicBezTo>
                  <a:pt x="216" y="2"/>
                  <a:pt x="214" y="0"/>
                  <a:pt x="212" y="0"/>
                </a:cubicBezTo>
                <a:cubicBezTo>
                  <a:pt x="196" y="0"/>
                  <a:pt x="196" y="0"/>
                  <a:pt x="196" y="0"/>
                </a:cubicBezTo>
                <a:cubicBezTo>
                  <a:pt x="194" y="0"/>
                  <a:pt x="192" y="2"/>
                  <a:pt x="192" y="4"/>
                </a:cubicBezTo>
                <a:cubicBezTo>
                  <a:pt x="188" y="40"/>
                  <a:pt x="188" y="40"/>
                  <a:pt x="188" y="40"/>
                </a:cubicBezTo>
                <a:cubicBezTo>
                  <a:pt x="176" y="40"/>
                  <a:pt x="176" y="40"/>
                  <a:pt x="176" y="40"/>
                </a:cubicBezTo>
                <a:cubicBezTo>
                  <a:pt x="169" y="40"/>
                  <a:pt x="164" y="45"/>
                  <a:pt x="164" y="52"/>
                </a:cubicBezTo>
                <a:cubicBezTo>
                  <a:pt x="164" y="64"/>
                  <a:pt x="164" y="64"/>
                  <a:pt x="164" y="64"/>
                </a:cubicBezTo>
                <a:cubicBezTo>
                  <a:pt x="157" y="64"/>
                  <a:pt x="152" y="69"/>
                  <a:pt x="152" y="76"/>
                </a:cubicBezTo>
                <a:cubicBezTo>
                  <a:pt x="152" y="240"/>
                  <a:pt x="152" y="240"/>
                  <a:pt x="152" y="240"/>
                </a:cubicBezTo>
                <a:cubicBezTo>
                  <a:pt x="152" y="249"/>
                  <a:pt x="159" y="256"/>
                  <a:pt x="168" y="256"/>
                </a:cubicBezTo>
                <a:cubicBezTo>
                  <a:pt x="240" y="256"/>
                  <a:pt x="240" y="256"/>
                  <a:pt x="240" y="256"/>
                </a:cubicBezTo>
                <a:cubicBezTo>
                  <a:pt x="249" y="256"/>
                  <a:pt x="256" y="249"/>
                  <a:pt x="256" y="240"/>
                </a:cubicBezTo>
                <a:cubicBezTo>
                  <a:pt x="256" y="76"/>
                  <a:pt x="256" y="76"/>
                  <a:pt x="256" y="76"/>
                </a:cubicBezTo>
                <a:cubicBezTo>
                  <a:pt x="256" y="69"/>
                  <a:pt x="250" y="64"/>
                  <a:pt x="244" y="64"/>
                </a:cubicBezTo>
                <a:close/>
                <a:moveTo>
                  <a:pt x="199" y="8"/>
                </a:moveTo>
                <a:cubicBezTo>
                  <a:pt x="208" y="8"/>
                  <a:pt x="208" y="8"/>
                  <a:pt x="208" y="8"/>
                </a:cubicBezTo>
                <a:cubicBezTo>
                  <a:pt x="211" y="40"/>
                  <a:pt x="211" y="40"/>
                  <a:pt x="211" y="40"/>
                </a:cubicBezTo>
                <a:cubicBezTo>
                  <a:pt x="196" y="40"/>
                  <a:pt x="196" y="40"/>
                  <a:pt x="196" y="40"/>
                </a:cubicBezTo>
                <a:lnTo>
                  <a:pt x="199" y="8"/>
                </a:lnTo>
                <a:close/>
                <a:moveTo>
                  <a:pt x="248" y="240"/>
                </a:moveTo>
                <a:cubicBezTo>
                  <a:pt x="248" y="244"/>
                  <a:pt x="244" y="248"/>
                  <a:pt x="240" y="248"/>
                </a:cubicBezTo>
                <a:cubicBezTo>
                  <a:pt x="168" y="248"/>
                  <a:pt x="168" y="248"/>
                  <a:pt x="168" y="248"/>
                </a:cubicBezTo>
                <a:cubicBezTo>
                  <a:pt x="163" y="248"/>
                  <a:pt x="160" y="244"/>
                  <a:pt x="160" y="240"/>
                </a:cubicBezTo>
                <a:cubicBezTo>
                  <a:pt x="160" y="168"/>
                  <a:pt x="160" y="168"/>
                  <a:pt x="160" y="168"/>
                </a:cubicBezTo>
                <a:cubicBezTo>
                  <a:pt x="179" y="168"/>
                  <a:pt x="179" y="168"/>
                  <a:pt x="179" y="168"/>
                </a:cubicBezTo>
                <a:cubicBezTo>
                  <a:pt x="180" y="168"/>
                  <a:pt x="181" y="169"/>
                  <a:pt x="182" y="169"/>
                </a:cubicBezTo>
                <a:cubicBezTo>
                  <a:pt x="187" y="176"/>
                  <a:pt x="195" y="180"/>
                  <a:pt x="204" y="180"/>
                </a:cubicBezTo>
                <a:cubicBezTo>
                  <a:pt x="212" y="180"/>
                  <a:pt x="220" y="176"/>
                  <a:pt x="226" y="169"/>
                </a:cubicBezTo>
                <a:cubicBezTo>
                  <a:pt x="226" y="169"/>
                  <a:pt x="227" y="168"/>
                  <a:pt x="229" y="168"/>
                </a:cubicBezTo>
                <a:cubicBezTo>
                  <a:pt x="248" y="168"/>
                  <a:pt x="248" y="168"/>
                  <a:pt x="248" y="168"/>
                </a:cubicBezTo>
                <a:lnTo>
                  <a:pt x="248" y="240"/>
                </a:lnTo>
                <a:close/>
                <a:moveTo>
                  <a:pt x="248" y="136"/>
                </a:moveTo>
                <a:cubicBezTo>
                  <a:pt x="229" y="136"/>
                  <a:pt x="229" y="136"/>
                  <a:pt x="229" y="136"/>
                </a:cubicBezTo>
                <a:cubicBezTo>
                  <a:pt x="227" y="136"/>
                  <a:pt x="226" y="135"/>
                  <a:pt x="226" y="134"/>
                </a:cubicBezTo>
                <a:cubicBezTo>
                  <a:pt x="220" y="128"/>
                  <a:pt x="212" y="124"/>
                  <a:pt x="204" y="124"/>
                </a:cubicBezTo>
                <a:cubicBezTo>
                  <a:pt x="195" y="124"/>
                  <a:pt x="187" y="128"/>
                  <a:pt x="182" y="135"/>
                </a:cubicBezTo>
                <a:cubicBezTo>
                  <a:pt x="181" y="135"/>
                  <a:pt x="180" y="136"/>
                  <a:pt x="179" y="136"/>
                </a:cubicBezTo>
                <a:cubicBezTo>
                  <a:pt x="172" y="136"/>
                  <a:pt x="172" y="136"/>
                  <a:pt x="172" y="136"/>
                </a:cubicBezTo>
                <a:cubicBezTo>
                  <a:pt x="170" y="136"/>
                  <a:pt x="168" y="138"/>
                  <a:pt x="168" y="140"/>
                </a:cubicBezTo>
                <a:cubicBezTo>
                  <a:pt x="168" y="142"/>
                  <a:pt x="170" y="144"/>
                  <a:pt x="172" y="144"/>
                </a:cubicBezTo>
                <a:cubicBezTo>
                  <a:pt x="179" y="144"/>
                  <a:pt x="179" y="144"/>
                  <a:pt x="179" y="144"/>
                </a:cubicBezTo>
                <a:cubicBezTo>
                  <a:pt x="182" y="144"/>
                  <a:pt x="186" y="142"/>
                  <a:pt x="188" y="140"/>
                </a:cubicBezTo>
                <a:cubicBezTo>
                  <a:pt x="192" y="135"/>
                  <a:pt x="198" y="132"/>
                  <a:pt x="204" y="132"/>
                </a:cubicBezTo>
                <a:cubicBezTo>
                  <a:pt x="210" y="132"/>
                  <a:pt x="216" y="135"/>
                  <a:pt x="219" y="139"/>
                </a:cubicBezTo>
                <a:cubicBezTo>
                  <a:pt x="222" y="142"/>
                  <a:pt x="225" y="144"/>
                  <a:pt x="229" y="144"/>
                </a:cubicBezTo>
                <a:cubicBezTo>
                  <a:pt x="248" y="144"/>
                  <a:pt x="248" y="144"/>
                  <a:pt x="248" y="144"/>
                </a:cubicBezTo>
                <a:cubicBezTo>
                  <a:pt x="248" y="160"/>
                  <a:pt x="248" y="160"/>
                  <a:pt x="248" y="160"/>
                </a:cubicBezTo>
                <a:cubicBezTo>
                  <a:pt x="229" y="160"/>
                  <a:pt x="229" y="160"/>
                  <a:pt x="229" y="160"/>
                </a:cubicBezTo>
                <a:cubicBezTo>
                  <a:pt x="225" y="160"/>
                  <a:pt x="222" y="162"/>
                  <a:pt x="219" y="164"/>
                </a:cubicBezTo>
                <a:cubicBezTo>
                  <a:pt x="216" y="169"/>
                  <a:pt x="210" y="172"/>
                  <a:pt x="204" y="172"/>
                </a:cubicBezTo>
                <a:cubicBezTo>
                  <a:pt x="198" y="172"/>
                  <a:pt x="192" y="169"/>
                  <a:pt x="188" y="164"/>
                </a:cubicBezTo>
                <a:cubicBezTo>
                  <a:pt x="186" y="162"/>
                  <a:pt x="182" y="160"/>
                  <a:pt x="179" y="160"/>
                </a:cubicBezTo>
                <a:cubicBezTo>
                  <a:pt x="160" y="160"/>
                  <a:pt x="160" y="160"/>
                  <a:pt x="160" y="160"/>
                </a:cubicBezTo>
                <a:cubicBezTo>
                  <a:pt x="160" y="76"/>
                  <a:pt x="160" y="76"/>
                  <a:pt x="160" y="76"/>
                </a:cubicBezTo>
                <a:cubicBezTo>
                  <a:pt x="160" y="74"/>
                  <a:pt x="162" y="72"/>
                  <a:pt x="164" y="72"/>
                </a:cubicBezTo>
                <a:cubicBezTo>
                  <a:pt x="172" y="72"/>
                  <a:pt x="172" y="72"/>
                  <a:pt x="172" y="72"/>
                </a:cubicBezTo>
                <a:cubicBezTo>
                  <a:pt x="174" y="72"/>
                  <a:pt x="176" y="70"/>
                  <a:pt x="176" y="68"/>
                </a:cubicBezTo>
                <a:cubicBezTo>
                  <a:pt x="176" y="66"/>
                  <a:pt x="174" y="64"/>
                  <a:pt x="172" y="64"/>
                </a:cubicBezTo>
                <a:cubicBezTo>
                  <a:pt x="172" y="52"/>
                  <a:pt x="172" y="52"/>
                  <a:pt x="172" y="52"/>
                </a:cubicBezTo>
                <a:cubicBezTo>
                  <a:pt x="172" y="50"/>
                  <a:pt x="174" y="48"/>
                  <a:pt x="176" y="48"/>
                </a:cubicBezTo>
                <a:cubicBezTo>
                  <a:pt x="232" y="48"/>
                  <a:pt x="232" y="48"/>
                  <a:pt x="232" y="48"/>
                </a:cubicBezTo>
                <a:cubicBezTo>
                  <a:pt x="234" y="48"/>
                  <a:pt x="236" y="50"/>
                  <a:pt x="236" y="52"/>
                </a:cubicBezTo>
                <a:cubicBezTo>
                  <a:pt x="236" y="64"/>
                  <a:pt x="236" y="64"/>
                  <a:pt x="236" y="64"/>
                </a:cubicBezTo>
                <a:cubicBezTo>
                  <a:pt x="196" y="64"/>
                  <a:pt x="196" y="64"/>
                  <a:pt x="196" y="64"/>
                </a:cubicBezTo>
                <a:cubicBezTo>
                  <a:pt x="194" y="64"/>
                  <a:pt x="192" y="66"/>
                  <a:pt x="192" y="68"/>
                </a:cubicBezTo>
                <a:cubicBezTo>
                  <a:pt x="192" y="70"/>
                  <a:pt x="194" y="72"/>
                  <a:pt x="196" y="72"/>
                </a:cubicBezTo>
                <a:cubicBezTo>
                  <a:pt x="244" y="72"/>
                  <a:pt x="244" y="72"/>
                  <a:pt x="244" y="72"/>
                </a:cubicBezTo>
                <a:cubicBezTo>
                  <a:pt x="246" y="72"/>
                  <a:pt x="248" y="74"/>
                  <a:pt x="248" y="76"/>
                </a:cubicBezTo>
                <a:lnTo>
                  <a:pt x="248" y="13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94" name="Freeform 196">
            <a:extLst>
              <a:ext uri="{FF2B5EF4-FFF2-40B4-BE49-F238E27FC236}">
                <a16:creationId xmlns:a16="http://schemas.microsoft.com/office/drawing/2014/main" id="{5107A171-FFC8-422F-993F-1CAA8B35074B}"/>
              </a:ext>
            </a:extLst>
          </p:cNvPr>
          <p:cNvSpPr>
            <a:spLocks noChangeAspect="1" noEditPoints="1"/>
          </p:cNvSpPr>
          <p:nvPr/>
        </p:nvSpPr>
        <p:spPr bwMode="auto">
          <a:xfrm>
            <a:off x="9350165" y="4345927"/>
            <a:ext cx="263525" cy="400050"/>
          </a:xfrm>
          <a:custGeom>
            <a:avLst/>
            <a:gdLst>
              <a:gd name="T0" fmla="*/ 60 w 168"/>
              <a:gd name="T1" fmla="*/ 115 h 256"/>
              <a:gd name="T2" fmla="*/ 66 w 168"/>
              <a:gd name="T3" fmla="*/ 114 h 256"/>
              <a:gd name="T4" fmla="*/ 42 w 168"/>
              <a:gd name="T5" fmla="*/ 91 h 256"/>
              <a:gd name="T6" fmla="*/ 104 w 168"/>
              <a:gd name="T7" fmla="*/ 88 h 256"/>
              <a:gd name="T8" fmla="*/ 104 w 168"/>
              <a:gd name="T9" fmla="*/ 80 h 256"/>
              <a:gd name="T10" fmla="*/ 14 w 168"/>
              <a:gd name="T11" fmla="*/ 56 h 256"/>
              <a:gd name="T12" fmla="*/ 132 w 168"/>
              <a:gd name="T13" fmla="*/ 52 h 256"/>
              <a:gd name="T14" fmla="*/ 12 w 168"/>
              <a:gd name="T15" fmla="*/ 48 h 256"/>
              <a:gd name="T16" fmla="*/ 8 w 168"/>
              <a:gd name="T17" fmla="*/ 24 h 256"/>
              <a:gd name="T18" fmla="*/ 136 w 168"/>
              <a:gd name="T19" fmla="*/ 20 h 256"/>
              <a:gd name="T20" fmla="*/ 8 w 168"/>
              <a:gd name="T21" fmla="*/ 16 h 256"/>
              <a:gd name="T22" fmla="*/ 4 w 168"/>
              <a:gd name="T23" fmla="*/ 0 h 256"/>
              <a:gd name="T24" fmla="*/ 0 w 168"/>
              <a:gd name="T25" fmla="*/ 24 h 256"/>
              <a:gd name="T26" fmla="*/ 164 w 168"/>
              <a:gd name="T27" fmla="*/ 0 h 256"/>
              <a:gd name="T28" fmla="*/ 160 w 168"/>
              <a:gd name="T29" fmla="*/ 24 h 256"/>
              <a:gd name="T30" fmla="*/ 37 w 168"/>
              <a:gd name="T31" fmla="*/ 158 h 256"/>
              <a:gd name="T32" fmla="*/ 0 w 168"/>
              <a:gd name="T33" fmla="*/ 252 h 256"/>
              <a:gd name="T34" fmla="*/ 8 w 168"/>
              <a:gd name="T35" fmla="*/ 252 h 256"/>
              <a:gd name="T36" fmla="*/ 42 w 168"/>
              <a:gd name="T37" fmla="*/ 165 h 256"/>
              <a:gd name="T38" fmla="*/ 168 w 168"/>
              <a:gd name="T39" fmla="*/ 24 h 256"/>
              <a:gd name="T40" fmla="*/ 164 w 168"/>
              <a:gd name="T41" fmla="*/ 0 h 256"/>
              <a:gd name="T42" fmla="*/ 108 w 168"/>
              <a:gd name="T43" fmla="*/ 141 h 256"/>
              <a:gd name="T44" fmla="*/ 103 w 168"/>
              <a:gd name="T45" fmla="*/ 147 h 256"/>
              <a:gd name="T46" fmla="*/ 130 w 168"/>
              <a:gd name="T47" fmla="*/ 168 h 256"/>
              <a:gd name="T48" fmla="*/ 60 w 168"/>
              <a:gd name="T49" fmla="*/ 172 h 256"/>
              <a:gd name="T50" fmla="*/ 139 w 168"/>
              <a:gd name="T51" fmla="*/ 176 h 256"/>
              <a:gd name="T52" fmla="*/ 40 w 168"/>
              <a:gd name="T53" fmla="*/ 200 h 256"/>
              <a:gd name="T54" fmla="*/ 40 w 168"/>
              <a:gd name="T55" fmla="*/ 208 h 256"/>
              <a:gd name="T56" fmla="*/ 156 w 168"/>
              <a:gd name="T57" fmla="*/ 208 h 256"/>
              <a:gd name="T58" fmla="*/ 36 w 168"/>
              <a:gd name="T59" fmla="*/ 232 h 256"/>
              <a:gd name="T60" fmla="*/ 36 w 168"/>
              <a:gd name="T61" fmla="*/ 240 h 256"/>
              <a:gd name="T62" fmla="*/ 160 w 168"/>
              <a:gd name="T63" fmla="*/ 252 h 256"/>
              <a:gd name="T64" fmla="*/ 168 w 168"/>
              <a:gd name="T65" fmla="*/ 252 h 256"/>
              <a:gd name="T66" fmla="*/ 131 w 168"/>
              <a:gd name="T67" fmla="*/ 15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8" h="256">
                <a:moveTo>
                  <a:pt x="37" y="98"/>
                </a:moveTo>
                <a:cubicBezTo>
                  <a:pt x="60" y="115"/>
                  <a:pt x="60" y="115"/>
                  <a:pt x="60" y="115"/>
                </a:cubicBezTo>
                <a:cubicBezTo>
                  <a:pt x="61" y="116"/>
                  <a:pt x="62" y="116"/>
                  <a:pt x="63" y="116"/>
                </a:cubicBezTo>
                <a:cubicBezTo>
                  <a:pt x="64" y="116"/>
                  <a:pt x="65" y="115"/>
                  <a:pt x="66" y="114"/>
                </a:cubicBezTo>
                <a:cubicBezTo>
                  <a:pt x="67" y="113"/>
                  <a:pt x="67" y="110"/>
                  <a:pt x="65" y="109"/>
                </a:cubicBezTo>
                <a:cubicBezTo>
                  <a:pt x="42" y="91"/>
                  <a:pt x="42" y="91"/>
                  <a:pt x="42" y="91"/>
                </a:cubicBezTo>
                <a:cubicBezTo>
                  <a:pt x="40" y="90"/>
                  <a:pt x="39" y="89"/>
                  <a:pt x="38" y="88"/>
                </a:cubicBezTo>
                <a:cubicBezTo>
                  <a:pt x="104" y="88"/>
                  <a:pt x="104" y="88"/>
                  <a:pt x="104" y="88"/>
                </a:cubicBezTo>
                <a:cubicBezTo>
                  <a:pt x="106" y="88"/>
                  <a:pt x="108" y="86"/>
                  <a:pt x="108" y="84"/>
                </a:cubicBezTo>
                <a:cubicBezTo>
                  <a:pt x="108" y="82"/>
                  <a:pt x="106" y="80"/>
                  <a:pt x="104" y="80"/>
                </a:cubicBezTo>
                <a:cubicBezTo>
                  <a:pt x="29" y="80"/>
                  <a:pt x="29" y="80"/>
                  <a:pt x="29" y="80"/>
                </a:cubicBezTo>
                <a:cubicBezTo>
                  <a:pt x="23" y="73"/>
                  <a:pt x="18" y="65"/>
                  <a:pt x="14" y="56"/>
                </a:cubicBezTo>
                <a:cubicBezTo>
                  <a:pt x="128" y="56"/>
                  <a:pt x="128" y="56"/>
                  <a:pt x="128" y="56"/>
                </a:cubicBezTo>
                <a:cubicBezTo>
                  <a:pt x="130" y="56"/>
                  <a:pt x="132" y="54"/>
                  <a:pt x="132" y="52"/>
                </a:cubicBezTo>
                <a:cubicBezTo>
                  <a:pt x="132" y="50"/>
                  <a:pt x="130" y="48"/>
                  <a:pt x="128" y="48"/>
                </a:cubicBezTo>
                <a:cubicBezTo>
                  <a:pt x="12" y="48"/>
                  <a:pt x="12" y="48"/>
                  <a:pt x="12" y="48"/>
                </a:cubicBezTo>
                <a:cubicBezTo>
                  <a:pt x="12" y="48"/>
                  <a:pt x="12" y="48"/>
                  <a:pt x="12" y="48"/>
                </a:cubicBezTo>
                <a:cubicBezTo>
                  <a:pt x="9" y="40"/>
                  <a:pt x="8" y="32"/>
                  <a:pt x="8" y="24"/>
                </a:cubicBezTo>
                <a:cubicBezTo>
                  <a:pt x="132" y="24"/>
                  <a:pt x="132" y="24"/>
                  <a:pt x="132" y="24"/>
                </a:cubicBezTo>
                <a:cubicBezTo>
                  <a:pt x="134" y="24"/>
                  <a:pt x="136" y="22"/>
                  <a:pt x="136" y="20"/>
                </a:cubicBezTo>
                <a:cubicBezTo>
                  <a:pt x="136" y="18"/>
                  <a:pt x="134" y="16"/>
                  <a:pt x="132" y="16"/>
                </a:cubicBezTo>
                <a:cubicBezTo>
                  <a:pt x="8" y="16"/>
                  <a:pt x="8" y="16"/>
                  <a:pt x="8" y="16"/>
                </a:cubicBezTo>
                <a:cubicBezTo>
                  <a:pt x="8" y="4"/>
                  <a:pt x="8" y="4"/>
                  <a:pt x="8" y="4"/>
                </a:cubicBezTo>
                <a:cubicBezTo>
                  <a:pt x="8" y="2"/>
                  <a:pt x="6" y="0"/>
                  <a:pt x="4" y="0"/>
                </a:cubicBezTo>
                <a:cubicBezTo>
                  <a:pt x="2" y="0"/>
                  <a:pt x="0" y="2"/>
                  <a:pt x="0" y="4"/>
                </a:cubicBezTo>
                <a:cubicBezTo>
                  <a:pt x="0" y="24"/>
                  <a:pt x="0" y="24"/>
                  <a:pt x="0" y="24"/>
                </a:cubicBezTo>
                <a:cubicBezTo>
                  <a:pt x="0" y="53"/>
                  <a:pt x="14" y="80"/>
                  <a:pt x="37" y="98"/>
                </a:cubicBezTo>
                <a:close/>
                <a:moveTo>
                  <a:pt x="164" y="0"/>
                </a:moveTo>
                <a:cubicBezTo>
                  <a:pt x="162" y="0"/>
                  <a:pt x="160" y="2"/>
                  <a:pt x="160" y="4"/>
                </a:cubicBezTo>
                <a:cubicBezTo>
                  <a:pt x="160" y="24"/>
                  <a:pt x="160" y="24"/>
                  <a:pt x="160" y="24"/>
                </a:cubicBezTo>
                <a:cubicBezTo>
                  <a:pt x="160" y="50"/>
                  <a:pt x="147" y="75"/>
                  <a:pt x="126" y="91"/>
                </a:cubicBezTo>
                <a:cubicBezTo>
                  <a:pt x="37" y="158"/>
                  <a:pt x="37" y="158"/>
                  <a:pt x="37" y="158"/>
                </a:cubicBezTo>
                <a:cubicBezTo>
                  <a:pt x="14" y="176"/>
                  <a:pt x="0" y="203"/>
                  <a:pt x="0" y="232"/>
                </a:cubicBezTo>
                <a:cubicBezTo>
                  <a:pt x="0" y="252"/>
                  <a:pt x="0" y="252"/>
                  <a:pt x="0" y="252"/>
                </a:cubicBezTo>
                <a:cubicBezTo>
                  <a:pt x="0" y="254"/>
                  <a:pt x="2" y="256"/>
                  <a:pt x="4" y="256"/>
                </a:cubicBezTo>
                <a:cubicBezTo>
                  <a:pt x="6" y="256"/>
                  <a:pt x="8" y="254"/>
                  <a:pt x="8" y="252"/>
                </a:cubicBezTo>
                <a:cubicBezTo>
                  <a:pt x="8" y="232"/>
                  <a:pt x="8" y="232"/>
                  <a:pt x="8" y="232"/>
                </a:cubicBezTo>
                <a:cubicBezTo>
                  <a:pt x="8" y="206"/>
                  <a:pt x="21" y="181"/>
                  <a:pt x="42" y="165"/>
                </a:cubicBezTo>
                <a:cubicBezTo>
                  <a:pt x="131" y="98"/>
                  <a:pt x="131" y="98"/>
                  <a:pt x="131" y="98"/>
                </a:cubicBezTo>
                <a:cubicBezTo>
                  <a:pt x="154" y="80"/>
                  <a:pt x="168" y="53"/>
                  <a:pt x="168" y="24"/>
                </a:cubicBezTo>
                <a:cubicBezTo>
                  <a:pt x="168" y="4"/>
                  <a:pt x="168" y="4"/>
                  <a:pt x="168" y="4"/>
                </a:cubicBezTo>
                <a:cubicBezTo>
                  <a:pt x="168" y="2"/>
                  <a:pt x="166" y="0"/>
                  <a:pt x="164" y="0"/>
                </a:cubicBezTo>
                <a:close/>
                <a:moveTo>
                  <a:pt x="131" y="158"/>
                </a:moveTo>
                <a:cubicBezTo>
                  <a:pt x="108" y="141"/>
                  <a:pt x="108" y="141"/>
                  <a:pt x="108" y="141"/>
                </a:cubicBezTo>
                <a:cubicBezTo>
                  <a:pt x="106" y="139"/>
                  <a:pt x="103" y="140"/>
                  <a:pt x="102" y="142"/>
                </a:cubicBezTo>
                <a:cubicBezTo>
                  <a:pt x="101" y="143"/>
                  <a:pt x="101" y="146"/>
                  <a:pt x="103" y="147"/>
                </a:cubicBezTo>
                <a:cubicBezTo>
                  <a:pt x="126" y="165"/>
                  <a:pt x="126" y="165"/>
                  <a:pt x="126" y="165"/>
                </a:cubicBezTo>
                <a:cubicBezTo>
                  <a:pt x="128" y="166"/>
                  <a:pt x="129" y="167"/>
                  <a:pt x="130" y="168"/>
                </a:cubicBezTo>
                <a:cubicBezTo>
                  <a:pt x="64" y="168"/>
                  <a:pt x="64" y="168"/>
                  <a:pt x="64" y="168"/>
                </a:cubicBezTo>
                <a:cubicBezTo>
                  <a:pt x="62" y="168"/>
                  <a:pt x="60" y="170"/>
                  <a:pt x="60" y="172"/>
                </a:cubicBezTo>
                <a:cubicBezTo>
                  <a:pt x="60" y="174"/>
                  <a:pt x="62" y="176"/>
                  <a:pt x="64" y="176"/>
                </a:cubicBezTo>
                <a:cubicBezTo>
                  <a:pt x="139" y="176"/>
                  <a:pt x="139" y="176"/>
                  <a:pt x="139" y="176"/>
                </a:cubicBezTo>
                <a:cubicBezTo>
                  <a:pt x="145" y="183"/>
                  <a:pt x="150" y="191"/>
                  <a:pt x="154" y="200"/>
                </a:cubicBezTo>
                <a:cubicBezTo>
                  <a:pt x="40" y="200"/>
                  <a:pt x="40" y="200"/>
                  <a:pt x="40" y="200"/>
                </a:cubicBezTo>
                <a:cubicBezTo>
                  <a:pt x="38" y="200"/>
                  <a:pt x="36" y="202"/>
                  <a:pt x="36" y="204"/>
                </a:cubicBezTo>
                <a:cubicBezTo>
                  <a:pt x="36" y="206"/>
                  <a:pt x="38" y="208"/>
                  <a:pt x="40" y="208"/>
                </a:cubicBezTo>
                <a:cubicBezTo>
                  <a:pt x="156" y="208"/>
                  <a:pt x="156" y="208"/>
                  <a:pt x="156" y="208"/>
                </a:cubicBezTo>
                <a:cubicBezTo>
                  <a:pt x="156" y="208"/>
                  <a:pt x="156" y="208"/>
                  <a:pt x="156" y="208"/>
                </a:cubicBezTo>
                <a:cubicBezTo>
                  <a:pt x="159" y="216"/>
                  <a:pt x="160" y="224"/>
                  <a:pt x="160" y="232"/>
                </a:cubicBezTo>
                <a:cubicBezTo>
                  <a:pt x="36" y="232"/>
                  <a:pt x="36" y="232"/>
                  <a:pt x="36" y="232"/>
                </a:cubicBezTo>
                <a:cubicBezTo>
                  <a:pt x="34" y="232"/>
                  <a:pt x="32" y="234"/>
                  <a:pt x="32" y="236"/>
                </a:cubicBezTo>
                <a:cubicBezTo>
                  <a:pt x="32" y="238"/>
                  <a:pt x="34" y="240"/>
                  <a:pt x="36" y="240"/>
                </a:cubicBezTo>
                <a:cubicBezTo>
                  <a:pt x="160" y="240"/>
                  <a:pt x="160" y="240"/>
                  <a:pt x="160" y="240"/>
                </a:cubicBezTo>
                <a:cubicBezTo>
                  <a:pt x="160" y="252"/>
                  <a:pt x="160" y="252"/>
                  <a:pt x="160" y="252"/>
                </a:cubicBezTo>
                <a:cubicBezTo>
                  <a:pt x="160" y="254"/>
                  <a:pt x="162" y="256"/>
                  <a:pt x="164" y="256"/>
                </a:cubicBezTo>
                <a:cubicBezTo>
                  <a:pt x="166" y="256"/>
                  <a:pt x="168" y="254"/>
                  <a:pt x="168" y="252"/>
                </a:cubicBezTo>
                <a:cubicBezTo>
                  <a:pt x="168" y="232"/>
                  <a:pt x="168" y="232"/>
                  <a:pt x="168" y="232"/>
                </a:cubicBezTo>
                <a:cubicBezTo>
                  <a:pt x="168" y="203"/>
                  <a:pt x="154" y="176"/>
                  <a:pt x="131" y="15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04" name="Freeform 200">
            <a:extLst>
              <a:ext uri="{FF2B5EF4-FFF2-40B4-BE49-F238E27FC236}">
                <a16:creationId xmlns:a16="http://schemas.microsoft.com/office/drawing/2014/main" id="{C1E0AECF-899F-4EC4-B2AD-6845354ABBEA}"/>
              </a:ext>
            </a:extLst>
          </p:cNvPr>
          <p:cNvSpPr>
            <a:spLocks noChangeAspect="1" noEditPoints="1"/>
          </p:cNvSpPr>
          <p:nvPr/>
        </p:nvSpPr>
        <p:spPr bwMode="auto">
          <a:xfrm>
            <a:off x="10244786" y="4342752"/>
            <a:ext cx="409575" cy="406400"/>
          </a:xfrm>
          <a:custGeom>
            <a:avLst/>
            <a:gdLst>
              <a:gd name="T0" fmla="*/ 237 w 262"/>
              <a:gd name="T1" fmla="*/ 99 h 260"/>
              <a:gd name="T2" fmla="*/ 100 w 262"/>
              <a:gd name="T3" fmla="*/ 52 h 260"/>
              <a:gd name="T4" fmla="*/ 81 w 262"/>
              <a:gd name="T5" fmla="*/ 14 h 260"/>
              <a:gd name="T6" fmla="*/ 133 w 262"/>
              <a:gd name="T7" fmla="*/ 17 h 260"/>
              <a:gd name="T8" fmla="*/ 78 w 262"/>
              <a:gd name="T9" fmla="*/ 7 h 260"/>
              <a:gd name="T10" fmla="*/ 44 w 262"/>
              <a:gd name="T11" fmla="*/ 116 h 260"/>
              <a:gd name="T12" fmla="*/ 12 w 262"/>
              <a:gd name="T13" fmla="*/ 106 h 260"/>
              <a:gd name="T14" fmla="*/ 32 w 262"/>
              <a:gd name="T15" fmla="*/ 73 h 260"/>
              <a:gd name="T16" fmla="*/ 4 w 262"/>
              <a:gd name="T17" fmla="*/ 104 h 260"/>
              <a:gd name="T18" fmla="*/ 25 w 262"/>
              <a:gd name="T19" fmla="*/ 163 h 260"/>
              <a:gd name="T20" fmla="*/ 79 w 262"/>
              <a:gd name="T21" fmla="*/ 244 h 260"/>
              <a:gd name="T22" fmla="*/ 165 w 262"/>
              <a:gd name="T23" fmla="*/ 259 h 260"/>
              <a:gd name="T24" fmla="*/ 220 w 262"/>
              <a:gd name="T25" fmla="*/ 196 h 260"/>
              <a:gd name="T26" fmla="*/ 234 w 262"/>
              <a:gd name="T27" fmla="*/ 110 h 260"/>
              <a:gd name="T28" fmla="*/ 231 w 262"/>
              <a:gd name="T29" fmla="*/ 184 h 260"/>
              <a:gd name="T30" fmla="*/ 233 w 262"/>
              <a:gd name="T31" fmla="*/ 191 h 260"/>
              <a:gd name="T32" fmla="*/ 258 w 262"/>
              <a:gd name="T33" fmla="*/ 158 h 260"/>
              <a:gd name="T34" fmla="*/ 148 w 262"/>
              <a:gd name="T35" fmla="*/ 33 h 260"/>
              <a:gd name="T36" fmla="*/ 147 w 262"/>
              <a:gd name="T37" fmla="*/ 56 h 260"/>
              <a:gd name="T38" fmla="*/ 148 w 262"/>
              <a:gd name="T39" fmla="*/ 33 h 260"/>
              <a:gd name="T40" fmla="*/ 33 w 262"/>
              <a:gd name="T41" fmla="*/ 167 h 260"/>
              <a:gd name="T42" fmla="*/ 106 w 262"/>
              <a:gd name="T43" fmla="*/ 232 h 260"/>
              <a:gd name="T44" fmla="*/ 181 w 262"/>
              <a:gd name="T45" fmla="*/ 248 h 260"/>
              <a:gd name="T46" fmla="*/ 115 w 262"/>
              <a:gd name="T47" fmla="*/ 206 h 260"/>
              <a:gd name="T48" fmla="*/ 131 w 262"/>
              <a:gd name="T49" fmla="*/ 221 h 260"/>
              <a:gd name="T50" fmla="*/ 133 w 262"/>
              <a:gd name="T51" fmla="*/ 228 h 260"/>
              <a:gd name="T52" fmla="*/ 161 w 262"/>
              <a:gd name="T53" fmla="*/ 210 h 260"/>
              <a:gd name="T54" fmla="*/ 181 w 262"/>
              <a:gd name="T55" fmla="*/ 248 h 260"/>
              <a:gd name="T56" fmla="*/ 212 w 262"/>
              <a:gd name="T57" fmla="*/ 194 h 260"/>
              <a:gd name="T58" fmla="*/ 189 w 262"/>
              <a:gd name="T59" fmla="*/ 184 h 260"/>
              <a:gd name="T60" fmla="*/ 212 w 262"/>
              <a:gd name="T61" fmla="*/ 194 h 260"/>
              <a:gd name="T62" fmla="*/ 204 w 262"/>
              <a:gd name="T63" fmla="*/ 100 h 260"/>
              <a:gd name="T64" fmla="*/ 196 w 262"/>
              <a:gd name="T65" fmla="*/ 91 h 260"/>
              <a:gd name="T66" fmla="*/ 196 w 262"/>
              <a:gd name="T67" fmla="*/ 103 h 260"/>
              <a:gd name="T68" fmla="*/ 184 w 262"/>
              <a:gd name="T69" fmla="*/ 179 h 260"/>
              <a:gd name="T70" fmla="*/ 117 w 262"/>
              <a:gd name="T71" fmla="*/ 198 h 260"/>
              <a:gd name="T72" fmla="*/ 66 w 262"/>
              <a:gd name="T73" fmla="*/ 159 h 260"/>
              <a:gd name="T74" fmla="*/ 54 w 262"/>
              <a:gd name="T75" fmla="*/ 139 h 260"/>
              <a:gd name="T76" fmla="*/ 58 w 262"/>
              <a:gd name="T77" fmla="*/ 162 h 260"/>
              <a:gd name="T78" fmla="*/ 35 w 262"/>
              <a:gd name="T79" fmla="*/ 158 h 260"/>
              <a:gd name="T80" fmla="*/ 83 w 262"/>
              <a:gd name="T81" fmla="*/ 78 h 260"/>
              <a:gd name="T82" fmla="*/ 78 w 262"/>
              <a:gd name="T83" fmla="*/ 72 h 260"/>
              <a:gd name="T84" fmla="*/ 51 w 262"/>
              <a:gd name="T85" fmla="*/ 106 h 260"/>
              <a:gd name="T86" fmla="*/ 50 w 262"/>
              <a:gd name="T87" fmla="*/ 68 h 260"/>
              <a:gd name="T88" fmla="*/ 227 w 262"/>
              <a:gd name="T89" fmla="*/ 104 h 260"/>
              <a:gd name="T90" fmla="*/ 229 w 262"/>
              <a:gd name="T91" fmla="*/ 95 h 260"/>
              <a:gd name="T92" fmla="*/ 188 w 262"/>
              <a:gd name="T93" fmla="*/ 69 h 260"/>
              <a:gd name="T94" fmla="*/ 217 w 262"/>
              <a:gd name="T95" fmla="*/ 37 h 260"/>
              <a:gd name="T96" fmla="*/ 97 w 262"/>
              <a:gd name="T97" fmla="*/ 131 h 260"/>
              <a:gd name="T98" fmla="*/ 169 w 262"/>
              <a:gd name="T99" fmla="*/ 131 h 260"/>
              <a:gd name="T100" fmla="*/ 97 w 262"/>
              <a:gd name="T101" fmla="*/ 131 h 260"/>
              <a:gd name="T102" fmla="*/ 133 w 262"/>
              <a:gd name="T103" fmla="*/ 159 h 260"/>
              <a:gd name="T104" fmla="*/ 133 w 262"/>
              <a:gd name="T105" fmla="*/ 103 h 260"/>
              <a:gd name="T106" fmla="*/ 117 w 262"/>
              <a:gd name="T107" fmla="*/ 131 h 260"/>
              <a:gd name="T108" fmla="*/ 125 w 262"/>
              <a:gd name="T109" fmla="*/ 131 h 260"/>
              <a:gd name="T110" fmla="*/ 137 w 262"/>
              <a:gd name="T111" fmla="*/ 119 h 260"/>
              <a:gd name="T112" fmla="*/ 117 w 262"/>
              <a:gd name="T113" fmla="*/ 131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2" h="260">
                <a:moveTo>
                  <a:pt x="236" y="101"/>
                </a:moveTo>
                <a:cubicBezTo>
                  <a:pt x="236" y="101"/>
                  <a:pt x="236" y="100"/>
                  <a:pt x="237" y="99"/>
                </a:cubicBezTo>
                <a:cubicBezTo>
                  <a:pt x="243" y="70"/>
                  <a:pt x="238" y="46"/>
                  <a:pt x="222" y="31"/>
                </a:cubicBezTo>
                <a:cubicBezTo>
                  <a:pt x="196" y="7"/>
                  <a:pt x="147" y="16"/>
                  <a:pt x="100" y="52"/>
                </a:cubicBezTo>
                <a:cubicBezTo>
                  <a:pt x="83" y="52"/>
                  <a:pt x="66" y="55"/>
                  <a:pt x="51" y="60"/>
                </a:cubicBezTo>
                <a:cubicBezTo>
                  <a:pt x="55" y="37"/>
                  <a:pt x="66" y="21"/>
                  <a:pt x="81" y="14"/>
                </a:cubicBezTo>
                <a:cubicBezTo>
                  <a:pt x="95" y="9"/>
                  <a:pt x="110" y="10"/>
                  <a:pt x="127" y="19"/>
                </a:cubicBezTo>
                <a:cubicBezTo>
                  <a:pt x="129" y="20"/>
                  <a:pt x="132" y="19"/>
                  <a:pt x="133" y="17"/>
                </a:cubicBezTo>
                <a:cubicBezTo>
                  <a:pt x="134" y="16"/>
                  <a:pt x="133" y="13"/>
                  <a:pt x="131" y="12"/>
                </a:cubicBezTo>
                <a:cubicBezTo>
                  <a:pt x="112" y="2"/>
                  <a:pt x="94" y="0"/>
                  <a:pt x="78" y="7"/>
                </a:cubicBezTo>
                <a:cubicBezTo>
                  <a:pt x="48" y="20"/>
                  <a:pt x="34" y="63"/>
                  <a:pt x="44" y="116"/>
                </a:cubicBezTo>
                <a:cubicBezTo>
                  <a:pt x="44" y="116"/>
                  <a:pt x="44" y="116"/>
                  <a:pt x="44" y="116"/>
                </a:cubicBezTo>
                <a:cubicBezTo>
                  <a:pt x="37" y="128"/>
                  <a:pt x="32" y="140"/>
                  <a:pt x="28" y="152"/>
                </a:cubicBezTo>
                <a:cubicBezTo>
                  <a:pt x="15" y="137"/>
                  <a:pt x="9" y="121"/>
                  <a:pt x="12" y="106"/>
                </a:cubicBezTo>
                <a:cubicBezTo>
                  <a:pt x="14" y="95"/>
                  <a:pt x="21" y="86"/>
                  <a:pt x="31" y="78"/>
                </a:cubicBezTo>
                <a:cubicBezTo>
                  <a:pt x="33" y="77"/>
                  <a:pt x="34" y="74"/>
                  <a:pt x="32" y="73"/>
                </a:cubicBezTo>
                <a:cubicBezTo>
                  <a:pt x="31" y="71"/>
                  <a:pt x="28" y="70"/>
                  <a:pt x="27" y="72"/>
                </a:cubicBezTo>
                <a:cubicBezTo>
                  <a:pt x="14" y="80"/>
                  <a:pt x="7" y="92"/>
                  <a:pt x="4" y="104"/>
                </a:cubicBezTo>
                <a:cubicBezTo>
                  <a:pt x="0" y="123"/>
                  <a:pt x="9" y="143"/>
                  <a:pt x="26" y="161"/>
                </a:cubicBezTo>
                <a:cubicBezTo>
                  <a:pt x="26" y="161"/>
                  <a:pt x="26" y="162"/>
                  <a:pt x="25" y="163"/>
                </a:cubicBezTo>
                <a:cubicBezTo>
                  <a:pt x="19" y="192"/>
                  <a:pt x="24" y="216"/>
                  <a:pt x="40" y="231"/>
                </a:cubicBezTo>
                <a:cubicBezTo>
                  <a:pt x="50" y="240"/>
                  <a:pt x="63" y="244"/>
                  <a:pt x="79" y="244"/>
                </a:cubicBezTo>
                <a:cubicBezTo>
                  <a:pt x="89" y="244"/>
                  <a:pt x="101" y="242"/>
                  <a:pt x="113" y="238"/>
                </a:cubicBezTo>
                <a:cubicBezTo>
                  <a:pt x="130" y="251"/>
                  <a:pt x="148" y="259"/>
                  <a:pt x="165" y="259"/>
                </a:cubicBezTo>
                <a:cubicBezTo>
                  <a:pt x="171" y="259"/>
                  <a:pt x="178" y="258"/>
                  <a:pt x="184" y="255"/>
                </a:cubicBezTo>
                <a:cubicBezTo>
                  <a:pt x="204" y="247"/>
                  <a:pt x="216" y="226"/>
                  <a:pt x="220" y="196"/>
                </a:cubicBezTo>
                <a:cubicBezTo>
                  <a:pt x="222" y="180"/>
                  <a:pt x="221" y="163"/>
                  <a:pt x="218" y="146"/>
                </a:cubicBezTo>
                <a:cubicBezTo>
                  <a:pt x="225" y="134"/>
                  <a:pt x="230" y="122"/>
                  <a:pt x="234" y="110"/>
                </a:cubicBezTo>
                <a:cubicBezTo>
                  <a:pt x="247" y="125"/>
                  <a:pt x="253" y="141"/>
                  <a:pt x="250" y="156"/>
                </a:cubicBezTo>
                <a:cubicBezTo>
                  <a:pt x="248" y="167"/>
                  <a:pt x="241" y="176"/>
                  <a:pt x="231" y="184"/>
                </a:cubicBezTo>
                <a:cubicBezTo>
                  <a:pt x="229" y="185"/>
                  <a:pt x="228" y="188"/>
                  <a:pt x="230" y="189"/>
                </a:cubicBezTo>
                <a:cubicBezTo>
                  <a:pt x="231" y="190"/>
                  <a:pt x="232" y="191"/>
                  <a:pt x="233" y="191"/>
                </a:cubicBezTo>
                <a:cubicBezTo>
                  <a:pt x="234" y="191"/>
                  <a:pt x="235" y="191"/>
                  <a:pt x="235" y="190"/>
                </a:cubicBezTo>
                <a:cubicBezTo>
                  <a:pt x="248" y="182"/>
                  <a:pt x="255" y="170"/>
                  <a:pt x="258" y="158"/>
                </a:cubicBezTo>
                <a:cubicBezTo>
                  <a:pt x="262" y="139"/>
                  <a:pt x="253" y="119"/>
                  <a:pt x="236" y="101"/>
                </a:cubicBezTo>
                <a:close/>
                <a:moveTo>
                  <a:pt x="148" y="33"/>
                </a:moveTo>
                <a:cubicBezTo>
                  <a:pt x="157" y="42"/>
                  <a:pt x="167" y="53"/>
                  <a:pt x="175" y="64"/>
                </a:cubicBezTo>
                <a:cubicBezTo>
                  <a:pt x="166" y="61"/>
                  <a:pt x="157" y="59"/>
                  <a:pt x="147" y="56"/>
                </a:cubicBezTo>
                <a:cubicBezTo>
                  <a:pt x="136" y="54"/>
                  <a:pt x="124" y="53"/>
                  <a:pt x="113" y="52"/>
                </a:cubicBezTo>
                <a:cubicBezTo>
                  <a:pt x="125" y="44"/>
                  <a:pt x="137" y="38"/>
                  <a:pt x="148" y="33"/>
                </a:cubicBezTo>
                <a:close/>
                <a:moveTo>
                  <a:pt x="45" y="225"/>
                </a:moveTo>
                <a:cubicBezTo>
                  <a:pt x="32" y="213"/>
                  <a:pt x="28" y="192"/>
                  <a:pt x="33" y="167"/>
                </a:cubicBezTo>
                <a:cubicBezTo>
                  <a:pt x="44" y="177"/>
                  <a:pt x="58" y="185"/>
                  <a:pt x="74" y="192"/>
                </a:cubicBezTo>
                <a:cubicBezTo>
                  <a:pt x="83" y="208"/>
                  <a:pt x="94" y="221"/>
                  <a:pt x="106" y="232"/>
                </a:cubicBezTo>
                <a:cubicBezTo>
                  <a:pt x="81" y="239"/>
                  <a:pt x="59" y="237"/>
                  <a:pt x="45" y="225"/>
                </a:cubicBezTo>
                <a:close/>
                <a:moveTo>
                  <a:pt x="181" y="248"/>
                </a:moveTo>
                <a:cubicBezTo>
                  <a:pt x="152" y="260"/>
                  <a:pt x="115" y="238"/>
                  <a:pt x="87" y="197"/>
                </a:cubicBezTo>
                <a:cubicBezTo>
                  <a:pt x="96" y="201"/>
                  <a:pt x="105" y="203"/>
                  <a:pt x="115" y="206"/>
                </a:cubicBezTo>
                <a:cubicBezTo>
                  <a:pt x="126" y="208"/>
                  <a:pt x="137" y="209"/>
                  <a:pt x="148" y="210"/>
                </a:cubicBezTo>
                <a:cubicBezTo>
                  <a:pt x="143" y="214"/>
                  <a:pt x="137" y="218"/>
                  <a:pt x="131" y="221"/>
                </a:cubicBezTo>
                <a:cubicBezTo>
                  <a:pt x="129" y="222"/>
                  <a:pt x="128" y="224"/>
                  <a:pt x="129" y="226"/>
                </a:cubicBezTo>
                <a:cubicBezTo>
                  <a:pt x="130" y="227"/>
                  <a:pt x="132" y="228"/>
                  <a:pt x="133" y="228"/>
                </a:cubicBezTo>
                <a:cubicBezTo>
                  <a:pt x="134" y="228"/>
                  <a:pt x="134" y="228"/>
                  <a:pt x="135" y="228"/>
                </a:cubicBezTo>
                <a:cubicBezTo>
                  <a:pt x="144" y="223"/>
                  <a:pt x="153" y="217"/>
                  <a:pt x="161" y="210"/>
                </a:cubicBezTo>
                <a:cubicBezTo>
                  <a:pt x="179" y="210"/>
                  <a:pt x="196" y="207"/>
                  <a:pt x="211" y="202"/>
                </a:cubicBezTo>
                <a:cubicBezTo>
                  <a:pt x="207" y="225"/>
                  <a:pt x="196" y="241"/>
                  <a:pt x="181" y="248"/>
                </a:cubicBezTo>
                <a:close/>
                <a:moveTo>
                  <a:pt x="212" y="194"/>
                </a:moveTo>
                <a:cubicBezTo>
                  <a:pt x="212" y="194"/>
                  <a:pt x="212" y="194"/>
                  <a:pt x="212" y="194"/>
                </a:cubicBezTo>
                <a:cubicBezTo>
                  <a:pt x="200" y="198"/>
                  <a:pt x="186" y="201"/>
                  <a:pt x="172" y="202"/>
                </a:cubicBezTo>
                <a:cubicBezTo>
                  <a:pt x="178" y="196"/>
                  <a:pt x="184" y="191"/>
                  <a:pt x="189" y="184"/>
                </a:cubicBezTo>
                <a:cubicBezTo>
                  <a:pt x="198" y="175"/>
                  <a:pt x="205" y="166"/>
                  <a:pt x="211" y="156"/>
                </a:cubicBezTo>
                <a:cubicBezTo>
                  <a:pt x="213" y="169"/>
                  <a:pt x="213" y="182"/>
                  <a:pt x="212" y="194"/>
                </a:cubicBezTo>
                <a:close/>
                <a:moveTo>
                  <a:pt x="215" y="134"/>
                </a:moveTo>
                <a:cubicBezTo>
                  <a:pt x="212" y="123"/>
                  <a:pt x="209" y="111"/>
                  <a:pt x="204" y="100"/>
                </a:cubicBezTo>
                <a:cubicBezTo>
                  <a:pt x="203" y="98"/>
                  <a:pt x="202" y="96"/>
                  <a:pt x="201" y="93"/>
                </a:cubicBezTo>
                <a:cubicBezTo>
                  <a:pt x="200" y="91"/>
                  <a:pt x="198" y="90"/>
                  <a:pt x="196" y="91"/>
                </a:cubicBezTo>
                <a:cubicBezTo>
                  <a:pt x="194" y="92"/>
                  <a:pt x="193" y="95"/>
                  <a:pt x="194" y="97"/>
                </a:cubicBezTo>
                <a:cubicBezTo>
                  <a:pt x="195" y="99"/>
                  <a:pt x="196" y="101"/>
                  <a:pt x="196" y="103"/>
                </a:cubicBezTo>
                <a:cubicBezTo>
                  <a:pt x="202" y="117"/>
                  <a:pt x="207" y="131"/>
                  <a:pt x="209" y="145"/>
                </a:cubicBezTo>
                <a:cubicBezTo>
                  <a:pt x="202" y="156"/>
                  <a:pt x="194" y="168"/>
                  <a:pt x="184" y="179"/>
                </a:cubicBezTo>
                <a:cubicBezTo>
                  <a:pt x="176" y="187"/>
                  <a:pt x="167" y="195"/>
                  <a:pt x="159" y="202"/>
                </a:cubicBezTo>
                <a:cubicBezTo>
                  <a:pt x="145" y="202"/>
                  <a:pt x="131" y="201"/>
                  <a:pt x="117" y="198"/>
                </a:cubicBezTo>
                <a:cubicBezTo>
                  <a:pt x="104" y="195"/>
                  <a:pt x="91" y="191"/>
                  <a:pt x="79" y="186"/>
                </a:cubicBezTo>
                <a:cubicBezTo>
                  <a:pt x="74" y="178"/>
                  <a:pt x="70" y="168"/>
                  <a:pt x="66" y="159"/>
                </a:cubicBezTo>
                <a:cubicBezTo>
                  <a:pt x="63" y="153"/>
                  <a:pt x="61" y="147"/>
                  <a:pt x="59" y="142"/>
                </a:cubicBezTo>
                <a:cubicBezTo>
                  <a:pt x="58" y="140"/>
                  <a:pt x="56" y="139"/>
                  <a:pt x="54" y="139"/>
                </a:cubicBezTo>
                <a:cubicBezTo>
                  <a:pt x="52" y="140"/>
                  <a:pt x="51" y="142"/>
                  <a:pt x="52" y="144"/>
                </a:cubicBezTo>
                <a:cubicBezTo>
                  <a:pt x="53" y="150"/>
                  <a:pt x="56" y="156"/>
                  <a:pt x="58" y="162"/>
                </a:cubicBezTo>
                <a:cubicBezTo>
                  <a:pt x="61" y="168"/>
                  <a:pt x="64" y="174"/>
                  <a:pt x="67" y="180"/>
                </a:cubicBezTo>
                <a:cubicBezTo>
                  <a:pt x="54" y="174"/>
                  <a:pt x="44" y="167"/>
                  <a:pt x="35" y="158"/>
                </a:cubicBezTo>
                <a:cubicBezTo>
                  <a:pt x="42" y="133"/>
                  <a:pt x="57" y="107"/>
                  <a:pt x="78" y="83"/>
                </a:cubicBezTo>
                <a:cubicBezTo>
                  <a:pt x="80" y="81"/>
                  <a:pt x="82" y="80"/>
                  <a:pt x="83" y="78"/>
                </a:cubicBezTo>
                <a:cubicBezTo>
                  <a:pt x="85" y="76"/>
                  <a:pt x="85" y="74"/>
                  <a:pt x="83" y="72"/>
                </a:cubicBezTo>
                <a:cubicBezTo>
                  <a:pt x="82" y="71"/>
                  <a:pt x="79" y="71"/>
                  <a:pt x="78" y="72"/>
                </a:cubicBezTo>
                <a:cubicBezTo>
                  <a:pt x="76" y="74"/>
                  <a:pt x="74" y="76"/>
                  <a:pt x="73" y="78"/>
                </a:cubicBezTo>
                <a:cubicBezTo>
                  <a:pt x="64" y="87"/>
                  <a:pt x="57" y="96"/>
                  <a:pt x="51" y="106"/>
                </a:cubicBezTo>
                <a:cubicBezTo>
                  <a:pt x="49" y="92"/>
                  <a:pt x="49" y="80"/>
                  <a:pt x="50" y="68"/>
                </a:cubicBezTo>
                <a:cubicBezTo>
                  <a:pt x="50" y="68"/>
                  <a:pt x="50" y="68"/>
                  <a:pt x="50" y="68"/>
                </a:cubicBezTo>
                <a:cubicBezTo>
                  <a:pt x="76" y="58"/>
                  <a:pt x="111" y="57"/>
                  <a:pt x="145" y="64"/>
                </a:cubicBezTo>
                <a:cubicBezTo>
                  <a:pt x="179" y="71"/>
                  <a:pt x="208" y="86"/>
                  <a:pt x="227" y="104"/>
                </a:cubicBezTo>
                <a:cubicBezTo>
                  <a:pt x="224" y="114"/>
                  <a:pt x="220" y="124"/>
                  <a:pt x="215" y="134"/>
                </a:cubicBezTo>
                <a:close/>
                <a:moveTo>
                  <a:pt x="229" y="95"/>
                </a:moveTo>
                <a:cubicBezTo>
                  <a:pt x="218" y="85"/>
                  <a:pt x="204" y="77"/>
                  <a:pt x="188" y="70"/>
                </a:cubicBezTo>
                <a:cubicBezTo>
                  <a:pt x="188" y="69"/>
                  <a:pt x="188" y="69"/>
                  <a:pt x="188" y="69"/>
                </a:cubicBezTo>
                <a:cubicBezTo>
                  <a:pt x="178" y="54"/>
                  <a:pt x="168" y="41"/>
                  <a:pt x="156" y="30"/>
                </a:cubicBezTo>
                <a:cubicBezTo>
                  <a:pt x="181" y="23"/>
                  <a:pt x="203" y="25"/>
                  <a:pt x="217" y="37"/>
                </a:cubicBezTo>
                <a:cubicBezTo>
                  <a:pt x="230" y="49"/>
                  <a:pt x="234" y="70"/>
                  <a:pt x="229" y="95"/>
                </a:cubicBezTo>
                <a:close/>
                <a:moveTo>
                  <a:pt x="97" y="131"/>
                </a:moveTo>
                <a:cubicBezTo>
                  <a:pt x="97" y="151"/>
                  <a:pt x="113" y="167"/>
                  <a:pt x="133" y="167"/>
                </a:cubicBezTo>
                <a:cubicBezTo>
                  <a:pt x="153" y="167"/>
                  <a:pt x="169" y="151"/>
                  <a:pt x="169" y="131"/>
                </a:cubicBezTo>
                <a:cubicBezTo>
                  <a:pt x="169" y="111"/>
                  <a:pt x="153" y="95"/>
                  <a:pt x="133" y="95"/>
                </a:cubicBezTo>
                <a:cubicBezTo>
                  <a:pt x="113" y="95"/>
                  <a:pt x="97" y="111"/>
                  <a:pt x="97" y="131"/>
                </a:cubicBezTo>
                <a:close/>
                <a:moveTo>
                  <a:pt x="161" y="131"/>
                </a:moveTo>
                <a:cubicBezTo>
                  <a:pt x="161" y="146"/>
                  <a:pt x="148" y="159"/>
                  <a:pt x="133" y="159"/>
                </a:cubicBezTo>
                <a:cubicBezTo>
                  <a:pt x="118" y="159"/>
                  <a:pt x="105" y="146"/>
                  <a:pt x="105" y="131"/>
                </a:cubicBezTo>
                <a:cubicBezTo>
                  <a:pt x="105" y="116"/>
                  <a:pt x="118" y="103"/>
                  <a:pt x="133" y="103"/>
                </a:cubicBezTo>
                <a:cubicBezTo>
                  <a:pt x="148" y="103"/>
                  <a:pt x="161" y="116"/>
                  <a:pt x="161" y="131"/>
                </a:cubicBezTo>
                <a:close/>
                <a:moveTo>
                  <a:pt x="117" y="131"/>
                </a:moveTo>
                <a:cubicBezTo>
                  <a:pt x="117" y="133"/>
                  <a:pt x="119" y="135"/>
                  <a:pt x="121" y="135"/>
                </a:cubicBezTo>
                <a:cubicBezTo>
                  <a:pt x="123" y="135"/>
                  <a:pt x="125" y="133"/>
                  <a:pt x="125" y="131"/>
                </a:cubicBezTo>
                <a:cubicBezTo>
                  <a:pt x="125" y="127"/>
                  <a:pt x="129" y="123"/>
                  <a:pt x="133" y="123"/>
                </a:cubicBezTo>
                <a:cubicBezTo>
                  <a:pt x="135" y="123"/>
                  <a:pt x="137" y="121"/>
                  <a:pt x="137" y="119"/>
                </a:cubicBezTo>
                <a:cubicBezTo>
                  <a:pt x="137" y="117"/>
                  <a:pt x="135" y="115"/>
                  <a:pt x="133" y="115"/>
                </a:cubicBezTo>
                <a:cubicBezTo>
                  <a:pt x="124" y="115"/>
                  <a:pt x="117" y="122"/>
                  <a:pt x="117" y="13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88" name="Freeform 204">
            <a:extLst>
              <a:ext uri="{FF2B5EF4-FFF2-40B4-BE49-F238E27FC236}">
                <a16:creationId xmlns:a16="http://schemas.microsoft.com/office/drawing/2014/main" id="{052422B2-693A-4A95-9325-764A60549912}"/>
              </a:ext>
            </a:extLst>
          </p:cNvPr>
          <p:cNvSpPr>
            <a:spLocks noChangeAspect="1" noEditPoints="1"/>
          </p:cNvSpPr>
          <p:nvPr/>
        </p:nvSpPr>
        <p:spPr bwMode="auto">
          <a:xfrm>
            <a:off x="571501" y="5299842"/>
            <a:ext cx="403225" cy="400050"/>
          </a:xfrm>
          <a:custGeom>
            <a:avLst/>
            <a:gdLst>
              <a:gd name="T0" fmla="*/ 229 w 258"/>
              <a:gd name="T1" fmla="*/ 154 h 256"/>
              <a:gd name="T2" fmla="*/ 177 w 258"/>
              <a:gd name="T3" fmla="*/ 168 h 256"/>
              <a:gd name="T4" fmla="*/ 94 w 258"/>
              <a:gd name="T5" fmla="*/ 148 h 256"/>
              <a:gd name="T6" fmla="*/ 35 w 258"/>
              <a:gd name="T7" fmla="*/ 177 h 256"/>
              <a:gd name="T8" fmla="*/ 32 w 258"/>
              <a:gd name="T9" fmla="*/ 174 h 256"/>
              <a:gd name="T10" fmla="*/ 3 w 258"/>
              <a:gd name="T11" fmla="*/ 184 h 256"/>
              <a:gd name="T12" fmla="*/ 7 w 258"/>
              <a:gd name="T13" fmla="*/ 192 h 256"/>
              <a:gd name="T14" fmla="*/ 63 w 258"/>
              <a:gd name="T15" fmla="*/ 238 h 256"/>
              <a:gd name="T16" fmla="*/ 41 w 258"/>
              <a:gd name="T17" fmla="*/ 254 h 256"/>
              <a:gd name="T18" fmla="*/ 47 w 258"/>
              <a:gd name="T19" fmla="*/ 256 h 256"/>
              <a:gd name="T20" fmla="*/ 73 w 258"/>
              <a:gd name="T21" fmla="*/ 241 h 256"/>
              <a:gd name="T22" fmla="*/ 70 w 258"/>
              <a:gd name="T23" fmla="*/ 235 h 256"/>
              <a:gd name="T24" fmla="*/ 94 w 258"/>
              <a:gd name="T25" fmla="*/ 224 h 256"/>
              <a:gd name="T26" fmla="*/ 174 w 258"/>
              <a:gd name="T27" fmla="*/ 221 h 256"/>
              <a:gd name="T28" fmla="*/ 255 w 258"/>
              <a:gd name="T29" fmla="*/ 180 h 256"/>
              <a:gd name="T30" fmla="*/ 242 w 258"/>
              <a:gd name="T31" fmla="*/ 183 h 256"/>
              <a:gd name="T32" fmla="*/ 157 w 258"/>
              <a:gd name="T33" fmla="*/ 216 h 256"/>
              <a:gd name="T34" fmla="*/ 80 w 258"/>
              <a:gd name="T35" fmla="*/ 220 h 256"/>
              <a:gd name="T36" fmla="*/ 38 w 258"/>
              <a:gd name="T37" fmla="*/ 184 h 256"/>
              <a:gd name="T38" fmla="*/ 80 w 258"/>
              <a:gd name="T39" fmla="*/ 160 h 256"/>
              <a:gd name="T40" fmla="*/ 157 w 258"/>
              <a:gd name="T41" fmla="*/ 156 h 256"/>
              <a:gd name="T42" fmla="*/ 157 w 258"/>
              <a:gd name="T43" fmla="*/ 180 h 256"/>
              <a:gd name="T44" fmla="*/ 105 w 258"/>
              <a:gd name="T45" fmla="*/ 184 h 256"/>
              <a:gd name="T46" fmla="*/ 157 w 258"/>
              <a:gd name="T47" fmla="*/ 188 h 256"/>
              <a:gd name="T48" fmla="*/ 162 w 258"/>
              <a:gd name="T49" fmla="*/ 188 h 256"/>
              <a:gd name="T50" fmla="*/ 248 w 258"/>
              <a:gd name="T51" fmla="*/ 168 h 256"/>
              <a:gd name="T52" fmla="*/ 119 w 258"/>
              <a:gd name="T53" fmla="*/ 89 h 256"/>
              <a:gd name="T54" fmla="*/ 131 w 258"/>
              <a:gd name="T55" fmla="*/ 85 h 256"/>
              <a:gd name="T56" fmla="*/ 86 w 258"/>
              <a:gd name="T57" fmla="*/ 69 h 256"/>
              <a:gd name="T58" fmla="*/ 96 w 258"/>
              <a:gd name="T59" fmla="*/ 20 h 256"/>
              <a:gd name="T60" fmla="*/ 119 w 258"/>
              <a:gd name="T61" fmla="*/ 48 h 256"/>
              <a:gd name="T62" fmla="*/ 115 w 258"/>
              <a:gd name="T63" fmla="*/ 56 h 256"/>
              <a:gd name="T64" fmla="*/ 133 w 258"/>
              <a:gd name="T65" fmla="*/ 124 h 256"/>
              <a:gd name="T66" fmla="*/ 107 w 258"/>
              <a:gd name="T67" fmla="*/ 131 h 256"/>
              <a:gd name="T68" fmla="*/ 111 w 258"/>
              <a:gd name="T69" fmla="*/ 137 h 256"/>
              <a:gd name="T70" fmla="*/ 134 w 258"/>
              <a:gd name="T71" fmla="*/ 132 h 256"/>
              <a:gd name="T72" fmla="*/ 165 w 258"/>
              <a:gd name="T73" fmla="*/ 116 h 256"/>
              <a:gd name="T74" fmla="*/ 195 w 258"/>
              <a:gd name="T75" fmla="*/ 132 h 256"/>
              <a:gd name="T76" fmla="*/ 197 w 258"/>
              <a:gd name="T77" fmla="*/ 132 h 256"/>
              <a:gd name="T78" fmla="*/ 224 w 258"/>
              <a:gd name="T79" fmla="*/ 144 h 256"/>
              <a:gd name="T80" fmla="*/ 227 w 258"/>
              <a:gd name="T81" fmla="*/ 137 h 256"/>
              <a:gd name="T82" fmla="*/ 197 w 258"/>
              <a:gd name="T83" fmla="*/ 124 h 256"/>
              <a:gd name="T84" fmla="*/ 165 w 258"/>
              <a:gd name="T85" fmla="*/ 108 h 256"/>
              <a:gd name="T86" fmla="*/ 153 w 258"/>
              <a:gd name="T87" fmla="*/ 76 h 256"/>
              <a:gd name="T88" fmla="*/ 72 w 258"/>
              <a:gd name="T89" fmla="*/ 2 h 256"/>
              <a:gd name="T90" fmla="*/ 65 w 258"/>
              <a:gd name="T91" fmla="*/ 4 h 256"/>
              <a:gd name="T92" fmla="*/ 80 w 258"/>
              <a:gd name="T93" fmla="*/ 75 h 256"/>
              <a:gd name="T94" fmla="*/ 176 w 258"/>
              <a:gd name="T95" fmla="*/ 88 h 256"/>
              <a:gd name="T96" fmla="*/ 217 w 258"/>
              <a:gd name="T97" fmla="*/ 81 h 256"/>
              <a:gd name="T98" fmla="*/ 236 w 258"/>
              <a:gd name="T99" fmla="*/ 28 h 256"/>
              <a:gd name="T100" fmla="*/ 179 w 258"/>
              <a:gd name="T101" fmla="*/ 49 h 256"/>
              <a:gd name="T102" fmla="*/ 176 w 258"/>
              <a:gd name="T103" fmla="*/ 88 h 256"/>
              <a:gd name="T104" fmla="*/ 229 w 258"/>
              <a:gd name="T105" fmla="*/ 35 h 256"/>
              <a:gd name="T106" fmla="*/ 180 w 258"/>
              <a:gd name="T107" fmla="*/ 8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8" h="256">
                <a:moveTo>
                  <a:pt x="255" y="164"/>
                </a:moveTo>
                <a:cubicBezTo>
                  <a:pt x="251" y="154"/>
                  <a:pt x="240" y="149"/>
                  <a:pt x="229" y="154"/>
                </a:cubicBezTo>
                <a:cubicBezTo>
                  <a:pt x="176" y="174"/>
                  <a:pt x="176" y="174"/>
                  <a:pt x="176" y="174"/>
                </a:cubicBezTo>
                <a:cubicBezTo>
                  <a:pt x="177" y="172"/>
                  <a:pt x="177" y="170"/>
                  <a:pt x="177" y="168"/>
                </a:cubicBezTo>
                <a:cubicBezTo>
                  <a:pt x="177" y="157"/>
                  <a:pt x="168" y="148"/>
                  <a:pt x="157" y="148"/>
                </a:cubicBezTo>
                <a:cubicBezTo>
                  <a:pt x="94" y="148"/>
                  <a:pt x="94" y="148"/>
                  <a:pt x="94" y="148"/>
                </a:cubicBezTo>
                <a:cubicBezTo>
                  <a:pt x="87" y="148"/>
                  <a:pt x="81" y="150"/>
                  <a:pt x="76" y="153"/>
                </a:cubicBezTo>
                <a:cubicBezTo>
                  <a:pt x="35" y="177"/>
                  <a:pt x="35" y="177"/>
                  <a:pt x="35" y="177"/>
                </a:cubicBezTo>
                <a:cubicBezTo>
                  <a:pt x="35" y="177"/>
                  <a:pt x="35" y="177"/>
                  <a:pt x="34" y="177"/>
                </a:cubicBezTo>
                <a:cubicBezTo>
                  <a:pt x="32" y="174"/>
                  <a:pt x="32" y="174"/>
                  <a:pt x="32" y="174"/>
                </a:cubicBezTo>
                <a:cubicBezTo>
                  <a:pt x="31" y="172"/>
                  <a:pt x="29" y="172"/>
                  <a:pt x="27" y="172"/>
                </a:cubicBezTo>
                <a:cubicBezTo>
                  <a:pt x="3" y="184"/>
                  <a:pt x="3" y="184"/>
                  <a:pt x="3" y="184"/>
                </a:cubicBezTo>
                <a:cubicBezTo>
                  <a:pt x="1" y="185"/>
                  <a:pt x="0" y="188"/>
                  <a:pt x="1" y="190"/>
                </a:cubicBezTo>
                <a:cubicBezTo>
                  <a:pt x="2" y="192"/>
                  <a:pt x="5" y="193"/>
                  <a:pt x="7" y="192"/>
                </a:cubicBezTo>
                <a:cubicBezTo>
                  <a:pt x="28" y="181"/>
                  <a:pt x="28" y="181"/>
                  <a:pt x="28" y="181"/>
                </a:cubicBezTo>
                <a:cubicBezTo>
                  <a:pt x="63" y="238"/>
                  <a:pt x="63" y="238"/>
                  <a:pt x="63" y="238"/>
                </a:cubicBezTo>
                <a:cubicBezTo>
                  <a:pt x="43" y="248"/>
                  <a:pt x="43" y="248"/>
                  <a:pt x="43" y="248"/>
                </a:cubicBezTo>
                <a:cubicBezTo>
                  <a:pt x="41" y="249"/>
                  <a:pt x="40" y="252"/>
                  <a:pt x="41" y="254"/>
                </a:cubicBezTo>
                <a:cubicBezTo>
                  <a:pt x="42" y="255"/>
                  <a:pt x="44" y="256"/>
                  <a:pt x="45" y="256"/>
                </a:cubicBezTo>
                <a:cubicBezTo>
                  <a:pt x="46" y="256"/>
                  <a:pt x="46" y="256"/>
                  <a:pt x="47" y="256"/>
                </a:cubicBezTo>
                <a:cubicBezTo>
                  <a:pt x="71" y="244"/>
                  <a:pt x="71" y="244"/>
                  <a:pt x="71" y="244"/>
                </a:cubicBezTo>
                <a:cubicBezTo>
                  <a:pt x="72" y="243"/>
                  <a:pt x="73" y="242"/>
                  <a:pt x="73" y="241"/>
                </a:cubicBezTo>
                <a:cubicBezTo>
                  <a:pt x="73" y="240"/>
                  <a:pt x="73" y="239"/>
                  <a:pt x="72" y="238"/>
                </a:cubicBezTo>
                <a:cubicBezTo>
                  <a:pt x="70" y="235"/>
                  <a:pt x="70" y="235"/>
                  <a:pt x="70" y="235"/>
                </a:cubicBezTo>
                <a:cubicBezTo>
                  <a:pt x="84" y="227"/>
                  <a:pt x="84" y="227"/>
                  <a:pt x="84" y="227"/>
                </a:cubicBezTo>
                <a:cubicBezTo>
                  <a:pt x="87" y="225"/>
                  <a:pt x="90" y="224"/>
                  <a:pt x="94" y="224"/>
                </a:cubicBezTo>
                <a:cubicBezTo>
                  <a:pt x="157" y="224"/>
                  <a:pt x="157" y="224"/>
                  <a:pt x="157" y="224"/>
                </a:cubicBezTo>
                <a:cubicBezTo>
                  <a:pt x="163" y="224"/>
                  <a:pt x="169" y="223"/>
                  <a:pt x="174" y="221"/>
                </a:cubicBezTo>
                <a:cubicBezTo>
                  <a:pt x="245" y="191"/>
                  <a:pt x="245" y="191"/>
                  <a:pt x="245" y="191"/>
                </a:cubicBezTo>
                <a:cubicBezTo>
                  <a:pt x="250" y="189"/>
                  <a:pt x="253" y="185"/>
                  <a:pt x="255" y="180"/>
                </a:cubicBezTo>
                <a:cubicBezTo>
                  <a:pt x="258" y="175"/>
                  <a:pt x="258" y="169"/>
                  <a:pt x="255" y="164"/>
                </a:cubicBezTo>
                <a:close/>
                <a:moveTo>
                  <a:pt x="242" y="183"/>
                </a:moveTo>
                <a:cubicBezTo>
                  <a:pt x="171" y="213"/>
                  <a:pt x="171" y="213"/>
                  <a:pt x="171" y="213"/>
                </a:cubicBezTo>
                <a:cubicBezTo>
                  <a:pt x="166" y="215"/>
                  <a:pt x="162" y="216"/>
                  <a:pt x="157" y="216"/>
                </a:cubicBezTo>
                <a:cubicBezTo>
                  <a:pt x="94" y="216"/>
                  <a:pt x="94" y="216"/>
                  <a:pt x="94" y="216"/>
                </a:cubicBezTo>
                <a:cubicBezTo>
                  <a:pt x="89" y="216"/>
                  <a:pt x="84" y="217"/>
                  <a:pt x="80" y="220"/>
                </a:cubicBezTo>
                <a:cubicBezTo>
                  <a:pt x="66" y="228"/>
                  <a:pt x="66" y="228"/>
                  <a:pt x="66" y="228"/>
                </a:cubicBezTo>
                <a:cubicBezTo>
                  <a:pt x="38" y="184"/>
                  <a:pt x="38" y="184"/>
                  <a:pt x="38" y="184"/>
                </a:cubicBezTo>
                <a:cubicBezTo>
                  <a:pt x="39" y="184"/>
                  <a:pt x="39" y="184"/>
                  <a:pt x="39" y="183"/>
                </a:cubicBezTo>
                <a:cubicBezTo>
                  <a:pt x="80" y="160"/>
                  <a:pt x="80" y="160"/>
                  <a:pt x="80" y="160"/>
                </a:cubicBezTo>
                <a:cubicBezTo>
                  <a:pt x="84" y="157"/>
                  <a:pt x="89" y="156"/>
                  <a:pt x="94" y="156"/>
                </a:cubicBezTo>
                <a:cubicBezTo>
                  <a:pt x="157" y="156"/>
                  <a:pt x="157" y="156"/>
                  <a:pt x="157" y="156"/>
                </a:cubicBezTo>
                <a:cubicBezTo>
                  <a:pt x="164" y="156"/>
                  <a:pt x="169" y="161"/>
                  <a:pt x="169" y="168"/>
                </a:cubicBezTo>
                <a:cubicBezTo>
                  <a:pt x="169" y="175"/>
                  <a:pt x="164" y="180"/>
                  <a:pt x="157" y="180"/>
                </a:cubicBezTo>
                <a:cubicBezTo>
                  <a:pt x="109" y="180"/>
                  <a:pt x="109" y="180"/>
                  <a:pt x="109" y="180"/>
                </a:cubicBezTo>
                <a:cubicBezTo>
                  <a:pt x="107" y="180"/>
                  <a:pt x="105" y="182"/>
                  <a:pt x="105" y="184"/>
                </a:cubicBezTo>
                <a:cubicBezTo>
                  <a:pt x="105" y="186"/>
                  <a:pt x="107" y="188"/>
                  <a:pt x="109" y="188"/>
                </a:cubicBezTo>
                <a:cubicBezTo>
                  <a:pt x="157" y="188"/>
                  <a:pt x="157" y="188"/>
                  <a:pt x="157" y="188"/>
                </a:cubicBezTo>
                <a:cubicBezTo>
                  <a:pt x="158" y="188"/>
                  <a:pt x="159" y="188"/>
                  <a:pt x="160" y="188"/>
                </a:cubicBezTo>
                <a:cubicBezTo>
                  <a:pt x="161" y="188"/>
                  <a:pt x="161" y="188"/>
                  <a:pt x="162" y="188"/>
                </a:cubicBezTo>
                <a:cubicBezTo>
                  <a:pt x="232" y="161"/>
                  <a:pt x="232" y="161"/>
                  <a:pt x="232" y="161"/>
                </a:cubicBezTo>
                <a:cubicBezTo>
                  <a:pt x="239" y="158"/>
                  <a:pt x="246" y="161"/>
                  <a:pt x="248" y="168"/>
                </a:cubicBezTo>
                <a:cubicBezTo>
                  <a:pt x="251" y="174"/>
                  <a:pt x="248" y="181"/>
                  <a:pt x="242" y="183"/>
                </a:cubicBezTo>
                <a:close/>
                <a:moveTo>
                  <a:pt x="119" y="89"/>
                </a:moveTo>
                <a:cubicBezTo>
                  <a:pt x="122" y="89"/>
                  <a:pt x="125" y="89"/>
                  <a:pt x="128" y="89"/>
                </a:cubicBezTo>
                <a:cubicBezTo>
                  <a:pt x="130" y="89"/>
                  <a:pt x="132" y="87"/>
                  <a:pt x="131" y="85"/>
                </a:cubicBezTo>
                <a:cubicBezTo>
                  <a:pt x="131" y="82"/>
                  <a:pt x="129" y="81"/>
                  <a:pt x="127" y="81"/>
                </a:cubicBezTo>
                <a:cubicBezTo>
                  <a:pt x="109" y="83"/>
                  <a:pt x="95" y="79"/>
                  <a:pt x="86" y="69"/>
                </a:cubicBezTo>
                <a:cubicBezTo>
                  <a:pt x="78" y="61"/>
                  <a:pt x="69" y="45"/>
                  <a:pt x="72" y="12"/>
                </a:cubicBezTo>
                <a:cubicBezTo>
                  <a:pt x="78" y="16"/>
                  <a:pt x="87" y="18"/>
                  <a:pt x="96" y="20"/>
                </a:cubicBezTo>
                <a:cubicBezTo>
                  <a:pt x="118" y="26"/>
                  <a:pt x="143" y="33"/>
                  <a:pt x="145" y="67"/>
                </a:cubicBezTo>
                <a:cubicBezTo>
                  <a:pt x="133" y="55"/>
                  <a:pt x="120" y="49"/>
                  <a:pt x="119" y="48"/>
                </a:cubicBezTo>
                <a:cubicBezTo>
                  <a:pt x="117" y="47"/>
                  <a:pt x="114" y="48"/>
                  <a:pt x="113" y="50"/>
                </a:cubicBezTo>
                <a:cubicBezTo>
                  <a:pt x="112" y="52"/>
                  <a:pt x="113" y="55"/>
                  <a:pt x="115" y="56"/>
                </a:cubicBezTo>
                <a:cubicBezTo>
                  <a:pt x="116" y="56"/>
                  <a:pt x="155" y="74"/>
                  <a:pt x="157" y="109"/>
                </a:cubicBezTo>
                <a:cubicBezTo>
                  <a:pt x="147" y="111"/>
                  <a:pt x="139" y="116"/>
                  <a:pt x="133" y="124"/>
                </a:cubicBezTo>
                <a:cubicBezTo>
                  <a:pt x="131" y="124"/>
                  <a:pt x="130" y="124"/>
                  <a:pt x="129" y="124"/>
                </a:cubicBezTo>
                <a:cubicBezTo>
                  <a:pt x="121" y="124"/>
                  <a:pt x="113" y="126"/>
                  <a:pt x="107" y="131"/>
                </a:cubicBezTo>
                <a:cubicBezTo>
                  <a:pt x="105" y="132"/>
                  <a:pt x="104" y="135"/>
                  <a:pt x="106" y="136"/>
                </a:cubicBezTo>
                <a:cubicBezTo>
                  <a:pt x="107" y="138"/>
                  <a:pt x="109" y="139"/>
                  <a:pt x="111" y="137"/>
                </a:cubicBezTo>
                <a:cubicBezTo>
                  <a:pt x="116" y="134"/>
                  <a:pt x="123" y="132"/>
                  <a:pt x="129" y="132"/>
                </a:cubicBezTo>
                <a:cubicBezTo>
                  <a:pt x="131" y="132"/>
                  <a:pt x="132" y="132"/>
                  <a:pt x="134" y="132"/>
                </a:cubicBezTo>
                <a:cubicBezTo>
                  <a:pt x="136" y="133"/>
                  <a:pt x="137" y="132"/>
                  <a:pt x="138" y="131"/>
                </a:cubicBezTo>
                <a:cubicBezTo>
                  <a:pt x="144" y="122"/>
                  <a:pt x="154" y="116"/>
                  <a:pt x="165" y="116"/>
                </a:cubicBezTo>
                <a:cubicBezTo>
                  <a:pt x="176" y="116"/>
                  <a:pt x="186" y="121"/>
                  <a:pt x="192" y="130"/>
                </a:cubicBezTo>
                <a:cubicBezTo>
                  <a:pt x="192" y="132"/>
                  <a:pt x="194" y="132"/>
                  <a:pt x="195" y="132"/>
                </a:cubicBezTo>
                <a:cubicBezTo>
                  <a:pt x="196" y="132"/>
                  <a:pt x="196" y="132"/>
                  <a:pt x="196" y="132"/>
                </a:cubicBezTo>
                <a:cubicBezTo>
                  <a:pt x="196" y="132"/>
                  <a:pt x="197" y="132"/>
                  <a:pt x="197" y="132"/>
                </a:cubicBezTo>
                <a:cubicBezTo>
                  <a:pt x="206" y="132"/>
                  <a:pt x="215" y="136"/>
                  <a:pt x="221" y="143"/>
                </a:cubicBezTo>
                <a:cubicBezTo>
                  <a:pt x="222" y="144"/>
                  <a:pt x="223" y="144"/>
                  <a:pt x="224" y="144"/>
                </a:cubicBezTo>
                <a:cubicBezTo>
                  <a:pt x="225" y="144"/>
                  <a:pt x="226" y="144"/>
                  <a:pt x="226" y="143"/>
                </a:cubicBezTo>
                <a:cubicBezTo>
                  <a:pt x="228" y="142"/>
                  <a:pt x="228" y="139"/>
                  <a:pt x="227" y="137"/>
                </a:cubicBezTo>
                <a:cubicBezTo>
                  <a:pt x="219" y="129"/>
                  <a:pt x="208" y="124"/>
                  <a:pt x="197" y="124"/>
                </a:cubicBezTo>
                <a:cubicBezTo>
                  <a:pt x="197" y="124"/>
                  <a:pt x="197" y="124"/>
                  <a:pt x="197" y="124"/>
                </a:cubicBezTo>
                <a:cubicBezTo>
                  <a:pt x="189" y="114"/>
                  <a:pt x="178" y="108"/>
                  <a:pt x="165" y="108"/>
                </a:cubicBezTo>
                <a:cubicBezTo>
                  <a:pt x="165" y="108"/>
                  <a:pt x="165" y="108"/>
                  <a:pt x="165" y="108"/>
                </a:cubicBezTo>
                <a:cubicBezTo>
                  <a:pt x="164" y="95"/>
                  <a:pt x="159" y="85"/>
                  <a:pt x="153" y="76"/>
                </a:cubicBezTo>
                <a:cubicBezTo>
                  <a:pt x="153" y="76"/>
                  <a:pt x="153" y="76"/>
                  <a:pt x="153" y="76"/>
                </a:cubicBezTo>
                <a:cubicBezTo>
                  <a:pt x="156" y="28"/>
                  <a:pt x="122" y="19"/>
                  <a:pt x="98" y="13"/>
                </a:cubicBezTo>
                <a:cubicBezTo>
                  <a:pt x="87" y="10"/>
                  <a:pt x="76" y="7"/>
                  <a:pt x="72" y="2"/>
                </a:cubicBezTo>
                <a:cubicBezTo>
                  <a:pt x="71" y="0"/>
                  <a:pt x="69" y="0"/>
                  <a:pt x="68" y="0"/>
                </a:cubicBezTo>
                <a:cubicBezTo>
                  <a:pt x="66" y="1"/>
                  <a:pt x="65" y="2"/>
                  <a:pt x="65" y="4"/>
                </a:cubicBezTo>
                <a:cubicBezTo>
                  <a:pt x="65" y="4"/>
                  <a:pt x="65" y="5"/>
                  <a:pt x="65" y="6"/>
                </a:cubicBezTo>
                <a:cubicBezTo>
                  <a:pt x="61" y="37"/>
                  <a:pt x="66" y="61"/>
                  <a:pt x="80" y="75"/>
                </a:cubicBezTo>
                <a:cubicBezTo>
                  <a:pt x="89" y="85"/>
                  <a:pt x="102" y="89"/>
                  <a:pt x="119" y="89"/>
                </a:cubicBezTo>
                <a:close/>
                <a:moveTo>
                  <a:pt x="176" y="88"/>
                </a:moveTo>
                <a:cubicBezTo>
                  <a:pt x="181" y="89"/>
                  <a:pt x="186" y="89"/>
                  <a:pt x="190" y="89"/>
                </a:cubicBezTo>
                <a:cubicBezTo>
                  <a:pt x="200" y="89"/>
                  <a:pt x="209" y="87"/>
                  <a:pt x="217" y="81"/>
                </a:cubicBezTo>
                <a:cubicBezTo>
                  <a:pt x="237" y="64"/>
                  <a:pt x="238" y="32"/>
                  <a:pt x="238" y="31"/>
                </a:cubicBezTo>
                <a:cubicBezTo>
                  <a:pt x="238" y="29"/>
                  <a:pt x="237" y="28"/>
                  <a:pt x="236" y="28"/>
                </a:cubicBezTo>
                <a:cubicBezTo>
                  <a:pt x="236" y="27"/>
                  <a:pt x="235" y="26"/>
                  <a:pt x="233" y="27"/>
                </a:cubicBezTo>
                <a:cubicBezTo>
                  <a:pt x="232" y="27"/>
                  <a:pt x="196" y="28"/>
                  <a:pt x="179" y="49"/>
                </a:cubicBezTo>
                <a:cubicBezTo>
                  <a:pt x="172" y="58"/>
                  <a:pt x="170" y="71"/>
                  <a:pt x="173" y="85"/>
                </a:cubicBezTo>
                <a:cubicBezTo>
                  <a:pt x="173" y="86"/>
                  <a:pt x="175" y="88"/>
                  <a:pt x="176" y="88"/>
                </a:cubicBezTo>
                <a:close/>
                <a:moveTo>
                  <a:pt x="186" y="54"/>
                </a:moveTo>
                <a:cubicBezTo>
                  <a:pt x="197" y="39"/>
                  <a:pt x="220" y="36"/>
                  <a:pt x="229" y="35"/>
                </a:cubicBezTo>
                <a:cubicBezTo>
                  <a:pt x="228" y="44"/>
                  <a:pt x="225" y="64"/>
                  <a:pt x="212" y="74"/>
                </a:cubicBezTo>
                <a:cubicBezTo>
                  <a:pt x="204" y="81"/>
                  <a:pt x="193" y="83"/>
                  <a:pt x="180" y="81"/>
                </a:cubicBezTo>
                <a:cubicBezTo>
                  <a:pt x="178" y="70"/>
                  <a:pt x="180" y="61"/>
                  <a:pt x="186" y="5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19" name="Freeform 208">
            <a:extLst>
              <a:ext uri="{FF2B5EF4-FFF2-40B4-BE49-F238E27FC236}">
                <a16:creationId xmlns:a16="http://schemas.microsoft.com/office/drawing/2014/main" id="{16DD96C5-6C60-4518-9C39-DD8BB54AAFF4}"/>
              </a:ext>
            </a:extLst>
          </p:cNvPr>
          <p:cNvSpPr>
            <a:spLocks noChangeAspect="1" noEditPoints="1"/>
          </p:cNvSpPr>
          <p:nvPr/>
        </p:nvSpPr>
        <p:spPr bwMode="auto">
          <a:xfrm>
            <a:off x="1603441" y="5297314"/>
            <a:ext cx="274637" cy="387350"/>
          </a:xfrm>
          <a:custGeom>
            <a:avLst/>
            <a:gdLst>
              <a:gd name="T0" fmla="*/ 156 w 176"/>
              <a:gd name="T1" fmla="*/ 20 h 248"/>
              <a:gd name="T2" fmla="*/ 140 w 176"/>
              <a:gd name="T3" fmla="*/ 20 h 248"/>
              <a:gd name="T4" fmla="*/ 88 w 176"/>
              <a:gd name="T5" fmla="*/ 16 h 248"/>
              <a:gd name="T6" fmla="*/ 88 w 176"/>
              <a:gd name="T7" fmla="*/ 0 h 248"/>
              <a:gd name="T8" fmla="*/ 88 w 176"/>
              <a:gd name="T9" fmla="*/ 16 h 248"/>
              <a:gd name="T10" fmla="*/ 36 w 176"/>
              <a:gd name="T11" fmla="*/ 20 h 248"/>
              <a:gd name="T12" fmla="*/ 20 w 176"/>
              <a:gd name="T13" fmla="*/ 20 h 248"/>
              <a:gd name="T14" fmla="*/ 60 w 176"/>
              <a:gd name="T15" fmla="*/ 48 h 248"/>
              <a:gd name="T16" fmla="*/ 60 w 176"/>
              <a:gd name="T17" fmla="*/ 32 h 248"/>
              <a:gd name="T18" fmla="*/ 60 w 176"/>
              <a:gd name="T19" fmla="*/ 48 h 248"/>
              <a:gd name="T20" fmla="*/ 124 w 176"/>
              <a:gd name="T21" fmla="*/ 40 h 248"/>
              <a:gd name="T22" fmla="*/ 108 w 176"/>
              <a:gd name="T23" fmla="*/ 40 h 248"/>
              <a:gd name="T24" fmla="*/ 166 w 176"/>
              <a:gd name="T25" fmla="*/ 56 h 248"/>
              <a:gd name="T26" fmla="*/ 159 w 176"/>
              <a:gd name="T27" fmla="*/ 59 h 248"/>
              <a:gd name="T28" fmla="*/ 97 w 176"/>
              <a:gd name="T29" fmla="*/ 127 h 248"/>
              <a:gd name="T30" fmla="*/ 164 w 176"/>
              <a:gd name="T31" fmla="*/ 65 h 248"/>
              <a:gd name="T32" fmla="*/ 166 w 176"/>
              <a:gd name="T33" fmla="*/ 64 h 248"/>
              <a:gd name="T34" fmla="*/ 168 w 176"/>
              <a:gd name="T35" fmla="*/ 148 h 248"/>
              <a:gd name="T36" fmla="*/ 108 w 176"/>
              <a:gd name="T37" fmla="*/ 204 h 248"/>
              <a:gd name="T38" fmla="*/ 108 w 176"/>
              <a:gd name="T39" fmla="*/ 212 h 248"/>
              <a:gd name="T40" fmla="*/ 116 w 176"/>
              <a:gd name="T41" fmla="*/ 212 h 248"/>
              <a:gd name="T42" fmla="*/ 176 w 176"/>
              <a:gd name="T43" fmla="*/ 66 h 248"/>
              <a:gd name="T44" fmla="*/ 95 w 176"/>
              <a:gd name="T45" fmla="*/ 137 h 248"/>
              <a:gd name="T46" fmla="*/ 11 w 176"/>
              <a:gd name="T47" fmla="*/ 56 h 248"/>
              <a:gd name="T48" fmla="*/ 0 w 176"/>
              <a:gd name="T49" fmla="*/ 66 h 248"/>
              <a:gd name="T50" fmla="*/ 60 w 176"/>
              <a:gd name="T51" fmla="*/ 212 h 248"/>
              <a:gd name="T52" fmla="*/ 84 w 176"/>
              <a:gd name="T53" fmla="*/ 207 h 248"/>
              <a:gd name="T54" fmla="*/ 92 w 176"/>
              <a:gd name="T55" fmla="*/ 248 h 248"/>
              <a:gd name="T56" fmla="*/ 95 w 176"/>
              <a:gd name="T57" fmla="*/ 199 h 248"/>
              <a:gd name="T58" fmla="*/ 95 w 176"/>
              <a:gd name="T59" fmla="*/ 137 h 248"/>
              <a:gd name="T60" fmla="*/ 60 w 176"/>
              <a:gd name="T61" fmla="*/ 204 h 248"/>
              <a:gd name="T62" fmla="*/ 8 w 176"/>
              <a:gd name="T63" fmla="*/ 66 h 248"/>
              <a:gd name="T64" fmla="*/ 10 w 176"/>
              <a:gd name="T65" fmla="*/ 64 h 248"/>
              <a:gd name="T66" fmla="*/ 89 w 176"/>
              <a:gd name="T67" fmla="*/ 143 h 248"/>
              <a:gd name="T68" fmla="*/ 58 w 176"/>
              <a:gd name="T69" fmla="*/ 95 h 248"/>
              <a:gd name="T70" fmla="*/ 63 w 176"/>
              <a:gd name="T71" fmla="*/ 94 h 248"/>
              <a:gd name="T72" fmla="*/ 84 w 176"/>
              <a:gd name="T73" fmla="*/ 65 h 248"/>
              <a:gd name="T74" fmla="*/ 85 w 176"/>
              <a:gd name="T75" fmla="*/ 65 h 248"/>
              <a:gd name="T76" fmla="*/ 85 w 176"/>
              <a:gd name="T77" fmla="*/ 64 h 248"/>
              <a:gd name="T78" fmla="*/ 90 w 176"/>
              <a:gd name="T79" fmla="*/ 64 h 248"/>
              <a:gd name="T80" fmla="*/ 91 w 176"/>
              <a:gd name="T81" fmla="*/ 65 h 248"/>
              <a:gd name="T82" fmla="*/ 92 w 176"/>
              <a:gd name="T83" fmla="*/ 65 h 248"/>
              <a:gd name="T84" fmla="*/ 95 w 176"/>
              <a:gd name="T85" fmla="*/ 68 h 248"/>
              <a:gd name="T86" fmla="*/ 118 w 176"/>
              <a:gd name="T87" fmla="*/ 95 h 248"/>
              <a:gd name="T88" fmla="*/ 101 w 176"/>
              <a:gd name="T89" fmla="*/ 63 h 248"/>
              <a:gd name="T90" fmla="*/ 97 w 176"/>
              <a:gd name="T91" fmla="*/ 59 h 248"/>
              <a:gd name="T92" fmla="*/ 94 w 176"/>
              <a:gd name="T93" fmla="*/ 57 h 248"/>
              <a:gd name="T94" fmla="*/ 83 w 176"/>
              <a:gd name="T95" fmla="*/ 57 h 248"/>
              <a:gd name="T96" fmla="*/ 81 w 176"/>
              <a:gd name="T97" fmla="*/ 58 h 248"/>
              <a:gd name="T98" fmla="*/ 79 w 176"/>
              <a:gd name="T99" fmla="*/ 59 h 248"/>
              <a:gd name="T100" fmla="*/ 57 w 176"/>
              <a:gd name="T101" fmla="*/ 9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 h="248">
                <a:moveTo>
                  <a:pt x="148" y="28"/>
                </a:moveTo>
                <a:cubicBezTo>
                  <a:pt x="152" y="28"/>
                  <a:pt x="156" y="24"/>
                  <a:pt x="156" y="20"/>
                </a:cubicBezTo>
                <a:cubicBezTo>
                  <a:pt x="156" y="16"/>
                  <a:pt x="152" y="12"/>
                  <a:pt x="148" y="12"/>
                </a:cubicBezTo>
                <a:cubicBezTo>
                  <a:pt x="144" y="12"/>
                  <a:pt x="140" y="16"/>
                  <a:pt x="140" y="20"/>
                </a:cubicBezTo>
                <a:cubicBezTo>
                  <a:pt x="140" y="24"/>
                  <a:pt x="144" y="28"/>
                  <a:pt x="148" y="28"/>
                </a:cubicBezTo>
                <a:close/>
                <a:moveTo>
                  <a:pt x="88" y="16"/>
                </a:moveTo>
                <a:cubicBezTo>
                  <a:pt x="92" y="16"/>
                  <a:pt x="96" y="12"/>
                  <a:pt x="96" y="8"/>
                </a:cubicBezTo>
                <a:cubicBezTo>
                  <a:pt x="96" y="4"/>
                  <a:pt x="92" y="0"/>
                  <a:pt x="88" y="0"/>
                </a:cubicBezTo>
                <a:cubicBezTo>
                  <a:pt x="84" y="0"/>
                  <a:pt x="80" y="4"/>
                  <a:pt x="80" y="8"/>
                </a:cubicBezTo>
                <a:cubicBezTo>
                  <a:pt x="80" y="12"/>
                  <a:pt x="84" y="16"/>
                  <a:pt x="88" y="16"/>
                </a:cubicBezTo>
                <a:close/>
                <a:moveTo>
                  <a:pt x="28" y="28"/>
                </a:moveTo>
                <a:cubicBezTo>
                  <a:pt x="32" y="28"/>
                  <a:pt x="36" y="24"/>
                  <a:pt x="36" y="20"/>
                </a:cubicBezTo>
                <a:cubicBezTo>
                  <a:pt x="36" y="16"/>
                  <a:pt x="32" y="12"/>
                  <a:pt x="28" y="12"/>
                </a:cubicBezTo>
                <a:cubicBezTo>
                  <a:pt x="24" y="12"/>
                  <a:pt x="20" y="16"/>
                  <a:pt x="20" y="20"/>
                </a:cubicBezTo>
                <a:cubicBezTo>
                  <a:pt x="20" y="24"/>
                  <a:pt x="24" y="28"/>
                  <a:pt x="28" y="28"/>
                </a:cubicBezTo>
                <a:close/>
                <a:moveTo>
                  <a:pt x="60" y="48"/>
                </a:moveTo>
                <a:cubicBezTo>
                  <a:pt x="64" y="48"/>
                  <a:pt x="68" y="44"/>
                  <a:pt x="68" y="40"/>
                </a:cubicBezTo>
                <a:cubicBezTo>
                  <a:pt x="68" y="36"/>
                  <a:pt x="64" y="32"/>
                  <a:pt x="60" y="32"/>
                </a:cubicBezTo>
                <a:cubicBezTo>
                  <a:pt x="56" y="32"/>
                  <a:pt x="52" y="36"/>
                  <a:pt x="52" y="40"/>
                </a:cubicBezTo>
                <a:cubicBezTo>
                  <a:pt x="52" y="44"/>
                  <a:pt x="56" y="48"/>
                  <a:pt x="60" y="48"/>
                </a:cubicBezTo>
                <a:close/>
                <a:moveTo>
                  <a:pt x="116" y="48"/>
                </a:moveTo>
                <a:cubicBezTo>
                  <a:pt x="120" y="48"/>
                  <a:pt x="124" y="44"/>
                  <a:pt x="124" y="40"/>
                </a:cubicBezTo>
                <a:cubicBezTo>
                  <a:pt x="124" y="36"/>
                  <a:pt x="120" y="32"/>
                  <a:pt x="116" y="32"/>
                </a:cubicBezTo>
                <a:cubicBezTo>
                  <a:pt x="112" y="32"/>
                  <a:pt x="108" y="36"/>
                  <a:pt x="108" y="40"/>
                </a:cubicBezTo>
                <a:cubicBezTo>
                  <a:pt x="108" y="44"/>
                  <a:pt x="112" y="48"/>
                  <a:pt x="116" y="48"/>
                </a:cubicBezTo>
                <a:close/>
                <a:moveTo>
                  <a:pt x="166" y="56"/>
                </a:moveTo>
                <a:cubicBezTo>
                  <a:pt x="166" y="56"/>
                  <a:pt x="165" y="56"/>
                  <a:pt x="165" y="56"/>
                </a:cubicBezTo>
                <a:cubicBezTo>
                  <a:pt x="163" y="56"/>
                  <a:pt x="161" y="57"/>
                  <a:pt x="159" y="59"/>
                </a:cubicBezTo>
                <a:cubicBezTo>
                  <a:pt x="97" y="121"/>
                  <a:pt x="97" y="121"/>
                  <a:pt x="97" y="121"/>
                </a:cubicBezTo>
                <a:cubicBezTo>
                  <a:pt x="95" y="123"/>
                  <a:pt x="95" y="125"/>
                  <a:pt x="97" y="127"/>
                </a:cubicBezTo>
                <a:cubicBezTo>
                  <a:pt x="98" y="128"/>
                  <a:pt x="101" y="128"/>
                  <a:pt x="102" y="127"/>
                </a:cubicBezTo>
                <a:cubicBezTo>
                  <a:pt x="164" y="65"/>
                  <a:pt x="164" y="65"/>
                  <a:pt x="164" y="65"/>
                </a:cubicBezTo>
                <a:cubicBezTo>
                  <a:pt x="165" y="64"/>
                  <a:pt x="166" y="64"/>
                  <a:pt x="166" y="64"/>
                </a:cubicBezTo>
                <a:cubicBezTo>
                  <a:pt x="166" y="64"/>
                  <a:pt x="166" y="64"/>
                  <a:pt x="166" y="64"/>
                </a:cubicBezTo>
                <a:cubicBezTo>
                  <a:pt x="167" y="64"/>
                  <a:pt x="168" y="65"/>
                  <a:pt x="168" y="66"/>
                </a:cubicBezTo>
                <a:cubicBezTo>
                  <a:pt x="168" y="148"/>
                  <a:pt x="168" y="148"/>
                  <a:pt x="168" y="148"/>
                </a:cubicBezTo>
                <a:cubicBezTo>
                  <a:pt x="168" y="177"/>
                  <a:pt x="145" y="202"/>
                  <a:pt x="116" y="204"/>
                </a:cubicBezTo>
                <a:cubicBezTo>
                  <a:pt x="113" y="204"/>
                  <a:pt x="111" y="204"/>
                  <a:pt x="108" y="204"/>
                </a:cubicBezTo>
                <a:cubicBezTo>
                  <a:pt x="106" y="204"/>
                  <a:pt x="104" y="205"/>
                  <a:pt x="104" y="207"/>
                </a:cubicBezTo>
                <a:cubicBezTo>
                  <a:pt x="104" y="210"/>
                  <a:pt x="105" y="212"/>
                  <a:pt x="108" y="212"/>
                </a:cubicBezTo>
                <a:cubicBezTo>
                  <a:pt x="109" y="212"/>
                  <a:pt x="111" y="212"/>
                  <a:pt x="112" y="212"/>
                </a:cubicBezTo>
                <a:cubicBezTo>
                  <a:pt x="113" y="212"/>
                  <a:pt x="115" y="212"/>
                  <a:pt x="116" y="212"/>
                </a:cubicBezTo>
                <a:cubicBezTo>
                  <a:pt x="150" y="210"/>
                  <a:pt x="176" y="182"/>
                  <a:pt x="176" y="148"/>
                </a:cubicBezTo>
                <a:cubicBezTo>
                  <a:pt x="176" y="66"/>
                  <a:pt x="176" y="66"/>
                  <a:pt x="176" y="66"/>
                </a:cubicBezTo>
                <a:cubicBezTo>
                  <a:pt x="176" y="60"/>
                  <a:pt x="172" y="56"/>
                  <a:pt x="166" y="56"/>
                </a:cubicBezTo>
                <a:close/>
                <a:moveTo>
                  <a:pt x="95" y="137"/>
                </a:moveTo>
                <a:cubicBezTo>
                  <a:pt x="17" y="59"/>
                  <a:pt x="17" y="59"/>
                  <a:pt x="17" y="59"/>
                </a:cubicBezTo>
                <a:cubicBezTo>
                  <a:pt x="15" y="57"/>
                  <a:pt x="13" y="56"/>
                  <a:pt x="11" y="56"/>
                </a:cubicBezTo>
                <a:cubicBezTo>
                  <a:pt x="11" y="56"/>
                  <a:pt x="10" y="56"/>
                  <a:pt x="10" y="56"/>
                </a:cubicBezTo>
                <a:cubicBezTo>
                  <a:pt x="4" y="56"/>
                  <a:pt x="0" y="60"/>
                  <a:pt x="0" y="66"/>
                </a:cubicBezTo>
                <a:cubicBezTo>
                  <a:pt x="0" y="148"/>
                  <a:pt x="0" y="148"/>
                  <a:pt x="0" y="148"/>
                </a:cubicBezTo>
                <a:cubicBezTo>
                  <a:pt x="0" y="182"/>
                  <a:pt x="26" y="210"/>
                  <a:pt x="60" y="212"/>
                </a:cubicBezTo>
                <a:cubicBezTo>
                  <a:pt x="61" y="212"/>
                  <a:pt x="63" y="212"/>
                  <a:pt x="64" y="212"/>
                </a:cubicBezTo>
                <a:cubicBezTo>
                  <a:pt x="71" y="212"/>
                  <a:pt x="78" y="210"/>
                  <a:pt x="84" y="207"/>
                </a:cubicBezTo>
                <a:cubicBezTo>
                  <a:pt x="84" y="248"/>
                  <a:pt x="84" y="248"/>
                  <a:pt x="84" y="248"/>
                </a:cubicBezTo>
                <a:cubicBezTo>
                  <a:pt x="92" y="248"/>
                  <a:pt x="92" y="248"/>
                  <a:pt x="92" y="248"/>
                </a:cubicBezTo>
                <a:cubicBezTo>
                  <a:pt x="92" y="202"/>
                  <a:pt x="92" y="202"/>
                  <a:pt x="92" y="202"/>
                </a:cubicBezTo>
                <a:cubicBezTo>
                  <a:pt x="93" y="201"/>
                  <a:pt x="94" y="200"/>
                  <a:pt x="95" y="199"/>
                </a:cubicBezTo>
                <a:cubicBezTo>
                  <a:pt x="103" y="191"/>
                  <a:pt x="108" y="180"/>
                  <a:pt x="108" y="168"/>
                </a:cubicBezTo>
                <a:cubicBezTo>
                  <a:pt x="108" y="156"/>
                  <a:pt x="103" y="145"/>
                  <a:pt x="95" y="137"/>
                </a:cubicBezTo>
                <a:close/>
                <a:moveTo>
                  <a:pt x="89" y="193"/>
                </a:moveTo>
                <a:cubicBezTo>
                  <a:pt x="82" y="201"/>
                  <a:pt x="71" y="205"/>
                  <a:pt x="60" y="204"/>
                </a:cubicBezTo>
                <a:cubicBezTo>
                  <a:pt x="31" y="202"/>
                  <a:pt x="8" y="177"/>
                  <a:pt x="8" y="148"/>
                </a:cubicBezTo>
                <a:cubicBezTo>
                  <a:pt x="8" y="66"/>
                  <a:pt x="8" y="66"/>
                  <a:pt x="8" y="66"/>
                </a:cubicBezTo>
                <a:cubicBezTo>
                  <a:pt x="8" y="65"/>
                  <a:pt x="9" y="64"/>
                  <a:pt x="10" y="64"/>
                </a:cubicBezTo>
                <a:cubicBezTo>
                  <a:pt x="10" y="64"/>
                  <a:pt x="10" y="64"/>
                  <a:pt x="10" y="64"/>
                </a:cubicBezTo>
                <a:cubicBezTo>
                  <a:pt x="10" y="64"/>
                  <a:pt x="11" y="64"/>
                  <a:pt x="12" y="65"/>
                </a:cubicBezTo>
                <a:cubicBezTo>
                  <a:pt x="89" y="143"/>
                  <a:pt x="89" y="143"/>
                  <a:pt x="89" y="143"/>
                </a:cubicBezTo>
                <a:cubicBezTo>
                  <a:pt x="103" y="157"/>
                  <a:pt x="103" y="179"/>
                  <a:pt x="89" y="193"/>
                </a:cubicBezTo>
                <a:close/>
                <a:moveTo>
                  <a:pt x="58" y="95"/>
                </a:moveTo>
                <a:cubicBezTo>
                  <a:pt x="59" y="96"/>
                  <a:pt x="59" y="96"/>
                  <a:pt x="60" y="96"/>
                </a:cubicBezTo>
                <a:cubicBezTo>
                  <a:pt x="61" y="96"/>
                  <a:pt x="63" y="95"/>
                  <a:pt x="63" y="94"/>
                </a:cubicBezTo>
                <a:cubicBezTo>
                  <a:pt x="81" y="68"/>
                  <a:pt x="81" y="68"/>
                  <a:pt x="81" y="68"/>
                </a:cubicBezTo>
                <a:cubicBezTo>
                  <a:pt x="82" y="67"/>
                  <a:pt x="83" y="66"/>
                  <a:pt x="84" y="65"/>
                </a:cubicBezTo>
                <a:cubicBezTo>
                  <a:pt x="84" y="65"/>
                  <a:pt x="84" y="65"/>
                  <a:pt x="84" y="65"/>
                </a:cubicBezTo>
                <a:cubicBezTo>
                  <a:pt x="84" y="65"/>
                  <a:pt x="84" y="65"/>
                  <a:pt x="85" y="65"/>
                </a:cubicBezTo>
                <a:cubicBezTo>
                  <a:pt x="85" y="65"/>
                  <a:pt x="85" y="65"/>
                  <a:pt x="85" y="65"/>
                </a:cubicBezTo>
                <a:cubicBezTo>
                  <a:pt x="85" y="65"/>
                  <a:pt x="85" y="65"/>
                  <a:pt x="85" y="64"/>
                </a:cubicBezTo>
                <a:cubicBezTo>
                  <a:pt x="85" y="64"/>
                  <a:pt x="86" y="64"/>
                  <a:pt x="86" y="64"/>
                </a:cubicBezTo>
                <a:cubicBezTo>
                  <a:pt x="88" y="64"/>
                  <a:pt x="89" y="64"/>
                  <a:pt x="90" y="64"/>
                </a:cubicBezTo>
                <a:cubicBezTo>
                  <a:pt x="90" y="64"/>
                  <a:pt x="91" y="64"/>
                  <a:pt x="91" y="64"/>
                </a:cubicBezTo>
                <a:cubicBezTo>
                  <a:pt x="91" y="65"/>
                  <a:pt x="91" y="65"/>
                  <a:pt x="91" y="65"/>
                </a:cubicBezTo>
                <a:cubicBezTo>
                  <a:pt x="91" y="65"/>
                  <a:pt x="91" y="65"/>
                  <a:pt x="91" y="65"/>
                </a:cubicBezTo>
                <a:cubicBezTo>
                  <a:pt x="92" y="65"/>
                  <a:pt x="92" y="65"/>
                  <a:pt x="92" y="65"/>
                </a:cubicBezTo>
                <a:cubicBezTo>
                  <a:pt x="92" y="65"/>
                  <a:pt x="92" y="65"/>
                  <a:pt x="93" y="65"/>
                </a:cubicBezTo>
                <a:cubicBezTo>
                  <a:pt x="93" y="66"/>
                  <a:pt x="94" y="67"/>
                  <a:pt x="95" y="68"/>
                </a:cubicBezTo>
                <a:cubicBezTo>
                  <a:pt x="113" y="94"/>
                  <a:pt x="113" y="94"/>
                  <a:pt x="113" y="94"/>
                </a:cubicBezTo>
                <a:cubicBezTo>
                  <a:pt x="114" y="96"/>
                  <a:pt x="116" y="97"/>
                  <a:pt x="118" y="95"/>
                </a:cubicBezTo>
                <a:cubicBezTo>
                  <a:pt x="120" y="94"/>
                  <a:pt x="121" y="92"/>
                  <a:pt x="119" y="90"/>
                </a:cubicBezTo>
                <a:cubicBezTo>
                  <a:pt x="101" y="63"/>
                  <a:pt x="101" y="63"/>
                  <a:pt x="101" y="63"/>
                </a:cubicBezTo>
                <a:cubicBezTo>
                  <a:pt x="100" y="61"/>
                  <a:pt x="99" y="60"/>
                  <a:pt x="97" y="59"/>
                </a:cubicBezTo>
                <a:cubicBezTo>
                  <a:pt x="97" y="59"/>
                  <a:pt x="97" y="59"/>
                  <a:pt x="97" y="59"/>
                </a:cubicBezTo>
                <a:cubicBezTo>
                  <a:pt x="96" y="58"/>
                  <a:pt x="96" y="58"/>
                  <a:pt x="95" y="58"/>
                </a:cubicBezTo>
                <a:cubicBezTo>
                  <a:pt x="95" y="58"/>
                  <a:pt x="94" y="57"/>
                  <a:pt x="94" y="57"/>
                </a:cubicBezTo>
                <a:cubicBezTo>
                  <a:pt x="94" y="57"/>
                  <a:pt x="93" y="57"/>
                  <a:pt x="92" y="57"/>
                </a:cubicBezTo>
                <a:cubicBezTo>
                  <a:pt x="89" y="56"/>
                  <a:pt x="87" y="56"/>
                  <a:pt x="83" y="57"/>
                </a:cubicBezTo>
                <a:cubicBezTo>
                  <a:pt x="83" y="57"/>
                  <a:pt x="82" y="57"/>
                  <a:pt x="82" y="57"/>
                </a:cubicBezTo>
                <a:cubicBezTo>
                  <a:pt x="82" y="57"/>
                  <a:pt x="81" y="57"/>
                  <a:pt x="81" y="58"/>
                </a:cubicBezTo>
                <a:cubicBezTo>
                  <a:pt x="80" y="58"/>
                  <a:pt x="80" y="58"/>
                  <a:pt x="79" y="59"/>
                </a:cubicBezTo>
                <a:cubicBezTo>
                  <a:pt x="79" y="59"/>
                  <a:pt x="79" y="59"/>
                  <a:pt x="79" y="59"/>
                </a:cubicBezTo>
                <a:cubicBezTo>
                  <a:pt x="77" y="60"/>
                  <a:pt x="76" y="61"/>
                  <a:pt x="75" y="63"/>
                </a:cubicBezTo>
                <a:cubicBezTo>
                  <a:pt x="57" y="90"/>
                  <a:pt x="57" y="90"/>
                  <a:pt x="57" y="90"/>
                </a:cubicBezTo>
                <a:cubicBezTo>
                  <a:pt x="56" y="92"/>
                  <a:pt x="56" y="94"/>
                  <a:pt x="58" y="9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89" name="Freeform 212">
            <a:extLst>
              <a:ext uri="{FF2B5EF4-FFF2-40B4-BE49-F238E27FC236}">
                <a16:creationId xmlns:a16="http://schemas.microsoft.com/office/drawing/2014/main" id="{B17B10EF-AE74-4DE6-BD0B-5BEEEDFB9FC0}"/>
              </a:ext>
            </a:extLst>
          </p:cNvPr>
          <p:cNvSpPr>
            <a:spLocks noChangeAspect="1" noEditPoints="1"/>
          </p:cNvSpPr>
          <p:nvPr/>
        </p:nvSpPr>
        <p:spPr bwMode="auto">
          <a:xfrm>
            <a:off x="2508380" y="5299842"/>
            <a:ext cx="400050" cy="400050"/>
          </a:xfrm>
          <a:custGeom>
            <a:avLst/>
            <a:gdLst>
              <a:gd name="T0" fmla="*/ 166 w 256"/>
              <a:gd name="T1" fmla="*/ 148 h 256"/>
              <a:gd name="T2" fmla="*/ 76 w 256"/>
              <a:gd name="T3" fmla="*/ 180 h 256"/>
              <a:gd name="T4" fmla="*/ 76 w 256"/>
              <a:gd name="T5" fmla="*/ 224 h 256"/>
              <a:gd name="T6" fmla="*/ 166 w 256"/>
              <a:gd name="T7" fmla="*/ 256 h 256"/>
              <a:gd name="T8" fmla="*/ 256 w 256"/>
              <a:gd name="T9" fmla="*/ 224 h 256"/>
              <a:gd name="T10" fmla="*/ 256 w 256"/>
              <a:gd name="T11" fmla="*/ 180 h 256"/>
              <a:gd name="T12" fmla="*/ 166 w 256"/>
              <a:gd name="T13" fmla="*/ 148 h 256"/>
              <a:gd name="T14" fmla="*/ 248 w 256"/>
              <a:gd name="T15" fmla="*/ 224 h 256"/>
              <a:gd name="T16" fmla="*/ 166 w 256"/>
              <a:gd name="T17" fmla="*/ 248 h 256"/>
              <a:gd name="T18" fmla="*/ 84 w 256"/>
              <a:gd name="T19" fmla="*/ 224 h 256"/>
              <a:gd name="T20" fmla="*/ 84 w 256"/>
              <a:gd name="T21" fmla="*/ 180 h 256"/>
              <a:gd name="T22" fmla="*/ 166 w 256"/>
              <a:gd name="T23" fmla="*/ 156 h 256"/>
              <a:gd name="T24" fmla="*/ 211 w 256"/>
              <a:gd name="T25" fmla="*/ 160 h 256"/>
              <a:gd name="T26" fmla="*/ 107 w 256"/>
              <a:gd name="T27" fmla="*/ 196 h 256"/>
              <a:gd name="T28" fmla="*/ 101 w 256"/>
              <a:gd name="T29" fmla="*/ 194 h 256"/>
              <a:gd name="T30" fmla="*/ 96 w 256"/>
              <a:gd name="T31" fmla="*/ 197 h 256"/>
              <a:gd name="T32" fmla="*/ 99 w 256"/>
              <a:gd name="T33" fmla="*/ 202 h 256"/>
              <a:gd name="T34" fmla="*/ 166 w 256"/>
              <a:gd name="T35" fmla="*/ 212 h 256"/>
              <a:gd name="T36" fmla="*/ 248 w 256"/>
              <a:gd name="T37" fmla="*/ 194 h 256"/>
              <a:gd name="T38" fmla="*/ 248 w 256"/>
              <a:gd name="T39" fmla="*/ 224 h 256"/>
              <a:gd name="T40" fmla="*/ 166 w 256"/>
              <a:gd name="T41" fmla="*/ 204 h 256"/>
              <a:gd name="T42" fmla="*/ 121 w 256"/>
              <a:gd name="T43" fmla="*/ 200 h 256"/>
              <a:gd name="T44" fmla="*/ 225 w 256"/>
              <a:gd name="T45" fmla="*/ 164 h 256"/>
              <a:gd name="T46" fmla="*/ 248 w 256"/>
              <a:gd name="T47" fmla="*/ 180 h 256"/>
              <a:gd name="T48" fmla="*/ 166 w 256"/>
              <a:gd name="T49" fmla="*/ 204 h 256"/>
              <a:gd name="T50" fmla="*/ 71 w 256"/>
              <a:gd name="T51" fmla="*/ 247 h 256"/>
              <a:gd name="T52" fmla="*/ 60 w 256"/>
              <a:gd name="T53" fmla="*/ 248 h 256"/>
              <a:gd name="T54" fmla="*/ 8 w 256"/>
              <a:gd name="T55" fmla="*/ 196 h 256"/>
              <a:gd name="T56" fmla="*/ 8 w 256"/>
              <a:gd name="T57" fmla="*/ 60 h 256"/>
              <a:gd name="T58" fmla="*/ 60 w 256"/>
              <a:gd name="T59" fmla="*/ 8 h 256"/>
              <a:gd name="T60" fmla="*/ 112 w 256"/>
              <a:gd name="T61" fmla="*/ 60 h 256"/>
              <a:gd name="T62" fmla="*/ 112 w 256"/>
              <a:gd name="T63" fmla="*/ 124 h 256"/>
              <a:gd name="T64" fmla="*/ 28 w 256"/>
              <a:gd name="T65" fmla="*/ 124 h 256"/>
              <a:gd name="T66" fmla="*/ 24 w 256"/>
              <a:gd name="T67" fmla="*/ 128 h 256"/>
              <a:gd name="T68" fmla="*/ 28 w 256"/>
              <a:gd name="T69" fmla="*/ 132 h 256"/>
              <a:gd name="T70" fmla="*/ 112 w 256"/>
              <a:gd name="T71" fmla="*/ 132 h 256"/>
              <a:gd name="T72" fmla="*/ 112 w 256"/>
              <a:gd name="T73" fmla="*/ 136 h 256"/>
              <a:gd name="T74" fmla="*/ 116 w 256"/>
              <a:gd name="T75" fmla="*/ 140 h 256"/>
              <a:gd name="T76" fmla="*/ 120 w 256"/>
              <a:gd name="T77" fmla="*/ 136 h 256"/>
              <a:gd name="T78" fmla="*/ 120 w 256"/>
              <a:gd name="T79" fmla="*/ 60 h 256"/>
              <a:gd name="T80" fmla="*/ 60 w 256"/>
              <a:gd name="T81" fmla="*/ 0 h 256"/>
              <a:gd name="T82" fmla="*/ 0 w 256"/>
              <a:gd name="T83" fmla="*/ 60 h 256"/>
              <a:gd name="T84" fmla="*/ 0 w 256"/>
              <a:gd name="T85" fmla="*/ 196 h 256"/>
              <a:gd name="T86" fmla="*/ 60 w 256"/>
              <a:gd name="T87" fmla="*/ 256 h 256"/>
              <a:gd name="T88" fmla="*/ 73 w 256"/>
              <a:gd name="T89" fmla="*/ 255 h 256"/>
              <a:gd name="T90" fmla="*/ 76 w 256"/>
              <a:gd name="T91" fmla="*/ 250 h 256"/>
              <a:gd name="T92" fmla="*/ 71 w 256"/>
              <a:gd name="T93" fmla="*/ 247 h 256"/>
              <a:gd name="T94" fmla="*/ 28 w 256"/>
              <a:gd name="T95" fmla="*/ 64 h 256"/>
              <a:gd name="T96" fmla="*/ 32 w 256"/>
              <a:gd name="T97" fmla="*/ 60 h 256"/>
              <a:gd name="T98" fmla="*/ 53 w 256"/>
              <a:gd name="T99" fmla="*/ 33 h 256"/>
              <a:gd name="T100" fmla="*/ 56 w 256"/>
              <a:gd name="T101" fmla="*/ 28 h 256"/>
              <a:gd name="T102" fmla="*/ 51 w 256"/>
              <a:gd name="T103" fmla="*/ 25 h 256"/>
              <a:gd name="T104" fmla="*/ 24 w 256"/>
              <a:gd name="T105" fmla="*/ 60 h 256"/>
              <a:gd name="T106" fmla="*/ 28 w 256"/>
              <a:gd name="T107" fmla="*/ 6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6" h="256">
                <a:moveTo>
                  <a:pt x="166" y="148"/>
                </a:moveTo>
                <a:cubicBezTo>
                  <a:pt x="122" y="148"/>
                  <a:pt x="76" y="159"/>
                  <a:pt x="76" y="180"/>
                </a:cubicBezTo>
                <a:cubicBezTo>
                  <a:pt x="76" y="224"/>
                  <a:pt x="76" y="224"/>
                  <a:pt x="76" y="224"/>
                </a:cubicBezTo>
                <a:cubicBezTo>
                  <a:pt x="76" y="245"/>
                  <a:pt x="122" y="256"/>
                  <a:pt x="166" y="256"/>
                </a:cubicBezTo>
                <a:cubicBezTo>
                  <a:pt x="210" y="256"/>
                  <a:pt x="256" y="245"/>
                  <a:pt x="256" y="224"/>
                </a:cubicBezTo>
                <a:cubicBezTo>
                  <a:pt x="256" y="180"/>
                  <a:pt x="256" y="180"/>
                  <a:pt x="256" y="180"/>
                </a:cubicBezTo>
                <a:cubicBezTo>
                  <a:pt x="256" y="159"/>
                  <a:pt x="210" y="148"/>
                  <a:pt x="166" y="148"/>
                </a:cubicBezTo>
                <a:close/>
                <a:moveTo>
                  <a:pt x="248" y="224"/>
                </a:moveTo>
                <a:cubicBezTo>
                  <a:pt x="248" y="235"/>
                  <a:pt x="213" y="248"/>
                  <a:pt x="166" y="248"/>
                </a:cubicBezTo>
                <a:cubicBezTo>
                  <a:pt x="119" y="248"/>
                  <a:pt x="84" y="235"/>
                  <a:pt x="84" y="224"/>
                </a:cubicBezTo>
                <a:cubicBezTo>
                  <a:pt x="84" y="180"/>
                  <a:pt x="84" y="180"/>
                  <a:pt x="84" y="180"/>
                </a:cubicBezTo>
                <a:cubicBezTo>
                  <a:pt x="84" y="169"/>
                  <a:pt x="119" y="156"/>
                  <a:pt x="166" y="156"/>
                </a:cubicBezTo>
                <a:cubicBezTo>
                  <a:pt x="183" y="156"/>
                  <a:pt x="198" y="158"/>
                  <a:pt x="211" y="160"/>
                </a:cubicBezTo>
                <a:cubicBezTo>
                  <a:pt x="107" y="196"/>
                  <a:pt x="107" y="196"/>
                  <a:pt x="107" y="196"/>
                </a:cubicBezTo>
                <a:cubicBezTo>
                  <a:pt x="105" y="196"/>
                  <a:pt x="103" y="195"/>
                  <a:pt x="101" y="194"/>
                </a:cubicBezTo>
                <a:cubicBezTo>
                  <a:pt x="99" y="193"/>
                  <a:pt x="97" y="194"/>
                  <a:pt x="96" y="197"/>
                </a:cubicBezTo>
                <a:cubicBezTo>
                  <a:pt x="95" y="199"/>
                  <a:pt x="96" y="201"/>
                  <a:pt x="99" y="202"/>
                </a:cubicBezTo>
                <a:cubicBezTo>
                  <a:pt x="115" y="208"/>
                  <a:pt x="140" y="212"/>
                  <a:pt x="166" y="212"/>
                </a:cubicBezTo>
                <a:cubicBezTo>
                  <a:pt x="199" y="212"/>
                  <a:pt x="233" y="206"/>
                  <a:pt x="248" y="194"/>
                </a:cubicBezTo>
                <a:lnTo>
                  <a:pt x="248" y="224"/>
                </a:lnTo>
                <a:close/>
                <a:moveTo>
                  <a:pt x="166" y="204"/>
                </a:moveTo>
                <a:cubicBezTo>
                  <a:pt x="150" y="204"/>
                  <a:pt x="134" y="202"/>
                  <a:pt x="121" y="200"/>
                </a:cubicBezTo>
                <a:cubicBezTo>
                  <a:pt x="225" y="164"/>
                  <a:pt x="225" y="164"/>
                  <a:pt x="225" y="164"/>
                </a:cubicBezTo>
                <a:cubicBezTo>
                  <a:pt x="239" y="168"/>
                  <a:pt x="248" y="174"/>
                  <a:pt x="248" y="180"/>
                </a:cubicBezTo>
                <a:cubicBezTo>
                  <a:pt x="248" y="191"/>
                  <a:pt x="213" y="204"/>
                  <a:pt x="166" y="204"/>
                </a:cubicBezTo>
                <a:close/>
                <a:moveTo>
                  <a:pt x="71" y="247"/>
                </a:moveTo>
                <a:cubicBezTo>
                  <a:pt x="67" y="248"/>
                  <a:pt x="64" y="248"/>
                  <a:pt x="60" y="248"/>
                </a:cubicBezTo>
                <a:cubicBezTo>
                  <a:pt x="31" y="248"/>
                  <a:pt x="8" y="225"/>
                  <a:pt x="8" y="196"/>
                </a:cubicBezTo>
                <a:cubicBezTo>
                  <a:pt x="8" y="60"/>
                  <a:pt x="8" y="60"/>
                  <a:pt x="8" y="60"/>
                </a:cubicBezTo>
                <a:cubicBezTo>
                  <a:pt x="8" y="31"/>
                  <a:pt x="31" y="8"/>
                  <a:pt x="60" y="8"/>
                </a:cubicBezTo>
                <a:cubicBezTo>
                  <a:pt x="89" y="8"/>
                  <a:pt x="112" y="31"/>
                  <a:pt x="112" y="60"/>
                </a:cubicBezTo>
                <a:cubicBezTo>
                  <a:pt x="112" y="124"/>
                  <a:pt x="112" y="124"/>
                  <a:pt x="112" y="124"/>
                </a:cubicBezTo>
                <a:cubicBezTo>
                  <a:pt x="28" y="124"/>
                  <a:pt x="28" y="124"/>
                  <a:pt x="28" y="124"/>
                </a:cubicBezTo>
                <a:cubicBezTo>
                  <a:pt x="26" y="124"/>
                  <a:pt x="24" y="126"/>
                  <a:pt x="24" y="128"/>
                </a:cubicBezTo>
                <a:cubicBezTo>
                  <a:pt x="24" y="130"/>
                  <a:pt x="26" y="132"/>
                  <a:pt x="28" y="132"/>
                </a:cubicBezTo>
                <a:cubicBezTo>
                  <a:pt x="112" y="132"/>
                  <a:pt x="112" y="132"/>
                  <a:pt x="112" y="132"/>
                </a:cubicBezTo>
                <a:cubicBezTo>
                  <a:pt x="112" y="136"/>
                  <a:pt x="112" y="136"/>
                  <a:pt x="112" y="136"/>
                </a:cubicBezTo>
                <a:cubicBezTo>
                  <a:pt x="112" y="138"/>
                  <a:pt x="114" y="140"/>
                  <a:pt x="116" y="140"/>
                </a:cubicBezTo>
                <a:cubicBezTo>
                  <a:pt x="118" y="140"/>
                  <a:pt x="120" y="138"/>
                  <a:pt x="120" y="136"/>
                </a:cubicBezTo>
                <a:cubicBezTo>
                  <a:pt x="120" y="60"/>
                  <a:pt x="120" y="60"/>
                  <a:pt x="120" y="60"/>
                </a:cubicBezTo>
                <a:cubicBezTo>
                  <a:pt x="120" y="27"/>
                  <a:pt x="93" y="0"/>
                  <a:pt x="60" y="0"/>
                </a:cubicBezTo>
                <a:cubicBezTo>
                  <a:pt x="27" y="0"/>
                  <a:pt x="0" y="27"/>
                  <a:pt x="0" y="60"/>
                </a:cubicBezTo>
                <a:cubicBezTo>
                  <a:pt x="0" y="196"/>
                  <a:pt x="0" y="196"/>
                  <a:pt x="0" y="196"/>
                </a:cubicBezTo>
                <a:cubicBezTo>
                  <a:pt x="0" y="229"/>
                  <a:pt x="27" y="256"/>
                  <a:pt x="60" y="256"/>
                </a:cubicBezTo>
                <a:cubicBezTo>
                  <a:pt x="64" y="256"/>
                  <a:pt x="69" y="256"/>
                  <a:pt x="73" y="255"/>
                </a:cubicBezTo>
                <a:cubicBezTo>
                  <a:pt x="75" y="254"/>
                  <a:pt x="76" y="252"/>
                  <a:pt x="76" y="250"/>
                </a:cubicBezTo>
                <a:cubicBezTo>
                  <a:pt x="75" y="248"/>
                  <a:pt x="73" y="246"/>
                  <a:pt x="71" y="247"/>
                </a:cubicBezTo>
                <a:close/>
                <a:moveTo>
                  <a:pt x="28" y="64"/>
                </a:moveTo>
                <a:cubicBezTo>
                  <a:pt x="30" y="64"/>
                  <a:pt x="32" y="62"/>
                  <a:pt x="32" y="60"/>
                </a:cubicBezTo>
                <a:cubicBezTo>
                  <a:pt x="32" y="47"/>
                  <a:pt x="41" y="36"/>
                  <a:pt x="53" y="33"/>
                </a:cubicBezTo>
                <a:cubicBezTo>
                  <a:pt x="55" y="32"/>
                  <a:pt x="56" y="30"/>
                  <a:pt x="56" y="28"/>
                </a:cubicBezTo>
                <a:cubicBezTo>
                  <a:pt x="55" y="26"/>
                  <a:pt x="53" y="25"/>
                  <a:pt x="51" y="25"/>
                </a:cubicBezTo>
                <a:cubicBezTo>
                  <a:pt x="35" y="29"/>
                  <a:pt x="24" y="44"/>
                  <a:pt x="24" y="60"/>
                </a:cubicBezTo>
                <a:cubicBezTo>
                  <a:pt x="24" y="62"/>
                  <a:pt x="26" y="64"/>
                  <a:pt x="28" y="6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92" name="Freeform 216">
            <a:extLst>
              <a:ext uri="{FF2B5EF4-FFF2-40B4-BE49-F238E27FC236}">
                <a16:creationId xmlns:a16="http://schemas.microsoft.com/office/drawing/2014/main" id="{235CEAC5-B5E5-4C28-94DE-32C4377A8BC8}"/>
              </a:ext>
            </a:extLst>
          </p:cNvPr>
          <p:cNvSpPr>
            <a:spLocks noChangeAspect="1" noEditPoints="1"/>
          </p:cNvSpPr>
          <p:nvPr/>
        </p:nvSpPr>
        <p:spPr bwMode="auto">
          <a:xfrm>
            <a:off x="3476026" y="5299842"/>
            <a:ext cx="400050" cy="400050"/>
          </a:xfrm>
          <a:custGeom>
            <a:avLst/>
            <a:gdLst>
              <a:gd name="T0" fmla="*/ 88 w 256"/>
              <a:gd name="T1" fmla="*/ 183 h 256"/>
              <a:gd name="T2" fmla="*/ 172 w 256"/>
              <a:gd name="T3" fmla="*/ 256 h 256"/>
              <a:gd name="T4" fmla="*/ 256 w 256"/>
              <a:gd name="T5" fmla="*/ 183 h 256"/>
              <a:gd name="T6" fmla="*/ 96 w 256"/>
              <a:gd name="T7" fmla="*/ 226 h 256"/>
              <a:gd name="T8" fmla="*/ 213 w 256"/>
              <a:gd name="T9" fmla="*/ 167 h 256"/>
              <a:gd name="T10" fmla="*/ 107 w 256"/>
              <a:gd name="T11" fmla="*/ 200 h 256"/>
              <a:gd name="T12" fmla="*/ 248 w 256"/>
              <a:gd name="T13" fmla="*/ 198 h 256"/>
              <a:gd name="T14" fmla="*/ 131 w 256"/>
              <a:gd name="T15" fmla="*/ 203 h 256"/>
              <a:gd name="T16" fmla="*/ 172 w 256"/>
              <a:gd name="T17" fmla="*/ 207 h 256"/>
              <a:gd name="T18" fmla="*/ 116 w 256"/>
              <a:gd name="T19" fmla="*/ 48 h 256"/>
              <a:gd name="T20" fmla="*/ 124 w 256"/>
              <a:gd name="T21" fmla="*/ 48 h 256"/>
              <a:gd name="T22" fmla="*/ 136 w 256"/>
              <a:gd name="T23" fmla="*/ 60 h 256"/>
              <a:gd name="T24" fmla="*/ 60 w 256"/>
              <a:gd name="T25" fmla="*/ 84 h 256"/>
              <a:gd name="T26" fmla="*/ 68 w 256"/>
              <a:gd name="T27" fmla="*/ 92 h 256"/>
              <a:gd name="T28" fmla="*/ 72 w 256"/>
              <a:gd name="T29" fmla="*/ 168 h 256"/>
              <a:gd name="T30" fmla="*/ 56 w 256"/>
              <a:gd name="T31" fmla="*/ 168 h 256"/>
              <a:gd name="T32" fmla="*/ 72 w 256"/>
              <a:gd name="T33" fmla="*/ 168 h 256"/>
              <a:gd name="T34" fmla="*/ 136 w 256"/>
              <a:gd name="T35" fmla="*/ 108 h 256"/>
              <a:gd name="T36" fmla="*/ 136 w 256"/>
              <a:gd name="T37" fmla="*/ 116 h 256"/>
              <a:gd name="T38" fmla="*/ 124 w 256"/>
              <a:gd name="T39" fmla="*/ 128 h 256"/>
              <a:gd name="T40" fmla="*/ 20 w 256"/>
              <a:gd name="T41" fmla="*/ 248 h 256"/>
              <a:gd name="T42" fmla="*/ 20 w 256"/>
              <a:gd name="T43" fmla="*/ 8 h 256"/>
              <a:gd name="T44" fmla="*/ 176 w 256"/>
              <a:gd name="T45" fmla="*/ 136 h 256"/>
              <a:gd name="T46" fmla="*/ 184 w 256"/>
              <a:gd name="T47" fmla="*/ 20 h 256"/>
              <a:gd name="T48" fmla="*/ 0 w 256"/>
              <a:gd name="T49" fmla="*/ 20 h 256"/>
              <a:gd name="T50" fmla="*/ 88 w 256"/>
              <a:gd name="T51" fmla="*/ 256 h 256"/>
              <a:gd name="T52" fmla="*/ 112 w 256"/>
              <a:gd name="T53" fmla="*/ 88 h 256"/>
              <a:gd name="T54" fmla="*/ 128 w 256"/>
              <a:gd name="T55" fmla="*/ 88 h 256"/>
              <a:gd name="T56" fmla="*/ 112 w 256"/>
              <a:gd name="T57" fmla="*/ 88 h 256"/>
              <a:gd name="T58" fmla="*/ 28 w 256"/>
              <a:gd name="T59" fmla="*/ 48 h 256"/>
              <a:gd name="T60" fmla="*/ 48 w 256"/>
              <a:gd name="T61" fmla="*/ 60 h 256"/>
              <a:gd name="T62" fmla="*/ 60 w 256"/>
              <a:gd name="T63" fmla="*/ 48 h 256"/>
              <a:gd name="T64" fmla="*/ 36 w 256"/>
              <a:gd name="T65" fmla="*/ 172 h 256"/>
              <a:gd name="T66" fmla="*/ 28 w 256"/>
              <a:gd name="T67" fmla="*/ 164 h 256"/>
              <a:gd name="T68" fmla="*/ 24 w 256"/>
              <a:gd name="T69" fmla="*/ 88 h 256"/>
              <a:gd name="T70" fmla="*/ 40 w 256"/>
              <a:gd name="T71" fmla="*/ 88 h 256"/>
              <a:gd name="T72" fmla="*/ 24 w 256"/>
              <a:gd name="T73" fmla="*/ 88 h 256"/>
              <a:gd name="T74" fmla="*/ 148 w 256"/>
              <a:gd name="T75" fmla="*/ 84 h 256"/>
              <a:gd name="T76" fmla="*/ 156 w 256"/>
              <a:gd name="T77" fmla="*/ 92 h 256"/>
              <a:gd name="T78" fmla="*/ 48 w 256"/>
              <a:gd name="T79" fmla="*/ 148 h 256"/>
              <a:gd name="T80" fmla="*/ 28 w 256"/>
              <a:gd name="T81" fmla="*/ 128 h 256"/>
              <a:gd name="T82" fmla="*/ 48 w 256"/>
              <a:gd name="T83" fmla="*/ 140 h 256"/>
              <a:gd name="T84" fmla="*/ 88 w 256"/>
              <a:gd name="T85" fmla="*/ 28 h 256"/>
              <a:gd name="T86" fmla="*/ 96 w 256"/>
              <a:gd name="T87" fmla="*/ 144 h 256"/>
              <a:gd name="T88" fmla="*/ 88 w 256"/>
              <a:gd name="T89" fmla="*/ 28 h 256"/>
              <a:gd name="T90" fmla="*/ 48 w 256"/>
              <a:gd name="T91" fmla="*/ 188 h 256"/>
              <a:gd name="T92" fmla="*/ 48 w 256"/>
              <a:gd name="T93" fmla="*/ 196 h 256"/>
              <a:gd name="T94" fmla="*/ 36 w 256"/>
              <a:gd name="T95" fmla="*/ 20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56">
                <a:moveTo>
                  <a:pt x="256" y="183"/>
                </a:moveTo>
                <a:cubicBezTo>
                  <a:pt x="254" y="165"/>
                  <a:pt x="212" y="155"/>
                  <a:pt x="172" y="155"/>
                </a:cubicBezTo>
                <a:cubicBezTo>
                  <a:pt x="132" y="155"/>
                  <a:pt x="90" y="165"/>
                  <a:pt x="88" y="183"/>
                </a:cubicBezTo>
                <a:cubicBezTo>
                  <a:pt x="88" y="184"/>
                  <a:pt x="88" y="184"/>
                  <a:pt x="88" y="184"/>
                </a:cubicBezTo>
                <a:cubicBezTo>
                  <a:pt x="88" y="226"/>
                  <a:pt x="88" y="226"/>
                  <a:pt x="88" y="226"/>
                </a:cubicBezTo>
                <a:cubicBezTo>
                  <a:pt x="88" y="245"/>
                  <a:pt x="131" y="256"/>
                  <a:pt x="172" y="256"/>
                </a:cubicBezTo>
                <a:cubicBezTo>
                  <a:pt x="213" y="256"/>
                  <a:pt x="256" y="245"/>
                  <a:pt x="256" y="226"/>
                </a:cubicBezTo>
                <a:cubicBezTo>
                  <a:pt x="256" y="184"/>
                  <a:pt x="256" y="184"/>
                  <a:pt x="256" y="184"/>
                </a:cubicBezTo>
                <a:cubicBezTo>
                  <a:pt x="256" y="184"/>
                  <a:pt x="256" y="184"/>
                  <a:pt x="256" y="183"/>
                </a:cubicBezTo>
                <a:close/>
                <a:moveTo>
                  <a:pt x="248" y="226"/>
                </a:moveTo>
                <a:cubicBezTo>
                  <a:pt x="248" y="235"/>
                  <a:pt x="219" y="248"/>
                  <a:pt x="172" y="248"/>
                </a:cubicBezTo>
                <a:cubicBezTo>
                  <a:pt x="125" y="248"/>
                  <a:pt x="96" y="235"/>
                  <a:pt x="96" y="226"/>
                </a:cubicBezTo>
                <a:cubicBezTo>
                  <a:pt x="96" y="185"/>
                  <a:pt x="96" y="185"/>
                  <a:pt x="96" y="185"/>
                </a:cubicBezTo>
                <a:cubicBezTo>
                  <a:pt x="96" y="176"/>
                  <a:pt x="125" y="163"/>
                  <a:pt x="172" y="163"/>
                </a:cubicBezTo>
                <a:cubicBezTo>
                  <a:pt x="188" y="163"/>
                  <a:pt x="202" y="164"/>
                  <a:pt x="213" y="167"/>
                </a:cubicBezTo>
                <a:cubicBezTo>
                  <a:pt x="117" y="200"/>
                  <a:pt x="117" y="200"/>
                  <a:pt x="117" y="200"/>
                </a:cubicBezTo>
                <a:cubicBezTo>
                  <a:pt x="115" y="199"/>
                  <a:pt x="114" y="199"/>
                  <a:pt x="112" y="198"/>
                </a:cubicBezTo>
                <a:cubicBezTo>
                  <a:pt x="110" y="197"/>
                  <a:pt x="108" y="198"/>
                  <a:pt x="107" y="200"/>
                </a:cubicBezTo>
                <a:cubicBezTo>
                  <a:pt x="106" y="202"/>
                  <a:pt x="107" y="205"/>
                  <a:pt x="109" y="205"/>
                </a:cubicBezTo>
                <a:cubicBezTo>
                  <a:pt x="125" y="212"/>
                  <a:pt x="148" y="215"/>
                  <a:pt x="172" y="215"/>
                </a:cubicBezTo>
                <a:cubicBezTo>
                  <a:pt x="202" y="215"/>
                  <a:pt x="234" y="209"/>
                  <a:pt x="248" y="198"/>
                </a:cubicBezTo>
                <a:lnTo>
                  <a:pt x="248" y="226"/>
                </a:lnTo>
                <a:close/>
                <a:moveTo>
                  <a:pt x="172" y="207"/>
                </a:moveTo>
                <a:cubicBezTo>
                  <a:pt x="157" y="207"/>
                  <a:pt x="143" y="206"/>
                  <a:pt x="131" y="203"/>
                </a:cubicBezTo>
                <a:cubicBezTo>
                  <a:pt x="227" y="170"/>
                  <a:pt x="227" y="170"/>
                  <a:pt x="227" y="170"/>
                </a:cubicBezTo>
                <a:cubicBezTo>
                  <a:pt x="240" y="175"/>
                  <a:pt x="248" y="180"/>
                  <a:pt x="248" y="185"/>
                </a:cubicBezTo>
                <a:cubicBezTo>
                  <a:pt x="248" y="194"/>
                  <a:pt x="219" y="207"/>
                  <a:pt x="172" y="207"/>
                </a:cubicBezTo>
                <a:close/>
                <a:moveTo>
                  <a:pt x="156" y="48"/>
                </a:moveTo>
                <a:cubicBezTo>
                  <a:pt x="156" y="37"/>
                  <a:pt x="147" y="28"/>
                  <a:pt x="136" y="28"/>
                </a:cubicBezTo>
                <a:cubicBezTo>
                  <a:pt x="125" y="28"/>
                  <a:pt x="116" y="37"/>
                  <a:pt x="116" y="48"/>
                </a:cubicBezTo>
                <a:cubicBezTo>
                  <a:pt x="116" y="59"/>
                  <a:pt x="125" y="68"/>
                  <a:pt x="136" y="68"/>
                </a:cubicBezTo>
                <a:cubicBezTo>
                  <a:pt x="147" y="68"/>
                  <a:pt x="156" y="59"/>
                  <a:pt x="156" y="48"/>
                </a:cubicBezTo>
                <a:close/>
                <a:moveTo>
                  <a:pt x="124" y="48"/>
                </a:moveTo>
                <a:cubicBezTo>
                  <a:pt x="124" y="41"/>
                  <a:pt x="129" y="36"/>
                  <a:pt x="136" y="36"/>
                </a:cubicBezTo>
                <a:cubicBezTo>
                  <a:pt x="143" y="36"/>
                  <a:pt x="148" y="41"/>
                  <a:pt x="148" y="48"/>
                </a:cubicBezTo>
                <a:cubicBezTo>
                  <a:pt x="148" y="55"/>
                  <a:pt x="143" y="60"/>
                  <a:pt x="136" y="60"/>
                </a:cubicBezTo>
                <a:cubicBezTo>
                  <a:pt x="129" y="60"/>
                  <a:pt x="124" y="55"/>
                  <a:pt x="124" y="48"/>
                </a:cubicBezTo>
                <a:close/>
                <a:moveTo>
                  <a:pt x="68" y="84"/>
                </a:moveTo>
                <a:cubicBezTo>
                  <a:pt x="60" y="84"/>
                  <a:pt x="60" y="84"/>
                  <a:pt x="60" y="84"/>
                </a:cubicBezTo>
                <a:cubicBezTo>
                  <a:pt x="58" y="84"/>
                  <a:pt x="56" y="86"/>
                  <a:pt x="56" y="88"/>
                </a:cubicBezTo>
                <a:cubicBezTo>
                  <a:pt x="56" y="90"/>
                  <a:pt x="58" y="92"/>
                  <a:pt x="60" y="92"/>
                </a:cubicBezTo>
                <a:cubicBezTo>
                  <a:pt x="68" y="92"/>
                  <a:pt x="68" y="92"/>
                  <a:pt x="68" y="92"/>
                </a:cubicBezTo>
                <a:cubicBezTo>
                  <a:pt x="70" y="92"/>
                  <a:pt x="72" y="90"/>
                  <a:pt x="72" y="88"/>
                </a:cubicBezTo>
                <a:cubicBezTo>
                  <a:pt x="72" y="86"/>
                  <a:pt x="70" y="84"/>
                  <a:pt x="68" y="84"/>
                </a:cubicBezTo>
                <a:close/>
                <a:moveTo>
                  <a:pt x="72" y="168"/>
                </a:moveTo>
                <a:cubicBezTo>
                  <a:pt x="72" y="166"/>
                  <a:pt x="70" y="164"/>
                  <a:pt x="68" y="164"/>
                </a:cubicBezTo>
                <a:cubicBezTo>
                  <a:pt x="60" y="164"/>
                  <a:pt x="60" y="164"/>
                  <a:pt x="60" y="164"/>
                </a:cubicBezTo>
                <a:cubicBezTo>
                  <a:pt x="58" y="164"/>
                  <a:pt x="56" y="166"/>
                  <a:pt x="56" y="168"/>
                </a:cubicBezTo>
                <a:cubicBezTo>
                  <a:pt x="56" y="170"/>
                  <a:pt x="58" y="172"/>
                  <a:pt x="60" y="172"/>
                </a:cubicBezTo>
                <a:cubicBezTo>
                  <a:pt x="68" y="172"/>
                  <a:pt x="68" y="172"/>
                  <a:pt x="68" y="172"/>
                </a:cubicBezTo>
                <a:cubicBezTo>
                  <a:pt x="70" y="172"/>
                  <a:pt x="72" y="170"/>
                  <a:pt x="72" y="168"/>
                </a:cubicBezTo>
                <a:close/>
                <a:moveTo>
                  <a:pt x="136" y="148"/>
                </a:moveTo>
                <a:cubicBezTo>
                  <a:pt x="147" y="148"/>
                  <a:pt x="156" y="139"/>
                  <a:pt x="156" y="128"/>
                </a:cubicBezTo>
                <a:cubicBezTo>
                  <a:pt x="156" y="117"/>
                  <a:pt x="147" y="108"/>
                  <a:pt x="136" y="108"/>
                </a:cubicBezTo>
                <a:cubicBezTo>
                  <a:pt x="125" y="108"/>
                  <a:pt x="116" y="117"/>
                  <a:pt x="116" y="128"/>
                </a:cubicBezTo>
                <a:cubicBezTo>
                  <a:pt x="116" y="139"/>
                  <a:pt x="125" y="148"/>
                  <a:pt x="136" y="148"/>
                </a:cubicBezTo>
                <a:close/>
                <a:moveTo>
                  <a:pt x="136" y="116"/>
                </a:moveTo>
                <a:cubicBezTo>
                  <a:pt x="143" y="116"/>
                  <a:pt x="148" y="121"/>
                  <a:pt x="148" y="128"/>
                </a:cubicBezTo>
                <a:cubicBezTo>
                  <a:pt x="148" y="135"/>
                  <a:pt x="143" y="140"/>
                  <a:pt x="136" y="140"/>
                </a:cubicBezTo>
                <a:cubicBezTo>
                  <a:pt x="129" y="140"/>
                  <a:pt x="124" y="135"/>
                  <a:pt x="124" y="128"/>
                </a:cubicBezTo>
                <a:cubicBezTo>
                  <a:pt x="124" y="121"/>
                  <a:pt x="129" y="116"/>
                  <a:pt x="136" y="116"/>
                </a:cubicBezTo>
                <a:close/>
                <a:moveTo>
                  <a:pt x="88" y="248"/>
                </a:moveTo>
                <a:cubicBezTo>
                  <a:pt x="20" y="248"/>
                  <a:pt x="20" y="248"/>
                  <a:pt x="20" y="248"/>
                </a:cubicBezTo>
                <a:cubicBezTo>
                  <a:pt x="13" y="248"/>
                  <a:pt x="8" y="243"/>
                  <a:pt x="8" y="236"/>
                </a:cubicBezTo>
                <a:cubicBezTo>
                  <a:pt x="8" y="20"/>
                  <a:pt x="8" y="20"/>
                  <a:pt x="8" y="20"/>
                </a:cubicBezTo>
                <a:cubicBezTo>
                  <a:pt x="8" y="13"/>
                  <a:pt x="13" y="8"/>
                  <a:pt x="20" y="8"/>
                </a:cubicBezTo>
                <a:cubicBezTo>
                  <a:pt x="164" y="8"/>
                  <a:pt x="164" y="8"/>
                  <a:pt x="164" y="8"/>
                </a:cubicBezTo>
                <a:cubicBezTo>
                  <a:pt x="171" y="8"/>
                  <a:pt x="176" y="13"/>
                  <a:pt x="176" y="20"/>
                </a:cubicBezTo>
                <a:cubicBezTo>
                  <a:pt x="176" y="136"/>
                  <a:pt x="176" y="136"/>
                  <a:pt x="176" y="136"/>
                </a:cubicBezTo>
                <a:cubicBezTo>
                  <a:pt x="176" y="138"/>
                  <a:pt x="178" y="140"/>
                  <a:pt x="180" y="140"/>
                </a:cubicBezTo>
                <a:cubicBezTo>
                  <a:pt x="182" y="140"/>
                  <a:pt x="184" y="138"/>
                  <a:pt x="184" y="136"/>
                </a:cubicBezTo>
                <a:cubicBezTo>
                  <a:pt x="184" y="20"/>
                  <a:pt x="184" y="20"/>
                  <a:pt x="184" y="20"/>
                </a:cubicBezTo>
                <a:cubicBezTo>
                  <a:pt x="184" y="9"/>
                  <a:pt x="175" y="0"/>
                  <a:pt x="164" y="0"/>
                </a:cubicBezTo>
                <a:cubicBezTo>
                  <a:pt x="20" y="0"/>
                  <a:pt x="20" y="0"/>
                  <a:pt x="20" y="0"/>
                </a:cubicBezTo>
                <a:cubicBezTo>
                  <a:pt x="9" y="0"/>
                  <a:pt x="0" y="9"/>
                  <a:pt x="0" y="20"/>
                </a:cubicBezTo>
                <a:cubicBezTo>
                  <a:pt x="0" y="236"/>
                  <a:pt x="0" y="236"/>
                  <a:pt x="0" y="236"/>
                </a:cubicBezTo>
                <a:cubicBezTo>
                  <a:pt x="0" y="247"/>
                  <a:pt x="9" y="256"/>
                  <a:pt x="20" y="256"/>
                </a:cubicBezTo>
                <a:cubicBezTo>
                  <a:pt x="88" y="256"/>
                  <a:pt x="88" y="256"/>
                  <a:pt x="88" y="256"/>
                </a:cubicBezTo>
                <a:cubicBezTo>
                  <a:pt x="90" y="256"/>
                  <a:pt x="92" y="254"/>
                  <a:pt x="92" y="252"/>
                </a:cubicBezTo>
                <a:cubicBezTo>
                  <a:pt x="92" y="250"/>
                  <a:pt x="90" y="248"/>
                  <a:pt x="88" y="248"/>
                </a:cubicBezTo>
                <a:close/>
                <a:moveTo>
                  <a:pt x="112" y="88"/>
                </a:moveTo>
                <a:cubicBezTo>
                  <a:pt x="112" y="90"/>
                  <a:pt x="114" y="92"/>
                  <a:pt x="116" y="92"/>
                </a:cubicBezTo>
                <a:cubicBezTo>
                  <a:pt x="124" y="92"/>
                  <a:pt x="124" y="92"/>
                  <a:pt x="124" y="92"/>
                </a:cubicBezTo>
                <a:cubicBezTo>
                  <a:pt x="126" y="92"/>
                  <a:pt x="128" y="90"/>
                  <a:pt x="128" y="88"/>
                </a:cubicBezTo>
                <a:cubicBezTo>
                  <a:pt x="128" y="86"/>
                  <a:pt x="126" y="84"/>
                  <a:pt x="124" y="84"/>
                </a:cubicBezTo>
                <a:cubicBezTo>
                  <a:pt x="116" y="84"/>
                  <a:pt x="116" y="84"/>
                  <a:pt x="116" y="84"/>
                </a:cubicBezTo>
                <a:cubicBezTo>
                  <a:pt x="114" y="84"/>
                  <a:pt x="112" y="86"/>
                  <a:pt x="112" y="88"/>
                </a:cubicBezTo>
                <a:close/>
                <a:moveTo>
                  <a:pt x="68" y="48"/>
                </a:moveTo>
                <a:cubicBezTo>
                  <a:pt x="68" y="37"/>
                  <a:pt x="59" y="28"/>
                  <a:pt x="48" y="28"/>
                </a:cubicBezTo>
                <a:cubicBezTo>
                  <a:pt x="37" y="28"/>
                  <a:pt x="28" y="37"/>
                  <a:pt x="28" y="48"/>
                </a:cubicBezTo>
                <a:cubicBezTo>
                  <a:pt x="28" y="59"/>
                  <a:pt x="37" y="68"/>
                  <a:pt x="48" y="68"/>
                </a:cubicBezTo>
                <a:cubicBezTo>
                  <a:pt x="59" y="68"/>
                  <a:pt x="68" y="59"/>
                  <a:pt x="68" y="48"/>
                </a:cubicBezTo>
                <a:close/>
                <a:moveTo>
                  <a:pt x="48" y="60"/>
                </a:moveTo>
                <a:cubicBezTo>
                  <a:pt x="41" y="60"/>
                  <a:pt x="36" y="55"/>
                  <a:pt x="36" y="48"/>
                </a:cubicBezTo>
                <a:cubicBezTo>
                  <a:pt x="36" y="41"/>
                  <a:pt x="41" y="36"/>
                  <a:pt x="48" y="36"/>
                </a:cubicBezTo>
                <a:cubicBezTo>
                  <a:pt x="55" y="36"/>
                  <a:pt x="60" y="41"/>
                  <a:pt x="60" y="48"/>
                </a:cubicBezTo>
                <a:cubicBezTo>
                  <a:pt x="60" y="55"/>
                  <a:pt x="55" y="60"/>
                  <a:pt x="48" y="60"/>
                </a:cubicBezTo>
                <a:close/>
                <a:moveTo>
                  <a:pt x="28" y="172"/>
                </a:moveTo>
                <a:cubicBezTo>
                  <a:pt x="36" y="172"/>
                  <a:pt x="36" y="172"/>
                  <a:pt x="36" y="172"/>
                </a:cubicBezTo>
                <a:cubicBezTo>
                  <a:pt x="38" y="172"/>
                  <a:pt x="40" y="170"/>
                  <a:pt x="40" y="168"/>
                </a:cubicBezTo>
                <a:cubicBezTo>
                  <a:pt x="40" y="166"/>
                  <a:pt x="38" y="164"/>
                  <a:pt x="36" y="164"/>
                </a:cubicBezTo>
                <a:cubicBezTo>
                  <a:pt x="28" y="164"/>
                  <a:pt x="28" y="164"/>
                  <a:pt x="28" y="164"/>
                </a:cubicBezTo>
                <a:cubicBezTo>
                  <a:pt x="26" y="164"/>
                  <a:pt x="24" y="166"/>
                  <a:pt x="24" y="168"/>
                </a:cubicBezTo>
                <a:cubicBezTo>
                  <a:pt x="24" y="170"/>
                  <a:pt x="26" y="172"/>
                  <a:pt x="28" y="172"/>
                </a:cubicBezTo>
                <a:close/>
                <a:moveTo>
                  <a:pt x="24" y="88"/>
                </a:moveTo>
                <a:cubicBezTo>
                  <a:pt x="24" y="90"/>
                  <a:pt x="26" y="92"/>
                  <a:pt x="28" y="92"/>
                </a:cubicBezTo>
                <a:cubicBezTo>
                  <a:pt x="36" y="92"/>
                  <a:pt x="36" y="92"/>
                  <a:pt x="36" y="92"/>
                </a:cubicBezTo>
                <a:cubicBezTo>
                  <a:pt x="38" y="92"/>
                  <a:pt x="40" y="90"/>
                  <a:pt x="40" y="88"/>
                </a:cubicBezTo>
                <a:cubicBezTo>
                  <a:pt x="40" y="86"/>
                  <a:pt x="38" y="84"/>
                  <a:pt x="36" y="84"/>
                </a:cubicBezTo>
                <a:cubicBezTo>
                  <a:pt x="28" y="84"/>
                  <a:pt x="28" y="84"/>
                  <a:pt x="28" y="84"/>
                </a:cubicBezTo>
                <a:cubicBezTo>
                  <a:pt x="26" y="84"/>
                  <a:pt x="24" y="86"/>
                  <a:pt x="24" y="88"/>
                </a:cubicBezTo>
                <a:close/>
                <a:moveTo>
                  <a:pt x="160" y="88"/>
                </a:moveTo>
                <a:cubicBezTo>
                  <a:pt x="160" y="86"/>
                  <a:pt x="158" y="84"/>
                  <a:pt x="156" y="84"/>
                </a:cubicBezTo>
                <a:cubicBezTo>
                  <a:pt x="148" y="84"/>
                  <a:pt x="148" y="84"/>
                  <a:pt x="148" y="84"/>
                </a:cubicBezTo>
                <a:cubicBezTo>
                  <a:pt x="146" y="84"/>
                  <a:pt x="144" y="86"/>
                  <a:pt x="144" y="88"/>
                </a:cubicBezTo>
                <a:cubicBezTo>
                  <a:pt x="144" y="90"/>
                  <a:pt x="146" y="92"/>
                  <a:pt x="148" y="92"/>
                </a:cubicBezTo>
                <a:cubicBezTo>
                  <a:pt x="156" y="92"/>
                  <a:pt x="156" y="92"/>
                  <a:pt x="156" y="92"/>
                </a:cubicBezTo>
                <a:cubicBezTo>
                  <a:pt x="158" y="92"/>
                  <a:pt x="160" y="90"/>
                  <a:pt x="160" y="88"/>
                </a:cubicBezTo>
                <a:close/>
                <a:moveTo>
                  <a:pt x="28" y="128"/>
                </a:moveTo>
                <a:cubicBezTo>
                  <a:pt x="28" y="139"/>
                  <a:pt x="37" y="148"/>
                  <a:pt x="48" y="148"/>
                </a:cubicBezTo>
                <a:cubicBezTo>
                  <a:pt x="59" y="148"/>
                  <a:pt x="68" y="139"/>
                  <a:pt x="68" y="128"/>
                </a:cubicBezTo>
                <a:cubicBezTo>
                  <a:pt x="68" y="117"/>
                  <a:pt x="59" y="108"/>
                  <a:pt x="48" y="108"/>
                </a:cubicBezTo>
                <a:cubicBezTo>
                  <a:pt x="37" y="108"/>
                  <a:pt x="28" y="117"/>
                  <a:pt x="28" y="128"/>
                </a:cubicBezTo>
                <a:close/>
                <a:moveTo>
                  <a:pt x="48" y="116"/>
                </a:moveTo>
                <a:cubicBezTo>
                  <a:pt x="55" y="116"/>
                  <a:pt x="60" y="121"/>
                  <a:pt x="60" y="128"/>
                </a:cubicBezTo>
                <a:cubicBezTo>
                  <a:pt x="60" y="135"/>
                  <a:pt x="55" y="140"/>
                  <a:pt x="48" y="140"/>
                </a:cubicBezTo>
                <a:cubicBezTo>
                  <a:pt x="41" y="140"/>
                  <a:pt x="36" y="135"/>
                  <a:pt x="36" y="128"/>
                </a:cubicBezTo>
                <a:cubicBezTo>
                  <a:pt x="36" y="121"/>
                  <a:pt x="41" y="116"/>
                  <a:pt x="48" y="116"/>
                </a:cubicBezTo>
                <a:close/>
                <a:moveTo>
                  <a:pt x="88" y="28"/>
                </a:moveTo>
                <a:cubicBezTo>
                  <a:pt x="88" y="144"/>
                  <a:pt x="88" y="144"/>
                  <a:pt x="88" y="144"/>
                </a:cubicBezTo>
                <a:cubicBezTo>
                  <a:pt x="88" y="146"/>
                  <a:pt x="90" y="148"/>
                  <a:pt x="92" y="148"/>
                </a:cubicBezTo>
                <a:cubicBezTo>
                  <a:pt x="94" y="148"/>
                  <a:pt x="96" y="146"/>
                  <a:pt x="96" y="144"/>
                </a:cubicBezTo>
                <a:cubicBezTo>
                  <a:pt x="96" y="28"/>
                  <a:pt x="96" y="28"/>
                  <a:pt x="96" y="28"/>
                </a:cubicBezTo>
                <a:cubicBezTo>
                  <a:pt x="96" y="26"/>
                  <a:pt x="94" y="24"/>
                  <a:pt x="92" y="24"/>
                </a:cubicBezTo>
                <a:cubicBezTo>
                  <a:pt x="90" y="24"/>
                  <a:pt x="88" y="26"/>
                  <a:pt x="88" y="28"/>
                </a:cubicBezTo>
                <a:close/>
                <a:moveTo>
                  <a:pt x="48" y="228"/>
                </a:moveTo>
                <a:cubicBezTo>
                  <a:pt x="59" y="228"/>
                  <a:pt x="68" y="219"/>
                  <a:pt x="68" y="208"/>
                </a:cubicBezTo>
                <a:cubicBezTo>
                  <a:pt x="68" y="197"/>
                  <a:pt x="59" y="188"/>
                  <a:pt x="48" y="188"/>
                </a:cubicBezTo>
                <a:cubicBezTo>
                  <a:pt x="37" y="188"/>
                  <a:pt x="28" y="197"/>
                  <a:pt x="28" y="208"/>
                </a:cubicBezTo>
                <a:cubicBezTo>
                  <a:pt x="28" y="219"/>
                  <a:pt x="37" y="228"/>
                  <a:pt x="48" y="228"/>
                </a:cubicBezTo>
                <a:close/>
                <a:moveTo>
                  <a:pt x="48" y="196"/>
                </a:moveTo>
                <a:cubicBezTo>
                  <a:pt x="55" y="196"/>
                  <a:pt x="60" y="201"/>
                  <a:pt x="60" y="208"/>
                </a:cubicBezTo>
                <a:cubicBezTo>
                  <a:pt x="60" y="215"/>
                  <a:pt x="55" y="220"/>
                  <a:pt x="48" y="220"/>
                </a:cubicBezTo>
                <a:cubicBezTo>
                  <a:pt x="41" y="220"/>
                  <a:pt x="36" y="215"/>
                  <a:pt x="36" y="208"/>
                </a:cubicBezTo>
                <a:cubicBezTo>
                  <a:pt x="36" y="201"/>
                  <a:pt x="41" y="196"/>
                  <a:pt x="48" y="19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95" name="Freeform 220">
            <a:extLst>
              <a:ext uri="{FF2B5EF4-FFF2-40B4-BE49-F238E27FC236}">
                <a16:creationId xmlns:a16="http://schemas.microsoft.com/office/drawing/2014/main" id="{B8BA9332-8CE1-45D8-B72D-52DC2368956B}"/>
              </a:ext>
            </a:extLst>
          </p:cNvPr>
          <p:cNvSpPr>
            <a:spLocks noChangeAspect="1" noEditPoints="1"/>
          </p:cNvSpPr>
          <p:nvPr/>
        </p:nvSpPr>
        <p:spPr bwMode="auto">
          <a:xfrm>
            <a:off x="4443672" y="5299842"/>
            <a:ext cx="400050" cy="400050"/>
          </a:xfrm>
          <a:custGeom>
            <a:avLst/>
            <a:gdLst>
              <a:gd name="T0" fmla="*/ 232 w 256"/>
              <a:gd name="T1" fmla="*/ 32 h 256"/>
              <a:gd name="T2" fmla="*/ 220 w 256"/>
              <a:gd name="T3" fmla="*/ 0 h 256"/>
              <a:gd name="T4" fmla="*/ 92 w 256"/>
              <a:gd name="T5" fmla="*/ 12 h 256"/>
              <a:gd name="T6" fmla="*/ 93 w 256"/>
              <a:gd name="T7" fmla="*/ 36 h 256"/>
              <a:gd name="T8" fmla="*/ 64 w 256"/>
              <a:gd name="T9" fmla="*/ 76 h 256"/>
              <a:gd name="T10" fmla="*/ 72 w 256"/>
              <a:gd name="T11" fmla="*/ 68 h 256"/>
              <a:gd name="T12" fmla="*/ 120 w 256"/>
              <a:gd name="T13" fmla="*/ 44 h 256"/>
              <a:gd name="T14" fmla="*/ 104 w 256"/>
              <a:gd name="T15" fmla="*/ 36 h 256"/>
              <a:gd name="T16" fmla="*/ 100 w 256"/>
              <a:gd name="T17" fmla="*/ 12 h 256"/>
              <a:gd name="T18" fmla="*/ 220 w 256"/>
              <a:gd name="T19" fmla="*/ 8 h 256"/>
              <a:gd name="T20" fmla="*/ 224 w 256"/>
              <a:gd name="T21" fmla="*/ 32 h 256"/>
              <a:gd name="T22" fmla="*/ 144 w 256"/>
              <a:gd name="T23" fmla="*/ 36 h 256"/>
              <a:gd name="T24" fmla="*/ 224 w 256"/>
              <a:gd name="T25" fmla="*/ 44 h 256"/>
              <a:gd name="T26" fmla="*/ 248 w 256"/>
              <a:gd name="T27" fmla="*/ 224 h 256"/>
              <a:gd name="T28" fmla="*/ 120 w 256"/>
              <a:gd name="T29" fmla="*/ 248 h 256"/>
              <a:gd name="T30" fmla="*/ 224 w 256"/>
              <a:gd name="T31" fmla="*/ 256 h 256"/>
              <a:gd name="T32" fmla="*/ 256 w 256"/>
              <a:gd name="T33" fmla="*/ 68 h 256"/>
              <a:gd name="T34" fmla="*/ 132 w 256"/>
              <a:gd name="T35" fmla="*/ 224 h 256"/>
              <a:gd name="T36" fmla="*/ 236 w 256"/>
              <a:gd name="T37" fmla="*/ 216 h 256"/>
              <a:gd name="T38" fmla="*/ 132 w 256"/>
              <a:gd name="T39" fmla="*/ 224 h 256"/>
              <a:gd name="T40" fmla="*/ 132 w 256"/>
              <a:gd name="T41" fmla="*/ 68 h 256"/>
              <a:gd name="T42" fmla="*/ 236 w 256"/>
              <a:gd name="T43" fmla="*/ 76 h 256"/>
              <a:gd name="T44" fmla="*/ 172 w 256"/>
              <a:gd name="T45" fmla="*/ 100 h 256"/>
              <a:gd name="T46" fmla="*/ 236 w 256"/>
              <a:gd name="T47" fmla="*/ 92 h 256"/>
              <a:gd name="T48" fmla="*/ 156 w 256"/>
              <a:gd name="T49" fmla="*/ 108 h 256"/>
              <a:gd name="T50" fmla="*/ 172 w 256"/>
              <a:gd name="T51" fmla="*/ 200 h 256"/>
              <a:gd name="T52" fmla="*/ 236 w 256"/>
              <a:gd name="T53" fmla="*/ 192 h 256"/>
              <a:gd name="T54" fmla="*/ 164 w 256"/>
              <a:gd name="T55" fmla="*/ 184 h 256"/>
              <a:gd name="T56" fmla="*/ 172 w 256"/>
              <a:gd name="T57" fmla="*/ 100 h 256"/>
              <a:gd name="T58" fmla="*/ 88 w 256"/>
              <a:gd name="T59" fmla="*/ 248 h 256"/>
              <a:gd name="T60" fmla="*/ 12 w 256"/>
              <a:gd name="T61" fmla="*/ 240 h 256"/>
              <a:gd name="T62" fmla="*/ 4 w 256"/>
              <a:gd name="T63" fmla="*/ 140 h 256"/>
              <a:gd name="T64" fmla="*/ 20 w 256"/>
              <a:gd name="T65" fmla="*/ 256 h 256"/>
              <a:gd name="T66" fmla="*/ 104 w 256"/>
              <a:gd name="T67" fmla="*/ 240 h 256"/>
              <a:gd name="T68" fmla="*/ 96 w 256"/>
              <a:gd name="T69" fmla="*/ 140 h 256"/>
              <a:gd name="T70" fmla="*/ 96 w 256"/>
              <a:gd name="T71" fmla="*/ 92 h 256"/>
              <a:gd name="T72" fmla="*/ 0 w 256"/>
              <a:gd name="T73" fmla="*/ 104 h 256"/>
              <a:gd name="T74" fmla="*/ 4 w 256"/>
              <a:gd name="T75" fmla="*/ 128 h 256"/>
              <a:gd name="T76" fmla="*/ 108 w 256"/>
              <a:gd name="T77" fmla="*/ 124 h 256"/>
              <a:gd name="T78" fmla="*/ 96 w 256"/>
              <a:gd name="T79" fmla="*/ 92 h 256"/>
              <a:gd name="T80" fmla="*/ 8 w 256"/>
              <a:gd name="T81" fmla="*/ 120 h 256"/>
              <a:gd name="T82" fmla="*/ 12 w 256"/>
              <a:gd name="T83" fmla="*/ 100 h 256"/>
              <a:gd name="T84" fmla="*/ 100 w 256"/>
              <a:gd name="T85" fmla="*/ 1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231" y="37"/>
                </a:moveTo>
                <a:cubicBezTo>
                  <a:pt x="232" y="35"/>
                  <a:pt x="232" y="34"/>
                  <a:pt x="232" y="32"/>
                </a:cubicBezTo>
                <a:cubicBezTo>
                  <a:pt x="232" y="12"/>
                  <a:pt x="232" y="12"/>
                  <a:pt x="232" y="12"/>
                </a:cubicBezTo>
                <a:cubicBezTo>
                  <a:pt x="232" y="5"/>
                  <a:pt x="227" y="0"/>
                  <a:pt x="220" y="0"/>
                </a:cubicBezTo>
                <a:cubicBezTo>
                  <a:pt x="104" y="0"/>
                  <a:pt x="104" y="0"/>
                  <a:pt x="104" y="0"/>
                </a:cubicBezTo>
                <a:cubicBezTo>
                  <a:pt x="97" y="0"/>
                  <a:pt x="92" y="5"/>
                  <a:pt x="92" y="12"/>
                </a:cubicBezTo>
                <a:cubicBezTo>
                  <a:pt x="92" y="32"/>
                  <a:pt x="92" y="32"/>
                  <a:pt x="92" y="32"/>
                </a:cubicBezTo>
                <a:cubicBezTo>
                  <a:pt x="92" y="33"/>
                  <a:pt x="92" y="35"/>
                  <a:pt x="93" y="36"/>
                </a:cubicBezTo>
                <a:cubicBezTo>
                  <a:pt x="77" y="38"/>
                  <a:pt x="64" y="51"/>
                  <a:pt x="64" y="68"/>
                </a:cubicBezTo>
                <a:cubicBezTo>
                  <a:pt x="64" y="76"/>
                  <a:pt x="64" y="76"/>
                  <a:pt x="64" y="76"/>
                </a:cubicBezTo>
                <a:cubicBezTo>
                  <a:pt x="72" y="76"/>
                  <a:pt x="72" y="76"/>
                  <a:pt x="72" y="76"/>
                </a:cubicBezTo>
                <a:cubicBezTo>
                  <a:pt x="72" y="68"/>
                  <a:pt x="72" y="68"/>
                  <a:pt x="72" y="68"/>
                </a:cubicBezTo>
                <a:cubicBezTo>
                  <a:pt x="72" y="55"/>
                  <a:pt x="83" y="44"/>
                  <a:pt x="96" y="44"/>
                </a:cubicBezTo>
                <a:cubicBezTo>
                  <a:pt x="120" y="44"/>
                  <a:pt x="120" y="44"/>
                  <a:pt x="120" y="44"/>
                </a:cubicBezTo>
                <a:cubicBezTo>
                  <a:pt x="120" y="36"/>
                  <a:pt x="120" y="36"/>
                  <a:pt x="120" y="36"/>
                </a:cubicBezTo>
                <a:cubicBezTo>
                  <a:pt x="104" y="36"/>
                  <a:pt x="104" y="36"/>
                  <a:pt x="104" y="36"/>
                </a:cubicBezTo>
                <a:cubicBezTo>
                  <a:pt x="102" y="36"/>
                  <a:pt x="100" y="34"/>
                  <a:pt x="100" y="32"/>
                </a:cubicBezTo>
                <a:cubicBezTo>
                  <a:pt x="100" y="12"/>
                  <a:pt x="100" y="12"/>
                  <a:pt x="100" y="12"/>
                </a:cubicBezTo>
                <a:cubicBezTo>
                  <a:pt x="100" y="10"/>
                  <a:pt x="102" y="8"/>
                  <a:pt x="104" y="8"/>
                </a:cubicBezTo>
                <a:cubicBezTo>
                  <a:pt x="220" y="8"/>
                  <a:pt x="220" y="8"/>
                  <a:pt x="220" y="8"/>
                </a:cubicBezTo>
                <a:cubicBezTo>
                  <a:pt x="222" y="8"/>
                  <a:pt x="224" y="10"/>
                  <a:pt x="224" y="12"/>
                </a:cubicBezTo>
                <a:cubicBezTo>
                  <a:pt x="224" y="32"/>
                  <a:pt x="224" y="32"/>
                  <a:pt x="224" y="32"/>
                </a:cubicBezTo>
                <a:cubicBezTo>
                  <a:pt x="224" y="34"/>
                  <a:pt x="222" y="36"/>
                  <a:pt x="220" y="36"/>
                </a:cubicBezTo>
                <a:cubicBezTo>
                  <a:pt x="144" y="36"/>
                  <a:pt x="144" y="36"/>
                  <a:pt x="144" y="36"/>
                </a:cubicBezTo>
                <a:cubicBezTo>
                  <a:pt x="144" y="44"/>
                  <a:pt x="144" y="44"/>
                  <a:pt x="144" y="44"/>
                </a:cubicBezTo>
                <a:cubicBezTo>
                  <a:pt x="224" y="44"/>
                  <a:pt x="224" y="44"/>
                  <a:pt x="224" y="44"/>
                </a:cubicBezTo>
                <a:cubicBezTo>
                  <a:pt x="237" y="44"/>
                  <a:pt x="248" y="55"/>
                  <a:pt x="248" y="68"/>
                </a:cubicBezTo>
                <a:cubicBezTo>
                  <a:pt x="248" y="224"/>
                  <a:pt x="248" y="224"/>
                  <a:pt x="248" y="224"/>
                </a:cubicBezTo>
                <a:cubicBezTo>
                  <a:pt x="248" y="237"/>
                  <a:pt x="237" y="248"/>
                  <a:pt x="224" y="248"/>
                </a:cubicBezTo>
                <a:cubicBezTo>
                  <a:pt x="120" y="248"/>
                  <a:pt x="120" y="248"/>
                  <a:pt x="120" y="248"/>
                </a:cubicBezTo>
                <a:cubicBezTo>
                  <a:pt x="120" y="256"/>
                  <a:pt x="120" y="256"/>
                  <a:pt x="120" y="256"/>
                </a:cubicBezTo>
                <a:cubicBezTo>
                  <a:pt x="224" y="256"/>
                  <a:pt x="224" y="256"/>
                  <a:pt x="224" y="256"/>
                </a:cubicBezTo>
                <a:cubicBezTo>
                  <a:pt x="242" y="256"/>
                  <a:pt x="256" y="242"/>
                  <a:pt x="256" y="224"/>
                </a:cubicBezTo>
                <a:cubicBezTo>
                  <a:pt x="256" y="68"/>
                  <a:pt x="256" y="68"/>
                  <a:pt x="256" y="68"/>
                </a:cubicBezTo>
                <a:cubicBezTo>
                  <a:pt x="256" y="53"/>
                  <a:pt x="245" y="40"/>
                  <a:pt x="231" y="37"/>
                </a:cubicBezTo>
                <a:close/>
                <a:moveTo>
                  <a:pt x="132" y="224"/>
                </a:moveTo>
                <a:cubicBezTo>
                  <a:pt x="236" y="224"/>
                  <a:pt x="236" y="224"/>
                  <a:pt x="236" y="224"/>
                </a:cubicBezTo>
                <a:cubicBezTo>
                  <a:pt x="236" y="216"/>
                  <a:pt x="236" y="216"/>
                  <a:pt x="236" y="216"/>
                </a:cubicBezTo>
                <a:cubicBezTo>
                  <a:pt x="132" y="216"/>
                  <a:pt x="132" y="216"/>
                  <a:pt x="132" y="216"/>
                </a:cubicBezTo>
                <a:lnTo>
                  <a:pt x="132" y="224"/>
                </a:lnTo>
                <a:close/>
                <a:moveTo>
                  <a:pt x="236" y="68"/>
                </a:moveTo>
                <a:cubicBezTo>
                  <a:pt x="132" y="68"/>
                  <a:pt x="132" y="68"/>
                  <a:pt x="132" y="68"/>
                </a:cubicBezTo>
                <a:cubicBezTo>
                  <a:pt x="132" y="76"/>
                  <a:pt x="132" y="76"/>
                  <a:pt x="132" y="76"/>
                </a:cubicBezTo>
                <a:cubicBezTo>
                  <a:pt x="236" y="76"/>
                  <a:pt x="236" y="76"/>
                  <a:pt x="236" y="76"/>
                </a:cubicBezTo>
                <a:lnTo>
                  <a:pt x="236" y="68"/>
                </a:lnTo>
                <a:close/>
                <a:moveTo>
                  <a:pt x="172" y="100"/>
                </a:moveTo>
                <a:cubicBezTo>
                  <a:pt x="236" y="100"/>
                  <a:pt x="236" y="100"/>
                  <a:pt x="236" y="100"/>
                </a:cubicBezTo>
                <a:cubicBezTo>
                  <a:pt x="236" y="92"/>
                  <a:pt x="236" y="92"/>
                  <a:pt x="236" y="92"/>
                </a:cubicBezTo>
                <a:cubicBezTo>
                  <a:pt x="172" y="92"/>
                  <a:pt x="172" y="92"/>
                  <a:pt x="172" y="92"/>
                </a:cubicBezTo>
                <a:cubicBezTo>
                  <a:pt x="163" y="92"/>
                  <a:pt x="156" y="99"/>
                  <a:pt x="156" y="108"/>
                </a:cubicBezTo>
                <a:cubicBezTo>
                  <a:pt x="156" y="184"/>
                  <a:pt x="156" y="184"/>
                  <a:pt x="156" y="184"/>
                </a:cubicBezTo>
                <a:cubicBezTo>
                  <a:pt x="156" y="193"/>
                  <a:pt x="163" y="200"/>
                  <a:pt x="172" y="200"/>
                </a:cubicBezTo>
                <a:cubicBezTo>
                  <a:pt x="236" y="200"/>
                  <a:pt x="236" y="200"/>
                  <a:pt x="236" y="200"/>
                </a:cubicBezTo>
                <a:cubicBezTo>
                  <a:pt x="236" y="192"/>
                  <a:pt x="236" y="192"/>
                  <a:pt x="236" y="192"/>
                </a:cubicBezTo>
                <a:cubicBezTo>
                  <a:pt x="172" y="192"/>
                  <a:pt x="172" y="192"/>
                  <a:pt x="172" y="192"/>
                </a:cubicBezTo>
                <a:cubicBezTo>
                  <a:pt x="168" y="192"/>
                  <a:pt x="164" y="188"/>
                  <a:pt x="164" y="184"/>
                </a:cubicBezTo>
                <a:cubicBezTo>
                  <a:pt x="164" y="108"/>
                  <a:pt x="164" y="108"/>
                  <a:pt x="164" y="108"/>
                </a:cubicBezTo>
                <a:cubicBezTo>
                  <a:pt x="164" y="104"/>
                  <a:pt x="168" y="100"/>
                  <a:pt x="172" y="100"/>
                </a:cubicBezTo>
                <a:close/>
                <a:moveTo>
                  <a:pt x="96" y="240"/>
                </a:moveTo>
                <a:cubicBezTo>
                  <a:pt x="96" y="244"/>
                  <a:pt x="92" y="248"/>
                  <a:pt x="88" y="248"/>
                </a:cubicBezTo>
                <a:cubicBezTo>
                  <a:pt x="20" y="248"/>
                  <a:pt x="20" y="248"/>
                  <a:pt x="20" y="248"/>
                </a:cubicBezTo>
                <a:cubicBezTo>
                  <a:pt x="16" y="248"/>
                  <a:pt x="12" y="244"/>
                  <a:pt x="12" y="240"/>
                </a:cubicBezTo>
                <a:cubicBezTo>
                  <a:pt x="12" y="140"/>
                  <a:pt x="12" y="140"/>
                  <a:pt x="12" y="140"/>
                </a:cubicBezTo>
                <a:cubicBezTo>
                  <a:pt x="4" y="140"/>
                  <a:pt x="4" y="140"/>
                  <a:pt x="4" y="140"/>
                </a:cubicBezTo>
                <a:cubicBezTo>
                  <a:pt x="4" y="240"/>
                  <a:pt x="4" y="240"/>
                  <a:pt x="4" y="240"/>
                </a:cubicBezTo>
                <a:cubicBezTo>
                  <a:pt x="4" y="249"/>
                  <a:pt x="11" y="256"/>
                  <a:pt x="20" y="256"/>
                </a:cubicBezTo>
                <a:cubicBezTo>
                  <a:pt x="88" y="256"/>
                  <a:pt x="88" y="256"/>
                  <a:pt x="88" y="256"/>
                </a:cubicBezTo>
                <a:cubicBezTo>
                  <a:pt x="97" y="256"/>
                  <a:pt x="104" y="249"/>
                  <a:pt x="104" y="240"/>
                </a:cubicBezTo>
                <a:cubicBezTo>
                  <a:pt x="104" y="140"/>
                  <a:pt x="104" y="140"/>
                  <a:pt x="104" y="140"/>
                </a:cubicBezTo>
                <a:cubicBezTo>
                  <a:pt x="96" y="140"/>
                  <a:pt x="96" y="140"/>
                  <a:pt x="96" y="140"/>
                </a:cubicBezTo>
                <a:lnTo>
                  <a:pt x="96" y="240"/>
                </a:lnTo>
                <a:close/>
                <a:moveTo>
                  <a:pt x="96" y="92"/>
                </a:moveTo>
                <a:cubicBezTo>
                  <a:pt x="12" y="92"/>
                  <a:pt x="12" y="92"/>
                  <a:pt x="12" y="92"/>
                </a:cubicBezTo>
                <a:cubicBezTo>
                  <a:pt x="5" y="92"/>
                  <a:pt x="0" y="97"/>
                  <a:pt x="0" y="104"/>
                </a:cubicBezTo>
                <a:cubicBezTo>
                  <a:pt x="0" y="124"/>
                  <a:pt x="0" y="124"/>
                  <a:pt x="0" y="124"/>
                </a:cubicBezTo>
                <a:cubicBezTo>
                  <a:pt x="0" y="126"/>
                  <a:pt x="2" y="128"/>
                  <a:pt x="4" y="128"/>
                </a:cubicBezTo>
                <a:cubicBezTo>
                  <a:pt x="104" y="128"/>
                  <a:pt x="104" y="128"/>
                  <a:pt x="104" y="128"/>
                </a:cubicBezTo>
                <a:cubicBezTo>
                  <a:pt x="106" y="128"/>
                  <a:pt x="108" y="126"/>
                  <a:pt x="108" y="124"/>
                </a:cubicBezTo>
                <a:cubicBezTo>
                  <a:pt x="108" y="104"/>
                  <a:pt x="108" y="104"/>
                  <a:pt x="108" y="104"/>
                </a:cubicBezTo>
                <a:cubicBezTo>
                  <a:pt x="108" y="97"/>
                  <a:pt x="103" y="92"/>
                  <a:pt x="96" y="92"/>
                </a:cubicBezTo>
                <a:close/>
                <a:moveTo>
                  <a:pt x="100" y="120"/>
                </a:moveTo>
                <a:cubicBezTo>
                  <a:pt x="8" y="120"/>
                  <a:pt x="8" y="120"/>
                  <a:pt x="8" y="120"/>
                </a:cubicBezTo>
                <a:cubicBezTo>
                  <a:pt x="8" y="104"/>
                  <a:pt x="8" y="104"/>
                  <a:pt x="8" y="104"/>
                </a:cubicBezTo>
                <a:cubicBezTo>
                  <a:pt x="8" y="102"/>
                  <a:pt x="10" y="100"/>
                  <a:pt x="12" y="100"/>
                </a:cubicBezTo>
                <a:cubicBezTo>
                  <a:pt x="96" y="100"/>
                  <a:pt x="96" y="100"/>
                  <a:pt x="96" y="100"/>
                </a:cubicBezTo>
                <a:cubicBezTo>
                  <a:pt x="98" y="100"/>
                  <a:pt x="100" y="102"/>
                  <a:pt x="100" y="104"/>
                </a:cubicBezTo>
                <a:lnTo>
                  <a:pt x="100" y="12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298" name="Freeform 224">
            <a:extLst>
              <a:ext uri="{FF2B5EF4-FFF2-40B4-BE49-F238E27FC236}">
                <a16:creationId xmlns:a16="http://schemas.microsoft.com/office/drawing/2014/main" id="{4387975F-1F57-412B-9A64-D503AF980598}"/>
              </a:ext>
            </a:extLst>
          </p:cNvPr>
          <p:cNvSpPr>
            <a:spLocks noChangeAspect="1" noEditPoints="1"/>
          </p:cNvSpPr>
          <p:nvPr/>
        </p:nvSpPr>
        <p:spPr bwMode="auto">
          <a:xfrm>
            <a:off x="5411318" y="5290964"/>
            <a:ext cx="400050" cy="400050"/>
          </a:xfrm>
          <a:custGeom>
            <a:avLst/>
            <a:gdLst>
              <a:gd name="T0" fmla="*/ 28 w 256"/>
              <a:gd name="T1" fmla="*/ 72 h 256"/>
              <a:gd name="T2" fmla="*/ 32 w 256"/>
              <a:gd name="T3" fmla="*/ 64 h 256"/>
              <a:gd name="T4" fmla="*/ 8 w 256"/>
              <a:gd name="T5" fmla="*/ 84 h 256"/>
              <a:gd name="T6" fmla="*/ 16 w 256"/>
              <a:gd name="T7" fmla="*/ 212 h 256"/>
              <a:gd name="T8" fmla="*/ 240 w 256"/>
              <a:gd name="T9" fmla="*/ 92 h 256"/>
              <a:gd name="T10" fmla="*/ 248 w 256"/>
              <a:gd name="T11" fmla="*/ 212 h 256"/>
              <a:gd name="T12" fmla="*/ 220 w 256"/>
              <a:gd name="T13" fmla="*/ 64 h 256"/>
              <a:gd name="T14" fmla="*/ 216 w 256"/>
              <a:gd name="T15" fmla="*/ 72 h 256"/>
              <a:gd name="T16" fmla="*/ 240 w 256"/>
              <a:gd name="T17" fmla="*/ 92 h 256"/>
              <a:gd name="T18" fmla="*/ 152 w 256"/>
              <a:gd name="T19" fmla="*/ 220 h 256"/>
              <a:gd name="T20" fmla="*/ 148 w 256"/>
              <a:gd name="T21" fmla="*/ 228 h 256"/>
              <a:gd name="T22" fmla="*/ 108 w 256"/>
              <a:gd name="T23" fmla="*/ 224 h 256"/>
              <a:gd name="T24" fmla="*/ 4 w 256"/>
              <a:gd name="T25" fmla="*/ 220 h 256"/>
              <a:gd name="T26" fmla="*/ 32 w 256"/>
              <a:gd name="T27" fmla="*/ 256 h 256"/>
              <a:gd name="T28" fmla="*/ 256 w 256"/>
              <a:gd name="T29" fmla="*/ 224 h 256"/>
              <a:gd name="T30" fmla="*/ 224 w 256"/>
              <a:gd name="T31" fmla="*/ 248 h 256"/>
              <a:gd name="T32" fmla="*/ 8 w 256"/>
              <a:gd name="T33" fmla="*/ 228 h 256"/>
              <a:gd name="T34" fmla="*/ 100 w 256"/>
              <a:gd name="T35" fmla="*/ 232 h 256"/>
              <a:gd name="T36" fmla="*/ 152 w 256"/>
              <a:gd name="T37" fmla="*/ 236 h 256"/>
              <a:gd name="T38" fmla="*/ 156 w 256"/>
              <a:gd name="T39" fmla="*/ 228 h 256"/>
              <a:gd name="T40" fmla="*/ 224 w 256"/>
              <a:gd name="T41" fmla="*/ 248 h 256"/>
              <a:gd name="T42" fmla="*/ 140 w 256"/>
              <a:gd name="T43" fmla="*/ 132 h 256"/>
              <a:gd name="T44" fmla="*/ 144 w 256"/>
              <a:gd name="T45" fmla="*/ 104 h 256"/>
              <a:gd name="T46" fmla="*/ 172 w 256"/>
              <a:gd name="T47" fmla="*/ 100 h 256"/>
              <a:gd name="T48" fmla="*/ 168 w 256"/>
              <a:gd name="T49" fmla="*/ 64 h 256"/>
              <a:gd name="T50" fmla="*/ 144 w 256"/>
              <a:gd name="T51" fmla="*/ 40 h 256"/>
              <a:gd name="T52" fmla="*/ 108 w 256"/>
              <a:gd name="T53" fmla="*/ 36 h 256"/>
              <a:gd name="T54" fmla="*/ 104 w 256"/>
              <a:gd name="T55" fmla="*/ 64 h 256"/>
              <a:gd name="T56" fmla="*/ 76 w 256"/>
              <a:gd name="T57" fmla="*/ 68 h 256"/>
              <a:gd name="T58" fmla="*/ 80 w 256"/>
              <a:gd name="T59" fmla="*/ 104 h 256"/>
              <a:gd name="T60" fmla="*/ 104 w 256"/>
              <a:gd name="T61" fmla="*/ 128 h 256"/>
              <a:gd name="T62" fmla="*/ 84 w 256"/>
              <a:gd name="T63" fmla="*/ 96 h 256"/>
              <a:gd name="T64" fmla="*/ 108 w 256"/>
              <a:gd name="T65" fmla="*/ 72 h 256"/>
              <a:gd name="T66" fmla="*/ 112 w 256"/>
              <a:gd name="T67" fmla="*/ 44 h 256"/>
              <a:gd name="T68" fmla="*/ 136 w 256"/>
              <a:gd name="T69" fmla="*/ 68 h 256"/>
              <a:gd name="T70" fmla="*/ 164 w 256"/>
              <a:gd name="T71" fmla="*/ 72 h 256"/>
              <a:gd name="T72" fmla="*/ 140 w 256"/>
              <a:gd name="T73" fmla="*/ 96 h 256"/>
              <a:gd name="T74" fmla="*/ 136 w 256"/>
              <a:gd name="T75" fmla="*/ 124 h 256"/>
              <a:gd name="T76" fmla="*/ 112 w 256"/>
              <a:gd name="T77" fmla="*/ 100 h 256"/>
              <a:gd name="T78" fmla="*/ 84 w 256"/>
              <a:gd name="T79" fmla="*/ 96 h 256"/>
              <a:gd name="T80" fmla="*/ 144 w 256"/>
              <a:gd name="T81" fmla="*/ 168 h 256"/>
              <a:gd name="T82" fmla="*/ 60 w 256"/>
              <a:gd name="T83" fmla="*/ 160 h 256"/>
              <a:gd name="T84" fmla="*/ 48 w 256"/>
              <a:gd name="T85" fmla="*/ 20 h 256"/>
              <a:gd name="T86" fmla="*/ 188 w 256"/>
              <a:gd name="T87" fmla="*/ 8 h 256"/>
              <a:gd name="T88" fmla="*/ 200 w 256"/>
              <a:gd name="T89" fmla="*/ 128 h 256"/>
              <a:gd name="T90" fmla="*/ 208 w 256"/>
              <a:gd name="T91" fmla="*/ 20 h 256"/>
              <a:gd name="T92" fmla="*/ 60 w 256"/>
              <a:gd name="T93" fmla="*/ 0 h 256"/>
              <a:gd name="T94" fmla="*/ 40 w 256"/>
              <a:gd name="T95" fmla="*/ 148 h 256"/>
              <a:gd name="T96" fmla="*/ 224 w 256"/>
              <a:gd name="T97" fmla="*/ 162 h 256"/>
              <a:gd name="T98" fmla="*/ 166 w 256"/>
              <a:gd name="T99" fmla="*/ 121 h 256"/>
              <a:gd name="T100" fmla="*/ 160 w 256"/>
              <a:gd name="T101" fmla="*/ 124 h 256"/>
              <a:gd name="T102" fmla="*/ 162 w 256"/>
              <a:gd name="T103" fmla="*/ 196 h 256"/>
              <a:gd name="T104" fmla="*/ 182 w 256"/>
              <a:gd name="T105" fmla="*/ 183 h 256"/>
              <a:gd name="T106" fmla="*/ 201 w 256"/>
              <a:gd name="T107" fmla="*/ 212 h 256"/>
              <a:gd name="T108" fmla="*/ 219 w 256"/>
              <a:gd name="T109" fmla="*/ 202 h 256"/>
              <a:gd name="T110" fmla="*/ 204 w 256"/>
              <a:gd name="T111" fmla="*/ 170 h 256"/>
              <a:gd name="T112" fmla="*/ 224 w 256"/>
              <a:gd name="T113" fmla="*/ 162 h 256"/>
              <a:gd name="T114" fmla="*/ 195 w 256"/>
              <a:gd name="T115" fmla="*/ 166 h 256"/>
              <a:gd name="T116" fmla="*/ 211 w 256"/>
              <a:gd name="T117" fmla="*/ 197 h 256"/>
              <a:gd name="T118" fmla="*/ 186 w 256"/>
              <a:gd name="T119" fmla="*/ 175 h 256"/>
              <a:gd name="T120" fmla="*/ 183 w 256"/>
              <a:gd name="T121" fmla="*/ 173 h 256"/>
              <a:gd name="T122" fmla="*/ 168 w 256"/>
              <a:gd name="T123" fmla="*/ 184 h 256"/>
              <a:gd name="T124" fmla="*/ 211 w 256"/>
              <a:gd name="T125"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6" h="256">
                <a:moveTo>
                  <a:pt x="16" y="84"/>
                </a:moveTo>
                <a:cubicBezTo>
                  <a:pt x="16" y="77"/>
                  <a:pt x="21" y="72"/>
                  <a:pt x="28" y="72"/>
                </a:cubicBezTo>
                <a:cubicBezTo>
                  <a:pt x="32" y="72"/>
                  <a:pt x="32" y="72"/>
                  <a:pt x="32" y="72"/>
                </a:cubicBezTo>
                <a:cubicBezTo>
                  <a:pt x="32" y="64"/>
                  <a:pt x="32" y="64"/>
                  <a:pt x="32" y="64"/>
                </a:cubicBezTo>
                <a:cubicBezTo>
                  <a:pt x="28" y="64"/>
                  <a:pt x="28" y="64"/>
                  <a:pt x="28" y="64"/>
                </a:cubicBezTo>
                <a:cubicBezTo>
                  <a:pt x="17" y="64"/>
                  <a:pt x="8" y="73"/>
                  <a:pt x="8" y="84"/>
                </a:cubicBezTo>
                <a:cubicBezTo>
                  <a:pt x="8" y="212"/>
                  <a:pt x="8" y="212"/>
                  <a:pt x="8" y="212"/>
                </a:cubicBezTo>
                <a:cubicBezTo>
                  <a:pt x="16" y="212"/>
                  <a:pt x="16" y="212"/>
                  <a:pt x="16" y="212"/>
                </a:cubicBezTo>
                <a:lnTo>
                  <a:pt x="16" y="84"/>
                </a:lnTo>
                <a:close/>
                <a:moveTo>
                  <a:pt x="240" y="92"/>
                </a:moveTo>
                <a:cubicBezTo>
                  <a:pt x="240" y="212"/>
                  <a:pt x="240" y="212"/>
                  <a:pt x="240" y="212"/>
                </a:cubicBezTo>
                <a:cubicBezTo>
                  <a:pt x="248" y="212"/>
                  <a:pt x="248" y="212"/>
                  <a:pt x="248" y="212"/>
                </a:cubicBezTo>
                <a:cubicBezTo>
                  <a:pt x="248" y="92"/>
                  <a:pt x="248" y="92"/>
                  <a:pt x="248" y="92"/>
                </a:cubicBezTo>
                <a:cubicBezTo>
                  <a:pt x="248" y="77"/>
                  <a:pt x="235" y="64"/>
                  <a:pt x="220" y="64"/>
                </a:cubicBezTo>
                <a:cubicBezTo>
                  <a:pt x="216" y="64"/>
                  <a:pt x="216" y="64"/>
                  <a:pt x="216" y="64"/>
                </a:cubicBezTo>
                <a:cubicBezTo>
                  <a:pt x="216" y="72"/>
                  <a:pt x="216" y="72"/>
                  <a:pt x="216" y="72"/>
                </a:cubicBezTo>
                <a:cubicBezTo>
                  <a:pt x="220" y="72"/>
                  <a:pt x="220" y="72"/>
                  <a:pt x="220" y="72"/>
                </a:cubicBezTo>
                <a:cubicBezTo>
                  <a:pt x="231" y="72"/>
                  <a:pt x="240" y="81"/>
                  <a:pt x="240" y="92"/>
                </a:cubicBezTo>
                <a:close/>
                <a:moveTo>
                  <a:pt x="252" y="220"/>
                </a:moveTo>
                <a:cubicBezTo>
                  <a:pt x="152" y="220"/>
                  <a:pt x="152" y="220"/>
                  <a:pt x="152" y="220"/>
                </a:cubicBezTo>
                <a:cubicBezTo>
                  <a:pt x="150" y="220"/>
                  <a:pt x="148" y="222"/>
                  <a:pt x="148" y="224"/>
                </a:cubicBezTo>
                <a:cubicBezTo>
                  <a:pt x="148" y="228"/>
                  <a:pt x="148" y="228"/>
                  <a:pt x="148" y="228"/>
                </a:cubicBezTo>
                <a:cubicBezTo>
                  <a:pt x="108" y="228"/>
                  <a:pt x="108" y="228"/>
                  <a:pt x="108" y="228"/>
                </a:cubicBezTo>
                <a:cubicBezTo>
                  <a:pt x="108" y="224"/>
                  <a:pt x="108" y="224"/>
                  <a:pt x="108" y="224"/>
                </a:cubicBezTo>
                <a:cubicBezTo>
                  <a:pt x="108" y="222"/>
                  <a:pt x="106" y="220"/>
                  <a:pt x="104" y="220"/>
                </a:cubicBezTo>
                <a:cubicBezTo>
                  <a:pt x="4" y="220"/>
                  <a:pt x="4" y="220"/>
                  <a:pt x="4" y="220"/>
                </a:cubicBezTo>
                <a:cubicBezTo>
                  <a:pt x="2" y="220"/>
                  <a:pt x="0" y="222"/>
                  <a:pt x="0" y="224"/>
                </a:cubicBezTo>
                <a:cubicBezTo>
                  <a:pt x="0" y="242"/>
                  <a:pt x="14" y="256"/>
                  <a:pt x="32" y="256"/>
                </a:cubicBezTo>
                <a:cubicBezTo>
                  <a:pt x="224" y="256"/>
                  <a:pt x="224" y="256"/>
                  <a:pt x="224" y="256"/>
                </a:cubicBezTo>
                <a:cubicBezTo>
                  <a:pt x="242" y="256"/>
                  <a:pt x="256" y="242"/>
                  <a:pt x="256" y="224"/>
                </a:cubicBezTo>
                <a:cubicBezTo>
                  <a:pt x="256" y="222"/>
                  <a:pt x="254" y="220"/>
                  <a:pt x="252" y="220"/>
                </a:cubicBezTo>
                <a:close/>
                <a:moveTo>
                  <a:pt x="224" y="248"/>
                </a:moveTo>
                <a:cubicBezTo>
                  <a:pt x="32" y="248"/>
                  <a:pt x="32" y="248"/>
                  <a:pt x="32" y="248"/>
                </a:cubicBezTo>
                <a:cubicBezTo>
                  <a:pt x="20" y="248"/>
                  <a:pt x="10" y="239"/>
                  <a:pt x="8" y="228"/>
                </a:cubicBezTo>
                <a:cubicBezTo>
                  <a:pt x="100" y="228"/>
                  <a:pt x="100" y="228"/>
                  <a:pt x="100" y="228"/>
                </a:cubicBezTo>
                <a:cubicBezTo>
                  <a:pt x="100" y="232"/>
                  <a:pt x="100" y="232"/>
                  <a:pt x="100" y="232"/>
                </a:cubicBezTo>
                <a:cubicBezTo>
                  <a:pt x="100" y="234"/>
                  <a:pt x="102" y="236"/>
                  <a:pt x="104" y="236"/>
                </a:cubicBezTo>
                <a:cubicBezTo>
                  <a:pt x="152" y="236"/>
                  <a:pt x="152" y="236"/>
                  <a:pt x="152" y="236"/>
                </a:cubicBezTo>
                <a:cubicBezTo>
                  <a:pt x="154" y="236"/>
                  <a:pt x="156" y="234"/>
                  <a:pt x="156" y="232"/>
                </a:cubicBezTo>
                <a:cubicBezTo>
                  <a:pt x="156" y="228"/>
                  <a:pt x="156" y="228"/>
                  <a:pt x="156" y="228"/>
                </a:cubicBezTo>
                <a:cubicBezTo>
                  <a:pt x="248" y="228"/>
                  <a:pt x="248" y="228"/>
                  <a:pt x="248" y="228"/>
                </a:cubicBezTo>
                <a:cubicBezTo>
                  <a:pt x="246" y="239"/>
                  <a:pt x="236" y="248"/>
                  <a:pt x="224" y="248"/>
                </a:cubicBezTo>
                <a:close/>
                <a:moveTo>
                  <a:pt x="108" y="132"/>
                </a:moveTo>
                <a:cubicBezTo>
                  <a:pt x="140" y="132"/>
                  <a:pt x="140" y="132"/>
                  <a:pt x="140" y="132"/>
                </a:cubicBezTo>
                <a:cubicBezTo>
                  <a:pt x="142" y="132"/>
                  <a:pt x="144" y="130"/>
                  <a:pt x="144" y="128"/>
                </a:cubicBezTo>
                <a:cubicBezTo>
                  <a:pt x="144" y="104"/>
                  <a:pt x="144" y="104"/>
                  <a:pt x="144" y="104"/>
                </a:cubicBezTo>
                <a:cubicBezTo>
                  <a:pt x="168" y="104"/>
                  <a:pt x="168" y="104"/>
                  <a:pt x="168" y="104"/>
                </a:cubicBezTo>
                <a:cubicBezTo>
                  <a:pt x="170" y="104"/>
                  <a:pt x="172" y="102"/>
                  <a:pt x="172" y="100"/>
                </a:cubicBezTo>
                <a:cubicBezTo>
                  <a:pt x="172" y="68"/>
                  <a:pt x="172" y="68"/>
                  <a:pt x="172" y="68"/>
                </a:cubicBezTo>
                <a:cubicBezTo>
                  <a:pt x="172" y="66"/>
                  <a:pt x="170" y="64"/>
                  <a:pt x="168" y="64"/>
                </a:cubicBezTo>
                <a:cubicBezTo>
                  <a:pt x="144" y="64"/>
                  <a:pt x="144" y="64"/>
                  <a:pt x="144" y="64"/>
                </a:cubicBezTo>
                <a:cubicBezTo>
                  <a:pt x="144" y="40"/>
                  <a:pt x="144" y="40"/>
                  <a:pt x="144" y="40"/>
                </a:cubicBezTo>
                <a:cubicBezTo>
                  <a:pt x="144" y="38"/>
                  <a:pt x="142" y="36"/>
                  <a:pt x="140" y="36"/>
                </a:cubicBezTo>
                <a:cubicBezTo>
                  <a:pt x="108" y="36"/>
                  <a:pt x="108" y="36"/>
                  <a:pt x="108" y="36"/>
                </a:cubicBezTo>
                <a:cubicBezTo>
                  <a:pt x="106" y="36"/>
                  <a:pt x="104" y="38"/>
                  <a:pt x="104" y="40"/>
                </a:cubicBezTo>
                <a:cubicBezTo>
                  <a:pt x="104" y="64"/>
                  <a:pt x="104" y="64"/>
                  <a:pt x="104" y="64"/>
                </a:cubicBezTo>
                <a:cubicBezTo>
                  <a:pt x="80" y="64"/>
                  <a:pt x="80" y="64"/>
                  <a:pt x="80" y="64"/>
                </a:cubicBezTo>
                <a:cubicBezTo>
                  <a:pt x="78" y="64"/>
                  <a:pt x="76" y="66"/>
                  <a:pt x="76" y="68"/>
                </a:cubicBezTo>
                <a:cubicBezTo>
                  <a:pt x="76" y="100"/>
                  <a:pt x="76" y="100"/>
                  <a:pt x="76" y="100"/>
                </a:cubicBezTo>
                <a:cubicBezTo>
                  <a:pt x="76" y="102"/>
                  <a:pt x="78" y="104"/>
                  <a:pt x="80" y="104"/>
                </a:cubicBezTo>
                <a:cubicBezTo>
                  <a:pt x="104" y="104"/>
                  <a:pt x="104" y="104"/>
                  <a:pt x="104" y="104"/>
                </a:cubicBezTo>
                <a:cubicBezTo>
                  <a:pt x="104" y="128"/>
                  <a:pt x="104" y="128"/>
                  <a:pt x="104" y="128"/>
                </a:cubicBezTo>
                <a:cubicBezTo>
                  <a:pt x="104" y="130"/>
                  <a:pt x="106" y="132"/>
                  <a:pt x="108" y="132"/>
                </a:cubicBezTo>
                <a:close/>
                <a:moveTo>
                  <a:pt x="84" y="96"/>
                </a:moveTo>
                <a:cubicBezTo>
                  <a:pt x="84" y="72"/>
                  <a:pt x="84" y="72"/>
                  <a:pt x="84" y="72"/>
                </a:cubicBezTo>
                <a:cubicBezTo>
                  <a:pt x="108" y="72"/>
                  <a:pt x="108" y="72"/>
                  <a:pt x="108" y="72"/>
                </a:cubicBezTo>
                <a:cubicBezTo>
                  <a:pt x="110" y="72"/>
                  <a:pt x="112" y="70"/>
                  <a:pt x="112" y="68"/>
                </a:cubicBezTo>
                <a:cubicBezTo>
                  <a:pt x="112" y="44"/>
                  <a:pt x="112" y="44"/>
                  <a:pt x="112" y="44"/>
                </a:cubicBezTo>
                <a:cubicBezTo>
                  <a:pt x="136" y="44"/>
                  <a:pt x="136" y="44"/>
                  <a:pt x="136" y="44"/>
                </a:cubicBezTo>
                <a:cubicBezTo>
                  <a:pt x="136" y="68"/>
                  <a:pt x="136" y="68"/>
                  <a:pt x="136" y="68"/>
                </a:cubicBezTo>
                <a:cubicBezTo>
                  <a:pt x="136" y="70"/>
                  <a:pt x="138" y="72"/>
                  <a:pt x="140" y="72"/>
                </a:cubicBezTo>
                <a:cubicBezTo>
                  <a:pt x="164" y="72"/>
                  <a:pt x="164" y="72"/>
                  <a:pt x="164" y="72"/>
                </a:cubicBezTo>
                <a:cubicBezTo>
                  <a:pt x="164" y="96"/>
                  <a:pt x="164" y="96"/>
                  <a:pt x="164" y="96"/>
                </a:cubicBezTo>
                <a:cubicBezTo>
                  <a:pt x="140" y="96"/>
                  <a:pt x="140" y="96"/>
                  <a:pt x="140" y="96"/>
                </a:cubicBezTo>
                <a:cubicBezTo>
                  <a:pt x="138" y="96"/>
                  <a:pt x="136" y="98"/>
                  <a:pt x="136" y="100"/>
                </a:cubicBezTo>
                <a:cubicBezTo>
                  <a:pt x="136" y="124"/>
                  <a:pt x="136" y="124"/>
                  <a:pt x="136" y="124"/>
                </a:cubicBezTo>
                <a:cubicBezTo>
                  <a:pt x="112" y="124"/>
                  <a:pt x="112" y="124"/>
                  <a:pt x="112" y="124"/>
                </a:cubicBezTo>
                <a:cubicBezTo>
                  <a:pt x="112" y="100"/>
                  <a:pt x="112" y="100"/>
                  <a:pt x="112" y="100"/>
                </a:cubicBezTo>
                <a:cubicBezTo>
                  <a:pt x="112" y="98"/>
                  <a:pt x="110" y="96"/>
                  <a:pt x="108" y="96"/>
                </a:cubicBezTo>
                <a:lnTo>
                  <a:pt x="84" y="96"/>
                </a:lnTo>
                <a:close/>
                <a:moveTo>
                  <a:pt x="60" y="168"/>
                </a:moveTo>
                <a:cubicBezTo>
                  <a:pt x="144" y="168"/>
                  <a:pt x="144" y="168"/>
                  <a:pt x="144" y="168"/>
                </a:cubicBezTo>
                <a:cubicBezTo>
                  <a:pt x="144" y="160"/>
                  <a:pt x="144" y="160"/>
                  <a:pt x="144" y="160"/>
                </a:cubicBezTo>
                <a:cubicBezTo>
                  <a:pt x="60" y="160"/>
                  <a:pt x="60" y="160"/>
                  <a:pt x="60" y="160"/>
                </a:cubicBezTo>
                <a:cubicBezTo>
                  <a:pt x="53" y="160"/>
                  <a:pt x="48" y="155"/>
                  <a:pt x="48" y="148"/>
                </a:cubicBezTo>
                <a:cubicBezTo>
                  <a:pt x="48" y="20"/>
                  <a:pt x="48" y="20"/>
                  <a:pt x="48" y="20"/>
                </a:cubicBezTo>
                <a:cubicBezTo>
                  <a:pt x="48" y="13"/>
                  <a:pt x="53" y="8"/>
                  <a:pt x="60" y="8"/>
                </a:cubicBezTo>
                <a:cubicBezTo>
                  <a:pt x="188" y="8"/>
                  <a:pt x="188" y="8"/>
                  <a:pt x="188" y="8"/>
                </a:cubicBezTo>
                <a:cubicBezTo>
                  <a:pt x="195" y="8"/>
                  <a:pt x="200" y="13"/>
                  <a:pt x="200" y="20"/>
                </a:cubicBezTo>
                <a:cubicBezTo>
                  <a:pt x="200" y="128"/>
                  <a:pt x="200" y="128"/>
                  <a:pt x="200" y="128"/>
                </a:cubicBezTo>
                <a:cubicBezTo>
                  <a:pt x="208" y="128"/>
                  <a:pt x="208" y="128"/>
                  <a:pt x="208" y="128"/>
                </a:cubicBezTo>
                <a:cubicBezTo>
                  <a:pt x="208" y="20"/>
                  <a:pt x="208" y="20"/>
                  <a:pt x="208" y="20"/>
                </a:cubicBezTo>
                <a:cubicBezTo>
                  <a:pt x="208" y="9"/>
                  <a:pt x="199" y="0"/>
                  <a:pt x="188" y="0"/>
                </a:cubicBezTo>
                <a:cubicBezTo>
                  <a:pt x="60" y="0"/>
                  <a:pt x="60" y="0"/>
                  <a:pt x="60" y="0"/>
                </a:cubicBezTo>
                <a:cubicBezTo>
                  <a:pt x="49" y="0"/>
                  <a:pt x="40" y="9"/>
                  <a:pt x="40" y="20"/>
                </a:cubicBezTo>
                <a:cubicBezTo>
                  <a:pt x="40" y="148"/>
                  <a:pt x="40" y="148"/>
                  <a:pt x="40" y="148"/>
                </a:cubicBezTo>
                <a:cubicBezTo>
                  <a:pt x="40" y="159"/>
                  <a:pt x="49" y="168"/>
                  <a:pt x="60" y="168"/>
                </a:cubicBezTo>
                <a:close/>
                <a:moveTo>
                  <a:pt x="224" y="162"/>
                </a:moveTo>
                <a:cubicBezTo>
                  <a:pt x="224" y="160"/>
                  <a:pt x="224" y="159"/>
                  <a:pt x="222" y="158"/>
                </a:cubicBezTo>
                <a:cubicBezTo>
                  <a:pt x="166" y="121"/>
                  <a:pt x="166" y="121"/>
                  <a:pt x="166" y="121"/>
                </a:cubicBezTo>
                <a:cubicBezTo>
                  <a:pt x="165" y="120"/>
                  <a:pt x="163" y="120"/>
                  <a:pt x="162" y="120"/>
                </a:cubicBezTo>
                <a:cubicBezTo>
                  <a:pt x="161" y="121"/>
                  <a:pt x="160" y="123"/>
                  <a:pt x="160" y="124"/>
                </a:cubicBezTo>
                <a:cubicBezTo>
                  <a:pt x="160" y="192"/>
                  <a:pt x="160" y="192"/>
                  <a:pt x="160" y="192"/>
                </a:cubicBezTo>
                <a:cubicBezTo>
                  <a:pt x="160" y="194"/>
                  <a:pt x="161" y="195"/>
                  <a:pt x="162" y="196"/>
                </a:cubicBezTo>
                <a:cubicBezTo>
                  <a:pt x="164" y="197"/>
                  <a:pt x="165" y="197"/>
                  <a:pt x="167" y="196"/>
                </a:cubicBezTo>
                <a:cubicBezTo>
                  <a:pt x="182" y="183"/>
                  <a:pt x="182" y="183"/>
                  <a:pt x="182" y="183"/>
                </a:cubicBezTo>
                <a:cubicBezTo>
                  <a:pt x="198" y="210"/>
                  <a:pt x="198" y="210"/>
                  <a:pt x="198" y="210"/>
                </a:cubicBezTo>
                <a:cubicBezTo>
                  <a:pt x="199" y="211"/>
                  <a:pt x="200" y="212"/>
                  <a:pt x="201" y="212"/>
                </a:cubicBezTo>
                <a:cubicBezTo>
                  <a:pt x="202" y="212"/>
                  <a:pt x="203" y="212"/>
                  <a:pt x="203" y="211"/>
                </a:cubicBezTo>
                <a:cubicBezTo>
                  <a:pt x="219" y="202"/>
                  <a:pt x="219" y="202"/>
                  <a:pt x="219" y="202"/>
                </a:cubicBezTo>
                <a:cubicBezTo>
                  <a:pt x="221" y="201"/>
                  <a:pt x="221" y="199"/>
                  <a:pt x="220" y="197"/>
                </a:cubicBezTo>
                <a:cubicBezTo>
                  <a:pt x="204" y="170"/>
                  <a:pt x="204" y="170"/>
                  <a:pt x="204" y="170"/>
                </a:cubicBezTo>
                <a:cubicBezTo>
                  <a:pt x="221" y="165"/>
                  <a:pt x="221" y="165"/>
                  <a:pt x="221" y="165"/>
                </a:cubicBezTo>
                <a:cubicBezTo>
                  <a:pt x="223" y="165"/>
                  <a:pt x="224" y="163"/>
                  <a:pt x="224" y="162"/>
                </a:cubicBezTo>
                <a:close/>
                <a:moveTo>
                  <a:pt x="197" y="164"/>
                </a:moveTo>
                <a:cubicBezTo>
                  <a:pt x="196" y="164"/>
                  <a:pt x="195" y="165"/>
                  <a:pt x="195" y="166"/>
                </a:cubicBezTo>
                <a:cubicBezTo>
                  <a:pt x="194" y="167"/>
                  <a:pt x="194" y="169"/>
                  <a:pt x="195" y="170"/>
                </a:cubicBezTo>
                <a:cubicBezTo>
                  <a:pt x="211" y="197"/>
                  <a:pt x="211" y="197"/>
                  <a:pt x="211" y="197"/>
                </a:cubicBezTo>
                <a:cubicBezTo>
                  <a:pt x="203" y="203"/>
                  <a:pt x="203" y="203"/>
                  <a:pt x="203" y="203"/>
                </a:cubicBezTo>
                <a:cubicBezTo>
                  <a:pt x="186" y="175"/>
                  <a:pt x="186" y="175"/>
                  <a:pt x="186" y="175"/>
                </a:cubicBezTo>
                <a:cubicBezTo>
                  <a:pt x="185" y="174"/>
                  <a:pt x="184" y="173"/>
                  <a:pt x="183" y="173"/>
                </a:cubicBezTo>
                <a:cubicBezTo>
                  <a:pt x="183" y="173"/>
                  <a:pt x="183" y="173"/>
                  <a:pt x="183" y="173"/>
                </a:cubicBezTo>
                <a:cubicBezTo>
                  <a:pt x="182" y="173"/>
                  <a:pt x="181" y="173"/>
                  <a:pt x="180" y="174"/>
                </a:cubicBezTo>
                <a:cubicBezTo>
                  <a:pt x="168" y="184"/>
                  <a:pt x="168" y="184"/>
                  <a:pt x="168" y="184"/>
                </a:cubicBezTo>
                <a:cubicBezTo>
                  <a:pt x="168" y="131"/>
                  <a:pt x="168" y="131"/>
                  <a:pt x="168" y="131"/>
                </a:cubicBezTo>
                <a:cubicBezTo>
                  <a:pt x="211" y="160"/>
                  <a:pt x="211" y="160"/>
                  <a:pt x="211" y="160"/>
                </a:cubicBezTo>
                <a:lnTo>
                  <a:pt x="197" y="1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01" name="Freeform 228">
            <a:extLst>
              <a:ext uri="{FF2B5EF4-FFF2-40B4-BE49-F238E27FC236}">
                <a16:creationId xmlns:a16="http://schemas.microsoft.com/office/drawing/2014/main" id="{2F28C073-FC42-4A6A-A6E2-FBEE166445FF}"/>
              </a:ext>
            </a:extLst>
          </p:cNvPr>
          <p:cNvSpPr>
            <a:spLocks noChangeAspect="1" noEditPoints="1"/>
          </p:cNvSpPr>
          <p:nvPr/>
        </p:nvSpPr>
        <p:spPr bwMode="auto">
          <a:xfrm>
            <a:off x="6378964" y="5290964"/>
            <a:ext cx="400050" cy="400050"/>
          </a:xfrm>
          <a:custGeom>
            <a:avLst/>
            <a:gdLst>
              <a:gd name="T0" fmla="*/ 128 w 256"/>
              <a:gd name="T1" fmla="*/ 64 h 256"/>
              <a:gd name="T2" fmla="*/ 136 w 256"/>
              <a:gd name="T3" fmla="*/ 84 h 256"/>
              <a:gd name="T4" fmla="*/ 140 w 256"/>
              <a:gd name="T5" fmla="*/ 64 h 256"/>
              <a:gd name="T6" fmla="*/ 144 w 256"/>
              <a:gd name="T7" fmla="*/ 36 h 256"/>
              <a:gd name="T8" fmla="*/ 128 w 256"/>
              <a:gd name="T9" fmla="*/ 28 h 256"/>
              <a:gd name="T10" fmla="*/ 116 w 256"/>
              <a:gd name="T11" fmla="*/ 0 h 256"/>
              <a:gd name="T12" fmla="*/ 16 w 256"/>
              <a:gd name="T13" fmla="*/ 12 h 256"/>
              <a:gd name="T14" fmla="*/ 8 w 256"/>
              <a:gd name="T15" fmla="*/ 28 h 256"/>
              <a:gd name="T16" fmla="*/ 0 w 256"/>
              <a:gd name="T17" fmla="*/ 60 h 256"/>
              <a:gd name="T18" fmla="*/ 8 w 256"/>
              <a:gd name="T19" fmla="*/ 64 h 256"/>
              <a:gd name="T20" fmla="*/ 16 w 256"/>
              <a:gd name="T21" fmla="*/ 256 h 256"/>
              <a:gd name="T22" fmla="*/ 120 w 256"/>
              <a:gd name="T23" fmla="*/ 248 h 256"/>
              <a:gd name="T24" fmla="*/ 16 w 256"/>
              <a:gd name="T25" fmla="*/ 64 h 256"/>
              <a:gd name="T26" fmla="*/ 8 w 256"/>
              <a:gd name="T27" fmla="*/ 36 h 256"/>
              <a:gd name="T28" fmla="*/ 32 w 256"/>
              <a:gd name="T29" fmla="*/ 28 h 256"/>
              <a:gd name="T30" fmla="*/ 24 w 256"/>
              <a:gd name="T31" fmla="*/ 12 h 256"/>
              <a:gd name="T32" fmla="*/ 116 w 256"/>
              <a:gd name="T33" fmla="*/ 8 h 256"/>
              <a:gd name="T34" fmla="*/ 120 w 256"/>
              <a:gd name="T35" fmla="*/ 28 h 256"/>
              <a:gd name="T36" fmla="*/ 64 w 256"/>
              <a:gd name="T37" fmla="*/ 36 h 256"/>
              <a:gd name="T38" fmla="*/ 136 w 256"/>
              <a:gd name="T39" fmla="*/ 56 h 256"/>
              <a:gd name="T40" fmla="*/ 32 w 256"/>
              <a:gd name="T41" fmla="*/ 204 h 256"/>
              <a:gd name="T42" fmla="*/ 76 w 256"/>
              <a:gd name="T43" fmla="*/ 212 h 256"/>
              <a:gd name="T44" fmla="*/ 80 w 256"/>
              <a:gd name="T45" fmla="*/ 104 h 256"/>
              <a:gd name="T46" fmla="*/ 32 w 256"/>
              <a:gd name="T47" fmla="*/ 100 h 256"/>
              <a:gd name="T48" fmla="*/ 72 w 256"/>
              <a:gd name="T49" fmla="*/ 108 h 256"/>
              <a:gd name="T50" fmla="*/ 32 w 256"/>
              <a:gd name="T51" fmla="*/ 204 h 256"/>
              <a:gd name="T52" fmla="*/ 235 w 256"/>
              <a:gd name="T53" fmla="*/ 200 h 256"/>
              <a:gd name="T54" fmla="*/ 255 w 256"/>
              <a:gd name="T55" fmla="*/ 173 h 256"/>
              <a:gd name="T56" fmla="*/ 229 w 256"/>
              <a:gd name="T57" fmla="*/ 194 h 256"/>
              <a:gd name="T58" fmla="*/ 232 w 256"/>
              <a:gd name="T59" fmla="*/ 201 h 256"/>
              <a:gd name="T60" fmla="*/ 224 w 256"/>
              <a:gd name="T61" fmla="*/ 140 h 256"/>
              <a:gd name="T62" fmla="*/ 132 w 256"/>
              <a:gd name="T63" fmla="*/ 100 h 256"/>
              <a:gd name="T64" fmla="*/ 128 w 256"/>
              <a:gd name="T65" fmla="*/ 236 h 256"/>
              <a:gd name="T66" fmla="*/ 136 w 256"/>
              <a:gd name="T67" fmla="*/ 180 h 256"/>
              <a:gd name="T68" fmla="*/ 210 w 256"/>
              <a:gd name="T69" fmla="*/ 214 h 256"/>
              <a:gd name="T70" fmla="*/ 177 w 256"/>
              <a:gd name="T71" fmla="*/ 255 h 256"/>
              <a:gd name="T72" fmla="*/ 183 w 256"/>
              <a:gd name="T73" fmla="*/ 255 h 256"/>
              <a:gd name="T74" fmla="*/ 249 w 256"/>
              <a:gd name="T75" fmla="*/ 255 h 256"/>
              <a:gd name="T76" fmla="*/ 255 w 256"/>
              <a:gd name="T77" fmla="*/ 255 h 256"/>
              <a:gd name="T78" fmla="*/ 189 w 256"/>
              <a:gd name="T79" fmla="*/ 180 h 256"/>
              <a:gd name="T80" fmla="*/ 136 w 256"/>
              <a:gd name="T81" fmla="*/ 108 h 256"/>
              <a:gd name="T82" fmla="*/ 216 w 256"/>
              <a:gd name="T83" fmla="*/ 140 h 256"/>
              <a:gd name="T84" fmla="*/ 136 w 256"/>
              <a:gd name="T85" fmla="*/ 17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56">
                <a:moveTo>
                  <a:pt x="16" y="64"/>
                </a:moveTo>
                <a:cubicBezTo>
                  <a:pt x="128" y="64"/>
                  <a:pt x="128" y="64"/>
                  <a:pt x="128" y="64"/>
                </a:cubicBezTo>
                <a:cubicBezTo>
                  <a:pt x="128" y="84"/>
                  <a:pt x="128" y="84"/>
                  <a:pt x="128" y="84"/>
                </a:cubicBezTo>
                <a:cubicBezTo>
                  <a:pt x="136" y="84"/>
                  <a:pt x="136" y="84"/>
                  <a:pt x="136" y="84"/>
                </a:cubicBezTo>
                <a:cubicBezTo>
                  <a:pt x="136" y="64"/>
                  <a:pt x="136" y="64"/>
                  <a:pt x="136" y="64"/>
                </a:cubicBezTo>
                <a:cubicBezTo>
                  <a:pt x="140" y="64"/>
                  <a:pt x="140" y="64"/>
                  <a:pt x="140" y="64"/>
                </a:cubicBezTo>
                <a:cubicBezTo>
                  <a:pt x="142" y="64"/>
                  <a:pt x="144" y="62"/>
                  <a:pt x="144" y="60"/>
                </a:cubicBezTo>
                <a:cubicBezTo>
                  <a:pt x="144" y="36"/>
                  <a:pt x="144" y="36"/>
                  <a:pt x="144" y="36"/>
                </a:cubicBezTo>
                <a:cubicBezTo>
                  <a:pt x="144" y="32"/>
                  <a:pt x="140" y="28"/>
                  <a:pt x="136" y="28"/>
                </a:cubicBezTo>
                <a:cubicBezTo>
                  <a:pt x="128" y="28"/>
                  <a:pt x="128" y="28"/>
                  <a:pt x="128" y="28"/>
                </a:cubicBezTo>
                <a:cubicBezTo>
                  <a:pt x="128" y="12"/>
                  <a:pt x="128" y="12"/>
                  <a:pt x="128" y="12"/>
                </a:cubicBezTo>
                <a:cubicBezTo>
                  <a:pt x="128" y="5"/>
                  <a:pt x="123" y="0"/>
                  <a:pt x="116" y="0"/>
                </a:cubicBezTo>
                <a:cubicBezTo>
                  <a:pt x="28" y="0"/>
                  <a:pt x="28" y="0"/>
                  <a:pt x="28" y="0"/>
                </a:cubicBezTo>
                <a:cubicBezTo>
                  <a:pt x="21" y="0"/>
                  <a:pt x="16" y="5"/>
                  <a:pt x="16" y="12"/>
                </a:cubicBezTo>
                <a:cubicBezTo>
                  <a:pt x="16" y="28"/>
                  <a:pt x="16" y="28"/>
                  <a:pt x="16" y="28"/>
                </a:cubicBezTo>
                <a:cubicBezTo>
                  <a:pt x="8" y="28"/>
                  <a:pt x="8" y="28"/>
                  <a:pt x="8" y="28"/>
                </a:cubicBezTo>
                <a:cubicBezTo>
                  <a:pt x="4" y="28"/>
                  <a:pt x="0" y="32"/>
                  <a:pt x="0" y="36"/>
                </a:cubicBezTo>
                <a:cubicBezTo>
                  <a:pt x="0" y="60"/>
                  <a:pt x="0" y="60"/>
                  <a:pt x="0" y="60"/>
                </a:cubicBezTo>
                <a:cubicBezTo>
                  <a:pt x="0" y="62"/>
                  <a:pt x="2" y="64"/>
                  <a:pt x="4" y="64"/>
                </a:cubicBezTo>
                <a:cubicBezTo>
                  <a:pt x="8" y="64"/>
                  <a:pt x="8" y="64"/>
                  <a:pt x="8" y="64"/>
                </a:cubicBezTo>
                <a:cubicBezTo>
                  <a:pt x="8" y="248"/>
                  <a:pt x="8" y="248"/>
                  <a:pt x="8" y="248"/>
                </a:cubicBezTo>
                <a:cubicBezTo>
                  <a:pt x="8" y="252"/>
                  <a:pt x="12" y="256"/>
                  <a:pt x="16" y="256"/>
                </a:cubicBezTo>
                <a:cubicBezTo>
                  <a:pt x="120" y="256"/>
                  <a:pt x="120" y="256"/>
                  <a:pt x="120" y="256"/>
                </a:cubicBezTo>
                <a:cubicBezTo>
                  <a:pt x="120" y="248"/>
                  <a:pt x="120" y="248"/>
                  <a:pt x="120" y="248"/>
                </a:cubicBezTo>
                <a:cubicBezTo>
                  <a:pt x="16" y="248"/>
                  <a:pt x="16" y="248"/>
                  <a:pt x="16" y="248"/>
                </a:cubicBezTo>
                <a:lnTo>
                  <a:pt x="16" y="64"/>
                </a:lnTo>
                <a:close/>
                <a:moveTo>
                  <a:pt x="8" y="56"/>
                </a:moveTo>
                <a:cubicBezTo>
                  <a:pt x="8" y="36"/>
                  <a:pt x="8" y="36"/>
                  <a:pt x="8" y="36"/>
                </a:cubicBezTo>
                <a:cubicBezTo>
                  <a:pt x="32" y="36"/>
                  <a:pt x="32" y="36"/>
                  <a:pt x="32" y="36"/>
                </a:cubicBezTo>
                <a:cubicBezTo>
                  <a:pt x="32" y="28"/>
                  <a:pt x="32" y="28"/>
                  <a:pt x="32" y="28"/>
                </a:cubicBezTo>
                <a:cubicBezTo>
                  <a:pt x="24" y="28"/>
                  <a:pt x="24" y="28"/>
                  <a:pt x="24" y="28"/>
                </a:cubicBezTo>
                <a:cubicBezTo>
                  <a:pt x="24" y="12"/>
                  <a:pt x="24" y="12"/>
                  <a:pt x="24" y="12"/>
                </a:cubicBezTo>
                <a:cubicBezTo>
                  <a:pt x="24" y="10"/>
                  <a:pt x="26" y="8"/>
                  <a:pt x="28" y="8"/>
                </a:cubicBezTo>
                <a:cubicBezTo>
                  <a:pt x="116" y="8"/>
                  <a:pt x="116" y="8"/>
                  <a:pt x="116" y="8"/>
                </a:cubicBezTo>
                <a:cubicBezTo>
                  <a:pt x="118" y="8"/>
                  <a:pt x="120" y="10"/>
                  <a:pt x="120" y="12"/>
                </a:cubicBezTo>
                <a:cubicBezTo>
                  <a:pt x="120" y="28"/>
                  <a:pt x="120" y="28"/>
                  <a:pt x="120" y="28"/>
                </a:cubicBezTo>
                <a:cubicBezTo>
                  <a:pt x="64" y="28"/>
                  <a:pt x="64" y="28"/>
                  <a:pt x="64" y="28"/>
                </a:cubicBezTo>
                <a:cubicBezTo>
                  <a:pt x="64" y="36"/>
                  <a:pt x="64" y="36"/>
                  <a:pt x="64" y="36"/>
                </a:cubicBezTo>
                <a:cubicBezTo>
                  <a:pt x="136" y="36"/>
                  <a:pt x="136" y="36"/>
                  <a:pt x="136" y="36"/>
                </a:cubicBezTo>
                <a:cubicBezTo>
                  <a:pt x="136" y="56"/>
                  <a:pt x="136" y="56"/>
                  <a:pt x="136" y="56"/>
                </a:cubicBezTo>
                <a:lnTo>
                  <a:pt x="8" y="56"/>
                </a:lnTo>
                <a:close/>
                <a:moveTo>
                  <a:pt x="32" y="204"/>
                </a:moveTo>
                <a:cubicBezTo>
                  <a:pt x="32" y="212"/>
                  <a:pt x="32" y="212"/>
                  <a:pt x="32" y="212"/>
                </a:cubicBezTo>
                <a:cubicBezTo>
                  <a:pt x="76" y="212"/>
                  <a:pt x="76" y="212"/>
                  <a:pt x="76" y="212"/>
                </a:cubicBezTo>
                <a:cubicBezTo>
                  <a:pt x="78" y="212"/>
                  <a:pt x="80" y="210"/>
                  <a:pt x="80" y="208"/>
                </a:cubicBezTo>
                <a:cubicBezTo>
                  <a:pt x="80" y="104"/>
                  <a:pt x="80" y="104"/>
                  <a:pt x="80" y="104"/>
                </a:cubicBezTo>
                <a:cubicBezTo>
                  <a:pt x="80" y="102"/>
                  <a:pt x="78" y="100"/>
                  <a:pt x="76" y="100"/>
                </a:cubicBezTo>
                <a:cubicBezTo>
                  <a:pt x="32" y="100"/>
                  <a:pt x="32" y="100"/>
                  <a:pt x="32" y="100"/>
                </a:cubicBezTo>
                <a:cubicBezTo>
                  <a:pt x="32" y="108"/>
                  <a:pt x="32" y="108"/>
                  <a:pt x="32" y="108"/>
                </a:cubicBezTo>
                <a:cubicBezTo>
                  <a:pt x="72" y="108"/>
                  <a:pt x="72" y="108"/>
                  <a:pt x="72" y="108"/>
                </a:cubicBezTo>
                <a:cubicBezTo>
                  <a:pt x="72" y="204"/>
                  <a:pt x="72" y="204"/>
                  <a:pt x="72" y="204"/>
                </a:cubicBezTo>
                <a:lnTo>
                  <a:pt x="32" y="204"/>
                </a:lnTo>
                <a:close/>
                <a:moveTo>
                  <a:pt x="232" y="201"/>
                </a:moveTo>
                <a:cubicBezTo>
                  <a:pt x="233" y="201"/>
                  <a:pt x="234" y="201"/>
                  <a:pt x="235" y="200"/>
                </a:cubicBezTo>
                <a:cubicBezTo>
                  <a:pt x="255" y="179"/>
                  <a:pt x="255" y="179"/>
                  <a:pt x="255" y="179"/>
                </a:cubicBezTo>
                <a:cubicBezTo>
                  <a:pt x="256" y="177"/>
                  <a:pt x="256" y="175"/>
                  <a:pt x="255" y="173"/>
                </a:cubicBezTo>
                <a:cubicBezTo>
                  <a:pt x="253" y="172"/>
                  <a:pt x="251" y="172"/>
                  <a:pt x="249" y="173"/>
                </a:cubicBezTo>
                <a:cubicBezTo>
                  <a:pt x="229" y="194"/>
                  <a:pt x="229" y="194"/>
                  <a:pt x="229" y="194"/>
                </a:cubicBezTo>
                <a:cubicBezTo>
                  <a:pt x="228" y="196"/>
                  <a:pt x="228" y="198"/>
                  <a:pt x="229" y="200"/>
                </a:cubicBezTo>
                <a:cubicBezTo>
                  <a:pt x="230" y="201"/>
                  <a:pt x="231" y="201"/>
                  <a:pt x="232" y="201"/>
                </a:cubicBezTo>
                <a:close/>
                <a:moveTo>
                  <a:pt x="189" y="180"/>
                </a:moveTo>
                <a:cubicBezTo>
                  <a:pt x="209" y="177"/>
                  <a:pt x="224" y="160"/>
                  <a:pt x="224" y="140"/>
                </a:cubicBezTo>
                <a:cubicBezTo>
                  <a:pt x="224" y="118"/>
                  <a:pt x="206" y="100"/>
                  <a:pt x="184" y="100"/>
                </a:cubicBezTo>
                <a:cubicBezTo>
                  <a:pt x="132" y="100"/>
                  <a:pt x="132" y="100"/>
                  <a:pt x="132" y="100"/>
                </a:cubicBezTo>
                <a:cubicBezTo>
                  <a:pt x="130" y="100"/>
                  <a:pt x="128" y="102"/>
                  <a:pt x="128" y="104"/>
                </a:cubicBezTo>
                <a:cubicBezTo>
                  <a:pt x="128" y="236"/>
                  <a:pt x="128" y="236"/>
                  <a:pt x="128" y="236"/>
                </a:cubicBezTo>
                <a:cubicBezTo>
                  <a:pt x="136" y="236"/>
                  <a:pt x="136" y="236"/>
                  <a:pt x="136" y="236"/>
                </a:cubicBezTo>
                <a:cubicBezTo>
                  <a:pt x="136" y="180"/>
                  <a:pt x="136" y="180"/>
                  <a:pt x="136" y="180"/>
                </a:cubicBezTo>
                <a:cubicBezTo>
                  <a:pt x="178" y="180"/>
                  <a:pt x="178" y="180"/>
                  <a:pt x="178" y="180"/>
                </a:cubicBezTo>
                <a:cubicBezTo>
                  <a:pt x="210" y="214"/>
                  <a:pt x="210" y="214"/>
                  <a:pt x="210" y="214"/>
                </a:cubicBezTo>
                <a:cubicBezTo>
                  <a:pt x="177" y="249"/>
                  <a:pt x="177" y="249"/>
                  <a:pt x="177" y="249"/>
                </a:cubicBezTo>
                <a:cubicBezTo>
                  <a:pt x="176" y="251"/>
                  <a:pt x="176" y="253"/>
                  <a:pt x="177" y="255"/>
                </a:cubicBezTo>
                <a:cubicBezTo>
                  <a:pt x="178" y="256"/>
                  <a:pt x="179" y="256"/>
                  <a:pt x="180" y="256"/>
                </a:cubicBezTo>
                <a:cubicBezTo>
                  <a:pt x="181" y="256"/>
                  <a:pt x="182" y="256"/>
                  <a:pt x="183" y="255"/>
                </a:cubicBezTo>
                <a:cubicBezTo>
                  <a:pt x="216" y="220"/>
                  <a:pt x="216" y="220"/>
                  <a:pt x="216" y="220"/>
                </a:cubicBezTo>
                <a:cubicBezTo>
                  <a:pt x="249" y="255"/>
                  <a:pt x="249" y="255"/>
                  <a:pt x="249" y="255"/>
                </a:cubicBezTo>
                <a:cubicBezTo>
                  <a:pt x="250" y="256"/>
                  <a:pt x="251" y="256"/>
                  <a:pt x="252" y="256"/>
                </a:cubicBezTo>
                <a:cubicBezTo>
                  <a:pt x="253" y="256"/>
                  <a:pt x="254" y="256"/>
                  <a:pt x="255" y="255"/>
                </a:cubicBezTo>
                <a:cubicBezTo>
                  <a:pt x="256" y="253"/>
                  <a:pt x="256" y="251"/>
                  <a:pt x="255" y="249"/>
                </a:cubicBezTo>
                <a:lnTo>
                  <a:pt x="189" y="180"/>
                </a:lnTo>
                <a:close/>
                <a:moveTo>
                  <a:pt x="136" y="172"/>
                </a:moveTo>
                <a:cubicBezTo>
                  <a:pt x="136" y="108"/>
                  <a:pt x="136" y="108"/>
                  <a:pt x="136" y="108"/>
                </a:cubicBezTo>
                <a:cubicBezTo>
                  <a:pt x="184" y="108"/>
                  <a:pt x="184" y="108"/>
                  <a:pt x="184" y="108"/>
                </a:cubicBezTo>
                <a:cubicBezTo>
                  <a:pt x="202" y="108"/>
                  <a:pt x="216" y="122"/>
                  <a:pt x="216" y="140"/>
                </a:cubicBezTo>
                <a:cubicBezTo>
                  <a:pt x="216" y="158"/>
                  <a:pt x="202" y="172"/>
                  <a:pt x="184" y="172"/>
                </a:cubicBezTo>
                <a:lnTo>
                  <a:pt x="136" y="17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05" name="Freeform 232">
            <a:extLst>
              <a:ext uri="{FF2B5EF4-FFF2-40B4-BE49-F238E27FC236}">
                <a16:creationId xmlns:a16="http://schemas.microsoft.com/office/drawing/2014/main" id="{546EC37E-E71F-4E2D-B0A6-F5F2796E7BEB}"/>
              </a:ext>
            </a:extLst>
          </p:cNvPr>
          <p:cNvSpPr>
            <a:spLocks noChangeAspect="1" noEditPoints="1"/>
          </p:cNvSpPr>
          <p:nvPr/>
        </p:nvSpPr>
        <p:spPr bwMode="auto">
          <a:xfrm>
            <a:off x="7346610" y="5290964"/>
            <a:ext cx="400050" cy="400050"/>
          </a:xfrm>
          <a:custGeom>
            <a:avLst/>
            <a:gdLst>
              <a:gd name="T0" fmla="*/ 32 w 256"/>
              <a:gd name="T1" fmla="*/ 212 h 256"/>
              <a:gd name="T2" fmla="*/ 80 w 256"/>
              <a:gd name="T3" fmla="*/ 208 h 256"/>
              <a:gd name="T4" fmla="*/ 76 w 256"/>
              <a:gd name="T5" fmla="*/ 100 h 256"/>
              <a:gd name="T6" fmla="*/ 32 w 256"/>
              <a:gd name="T7" fmla="*/ 108 h 256"/>
              <a:gd name="T8" fmla="*/ 72 w 256"/>
              <a:gd name="T9" fmla="*/ 204 h 256"/>
              <a:gd name="T10" fmla="*/ 254 w 256"/>
              <a:gd name="T11" fmla="*/ 165 h 256"/>
              <a:gd name="T12" fmla="*/ 205 w 256"/>
              <a:gd name="T13" fmla="*/ 168 h 256"/>
              <a:gd name="T14" fmla="*/ 127 w 256"/>
              <a:gd name="T15" fmla="*/ 231 h 256"/>
              <a:gd name="T16" fmla="*/ 92 w 256"/>
              <a:gd name="T17" fmla="*/ 248 h 256"/>
              <a:gd name="T18" fmla="*/ 16 w 256"/>
              <a:gd name="T19" fmla="*/ 64 h 256"/>
              <a:gd name="T20" fmla="*/ 128 w 256"/>
              <a:gd name="T21" fmla="*/ 80 h 256"/>
              <a:gd name="T22" fmla="*/ 136 w 256"/>
              <a:gd name="T23" fmla="*/ 80 h 256"/>
              <a:gd name="T24" fmla="*/ 140 w 256"/>
              <a:gd name="T25" fmla="*/ 64 h 256"/>
              <a:gd name="T26" fmla="*/ 144 w 256"/>
              <a:gd name="T27" fmla="*/ 36 h 256"/>
              <a:gd name="T28" fmla="*/ 128 w 256"/>
              <a:gd name="T29" fmla="*/ 28 h 256"/>
              <a:gd name="T30" fmla="*/ 116 w 256"/>
              <a:gd name="T31" fmla="*/ 0 h 256"/>
              <a:gd name="T32" fmla="*/ 16 w 256"/>
              <a:gd name="T33" fmla="*/ 12 h 256"/>
              <a:gd name="T34" fmla="*/ 8 w 256"/>
              <a:gd name="T35" fmla="*/ 28 h 256"/>
              <a:gd name="T36" fmla="*/ 0 w 256"/>
              <a:gd name="T37" fmla="*/ 60 h 256"/>
              <a:gd name="T38" fmla="*/ 8 w 256"/>
              <a:gd name="T39" fmla="*/ 64 h 256"/>
              <a:gd name="T40" fmla="*/ 16 w 256"/>
              <a:gd name="T41" fmla="*/ 256 h 256"/>
              <a:gd name="T42" fmla="*/ 131 w 256"/>
              <a:gd name="T43" fmla="*/ 238 h 256"/>
              <a:gd name="T44" fmla="*/ 192 w 256"/>
              <a:gd name="T45" fmla="*/ 195 h 256"/>
              <a:gd name="T46" fmla="*/ 134 w 256"/>
              <a:gd name="T47" fmla="*/ 224 h 256"/>
              <a:gd name="T48" fmla="*/ 204 w 256"/>
              <a:gd name="T49" fmla="*/ 176 h 256"/>
              <a:gd name="T50" fmla="*/ 191 w 256"/>
              <a:gd name="T51" fmla="*/ 247 h 256"/>
              <a:gd name="T52" fmla="*/ 143 w 256"/>
              <a:gd name="T53" fmla="*/ 244 h 256"/>
              <a:gd name="T54" fmla="*/ 176 w 256"/>
              <a:gd name="T55" fmla="*/ 256 h 256"/>
              <a:gd name="T56" fmla="*/ 256 w 256"/>
              <a:gd name="T57" fmla="*/ 169 h 256"/>
              <a:gd name="T58" fmla="*/ 8 w 256"/>
              <a:gd name="T59" fmla="*/ 56 h 256"/>
              <a:gd name="T60" fmla="*/ 32 w 256"/>
              <a:gd name="T61" fmla="*/ 36 h 256"/>
              <a:gd name="T62" fmla="*/ 24 w 256"/>
              <a:gd name="T63" fmla="*/ 28 h 256"/>
              <a:gd name="T64" fmla="*/ 28 w 256"/>
              <a:gd name="T65" fmla="*/ 8 h 256"/>
              <a:gd name="T66" fmla="*/ 120 w 256"/>
              <a:gd name="T67" fmla="*/ 12 h 256"/>
              <a:gd name="T68" fmla="*/ 64 w 256"/>
              <a:gd name="T69" fmla="*/ 28 h 256"/>
              <a:gd name="T70" fmla="*/ 136 w 256"/>
              <a:gd name="T71" fmla="*/ 36 h 256"/>
              <a:gd name="T72" fmla="*/ 8 w 256"/>
              <a:gd name="T73" fmla="*/ 56 h 256"/>
              <a:gd name="T74" fmla="*/ 134 w 256"/>
              <a:gd name="T75" fmla="*/ 100 h 256"/>
              <a:gd name="T76" fmla="*/ 108 w 256"/>
              <a:gd name="T77" fmla="*/ 193 h 256"/>
              <a:gd name="T78" fmla="*/ 113 w 256"/>
              <a:gd name="T79" fmla="*/ 196 h 256"/>
              <a:gd name="T80" fmla="*/ 129 w 256"/>
              <a:gd name="T81" fmla="*/ 114 h 256"/>
              <a:gd name="T82" fmla="*/ 164 w 256"/>
              <a:gd name="T83" fmla="*/ 154 h 256"/>
              <a:gd name="T84" fmla="*/ 172 w 256"/>
              <a:gd name="T85" fmla="*/ 150 h 256"/>
              <a:gd name="T86" fmla="*/ 136 w 256"/>
              <a:gd name="T87" fmla="*/ 10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56">
                <a:moveTo>
                  <a:pt x="32" y="204"/>
                </a:moveTo>
                <a:cubicBezTo>
                  <a:pt x="32" y="212"/>
                  <a:pt x="32" y="212"/>
                  <a:pt x="32" y="212"/>
                </a:cubicBezTo>
                <a:cubicBezTo>
                  <a:pt x="76" y="212"/>
                  <a:pt x="76" y="212"/>
                  <a:pt x="76" y="212"/>
                </a:cubicBezTo>
                <a:cubicBezTo>
                  <a:pt x="78" y="212"/>
                  <a:pt x="80" y="210"/>
                  <a:pt x="80" y="208"/>
                </a:cubicBezTo>
                <a:cubicBezTo>
                  <a:pt x="80" y="104"/>
                  <a:pt x="80" y="104"/>
                  <a:pt x="80" y="104"/>
                </a:cubicBezTo>
                <a:cubicBezTo>
                  <a:pt x="80" y="102"/>
                  <a:pt x="78" y="100"/>
                  <a:pt x="76" y="100"/>
                </a:cubicBezTo>
                <a:cubicBezTo>
                  <a:pt x="32" y="100"/>
                  <a:pt x="32" y="100"/>
                  <a:pt x="32" y="100"/>
                </a:cubicBezTo>
                <a:cubicBezTo>
                  <a:pt x="32" y="108"/>
                  <a:pt x="32" y="108"/>
                  <a:pt x="32" y="108"/>
                </a:cubicBezTo>
                <a:cubicBezTo>
                  <a:pt x="72" y="108"/>
                  <a:pt x="72" y="108"/>
                  <a:pt x="72" y="108"/>
                </a:cubicBezTo>
                <a:cubicBezTo>
                  <a:pt x="72" y="204"/>
                  <a:pt x="72" y="204"/>
                  <a:pt x="72" y="204"/>
                </a:cubicBezTo>
                <a:lnTo>
                  <a:pt x="32" y="204"/>
                </a:lnTo>
                <a:close/>
                <a:moveTo>
                  <a:pt x="254" y="165"/>
                </a:moveTo>
                <a:cubicBezTo>
                  <a:pt x="253" y="164"/>
                  <a:pt x="251" y="164"/>
                  <a:pt x="250" y="165"/>
                </a:cubicBezTo>
                <a:cubicBezTo>
                  <a:pt x="239" y="171"/>
                  <a:pt x="222" y="170"/>
                  <a:pt x="205" y="168"/>
                </a:cubicBezTo>
                <a:cubicBezTo>
                  <a:pt x="186" y="166"/>
                  <a:pt x="166" y="164"/>
                  <a:pt x="150" y="172"/>
                </a:cubicBezTo>
                <a:cubicBezTo>
                  <a:pt x="116" y="189"/>
                  <a:pt x="124" y="222"/>
                  <a:pt x="127" y="231"/>
                </a:cubicBezTo>
                <a:cubicBezTo>
                  <a:pt x="127" y="231"/>
                  <a:pt x="126" y="232"/>
                  <a:pt x="125" y="233"/>
                </a:cubicBezTo>
                <a:cubicBezTo>
                  <a:pt x="117" y="242"/>
                  <a:pt x="105" y="248"/>
                  <a:pt x="92" y="248"/>
                </a:cubicBezTo>
                <a:cubicBezTo>
                  <a:pt x="16" y="248"/>
                  <a:pt x="16" y="248"/>
                  <a:pt x="16" y="248"/>
                </a:cubicBezTo>
                <a:cubicBezTo>
                  <a:pt x="16" y="64"/>
                  <a:pt x="16" y="64"/>
                  <a:pt x="16" y="64"/>
                </a:cubicBezTo>
                <a:cubicBezTo>
                  <a:pt x="128" y="64"/>
                  <a:pt x="128" y="64"/>
                  <a:pt x="128" y="64"/>
                </a:cubicBezTo>
                <a:cubicBezTo>
                  <a:pt x="128" y="80"/>
                  <a:pt x="128" y="80"/>
                  <a:pt x="128" y="80"/>
                </a:cubicBezTo>
                <a:cubicBezTo>
                  <a:pt x="128" y="82"/>
                  <a:pt x="130" y="84"/>
                  <a:pt x="132" y="84"/>
                </a:cubicBezTo>
                <a:cubicBezTo>
                  <a:pt x="134" y="84"/>
                  <a:pt x="136" y="82"/>
                  <a:pt x="136" y="80"/>
                </a:cubicBezTo>
                <a:cubicBezTo>
                  <a:pt x="136" y="64"/>
                  <a:pt x="136" y="64"/>
                  <a:pt x="136" y="64"/>
                </a:cubicBezTo>
                <a:cubicBezTo>
                  <a:pt x="140" y="64"/>
                  <a:pt x="140" y="64"/>
                  <a:pt x="140" y="64"/>
                </a:cubicBezTo>
                <a:cubicBezTo>
                  <a:pt x="142" y="64"/>
                  <a:pt x="144" y="62"/>
                  <a:pt x="144" y="60"/>
                </a:cubicBezTo>
                <a:cubicBezTo>
                  <a:pt x="144" y="36"/>
                  <a:pt x="144" y="36"/>
                  <a:pt x="144" y="36"/>
                </a:cubicBezTo>
                <a:cubicBezTo>
                  <a:pt x="144" y="32"/>
                  <a:pt x="140" y="28"/>
                  <a:pt x="136" y="28"/>
                </a:cubicBezTo>
                <a:cubicBezTo>
                  <a:pt x="128" y="28"/>
                  <a:pt x="128" y="28"/>
                  <a:pt x="128" y="28"/>
                </a:cubicBezTo>
                <a:cubicBezTo>
                  <a:pt x="128" y="12"/>
                  <a:pt x="128" y="12"/>
                  <a:pt x="128" y="12"/>
                </a:cubicBezTo>
                <a:cubicBezTo>
                  <a:pt x="128" y="5"/>
                  <a:pt x="123" y="0"/>
                  <a:pt x="116" y="0"/>
                </a:cubicBezTo>
                <a:cubicBezTo>
                  <a:pt x="28" y="0"/>
                  <a:pt x="28" y="0"/>
                  <a:pt x="28" y="0"/>
                </a:cubicBezTo>
                <a:cubicBezTo>
                  <a:pt x="21" y="0"/>
                  <a:pt x="16" y="5"/>
                  <a:pt x="16" y="12"/>
                </a:cubicBezTo>
                <a:cubicBezTo>
                  <a:pt x="16" y="28"/>
                  <a:pt x="16" y="28"/>
                  <a:pt x="16" y="28"/>
                </a:cubicBezTo>
                <a:cubicBezTo>
                  <a:pt x="8" y="28"/>
                  <a:pt x="8" y="28"/>
                  <a:pt x="8" y="28"/>
                </a:cubicBezTo>
                <a:cubicBezTo>
                  <a:pt x="4" y="28"/>
                  <a:pt x="0" y="32"/>
                  <a:pt x="0" y="36"/>
                </a:cubicBezTo>
                <a:cubicBezTo>
                  <a:pt x="0" y="60"/>
                  <a:pt x="0" y="60"/>
                  <a:pt x="0" y="60"/>
                </a:cubicBezTo>
                <a:cubicBezTo>
                  <a:pt x="0" y="62"/>
                  <a:pt x="2" y="64"/>
                  <a:pt x="4" y="64"/>
                </a:cubicBezTo>
                <a:cubicBezTo>
                  <a:pt x="8" y="64"/>
                  <a:pt x="8" y="64"/>
                  <a:pt x="8" y="64"/>
                </a:cubicBezTo>
                <a:cubicBezTo>
                  <a:pt x="8" y="248"/>
                  <a:pt x="8" y="248"/>
                  <a:pt x="8" y="248"/>
                </a:cubicBezTo>
                <a:cubicBezTo>
                  <a:pt x="8" y="252"/>
                  <a:pt x="12" y="256"/>
                  <a:pt x="16" y="256"/>
                </a:cubicBezTo>
                <a:cubicBezTo>
                  <a:pt x="92" y="256"/>
                  <a:pt x="92" y="256"/>
                  <a:pt x="92" y="256"/>
                </a:cubicBezTo>
                <a:cubicBezTo>
                  <a:pt x="107" y="256"/>
                  <a:pt x="121" y="249"/>
                  <a:pt x="131" y="238"/>
                </a:cubicBezTo>
                <a:cubicBezTo>
                  <a:pt x="143" y="225"/>
                  <a:pt x="162" y="207"/>
                  <a:pt x="189" y="200"/>
                </a:cubicBezTo>
                <a:cubicBezTo>
                  <a:pt x="191" y="199"/>
                  <a:pt x="192" y="197"/>
                  <a:pt x="192" y="195"/>
                </a:cubicBezTo>
                <a:cubicBezTo>
                  <a:pt x="191" y="193"/>
                  <a:pt x="189" y="192"/>
                  <a:pt x="187" y="192"/>
                </a:cubicBezTo>
                <a:cubicBezTo>
                  <a:pt x="164" y="198"/>
                  <a:pt x="146" y="211"/>
                  <a:pt x="134" y="224"/>
                </a:cubicBezTo>
                <a:cubicBezTo>
                  <a:pt x="131" y="214"/>
                  <a:pt x="129" y="192"/>
                  <a:pt x="153" y="179"/>
                </a:cubicBezTo>
                <a:cubicBezTo>
                  <a:pt x="168" y="172"/>
                  <a:pt x="186" y="174"/>
                  <a:pt x="204" y="176"/>
                </a:cubicBezTo>
                <a:cubicBezTo>
                  <a:pt x="219" y="177"/>
                  <a:pt x="234" y="179"/>
                  <a:pt x="247" y="175"/>
                </a:cubicBezTo>
                <a:cubicBezTo>
                  <a:pt x="240" y="204"/>
                  <a:pt x="221" y="243"/>
                  <a:pt x="191" y="247"/>
                </a:cubicBezTo>
                <a:cubicBezTo>
                  <a:pt x="163" y="251"/>
                  <a:pt x="149" y="243"/>
                  <a:pt x="149" y="242"/>
                </a:cubicBezTo>
                <a:cubicBezTo>
                  <a:pt x="147" y="241"/>
                  <a:pt x="144" y="242"/>
                  <a:pt x="143" y="244"/>
                </a:cubicBezTo>
                <a:cubicBezTo>
                  <a:pt x="142" y="246"/>
                  <a:pt x="143" y="248"/>
                  <a:pt x="145" y="249"/>
                </a:cubicBezTo>
                <a:cubicBezTo>
                  <a:pt x="145" y="250"/>
                  <a:pt x="156" y="256"/>
                  <a:pt x="176" y="256"/>
                </a:cubicBezTo>
                <a:cubicBezTo>
                  <a:pt x="181" y="256"/>
                  <a:pt x="186" y="256"/>
                  <a:pt x="192" y="255"/>
                </a:cubicBezTo>
                <a:cubicBezTo>
                  <a:pt x="229" y="250"/>
                  <a:pt x="251" y="200"/>
                  <a:pt x="256" y="169"/>
                </a:cubicBezTo>
                <a:cubicBezTo>
                  <a:pt x="256" y="167"/>
                  <a:pt x="256" y="166"/>
                  <a:pt x="254" y="165"/>
                </a:cubicBezTo>
                <a:close/>
                <a:moveTo>
                  <a:pt x="8" y="56"/>
                </a:moveTo>
                <a:cubicBezTo>
                  <a:pt x="8" y="36"/>
                  <a:pt x="8" y="36"/>
                  <a:pt x="8" y="36"/>
                </a:cubicBezTo>
                <a:cubicBezTo>
                  <a:pt x="32" y="36"/>
                  <a:pt x="32" y="36"/>
                  <a:pt x="32" y="36"/>
                </a:cubicBezTo>
                <a:cubicBezTo>
                  <a:pt x="32" y="28"/>
                  <a:pt x="32" y="28"/>
                  <a:pt x="32" y="28"/>
                </a:cubicBezTo>
                <a:cubicBezTo>
                  <a:pt x="24" y="28"/>
                  <a:pt x="24" y="28"/>
                  <a:pt x="24" y="28"/>
                </a:cubicBezTo>
                <a:cubicBezTo>
                  <a:pt x="24" y="12"/>
                  <a:pt x="24" y="12"/>
                  <a:pt x="24" y="12"/>
                </a:cubicBezTo>
                <a:cubicBezTo>
                  <a:pt x="24" y="10"/>
                  <a:pt x="26" y="8"/>
                  <a:pt x="28" y="8"/>
                </a:cubicBezTo>
                <a:cubicBezTo>
                  <a:pt x="116" y="8"/>
                  <a:pt x="116" y="8"/>
                  <a:pt x="116" y="8"/>
                </a:cubicBezTo>
                <a:cubicBezTo>
                  <a:pt x="118" y="8"/>
                  <a:pt x="120" y="10"/>
                  <a:pt x="120" y="12"/>
                </a:cubicBezTo>
                <a:cubicBezTo>
                  <a:pt x="120" y="28"/>
                  <a:pt x="120" y="28"/>
                  <a:pt x="120" y="28"/>
                </a:cubicBezTo>
                <a:cubicBezTo>
                  <a:pt x="64" y="28"/>
                  <a:pt x="64" y="28"/>
                  <a:pt x="64" y="28"/>
                </a:cubicBezTo>
                <a:cubicBezTo>
                  <a:pt x="64" y="36"/>
                  <a:pt x="64" y="36"/>
                  <a:pt x="64" y="36"/>
                </a:cubicBezTo>
                <a:cubicBezTo>
                  <a:pt x="136" y="36"/>
                  <a:pt x="136" y="36"/>
                  <a:pt x="136" y="36"/>
                </a:cubicBezTo>
                <a:cubicBezTo>
                  <a:pt x="136" y="56"/>
                  <a:pt x="136" y="56"/>
                  <a:pt x="136" y="56"/>
                </a:cubicBezTo>
                <a:lnTo>
                  <a:pt x="8" y="56"/>
                </a:lnTo>
                <a:close/>
                <a:moveTo>
                  <a:pt x="136" y="104"/>
                </a:moveTo>
                <a:cubicBezTo>
                  <a:pt x="136" y="102"/>
                  <a:pt x="135" y="101"/>
                  <a:pt x="134" y="100"/>
                </a:cubicBezTo>
                <a:cubicBezTo>
                  <a:pt x="132" y="100"/>
                  <a:pt x="130" y="100"/>
                  <a:pt x="129" y="101"/>
                </a:cubicBezTo>
                <a:cubicBezTo>
                  <a:pt x="109" y="121"/>
                  <a:pt x="96" y="161"/>
                  <a:pt x="108" y="193"/>
                </a:cubicBezTo>
                <a:cubicBezTo>
                  <a:pt x="109" y="195"/>
                  <a:pt x="110" y="196"/>
                  <a:pt x="112" y="196"/>
                </a:cubicBezTo>
                <a:cubicBezTo>
                  <a:pt x="112" y="196"/>
                  <a:pt x="113" y="196"/>
                  <a:pt x="113" y="196"/>
                </a:cubicBezTo>
                <a:cubicBezTo>
                  <a:pt x="115" y="195"/>
                  <a:pt x="117" y="193"/>
                  <a:pt x="116" y="191"/>
                </a:cubicBezTo>
                <a:cubicBezTo>
                  <a:pt x="106" y="165"/>
                  <a:pt x="115" y="133"/>
                  <a:pt x="129" y="114"/>
                </a:cubicBezTo>
                <a:cubicBezTo>
                  <a:pt x="132" y="125"/>
                  <a:pt x="139" y="130"/>
                  <a:pt x="147" y="135"/>
                </a:cubicBezTo>
                <a:cubicBezTo>
                  <a:pt x="153" y="140"/>
                  <a:pt x="160" y="144"/>
                  <a:pt x="164" y="154"/>
                </a:cubicBezTo>
                <a:cubicBezTo>
                  <a:pt x="165" y="156"/>
                  <a:pt x="168" y="157"/>
                  <a:pt x="170" y="156"/>
                </a:cubicBezTo>
                <a:cubicBezTo>
                  <a:pt x="172" y="155"/>
                  <a:pt x="173" y="152"/>
                  <a:pt x="172" y="150"/>
                </a:cubicBezTo>
                <a:cubicBezTo>
                  <a:pt x="166" y="139"/>
                  <a:pt x="158" y="134"/>
                  <a:pt x="151" y="129"/>
                </a:cubicBezTo>
                <a:cubicBezTo>
                  <a:pt x="142" y="122"/>
                  <a:pt x="136" y="118"/>
                  <a:pt x="136" y="10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08" name="Freeform 236">
            <a:extLst>
              <a:ext uri="{FF2B5EF4-FFF2-40B4-BE49-F238E27FC236}">
                <a16:creationId xmlns:a16="http://schemas.microsoft.com/office/drawing/2014/main" id="{6AB76D96-1561-4A79-ACE5-391032AE42E8}"/>
              </a:ext>
            </a:extLst>
          </p:cNvPr>
          <p:cNvSpPr>
            <a:spLocks noChangeAspect="1" noEditPoints="1"/>
          </p:cNvSpPr>
          <p:nvPr/>
        </p:nvSpPr>
        <p:spPr bwMode="auto">
          <a:xfrm>
            <a:off x="8314256" y="5290964"/>
            <a:ext cx="400050" cy="400050"/>
          </a:xfrm>
          <a:custGeom>
            <a:avLst/>
            <a:gdLst>
              <a:gd name="T0" fmla="*/ 228 w 256"/>
              <a:gd name="T1" fmla="*/ 116 h 256"/>
              <a:gd name="T2" fmla="*/ 220 w 256"/>
              <a:gd name="T3" fmla="*/ 116 h 256"/>
              <a:gd name="T4" fmla="*/ 36 w 256"/>
              <a:gd name="T5" fmla="*/ 116 h 256"/>
              <a:gd name="T6" fmla="*/ 28 w 256"/>
              <a:gd name="T7" fmla="*/ 116 h 256"/>
              <a:gd name="T8" fmla="*/ 221 w 256"/>
              <a:gd name="T9" fmla="*/ 82 h 256"/>
              <a:gd name="T10" fmla="*/ 256 w 256"/>
              <a:gd name="T11" fmla="*/ 32 h 256"/>
              <a:gd name="T12" fmla="*/ 192 w 256"/>
              <a:gd name="T13" fmla="*/ 32 h 256"/>
              <a:gd name="T14" fmla="*/ 156 w 256"/>
              <a:gd name="T15" fmla="*/ 122 h 256"/>
              <a:gd name="T16" fmla="*/ 160 w 256"/>
              <a:gd name="T17" fmla="*/ 128 h 256"/>
              <a:gd name="T18" fmla="*/ 205 w 256"/>
              <a:gd name="T19" fmla="*/ 51 h 256"/>
              <a:gd name="T20" fmla="*/ 200 w 256"/>
              <a:gd name="T21" fmla="*/ 32 h 256"/>
              <a:gd name="T22" fmla="*/ 248 w 256"/>
              <a:gd name="T23" fmla="*/ 32 h 256"/>
              <a:gd name="T24" fmla="*/ 225 w 256"/>
              <a:gd name="T25" fmla="*/ 56 h 256"/>
              <a:gd name="T26" fmla="*/ 217 w 256"/>
              <a:gd name="T27" fmla="*/ 55 h 256"/>
              <a:gd name="T28" fmla="*/ 215 w 256"/>
              <a:gd name="T29" fmla="*/ 63 h 256"/>
              <a:gd name="T30" fmla="*/ 200 w 256"/>
              <a:gd name="T31" fmla="*/ 115 h 256"/>
              <a:gd name="T32" fmla="*/ 204 w 256"/>
              <a:gd name="T33" fmla="*/ 120 h 256"/>
              <a:gd name="T34" fmla="*/ 218 w 256"/>
              <a:gd name="T35" fmla="*/ 90 h 256"/>
              <a:gd name="T36" fmla="*/ 199 w 256"/>
              <a:gd name="T37" fmla="*/ 220 h 256"/>
              <a:gd name="T38" fmla="*/ 160 w 256"/>
              <a:gd name="T39" fmla="*/ 228 h 256"/>
              <a:gd name="T40" fmla="*/ 160 w 256"/>
              <a:gd name="T41" fmla="*/ 236 h 256"/>
              <a:gd name="T42" fmla="*/ 171 w 256"/>
              <a:gd name="T43" fmla="*/ 242 h 256"/>
              <a:gd name="T44" fmla="*/ 128 w 256"/>
              <a:gd name="T45" fmla="*/ 248 h 256"/>
              <a:gd name="T46" fmla="*/ 85 w 256"/>
              <a:gd name="T47" fmla="*/ 242 h 256"/>
              <a:gd name="T48" fmla="*/ 96 w 256"/>
              <a:gd name="T49" fmla="*/ 236 h 256"/>
              <a:gd name="T50" fmla="*/ 96 w 256"/>
              <a:gd name="T51" fmla="*/ 228 h 256"/>
              <a:gd name="T52" fmla="*/ 57 w 256"/>
              <a:gd name="T53" fmla="*/ 220 h 256"/>
              <a:gd name="T54" fmla="*/ 26 w 256"/>
              <a:gd name="T55" fmla="*/ 94 h 256"/>
              <a:gd name="T56" fmla="*/ 22 w 256"/>
              <a:gd name="T57" fmla="*/ 87 h 256"/>
              <a:gd name="T58" fmla="*/ 70 w 256"/>
              <a:gd name="T59" fmla="*/ 235 h 256"/>
              <a:gd name="T60" fmla="*/ 88 w 256"/>
              <a:gd name="T61" fmla="*/ 253 h 256"/>
              <a:gd name="T62" fmla="*/ 168 w 256"/>
              <a:gd name="T63" fmla="*/ 253 h 256"/>
              <a:gd name="T64" fmla="*/ 186 w 256"/>
              <a:gd name="T65" fmla="*/ 235 h 256"/>
              <a:gd name="T66" fmla="*/ 221 w 256"/>
              <a:gd name="T67" fmla="*/ 82 h 256"/>
              <a:gd name="T68" fmla="*/ 155 w 256"/>
              <a:gd name="T69" fmla="*/ 33 h 256"/>
              <a:gd name="T70" fmla="*/ 149 w 256"/>
              <a:gd name="T71" fmla="*/ 95 h 256"/>
              <a:gd name="T72" fmla="*/ 155 w 256"/>
              <a:gd name="T73" fmla="*/ 95 h 256"/>
              <a:gd name="T74" fmla="*/ 152 w 256"/>
              <a:gd name="T75" fmla="*/ 22 h 256"/>
              <a:gd name="T76" fmla="*/ 128 w 256"/>
              <a:gd name="T77" fmla="*/ 45 h 256"/>
              <a:gd name="T78" fmla="*/ 54 w 256"/>
              <a:gd name="T79" fmla="*/ 111 h 256"/>
              <a:gd name="T80" fmla="*/ 58 w 256"/>
              <a:gd name="T81" fmla="*/ 105 h 256"/>
              <a:gd name="T82" fmla="*/ 83 w 256"/>
              <a:gd name="T83" fmla="*/ 36 h 256"/>
              <a:gd name="T84" fmla="*/ 121 w 256"/>
              <a:gd name="T85" fmla="*/ 112 h 256"/>
              <a:gd name="T86" fmla="*/ 81 w 256"/>
              <a:gd name="T87" fmla="*/ 61 h 256"/>
              <a:gd name="T88" fmla="*/ 115 w 256"/>
              <a:gd name="T89" fmla="*/ 121 h 256"/>
              <a:gd name="T90" fmla="*/ 119 w 256"/>
              <a:gd name="T91" fmla="*/ 125 h 256"/>
              <a:gd name="T92" fmla="*/ 131 w 256"/>
              <a:gd name="T93" fmla="*/ 62 h 256"/>
              <a:gd name="T94" fmla="*/ 50 w 256"/>
              <a:gd name="T95" fmla="*/ 2 h 256"/>
              <a:gd name="T96" fmla="*/ 43 w 256"/>
              <a:gd name="T97" fmla="*/ 3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6" h="256">
                <a:moveTo>
                  <a:pt x="128" y="144"/>
                </a:moveTo>
                <a:cubicBezTo>
                  <a:pt x="178" y="144"/>
                  <a:pt x="228" y="134"/>
                  <a:pt x="228" y="116"/>
                </a:cubicBezTo>
                <a:cubicBezTo>
                  <a:pt x="228" y="114"/>
                  <a:pt x="226" y="112"/>
                  <a:pt x="224" y="112"/>
                </a:cubicBezTo>
                <a:cubicBezTo>
                  <a:pt x="222" y="112"/>
                  <a:pt x="220" y="114"/>
                  <a:pt x="220" y="116"/>
                </a:cubicBezTo>
                <a:cubicBezTo>
                  <a:pt x="220" y="123"/>
                  <a:pt x="188" y="136"/>
                  <a:pt x="128" y="136"/>
                </a:cubicBezTo>
                <a:cubicBezTo>
                  <a:pt x="68" y="136"/>
                  <a:pt x="36" y="123"/>
                  <a:pt x="36" y="116"/>
                </a:cubicBezTo>
                <a:cubicBezTo>
                  <a:pt x="36" y="114"/>
                  <a:pt x="34" y="112"/>
                  <a:pt x="32" y="112"/>
                </a:cubicBezTo>
                <a:cubicBezTo>
                  <a:pt x="30" y="112"/>
                  <a:pt x="28" y="114"/>
                  <a:pt x="28" y="116"/>
                </a:cubicBezTo>
                <a:cubicBezTo>
                  <a:pt x="28" y="134"/>
                  <a:pt x="78" y="144"/>
                  <a:pt x="128" y="144"/>
                </a:cubicBezTo>
                <a:close/>
                <a:moveTo>
                  <a:pt x="221" y="82"/>
                </a:moveTo>
                <a:cubicBezTo>
                  <a:pt x="228" y="64"/>
                  <a:pt x="228" y="64"/>
                  <a:pt x="228" y="64"/>
                </a:cubicBezTo>
                <a:cubicBezTo>
                  <a:pt x="244" y="62"/>
                  <a:pt x="256" y="48"/>
                  <a:pt x="256" y="32"/>
                </a:cubicBezTo>
                <a:cubicBezTo>
                  <a:pt x="256" y="14"/>
                  <a:pt x="242" y="0"/>
                  <a:pt x="224" y="0"/>
                </a:cubicBezTo>
                <a:cubicBezTo>
                  <a:pt x="206" y="0"/>
                  <a:pt x="192" y="14"/>
                  <a:pt x="192" y="32"/>
                </a:cubicBezTo>
                <a:cubicBezTo>
                  <a:pt x="192" y="38"/>
                  <a:pt x="194" y="44"/>
                  <a:pt x="197" y="49"/>
                </a:cubicBezTo>
                <a:cubicBezTo>
                  <a:pt x="156" y="122"/>
                  <a:pt x="156" y="122"/>
                  <a:pt x="156" y="122"/>
                </a:cubicBezTo>
                <a:cubicBezTo>
                  <a:pt x="155" y="124"/>
                  <a:pt x="156" y="126"/>
                  <a:pt x="158" y="128"/>
                </a:cubicBezTo>
                <a:cubicBezTo>
                  <a:pt x="159" y="128"/>
                  <a:pt x="159" y="128"/>
                  <a:pt x="160" y="128"/>
                </a:cubicBezTo>
                <a:cubicBezTo>
                  <a:pt x="161" y="128"/>
                  <a:pt x="163" y="127"/>
                  <a:pt x="164" y="126"/>
                </a:cubicBezTo>
                <a:cubicBezTo>
                  <a:pt x="205" y="51"/>
                  <a:pt x="205" y="51"/>
                  <a:pt x="205" y="51"/>
                </a:cubicBezTo>
                <a:cubicBezTo>
                  <a:pt x="206" y="49"/>
                  <a:pt x="206" y="47"/>
                  <a:pt x="205" y="46"/>
                </a:cubicBezTo>
                <a:cubicBezTo>
                  <a:pt x="202" y="42"/>
                  <a:pt x="200" y="37"/>
                  <a:pt x="200" y="32"/>
                </a:cubicBezTo>
                <a:cubicBezTo>
                  <a:pt x="200" y="19"/>
                  <a:pt x="211" y="8"/>
                  <a:pt x="224" y="8"/>
                </a:cubicBezTo>
                <a:cubicBezTo>
                  <a:pt x="237" y="8"/>
                  <a:pt x="248" y="19"/>
                  <a:pt x="248" y="32"/>
                </a:cubicBezTo>
                <a:cubicBezTo>
                  <a:pt x="248" y="45"/>
                  <a:pt x="238" y="55"/>
                  <a:pt x="225" y="56"/>
                </a:cubicBezTo>
                <a:cubicBezTo>
                  <a:pt x="225" y="56"/>
                  <a:pt x="225" y="56"/>
                  <a:pt x="225" y="56"/>
                </a:cubicBezTo>
                <a:cubicBezTo>
                  <a:pt x="225" y="56"/>
                  <a:pt x="224" y="56"/>
                  <a:pt x="224" y="56"/>
                </a:cubicBezTo>
                <a:cubicBezTo>
                  <a:pt x="222" y="56"/>
                  <a:pt x="219" y="56"/>
                  <a:pt x="217" y="55"/>
                </a:cubicBezTo>
                <a:cubicBezTo>
                  <a:pt x="215" y="54"/>
                  <a:pt x="213" y="56"/>
                  <a:pt x="212" y="58"/>
                </a:cubicBezTo>
                <a:cubicBezTo>
                  <a:pt x="212" y="60"/>
                  <a:pt x="213" y="62"/>
                  <a:pt x="215" y="63"/>
                </a:cubicBezTo>
                <a:cubicBezTo>
                  <a:pt x="216" y="63"/>
                  <a:pt x="218" y="63"/>
                  <a:pt x="219" y="64"/>
                </a:cubicBezTo>
                <a:cubicBezTo>
                  <a:pt x="200" y="115"/>
                  <a:pt x="200" y="115"/>
                  <a:pt x="200" y="115"/>
                </a:cubicBezTo>
                <a:cubicBezTo>
                  <a:pt x="199" y="117"/>
                  <a:pt x="201" y="119"/>
                  <a:pt x="203" y="120"/>
                </a:cubicBezTo>
                <a:cubicBezTo>
                  <a:pt x="203" y="120"/>
                  <a:pt x="204" y="120"/>
                  <a:pt x="204" y="120"/>
                </a:cubicBezTo>
                <a:cubicBezTo>
                  <a:pt x="206" y="120"/>
                  <a:pt x="207" y="119"/>
                  <a:pt x="208" y="117"/>
                </a:cubicBezTo>
                <a:cubicBezTo>
                  <a:pt x="218" y="90"/>
                  <a:pt x="218" y="90"/>
                  <a:pt x="218" y="90"/>
                </a:cubicBezTo>
                <a:cubicBezTo>
                  <a:pt x="237" y="96"/>
                  <a:pt x="248" y="103"/>
                  <a:pt x="248" y="112"/>
                </a:cubicBezTo>
                <a:cubicBezTo>
                  <a:pt x="248" y="113"/>
                  <a:pt x="247" y="189"/>
                  <a:pt x="199" y="220"/>
                </a:cubicBezTo>
                <a:cubicBezTo>
                  <a:pt x="199" y="220"/>
                  <a:pt x="198" y="220"/>
                  <a:pt x="198" y="220"/>
                </a:cubicBezTo>
                <a:cubicBezTo>
                  <a:pt x="198" y="221"/>
                  <a:pt x="183" y="228"/>
                  <a:pt x="160" y="228"/>
                </a:cubicBezTo>
                <a:cubicBezTo>
                  <a:pt x="158" y="228"/>
                  <a:pt x="156" y="230"/>
                  <a:pt x="156" y="232"/>
                </a:cubicBezTo>
                <a:cubicBezTo>
                  <a:pt x="156" y="234"/>
                  <a:pt x="158" y="236"/>
                  <a:pt x="160" y="236"/>
                </a:cubicBezTo>
                <a:cubicBezTo>
                  <a:pt x="166" y="236"/>
                  <a:pt x="172" y="235"/>
                  <a:pt x="177" y="235"/>
                </a:cubicBezTo>
                <a:cubicBezTo>
                  <a:pt x="171" y="242"/>
                  <a:pt x="171" y="242"/>
                  <a:pt x="171" y="242"/>
                </a:cubicBezTo>
                <a:cubicBezTo>
                  <a:pt x="170" y="244"/>
                  <a:pt x="168" y="245"/>
                  <a:pt x="167" y="245"/>
                </a:cubicBezTo>
                <a:cubicBezTo>
                  <a:pt x="161" y="246"/>
                  <a:pt x="149" y="248"/>
                  <a:pt x="128" y="248"/>
                </a:cubicBezTo>
                <a:cubicBezTo>
                  <a:pt x="107" y="248"/>
                  <a:pt x="95" y="246"/>
                  <a:pt x="89" y="245"/>
                </a:cubicBezTo>
                <a:cubicBezTo>
                  <a:pt x="88" y="245"/>
                  <a:pt x="86" y="244"/>
                  <a:pt x="85" y="242"/>
                </a:cubicBezTo>
                <a:cubicBezTo>
                  <a:pt x="79" y="235"/>
                  <a:pt x="79" y="235"/>
                  <a:pt x="79" y="235"/>
                </a:cubicBezTo>
                <a:cubicBezTo>
                  <a:pt x="84" y="235"/>
                  <a:pt x="90" y="236"/>
                  <a:pt x="96" y="236"/>
                </a:cubicBezTo>
                <a:cubicBezTo>
                  <a:pt x="98" y="236"/>
                  <a:pt x="100" y="234"/>
                  <a:pt x="100" y="232"/>
                </a:cubicBezTo>
                <a:cubicBezTo>
                  <a:pt x="100" y="230"/>
                  <a:pt x="98" y="228"/>
                  <a:pt x="96" y="228"/>
                </a:cubicBezTo>
                <a:cubicBezTo>
                  <a:pt x="73" y="228"/>
                  <a:pt x="58" y="220"/>
                  <a:pt x="58" y="220"/>
                </a:cubicBezTo>
                <a:cubicBezTo>
                  <a:pt x="58" y="220"/>
                  <a:pt x="57" y="220"/>
                  <a:pt x="57" y="220"/>
                </a:cubicBezTo>
                <a:cubicBezTo>
                  <a:pt x="9" y="189"/>
                  <a:pt x="8" y="113"/>
                  <a:pt x="8" y="112"/>
                </a:cubicBezTo>
                <a:cubicBezTo>
                  <a:pt x="8" y="105"/>
                  <a:pt x="14" y="99"/>
                  <a:pt x="26" y="94"/>
                </a:cubicBezTo>
                <a:cubicBezTo>
                  <a:pt x="28" y="93"/>
                  <a:pt x="29" y="91"/>
                  <a:pt x="28" y="89"/>
                </a:cubicBezTo>
                <a:cubicBezTo>
                  <a:pt x="27" y="87"/>
                  <a:pt x="24" y="86"/>
                  <a:pt x="22" y="87"/>
                </a:cubicBezTo>
                <a:cubicBezTo>
                  <a:pt x="8" y="93"/>
                  <a:pt x="0" y="102"/>
                  <a:pt x="0" y="112"/>
                </a:cubicBezTo>
                <a:cubicBezTo>
                  <a:pt x="0" y="116"/>
                  <a:pt x="1" y="210"/>
                  <a:pt x="70" y="235"/>
                </a:cubicBezTo>
                <a:cubicBezTo>
                  <a:pt x="78" y="247"/>
                  <a:pt x="78" y="247"/>
                  <a:pt x="78" y="247"/>
                </a:cubicBezTo>
                <a:cubicBezTo>
                  <a:pt x="81" y="250"/>
                  <a:pt x="84" y="252"/>
                  <a:pt x="88" y="253"/>
                </a:cubicBezTo>
                <a:cubicBezTo>
                  <a:pt x="95" y="254"/>
                  <a:pt x="108" y="256"/>
                  <a:pt x="128" y="256"/>
                </a:cubicBezTo>
                <a:cubicBezTo>
                  <a:pt x="148" y="256"/>
                  <a:pt x="161" y="254"/>
                  <a:pt x="168" y="253"/>
                </a:cubicBezTo>
                <a:cubicBezTo>
                  <a:pt x="172" y="252"/>
                  <a:pt x="175" y="250"/>
                  <a:pt x="178" y="247"/>
                </a:cubicBezTo>
                <a:cubicBezTo>
                  <a:pt x="186" y="235"/>
                  <a:pt x="186" y="235"/>
                  <a:pt x="186" y="235"/>
                </a:cubicBezTo>
                <a:cubicBezTo>
                  <a:pt x="255" y="210"/>
                  <a:pt x="256" y="116"/>
                  <a:pt x="256" y="112"/>
                </a:cubicBezTo>
                <a:cubicBezTo>
                  <a:pt x="256" y="99"/>
                  <a:pt x="244" y="89"/>
                  <a:pt x="221" y="82"/>
                </a:cubicBezTo>
                <a:close/>
                <a:moveTo>
                  <a:pt x="133" y="48"/>
                </a:moveTo>
                <a:cubicBezTo>
                  <a:pt x="134" y="48"/>
                  <a:pt x="146" y="44"/>
                  <a:pt x="155" y="33"/>
                </a:cubicBezTo>
                <a:cubicBezTo>
                  <a:pt x="159" y="45"/>
                  <a:pt x="165" y="70"/>
                  <a:pt x="149" y="89"/>
                </a:cubicBezTo>
                <a:cubicBezTo>
                  <a:pt x="148" y="91"/>
                  <a:pt x="148" y="94"/>
                  <a:pt x="149" y="95"/>
                </a:cubicBezTo>
                <a:cubicBezTo>
                  <a:pt x="150" y="96"/>
                  <a:pt x="151" y="96"/>
                  <a:pt x="152" y="96"/>
                </a:cubicBezTo>
                <a:cubicBezTo>
                  <a:pt x="153" y="96"/>
                  <a:pt x="154" y="96"/>
                  <a:pt x="155" y="95"/>
                </a:cubicBezTo>
                <a:cubicBezTo>
                  <a:pt x="180" y="65"/>
                  <a:pt x="160" y="24"/>
                  <a:pt x="160" y="22"/>
                </a:cubicBezTo>
                <a:cubicBezTo>
                  <a:pt x="158" y="20"/>
                  <a:pt x="154" y="20"/>
                  <a:pt x="152" y="22"/>
                </a:cubicBezTo>
                <a:cubicBezTo>
                  <a:pt x="145" y="36"/>
                  <a:pt x="131" y="40"/>
                  <a:pt x="131" y="40"/>
                </a:cubicBezTo>
                <a:cubicBezTo>
                  <a:pt x="129" y="41"/>
                  <a:pt x="128" y="43"/>
                  <a:pt x="128" y="45"/>
                </a:cubicBezTo>
                <a:cubicBezTo>
                  <a:pt x="129" y="47"/>
                  <a:pt x="131" y="48"/>
                  <a:pt x="133" y="48"/>
                </a:cubicBezTo>
                <a:close/>
                <a:moveTo>
                  <a:pt x="54" y="111"/>
                </a:moveTo>
                <a:cubicBezTo>
                  <a:pt x="55" y="113"/>
                  <a:pt x="58" y="112"/>
                  <a:pt x="59" y="110"/>
                </a:cubicBezTo>
                <a:cubicBezTo>
                  <a:pt x="61" y="109"/>
                  <a:pt x="60" y="106"/>
                  <a:pt x="58" y="105"/>
                </a:cubicBezTo>
                <a:cubicBezTo>
                  <a:pt x="35" y="86"/>
                  <a:pt x="39" y="42"/>
                  <a:pt x="48" y="13"/>
                </a:cubicBezTo>
                <a:cubicBezTo>
                  <a:pt x="56" y="22"/>
                  <a:pt x="70" y="29"/>
                  <a:pt x="83" y="36"/>
                </a:cubicBezTo>
                <a:cubicBezTo>
                  <a:pt x="99" y="44"/>
                  <a:pt x="116" y="53"/>
                  <a:pt x="125" y="66"/>
                </a:cubicBezTo>
                <a:cubicBezTo>
                  <a:pt x="138" y="87"/>
                  <a:pt x="128" y="104"/>
                  <a:pt x="121" y="112"/>
                </a:cubicBezTo>
                <a:cubicBezTo>
                  <a:pt x="118" y="101"/>
                  <a:pt x="110" y="81"/>
                  <a:pt x="87" y="61"/>
                </a:cubicBezTo>
                <a:cubicBezTo>
                  <a:pt x="85" y="60"/>
                  <a:pt x="82" y="60"/>
                  <a:pt x="81" y="61"/>
                </a:cubicBezTo>
                <a:cubicBezTo>
                  <a:pt x="80" y="63"/>
                  <a:pt x="80" y="66"/>
                  <a:pt x="81" y="67"/>
                </a:cubicBezTo>
                <a:cubicBezTo>
                  <a:pt x="112" y="93"/>
                  <a:pt x="115" y="121"/>
                  <a:pt x="115" y="121"/>
                </a:cubicBezTo>
                <a:cubicBezTo>
                  <a:pt x="115" y="122"/>
                  <a:pt x="116" y="124"/>
                  <a:pt x="117" y="124"/>
                </a:cubicBezTo>
                <a:cubicBezTo>
                  <a:pt x="117" y="124"/>
                  <a:pt x="118" y="125"/>
                  <a:pt x="119" y="125"/>
                </a:cubicBezTo>
                <a:cubicBezTo>
                  <a:pt x="119" y="125"/>
                  <a:pt x="120" y="124"/>
                  <a:pt x="121" y="124"/>
                </a:cubicBezTo>
                <a:cubicBezTo>
                  <a:pt x="121" y="123"/>
                  <a:pt x="153" y="96"/>
                  <a:pt x="131" y="62"/>
                </a:cubicBezTo>
                <a:cubicBezTo>
                  <a:pt x="122" y="46"/>
                  <a:pt x="104" y="38"/>
                  <a:pt x="87" y="29"/>
                </a:cubicBezTo>
                <a:cubicBezTo>
                  <a:pt x="71" y="21"/>
                  <a:pt x="56" y="14"/>
                  <a:pt x="50" y="2"/>
                </a:cubicBezTo>
                <a:cubicBezTo>
                  <a:pt x="49" y="1"/>
                  <a:pt x="48" y="0"/>
                  <a:pt x="46" y="0"/>
                </a:cubicBezTo>
                <a:cubicBezTo>
                  <a:pt x="45" y="0"/>
                  <a:pt x="43" y="1"/>
                  <a:pt x="43" y="3"/>
                </a:cubicBezTo>
                <a:cubicBezTo>
                  <a:pt x="31" y="34"/>
                  <a:pt x="24" y="88"/>
                  <a:pt x="54" y="1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11" name="Freeform 240">
            <a:extLst>
              <a:ext uri="{FF2B5EF4-FFF2-40B4-BE49-F238E27FC236}">
                <a16:creationId xmlns:a16="http://schemas.microsoft.com/office/drawing/2014/main" id="{54DDB0D5-9EB2-4ED0-A56F-EB67ACC4FC02}"/>
              </a:ext>
            </a:extLst>
          </p:cNvPr>
          <p:cNvSpPr>
            <a:spLocks noChangeAspect="1" noEditPoints="1"/>
          </p:cNvSpPr>
          <p:nvPr/>
        </p:nvSpPr>
        <p:spPr bwMode="auto">
          <a:xfrm>
            <a:off x="9281902" y="5290964"/>
            <a:ext cx="400050" cy="400050"/>
          </a:xfrm>
          <a:custGeom>
            <a:avLst/>
            <a:gdLst>
              <a:gd name="T0" fmla="*/ 191 w 256"/>
              <a:gd name="T1" fmla="*/ 1 h 256"/>
              <a:gd name="T2" fmla="*/ 12 w 256"/>
              <a:gd name="T3" fmla="*/ 0 h 256"/>
              <a:gd name="T4" fmla="*/ 0 w 256"/>
              <a:gd name="T5" fmla="*/ 256 h 256"/>
              <a:gd name="T6" fmla="*/ 8 w 256"/>
              <a:gd name="T7" fmla="*/ 12 h 256"/>
              <a:gd name="T8" fmla="*/ 186 w 256"/>
              <a:gd name="T9" fmla="*/ 8 h 256"/>
              <a:gd name="T10" fmla="*/ 192 w 256"/>
              <a:gd name="T11" fmla="*/ 68 h 256"/>
              <a:gd name="T12" fmla="*/ 188 w 256"/>
              <a:gd name="T13" fmla="*/ 48 h 256"/>
              <a:gd name="T14" fmla="*/ 180 w 256"/>
              <a:gd name="T15" fmla="*/ 48 h 256"/>
              <a:gd name="T16" fmla="*/ 192 w 256"/>
              <a:gd name="T17" fmla="*/ 76 h 256"/>
              <a:gd name="T18" fmla="*/ 248 w 256"/>
              <a:gd name="T19" fmla="*/ 256 h 256"/>
              <a:gd name="T20" fmla="*/ 256 w 256"/>
              <a:gd name="T21" fmla="*/ 68 h 256"/>
              <a:gd name="T22" fmla="*/ 116 w 256"/>
              <a:gd name="T23" fmla="*/ 148 h 256"/>
              <a:gd name="T24" fmla="*/ 116 w 256"/>
              <a:gd name="T25" fmla="*/ 140 h 256"/>
              <a:gd name="T26" fmla="*/ 96 w 256"/>
              <a:gd name="T27" fmla="*/ 116 h 256"/>
              <a:gd name="T28" fmla="*/ 98 w 256"/>
              <a:gd name="T29" fmla="*/ 104 h 256"/>
              <a:gd name="T30" fmla="*/ 90 w 256"/>
              <a:gd name="T31" fmla="*/ 112 h 256"/>
              <a:gd name="T32" fmla="*/ 56 w 256"/>
              <a:gd name="T33" fmla="*/ 106 h 256"/>
              <a:gd name="T34" fmla="*/ 48 w 256"/>
              <a:gd name="T35" fmla="*/ 110 h 256"/>
              <a:gd name="T36" fmla="*/ 40 w 256"/>
              <a:gd name="T37" fmla="*/ 142 h 256"/>
              <a:gd name="T38" fmla="*/ 52 w 256"/>
              <a:gd name="T39" fmla="*/ 172 h 256"/>
              <a:gd name="T40" fmla="*/ 40 w 256"/>
              <a:gd name="T41" fmla="*/ 202 h 256"/>
              <a:gd name="T42" fmla="*/ 48 w 256"/>
              <a:gd name="T43" fmla="*/ 234 h 256"/>
              <a:gd name="T44" fmla="*/ 52 w 256"/>
              <a:gd name="T45" fmla="*/ 240 h 256"/>
              <a:gd name="T46" fmla="*/ 58 w 256"/>
              <a:gd name="T47" fmla="*/ 232 h 256"/>
              <a:gd name="T48" fmla="*/ 92 w 256"/>
              <a:gd name="T49" fmla="*/ 238 h 256"/>
              <a:gd name="T50" fmla="*/ 98 w 256"/>
              <a:gd name="T51" fmla="*/ 240 h 256"/>
              <a:gd name="T52" fmla="*/ 96 w 256"/>
              <a:gd name="T53" fmla="*/ 228 h 256"/>
              <a:gd name="T54" fmla="*/ 116 w 256"/>
              <a:gd name="T55" fmla="*/ 204 h 256"/>
              <a:gd name="T56" fmla="*/ 116 w 256"/>
              <a:gd name="T57" fmla="*/ 196 h 256"/>
              <a:gd name="T58" fmla="*/ 96 w 256"/>
              <a:gd name="T59" fmla="*/ 172 h 256"/>
              <a:gd name="T60" fmla="*/ 116 w 256"/>
              <a:gd name="T61" fmla="*/ 148 h 256"/>
              <a:gd name="T62" fmla="*/ 89 w 256"/>
              <a:gd name="T63" fmla="*/ 224 h 256"/>
              <a:gd name="T64" fmla="*/ 48 w 256"/>
              <a:gd name="T65" fmla="*/ 200 h 256"/>
              <a:gd name="T66" fmla="*/ 89 w 256"/>
              <a:gd name="T67" fmla="*/ 176 h 256"/>
              <a:gd name="T68" fmla="*/ 89 w 256"/>
              <a:gd name="T69" fmla="*/ 168 h 256"/>
              <a:gd name="T70" fmla="*/ 48 w 256"/>
              <a:gd name="T71" fmla="*/ 144 h 256"/>
              <a:gd name="T72" fmla="*/ 89 w 256"/>
              <a:gd name="T73" fmla="*/ 120 h 256"/>
              <a:gd name="T74" fmla="*/ 89 w 256"/>
              <a:gd name="T75" fmla="*/ 168 h 256"/>
              <a:gd name="T76" fmla="*/ 112 w 256"/>
              <a:gd name="T77" fmla="*/ 72 h 256"/>
              <a:gd name="T78" fmla="*/ 40 w 256"/>
              <a:gd name="T79" fmla="*/ 68 h 256"/>
              <a:gd name="T80" fmla="*/ 40 w 256"/>
              <a:gd name="T81" fmla="*/ 76 h 256"/>
              <a:gd name="T82" fmla="*/ 216 w 256"/>
              <a:gd name="T83" fmla="*/ 156 h 256"/>
              <a:gd name="T84" fmla="*/ 148 w 256"/>
              <a:gd name="T85" fmla="*/ 160 h 256"/>
              <a:gd name="T86" fmla="*/ 216 w 256"/>
              <a:gd name="T87" fmla="*/ 164 h 256"/>
              <a:gd name="T88" fmla="*/ 216 w 256"/>
              <a:gd name="T89" fmla="*/ 156 h 256"/>
              <a:gd name="T90" fmla="*/ 152 w 256"/>
              <a:gd name="T91" fmla="*/ 136 h 256"/>
              <a:gd name="T92" fmla="*/ 152 w 256"/>
              <a:gd name="T93" fmla="*/ 144 h 256"/>
              <a:gd name="T94" fmla="*/ 220 w 256"/>
              <a:gd name="T95" fmla="*/ 140 h 256"/>
              <a:gd name="T96" fmla="*/ 180 w 256"/>
              <a:gd name="T97" fmla="*/ 196 h 256"/>
              <a:gd name="T98" fmla="*/ 148 w 256"/>
              <a:gd name="T99" fmla="*/ 200 h 256"/>
              <a:gd name="T100" fmla="*/ 180 w 256"/>
              <a:gd name="T101" fmla="*/ 204 h 256"/>
              <a:gd name="T102" fmla="*/ 180 w 256"/>
              <a:gd name="T103" fmla="*/ 196 h 256"/>
              <a:gd name="T104" fmla="*/ 152 w 256"/>
              <a:gd name="T105" fmla="*/ 176 h 256"/>
              <a:gd name="T106" fmla="*/ 152 w 256"/>
              <a:gd name="T107" fmla="*/ 184 h 256"/>
              <a:gd name="T108" fmla="*/ 220 w 256"/>
              <a:gd name="T109" fmla="*/ 18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6" h="256">
                <a:moveTo>
                  <a:pt x="255" y="65"/>
                </a:moveTo>
                <a:cubicBezTo>
                  <a:pt x="191" y="1"/>
                  <a:pt x="191" y="1"/>
                  <a:pt x="191" y="1"/>
                </a:cubicBezTo>
                <a:cubicBezTo>
                  <a:pt x="190" y="0"/>
                  <a:pt x="189" y="0"/>
                  <a:pt x="188" y="0"/>
                </a:cubicBezTo>
                <a:cubicBezTo>
                  <a:pt x="12" y="0"/>
                  <a:pt x="12" y="0"/>
                  <a:pt x="12" y="0"/>
                </a:cubicBezTo>
                <a:cubicBezTo>
                  <a:pt x="5" y="0"/>
                  <a:pt x="0" y="5"/>
                  <a:pt x="0" y="12"/>
                </a:cubicBezTo>
                <a:cubicBezTo>
                  <a:pt x="0" y="256"/>
                  <a:pt x="0" y="256"/>
                  <a:pt x="0" y="256"/>
                </a:cubicBezTo>
                <a:cubicBezTo>
                  <a:pt x="8" y="256"/>
                  <a:pt x="8" y="256"/>
                  <a:pt x="8" y="256"/>
                </a:cubicBezTo>
                <a:cubicBezTo>
                  <a:pt x="8" y="12"/>
                  <a:pt x="8" y="12"/>
                  <a:pt x="8" y="12"/>
                </a:cubicBezTo>
                <a:cubicBezTo>
                  <a:pt x="8" y="10"/>
                  <a:pt x="10" y="8"/>
                  <a:pt x="12" y="8"/>
                </a:cubicBezTo>
                <a:cubicBezTo>
                  <a:pt x="186" y="8"/>
                  <a:pt x="186" y="8"/>
                  <a:pt x="186" y="8"/>
                </a:cubicBezTo>
                <a:cubicBezTo>
                  <a:pt x="246" y="68"/>
                  <a:pt x="246" y="68"/>
                  <a:pt x="246" y="68"/>
                </a:cubicBezTo>
                <a:cubicBezTo>
                  <a:pt x="192" y="68"/>
                  <a:pt x="192" y="68"/>
                  <a:pt x="192" y="68"/>
                </a:cubicBezTo>
                <a:cubicBezTo>
                  <a:pt x="190" y="68"/>
                  <a:pt x="188" y="66"/>
                  <a:pt x="188" y="64"/>
                </a:cubicBezTo>
                <a:cubicBezTo>
                  <a:pt x="188" y="48"/>
                  <a:pt x="188" y="48"/>
                  <a:pt x="188" y="48"/>
                </a:cubicBezTo>
                <a:cubicBezTo>
                  <a:pt x="188" y="46"/>
                  <a:pt x="186" y="44"/>
                  <a:pt x="184" y="44"/>
                </a:cubicBezTo>
                <a:cubicBezTo>
                  <a:pt x="182" y="44"/>
                  <a:pt x="180" y="46"/>
                  <a:pt x="180" y="48"/>
                </a:cubicBezTo>
                <a:cubicBezTo>
                  <a:pt x="180" y="64"/>
                  <a:pt x="180" y="64"/>
                  <a:pt x="180" y="64"/>
                </a:cubicBezTo>
                <a:cubicBezTo>
                  <a:pt x="180" y="71"/>
                  <a:pt x="185" y="76"/>
                  <a:pt x="192" y="76"/>
                </a:cubicBezTo>
                <a:cubicBezTo>
                  <a:pt x="248" y="76"/>
                  <a:pt x="248" y="76"/>
                  <a:pt x="248" y="76"/>
                </a:cubicBezTo>
                <a:cubicBezTo>
                  <a:pt x="248" y="256"/>
                  <a:pt x="248" y="256"/>
                  <a:pt x="248" y="256"/>
                </a:cubicBezTo>
                <a:cubicBezTo>
                  <a:pt x="256" y="256"/>
                  <a:pt x="256" y="256"/>
                  <a:pt x="256" y="256"/>
                </a:cubicBezTo>
                <a:cubicBezTo>
                  <a:pt x="256" y="68"/>
                  <a:pt x="256" y="68"/>
                  <a:pt x="256" y="68"/>
                </a:cubicBezTo>
                <a:cubicBezTo>
                  <a:pt x="256" y="67"/>
                  <a:pt x="256" y="66"/>
                  <a:pt x="255" y="65"/>
                </a:cubicBezTo>
                <a:close/>
                <a:moveTo>
                  <a:pt x="116" y="148"/>
                </a:moveTo>
                <a:cubicBezTo>
                  <a:pt x="118" y="148"/>
                  <a:pt x="120" y="146"/>
                  <a:pt x="120" y="144"/>
                </a:cubicBezTo>
                <a:cubicBezTo>
                  <a:pt x="120" y="142"/>
                  <a:pt x="118" y="140"/>
                  <a:pt x="116" y="140"/>
                </a:cubicBezTo>
                <a:cubicBezTo>
                  <a:pt x="107" y="140"/>
                  <a:pt x="107" y="140"/>
                  <a:pt x="107" y="140"/>
                </a:cubicBezTo>
                <a:cubicBezTo>
                  <a:pt x="96" y="116"/>
                  <a:pt x="96" y="116"/>
                  <a:pt x="96" y="116"/>
                </a:cubicBezTo>
                <a:cubicBezTo>
                  <a:pt x="100" y="110"/>
                  <a:pt x="100" y="110"/>
                  <a:pt x="100" y="110"/>
                </a:cubicBezTo>
                <a:cubicBezTo>
                  <a:pt x="101" y="108"/>
                  <a:pt x="100" y="105"/>
                  <a:pt x="98" y="104"/>
                </a:cubicBezTo>
                <a:cubicBezTo>
                  <a:pt x="96" y="103"/>
                  <a:pt x="93" y="104"/>
                  <a:pt x="92" y="106"/>
                </a:cubicBezTo>
                <a:cubicBezTo>
                  <a:pt x="90" y="112"/>
                  <a:pt x="90" y="112"/>
                  <a:pt x="90" y="112"/>
                </a:cubicBezTo>
                <a:cubicBezTo>
                  <a:pt x="58" y="112"/>
                  <a:pt x="58" y="112"/>
                  <a:pt x="58" y="112"/>
                </a:cubicBezTo>
                <a:cubicBezTo>
                  <a:pt x="56" y="106"/>
                  <a:pt x="56" y="106"/>
                  <a:pt x="56" y="106"/>
                </a:cubicBezTo>
                <a:cubicBezTo>
                  <a:pt x="55" y="104"/>
                  <a:pt x="52" y="103"/>
                  <a:pt x="50" y="104"/>
                </a:cubicBezTo>
                <a:cubicBezTo>
                  <a:pt x="48" y="105"/>
                  <a:pt x="47" y="108"/>
                  <a:pt x="48" y="110"/>
                </a:cubicBezTo>
                <a:cubicBezTo>
                  <a:pt x="52" y="116"/>
                  <a:pt x="52" y="116"/>
                  <a:pt x="52" y="116"/>
                </a:cubicBezTo>
                <a:cubicBezTo>
                  <a:pt x="40" y="142"/>
                  <a:pt x="40" y="142"/>
                  <a:pt x="40" y="142"/>
                </a:cubicBezTo>
                <a:cubicBezTo>
                  <a:pt x="40" y="143"/>
                  <a:pt x="40" y="145"/>
                  <a:pt x="40" y="146"/>
                </a:cubicBezTo>
                <a:cubicBezTo>
                  <a:pt x="52" y="172"/>
                  <a:pt x="52" y="172"/>
                  <a:pt x="52" y="172"/>
                </a:cubicBezTo>
                <a:cubicBezTo>
                  <a:pt x="40" y="198"/>
                  <a:pt x="40" y="198"/>
                  <a:pt x="40" y="198"/>
                </a:cubicBezTo>
                <a:cubicBezTo>
                  <a:pt x="40" y="199"/>
                  <a:pt x="40" y="201"/>
                  <a:pt x="40" y="202"/>
                </a:cubicBezTo>
                <a:cubicBezTo>
                  <a:pt x="52" y="228"/>
                  <a:pt x="52" y="228"/>
                  <a:pt x="52" y="228"/>
                </a:cubicBezTo>
                <a:cubicBezTo>
                  <a:pt x="48" y="234"/>
                  <a:pt x="48" y="234"/>
                  <a:pt x="48" y="234"/>
                </a:cubicBezTo>
                <a:cubicBezTo>
                  <a:pt x="47" y="236"/>
                  <a:pt x="48" y="239"/>
                  <a:pt x="50" y="240"/>
                </a:cubicBezTo>
                <a:cubicBezTo>
                  <a:pt x="51" y="240"/>
                  <a:pt x="51" y="240"/>
                  <a:pt x="52" y="240"/>
                </a:cubicBezTo>
                <a:cubicBezTo>
                  <a:pt x="53" y="240"/>
                  <a:pt x="55" y="239"/>
                  <a:pt x="56" y="238"/>
                </a:cubicBezTo>
                <a:cubicBezTo>
                  <a:pt x="58" y="232"/>
                  <a:pt x="58" y="232"/>
                  <a:pt x="58" y="232"/>
                </a:cubicBezTo>
                <a:cubicBezTo>
                  <a:pt x="90" y="232"/>
                  <a:pt x="90" y="232"/>
                  <a:pt x="90" y="232"/>
                </a:cubicBezTo>
                <a:cubicBezTo>
                  <a:pt x="92" y="238"/>
                  <a:pt x="92" y="238"/>
                  <a:pt x="92" y="238"/>
                </a:cubicBezTo>
                <a:cubicBezTo>
                  <a:pt x="93" y="239"/>
                  <a:pt x="95" y="240"/>
                  <a:pt x="96" y="240"/>
                </a:cubicBezTo>
                <a:cubicBezTo>
                  <a:pt x="97" y="240"/>
                  <a:pt x="97" y="240"/>
                  <a:pt x="98" y="240"/>
                </a:cubicBezTo>
                <a:cubicBezTo>
                  <a:pt x="100" y="239"/>
                  <a:pt x="101" y="236"/>
                  <a:pt x="100" y="234"/>
                </a:cubicBezTo>
                <a:cubicBezTo>
                  <a:pt x="96" y="228"/>
                  <a:pt x="96" y="228"/>
                  <a:pt x="96" y="228"/>
                </a:cubicBezTo>
                <a:cubicBezTo>
                  <a:pt x="107" y="204"/>
                  <a:pt x="107" y="204"/>
                  <a:pt x="107" y="204"/>
                </a:cubicBezTo>
                <a:cubicBezTo>
                  <a:pt x="116" y="204"/>
                  <a:pt x="116" y="204"/>
                  <a:pt x="116" y="204"/>
                </a:cubicBezTo>
                <a:cubicBezTo>
                  <a:pt x="118" y="204"/>
                  <a:pt x="120" y="202"/>
                  <a:pt x="120" y="200"/>
                </a:cubicBezTo>
                <a:cubicBezTo>
                  <a:pt x="120" y="198"/>
                  <a:pt x="118" y="196"/>
                  <a:pt x="116" y="196"/>
                </a:cubicBezTo>
                <a:cubicBezTo>
                  <a:pt x="107" y="196"/>
                  <a:pt x="107" y="196"/>
                  <a:pt x="107" y="196"/>
                </a:cubicBezTo>
                <a:cubicBezTo>
                  <a:pt x="96" y="172"/>
                  <a:pt x="96" y="172"/>
                  <a:pt x="96" y="172"/>
                </a:cubicBezTo>
                <a:cubicBezTo>
                  <a:pt x="107" y="148"/>
                  <a:pt x="107" y="148"/>
                  <a:pt x="107" y="148"/>
                </a:cubicBezTo>
                <a:lnTo>
                  <a:pt x="116" y="148"/>
                </a:lnTo>
                <a:close/>
                <a:moveTo>
                  <a:pt x="100" y="200"/>
                </a:moveTo>
                <a:cubicBezTo>
                  <a:pt x="89" y="224"/>
                  <a:pt x="89" y="224"/>
                  <a:pt x="89" y="224"/>
                </a:cubicBezTo>
                <a:cubicBezTo>
                  <a:pt x="59" y="224"/>
                  <a:pt x="59" y="224"/>
                  <a:pt x="59" y="224"/>
                </a:cubicBezTo>
                <a:cubicBezTo>
                  <a:pt x="48" y="200"/>
                  <a:pt x="48" y="200"/>
                  <a:pt x="48" y="200"/>
                </a:cubicBezTo>
                <a:cubicBezTo>
                  <a:pt x="59" y="176"/>
                  <a:pt x="59" y="176"/>
                  <a:pt x="59" y="176"/>
                </a:cubicBezTo>
                <a:cubicBezTo>
                  <a:pt x="89" y="176"/>
                  <a:pt x="89" y="176"/>
                  <a:pt x="89" y="176"/>
                </a:cubicBezTo>
                <a:lnTo>
                  <a:pt x="100" y="200"/>
                </a:lnTo>
                <a:close/>
                <a:moveTo>
                  <a:pt x="89" y="168"/>
                </a:moveTo>
                <a:cubicBezTo>
                  <a:pt x="59" y="168"/>
                  <a:pt x="59" y="168"/>
                  <a:pt x="59" y="168"/>
                </a:cubicBezTo>
                <a:cubicBezTo>
                  <a:pt x="48" y="144"/>
                  <a:pt x="48" y="144"/>
                  <a:pt x="48" y="144"/>
                </a:cubicBezTo>
                <a:cubicBezTo>
                  <a:pt x="59" y="120"/>
                  <a:pt x="59" y="120"/>
                  <a:pt x="59" y="120"/>
                </a:cubicBezTo>
                <a:cubicBezTo>
                  <a:pt x="89" y="120"/>
                  <a:pt x="89" y="120"/>
                  <a:pt x="89" y="120"/>
                </a:cubicBezTo>
                <a:cubicBezTo>
                  <a:pt x="100" y="144"/>
                  <a:pt x="100" y="144"/>
                  <a:pt x="100" y="144"/>
                </a:cubicBezTo>
                <a:lnTo>
                  <a:pt x="89" y="168"/>
                </a:lnTo>
                <a:close/>
                <a:moveTo>
                  <a:pt x="108" y="76"/>
                </a:moveTo>
                <a:cubicBezTo>
                  <a:pt x="110" y="76"/>
                  <a:pt x="112" y="74"/>
                  <a:pt x="112" y="72"/>
                </a:cubicBezTo>
                <a:cubicBezTo>
                  <a:pt x="112" y="70"/>
                  <a:pt x="110" y="68"/>
                  <a:pt x="108" y="68"/>
                </a:cubicBezTo>
                <a:cubicBezTo>
                  <a:pt x="40" y="68"/>
                  <a:pt x="40" y="68"/>
                  <a:pt x="40" y="68"/>
                </a:cubicBezTo>
                <a:cubicBezTo>
                  <a:pt x="38" y="68"/>
                  <a:pt x="36" y="70"/>
                  <a:pt x="36" y="72"/>
                </a:cubicBezTo>
                <a:cubicBezTo>
                  <a:pt x="36" y="74"/>
                  <a:pt x="38" y="76"/>
                  <a:pt x="40" y="76"/>
                </a:cubicBezTo>
                <a:lnTo>
                  <a:pt x="108" y="76"/>
                </a:lnTo>
                <a:close/>
                <a:moveTo>
                  <a:pt x="216" y="156"/>
                </a:moveTo>
                <a:cubicBezTo>
                  <a:pt x="152" y="156"/>
                  <a:pt x="152" y="156"/>
                  <a:pt x="152" y="156"/>
                </a:cubicBezTo>
                <a:cubicBezTo>
                  <a:pt x="150" y="156"/>
                  <a:pt x="148" y="158"/>
                  <a:pt x="148" y="160"/>
                </a:cubicBezTo>
                <a:cubicBezTo>
                  <a:pt x="148" y="162"/>
                  <a:pt x="150" y="164"/>
                  <a:pt x="152" y="164"/>
                </a:cubicBezTo>
                <a:cubicBezTo>
                  <a:pt x="216" y="164"/>
                  <a:pt x="216" y="164"/>
                  <a:pt x="216" y="164"/>
                </a:cubicBezTo>
                <a:cubicBezTo>
                  <a:pt x="218" y="164"/>
                  <a:pt x="220" y="162"/>
                  <a:pt x="220" y="160"/>
                </a:cubicBezTo>
                <a:cubicBezTo>
                  <a:pt x="220" y="158"/>
                  <a:pt x="218" y="156"/>
                  <a:pt x="216" y="156"/>
                </a:cubicBezTo>
                <a:close/>
                <a:moveTo>
                  <a:pt x="216" y="136"/>
                </a:moveTo>
                <a:cubicBezTo>
                  <a:pt x="152" y="136"/>
                  <a:pt x="152" y="136"/>
                  <a:pt x="152" y="136"/>
                </a:cubicBezTo>
                <a:cubicBezTo>
                  <a:pt x="150" y="136"/>
                  <a:pt x="148" y="138"/>
                  <a:pt x="148" y="140"/>
                </a:cubicBezTo>
                <a:cubicBezTo>
                  <a:pt x="148" y="142"/>
                  <a:pt x="150" y="144"/>
                  <a:pt x="152" y="144"/>
                </a:cubicBezTo>
                <a:cubicBezTo>
                  <a:pt x="216" y="144"/>
                  <a:pt x="216" y="144"/>
                  <a:pt x="216" y="144"/>
                </a:cubicBezTo>
                <a:cubicBezTo>
                  <a:pt x="218" y="144"/>
                  <a:pt x="220" y="142"/>
                  <a:pt x="220" y="140"/>
                </a:cubicBezTo>
                <a:cubicBezTo>
                  <a:pt x="220" y="138"/>
                  <a:pt x="218" y="136"/>
                  <a:pt x="216" y="136"/>
                </a:cubicBezTo>
                <a:close/>
                <a:moveTo>
                  <a:pt x="180" y="196"/>
                </a:moveTo>
                <a:cubicBezTo>
                  <a:pt x="152" y="196"/>
                  <a:pt x="152" y="196"/>
                  <a:pt x="152" y="196"/>
                </a:cubicBezTo>
                <a:cubicBezTo>
                  <a:pt x="150" y="196"/>
                  <a:pt x="148" y="198"/>
                  <a:pt x="148" y="200"/>
                </a:cubicBezTo>
                <a:cubicBezTo>
                  <a:pt x="148" y="202"/>
                  <a:pt x="150" y="204"/>
                  <a:pt x="152" y="204"/>
                </a:cubicBezTo>
                <a:cubicBezTo>
                  <a:pt x="180" y="204"/>
                  <a:pt x="180" y="204"/>
                  <a:pt x="180" y="204"/>
                </a:cubicBezTo>
                <a:cubicBezTo>
                  <a:pt x="182" y="204"/>
                  <a:pt x="184" y="202"/>
                  <a:pt x="184" y="200"/>
                </a:cubicBezTo>
                <a:cubicBezTo>
                  <a:pt x="184" y="198"/>
                  <a:pt x="182" y="196"/>
                  <a:pt x="180" y="196"/>
                </a:cubicBezTo>
                <a:close/>
                <a:moveTo>
                  <a:pt x="216" y="176"/>
                </a:moveTo>
                <a:cubicBezTo>
                  <a:pt x="152" y="176"/>
                  <a:pt x="152" y="176"/>
                  <a:pt x="152" y="176"/>
                </a:cubicBezTo>
                <a:cubicBezTo>
                  <a:pt x="150" y="176"/>
                  <a:pt x="148" y="178"/>
                  <a:pt x="148" y="180"/>
                </a:cubicBezTo>
                <a:cubicBezTo>
                  <a:pt x="148" y="182"/>
                  <a:pt x="150" y="184"/>
                  <a:pt x="152" y="184"/>
                </a:cubicBezTo>
                <a:cubicBezTo>
                  <a:pt x="216" y="184"/>
                  <a:pt x="216" y="184"/>
                  <a:pt x="216" y="184"/>
                </a:cubicBezTo>
                <a:cubicBezTo>
                  <a:pt x="218" y="184"/>
                  <a:pt x="220" y="182"/>
                  <a:pt x="220" y="180"/>
                </a:cubicBezTo>
                <a:cubicBezTo>
                  <a:pt x="220" y="178"/>
                  <a:pt x="218" y="176"/>
                  <a:pt x="216" y="17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14" name="Freeform 244">
            <a:extLst>
              <a:ext uri="{FF2B5EF4-FFF2-40B4-BE49-F238E27FC236}">
                <a16:creationId xmlns:a16="http://schemas.microsoft.com/office/drawing/2014/main" id="{98B9EE8C-3FD0-4BAA-A716-C797CB28B202}"/>
              </a:ext>
            </a:extLst>
          </p:cNvPr>
          <p:cNvSpPr>
            <a:spLocks noChangeAspect="1" noEditPoints="1"/>
          </p:cNvSpPr>
          <p:nvPr/>
        </p:nvSpPr>
        <p:spPr bwMode="auto">
          <a:xfrm>
            <a:off x="10249548" y="5290964"/>
            <a:ext cx="400050" cy="400050"/>
          </a:xfrm>
          <a:custGeom>
            <a:avLst/>
            <a:gdLst>
              <a:gd name="T0" fmla="*/ 36 w 256"/>
              <a:gd name="T1" fmla="*/ 56 h 256"/>
              <a:gd name="T2" fmla="*/ 64 w 256"/>
              <a:gd name="T3" fmla="*/ 48 h 256"/>
              <a:gd name="T4" fmla="*/ 61 w 256"/>
              <a:gd name="T5" fmla="*/ 24 h 256"/>
              <a:gd name="T6" fmla="*/ 99 w 256"/>
              <a:gd name="T7" fmla="*/ 47 h 256"/>
              <a:gd name="T8" fmla="*/ 61 w 256"/>
              <a:gd name="T9" fmla="*/ 16 h 256"/>
              <a:gd name="T10" fmla="*/ 20 w 256"/>
              <a:gd name="T11" fmla="*/ 52 h 256"/>
              <a:gd name="T12" fmla="*/ 48 w 256"/>
              <a:gd name="T13" fmla="*/ 72 h 256"/>
              <a:gd name="T14" fmla="*/ 167 w 256"/>
              <a:gd name="T15" fmla="*/ 29 h 256"/>
              <a:gd name="T16" fmla="*/ 163 w 256"/>
              <a:gd name="T17" fmla="*/ 47 h 256"/>
              <a:gd name="T18" fmla="*/ 248 w 256"/>
              <a:gd name="T19" fmla="*/ 24 h 256"/>
              <a:gd name="T20" fmla="*/ 188 w 256"/>
              <a:gd name="T21" fmla="*/ 52 h 256"/>
              <a:gd name="T22" fmla="*/ 228 w 256"/>
              <a:gd name="T23" fmla="*/ 55 h 256"/>
              <a:gd name="T24" fmla="*/ 208 w 256"/>
              <a:gd name="T25" fmla="*/ 80 h 256"/>
              <a:gd name="T26" fmla="*/ 252 w 256"/>
              <a:gd name="T27" fmla="*/ 16 h 256"/>
              <a:gd name="T28" fmla="*/ 132 w 256"/>
              <a:gd name="T29" fmla="*/ 48 h 256"/>
              <a:gd name="T30" fmla="*/ 104 w 256"/>
              <a:gd name="T31" fmla="*/ 24 h 256"/>
              <a:gd name="T32" fmla="*/ 85 w 256"/>
              <a:gd name="T33" fmla="*/ 110 h 256"/>
              <a:gd name="T34" fmla="*/ 102 w 256"/>
              <a:gd name="T35" fmla="*/ 82 h 256"/>
              <a:gd name="T36" fmla="*/ 86 w 256"/>
              <a:gd name="T37" fmla="*/ 64 h 256"/>
              <a:gd name="T38" fmla="*/ 153 w 256"/>
              <a:gd name="T39" fmla="*/ 126 h 256"/>
              <a:gd name="T40" fmla="*/ 161 w 256"/>
              <a:gd name="T41" fmla="*/ 161 h 256"/>
              <a:gd name="T42" fmla="*/ 176 w 256"/>
              <a:gd name="T43" fmla="*/ 142 h 256"/>
              <a:gd name="T44" fmla="*/ 128 w 256"/>
              <a:gd name="T45" fmla="*/ 8 h 256"/>
              <a:gd name="T46" fmla="*/ 112 w 256"/>
              <a:gd name="T47" fmla="*/ 24 h 256"/>
              <a:gd name="T48" fmla="*/ 149 w 256"/>
              <a:gd name="T49" fmla="*/ 84 h 256"/>
              <a:gd name="T50" fmla="*/ 188 w 256"/>
              <a:gd name="T51" fmla="*/ 90 h 256"/>
              <a:gd name="T52" fmla="*/ 178 w 256"/>
              <a:gd name="T53" fmla="*/ 116 h 256"/>
              <a:gd name="T54" fmla="*/ 170 w 256"/>
              <a:gd name="T55" fmla="*/ 64 h 256"/>
              <a:gd name="T56" fmla="*/ 132 w 256"/>
              <a:gd name="T57" fmla="*/ 188 h 256"/>
              <a:gd name="T58" fmla="*/ 124 w 256"/>
              <a:gd name="T59" fmla="*/ 204 h 256"/>
              <a:gd name="T60" fmla="*/ 100 w 256"/>
              <a:gd name="T61" fmla="*/ 185 h 256"/>
              <a:gd name="T62" fmla="*/ 92 w 256"/>
              <a:gd name="T63" fmla="*/ 188 h 256"/>
              <a:gd name="T64" fmla="*/ 144 w 256"/>
              <a:gd name="T65" fmla="*/ 227 h 256"/>
              <a:gd name="T66" fmla="*/ 128 w 256"/>
              <a:gd name="T67" fmla="*/ 224 h 256"/>
              <a:gd name="T68" fmla="*/ 112 w 256"/>
              <a:gd name="T69" fmla="*/ 223 h 256"/>
              <a:gd name="T70" fmla="*/ 124 w 256"/>
              <a:gd name="T71" fmla="*/ 248 h 256"/>
              <a:gd name="T72" fmla="*/ 132 w 256"/>
              <a:gd name="T73" fmla="*/ 252 h 256"/>
              <a:gd name="T74" fmla="*/ 134 w 256"/>
              <a:gd name="T75" fmla="*/ 206 h 256"/>
              <a:gd name="T76" fmla="*/ 132 w 256"/>
              <a:gd name="T77" fmla="*/ 144 h 256"/>
              <a:gd name="T78" fmla="*/ 124 w 256"/>
              <a:gd name="T79" fmla="*/ 163 h 256"/>
              <a:gd name="T80" fmla="*/ 86 w 256"/>
              <a:gd name="T81" fmla="*/ 134 h 256"/>
              <a:gd name="T82" fmla="*/ 76 w 256"/>
              <a:gd name="T83" fmla="*/ 142 h 256"/>
              <a:gd name="T84" fmla="*/ 156 w 256"/>
              <a:gd name="T85" fmla="*/ 188 h 256"/>
              <a:gd name="T86" fmla="*/ 156 w 256"/>
              <a:gd name="T87" fmla="*/ 204 h 256"/>
              <a:gd name="T88" fmla="*/ 145 w 256"/>
              <a:gd name="T89" fmla="*/ 16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6" h="256">
                <a:moveTo>
                  <a:pt x="48" y="72"/>
                </a:moveTo>
                <a:cubicBezTo>
                  <a:pt x="38" y="72"/>
                  <a:pt x="30" y="65"/>
                  <a:pt x="28" y="55"/>
                </a:cubicBezTo>
                <a:cubicBezTo>
                  <a:pt x="31" y="56"/>
                  <a:pt x="33" y="56"/>
                  <a:pt x="36" y="56"/>
                </a:cubicBezTo>
                <a:cubicBezTo>
                  <a:pt x="64" y="56"/>
                  <a:pt x="64" y="56"/>
                  <a:pt x="64" y="56"/>
                </a:cubicBezTo>
                <a:cubicBezTo>
                  <a:pt x="66" y="56"/>
                  <a:pt x="68" y="54"/>
                  <a:pt x="68" y="52"/>
                </a:cubicBezTo>
                <a:cubicBezTo>
                  <a:pt x="68" y="50"/>
                  <a:pt x="66" y="48"/>
                  <a:pt x="64" y="48"/>
                </a:cubicBezTo>
                <a:cubicBezTo>
                  <a:pt x="36" y="48"/>
                  <a:pt x="36" y="48"/>
                  <a:pt x="36" y="48"/>
                </a:cubicBezTo>
                <a:cubicBezTo>
                  <a:pt x="22" y="48"/>
                  <a:pt x="10" y="38"/>
                  <a:pt x="8" y="24"/>
                </a:cubicBezTo>
                <a:cubicBezTo>
                  <a:pt x="61" y="24"/>
                  <a:pt x="61" y="24"/>
                  <a:pt x="61" y="24"/>
                </a:cubicBezTo>
                <a:cubicBezTo>
                  <a:pt x="69" y="24"/>
                  <a:pt x="77" y="28"/>
                  <a:pt x="83" y="34"/>
                </a:cubicBezTo>
                <a:cubicBezTo>
                  <a:pt x="93" y="47"/>
                  <a:pt x="93" y="47"/>
                  <a:pt x="93" y="47"/>
                </a:cubicBezTo>
                <a:cubicBezTo>
                  <a:pt x="94" y="48"/>
                  <a:pt x="97" y="48"/>
                  <a:pt x="99" y="47"/>
                </a:cubicBezTo>
                <a:cubicBezTo>
                  <a:pt x="100" y="46"/>
                  <a:pt x="100" y="43"/>
                  <a:pt x="99" y="41"/>
                </a:cubicBezTo>
                <a:cubicBezTo>
                  <a:pt x="89" y="29"/>
                  <a:pt x="89" y="29"/>
                  <a:pt x="89" y="29"/>
                </a:cubicBezTo>
                <a:cubicBezTo>
                  <a:pt x="82" y="21"/>
                  <a:pt x="72" y="16"/>
                  <a:pt x="61" y="16"/>
                </a:cubicBezTo>
                <a:cubicBezTo>
                  <a:pt x="4" y="16"/>
                  <a:pt x="4" y="16"/>
                  <a:pt x="4" y="16"/>
                </a:cubicBezTo>
                <a:cubicBezTo>
                  <a:pt x="2" y="16"/>
                  <a:pt x="0" y="18"/>
                  <a:pt x="0" y="20"/>
                </a:cubicBezTo>
                <a:cubicBezTo>
                  <a:pt x="0" y="34"/>
                  <a:pt x="8" y="46"/>
                  <a:pt x="20" y="52"/>
                </a:cubicBezTo>
                <a:cubicBezTo>
                  <a:pt x="20" y="68"/>
                  <a:pt x="33" y="80"/>
                  <a:pt x="48" y="80"/>
                </a:cubicBezTo>
                <a:cubicBezTo>
                  <a:pt x="50" y="80"/>
                  <a:pt x="52" y="78"/>
                  <a:pt x="52" y="76"/>
                </a:cubicBezTo>
                <a:cubicBezTo>
                  <a:pt x="52" y="74"/>
                  <a:pt x="50" y="72"/>
                  <a:pt x="48" y="72"/>
                </a:cubicBezTo>
                <a:close/>
                <a:moveTo>
                  <a:pt x="252" y="16"/>
                </a:moveTo>
                <a:cubicBezTo>
                  <a:pt x="195" y="16"/>
                  <a:pt x="195" y="16"/>
                  <a:pt x="195" y="16"/>
                </a:cubicBezTo>
                <a:cubicBezTo>
                  <a:pt x="184" y="16"/>
                  <a:pt x="174" y="21"/>
                  <a:pt x="167" y="29"/>
                </a:cubicBezTo>
                <a:cubicBezTo>
                  <a:pt x="157" y="41"/>
                  <a:pt x="157" y="41"/>
                  <a:pt x="157" y="41"/>
                </a:cubicBezTo>
                <a:cubicBezTo>
                  <a:pt x="156" y="43"/>
                  <a:pt x="156" y="46"/>
                  <a:pt x="157" y="47"/>
                </a:cubicBezTo>
                <a:cubicBezTo>
                  <a:pt x="159" y="48"/>
                  <a:pt x="162" y="48"/>
                  <a:pt x="163" y="47"/>
                </a:cubicBezTo>
                <a:cubicBezTo>
                  <a:pt x="173" y="34"/>
                  <a:pt x="173" y="34"/>
                  <a:pt x="173" y="34"/>
                </a:cubicBezTo>
                <a:cubicBezTo>
                  <a:pt x="179" y="28"/>
                  <a:pt x="187" y="24"/>
                  <a:pt x="195" y="24"/>
                </a:cubicBezTo>
                <a:cubicBezTo>
                  <a:pt x="248" y="24"/>
                  <a:pt x="248" y="24"/>
                  <a:pt x="248" y="24"/>
                </a:cubicBezTo>
                <a:cubicBezTo>
                  <a:pt x="246" y="38"/>
                  <a:pt x="234" y="48"/>
                  <a:pt x="220" y="48"/>
                </a:cubicBezTo>
                <a:cubicBezTo>
                  <a:pt x="192" y="48"/>
                  <a:pt x="192" y="48"/>
                  <a:pt x="192" y="48"/>
                </a:cubicBezTo>
                <a:cubicBezTo>
                  <a:pt x="190" y="48"/>
                  <a:pt x="188" y="50"/>
                  <a:pt x="188" y="52"/>
                </a:cubicBezTo>
                <a:cubicBezTo>
                  <a:pt x="188" y="54"/>
                  <a:pt x="190" y="56"/>
                  <a:pt x="192" y="56"/>
                </a:cubicBezTo>
                <a:cubicBezTo>
                  <a:pt x="220" y="56"/>
                  <a:pt x="220" y="56"/>
                  <a:pt x="220" y="56"/>
                </a:cubicBezTo>
                <a:cubicBezTo>
                  <a:pt x="223" y="56"/>
                  <a:pt x="225" y="56"/>
                  <a:pt x="228" y="55"/>
                </a:cubicBezTo>
                <a:cubicBezTo>
                  <a:pt x="226" y="65"/>
                  <a:pt x="218" y="72"/>
                  <a:pt x="208" y="72"/>
                </a:cubicBezTo>
                <a:cubicBezTo>
                  <a:pt x="206" y="72"/>
                  <a:pt x="204" y="74"/>
                  <a:pt x="204" y="76"/>
                </a:cubicBezTo>
                <a:cubicBezTo>
                  <a:pt x="204" y="78"/>
                  <a:pt x="206" y="80"/>
                  <a:pt x="208" y="80"/>
                </a:cubicBezTo>
                <a:cubicBezTo>
                  <a:pt x="223" y="80"/>
                  <a:pt x="236" y="68"/>
                  <a:pt x="236" y="52"/>
                </a:cubicBezTo>
                <a:cubicBezTo>
                  <a:pt x="248" y="46"/>
                  <a:pt x="256" y="34"/>
                  <a:pt x="256" y="20"/>
                </a:cubicBezTo>
                <a:cubicBezTo>
                  <a:pt x="256" y="18"/>
                  <a:pt x="254" y="16"/>
                  <a:pt x="252" y="16"/>
                </a:cubicBezTo>
                <a:close/>
                <a:moveTo>
                  <a:pt x="154" y="118"/>
                </a:moveTo>
                <a:cubicBezTo>
                  <a:pt x="132" y="116"/>
                  <a:pt x="132" y="116"/>
                  <a:pt x="132" y="116"/>
                </a:cubicBezTo>
                <a:cubicBezTo>
                  <a:pt x="132" y="48"/>
                  <a:pt x="132" y="48"/>
                  <a:pt x="132" y="48"/>
                </a:cubicBezTo>
                <a:cubicBezTo>
                  <a:pt x="143" y="46"/>
                  <a:pt x="152" y="36"/>
                  <a:pt x="152" y="24"/>
                </a:cubicBezTo>
                <a:cubicBezTo>
                  <a:pt x="152" y="11"/>
                  <a:pt x="141" y="0"/>
                  <a:pt x="128" y="0"/>
                </a:cubicBezTo>
                <a:cubicBezTo>
                  <a:pt x="115" y="0"/>
                  <a:pt x="104" y="11"/>
                  <a:pt x="104" y="24"/>
                </a:cubicBezTo>
                <a:cubicBezTo>
                  <a:pt x="104" y="36"/>
                  <a:pt x="113" y="46"/>
                  <a:pt x="124" y="48"/>
                </a:cubicBezTo>
                <a:cubicBezTo>
                  <a:pt x="124" y="115"/>
                  <a:pt x="124" y="115"/>
                  <a:pt x="124" y="115"/>
                </a:cubicBezTo>
                <a:cubicBezTo>
                  <a:pt x="85" y="110"/>
                  <a:pt x="85" y="110"/>
                  <a:pt x="85" y="110"/>
                </a:cubicBezTo>
                <a:cubicBezTo>
                  <a:pt x="75" y="108"/>
                  <a:pt x="68" y="100"/>
                  <a:pt x="68" y="90"/>
                </a:cubicBezTo>
                <a:cubicBezTo>
                  <a:pt x="68" y="80"/>
                  <a:pt x="76" y="72"/>
                  <a:pt x="86" y="72"/>
                </a:cubicBezTo>
                <a:cubicBezTo>
                  <a:pt x="93" y="72"/>
                  <a:pt x="99" y="76"/>
                  <a:pt x="102" y="82"/>
                </a:cubicBezTo>
                <a:cubicBezTo>
                  <a:pt x="103" y="84"/>
                  <a:pt x="105" y="85"/>
                  <a:pt x="107" y="84"/>
                </a:cubicBezTo>
                <a:cubicBezTo>
                  <a:pt x="109" y="83"/>
                  <a:pt x="110" y="80"/>
                  <a:pt x="109" y="78"/>
                </a:cubicBezTo>
                <a:cubicBezTo>
                  <a:pt x="105" y="69"/>
                  <a:pt x="96" y="64"/>
                  <a:pt x="86" y="64"/>
                </a:cubicBezTo>
                <a:cubicBezTo>
                  <a:pt x="72" y="64"/>
                  <a:pt x="60" y="76"/>
                  <a:pt x="60" y="90"/>
                </a:cubicBezTo>
                <a:cubicBezTo>
                  <a:pt x="60" y="104"/>
                  <a:pt x="70" y="116"/>
                  <a:pt x="84" y="118"/>
                </a:cubicBezTo>
                <a:cubicBezTo>
                  <a:pt x="153" y="126"/>
                  <a:pt x="153" y="126"/>
                  <a:pt x="153" y="126"/>
                </a:cubicBezTo>
                <a:cubicBezTo>
                  <a:pt x="162" y="127"/>
                  <a:pt x="168" y="134"/>
                  <a:pt x="168" y="143"/>
                </a:cubicBezTo>
                <a:cubicBezTo>
                  <a:pt x="168" y="148"/>
                  <a:pt x="166" y="152"/>
                  <a:pt x="162" y="156"/>
                </a:cubicBezTo>
                <a:cubicBezTo>
                  <a:pt x="160" y="157"/>
                  <a:pt x="159" y="159"/>
                  <a:pt x="161" y="161"/>
                </a:cubicBezTo>
                <a:cubicBezTo>
                  <a:pt x="162" y="162"/>
                  <a:pt x="163" y="163"/>
                  <a:pt x="164" y="163"/>
                </a:cubicBezTo>
                <a:cubicBezTo>
                  <a:pt x="165" y="163"/>
                  <a:pt x="166" y="162"/>
                  <a:pt x="166" y="162"/>
                </a:cubicBezTo>
                <a:cubicBezTo>
                  <a:pt x="173" y="157"/>
                  <a:pt x="176" y="150"/>
                  <a:pt x="176" y="142"/>
                </a:cubicBezTo>
                <a:cubicBezTo>
                  <a:pt x="176" y="130"/>
                  <a:pt x="167" y="119"/>
                  <a:pt x="154" y="118"/>
                </a:cubicBezTo>
                <a:close/>
                <a:moveTo>
                  <a:pt x="112" y="24"/>
                </a:moveTo>
                <a:cubicBezTo>
                  <a:pt x="112" y="15"/>
                  <a:pt x="119" y="8"/>
                  <a:pt x="128" y="8"/>
                </a:cubicBezTo>
                <a:cubicBezTo>
                  <a:pt x="137" y="8"/>
                  <a:pt x="144" y="15"/>
                  <a:pt x="144" y="24"/>
                </a:cubicBezTo>
                <a:cubicBezTo>
                  <a:pt x="144" y="33"/>
                  <a:pt x="137" y="40"/>
                  <a:pt x="128" y="40"/>
                </a:cubicBezTo>
                <a:cubicBezTo>
                  <a:pt x="119" y="40"/>
                  <a:pt x="112" y="33"/>
                  <a:pt x="112" y="24"/>
                </a:cubicBezTo>
                <a:close/>
                <a:moveTo>
                  <a:pt x="170" y="64"/>
                </a:moveTo>
                <a:cubicBezTo>
                  <a:pt x="160" y="64"/>
                  <a:pt x="151" y="69"/>
                  <a:pt x="147" y="78"/>
                </a:cubicBezTo>
                <a:cubicBezTo>
                  <a:pt x="146" y="80"/>
                  <a:pt x="147" y="83"/>
                  <a:pt x="149" y="84"/>
                </a:cubicBezTo>
                <a:cubicBezTo>
                  <a:pt x="151" y="85"/>
                  <a:pt x="153" y="84"/>
                  <a:pt x="154" y="82"/>
                </a:cubicBezTo>
                <a:cubicBezTo>
                  <a:pt x="157" y="76"/>
                  <a:pt x="163" y="72"/>
                  <a:pt x="170" y="72"/>
                </a:cubicBezTo>
                <a:cubicBezTo>
                  <a:pt x="180" y="72"/>
                  <a:pt x="188" y="80"/>
                  <a:pt x="188" y="90"/>
                </a:cubicBezTo>
                <a:cubicBezTo>
                  <a:pt x="188" y="98"/>
                  <a:pt x="184" y="105"/>
                  <a:pt x="177" y="108"/>
                </a:cubicBezTo>
                <a:cubicBezTo>
                  <a:pt x="175" y="109"/>
                  <a:pt x="174" y="112"/>
                  <a:pt x="175" y="114"/>
                </a:cubicBezTo>
                <a:cubicBezTo>
                  <a:pt x="176" y="115"/>
                  <a:pt x="177" y="116"/>
                  <a:pt x="178" y="116"/>
                </a:cubicBezTo>
                <a:cubicBezTo>
                  <a:pt x="179" y="116"/>
                  <a:pt x="180" y="116"/>
                  <a:pt x="180" y="116"/>
                </a:cubicBezTo>
                <a:cubicBezTo>
                  <a:pt x="190" y="111"/>
                  <a:pt x="196" y="101"/>
                  <a:pt x="196" y="90"/>
                </a:cubicBezTo>
                <a:cubicBezTo>
                  <a:pt x="196" y="76"/>
                  <a:pt x="184" y="64"/>
                  <a:pt x="170" y="64"/>
                </a:cubicBezTo>
                <a:close/>
                <a:moveTo>
                  <a:pt x="134" y="206"/>
                </a:moveTo>
                <a:cubicBezTo>
                  <a:pt x="132" y="205"/>
                  <a:pt x="132" y="205"/>
                  <a:pt x="132" y="205"/>
                </a:cubicBezTo>
                <a:cubicBezTo>
                  <a:pt x="132" y="188"/>
                  <a:pt x="132" y="188"/>
                  <a:pt x="132" y="188"/>
                </a:cubicBezTo>
                <a:cubicBezTo>
                  <a:pt x="132" y="186"/>
                  <a:pt x="130" y="184"/>
                  <a:pt x="128" y="184"/>
                </a:cubicBezTo>
                <a:cubicBezTo>
                  <a:pt x="126" y="184"/>
                  <a:pt x="124" y="186"/>
                  <a:pt x="124" y="188"/>
                </a:cubicBezTo>
                <a:cubicBezTo>
                  <a:pt x="124" y="204"/>
                  <a:pt x="124" y="204"/>
                  <a:pt x="124" y="204"/>
                </a:cubicBezTo>
                <a:cubicBezTo>
                  <a:pt x="112" y="202"/>
                  <a:pt x="112" y="202"/>
                  <a:pt x="112" y="202"/>
                </a:cubicBezTo>
                <a:cubicBezTo>
                  <a:pt x="105" y="201"/>
                  <a:pt x="100" y="195"/>
                  <a:pt x="100" y="188"/>
                </a:cubicBezTo>
                <a:cubicBezTo>
                  <a:pt x="100" y="187"/>
                  <a:pt x="100" y="186"/>
                  <a:pt x="100" y="185"/>
                </a:cubicBezTo>
                <a:cubicBezTo>
                  <a:pt x="101" y="183"/>
                  <a:pt x="99" y="181"/>
                  <a:pt x="97" y="180"/>
                </a:cubicBezTo>
                <a:cubicBezTo>
                  <a:pt x="95" y="180"/>
                  <a:pt x="93" y="181"/>
                  <a:pt x="92" y="183"/>
                </a:cubicBezTo>
                <a:cubicBezTo>
                  <a:pt x="92" y="185"/>
                  <a:pt x="92" y="186"/>
                  <a:pt x="92" y="188"/>
                </a:cubicBezTo>
                <a:cubicBezTo>
                  <a:pt x="92" y="199"/>
                  <a:pt x="100" y="209"/>
                  <a:pt x="111" y="210"/>
                </a:cubicBezTo>
                <a:cubicBezTo>
                  <a:pt x="133" y="214"/>
                  <a:pt x="133" y="214"/>
                  <a:pt x="133" y="214"/>
                </a:cubicBezTo>
                <a:cubicBezTo>
                  <a:pt x="139" y="215"/>
                  <a:pt x="144" y="220"/>
                  <a:pt x="144" y="227"/>
                </a:cubicBezTo>
                <a:cubicBezTo>
                  <a:pt x="144" y="234"/>
                  <a:pt x="139" y="239"/>
                  <a:pt x="132" y="240"/>
                </a:cubicBezTo>
                <a:cubicBezTo>
                  <a:pt x="132" y="228"/>
                  <a:pt x="132" y="228"/>
                  <a:pt x="132" y="228"/>
                </a:cubicBezTo>
                <a:cubicBezTo>
                  <a:pt x="132" y="226"/>
                  <a:pt x="130" y="224"/>
                  <a:pt x="128" y="224"/>
                </a:cubicBezTo>
                <a:cubicBezTo>
                  <a:pt x="126" y="224"/>
                  <a:pt x="124" y="226"/>
                  <a:pt x="124" y="228"/>
                </a:cubicBezTo>
                <a:cubicBezTo>
                  <a:pt x="124" y="239"/>
                  <a:pt x="124" y="239"/>
                  <a:pt x="124" y="239"/>
                </a:cubicBezTo>
                <a:cubicBezTo>
                  <a:pt x="117" y="238"/>
                  <a:pt x="112" y="231"/>
                  <a:pt x="112" y="223"/>
                </a:cubicBezTo>
                <a:cubicBezTo>
                  <a:pt x="112" y="221"/>
                  <a:pt x="110" y="219"/>
                  <a:pt x="108" y="219"/>
                </a:cubicBezTo>
                <a:cubicBezTo>
                  <a:pt x="106" y="219"/>
                  <a:pt x="104" y="221"/>
                  <a:pt x="104" y="223"/>
                </a:cubicBezTo>
                <a:cubicBezTo>
                  <a:pt x="104" y="236"/>
                  <a:pt x="113" y="246"/>
                  <a:pt x="124" y="248"/>
                </a:cubicBezTo>
                <a:cubicBezTo>
                  <a:pt x="124" y="252"/>
                  <a:pt x="124" y="252"/>
                  <a:pt x="124" y="252"/>
                </a:cubicBezTo>
                <a:cubicBezTo>
                  <a:pt x="124" y="254"/>
                  <a:pt x="126" y="256"/>
                  <a:pt x="128" y="256"/>
                </a:cubicBezTo>
                <a:cubicBezTo>
                  <a:pt x="130" y="256"/>
                  <a:pt x="132" y="254"/>
                  <a:pt x="132" y="252"/>
                </a:cubicBezTo>
                <a:cubicBezTo>
                  <a:pt x="132" y="248"/>
                  <a:pt x="132" y="248"/>
                  <a:pt x="132" y="248"/>
                </a:cubicBezTo>
                <a:cubicBezTo>
                  <a:pt x="143" y="247"/>
                  <a:pt x="152" y="238"/>
                  <a:pt x="152" y="227"/>
                </a:cubicBezTo>
                <a:cubicBezTo>
                  <a:pt x="152" y="216"/>
                  <a:pt x="144" y="207"/>
                  <a:pt x="134" y="206"/>
                </a:cubicBezTo>
                <a:close/>
                <a:moveTo>
                  <a:pt x="145" y="166"/>
                </a:moveTo>
                <a:cubicBezTo>
                  <a:pt x="132" y="164"/>
                  <a:pt x="132" y="164"/>
                  <a:pt x="132" y="164"/>
                </a:cubicBezTo>
                <a:cubicBezTo>
                  <a:pt x="132" y="144"/>
                  <a:pt x="132" y="144"/>
                  <a:pt x="132" y="144"/>
                </a:cubicBezTo>
                <a:cubicBezTo>
                  <a:pt x="132" y="142"/>
                  <a:pt x="130" y="140"/>
                  <a:pt x="128" y="140"/>
                </a:cubicBezTo>
                <a:cubicBezTo>
                  <a:pt x="126" y="140"/>
                  <a:pt x="124" y="142"/>
                  <a:pt x="124" y="144"/>
                </a:cubicBezTo>
                <a:cubicBezTo>
                  <a:pt x="124" y="163"/>
                  <a:pt x="124" y="163"/>
                  <a:pt x="124" y="163"/>
                </a:cubicBezTo>
                <a:cubicBezTo>
                  <a:pt x="98" y="159"/>
                  <a:pt x="98" y="159"/>
                  <a:pt x="98" y="159"/>
                </a:cubicBezTo>
                <a:cubicBezTo>
                  <a:pt x="90" y="157"/>
                  <a:pt x="84" y="151"/>
                  <a:pt x="84" y="142"/>
                </a:cubicBezTo>
                <a:cubicBezTo>
                  <a:pt x="84" y="139"/>
                  <a:pt x="85" y="137"/>
                  <a:pt x="86" y="134"/>
                </a:cubicBezTo>
                <a:cubicBezTo>
                  <a:pt x="87" y="132"/>
                  <a:pt x="87" y="130"/>
                  <a:pt x="85" y="129"/>
                </a:cubicBezTo>
                <a:cubicBezTo>
                  <a:pt x="83" y="127"/>
                  <a:pt x="80" y="128"/>
                  <a:pt x="79" y="130"/>
                </a:cubicBezTo>
                <a:cubicBezTo>
                  <a:pt x="77" y="134"/>
                  <a:pt x="76" y="138"/>
                  <a:pt x="76" y="142"/>
                </a:cubicBezTo>
                <a:cubicBezTo>
                  <a:pt x="76" y="155"/>
                  <a:pt x="85" y="165"/>
                  <a:pt x="97" y="167"/>
                </a:cubicBezTo>
                <a:cubicBezTo>
                  <a:pt x="144" y="174"/>
                  <a:pt x="144" y="174"/>
                  <a:pt x="144" y="174"/>
                </a:cubicBezTo>
                <a:cubicBezTo>
                  <a:pt x="151" y="175"/>
                  <a:pt x="156" y="181"/>
                  <a:pt x="156" y="188"/>
                </a:cubicBezTo>
                <a:cubicBezTo>
                  <a:pt x="156" y="191"/>
                  <a:pt x="155" y="194"/>
                  <a:pt x="153" y="197"/>
                </a:cubicBezTo>
                <a:cubicBezTo>
                  <a:pt x="151" y="199"/>
                  <a:pt x="152" y="201"/>
                  <a:pt x="154" y="203"/>
                </a:cubicBezTo>
                <a:cubicBezTo>
                  <a:pt x="154" y="203"/>
                  <a:pt x="155" y="204"/>
                  <a:pt x="156" y="204"/>
                </a:cubicBezTo>
                <a:cubicBezTo>
                  <a:pt x="157" y="204"/>
                  <a:pt x="158" y="203"/>
                  <a:pt x="159" y="202"/>
                </a:cubicBezTo>
                <a:cubicBezTo>
                  <a:pt x="162" y="198"/>
                  <a:pt x="164" y="193"/>
                  <a:pt x="164" y="188"/>
                </a:cubicBezTo>
                <a:cubicBezTo>
                  <a:pt x="164" y="177"/>
                  <a:pt x="156" y="167"/>
                  <a:pt x="145" y="16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317" name="Freeform 248">
            <a:extLst>
              <a:ext uri="{FF2B5EF4-FFF2-40B4-BE49-F238E27FC236}">
                <a16:creationId xmlns:a16="http://schemas.microsoft.com/office/drawing/2014/main" id="{C90F0F1D-F3B3-4257-81BB-826E29D4FDCA}"/>
              </a:ext>
            </a:extLst>
          </p:cNvPr>
          <p:cNvSpPr>
            <a:spLocks noChangeAspect="1"/>
          </p:cNvSpPr>
          <p:nvPr/>
        </p:nvSpPr>
        <p:spPr bwMode="auto">
          <a:xfrm>
            <a:off x="11217194" y="5322067"/>
            <a:ext cx="400050" cy="355600"/>
          </a:xfrm>
          <a:custGeom>
            <a:avLst/>
            <a:gdLst>
              <a:gd name="T0" fmla="*/ 186 w 256"/>
              <a:gd name="T1" fmla="*/ 0 h 228"/>
              <a:gd name="T2" fmla="*/ 128 w 256"/>
              <a:gd name="T3" fmla="*/ 29 h 228"/>
              <a:gd name="T4" fmla="*/ 70 w 256"/>
              <a:gd name="T5" fmla="*/ 0 h 228"/>
              <a:gd name="T6" fmla="*/ 0 w 256"/>
              <a:gd name="T7" fmla="*/ 70 h 228"/>
              <a:gd name="T8" fmla="*/ 20 w 256"/>
              <a:gd name="T9" fmla="*/ 128 h 228"/>
              <a:gd name="T10" fmla="*/ 4 w 256"/>
              <a:gd name="T11" fmla="*/ 128 h 228"/>
              <a:gd name="T12" fmla="*/ 0 w 256"/>
              <a:gd name="T13" fmla="*/ 132 h 228"/>
              <a:gd name="T14" fmla="*/ 4 w 256"/>
              <a:gd name="T15" fmla="*/ 136 h 228"/>
              <a:gd name="T16" fmla="*/ 64 w 256"/>
              <a:gd name="T17" fmla="*/ 136 h 228"/>
              <a:gd name="T18" fmla="*/ 67 w 256"/>
              <a:gd name="T19" fmla="*/ 134 h 228"/>
              <a:gd name="T20" fmla="*/ 76 w 256"/>
              <a:gd name="T21" fmla="*/ 120 h 228"/>
              <a:gd name="T22" fmla="*/ 92 w 256"/>
              <a:gd name="T23" fmla="*/ 154 h 228"/>
              <a:gd name="T24" fmla="*/ 96 w 256"/>
              <a:gd name="T25" fmla="*/ 156 h 228"/>
              <a:gd name="T26" fmla="*/ 96 w 256"/>
              <a:gd name="T27" fmla="*/ 156 h 228"/>
              <a:gd name="T28" fmla="*/ 100 w 256"/>
              <a:gd name="T29" fmla="*/ 153 h 228"/>
              <a:gd name="T30" fmla="*/ 128 w 256"/>
              <a:gd name="T31" fmla="*/ 79 h 228"/>
              <a:gd name="T32" fmla="*/ 148 w 256"/>
              <a:gd name="T33" fmla="*/ 133 h 228"/>
              <a:gd name="T34" fmla="*/ 152 w 256"/>
              <a:gd name="T35" fmla="*/ 136 h 228"/>
              <a:gd name="T36" fmla="*/ 184 w 256"/>
              <a:gd name="T37" fmla="*/ 136 h 228"/>
              <a:gd name="T38" fmla="*/ 188 w 256"/>
              <a:gd name="T39" fmla="*/ 132 h 228"/>
              <a:gd name="T40" fmla="*/ 184 w 256"/>
              <a:gd name="T41" fmla="*/ 128 h 228"/>
              <a:gd name="T42" fmla="*/ 155 w 256"/>
              <a:gd name="T43" fmla="*/ 128 h 228"/>
              <a:gd name="T44" fmla="*/ 132 w 256"/>
              <a:gd name="T45" fmla="*/ 67 h 228"/>
              <a:gd name="T46" fmla="*/ 128 w 256"/>
              <a:gd name="T47" fmla="*/ 64 h 228"/>
              <a:gd name="T48" fmla="*/ 128 w 256"/>
              <a:gd name="T49" fmla="*/ 64 h 228"/>
              <a:gd name="T50" fmla="*/ 124 w 256"/>
              <a:gd name="T51" fmla="*/ 67 h 228"/>
              <a:gd name="T52" fmla="*/ 96 w 256"/>
              <a:gd name="T53" fmla="*/ 142 h 228"/>
              <a:gd name="T54" fmla="*/ 80 w 256"/>
              <a:gd name="T55" fmla="*/ 110 h 228"/>
              <a:gd name="T56" fmla="*/ 76 w 256"/>
              <a:gd name="T57" fmla="*/ 108 h 228"/>
              <a:gd name="T58" fmla="*/ 73 w 256"/>
              <a:gd name="T59" fmla="*/ 110 h 228"/>
              <a:gd name="T60" fmla="*/ 62 w 256"/>
              <a:gd name="T61" fmla="*/ 128 h 228"/>
              <a:gd name="T62" fmla="*/ 30 w 256"/>
              <a:gd name="T63" fmla="*/ 128 h 228"/>
              <a:gd name="T64" fmla="*/ 8 w 256"/>
              <a:gd name="T65" fmla="*/ 70 h 228"/>
              <a:gd name="T66" fmla="*/ 70 w 256"/>
              <a:gd name="T67" fmla="*/ 8 h 228"/>
              <a:gd name="T68" fmla="*/ 125 w 256"/>
              <a:gd name="T69" fmla="*/ 38 h 228"/>
              <a:gd name="T70" fmla="*/ 131 w 256"/>
              <a:gd name="T71" fmla="*/ 38 h 228"/>
              <a:gd name="T72" fmla="*/ 186 w 256"/>
              <a:gd name="T73" fmla="*/ 8 h 228"/>
              <a:gd name="T74" fmla="*/ 248 w 256"/>
              <a:gd name="T75" fmla="*/ 70 h 228"/>
              <a:gd name="T76" fmla="*/ 128 w 256"/>
              <a:gd name="T77" fmla="*/ 219 h 228"/>
              <a:gd name="T78" fmla="*/ 50 w 256"/>
              <a:gd name="T79" fmla="*/ 153 h 228"/>
              <a:gd name="T80" fmla="*/ 45 w 256"/>
              <a:gd name="T81" fmla="*/ 153 h 228"/>
              <a:gd name="T82" fmla="*/ 45 w 256"/>
              <a:gd name="T83" fmla="*/ 159 h 228"/>
              <a:gd name="T84" fmla="*/ 126 w 256"/>
              <a:gd name="T85" fmla="*/ 227 h 228"/>
              <a:gd name="T86" fmla="*/ 128 w 256"/>
              <a:gd name="T87" fmla="*/ 228 h 228"/>
              <a:gd name="T88" fmla="*/ 130 w 256"/>
              <a:gd name="T89" fmla="*/ 227 h 228"/>
              <a:gd name="T90" fmla="*/ 256 w 256"/>
              <a:gd name="T91" fmla="*/ 70 h 228"/>
              <a:gd name="T92" fmla="*/ 186 w 256"/>
              <a:gd name="T93"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6" h="228">
                <a:moveTo>
                  <a:pt x="186" y="0"/>
                </a:moveTo>
                <a:cubicBezTo>
                  <a:pt x="162" y="0"/>
                  <a:pt x="141" y="10"/>
                  <a:pt x="128" y="29"/>
                </a:cubicBezTo>
                <a:cubicBezTo>
                  <a:pt x="115" y="10"/>
                  <a:pt x="94" y="0"/>
                  <a:pt x="70" y="0"/>
                </a:cubicBezTo>
                <a:cubicBezTo>
                  <a:pt x="31" y="0"/>
                  <a:pt x="0" y="31"/>
                  <a:pt x="0" y="70"/>
                </a:cubicBezTo>
                <a:cubicBezTo>
                  <a:pt x="0" y="88"/>
                  <a:pt x="7" y="107"/>
                  <a:pt x="20" y="128"/>
                </a:cubicBezTo>
                <a:cubicBezTo>
                  <a:pt x="4" y="128"/>
                  <a:pt x="4" y="128"/>
                  <a:pt x="4" y="128"/>
                </a:cubicBezTo>
                <a:cubicBezTo>
                  <a:pt x="2" y="128"/>
                  <a:pt x="0" y="130"/>
                  <a:pt x="0" y="132"/>
                </a:cubicBezTo>
                <a:cubicBezTo>
                  <a:pt x="0" y="134"/>
                  <a:pt x="2" y="136"/>
                  <a:pt x="4" y="136"/>
                </a:cubicBezTo>
                <a:cubicBezTo>
                  <a:pt x="64" y="136"/>
                  <a:pt x="64" y="136"/>
                  <a:pt x="64" y="136"/>
                </a:cubicBezTo>
                <a:cubicBezTo>
                  <a:pt x="65" y="136"/>
                  <a:pt x="67" y="135"/>
                  <a:pt x="67" y="134"/>
                </a:cubicBezTo>
                <a:cubicBezTo>
                  <a:pt x="76" y="120"/>
                  <a:pt x="76" y="120"/>
                  <a:pt x="76" y="120"/>
                </a:cubicBezTo>
                <a:cubicBezTo>
                  <a:pt x="92" y="154"/>
                  <a:pt x="92" y="154"/>
                  <a:pt x="92" y="154"/>
                </a:cubicBezTo>
                <a:cubicBezTo>
                  <a:pt x="93" y="155"/>
                  <a:pt x="94" y="156"/>
                  <a:pt x="96" y="156"/>
                </a:cubicBezTo>
                <a:cubicBezTo>
                  <a:pt x="96" y="156"/>
                  <a:pt x="96" y="156"/>
                  <a:pt x="96" y="156"/>
                </a:cubicBezTo>
                <a:cubicBezTo>
                  <a:pt x="98" y="156"/>
                  <a:pt x="99" y="155"/>
                  <a:pt x="100" y="153"/>
                </a:cubicBezTo>
                <a:cubicBezTo>
                  <a:pt x="128" y="79"/>
                  <a:pt x="128" y="79"/>
                  <a:pt x="128" y="79"/>
                </a:cubicBezTo>
                <a:cubicBezTo>
                  <a:pt x="148" y="133"/>
                  <a:pt x="148" y="133"/>
                  <a:pt x="148" y="133"/>
                </a:cubicBezTo>
                <a:cubicBezTo>
                  <a:pt x="149" y="135"/>
                  <a:pt x="150" y="136"/>
                  <a:pt x="152" y="136"/>
                </a:cubicBezTo>
                <a:cubicBezTo>
                  <a:pt x="184" y="136"/>
                  <a:pt x="184" y="136"/>
                  <a:pt x="184" y="136"/>
                </a:cubicBezTo>
                <a:cubicBezTo>
                  <a:pt x="186" y="136"/>
                  <a:pt x="188" y="134"/>
                  <a:pt x="188" y="132"/>
                </a:cubicBezTo>
                <a:cubicBezTo>
                  <a:pt x="188" y="130"/>
                  <a:pt x="186" y="128"/>
                  <a:pt x="184" y="128"/>
                </a:cubicBezTo>
                <a:cubicBezTo>
                  <a:pt x="155" y="128"/>
                  <a:pt x="155" y="128"/>
                  <a:pt x="155" y="128"/>
                </a:cubicBezTo>
                <a:cubicBezTo>
                  <a:pt x="132" y="67"/>
                  <a:pt x="132" y="67"/>
                  <a:pt x="132" y="67"/>
                </a:cubicBezTo>
                <a:cubicBezTo>
                  <a:pt x="131" y="65"/>
                  <a:pt x="130" y="64"/>
                  <a:pt x="128" y="64"/>
                </a:cubicBezTo>
                <a:cubicBezTo>
                  <a:pt x="128" y="64"/>
                  <a:pt x="128" y="64"/>
                  <a:pt x="128" y="64"/>
                </a:cubicBezTo>
                <a:cubicBezTo>
                  <a:pt x="126" y="64"/>
                  <a:pt x="125" y="65"/>
                  <a:pt x="124" y="67"/>
                </a:cubicBezTo>
                <a:cubicBezTo>
                  <a:pt x="96" y="142"/>
                  <a:pt x="96" y="142"/>
                  <a:pt x="96" y="142"/>
                </a:cubicBezTo>
                <a:cubicBezTo>
                  <a:pt x="80" y="110"/>
                  <a:pt x="80" y="110"/>
                  <a:pt x="80" y="110"/>
                </a:cubicBezTo>
                <a:cubicBezTo>
                  <a:pt x="79" y="109"/>
                  <a:pt x="78" y="108"/>
                  <a:pt x="76" y="108"/>
                </a:cubicBezTo>
                <a:cubicBezTo>
                  <a:pt x="75" y="108"/>
                  <a:pt x="73" y="109"/>
                  <a:pt x="73" y="110"/>
                </a:cubicBezTo>
                <a:cubicBezTo>
                  <a:pt x="62" y="128"/>
                  <a:pt x="62" y="128"/>
                  <a:pt x="62" y="128"/>
                </a:cubicBezTo>
                <a:cubicBezTo>
                  <a:pt x="30" y="128"/>
                  <a:pt x="30" y="128"/>
                  <a:pt x="30" y="128"/>
                </a:cubicBezTo>
                <a:cubicBezTo>
                  <a:pt x="15" y="107"/>
                  <a:pt x="8" y="87"/>
                  <a:pt x="8" y="70"/>
                </a:cubicBezTo>
                <a:cubicBezTo>
                  <a:pt x="8" y="36"/>
                  <a:pt x="36" y="8"/>
                  <a:pt x="70" y="8"/>
                </a:cubicBezTo>
                <a:cubicBezTo>
                  <a:pt x="93" y="8"/>
                  <a:pt x="113" y="19"/>
                  <a:pt x="125" y="38"/>
                </a:cubicBezTo>
                <a:cubicBezTo>
                  <a:pt x="126" y="40"/>
                  <a:pt x="130" y="40"/>
                  <a:pt x="131" y="38"/>
                </a:cubicBezTo>
                <a:cubicBezTo>
                  <a:pt x="143" y="19"/>
                  <a:pt x="163" y="8"/>
                  <a:pt x="186" y="8"/>
                </a:cubicBezTo>
                <a:cubicBezTo>
                  <a:pt x="220" y="8"/>
                  <a:pt x="248" y="36"/>
                  <a:pt x="248" y="70"/>
                </a:cubicBezTo>
                <a:cubicBezTo>
                  <a:pt x="248" y="136"/>
                  <a:pt x="144" y="208"/>
                  <a:pt x="128" y="219"/>
                </a:cubicBezTo>
                <a:cubicBezTo>
                  <a:pt x="119" y="213"/>
                  <a:pt x="81" y="187"/>
                  <a:pt x="50" y="153"/>
                </a:cubicBezTo>
                <a:cubicBezTo>
                  <a:pt x="49" y="152"/>
                  <a:pt x="46" y="152"/>
                  <a:pt x="45" y="153"/>
                </a:cubicBezTo>
                <a:cubicBezTo>
                  <a:pt x="43" y="155"/>
                  <a:pt x="43" y="157"/>
                  <a:pt x="45" y="159"/>
                </a:cubicBezTo>
                <a:cubicBezTo>
                  <a:pt x="80" y="198"/>
                  <a:pt x="125" y="227"/>
                  <a:pt x="126" y="227"/>
                </a:cubicBezTo>
                <a:cubicBezTo>
                  <a:pt x="126" y="228"/>
                  <a:pt x="127" y="228"/>
                  <a:pt x="128" y="228"/>
                </a:cubicBezTo>
                <a:cubicBezTo>
                  <a:pt x="129" y="228"/>
                  <a:pt x="130" y="228"/>
                  <a:pt x="130" y="227"/>
                </a:cubicBezTo>
                <a:cubicBezTo>
                  <a:pt x="135" y="224"/>
                  <a:pt x="256" y="145"/>
                  <a:pt x="256" y="70"/>
                </a:cubicBezTo>
                <a:cubicBezTo>
                  <a:pt x="256" y="31"/>
                  <a:pt x="225" y="0"/>
                  <a:pt x="18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75000"/>
                </a:srgbClr>
              </a:solidFill>
              <a:effectLst/>
              <a:uLnTx/>
              <a:uFillTx/>
              <a:latin typeface="Calibri"/>
              <a:ea typeface="+mn-ea"/>
              <a:cs typeface="+mn-cs"/>
            </a:endParaRPr>
          </a:p>
        </p:txBody>
      </p:sp>
      <p:sp>
        <p:nvSpPr>
          <p:cNvPr id="126" name="Title 8">
            <a:extLst>
              <a:ext uri="{FF2B5EF4-FFF2-40B4-BE49-F238E27FC236}">
                <a16:creationId xmlns:a16="http://schemas.microsoft.com/office/drawing/2014/main" id="{53798A94-15CA-46F6-82BF-271E077230F4}"/>
              </a:ext>
            </a:extLst>
          </p:cNvPr>
          <p:cNvSpPr txBox="1">
            <a:spLocks/>
          </p:cNvSpPr>
          <p:nvPr/>
        </p:nvSpPr>
        <p:spPr>
          <a:xfrm>
            <a:off x="612648" y="585216"/>
            <a:ext cx="1802078" cy="533370"/>
          </a:xfrm>
          <a:prstGeom prst="rect">
            <a:avLst/>
          </a:prstGeom>
        </p:spPr>
        <p:txBody>
          <a:bodyPr vert="horz" lIns="0" tIns="0" rIns="0" bIns="0" rtlCol="0" anchor="ctr" anchorCtr="0">
            <a:normAutofit/>
          </a:bodyPr>
          <a:lstStyle>
            <a:lvl1pPr algn="l" defTabSz="914400" rtl="0" eaLnBrk="1" latinLnBrk="0" hangingPunct="1">
              <a:lnSpc>
                <a:spcPct val="75000"/>
              </a:lnSpc>
              <a:spcBef>
                <a:spcPct val="0"/>
              </a:spcBef>
              <a:buNone/>
              <a:defRPr sz="3400" b="0" kern="1200" cap="none" baseline="0">
                <a:solidFill>
                  <a:schemeClr val="tx2"/>
                </a:solidFill>
                <a:latin typeface="+mj-lt"/>
                <a:ea typeface="+mj-ea"/>
                <a:cs typeface="Calibri" panose="020F0502020204030204" pitchFamily="34" charset="0"/>
              </a:defRPr>
            </a:lvl1pPr>
          </a:lstStyle>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3400" b="0" i="0" u="none" strike="noStrike" kern="1200" cap="none" spc="0" normalizeH="0" baseline="0" noProof="0">
                <a:ln>
                  <a:noFill/>
                </a:ln>
                <a:solidFill>
                  <a:srgbClr val="FFFFFF"/>
                </a:solidFill>
                <a:effectLst/>
                <a:uLnTx/>
                <a:uFillTx/>
                <a:latin typeface="Calibri Light"/>
                <a:ea typeface="+mj-ea"/>
                <a:cs typeface="Calibri" panose="020F0502020204030204" pitchFamily="34" charset="0"/>
              </a:rPr>
              <a:t>Icons</a:t>
            </a:r>
          </a:p>
        </p:txBody>
      </p:sp>
      <p:sp>
        <p:nvSpPr>
          <p:cNvPr id="151" name="Footer Placeholder 1">
            <a:extLst>
              <a:ext uri="{FF2B5EF4-FFF2-40B4-BE49-F238E27FC236}">
                <a16:creationId xmlns:a16="http://schemas.microsoft.com/office/drawing/2014/main" id="{5FF12602-A3BC-4B45-9A41-70555805873F}"/>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grpSp>
        <p:nvGrpSpPr>
          <p:cNvPr id="2" name="Group 4">
            <a:extLst>
              <a:ext uri="{FF2B5EF4-FFF2-40B4-BE49-F238E27FC236}">
                <a16:creationId xmlns:a16="http://schemas.microsoft.com/office/drawing/2014/main" id="{698B616C-0443-2A05-8068-3892FD564DA3}"/>
              </a:ext>
            </a:extLst>
          </p:cNvPr>
          <p:cNvGrpSpPr>
            <a:grpSpLocks noChangeAspect="1"/>
          </p:cNvGrpSpPr>
          <p:nvPr/>
        </p:nvGrpSpPr>
        <p:grpSpPr bwMode="auto">
          <a:xfrm>
            <a:off x="10421934" y="6308714"/>
            <a:ext cx="1162049" cy="266699"/>
            <a:chOff x="6565" y="3974"/>
            <a:chExt cx="732" cy="168"/>
          </a:xfrm>
          <a:solidFill>
            <a:schemeClr val="bg1"/>
          </a:solidFill>
        </p:grpSpPr>
        <p:sp>
          <p:nvSpPr>
            <p:cNvPr id="3" name="Freeform 5">
              <a:extLst>
                <a:ext uri="{FF2B5EF4-FFF2-40B4-BE49-F238E27FC236}">
                  <a16:creationId xmlns:a16="http://schemas.microsoft.com/office/drawing/2014/main" id="{C3BE7E11-216E-8C55-2D83-A388E4FFD2C3}"/>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Freeform 6">
              <a:extLst>
                <a:ext uri="{FF2B5EF4-FFF2-40B4-BE49-F238E27FC236}">
                  <a16:creationId xmlns:a16="http://schemas.microsoft.com/office/drawing/2014/main" id="{60DD5CAE-8128-70D7-CC96-B8A30ACC085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reeform 7">
              <a:extLst>
                <a:ext uri="{FF2B5EF4-FFF2-40B4-BE49-F238E27FC236}">
                  <a16:creationId xmlns:a16="http://schemas.microsoft.com/office/drawing/2014/main" id="{AC965DDB-C4C8-22E1-5248-256D60425992}"/>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8">
              <a:extLst>
                <a:ext uri="{FF2B5EF4-FFF2-40B4-BE49-F238E27FC236}">
                  <a16:creationId xmlns:a16="http://schemas.microsoft.com/office/drawing/2014/main" id="{9CDC39BA-01B2-D6A4-80F5-42969E1DE677}"/>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Freeform 9">
              <a:extLst>
                <a:ext uri="{FF2B5EF4-FFF2-40B4-BE49-F238E27FC236}">
                  <a16:creationId xmlns:a16="http://schemas.microsoft.com/office/drawing/2014/main" id="{F21ADB27-5454-7945-5889-351B14E55155}"/>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0">
              <a:extLst>
                <a:ext uri="{FF2B5EF4-FFF2-40B4-BE49-F238E27FC236}">
                  <a16:creationId xmlns:a16="http://schemas.microsoft.com/office/drawing/2014/main" id="{F45424C0-8368-D80E-DE8E-FC3A60B9C63F}"/>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11">
              <a:extLst>
                <a:ext uri="{FF2B5EF4-FFF2-40B4-BE49-F238E27FC236}">
                  <a16:creationId xmlns:a16="http://schemas.microsoft.com/office/drawing/2014/main" id="{991F0C88-554D-6754-BB93-BDB437D32C41}"/>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1289993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10" name="Title 8">
            <a:extLst>
              <a:ext uri="{FF2B5EF4-FFF2-40B4-BE49-F238E27FC236}">
                <a16:creationId xmlns:a16="http://schemas.microsoft.com/office/drawing/2014/main" id="{B35F244B-1E23-4AEB-9AA7-EDCFA043F957}"/>
              </a:ext>
            </a:extLst>
          </p:cNvPr>
          <p:cNvSpPr txBox="1">
            <a:spLocks/>
          </p:cNvSpPr>
          <p:nvPr/>
        </p:nvSpPr>
        <p:spPr>
          <a:xfrm>
            <a:off x="612648" y="585216"/>
            <a:ext cx="1802078" cy="533370"/>
          </a:xfrm>
          <a:prstGeom prst="rect">
            <a:avLst/>
          </a:prstGeom>
        </p:spPr>
        <p:txBody>
          <a:bodyPr vert="horz" lIns="0" tIns="0" rIns="0" bIns="0" rtlCol="0" anchor="ctr" anchorCtr="0">
            <a:normAutofit/>
          </a:bodyPr>
          <a:lstStyle>
            <a:lvl1pPr algn="l" defTabSz="914400" rtl="0" eaLnBrk="1" latinLnBrk="0" hangingPunct="1">
              <a:lnSpc>
                <a:spcPct val="75000"/>
              </a:lnSpc>
              <a:spcBef>
                <a:spcPct val="0"/>
              </a:spcBef>
              <a:buNone/>
              <a:defRPr sz="3400" b="0" kern="1200" cap="none" baseline="0">
                <a:solidFill>
                  <a:schemeClr val="tx2"/>
                </a:solidFill>
                <a:latin typeface="+mj-lt"/>
                <a:ea typeface="+mj-ea"/>
                <a:cs typeface="Calibri" panose="020F0502020204030204" pitchFamily="34" charset="0"/>
              </a:defRPr>
            </a:lvl1pPr>
          </a:lstStyle>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3400" b="0" i="0" u="none" strike="noStrike" kern="1200" cap="none" spc="0" normalizeH="0" baseline="0" noProof="0">
                <a:ln>
                  <a:noFill/>
                </a:ln>
                <a:solidFill>
                  <a:srgbClr val="FFFFFF"/>
                </a:solidFill>
                <a:effectLst/>
                <a:uLnTx/>
                <a:uFillTx/>
                <a:latin typeface="Calibri Light"/>
                <a:ea typeface="+mj-ea"/>
                <a:cs typeface="Calibri" panose="020F0502020204030204" pitchFamily="34" charset="0"/>
              </a:rPr>
              <a:t>Icons</a:t>
            </a:r>
          </a:p>
        </p:txBody>
      </p:sp>
      <p:sp>
        <p:nvSpPr>
          <p:cNvPr id="145" name="Footer Placeholder 1">
            <a:extLst>
              <a:ext uri="{FF2B5EF4-FFF2-40B4-BE49-F238E27FC236}">
                <a16:creationId xmlns:a16="http://schemas.microsoft.com/office/drawing/2014/main" id="{CBD1181A-6214-479A-8958-1FDEE0152A7A}"/>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sp>
        <p:nvSpPr>
          <p:cNvPr id="133" name="Text Placeholder 27">
            <a:extLst>
              <a:ext uri="{FF2B5EF4-FFF2-40B4-BE49-F238E27FC236}">
                <a16:creationId xmlns:a16="http://schemas.microsoft.com/office/drawing/2014/main" id="{6E90E064-E15E-40B0-93D6-88FB5F073C00}"/>
              </a:ext>
            </a:extLst>
          </p:cNvPr>
          <p:cNvSpPr>
            <a:spLocks noGrp="1"/>
          </p:cNvSpPr>
          <p:nvPr>
            <p:ph type="body" sz="quarter" idx="11"/>
          </p:nvPr>
        </p:nvSpPr>
        <p:spPr>
          <a:xfrm>
            <a:off x="313723" y="1959126"/>
            <a:ext cx="908050" cy="303213"/>
          </a:xfrm>
        </p:spPr>
        <p:txBody>
          <a:bodyPr/>
          <a:lstStyle/>
          <a:p>
            <a:r>
              <a:rPr lang="en-US">
                <a:solidFill>
                  <a:srgbClr val="BFBFBF"/>
                </a:solidFill>
              </a:rPr>
              <a:t>Smart Watch</a:t>
            </a:r>
          </a:p>
        </p:txBody>
      </p:sp>
      <p:sp>
        <p:nvSpPr>
          <p:cNvPr id="134" name="Text Placeholder 29">
            <a:extLst>
              <a:ext uri="{FF2B5EF4-FFF2-40B4-BE49-F238E27FC236}">
                <a16:creationId xmlns:a16="http://schemas.microsoft.com/office/drawing/2014/main" id="{22A6185F-6EB9-4F18-9D1F-8CF1E68C4A2E}"/>
              </a:ext>
            </a:extLst>
          </p:cNvPr>
          <p:cNvSpPr>
            <a:spLocks noGrp="1"/>
          </p:cNvSpPr>
          <p:nvPr>
            <p:ph type="body" sz="quarter" idx="13"/>
          </p:nvPr>
        </p:nvSpPr>
        <p:spPr>
          <a:xfrm>
            <a:off x="1302128" y="1959126"/>
            <a:ext cx="908050" cy="303213"/>
          </a:xfrm>
        </p:spPr>
        <p:txBody>
          <a:bodyPr/>
          <a:lstStyle/>
          <a:p>
            <a:r>
              <a:rPr lang="en-US">
                <a:solidFill>
                  <a:srgbClr val="BFBFBF"/>
                </a:solidFill>
              </a:rPr>
              <a:t>Molecules</a:t>
            </a:r>
          </a:p>
        </p:txBody>
      </p:sp>
      <p:sp>
        <p:nvSpPr>
          <p:cNvPr id="135" name="Text Placeholder 31">
            <a:extLst>
              <a:ext uri="{FF2B5EF4-FFF2-40B4-BE49-F238E27FC236}">
                <a16:creationId xmlns:a16="http://schemas.microsoft.com/office/drawing/2014/main" id="{F63E7ABE-16D9-4422-BD9C-E67E3D5B5F8D}"/>
              </a:ext>
            </a:extLst>
          </p:cNvPr>
          <p:cNvSpPr>
            <a:spLocks noGrp="1"/>
          </p:cNvSpPr>
          <p:nvPr>
            <p:ph type="body" sz="quarter" idx="15"/>
          </p:nvPr>
        </p:nvSpPr>
        <p:spPr>
          <a:xfrm>
            <a:off x="2257483" y="1959126"/>
            <a:ext cx="908050" cy="303213"/>
          </a:xfrm>
        </p:spPr>
        <p:txBody>
          <a:bodyPr/>
          <a:lstStyle/>
          <a:p>
            <a:r>
              <a:rPr lang="en-US">
                <a:solidFill>
                  <a:srgbClr val="BFBFBF"/>
                </a:solidFill>
              </a:rPr>
              <a:t>Bio Lab</a:t>
            </a:r>
          </a:p>
        </p:txBody>
      </p:sp>
      <p:sp>
        <p:nvSpPr>
          <p:cNvPr id="142" name="Text Placeholder 33">
            <a:extLst>
              <a:ext uri="{FF2B5EF4-FFF2-40B4-BE49-F238E27FC236}">
                <a16:creationId xmlns:a16="http://schemas.microsoft.com/office/drawing/2014/main" id="{7BCAA06C-478D-4E55-A124-EADAC8788651}"/>
              </a:ext>
            </a:extLst>
          </p:cNvPr>
          <p:cNvSpPr>
            <a:spLocks noGrp="1"/>
          </p:cNvSpPr>
          <p:nvPr>
            <p:ph type="body" sz="quarter" idx="17"/>
          </p:nvPr>
        </p:nvSpPr>
        <p:spPr>
          <a:xfrm>
            <a:off x="3222404" y="1959126"/>
            <a:ext cx="908050" cy="303213"/>
          </a:xfrm>
        </p:spPr>
        <p:txBody>
          <a:bodyPr/>
          <a:lstStyle/>
          <a:p>
            <a:r>
              <a:rPr lang="en-US">
                <a:solidFill>
                  <a:srgbClr val="BFBFBF"/>
                </a:solidFill>
              </a:rPr>
              <a:t>Alert</a:t>
            </a:r>
          </a:p>
        </p:txBody>
      </p:sp>
      <p:sp>
        <p:nvSpPr>
          <p:cNvPr id="143" name="Freeform 29">
            <a:extLst>
              <a:ext uri="{FF2B5EF4-FFF2-40B4-BE49-F238E27FC236}">
                <a16:creationId xmlns:a16="http://schemas.microsoft.com/office/drawing/2014/main" id="{43C4BE43-ED0C-4927-A5E7-B5EAC29DC4BB}"/>
              </a:ext>
            </a:extLst>
          </p:cNvPr>
          <p:cNvSpPr>
            <a:spLocks noChangeAspect="1" noEditPoints="1"/>
          </p:cNvSpPr>
          <p:nvPr/>
        </p:nvSpPr>
        <p:spPr bwMode="auto">
          <a:xfrm>
            <a:off x="620111" y="1464089"/>
            <a:ext cx="295275" cy="400050"/>
          </a:xfrm>
          <a:custGeom>
            <a:avLst/>
            <a:gdLst>
              <a:gd name="T0" fmla="*/ 47 w 188"/>
              <a:gd name="T1" fmla="*/ 8 h 256"/>
              <a:gd name="T2" fmla="*/ 143 w 188"/>
              <a:gd name="T3" fmla="*/ 28 h 256"/>
              <a:gd name="T4" fmla="*/ 148 w 188"/>
              <a:gd name="T5" fmla="*/ 25 h 256"/>
              <a:gd name="T6" fmla="*/ 128 w 188"/>
              <a:gd name="T7" fmla="*/ 3 h 256"/>
              <a:gd name="T8" fmla="*/ 44 w 188"/>
              <a:gd name="T9" fmla="*/ 0 h 256"/>
              <a:gd name="T10" fmla="*/ 23 w 188"/>
              <a:gd name="T11" fmla="*/ 20 h 256"/>
              <a:gd name="T12" fmla="*/ 25 w 188"/>
              <a:gd name="T13" fmla="*/ 28 h 256"/>
              <a:gd name="T14" fmla="*/ 121 w 188"/>
              <a:gd name="T15" fmla="*/ 248 h 256"/>
              <a:gd name="T16" fmla="*/ 25 w 188"/>
              <a:gd name="T17" fmla="*/ 228 h 256"/>
              <a:gd name="T18" fmla="*/ 23 w 188"/>
              <a:gd name="T19" fmla="*/ 236 h 256"/>
              <a:gd name="T20" fmla="*/ 44 w 188"/>
              <a:gd name="T21" fmla="*/ 256 h 256"/>
              <a:gd name="T22" fmla="*/ 128 w 188"/>
              <a:gd name="T23" fmla="*/ 253 h 256"/>
              <a:gd name="T24" fmla="*/ 148 w 188"/>
              <a:gd name="T25" fmla="*/ 231 h 256"/>
              <a:gd name="T26" fmla="*/ 105 w 188"/>
              <a:gd name="T27" fmla="*/ 99 h 256"/>
              <a:gd name="T28" fmla="*/ 101 w 188"/>
              <a:gd name="T29" fmla="*/ 96 h 256"/>
              <a:gd name="T30" fmla="*/ 73 w 188"/>
              <a:gd name="T31" fmla="*/ 173 h 256"/>
              <a:gd name="T32" fmla="*/ 56 w 188"/>
              <a:gd name="T33" fmla="*/ 140 h 256"/>
              <a:gd name="T34" fmla="*/ 43 w 188"/>
              <a:gd name="T35" fmla="*/ 160 h 256"/>
              <a:gd name="T36" fmla="*/ 28 w 188"/>
              <a:gd name="T37" fmla="*/ 168 h 256"/>
              <a:gd name="T38" fmla="*/ 49 w 188"/>
              <a:gd name="T39" fmla="*/ 166 h 256"/>
              <a:gd name="T40" fmla="*/ 70 w 188"/>
              <a:gd name="T41" fmla="*/ 186 h 256"/>
              <a:gd name="T42" fmla="*/ 74 w 188"/>
              <a:gd name="T43" fmla="*/ 188 h 256"/>
              <a:gd name="T44" fmla="*/ 101 w 188"/>
              <a:gd name="T45" fmla="*/ 113 h 256"/>
              <a:gd name="T46" fmla="*/ 122 w 188"/>
              <a:gd name="T47" fmla="*/ 168 h 256"/>
              <a:gd name="T48" fmla="*/ 140 w 188"/>
              <a:gd name="T49" fmla="*/ 160 h 256"/>
              <a:gd name="T50" fmla="*/ 105 w 188"/>
              <a:gd name="T51" fmla="*/ 99 h 256"/>
              <a:gd name="T52" fmla="*/ 176 w 188"/>
              <a:gd name="T53" fmla="*/ 76 h 256"/>
              <a:gd name="T54" fmla="*/ 180 w 188"/>
              <a:gd name="T55" fmla="*/ 84 h 256"/>
              <a:gd name="T56" fmla="*/ 176 w 188"/>
              <a:gd name="T57" fmla="*/ 108 h 256"/>
              <a:gd name="T58" fmla="*/ 180 w 188"/>
              <a:gd name="T59" fmla="*/ 116 h 256"/>
              <a:gd name="T60" fmla="*/ 188 w 188"/>
              <a:gd name="T61" fmla="*/ 84 h 256"/>
              <a:gd name="T62" fmla="*/ 180 w 188"/>
              <a:gd name="T63" fmla="*/ 140 h 256"/>
              <a:gd name="T64" fmla="*/ 176 w 188"/>
              <a:gd name="T65" fmla="*/ 148 h 256"/>
              <a:gd name="T66" fmla="*/ 180 w 188"/>
              <a:gd name="T67" fmla="*/ 172 h 256"/>
              <a:gd name="T68" fmla="*/ 176 w 188"/>
              <a:gd name="T69" fmla="*/ 180 h 256"/>
              <a:gd name="T70" fmla="*/ 188 w 188"/>
              <a:gd name="T71" fmla="*/ 172 h 256"/>
              <a:gd name="T72" fmla="*/ 180 w 188"/>
              <a:gd name="T73" fmla="*/ 140 h 256"/>
              <a:gd name="T74" fmla="*/ 28 w 188"/>
              <a:gd name="T75" fmla="*/ 36 h 256"/>
              <a:gd name="T76" fmla="*/ 0 w 188"/>
              <a:gd name="T77" fmla="*/ 192 h 256"/>
              <a:gd name="T78" fmla="*/ 140 w 188"/>
              <a:gd name="T79" fmla="*/ 220 h 256"/>
              <a:gd name="T80" fmla="*/ 168 w 188"/>
              <a:gd name="T81" fmla="*/ 64 h 256"/>
              <a:gd name="T82" fmla="*/ 160 w 188"/>
              <a:gd name="T83" fmla="*/ 192 h 256"/>
              <a:gd name="T84" fmla="*/ 28 w 188"/>
              <a:gd name="T85" fmla="*/ 212 h 256"/>
              <a:gd name="T86" fmla="*/ 8 w 188"/>
              <a:gd name="T87" fmla="*/ 64 h 256"/>
              <a:gd name="T88" fmla="*/ 140 w 188"/>
              <a:gd name="T89" fmla="*/ 44 h 256"/>
              <a:gd name="T90" fmla="*/ 160 w 188"/>
              <a:gd name="T91" fmla="*/ 192 h 256"/>
              <a:gd name="T92" fmla="*/ 52 w 188"/>
              <a:gd name="T93" fmla="*/ 108 h 256"/>
              <a:gd name="T94" fmla="*/ 76 w 188"/>
              <a:gd name="T95" fmla="*/ 79 h 256"/>
              <a:gd name="T96" fmla="*/ 52 w 188"/>
              <a:gd name="T97" fmla="*/ 67 h 256"/>
              <a:gd name="T98" fmla="*/ 28 w 188"/>
              <a:gd name="T99" fmla="*/ 79 h 256"/>
              <a:gd name="T100" fmla="*/ 43 w 188"/>
              <a:gd name="T101" fmla="*/ 72 h 256"/>
              <a:gd name="T102" fmla="*/ 52 w 188"/>
              <a:gd name="T103" fmla="*/ 77 h 256"/>
              <a:gd name="T104" fmla="*/ 55 w 188"/>
              <a:gd name="T105" fmla="*/ 75 h 256"/>
              <a:gd name="T106" fmla="*/ 68 w 188"/>
              <a:gd name="T107" fmla="*/ 79 h 256"/>
              <a:gd name="T108" fmla="*/ 36 w 188"/>
              <a:gd name="T109" fmla="*/ 7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8" h="256">
                <a:moveTo>
                  <a:pt x="25" y="28"/>
                </a:moveTo>
                <a:cubicBezTo>
                  <a:pt x="39" y="24"/>
                  <a:pt x="45" y="13"/>
                  <a:pt x="47" y="8"/>
                </a:cubicBezTo>
                <a:cubicBezTo>
                  <a:pt x="121" y="8"/>
                  <a:pt x="121" y="8"/>
                  <a:pt x="121" y="8"/>
                </a:cubicBezTo>
                <a:cubicBezTo>
                  <a:pt x="123" y="13"/>
                  <a:pt x="129" y="24"/>
                  <a:pt x="143" y="28"/>
                </a:cubicBezTo>
                <a:cubicBezTo>
                  <a:pt x="143" y="28"/>
                  <a:pt x="144" y="28"/>
                  <a:pt x="144" y="28"/>
                </a:cubicBezTo>
                <a:cubicBezTo>
                  <a:pt x="146" y="28"/>
                  <a:pt x="147" y="27"/>
                  <a:pt x="148" y="25"/>
                </a:cubicBezTo>
                <a:cubicBezTo>
                  <a:pt x="148" y="23"/>
                  <a:pt x="147" y="21"/>
                  <a:pt x="145" y="20"/>
                </a:cubicBezTo>
                <a:cubicBezTo>
                  <a:pt x="132" y="17"/>
                  <a:pt x="128" y="4"/>
                  <a:pt x="128" y="3"/>
                </a:cubicBezTo>
                <a:cubicBezTo>
                  <a:pt x="127" y="1"/>
                  <a:pt x="126" y="0"/>
                  <a:pt x="124" y="0"/>
                </a:cubicBezTo>
                <a:cubicBezTo>
                  <a:pt x="44" y="0"/>
                  <a:pt x="44" y="0"/>
                  <a:pt x="44" y="0"/>
                </a:cubicBezTo>
                <a:cubicBezTo>
                  <a:pt x="42" y="0"/>
                  <a:pt x="41" y="1"/>
                  <a:pt x="40" y="3"/>
                </a:cubicBezTo>
                <a:cubicBezTo>
                  <a:pt x="40" y="4"/>
                  <a:pt x="36" y="17"/>
                  <a:pt x="23" y="20"/>
                </a:cubicBezTo>
                <a:cubicBezTo>
                  <a:pt x="21" y="21"/>
                  <a:pt x="20" y="23"/>
                  <a:pt x="20" y="25"/>
                </a:cubicBezTo>
                <a:cubicBezTo>
                  <a:pt x="21" y="27"/>
                  <a:pt x="23" y="28"/>
                  <a:pt x="25" y="28"/>
                </a:cubicBezTo>
                <a:close/>
                <a:moveTo>
                  <a:pt x="143" y="228"/>
                </a:moveTo>
                <a:cubicBezTo>
                  <a:pt x="129" y="232"/>
                  <a:pt x="123" y="243"/>
                  <a:pt x="121" y="248"/>
                </a:cubicBezTo>
                <a:cubicBezTo>
                  <a:pt x="47" y="248"/>
                  <a:pt x="47" y="248"/>
                  <a:pt x="47" y="248"/>
                </a:cubicBezTo>
                <a:cubicBezTo>
                  <a:pt x="45" y="243"/>
                  <a:pt x="39" y="232"/>
                  <a:pt x="25" y="228"/>
                </a:cubicBezTo>
                <a:cubicBezTo>
                  <a:pt x="23" y="228"/>
                  <a:pt x="21" y="229"/>
                  <a:pt x="20" y="231"/>
                </a:cubicBezTo>
                <a:cubicBezTo>
                  <a:pt x="20" y="233"/>
                  <a:pt x="21" y="235"/>
                  <a:pt x="23" y="236"/>
                </a:cubicBezTo>
                <a:cubicBezTo>
                  <a:pt x="36" y="239"/>
                  <a:pt x="40" y="252"/>
                  <a:pt x="40" y="253"/>
                </a:cubicBezTo>
                <a:cubicBezTo>
                  <a:pt x="41" y="255"/>
                  <a:pt x="42" y="256"/>
                  <a:pt x="44" y="256"/>
                </a:cubicBezTo>
                <a:cubicBezTo>
                  <a:pt x="124" y="256"/>
                  <a:pt x="124" y="256"/>
                  <a:pt x="124" y="256"/>
                </a:cubicBezTo>
                <a:cubicBezTo>
                  <a:pt x="126" y="256"/>
                  <a:pt x="127" y="255"/>
                  <a:pt x="128" y="253"/>
                </a:cubicBezTo>
                <a:cubicBezTo>
                  <a:pt x="128" y="252"/>
                  <a:pt x="132" y="239"/>
                  <a:pt x="145" y="236"/>
                </a:cubicBezTo>
                <a:cubicBezTo>
                  <a:pt x="147" y="235"/>
                  <a:pt x="148" y="233"/>
                  <a:pt x="148" y="231"/>
                </a:cubicBezTo>
                <a:cubicBezTo>
                  <a:pt x="147" y="229"/>
                  <a:pt x="145" y="228"/>
                  <a:pt x="143" y="228"/>
                </a:cubicBezTo>
                <a:close/>
                <a:moveTo>
                  <a:pt x="105" y="99"/>
                </a:moveTo>
                <a:cubicBezTo>
                  <a:pt x="105" y="97"/>
                  <a:pt x="103" y="96"/>
                  <a:pt x="102" y="96"/>
                </a:cubicBezTo>
                <a:cubicBezTo>
                  <a:pt x="101" y="96"/>
                  <a:pt x="101" y="96"/>
                  <a:pt x="101" y="96"/>
                </a:cubicBezTo>
                <a:cubicBezTo>
                  <a:pt x="100" y="96"/>
                  <a:pt x="98" y="97"/>
                  <a:pt x="98" y="99"/>
                </a:cubicBezTo>
                <a:cubicBezTo>
                  <a:pt x="73" y="173"/>
                  <a:pt x="73" y="173"/>
                  <a:pt x="73" y="173"/>
                </a:cubicBezTo>
                <a:cubicBezTo>
                  <a:pt x="60" y="142"/>
                  <a:pt x="60" y="142"/>
                  <a:pt x="60" y="142"/>
                </a:cubicBezTo>
                <a:cubicBezTo>
                  <a:pt x="59" y="141"/>
                  <a:pt x="58" y="140"/>
                  <a:pt x="56" y="140"/>
                </a:cubicBezTo>
                <a:cubicBezTo>
                  <a:pt x="55" y="140"/>
                  <a:pt x="53" y="141"/>
                  <a:pt x="52" y="142"/>
                </a:cubicBezTo>
                <a:cubicBezTo>
                  <a:pt x="43" y="160"/>
                  <a:pt x="43" y="160"/>
                  <a:pt x="43" y="160"/>
                </a:cubicBezTo>
                <a:cubicBezTo>
                  <a:pt x="28" y="160"/>
                  <a:pt x="28" y="160"/>
                  <a:pt x="28" y="160"/>
                </a:cubicBezTo>
                <a:cubicBezTo>
                  <a:pt x="28" y="168"/>
                  <a:pt x="28" y="168"/>
                  <a:pt x="28" y="168"/>
                </a:cubicBezTo>
                <a:cubicBezTo>
                  <a:pt x="45" y="168"/>
                  <a:pt x="45" y="168"/>
                  <a:pt x="45" y="168"/>
                </a:cubicBezTo>
                <a:cubicBezTo>
                  <a:pt x="47" y="168"/>
                  <a:pt x="48" y="167"/>
                  <a:pt x="49" y="166"/>
                </a:cubicBezTo>
                <a:cubicBezTo>
                  <a:pt x="56" y="153"/>
                  <a:pt x="56" y="153"/>
                  <a:pt x="56" y="153"/>
                </a:cubicBezTo>
                <a:cubicBezTo>
                  <a:pt x="70" y="186"/>
                  <a:pt x="70" y="186"/>
                  <a:pt x="70" y="186"/>
                </a:cubicBezTo>
                <a:cubicBezTo>
                  <a:pt x="70" y="187"/>
                  <a:pt x="72" y="188"/>
                  <a:pt x="73" y="188"/>
                </a:cubicBezTo>
                <a:cubicBezTo>
                  <a:pt x="74" y="188"/>
                  <a:pt x="74" y="188"/>
                  <a:pt x="74" y="188"/>
                </a:cubicBezTo>
                <a:cubicBezTo>
                  <a:pt x="75" y="188"/>
                  <a:pt x="77" y="187"/>
                  <a:pt x="77" y="185"/>
                </a:cubicBezTo>
                <a:cubicBezTo>
                  <a:pt x="101" y="113"/>
                  <a:pt x="101" y="113"/>
                  <a:pt x="101" y="113"/>
                </a:cubicBezTo>
                <a:cubicBezTo>
                  <a:pt x="119" y="165"/>
                  <a:pt x="119" y="165"/>
                  <a:pt x="119" y="165"/>
                </a:cubicBezTo>
                <a:cubicBezTo>
                  <a:pt x="119" y="167"/>
                  <a:pt x="121" y="168"/>
                  <a:pt x="122" y="168"/>
                </a:cubicBezTo>
                <a:cubicBezTo>
                  <a:pt x="140" y="168"/>
                  <a:pt x="140" y="168"/>
                  <a:pt x="140" y="168"/>
                </a:cubicBezTo>
                <a:cubicBezTo>
                  <a:pt x="140" y="160"/>
                  <a:pt x="140" y="160"/>
                  <a:pt x="140" y="160"/>
                </a:cubicBezTo>
                <a:cubicBezTo>
                  <a:pt x="125" y="160"/>
                  <a:pt x="125" y="160"/>
                  <a:pt x="125" y="160"/>
                </a:cubicBezTo>
                <a:lnTo>
                  <a:pt x="105" y="99"/>
                </a:lnTo>
                <a:close/>
                <a:moveTo>
                  <a:pt x="180" y="76"/>
                </a:moveTo>
                <a:cubicBezTo>
                  <a:pt x="176" y="76"/>
                  <a:pt x="176" y="76"/>
                  <a:pt x="176" y="76"/>
                </a:cubicBezTo>
                <a:cubicBezTo>
                  <a:pt x="176" y="84"/>
                  <a:pt x="176" y="84"/>
                  <a:pt x="176" y="84"/>
                </a:cubicBezTo>
                <a:cubicBezTo>
                  <a:pt x="180" y="84"/>
                  <a:pt x="180" y="84"/>
                  <a:pt x="180" y="84"/>
                </a:cubicBezTo>
                <a:cubicBezTo>
                  <a:pt x="180" y="108"/>
                  <a:pt x="180" y="108"/>
                  <a:pt x="180" y="108"/>
                </a:cubicBezTo>
                <a:cubicBezTo>
                  <a:pt x="176" y="108"/>
                  <a:pt x="176" y="108"/>
                  <a:pt x="176" y="108"/>
                </a:cubicBezTo>
                <a:cubicBezTo>
                  <a:pt x="176" y="116"/>
                  <a:pt x="176" y="116"/>
                  <a:pt x="176" y="116"/>
                </a:cubicBezTo>
                <a:cubicBezTo>
                  <a:pt x="180" y="116"/>
                  <a:pt x="180" y="116"/>
                  <a:pt x="180" y="116"/>
                </a:cubicBezTo>
                <a:cubicBezTo>
                  <a:pt x="184" y="116"/>
                  <a:pt x="188" y="112"/>
                  <a:pt x="188" y="108"/>
                </a:cubicBezTo>
                <a:cubicBezTo>
                  <a:pt x="188" y="84"/>
                  <a:pt x="188" y="84"/>
                  <a:pt x="188" y="84"/>
                </a:cubicBezTo>
                <a:cubicBezTo>
                  <a:pt x="188" y="80"/>
                  <a:pt x="184" y="76"/>
                  <a:pt x="180" y="76"/>
                </a:cubicBezTo>
                <a:close/>
                <a:moveTo>
                  <a:pt x="180" y="140"/>
                </a:moveTo>
                <a:cubicBezTo>
                  <a:pt x="176" y="140"/>
                  <a:pt x="176" y="140"/>
                  <a:pt x="176" y="140"/>
                </a:cubicBezTo>
                <a:cubicBezTo>
                  <a:pt x="176" y="148"/>
                  <a:pt x="176" y="148"/>
                  <a:pt x="176" y="148"/>
                </a:cubicBezTo>
                <a:cubicBezTo>
                  <a:pt x="180" y="148"/>
                  <a:pt x="180" y="148"/>
                  <a:pt x="180" y="148"/>
                </a:cubicBezTo>
                <a:cubicBezTo>
                  <a:pt x="180" y="172"/>
                  <a:pt x="180" y="172"/>
                  <a:pt x="180" y="172"/>
                </a:cubicBezTo>
                <a:cubicBezTo>
                  <a:pt x="176" y="172"/>
                  <a:pt x="176" y="172"/>
                  <a:pt x="176" y="172"/>
                </a:cubicBezTo>
                <a:cubicBezTo>
                  <a:pt x="176" y="180"/>
                  <a:pt x="176" y="180"/>
                  <a:pt x="176" y="180"/>
                </a:cubicBezTo>
                <a:cubicBezTo>
                  <a:pt x="180" y="180"/>
                  <a:pt x="180" y="180"/>
                  <a:pt x="180" y="180"/>
                </a:cubicBezTo>
                <a:cubicBezTo>
                  <a:pt x="184" y="180"/>
                  <a:pt x="188" y="176"/>
                  <a:pt x="188" y="172"/>
                </a:cubicBezTo>
                <a:cubicBezTo>
                  <a:pt x="188" y="148"/>
                  <a:pt x="188" y="148"/>
                  <a:pt x="188" y="148"/>
                </a:cubicBezTo>
                <a:cubicBezTo>
                  <a:pt x="188" y="144"/>
                  <a:pt x="184" y="140"/>
                  <a:pt x="180" y="140"/>
                </a:cubicBezTo>
                <a:close/>
                <a:moveTo>
                  <a:pt x="140" y="36"/>
                </a:moveTo>
                <a:cubicBezTo>
                  <a:pt x="28" y="36"/>
                  <a:pt x="28" y="36"/>
                  <a:pt x="28" y="36"/>
                </a:cubicBezTo>
                <a:cubicBezTo>
                  <a:pt x="13" y="36"/>
                  <a:pt x="0" y="49"/>
                  <a:pt x="0" y="64"/>
                </a:cubicBezTo>
                <a:cubicBezTo>
                  <a:pt x="0" y="192"/>
                  <a:pt x="0" y="192"/>
                  <a:pt x="0" y="192"/>
                </a:cubicBezTo>
                <a:cubicBezTo>
                  <a:pt x="0" y="207"/>
                  <a:pt x="13" y="220"/>
                  <a:pt x="28" y="220"/>
                </a:cubicBezTo>
                <a:cubicBezTo>
                  <a:pt x="140" y="220"/>
                  <a:pt x="140" y="220"/>
                  <a:pt x="140" y="220"/>
                </a:cubicBezTo>
                <a:cubicBezTo>
                  <a:pt x="155" y="220"/>
                  <a:pt x="168" y="207"/>
                  <a:pt x="168" y="192"/>
                </a:cubicBezTo>
                <a:cubicBezTo>
                  <a:pt x="168" y="64"/>
                  <a:pt x="168" y="64"/>
                  <a:pt x="168" y="64"/>
                </a:cubicBezTo>
                <a:cubicBezTo>
                  <a:pt x="168" y="49"/>
                  <a:pt x="155" y="36"/>
                  <a:pt x="140" y="36"/>
                </a:cubicBezTo>
                <a:close/>
                <a:moveTo>
                  <a:pt x="160" y="192"/>
                </a:moveTo>
                <a:cubicBezTo>
                  <a:pt x="160" y="203"/>
                  <a:pt x="151" y="212"/>
                  <a:pt x="140" y="212"/>
                </a:cubicBezTo>
                <a:cubicBezTo>
                  <a:pt x="28" y="212"/>
                  <a:pt x="28" y="212"/>
                  <a:pt x="28" y="212"/>
                </a:cubicBezTo>
                <a:cubicBezTo>
                  <a:pt x="17" y="212"/>
                  <a:pt x="8" y="203"/>
                  <a:pt x="8" y="192"/>
                </a:cubicBezTo>
                <a:cubicBezTo>
                  <a:pt x="8" y="64"/>
                  <a:pt x="8" y="64"/>
                  <a:pt x="8" y="64"/>
                </a:cubicBezTo>
                <a:cubicBezTo>
                  <a:pt x="8" y="53"/>
                  <a:pt x="17" y="44"/>
                  <a:pt x="28" y="44"/>
                </a:cubicBezTo>
                <a:cubicBezTo>
                  <a:pt x="140" y="44"/>
                  <a:pt x="140" y="44"/>
                  <a:pt x="140" y="44"/>
                </a:cubicBezTo>
                <a:cubicBezTo>
                  <a:pt x="151" y="44"/>
                  <a:pt x="160" y="53"/>
                  <a:pt x="160" y="64"/>
                </a:cubicBezTo>
                <a:lnTo>
                  <a:pt x="160" y="192"/>
                </a:lnTo>
                <a:close/>
                <a:moveTo>
                  <a:pt x="50" y="107"/>
                </a:moveTo>
                <a:cubicBezTo>
                  <a:pt x="51" y="108"/>
                  <a:pt x="51" y="108"/>
                  <a:pt x="52" y="108"/>
                </a:cubicBezTo>
                <a:cubicBezTo>
                  <a:pt x="53" y="108"/>
                  <a:pt x="53" y="108"/>
                  <a:pt x="54" y="107"/>
                </a:cubicBezTo>
                <a:cubicBezTo>
                  <a:pt x="56" y="106"/>
                  <a:pt x="76" y="94"/>
                  <a:pt x="76" y="79"/>
                </a:cubicBezTo>
                <a:cubicBezTo>
                  <a:pt x="76" y="71"/>
                  <a:pt x="69" y="64"/>
                  <a:pt x="61" y="64"/>
                </a:cubicBezTo>
                <a:cubicBezTo>
                  <a:pt x="58" y="64"/>
                  <a:pt x="55" y="65"/>
                  <a:pt x="52" y="67"/>
                </a:cubicBezTo>
                <a:cubicBezTo>
                  <a:pt x="49" y="65"/>
                  <a:pt x="46" y="64"/>
                  <a:pt x="43" y="64"/>
                </a:cubicBezTo>
                <a:cubicBezTo>
                  <a:pt x="35" y="64"/>
                  <a:pt x="28" y="71"/>
                  <a:pt x="28" y="79"/>
                </a:cubicBezTo>
                <a:cubicBezTo>
                  <a:pt x="28" y="94"/>
                  <a:pt x="48" y="106"/>
                  <a:pt x="50" y="107"/>
                </a:cubicBezTo>
                <a:close/>
                <a:moveTo>
                  <a:pt x="43" y="72"/>
                </a:moveTo>
                <a:cubicBezTo>
                  <a:pt x="45" y="72"/>
                  <a:pt x="47" y="73"/>
                  <a:pt x="49" y="75"/>
                </a:cubicBezTo>
                <a:cubicBezTo>
                  <a:pt x="49" y="76"/>
                  <a:pt x="51" y="77"/>
                  <a:pt x="52" y="77"/>
                </a:cubicBezTo>
                <a:cubicBezTo>
                  <a:pt x="52" y="77"/>
                  <a:pt x="52" y="77"/>
                  <a:pt x="52" y="77"/>
                </a:cubicBezTo>
                <a:cubicBezTo>
                  <a:pt x="53" y="77"/>
                  <a:pt x="55" y="76"/>
                  <a:pt x="55" y="75"/>
                </a:cubicBezTo>
                <a:cubicBezTo>
                  <a:pt x="57" y="73"/>
                  <a:pt x="59" y="72"/>
                  <a:pt x="61" y="72"/>
                </a:cubicBezTo>
                <a:cubicBezTo>
                  <a:pt x="65" y="72"/>
                  <a:pt x="68" y="75"/>
                  <a:pt x="68" y="79"/>
                </a:cubicBezTo>
                <a:cubicBezTo>
                  <a:pt x="68" y="87"/>
                  <a:pt x="58" y="95"/>
                  <a:pt x="52" y="99"/>
                </a:cubicBezTo>
                <a:cubicBezTo>
                  <a:pt x="46" y="95"/>
                  <a:pt x="36" y="87"/>
                  <a:pt x="36" y="79"/>
                </a:cubicBezTo>
                <a:cubicBezTo>
                  <a:pt x="36" y="75"/>
                  <a:pt x="39" y="72"/>
                  <a:pt x="43" y="7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mn-cs"/>
            </a:endParaRPr>
          </a:p>
        </p:txBody>
      </p:sp>
      <p:sp>
        <p:nvSpPr>
          <p:cNvPr id="146" name="Freeform 60">
            <a:extLst>
              <a:ext uri="{FF2B5EF4-FFF2-40B4-BE49-F238E27FC236}">
                <a16:creationId xmlns:a16="http://schemas.microsoft.com/office/drawing/2014/main" id="{8BE7D33B-A851-4D68-BB3A-176AD7B9862B}"/>
              </a:ext>
            </a:extLst>
          </p:cNvPr>
          <p:cNvSpPr>
            <a:spLocks noChangeAspect="1" noEditPoints="1"/>
          </p:cNvSpPr>
          <p:nvPr/>
        </p:nvSpPr>
        <p:spPr bwMode="auto">
          <a:xfrm>
            <a:off x="2511483" y="1464089"/>
            <a:ext cx="400050" cy="400050"/>
          </a:xfrm>
          <a:custGeom>
            <a:avLst/>
            <a:gdLst>
              <a:gd name="T0" fmla="*/ 252 w 256"/>
              <a:gd name="T1" fmla="*/ 119 h 256"/>
              <a:gd name="T2" fmla="*/ 216 w 256"/>
              <a:gd name="T3" fmla="*/ 125 h 256"/>
              <a:gd name="T4" fmla="*/ 241 w 256"/>
              <a:gd name="T5" fmla="*/ 127 h 256"/>
              <a:gd name="T6" fmla="*/ 226 w 256"/>
              <a:gd name="T7" fmla="*/ 172 h 256"/>
              <a:gd name="T8" fmla="*/ 230 w 256"/>
              <a:gd name="T9" fmla="*/ 176 h 256"/>
              <a:gd name="T10" fmla="*/ 241 w 256"/>
              <a:gd name="T11" fmla="*/ 141 h 256"/>
              <a:gd name="T12" fmla="*/ 256 w 256"/>
              <a:gd name="T13" fmla="*/ 123 h 256"/>
              <a:gd name="T14" fmla="*/ 25 w 256"/>
              <a:gd name="T15" fmla="*/ 100 h 256"/>
              <a:gd name="T16" fmla="*/ 63 w 256"/>
              <a:gd name="T17" fmla="*/ 92 h 256"/>
              <a:gd name="T18" fmla="*/ 65 w 256"/>
              <a:gd name="T19" fmla="*/ 85 h 256"/>
              <a:gd name="T20" fmla="*/ 0 w 256"/>
              <a:gd name="T21" fmla="*/ 79 h 256"/>
              <a:gd name="T22" fmla="*/ 17 w 256"/>
              <a:gd name="T23" fmla="*/ 103 h 256"/>
              <a:gd name="T24" fmla="*/ 28 w 256"/>
              <a:gd name="T25" fmla="*/ 187 h 256"/>
              <a:gd name="T26" fmla="*/ 34 w 256"/>
              <a:gd name="T27" fmla="*/ 190 h 256"/>
              <a:gd name="T28" fmla="*/ 31 w 256"/>
              <a:gd name="T29" fmla="*/ 145 h 256"/>
              <a:gd name="T30" fmla="*/ 75 w 256"/>
              <a:gd name="T31" fmla="*/ 224 h 256"/>
              <a:gd name="T32" fmla="*/ 112 w 256"/>
              <a:gd name="T33" fmla="*/ 224 h 256"/>
              <a:gd name="T34" fmla="*/ 110 w 256"/>
              <a:gd name="T35" fmla="*/ 217 h 256"/>
              <a:gd name="T36" fmla="*/ 72 w 256"/>
              <a:gd name="T37" fmla="*/ 219 h 256"/>
              <a:gd name="T38" fmla="*/ 176 w 256"/>
              <a:gd name="T39" fmla="*/ 27 h 256"/>
              <a:gd name="T40" fmla="*/ 184 w 256"/>
              <a:gd name="T41" fmla="*/ 12 h 256"/>
              <a:gd name="T42" fmla="*/ 92 w 256"/>
              <a:gd name="T43" fmla="*/ 0 h 256"/>
              <a:gd name="T44" fmla="*/ 80 w 256"/>
              <a:gd name="T45" fmla="*/ 16 h 256"/>
              <a:gd name="T46" fmla="*/ 88 w 256"/>
              <a:gd name="T47" fmla="*/ 83 h 256"/>
              <a:gd name="T48" fmla="*/ 47 w 256"/>
              <a:gd name="T49" fmla="*/ 244 h 256"/>
              <a:gd name="T50" fmla="*/ 201 w 256"/>
              <a:gd name="T51" fmla="*/ 256 h 256"/>
              <a:gd name="T52" fmla="*/ 227 w 256"/>
              <a:gd name="T53" fmla="*/ 218 h 256"/>
              <a:gd name="T54" fmla="*/ 218 w 256"/>
              <a:gd name="T55" fmla="*/ 239 h 256"/>
              <a:gd name="T56" fmla="*/ 151 w 256"/>
              <a:gd name="T57" fmla="*/ 248 h 256"/>
              <a:gd name="T58" fmla="*/ 144 w 256"/>
              <a:gd name="T59" fmla="*/ 215 h 256"/>
              <a:gd name="T60" fmla="*/ 114 w 256"/>
              <a:gd name="T61" fmla="*/ 104 h 256"/>
              <a:gd name="T62" fmla="*/ 110 w 256"/>
              <a:gd name="T63" fmla="*/ 111 h 256"/>
              <a:gd name="T64" fmla="*/ 139 w 256"/>
              <a:gd name="T65" fmla="*/ 207 h 256"/>
              <a:gd name="T66" fmla="*/ 93 w 256"/>
              <a:gd name="T67" fmla="*/ 149 h 256"/>
              <a:gd name="T68" fmla="*/ 143 w 256"/>
              <a:gd name="T69" fmla="*/ 248 h 256"/>
              <a:gd name="T70" fmla="*/ 53 w 256"/>
              <a:gd name="T71" fmla="*/ 240 h 256"/>
              <a:gd name="T72" fmla="*/ 96 w 256"/>
              <a:gd name="T73" fmla="*/ 85 h 256"/>
              <a:gd name="T74" fmla="*/ 96 w 256"/>
              <a:gd name="T75" fmla="*/ 28 h 256"/>
              <a:gd name="T76" fmla="*/ 104 w 256"/>
              <a:gd name="T77" fmla="*/ 20 h 256"/>
              <a:gd name="T78" fmla="*/ 88 w 256"/>
              <a:gd name="T79" fmla="*/ 16 h 256"/>
              <a:gd name="T80" fmla="*/ 92 w 256"/>
              <a:gd name="T81" fmla="*/ 8 h 256"/>
              <a:gd name="T82" fmla="*/ 176 w 256"/>
              <a:gd name="T83" fmla="*/ 12 h 256"/>
              <a:gd name="T84" fmla="*/ 172 w 256"/>
              <a:gd name="T85" fmla="*/ 20 h 256"/>
              <a:gd name="T86" fmla="*/ 132 w 256"/>
              <a:gd name="T87" fmla="*/ 28 h 256"/>
              <a:gd name="T88" fmla="*/ 168 w 256"/>
              <a:gd name="T89" fmla="*/ 84 h 256"/>
              <a:gd name="T90" fmla="*/ 184 w 256"/>
              <a:gd name="T91" fmla="*/ 127 h 256"/>
              <a:gd name="T92" fmla="*/ 164 w 256"/>
              <a:gd name="T93" fmla="*/ 139 h 256"/>
              <a:gd name="T94" fmla="*/ 170 w 256"/>
              <a:gd name="T95" fmla="*/ 141 h 256"/>
              <a:gd name="T96" fmla="*/ 215 w 256"/>
              <a:gd name="T97" fmla="*/ 208 h 256"/>
              <a:gd name="T98" fmla="*/ 162 w 256"/>
              <a:gd name="T99" fmla="*/ 221 h 256"/>
              <a:gd name="T100" fmla="*/ 160 w 256"/>
              <a:gd name="T101" fmla="*/ 228 h 256"/>
              <a:gd name="T102" fmla="*/ 218 w 256"/>
              <a:gd name="T103" fmla="*/ 216 h 256"/>
              <a:gd name="T104" fmla="*/ 218 w 256"/>
              <a:gd name="T105" fmla="*/ 23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6" h="256">
                <a:moveTo>
                  <a:pt x="256" y="123"/>
                </a:moveTo>
                <a:cubicBezTo>
                  <a:pt x="256" y="121"/>
                  <a:pt x="254" y="119"/>
                  <a:pt x="252" y="119"/>
                </a:cubicBezTo>
                <a:cubicBezTo>
                  <a:pt x="240" y="119"/>
                  <a:pt x="229" y="120"/>
                  <a:pt x="220" y="121"/>
                </a:cubicBezTo>
                <a:cubicBezTo>
                  <a:pt x="217" y="121"/>
                  <a:pt x="216" y="123"/>
                  <a:pt x="216" y="125"/>
                </a:cubicBezTo>
                <a:cubicBezTo>
                  <a:pt x="216" y="127"/>
                  <a:pt x="218" y="129"/>
                  <a:pt x="220" y="128"/>
                </a:cubicBezTo>
                <a:cubicBezTo>
                  <a:pt x="227" y="128"/>
                  <a:pt x="234" y="128"/>
                  <a:pt x="241" y="127"/>
                </a:cubicBezTo>
                <a:cubicBezTo>
                  <a:pt x="238" y="131"/>
                  <a:pt x="235" y="135"/>
                  <a:pt x="234" y="137"/>
                </a:cubicBezTo>
                <a:cubicBezTo>
                  <a:pt x="227" y="148"/>
                  <a:pt x="227" y="160"/>
                  <a:pt x="226" y="172"/>
                </a:cubicBezTo>
                <a:cubicBezTo>
                  <a:pt x="226" y="174"/>
                  <a:pt x="228" y="176"/>
                  <a:pt x="230" y="176"/>
                </a:cubicBezTo>
                <a:cubicBezTo>
                  <a:pt x="230" y="176"/>
                  <a:pt x="230" y="176"/>
                  <a:pt x="230" y="176"/>
                </a:cubicBezTo>
                <a:cubicBezTo>
                  <a:pt x="232" y="176"/>
                  <a:pt x="234" y="174"/>
                  <a:pt x="234" y="172"/>
                </a:cubicBezTo>
                <a:cubicBezTo>
                  <a:pt x="235" y="162"/>
                  <a:pt x="235" y="151"/>
                  <a:pt x="241" y="141"/>
                </a:cubicBezTo>
                <a:cubicBezTo>
                  <a:pt x="244" y="136"/>
                  <a:pt x="250" y="129"/>
                  <a:pt x="253" y="127"/>
                </a:cubicBezTo>
                <a:cubicBezTo>
                  <a:pt x="255" y="126"/>
                  <a:pt x="256" y="125"/>
                  <a:pt x="256" y="123"/>
                </a:cubicBezTo>
                <a:close/>
                <a:moveTo>
                  <a:pt x="31" y="145"/>
                </a:moveTo>
                <a:cubicBezTo>
                  <a:pt x="32" y="130"/>
                  <a:pt x="32" y="115"/>
                  <a:pt x="25" y="100"/>
                </a:cubicBezTo>
                <a:cubicBezTo>
                  <a:pt x="24" y="98"/>
                  <a:pt x="20" y="91"/>
                  <a:pt x="15" y="85"/>
                </a:cubicBezTo>
                <a:cubicBezTo>
                  <a:pt x="33" y="86"/>
                  <a:pt x="49" y="89"/>
                  <a:pt x="63" y="92"/>
                </a:cubicBezTo>
                <a:cubicBezTo>
                  <a:pt x="65" y="93"/>
                  <a:pt x="67" y="92"/>
                  <a:pt x="68" y="89"/>
                </a:cubicBezTo>
                <a:cubicBezTo>
                  <a:pt x="68" y="87"/>
                  <a:pt x="67" y="85"/>
                  <a:pt x="65" y="85"/>
                </a:cubicBezTo>
                <a:cubicBezTo>
                  <a:pt x="47" y="80"/>
                  <a:pt x="28" y="77"/>
                  <a:pt x="4" y="76"/>
                </a:cubicBezTo>
                <a:cubicBezTo>
                  <a:pt x="2" y="76"/>
                  <a:pt x="1" y="77"/>
                  <a:pt x="0" y="79"/>
                </a:cubicBezTo>
                <a:cubicBezTo>
                  <a:pt x="0" y="80"/>
                  <a:pt x="0" y="82"/>
                  <a:pt x="2" y="83"/>
                </a:cubicBezTo>
                <a:cubicBezTo>
                  <a:pt x="8" y="86"/>
                  <a:pt x="15" y="98"/>
                  <a:pt x="17" y="103"/>
                </a:cubicBezTo>
                <a:cubicBezTo>
                  <a:pt x="24" y="116"/>
                  <a:pt x="24" y="130"/>
                  <a:pt x="23" y="145"/>
                </a:cubicBezTo>
                <a:cubicBezTo>
                  <a:pt x="23" y="159"/>
                  <a:pt x="22" y="174"/>
                  <a:pt x="28" y="187"/>
                </a:cubicBezTo>
                <a:cubicBezTo>
                  <a:pt x="29" y="189"/>
                  <a:pt x="31" y="190"/>
                  <a:pt x="32" y="190"/>
                </a:cubicBezTo>
                <a:cubicBezTo>
                  <a:pt x="33" y="190"/>
                  <a:pt x="33" y="190"/>
                  <a:pt x="34" y="190"/>
                </a:cubicBezTo>
                <a:cubicBezTo>
                  <a:pt x="36" y="189"/>
                  <a:pt x="37" y="186"/>
                  <a:pt x="36" y="184"/>
                </a:cubicBezTo>
                <a:cubicBezTo>
                  <a:pt x="30" y="172"/>
                  <a:pt x="31" y="159"/>
                  <a:pt x="31" y="145"/>
                </a:cubicBezTo>
                <a:close/>
                <a:moveTo>
                  <a:pt x="72" y="219"/>
                </a:moveTo>
                <a:cubicBezTo>
                  <a:pt x="72" y="221"/>
                  <a:pt x="73" y="223"/>
                  <a:pt x="75" y="224"/>
                </a:cubicBezTo>
                <a:cubicBezTo>
                  <a:pt x="82" y="226"/>
                  <a:pt x="88" y="226"/>
                  <a:pt x="95" y="226"/>
                </a:cubicBezTo>
                <a:cubicBezTo>
                  <a:pt x="101" y="226"/>
                  <a:pt x="106" y="226"/>
                  <a:pt x="112" y="224"/>
                </a:cubicBezTo>
                <a:cubicBezTo>
                  <a:pt x="114" y="224"/>
                  <a:pt x="115" y="222"/>
                  <a:pt x="115" y="220"/>
                </a:cubicBezTo>
                <a:cubicBezTo>
                  <a:pt x="114" y="217"/>
                  <a:pt x="112" y="216"/>
                  <a:pt x="110" y="217"/>
                </a:cubicBezTo>
                <a:cubicBezTo>
                  <a:pt x="100" y="219"/>
                  <a:pt x="88" y="219"/>
                  <a:pt x="77" y="216"/>
                </a:cubicBezTo>
                <a:cubicBezTo>
                  <a:pt x="75" y="216"/>
                  <a:pt x="73" y="217"/>
                  <a:pt x="72" y="219"/>
                </a:cubicBezTo>
                <a:close/>
                <a:moveTo>
                  <a:pt x="176" y="83"/>
                </a:moveTo>
                <a:cubicBezTo>
                  <a:pt x="176" y="27"/>
                  <a:pt x="176" y="27"/>
                  <a:pt x="176" y="27"/>
                </a:cubicBezTo>
                <a:cubicBezTo>
                  <a:pt x="181" y="26"/>
                  <a:pt x="184" y="21"/>
                  <a:pt x="184" y="16"/>
                </a:cubicBezTo>
                <a:cubicBezTo>
                  <a:pt x="184" y="12"/>
                  <a:pt x="184" y="12"/>
                  <a:pt x="184" y="12"/>
                </a:cubicBezTo>
                <a:cubicBezTo>
                  <a:pt x="184" y="5"/>
                  <a:pt x="179" y="0"/>
                  <a:pt x="172" y="0"/>
                </a:cubicBezTo>
                <a:cubicBezTo>
                  <a:pt x="92" y="0"/>
                  <a:pt x="92" y="0"/>
                  <a:pt x="92" y="0"/>
                </a:cubicBezTo>
                <a:cubicBezTo>
                  <a:pt x="85" y="0"/>
                  <a:pt x="80" y="5"/>
                  <a:pt x="80" y="12"/>
                </a:cubicBezTo>
                <a:cubicBezTo>
                  <a:pt x="80" y="16"/>
                  <a:pt x="80" y="16"/>
                  <a:pt x="80" y="16"/>
                </a:cubicBezTo>
                <a:cubicBezTo>
                  <a:pt x="80" y="21"/>
                  <a:pt x="83" y="26"/>
                  <a:pt x="88" y="27"/>
                </a:cubicBezTo>
                <a:cubicBezTo>
                  <a:pt x="88" y="83"/>
                  <a:pt x="88" y="83"/>
                  <a:pt x="88" y="83"/>
                </a:cubicBezTo>
                <a:cubicBezTo>
                  <a:pt x="43" y="219"/>
                  <a:pt x="43" y="219"/>
                  <a:pt x="43" y="219"/>
                </a:cubicBezTo>
                <a:cubicBezTo>
                  <a:pt x="40" y="228"/>
                  <a:pt x="41" y="237"/>
                  <a:pt x="47" y="244"/>
                </a:cubicBezTo>
                <a:cubicBezTo>
                  <a:pt x="52" y="252"/>
                  <a:pt x="60" y="256"/>
                  <a:pt x="69" y="256"/>
                </a:cubicBezTo>
                <a:cubicBezTo>
                  <a:pt x="201" y="256"/>
                  <a:pt x="201" y="256"/>
                  <a:pt x="201" y="256"/>
                </a:cubicBezTo>
                <a:cubicBezTo>
                  <a:pt x="210" y="256"/>
                  <a:pt x="219" y="251"/>
                  <a:pt x="224" y="244"/>
                </a:cubicBezTo>
                <a:cubicBezTo>
                  <a:pt x="229" y="236"/>
                  <a:pt x="231" y="227"/>
                  <a:pt x="227" y="218"/>
                </a:cubicBezTo>
                <a:lnTo>
                  <a:pt x="176" y="83"/>
                </a:lnTo>
                <a:close/>
                <a:moveTo>
                  <a:pt x="218" y="239"/>
                </a:moveTo>
                <a:cubicBezTo>
                  <a:pt x="214" y="245"/>
                  <a:pt x="208" y="248"/>
                  <a:pt x="201" y="248"/>
                </a:cubicBezTo>
                <a:cubicBezTo>
                  <a:pt x="151" y="248"/>
                  <a:pt x="151" y="248"/>
                  <a:pt x="151" y="248"/>
                </a:cubicBezTo>
                <a:cubicBezTo>
                  <a:pt x="150" y="238"/>
                  <a:pt x="147" y="227"/>
                  <a:pt x="143" y="216"/>
                </a:cubicBezTo>
                <a:cubicBezTo>
                  <a:pt x="143" y="216"/>
                  <a:pt x="143" y="216"/>
                  <a:pt x="144" y="215"/>
                </a:cubicBezTo>
                <a:cubicBezTo>
                  <a:pt x="165" y="178"/>
                  <a:pt x="158" y="139"/>
                  <a:pt x="127" y="114"/>
                </a:cubicBezTo>
                <a:cubicBezTo>
                  <a:pt x="123" y="111"/>
                  <a:pt x="119" y="107"/>
                  <a:pt x="114" y="104"/>
                </a:cubicBezTo>
                <a:cubicBezTo>
                  <a:pt x="112" y="103"/>
                  <a:pt x="110" y="104"/>
                  <a:pt x="109" y="106"/>
                </a:cubicBezTo>
                <a:cubicBezTo>
                  <a:pt x="107" y="108"/>
                  <a:pt x="108" y="110"/>
                  <a:pt x="110" y="111"/>
                </a:cubicBezTo>
                <a:cubicBezTo>
                  <a:pt x="114" y="114"/>
                  <a:pt x="118" y="117"/>
                  <a:pt x="122" y="120"/>
                </a:cubicBezTo>
                <a:cubicBezTo>
                  <a:pt x="149" y="142"/>
                  <a:pt x="155" y="175"/>
                  <a:pt x="139" y="207"/>
                </a:cubicBezTo>
                <a:cubicBezTo>
                  <a:pt x="129" y="186"/>
                  <a:pt x="115" y="165"/>
                  <a:pt x="99" y="149"/>
                </a:cubicBezTo>
                <a:cubicBezTo>
                  <a:pt x="97" y="147"/>
                  <a:pt x="95" y="147"/>
                  <a:pt x="93" y="149"/>
                </a:cubicBezTo>
                <a:cubicBezTo>
                  <a:pt x="92" y="150"/>
                  <a:pt x="92" y="153"/>
                  <a:pt x="93" y="154"/>
                </a:cubicBezTo>
                <a:cubicBezTo>
                  <a:pt x="118" y="179"/>
                  <a:pt x="139" y="218"/>
                  <a:pt x="143" y="248"/>
                </a:cubicBezTo>
                <a:cubicBezTo>
                  <a:pt x="69" y="248"/>
                  <a:pt x="69" y="248"/>
                  <a:pt x="69" y="248"/>
                </a:cubicBezTo>
                <a:cubicBezTo>
                  <a:pt x="63" y="248"/>
                  <a:pt x="57" y="245"/>
                  <a:pt x="53" y="240"/>
                </a:cubicBezTo>
                <a:cubicBezTo>
                  <a:pt x="49" y="234"/>
                  <a:pt x="48" y="228"/>
                  <a:pt x="50" y="222"/>
                </a:cubicBezTo>
                <a:cubicBezTo>
                  <a:pt x="96" y="85"/>
                  <a:pt x="96" y="85"/>
                  <a:pt x="96" y="85"/>
                </a:cubicBezTo>
                <a:cubicBezTo>
                  <a:pt x="96" y="85"/>
                  <a:pt x="96" y="84"/>
                  <a:pt x="96" y="84"/>
                </a:cubicBezTo>
                <a:cubicBezTo>
                  <a:pt x="96" y="28"/>
                  <a:pt x="96" y="28"/>
                  <a:pt x="96" y="28"/>
                </a:cubicBezTo>
                <a:cubicBezTo>
                  <a:pt x="104" y="28"/>
                  <a:pt x="104" y="28"/>
                  <a:pt x="104" y="28"/>
                </a:cubicBezTo>
                <a:cubicBezTo>
                  <a:pt x="104" y="20"/>
                  <a:pt x="104" y="20"/>
                  <a:pt x="104" y="20"/>
                </a:cubicBezTo>
                <a:cubicBezTo>
                  <a:pt x="92" y="20"/>
                  <a:pt x="92" y="20"/>
                  <a:pt x="92" y="20"/>
                </a:cubicBezTo>
                <a:cubicBezTo>
                  <a:pt x="90" y="20"/>
                  <a:pt x="88" y="18"/>
                  <a:pt x="88" y="16"/>
                </a:cubicBezTo>
                <a:cubicBezTo>
                  <a:pt x="88" y="12"/>
                  <a:pt x="88" y="12"/>
                  <a:pt x="88" y="12"/>
                </a:cubicBezTo>
                <a:cubicBezTo>
                  <a:pt x="88" y="10"/>
                  <a:pt x="90" y="8"/>
                  <a:pt x="92" y="8"/>
                </a:cubicBezTo>
                <a:cubicBezTo>
                  <a:pt x="172" y="8"/>
                  <a:pt x="172" y="8"/>
                  <a:pt x="172" y="8"/>
                </a:cubicBezTo>
                <a:cubicBezTo>
                  <a:pt x="174" y="8"/>
                  <a:pt x="176" y="10"/>
                  <a:pt x="176" y="12"/>
                </a:cubicBezTo>
                <a:cubicBezTo>
                  <a:pt x="176" y="16"/>
                  <a:pt x="176" y="16"/>
                  <a:pt x="176" y="16"/>
                </a:cubicBezTo>
                <a:cubicBezTo>
                  <a:pt x="176" y="18"/>
                  <a:pt x="174" y="20"/>
                  <a:pt x="172" y="20"/>
                </a:cubicBezTo>
                <a:cubicBezTo>
                  <a:pt x="132" y="20"/>
                  <a:pt x="132" y="20"/>
                  <a:pt x="132" y="20"/>
                </a:cubicBezTo>
                <a:cubicBezTo>
                  <a:pt x="132" y="28"/>
                  <a:pt x="132" y="28"/>
                  <a:pt x="132" y="28"/>
                </a:cubicBezTo>
                <a:cubicBezTo>
                  <a:pt x="168" y="28"/>
                  <a:pt x="168" y="28"/>
                  <a:pt x="168" y="28"/>
                </a:cubicBezTo>
                <a:cubicBezTo>
                  <a:pt x="168" y="84"/>
                  <a:pt x="168" y="84"/>
                  <a:pt x="168" y="84"/>
                </a:cubicBezTo>
                <a:cubicBezTo>
                  <a:pt x="168" y="84"/>
                  <a:pt x="168" y="85"/>
                  <a:pt x="168" y="85"/>
                </a:cubicBezTo>
                <a:cubicBezTo>
                  <a:pt x="184" y="127"/>
                  <a:pt x="184" y="127"/>
                  <a:pt x="184" y="127"/>
                </a:cubicBezTo>
                <a:cubicBezTo>
                  <a:pt x="178" y="129"/>
                  <a:pt x="172" y="131"/>
                  <a:pt x="166" y="134"/>
                </a:cubicBezTo>
                <a:cubicBezTo>
                  <a:pt x="164" y="135"/>
                  <a:pt x="163" y="138"/>
                  <a:pt x="164" y="139"/>
                </a:cubicBezTo>
                <a:cubicBezTo>
                  <a:pt x="165" y="141"/>
                  <a:pt x="167" y="142"/>
                  <a:pt x="168" y="142"/>
                </a:cubicBezTo>
                <a:cubicBezTo>
                  <a:pt x="169" y="142"/>
                  <a:pt x="169" y="142"/>
                  <a:pt x="170" y="141"/>
                </a:cubicBezTo>
                <a:cubicBezTo>
                  <a:pt x="175" y="139"/>
                  <a:pt x="181" y="136"/>
                  <a:pt x="187" y="135"/>
                </a:cubicBezTo>
                <a:cubicBezTo>
                  <a:pt x="215" y="208"/>
                  <a:pt x="215" y="208"/>
                  <a:pt x="215" y="208"/>
                </a:cubicBezTo>
                <a:cubicBezTo>
                  <a:pt x="215" y="209"/>
                  <a:pt x="214" y="209"/>
                  <a:pt x="214" y="209"/>
                </a:cubicBezTo>
                <a:cubicBezTo>
                  <a:pt x="202" y="222"/>
                  <a:pt x="179" y="227"/>
                  <a:pt x="162" y="221"/>
                </a:cubicBezTo>
                <a:cubicBezTo>
                  <a:pt x="160" y="220"/>
                  <a:pt x="158" y="221"/>
                  <a:pt x="157" y="223"/>
                </a:cubicBezTo>
                <a:cubicBezTo>
                  <a:pt x="157" y="225"/>
                  <a:pt x="158" y="228"/>
                  <a:pt x="160" y="228"/>
                </a:cubicBezTo>
                <a:cubicBezTo>
                  <a:pt x="165" y="230"/>
                  <a:pt x="171" y="231"/>
                  <a:pt x="178" y="231"/>
                </a:cubicBezTo>
                <a:cubicBezTo>
                  <a:pt x="192" y="231"/>
                  <a:pt x="208" y="226"/>
                  <a:pt x="218" y="216"/>
                </a:cubicBezTo>
                <a:cubicBezTo>
                  <a:pt x="220" y="221"/>
                  <a:pt x="220" y="221"/>
                  <a:pt x="220" y="221"/>
                </a:cubicBezTo>
                <a:cubicBezTo>
                  <a:pt x="222" y="227"/>
                  <a:pt x="221" y="234"/>
                  <a:pt x="218" y="23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mn-cs"/>
            </a:endParaRPr>
          </a:p>
        </p:txBody>
      </p:sp>
      <p:sp>
        <p:nvSpPr>
          <p:cNvPr id="147" name="Freeform 89">
            <a:extLst>
              <a:ext uri="{FF2B5EF4-FFF2-40B4-BE49-F238E27FC236}">
                <a16:creationId xmlns:a16="http://schemas.microsoft.com/office/drawing/2014/main" id="{7696DD30-8A1E-4652-B71F-3557A4EFF4D5}"/>
              </a:ext>
            </a:extLst>
          </p:cNvPr>
          <p:cNvSpPr>
            <a:spLocks noChangeAspect="1" noEditPoints="1"/>
          </p:cNvSpPr>
          <p:nvPr/>
        </p:nvSpPr>
        <p:spPr bwMode="auto">
          <a:xfrm>
            <a:off x="1558509" y="1463295"/>
            <a:ext cx="395288" cy="401638"/>
          </a:xfrm>
          <a:custGeom>
            <a:avLst/>
            <a:gdLst>
              <a:gd name="T0" fmla="*/ 122 w 253"/>
              <a:gd name="T1" fmla="*/ 149 h 257"/>
              <a:gd name="T2" fmla="*/ 85 w 253"/>
              <a:gd name="T3" fmla="*/ 109 h 257"/>
              <a:gd name="T4" fmla="*/ 134 w 253"/>
              <a:gd name="T5" fmla="*/ 69 h 257"/>
              <a:gd name="T6" fmla="*/ 108 w 253"/>
              <a:gd name="T7" fmla="*/ 61 h 257"/>
              <a:gd name="T8" fmla="*/ 97 w 253"/>
              <a:gd name="T9" fmla="*/ 7 h 257"/>
              <a:gd name="T10" fmla="*/ 91 w 253"/>
              <a:gd name="T11" fmla="*/ 3 h 257"/>
              <a:gd name="T12" fmla="*/ 32 w 253"/>
              <a:gd name="T13" fmla="*/ 17 h 257"/>
              <a:gd name="T14" fmla="*/ 16 w 253"/>
              <a:gd name="T15" fmla="*/ 2 h 257"/>
              <a:gd name="T16" fmla="*/ 25 w 253"/>
              <a:gd name="T17" fmla="*/ 21 h 257"/>
              <a:gd name="T18" fmla="*/ 1 w 253"/>
              <a:gd name="T19" fmla="*/ 67 h 257"/>
              <a:gd name="T20" fmla="*/ 1 w 253"/>
              <a:gd name="T21" fmla="*/ 151 h 257"/>
              <a:gd name="T22" fmla="*/ 25 w 253"/>
              <a:gd name="T23" fmla="*/ 197 h 257"/>
              <a:gd name="T24" fmla="*/ 16 w 253"/>
              <a:gd name="T25" fmla="*/ 220 h 257"/>
              <a:gd name="T26" fmla="*/ 32 w 253"/>
              <a:gd name="T27" fmla="*/ 201 h 257"/>
              <a:gd name="T28" fmla="*/ 89 w 253"/>
              <a:gd name="T29" fmla="*/ 219 h 257"/>
              <a:gd name="T30" fmla="*/ 94 w 253"/>
              <a:gd name="T31" fmla="*/ 220 h 257"/>
              <a:gd name="T32" fmla="*/ 85 w 253"/>
              <a:gd name="T33" fmla="*/ 197 h 257"/>
              <a:gd name="T34" fmla="*/ 122 w 253"/>
              <a:gd name="T35" fmla="*/ 157 h 257"/>
              <a:gd name="T36" fmla="*/ 32 w 253"/>
              <a:gd name="T37" fmla="*/ 25 h 257"/>
              <a:gd name="T38" fmla="*/ 101 w 253"/>
              <a:gd name="T39" fmla="*/ 65 h 257"/>
              <a:gd name="T40" fmla="*/ 32 w 253"/>
              <a:gd name="T41" fmla="*/ 105 h 257"/>
              <a:gd name="T42" fmla="*/ 78 w 253"/>
              <a:gd name="T43" fmla="*/ 193 h 257"/>
              <a:gd name="T44" fmla="*/ 9 w 253"/>
              <a:gd name="T45" fmla="*/ 153 h 257"/>
              <a:gd name="T46" fmla="*/ 78 w 253"/>
              <a:gd name="T47" fmla="*/ 113 h 257"/>
              <a:gd name="T48" fmla="*/ 78 w 253"/>
              <a:gd name="T49" fmla="*/ 193 h 257"/>
              <a:gd name="T50" fmla="*/ 33 w 253"/>
              <a:gd name="T51" fmla="*/ 39 h 257"/>
              <a:gd name="T52" fmla="*/ 23 w 253"/>
              <a:gd name="T53" fmla="*/ 64 h 257"/>
              <a:gd name="T54" fmla="*/ 28 w 253"/>
              <a:gd name="T55" fmla="*/ 63 h 257"/>
              <a:gd name="T56" fmla="*/ 39 w 253"/>
              <a:gd name="T57" fmla="*/ 38 h 257"/>
              <a:gd name="T58" fmla="*/ 33 w 253"/>
              <a:gd name="T59" fmla="*/ 127 h 257"/>
              <a:gd name="T60" fmla="*/ 23 w 253"/>
              <a:gd name="T61" fmla="*/ 152 h 257"/>
              <a:gd name="T62" fmla="*/ 28 w 253"/>
              <a:gd name="T63" fmla="*/ 151 h 257"/>
              <a:gd name="T64" fmla="*/ 39 w 253"/>
              <a:gd name="T65" fmla="*/ 126 h 257"/>
              <a:gd name="T66" fmla="*/ 214 w 253"/>
              <a:gd name="T67" fmla="*/ 96 h 257"/>
              <a:gd name="T68" fmla="*/ 222 w 253"/>
              <a:gd name="T69" fmla="*/ 29 h 257"/>
              <a:gd name="T70" fmla="*/ 150 w 253"/>
              <a:gd name="T71" fmla="*/ 17 h 257"/>
              <a:gd name="T72" fmla="*/ 146 w 253"/>
              <a:gd name="T73" fmla="*/ 40 h 257"/>
              <a:gd name="T74" fmla="*/ 109 w 253"/>
              <a:gd name="T75" fmla="*/ 226 h 257"/>
              <a:gd name="T76" fmla="*/ 132 w 253"/>
              <a:gd name="T77" fmla="*/ 257 h 257"/>
              <a:gd name="T78" fmla="*/ 247 w 253"/>
              <a:gd name="T79" fmla="*/ 247 h 257"/>
              <a:gd name="T80" fmla="*/ 240 w 253"/>
              <a:gd name="T81" fmla="*/ 243 h 257"/>
              <a:gd name="T82" fmla="*/ 132 w 253"/>
              <a:gd name="T83" fmla="*/ 249 h 257"/>
              <a:gd name="T84" fmla="*/ 117 w 253"/>
              <a:gd name="T85" fmla="*/ 229 h 257"/>
              <a:gd name="T86" fmla="*/ 154 w 253"/>
              <a:gd name="T87" fmla="*/ 97 h 257"/>
              <a:gd name="T88" fmla="*/ 158 w 253"/>
              <a:gd name="T89" fmla="*/ 37 h 257"/>
              <a:gd name="T90" fmla="*/ 150 w 253"/>
              <a:gd name="T91" fmla="*/ 33 h 257"/>
              <a:gd name="T92" fmla="*/ 150 w 253"/>
              <a:gd name="T93" fmla="*/ 25 h 257"/>
              <a:gd name="T94" fmla="*/ 214 w 253"/>
              <a:gd name="T95" fmla="*/ 29 h 257"/>
              <a:gd name="T96" fmla="*/ 206 w 253"/>
              <a:gd name="T97" fmla="*/ 33 h 257"/>
              <a:gd name="T98" fmla="*/ 206 w 253"/>
              <a:gd name="T99" fmla="*/ 41 h 257"/>
              <a:gd name="T100" fmla="*/ 206 w 253"/>
              <a:gd name="T101" fmla="*/ 98 h 257"/>
              <a:gd name="T102" fmla="*/ 201 w 253"/>
              <a:gd name="T103" fmla="*/ 179 h 257"/>
              <a:gd name="T104" fmla="*/ 150 w 253"/>
              <a:gd name="T105" fmla="*/ 179 h 257"/>
              <a:gd name="T106" fmla="*/ 178 w 253"/>
              <a:gd name="T107" fmla="*/ 191 h 257"/>
              <a:gd name="T108" fmla="*/ 229 w 253"/>
              <a:gd name="T109" fmla="*/ 185 h 257"/>
              <a:gd name="T110" fmla="*/ 243 w 253"/>
              <a:gd name="T111" fmla="*/ 2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3" h="257">
                <a:moveTo>
                  <a:pt x="122" y="157"/>
                </a:moveTo>
                <a:cubicBezTo>
                  <a:pt x="122" y="149"/>
                  <a:pt x="122" y="149"/>
                  <a:pt x="122" y="149"/>
                </a:cubicBezTo>
                <a:cubicBezTo>
                  <a:pt x="108" y="149"/>
                  <a:pt x="108" y="149"/>
                  <a:pt x="108" y="149"/>
                </a:cubicBezTo>
                <a:cubicBezTo>
                  <a:pt x="85" y="109"/>
                  <a:pt x="85" y="109"/>
                  <a:pt x="85" y="109"/>
                </a:cubicBezTo>
                <a:cubicBezTo>
                  <a:pt x="108" y="69"/>
                  <a:pt x="108" y="69"/>
                  <a:pt x="108" y="69"/>
                </a:cubicBezTo>
                <a:cubicBezTo>
                  <a:pt x="134" y="69"/>
                  <a:pt x="134" y="69"/>
                  <a:pt x="134" y="69"/>
                </a:cubicBezTo>
                <a:cubicBezTo>
                  <a:pt x="134" y="61"/>
                  <a:pt x="134" y="61"/>
                  <a:pt x="134" y="61"/>
                </a:cubicBezTo>
                <a:cubicBezTo>
                  <a:pt x="108" y="61"/>
                  <a:pt x="108" y="61"/>
                  <a:pt x="108" y="61"/>
                </a:cubicBezTo>
                <a:cubicBezTo>
                  <a:pt x="86" y="22"/>
                  <a:pt x="86" y="22"/>
                  <a:pt x="86" y="22"/>
                </a:cubicBezTo>
                <a:cubicBezTo>
                  <a:pt x="97" y="7"/>
                  <a:pt x="97" y="7"/>
                  <a:pt x="97" y="7"/>
                </a:cubicBezTo>
                <a:cubicBezTo>
                  <a:pt x="99" y="6"/>
                  <a:pt x="98" y="3"/>
                  <a:pt x="96" y="2"/>
                </a:cubicBezTo>
                <a:cubicBezTo>
                  <a:pt x="95" y="0"/>
                  <a:pt x="92" y="1"/>
                  <a:pt x="91" y="3"/>
                </a:cubicBezTo>
                <a:cubicBezTo>
                  <a:pt x="80" y="17"/>
                  <a:pt x="80" y="17"/>
                  <a:pt x="80" y="17"/>
                </a:cubicBezTo>
                <a:cubicBezTo>
                  <a:pt x="32" y="17"/>
                  <a:pt x="32" y="17"/>
                  <a:pt x="32" y="17"/>
                </a:cubicBezTo>
                <a:cubicBezTo>
                  <a:pt x="21" y="3"/>
                  <a:pt x="21" y="3"/>
                  <a:pt x="21" y="3"/>
                </a:cubicBezTo>
                <a:cubicBezTo>
                  <a:pt x="20" y="1"/>
                  <a:pt x="17" y="0"/>
                  <a:pt x="16" y="2"/>
                </a:cubicBezTo>
                <a:cubicBezTo>
                  <a:pt x="14" y="3"/>
                  <a:pt x="14" y="6"/>
                  <a:pt x="15" y="7"/>
                </a:cubicBezTo>
                <a:cubicBezTo>
                  <a:pt x="25" y="21"/>
                  <a:pt x="25" y="21"/>
                  <a:pt x="25" y="21"/>
                </a:cubicBezTo>
                <a:cubicBezTo>
                  <a:pt x="1" y="63"/>
                  <a:pt x="1" y="63"/>
                  <a:pt x="1" y="63"/>
                </a:cubicBezTo>
                <a:cubicBezTo>
                  <a:pt x="0" y="64"/>
                  <a:pt x="0" y="66"/>
                  <a:pt x="1" y="67"/>
                </a:cubicBezTo>
                <a:cubicBezTo>
                  <a:pt x="25" y="109"/>
                  <a:pt x="25" y="109"/>
                  <a:pt x="25" y="109"/>
                </a:cubicBezTo>
                <a:cubicBezTo>
                  <a:pt x="1" y="151"/>
                  <a:pt x="1" y="151"/>
                  <a:pt x="1" y="151"/>
                </a:cubicBezTo>
                <a:cubicBezTo>
                  <a:pt x="0" y="152"/>
                  <a:pt x="0" y="154"/>
                  <a:pt x="1" y="155"/>
                </a:cubicBezTo>
                <a:cubicBezTo>
                  <a:pt x="25" y="197"/>
                  <a:pt x="25" y="197"/>
                  <a:pt x="25" y="197"/>
                </a:cubicBezTo>
                <a:cubicBezTo>
                  <a:pt x="15" y="215"/>
                  <a:pt x="15" y="215"/>
                  <a:pt x="15" y="215"/>
                </a:cubicBezTo>
                <a:cubicBezTo>
                  <a:pt x="14" y="217"/>
                  <a:pt x="14" y="219"/>
                  <a:pt x="16" y="220"/>
                </a:cubicBezTo>
                <a:cubicBezTo>
                  <a:pt x="18" y="222"/>
                  <a:pt x="21" y="221"/>
                  <a:pt x="22" y="219"/>
                </a:cubicBezTo>
                <a:cubicBezTo>
                  <a:pt x="32" y="201"/>
                  <a:pt x="32" y="201"/>
                  <a:pt x="32" y="201"/>
                </a:cubicBezTo>
                <a:cubicBezTo>
                  <a:pt x="78" y="201"/>
                  <a:pt x="78" y="201"/>
                  <a:pt x="78" y="201"/>
                </a:cubicBezTo>
                <a:cubicBezTo>
                  <a:pt x="89" y="219"/>
                  <a:pt x="89" y="219"/>
                  <a:pt x="89" y="219"/>
                </a:cubicBezTo>
                <a:cubicBezTo>
                  <a:pt x="89" y="220"/>
                  <a:pt x="91" y="221"/>
                  <a:pt x="92" y="221"/>
                </a:cubicBezTo>
                <a:cubicBezTo>
                  <a:pt x="93" y="221"/>
                  <a:pt x="94" y="221"/>
                  <a:pt x="94" y="220"/>
                </a:cubicBezTo>
                <a:cubicBezTo>
                  <a:pt x="96" y="219"/>
                  <a:pt x="97" y="217"/>
                  <a:pt x="96" y="215"/>
                </a:cubicBezTo>
                <a:cubicBezTo>
                  <a:pt x="85" y="197"/>
                  <a:pt x="85" y="197"/>
                  <a:pt x="85" y="197"/>
                </a:cubicBezTo>
                <a:cubicBezTo>
                  <a:pt x="108" y="157"/>
                  <a:pt x="108" y="157"/>
                  <a:pt x="108" y="157"/>
                </a:cubicBezTo>
                <a:lnTo>
                  <a:pt x="122" y="157"/>
                </a:lnTo>
                <a:close/>
                <a:moveTo>
                  <a:pt x="9" y="65"/>
                </a:moveTo>
                <a:cubicBezTo>
                  <a:pt x="32" y="25"/>
                  <a:pt x="32" y="25"/>
                  <a:pt x="32" y="25"/>
                </a:cubicBezTo>
                <a:cubicBezTo>
                  <a:pt x="78" y="25"/>
                  <a:pt x="78" y="25"/>
                  <a:pt x="78" y="25"/>
                </a:cubicBezTo>
                <a:cubicBezTo>
                  <a:pt x="101" y="65"/>
                  <a:pt x="101" y="65"/>
                  <a:pt x="101" y="65"/>
                </a:cubicBezTo>
                <a:cubicBezTo>
                  <a:pt x="78" y="105"/>
                  <a:pt x="78" y="105"/>
                  <a:pt x="78" y="105"/>
                </a:cubicBezTo>
                <a:cubicBezTo>
                  <a:pt x="32" y="105"/>
                  <a:pt x="32" y="105"/>
                  <a:pt x="32" y="105"/>
                </a:cubicBezTo>
                <a:lnTo>
                  <a:pt x="9" y="65"/>
                </a:lnTo>
                <a:close/>
                <a:moveTo>
                  <a:pt x="78" y="193"/>
                </a:moveTo>
                <a:cubicBezTo>
                  <a:pt x="32" y="193"/>
                  <a:pt x="32" y="193"/>
                  <a:pt x="32" y="193"/>
                </a:cubicBezTo>
                <a:cubicBezTo>
                  <a:pt x="9" y="153"/>
                  <a:pt x="9" y="153"/>
                  <a:pt x="9" y="153"/>
                </a:cubicBezTo>
                <a:cubicBezTo>
                  <a:pt x="32" y="113"/>
                  <a:pt x="32" y="113"/>
                  <a:pt x="32" y="113"/>
                </a:cubicBezTo>
                <a:cubicBezTo>
                  <a:pt x="78" y="113"/>
                  <a:pt x="78" y="113"/>
                  <a:pt x="78" y="113"/>
                </a:cubicBezTo>
                <a:cubicBezTo>
                  <a:pt x="101" y="153"/>
                  <a:pt x="101" y="153"/>
                  <a:pt x="101" y="153"/>
                </a:cubicBezTo>
                <a:lnTo>
                  <a:pt x="78" y="193"/>
                </a:lnTo>
                <a:close/>
                <a:moveTo>
                  <a:pt x="39" y="38"/>
                </a:moveTo>
                <a:cubicBezTo>
                  <a:pt x="37" y="36"/>
                  <a:pt x="34" y="37"/>
                  <a:pt x="33" y="39"/>
                </a:cubicBezTo>
                <a:cubicBezTo>
                  <a:pt x="22" y="59"/>
                  <a:pt x="22" y="59"/>
                  <a:pt x="22" y="59"/>
                </a:cubicBezTo>
                <a:cubicBezTo>
                  <a:pt x="20" y="61"/>
                  <a:pt x="21" y="63"/>
                  <a:pt x="23" y="64"/>
                </a:cubicBezTo>
                <a:cubicBezTo>
                  <a:pt x="24" y="65"/>
                  <a:pt x="24" y="65"/>
                  <a:pt x="25" y="65"/>
                </a:cubicBezTo>
                <a:cubicBezTo>
                  <a:pt x="26" y="65"/>
                  <a:pt x="28" y="64"/>
                  <a:pt x="28" y="63"/>
                </a:cubicBezTo>
                <a:cubicBezTo>
                  <a:pt x="40" y="43"/>
                  <a:pt x="40" y="43"/>
                  <a:pt x="40" y="43"/>
                </a:cubicBezTo>
                <a:cubicBezTo>
                  <a:pt x="41" y="41"/>
                  <a:pt x="40" y="39"/>
                  <a:pt x="39" y="38"/>
                </a:cubicBezTo>
                <a:close/>
                <a:moveTo>
                  <a:pt x="39" y="126"/>
                </a:moveTo>
                <a:cubicBezTo>
                  <a:pt x="37" y="124"/>
                  <a:pt x="34" y="125"/>
                  <a:pt x="33" y="127"/>
                </a:cubicBezTo>
                <a:cubicBezTo>
                  <a:pt x="22" y="147"/>
                  <a:pt x="22" y="147"/>
                  <a:pt x="22" y="147"/>
                </a:cubicBezTo>
                <a:cubicBezTo>
                  <a:pt x="20" y="149"/>
                  <a:pt x="21" y="151"/>
                  <a:pt x="23" y="152"/>
                </a:cubicBezTo>
                <a:cubicBezTo>
                  <a:pt x="24" y="153"/>
                  <a:pt x="24" y="153"/>
                  <a:pt x="25" y="153"/>
                </a:cubicBezTo>
                <a:cubicBezTo>
                  <a:pt x="26" y="153"/>
                  <a:pt x="28" y="152"/>
                  <a:pt x="28" y="151"/>
                </a:cubicBezTo>
                <a:cubicBezTo>
                  <a:pt x="40" y="131"/>
                  <a:pt x="40" y="131"/>
                  <a:pt x="40" y="131"/>
                </a:cubicBezTo>
                <a:cubicBezTo>
                  <a:pt x="41" y="129"/>
                  <a:pt x="40" y="127"/>
                  <a:pt x="39" y="126"/>
                </a:cubicBezTo>
                <a:close/>
                <a:moveTo>
                  <a:pt x="251" y="226"/>
                </a:moveTo>
                <a:cubicBezTo>
                  <a:pt x="214" y="96"/>
                  <a:pt x="214" y="96"/>
                  <a:pt x="214" y="96"/>
                </a:cubicBezTo>
                <a:cubicBezTo>
                  <a:pt x="214" y="40"/>
                  <a:pt x="214" y="40"/>
                  <a:pt x="214" y="40"/>
                </a:cubicBezTo>
                <a:cubicBezTo>
                  <a:pt x="219" y="39"/>
                  <a:pt x="222" y="34"/>
                  <a:pt x="222" y="29"/>
                </a:cubicBezTo>
                <a:cubicBezTo>
                  <a:pt x="222" y="22"/>
                  <a:pt x="217" y="17"/>
                  <a:pt x="210" y="17"/>
                </a:cubicBezTo>
                <a:cubicBezTo>
                  <a:pt x="150" y="17"/>
                  <a:pt x="150" y="17"/>
                  <a:pt x="150" y="17"/>
                </a:cubicBezTo>
                <a:cubicBezTo>
                  <a:pt x="143" y="17"/>
                  <a:pt x="138" y="22"/>
                  <a:pt x="138" y="29"/>
                </a:cubicBezTo>
                <a:cubicBezTo>
                  <a:pt x="138" y="34"/>
                  <a:pt x="141" y="39"/>
                  <a:pt x="146" y="40"/>
                </a:cubicBezTo>
                <a:cubicBezTo>
                  <a:pt x="146" y="96"/>
                  <a:pt x="146" y="96"/>
                  <a:pt x="146" y="96"/>
                </a:cubicBezTo>
                <a:cubicBezTo>
                  <a:pt x="109" y="226"/>
                  <a:pt x="109" y="226"/>
                  <a:pt x="109" y="226"/>
                </a:cubicBezTo>
                <a:cubicBezTo>
                  <a:pt x="107" y="234"/>
                  <a:pt x="109" y="241"/>
                  <a:pt x="113" y="247"/>
                </a:cubicBezTo>
                <a:cubicBezTo>
                  <a:pt x="118" y="254"/>
                  <a:pt x="125" y="257"/>
                  <a:pt x="132" y="257"/>
                </a:cubicBezTo>
                <a:cubicBezTo>
                  <a:pt x="228" y="257"/>
                  <a:pt x="228" y="257"/>
                  <a:pt x="228" y="257"/>
                </a:cubicBezTo>
                <a:cubicBezTo>
                  <a:pt x="235" y="257"/>
                  <a:pt x="242" y="254"/>
                  <a:pt x="247" y="247"/>
                </a:cubicBezTo>
                <a:cubicBezTo>
                  <a:pt x="251" y="241"/>
                  <a:pt x="253" y="234"/>
                  <a:pt x="251" y="226"/>
                </a:cubicBezTo>
                <a:close/>
                <a:moveTo>
                  <a:pt x="240" y="243"/>
                </a:moveTo>
                <a:cubicBezTo>
                  <a:pt x="237" y="247"/>
                  <a:pt x="233" y="249"/>
                  <a:pt x="228" y="249"/>
                </a:cubicBezTo>
                <a:cubicBezTo>
                  <a:pt x="132" y="249"/>
                  <a:pt x="132" y="249"/>
                  <a:pt x="132" y="249"/>
                </a:cubicBezTo>
                <a:cubicBezTo>
                  <a:pt x="127" y="249"/>
                  <a:pt x="123" y="247"/>
                  <a:pt x="120" y="243"/>
                </a:cubicBezTo>
                <a:cubicBezTo>
                  <a:pt x="117" y="239"/>
                  <a:pt x="116" y="234"/>
                  <a:pt x="117" y="229"/>
                </a:cubicBezTo>
                <a:cubicBezTo>
                  <a:pt x="154" y="98"/>
                  <a:pt x="154" y="98"/>
                  <a:pt x="154" y="98"/>
                </a:cubicBezTo>
                <a:cubicBezTo>
                  <a:pt x="154" y="98"/>
                  <a:pt x="154" y="97"/>
                  <a:pt x="154" y="97"/>
                </a:cubicBezTo>
                <a:cubicBezTo>
                  <a:pt x="154" y="41"/>
                  <a:pt x="154" y="41"/>
                  <a:pt x="154" y="41"/>
                </a:cubicBezTo>
                <a:cubicBezTo>
                  <a:pt x="156" y="41"/>
                  <a:pt x="158" y="39"/>
                  <a:pt x="158" y="37"/>
                </a:cubicBezTo>
                <a:cubicBezTo>
                  <a:pt x="158" y="35"/>
                  <a:pt x="156" y="33"/>
                  <a:pt x="154" y="33"/>
                </a:cubicBezTo>
                <a:cubicBezTo>
                  <a:pt x="150" y="33"/>
                  <a:pt x="150" y="33"/>
                  <a:pt x="150" y="33"/>
                </a:cubicBezTo>
                <a:cubicBezTo>
                  <a:pt x="148" y="33"/>
                  <a:pt x="146" y="31"/>
                  <a:pt x="146" y="29"/>
                </a:cubicBezTo>
                <a:cubicBezTo>
                  <a:pt x="146" y="27"/>
                  <a:pt x="148" y="25"/>
                  <a:pt x="150" y="25"/>
                </a:cubicBezTo>
                <a:cubicBezTo>
                  <a:pt x="210" y="25"/>
                  <a:pt x="210" y="25"/>
                  <a:pt x="210" y="25"/>
                </a:cubicBezTo>
                <a:cubicBezTo>
                  <a:pt x="212" y="25"/>
                  <a:pt x="214" y="27"/>
                  <a:pt x="214" y="29"/>
                </a:cubicBezTo>
                <a:cubicBezTo>
                  <a:pt x="214" y="31"/>
                  <a:pt x="212" y="33"/>
                  <a:pt x="210" y="33"/>
                </a:cubicBezTo>
                <a:cubicBezTo>
                  <a:pt x="206" y="33"/>
                  <a:pt x="206" y="33"/>
                  <a:pt x="206" y="33"/>
                </a:cubicBezTo>
                <a:cubicBezTo>
                  <a:pt x="204" y="33"/>
                  <a:pt x="202" y="35"/>
                  <a:pt x="202" y="37"/>
                </a:cubicBezTo>
                <a:cubicBezTo>
                  <a:pt x="202" y="39"/>
                  <a:pt x="204" y="41"/>
                  <a:pt x="206" y="41"/>
                </a:cubicBezTo>
                <a:cubicBezTo>
                  <a:pt x="206" y="97"/>
                  <a:pt x="206" y="97"/>
                  <a:pt x="206" y="97"/>
                </a:cubicBezTo>
                <a:cubicBezTo>
                  <a:pt x="206" y="97"/>
                  <a:pt x="206" y="98"/>
                  <a:pt x="206" y="98"/>
                </a:cubicBezTo>
                <a:cubicBezTo>
                  <a:pt x="228" y="176"/>
                  <a:pt x="228" y="176"/>
                  <a:pt x="228" y="176"/>
                </a:cubicBezTo>
                <a:cubicBezTo>
                  <a:pt x="220" y="174"/>
                  <a:pt x="211" y="176"/>
                  <a:pt x="201" y="179"/>
                </a:cubicBezTo>
                <a:cubicBezTo>
                  <a:pt x="187" y="182"/>
                  <a:pt x="173" y="186"/>
                  <a:pt x="156" y="177"/>
                </a:cubicBezTo>
                <a:cubicBezTo>
                  <a:pt x="154" y="176"/>
                  <a:pt x="151" y="177"/>
                  <a:pt x="150" y="179"/>
                </a:cubicBezTo>
                <a:cubicBezTo>
                  <a:pt x="149" y="181"/>
                  <a:pt x="150" y="184"/>
                  <a:pt x="152" y="185"/>
                </a:cubicBezTo>
                <a:cubicBezTo>
                  <a:pt x="161" y="189"/>
                  <a:pt x="170" y="191"/>
                  <a:pt x="178" y="191"/>
                </a:cubicBezTo>
                <a:cubicBezTo>
                  <a:pt x="187" y="191"/>
                  <a:pt x="196" y="188"/>
                  <a:pt x="203" y="186"/>
                </a:cubicBezTo>
                <a:cubicBezTo>
                  <a:pt x="213" y="184"/>
                  <a:pt x="221" y="182"/>
                  <a:pt x="229" y="185"/>
                </a:cubicBezTo>
                <a:cubicBezTo>
                  <a:pt x="229" y="185"/>
                  <a:pt x="230" y="185"/>
                  <a:pt x="231" y="185"/>
                </a:cubicBezTo>
                <a:cubicBezTo>
                  <a:pt x="243" y="229"/>
                  <a:pt x="243" y="229"/>
                  <a:pt x="243" y="229"/>
                </a:cubicBezTo>
                <a:cubicBezTo>
                  <a:pt x="244" y="234"/>
                  <a:pt x="243" y="239"/>
                  <a:pt x="240" y="24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mn-cs"/>
            </a:endParaRPr>
          </a:p>
        </p:txBody>
      </p:sp>
      <p:sp>
        <p:nvSpPr>
          <p:cNvPr id="148" name="Freeform 135">
            <a:extLst>
              <a:ext uri="{FF2B5EF4-FFF2-40B4-BE49-F238E27FC236}">
                <a16:creationId xmlns:a16="http://schemas.microsoft.com/office/drawing/2014/main" id="{2C6540E8-BD6A-4FC4-BAB4-32C0A7E5D066}"/>
              </a:ext>
            </a:extLst>
          </p:cNvPr>
          <p:cNvSpPr>
            <a:spLocks noChangeAspect="1" noEditPoints="1"/>
          </p:cNvSpPr>
          <p:nvPr/>
        </p:nvSpPr>
        <p:spPr bwMode="auto">
          <a:xfrm>
            <a:off x="3474817" y="1476789"/>
            <a:ext cx="403225" cy="374650"/>
          </a:xfrm>
          <a:custGeom>
            <a:avLst/>
            <a:gdLst>
              <a:gd name="T0" fmla="*/ 129 w 258"/>
              <a:gd name="T1" fmla="*/ 188 h 240"/>
              <a:gd name="T2" fmla="*/ 145 w 258"/>
              <a:gd name="T3" fmla="*/ 172 h 240"/>
              <a:gd name="T4" fmla="*/ 148 w 258"/>
              <a:gd name="T5" fmla="*/ 92 h 240"/>
              <a:gd name="T6" fmla="*/ 143 w 258"/>
              <a:gd name="T7" fmla="*/ 78 h 240"/>
              <a:gd name="T8" fmla="*/ 129 w 258"/>
              <a:gd name="T9" fmla="*/ 72 h 240"/>
              <a:gd name="T10" fmla="*/ 129 w 258"/>
              <a:gd name="T11" fmla="*/ 72 h 240"/>
              <a:gd name="T12" fmla="*/ 115 w 258"/>
              <a:gd name="T13" fmla="*/ 78 h 240"/>
              <a:gd name="T14" fmla="*/ 110 w 258"/>
              <a:gd name="T15" fmla="*/ 92 h 240"/>
              <a:gd name="T16" fmla="*/ 113 w 258"/>
              <a:gd name="T17" fmla="*/ 172 h 240"/>
              <a:gd name="T18" fmla="*/ 129 w 258"/>
              <a:gd name="T19" fmla="*/ 188 h 240"/>
              <a:gd name="T20" fmla="*/ 121 w 258"/>
              <a:gd name="T21" fmla="*/ 83 h 240"/>
              <a:gd name="T22" fmla="*/ 129 w 258"/>
              <a:gd name="T23" fmla="*/ 80 h 240"/>
              <a:gd name="T24" fmla="*/ 129 w 258"/>
              <a:gd name="T25" fmla="*/ 80 h 240"/>
              <a:gd name="T26" fmla="*/ 137 w 258"/>
              <a:gd name="T27" fmla="*/ 83 h 240"/>
              <a:gd name="T28" fmla="*/ 140 w 258"/>
              <a:gd name="T29" fmla="*/ 92 h 240"/>
              <a:gd name="T30" fmla="*/ 137 w 258"/>
              <a:gd name="T31" fmla="*/ 172 h 240"/>
              <a:gd name="T32" fmla="*/ 129 w 258"/>
              <a:gd name="T33" fmla="*/ 180 h 240"/>
              <a:gd name="T34" fmla="*/ 121 w 258"/>
              <a:gd name="T35" fmla="*/ 172 h 240"/>
              <a:gd name="T36" fmla="*/ 118 w 258"/>
              <a:gd name="T37" fmla="*/ 92 h 240"/>
              <a:gd name="T38" fmla="*/ 121 w 258"/>
              <a:gd name="T39" fmla="*/ 83 h 240"/>
              <a:gd name="T40" fmla="*/ 129 w 258"/>
              <a:gd name="T41" fmla="*/ 200 h 240"/>
              <a:gd name="T42" fmla="*/ 109 w 258"/>
              <a:gd name="T43" fmla="*/ 220 h 240"/>
              <a:gd name="T44" fmla="*/ 129 w 258"/>
              <a:gd name="T45" fmla="*/ 240 h 240"/>
              <a:gd name="T46" fmla="*/ 149 w 258"/>
              <a:gd name="T47" fmla="*/ 220 h 240"/>
              <a:gd name="T48" fmla="*/ 129 w 258"/>
              <a:gd name="T49" fmla="*/ 200 h 240"/>
              <a:gd name="T50" fmla="*/ 129 w 258"/>
              <a:gd name="T51" fmla="*/ 232 h 240"/>
              <a:gd name="T52" fmla="*/ 117 w 258"/>
              <a:gd name="T53" fmla="*/ 220 h 240"/>
              <a:gd name="T54" fmla="*/ 129 w 258"/>
              <a:gd name="T55" fmla="*/ 208 h 240"/>
              <a:gd name="T56" fmla="*/ 141 w 258"/>
              <a:gd name="T57" fmla="*/ 220 h 240"/>
              <a:gd name="T58" fmla="*/ 129 w 258"/>
              <a:gd name="T59" fmla="*/ 232 h 240"/>
              <a:gd name="T60" fmla="*/ 254 w 258"/>
              <a:gd name="T61" fmla="*/ 191 h 240"/>
              <a:gd name="T62" fmla="*/ 148 w 258"/>
              <a:gd name="T63" fmla="*/ 11 h 240"/>
              <a:gd name="T64" fmla="*/ 129 w 258"/>
              <a:gd name="T65" fmla="*/ 0 h 240"/>
              <a:gd name="T66" fmla="*/ 110 w 258"/>
              <a:gd name="T67" fmla="*/ 11 h 240"/>
              <a:gd name="T68" fmla="*/ 4 w 258"/>
              <a:gd name="T69" fmla="*/ 191 h 240"/>
              <a:gd name="T70" fmla="*/ 4 w 258"/>
              <a:gd name="T71" fmla="*/ 213 h 240"/>
              <a:gd name="T72" fmla="*/ 23 w 258"/>
              <a:gd name="T73" fmla="*/ 224 h 240"/>
              <a:gd name="T74" fmla="*/ 93 w 258"/>
              <a:gd name="T75" fmla="*/ 224 h 240"/>
              <a:gd name="T76" fmla="*/ 93 w 258"/>
              <a:gd name="T77" fmla="*/ 216 h 240"/>
              <a:gd name="T78" fmla="*/ 23 w 258"/>
              <a:gd name="T79" fmla="*/ 216 h 240"/>
              <a:gd name="T80" fmla="*/ 11 w 258"/>
              <a:gd name="T81" fmla="*/ 209 h 240"/>
              <a:gd name="T82" fmla="*/ 11 w 258"/>
              <a:gd name="T83" fmla="*/ 195 h 240"/>
              <a:gd name="T84" fmla="*/ 117 w 258"/>
              <a:gd name="T85" fmla="*/ 15 h 240"/>
              <a:gd name="T86" fmla="*/ 129 w 258"/>
              <a:gd name="T87" fmla="*/ 8 h 240"/>
              <a:gd name="T88" fmla="*/ 141 w 258"/>
              <a:gd name="T89" fmla="*/ 15 h 240"/>
              <a:gd name="T90" fmla="*/ 247 w 258"/>
              <a:gd name="T91" fmla="*/ 195 h 240"/>
              <a:gd name="T92" fmla="*/ 247 w 258"/>
              <a:gd name="T93" fmla="*/ 209 h 240"/>
              <a:gd name="T94" fmla="*/ 235 w 258"/>
              <a:gd name="T95" fmla="*/ 216 h 240"/>
              <a:gd name="T96" fmla="*/ 165 w 258"/>
              <a:gd name="T97" fmla="*/ 216 h 240"/>
              <a:gd name="T98" fmla="*/ 165 w 258"/>
              <a:gd name="T99" fmla="*/ 224 h 240"/>
              <a:gd name="T100" fmla="*/ 235 w 258"/>
              <a:gd name="T101" fmla="*/ 224 h 240"/>
              <a:gd name="T102" fmla="*/ 254 w 258"/>
              <a:gd name="T103" fmla="*/ 213 h 240"/>
              <a:gd name="T104" fmla="*/ 254 w 258"/>
              <a:gd name="T105" fmla="*/ 19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8" h="240">
                <a:moveTo>
                  <a:pt x="129" y="188"/>
                </a:moveTo>
                <a:cubicBezTo>
                  <a:pt x="138" y="188"/>
                  <a:pt x="145" y="181"/>
                  <a:pt x="145" y="172"/>
                </a:cubicBezTo>
                <a:cubicBezTo>
                  <a:pt x="148" y="92"/>
                  <a:pt x="148" y="92"/>
                  <a:pt x="148" y="92"/>
                </a:cubicBezTo>
                <a:cubicBezTo>
                  <a:pt x="149" y="87"/>
                  <a:pt x="147" y="82"/>
                  <a:pt x="143" y="78"/>
                </a:cubicBezTo>
                <a:cubicBezTo>
                  <a:pt x="139" y="74"/>
                  <a:pt x="134" y="72"/>
                  <a:pt x="129" y="72"/>
                </a:cubicBezTo>
                <a:cubicBezTo>
                  <a:pt x="129" y="72"/>
                  <a:pt x="129" y="72"/>
                  <a:pt x="129" y="72"/>
                </a:cubicBezTo>
                <a:cubicBezTo>
                  <a:pt x="124" y="72"/>
                  <a:pt x="119" y="74"/>
                  <a:pt x="115" y="78"/>
                </a:cubicBezTo>
                <a:cubicBezTo>
                  <a:pt x="111" y="82"/>
                  <a:pt x="109" y="87"/>
                  <a:pt x="110" y="92"/>
                </a:cubicBezTo>
                <a:cubicBezTo>
                  <a:pt x="113" y="172"/>
                  <a:pt x="113" y="172"/>
                  <a:pt x="113" y="172"/>
                </a:cubicBezTo>
                <a:cubicBezTo>
                  <a:pt x="113" y="181"/>
                  <a:pt x="120" y="188"/>
                  <a:pt x="129" y="188"/>
                </a:cubicBezTo>
                <a:close/>
                <a:moveTo>
                  <a:pt x="121" y="83"/>
                </a:moveTo>
                <a:cubicBezTo>
                  <a:pt x="123" y="81"/>
                  <a:pt x="126" y="80"/>
                  <a:pt x="129" y="80"/>
                </a:cubicBezTo>
                <a:cubicBezTo>
                  <a:pt x="129" y="80"/>
                  <a:pt x="129" y="80"/>
                  <a:pt x="129" y="80"/>
                </a:cubicBezTo>
                <a:cubicBezTo>
                  <a:pt x="132" y="80"/>
                  <a:pt x="135" y="81"/>
                  <a:pt x="137" y="83"/>
                </a:cubicBezTo>
                <a:cubicBezTo>
                  <a:pt x="139" y="86"/>
                  <a:pt x="141" y="89"/>
                  <a:pt x="140" y="92"/>
                </a:cubicBezTo>
                <a:cubicBezTo>
                  <a:pt x="137" y="172"/>
                  <a:pt x="137" y="172"/>
                  <a:pt x="137" y="172"/>
                </a:cubicBezTo>
                <a:cubicBezTo>
                  <a:pt x="137" y="176"/>
                  <a:pt x="134" y="180"/>
                  <a:pt x="129" y="180"/>
                </a:cubicBezTo>
                <a:cubicBezTo>
                  <a:pt x="124" y="180"/>
                  <a:pt x="121" y="176"/>
                  <a:pt x="121" y="172"/>
                </a:cubicBezTo>
                <a:cubicBezTo>
                  <a:pt x="118" y="92"/>
                  <a:pt x="118" y="92"/>
                  <a:pt x="118" y="92"/>
                </a:cubicBezTo>
                <a:cubicBezTo>
                  <a:pt x="117" y="89"/>
                  <a:pt x="119" y="86"/>
                  <a:pt x="121" y="83"/>
                </a:cubicBezTo>
                <a:close/>
                <a:moveTo>
                  <a:pt x="129" y="200"/>
                </a:moveTo>
                <a:cubicBezTo>
                  <a:pt x="118" y="200"/>
                  <a:pt x="109" y="209"/>
                  <a:pt x="109" y="220"/>
                </a:cubicBezTo>
                <a:cubicBezTo>
                  <a:pt x="109" y="231"/>
                  <a:pt x="118" y="240"/>
                  <a:pt x="129" y="240"/>
                </a:cubicBezTo>
                <a:cubicBezTo>
                  <a:pt x="140" y="240"/>
                  <a:pt x="149" y="231"/>
                  <a:pt x="149" y="220"/>
                </a:cubicBezTo>
                <a:cubicBezTo>
                  <a:pt x="149" y="209"/>
                  <a:pt x="140" y="200"/>
                  <a:pt x="129" y="200"/>
                </a:cubicBezTo>
                <a:close/>
                <a:moveTo>
                  <a:pt x="129" y="232"/>
                </a:moveTo>
                <a:cubicBezTo>
                  <a:pt x="122" y="232"/>
                  <a:pt x="117" y="227"/>
                  <a:pt x="117" y="220"/>
                </a:cubicBezTo>
                <a:cubicBezTo>
                  <a:pt x="117" y="213"/>
                  <a:pt x="122" y="208"/>
                  <a:pt x="129" y="208"/>
                </a:cubicBezTo>
                <a:cubicBezTo>
                  <a:pt x="136" y="208"/>
                  <a:pt x="141" y="213"/>
                  <a:pt x="141" y="220"/>
                </a:cubicBezTo>
                <a:cubicBezTo>
                  <a:pt x="141" y="227"/>
                  <a:pt x="136" y="232"/>
                  <a:pt x="129" y="232"/>
                </a:cubicBezTo>
                <a:close/>
                <a:moveTo>
                  <a:pt x="254" y="191"/>
                </a:moveTo>
                <a:cubicBezTo>
                  <a:pt x="148" y="11"/>
                  <a:pt x="148" y="11"/>
                  <a:pt x="148" y="11"/>
                </a:cubicBezTo>
                <a:cubicBezTo>
                  <a:pt x="144" y="4"/>
                  <a:pt x="137" y="0"/>
                  <a:pt x="129" y="0"/>
                </a:cubicBezTo>
                <a:cubicBezTo>
                  <a:pt x="121" y="0"/>
                  <a:pt x="114" y="4"/>
                  <a:pt x="110" y="11"/>
                </a:cubicBezTo>
                <a:cubicBezTo>
                  <a:pt x="4" y="191"/>
                  <a:pt x="4" y="191"/>
                  <a:pt x="4" y="191"/>
                </a:cubicBezTo>
                <a:cubicBezTo>
                  <a:pt x="0" y="198"/>
                  <a:pt x="0" y="206"/>
                  <a:pt x="4" y="213"/>
                </a:cubicBezTo>
                <a:cubicBezTo>
                  <a:pt x="8" y="220"/>
                  <a:pt x="15" y="224"/>
                  <a:pt x="23" y="224"/>
                </a:cubicBezTo>
                <a:cubicBezTo>
                  <a:pt x="93" y="224"/>
                  <a:pt x="93" y="224"/>
                  <a:pt x="93" y="224"/>
                </a:cubicBezTo>
                <a:cubicBezTo>
                  <a:pt x="93" y="216"/>
                  <a:pt x="93" y="216"/>
                  <a:pt x="93" y="216"/>
                </a:cubicBezTo>
                <a:cubicBezTo>
                  <a:pt x="23" y="216"/>
                  <a:pt x="23" y="216"/>
                  <a:pt x="23" y="216"/>
                </a:cubicBezTo>
                <a:cubicBezTo>
                  <a:pt x="18" y="216"/>
                  <a:pt x="13" y="213"/>
                  <a:pt x="11" y="209"/>
                </a:cubicBezTo>
                <a:cubicBezTo>
                  <a:pt x="8" y="205"/>
                  <a:pt x="8" y="200"/>
                  <a:pt x="11" y="195"/>
                </a:cubicBezTo>
                <a:cubicBezTo>
                  <a:pt x="117" y="15"/>
                  <a:pt x="117" y="15"/>
                  <a:pt x="117" y="15"/>
                </a:cubicBezTo>
                <a:cubicBezTo>
                  <a:pt x="120" y="11"/>
                  <a:pt x="124" y="8"/>
                  <a:pt x="129" y="8"/>
                </a:cubicBezTo>
                <a:cubicBezTo>
                  <a:pt x="134" y="8"/>
                  <a:pt x="138" y="11"/>
                  <a:pt x="141" y="15"/>
                </a:cubicBezTo>
                <a:cubicBezTo>
                  <a:pt x="247" y="195"/>
                  <a:pt x="247" y="195"/>
                  <a:pt x="247" y="195"/>
                </a:cubicBezTo>
                <a:cubicBezTo>
                  <a:pt x="250" y="200"/>
                  <a:pt x="250" y="205"/>
                  <a:pt x="247" y="209"/>
                </a:cubicBezTo>
                <a:cubicBezTo>
                  <a:pt x="245" y="213"/>
                  <a:pt x="240" y="216"/>
                  <a:pt x="235" y="216"/>
                </a:cubicBezTo>
                <a:cubicBezTo>
                  <a:pt x="165" y="216"/>
                  <a:pt x="165" y="216"/>
                  <a:pt x="165" y="216"/>
                </a:cubicBezTo>
                <a:cubicBezTo>
                  <a:pt x="165" y="224"/>
                  <a:pt x="165" y="224"/>
                  <a:pt x="165" y="224"/>
                </a:cubicBezTo>
                <a:cubicBezTo>
                  <a:pt x="235" y="224"/>
                  <a:pt x="235" y="224"/>
                  <a:pt x="235" y="224"/>
                </a:cubicBezTo>
                <a:cubicBezTo>
                  <a:pt x="243" y="224"/>
                  <a:pt x="250" y="220"/>
                  <a:pt x="254" y="213"/>
                </a:cubicBezTo>
                <a:cubicBezTo>
                  <a:pt x="258" y="206"/>
                  <a:pt x="258" y="198"/>
                  <a:pt x="254" y="19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mn-ea"/>
              <a:cs typeface="+mn-cs"/>
            </a:endParaRPr>
          </a:p>
        </p:txBody>
      </p:sp>
      <p:sp>
        <p:nvSpPr>
          <p:cNvPr id="149" name="Text Placeholder 27">
            <a:extLst>
              <a:ext uri="{FF2B5EF4-FFF2-40B4-BE49-F238E27FC236}">
                <a16:creationId xmlns:a16="http://schemas.microsoft.com/office/drawing/2014/main" id="{C7E93532-76BF-4D25-98C4-DA3E8F0DB3A3}"/>
              </a:ext>
            </a:extLst>
          </p:cNvPr>
          <p:cNvSpPr txBox="1">
            <a:spLocks/>
          </p:cNvSpPr>
          <p:nvPr/>
        </p:nvSpPr>
        <p:spPr>
          <a:xfrm>
            <a:off x="4188264" y="195912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PI CLOUD</a:t>
            </a:r>
          </a:p>
        </p:txBody>
      </p:sp>
      <p:sp>
        <p:nvSpPr>
          <p:cNvPr id="150" name="Text Placeholder 29">
            <a:extLst>
              <a:ext uri="{FF2B5EF4-FFF2-40B4-BE49-F238E27FC236}">
                <a16:creationId xmlns:a16="http://schemas.microsoft.com/office/drawing/2014/main" id="{037D4103-848E-4C49-BB07-C6B237606548}"/>
              </a:ext>
            </a:extLst>
          </p:cNvPr>
          <p:cNvSpPr txBox="1">
            <a:spLocks/>
          </p:cNvSpPr>
          <p:nvPr/>
        </p:nvSpPr>
        <p:spPr>
          <a:xfrm>
            <a:off x="5154092" y="195912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PI SERVER</a:t>
            </a:r>
          </a:p>
        </p:txBody>
      </p:sp>
      <p:sp>
        <p:nvSpPr>
          <p:cNvPr id="151" name="Text Placeholder 31">
            <a:extLst>
              <a:ext uri="{FF2B5EF4-FFF2-40B4-BE49-F238E27FC236}">
                <a16:creationId xmlns:a16="http://schemas.microsoft.com/office/drawing/2014/main" id="{3728894E-B963-4E04-A628-B1C594BFD96C}"/>
              </a:ext>
            </a:extLst>
          </p:cNvPr>
          <p:cNvSpPr txBox="1">
            <a:spLocks/>
          </p:cNvSpPr>
          <p:nvPr/>
        </p:nvSpPr>
        <p:spPr>
          <a:xfrm>
            <a:off x="6132668" y="195912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PI CORE</a:t>
            </a:r>
          </a:p>
        </p:txBody>
      </p:sp>
      <p:sp>
        <p:nvSpPr>
          <p:cNvPr id="152" name="Text Placeholder 33">
            <a:extLst>
              <a:ext uri="{FF2B5EF4-FFF2-40B4-BE49-F238E27FC236}">
                <a16:creationId xmlns:a16="http://schemas.microsoft.com/office/drawing/2014/main" id="{51E90AAB-C207-453F-BE53-72B76BA5900E}"/>
              </a:ext>
            </a:extLst>
          </p:cNvPr>
          <p:cNvSpPr txBox="1">
            <a:spLocks/>
          </p:cNvSpPr>
          <p:nvPr/>
        </p:nvSpPr>
        <p:spPr>
          <a:xfrm>
            <a:off x="7095673" y="195912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PI EDGE</a:t>
            </a:r>
          </a:p>
        </p:txBody>
      </p:sp>
      <p:sp>
        <p:nvSpPr>
          <p:cNvPr id="153" name="Text Placeholder 35">
            <a:extLst>
              <a:ext uri="{FF2B5EF4-FFF2-40B4-BE49-F238E27FC236}">
                <a16:creationId xmlns:a16="http://schemas.microsoft.com/office/drawing/2014/main" id="{37631509-9404-48F1-8ECB-9C20319BF621}"/>
              </a:ext>
            </a:extLst>
          </p:cNvPr>
          <p:cNvSpPr>
            <a:spLocks noGrp="1"/>
          </p:cNvSpPr>
          <p:nvPr>
            <p:ph type="body" sz="quarter" idx="19"/>
          </p:nvPr>
        </p:nvSpPr>
        <p:spPr>
          <a:xfrm>
            <a:off x="8060316" y="1959126"/>
            <a:ext cx="908050" cy="303213"/>
          </a:xfrm>
        </p:spPr>
        <p:txBody>
          <a:bodyPr/>
          <a:lstStyle/>
          <a:p>
            <a:r>
              <a:rPr lang="en-US">
                <a:solidFill>
                  <a:srgbClr val="BFBFBF"/>
                </a:solidFill>
              </a:rPr>
              <a:t>PI DATA LINK</a:t>
            </a:r>
          </a:p>
        </p:txBody>
      </p:sp>
      <p:sp>
        <p:nvSpPr>
          <p:cNvPr id="154" name="Text Placeholder 39">
            <a:extLst>
              <a:ext uri="{FF2B5EF4-FFF2-40B4-BE49-F238E27FC236}">
                <a16:creationId xmlns:a16="http://schemas.microsoft.com/office/drawing/2014/main" id="{76F16E4C-8526-441F-B5E1-1D8FC2D198DC}"/>
              </a:ext>
            </a:extLst>
          </p:cNvPr>
          <p:cNvSpPr>
            <a:spLocks noGrp="1"/>
          </p:cNvSpPr>
          <p:nvPr>
            <p:ph type="body" sz="quarter" idx="21"/>
          </p:nvPr>
        </p:nvSpPr>
        <p:spPr>
          <a:xfrm>
            <a:off x="9023729" y="1959126"/>
            <a:ext cx="908050" cy="303213"/>
          </a:xfrm>
        </p:spPr>
        <p:txBody>
          <a:bodyPr/>
          <a:lstStyle/>
          <a:p>
            <a:r>
              <a:rPr lang="en-US">
                <a:solidFill>
                  <a:srgbClr val="BFBFBF"/>
                </a:solidFill>
              </a:rPr>
              <a:t>PI VISION</a:t>
            </a:r>
          </a:p>
        </p:txBody>
      </p:sp>
      <p:sp>
        <p:nvSpPr>
          <p:cNvPr id="155" name="Text Placeholder 41">
            <a:extLst>
              <a:ext uri="{FF2B5EF4-FFF2-40B4-BE49-F238E27FC236}">
                <a16:creationId xmlns:a16="http://schemas.microsoft.com/office/drawing/2014/main" id="{5D3CD585-ED38-4F3D-81DD-08F9B325BECB}"/>
              </a:ext>
            </a:extLst>
          </p:cNvPr>
          <p:cNvSpPr>
            <a:spLocks noGrp="1"/>
          </p:cNvSpPr>
          <p:nvPr>
            <p:ph type="body" sz="quarter" idx="23"/>
          </p:nvPr>
        </p:nvSpPr>
        <p:spPr>
          <a:xfrm>
            <a:off x="10001800" y="1959126"/>
            <a:ext cx="908050" cy="303213"/>
          </a:xfrm>
        </p:spPr>
        <p:txBody>
          <a:bodyPr/>
          <a:lstStyle/>
          <a:p>
            <a:r>
              <a:rPr lang="en-US">
                <a:solidFill>
                  <a:srgbClr val="BFBFBF"/>
                </a:solidFill>
              </a:rPr>
              <a:t>PIMANUAL</a:t>
            </a:r>
            <a:br>
              <a:rPr lang="en-US">
                <a:solidFill>
                  <a:srgbClr val="BFBFBF"/>
                </a:solidFill>
              </a:rPr>
            </a:br>
            <a:r>
              <a:rPr lang="en-US">
                <a:solidFill>
                  <a:srgbClr val="BFBFBF"/>
                </a:solidFill>
              </a:rPr>
              <a:t>LOGGER</a:t>
            </a:r>
          </a:p>
        </p:txBody>
      </p:sp>
      <p:sp>
        <p:nvSpPr>
          <p:cNvPr id="156" name="Text Placeholder 44">
            <a:extLst>
              <a:ext uri="{FF2B5EF4-FFF2-40B4-BE49-F238E27FC236}">
                <a16:creationId xmlns:a16="http://schemas.microsoft.com/office/drawing/2014/main" id="{9764160E-E7D6-4422-8124-B5E20F297B5D}"/>
              </a:ext>
            </a:extLst>
          </p:cNvPr>
          <p:cNvSpPr>
            <a:spLocks noGrp="1"/>
          </p:cNvSpPr>
          <p:nvPr>
            <p:ph type="body" sz="quarter" idx="25"/>
          </p:nvPr>
        </p:nvSpPr>
        <p:spPr>
          <a:xfrm>
            <a:off x="10971148" y="1959126"/>
            <a:ext cx="908050" cy="303213"/>
          </a:xfrm>
        </p:spPr>
        <p:txBody>
          <a:bodyPr/>
          <a:lstStyle/>
          <a:p>
            <a:r>
              <a:rPr lang="en-US">
                <a:solidFill>
                  <a:srgbClr val="BFBFBF"/>
                </a:solidFill>
              </a:rPr>
              <a:t>EDGE DATA</a:t>
            </a:r>
            <a:br>
              <a:rPr lang="en-US">
                <a:solidFill>
                  <a:srgbClr val="BFBFBF"/>
                </a:solidFill>
              </a:rPr>
            </a:br>
            <a:r>
              <a:rPr lang="en-US">
                <a:solidFill>
                  <a:srgbClr val="BFBFBF"/>
                </a:solidFill>
              </a:rPr>
              <a:t>STORE</a:t>
            </a:r>
          </a:p>
        </p:txBody>
      </p:sp>
      <p:pic>
        <p:nvPicPr>
          <p:cNvPr id="157" name="Graphic 156">
            <a:extLst>
              <a:ext uri="{FF2B5EF4-FFF2-40B4-BE49-F238E27FC236}">
                <a16:creationId xmlns:a16="http://schemas.microsoft.com/office/drawing/2014/main" id="{BB2869E8-CCB7-4C14-A8AF-E54BA14D7C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42489" y="1528766"/>
            <a:ext cx="399600" cy="270697"/>
          </a:xfrm>
          <a:prstGeom prst="rect">
            <a:avLst/>
          </a:prstGeom>
        </p:spPr>
      </p:pic>
      <p:pic>
        <p:nvPicPr>
          <p:cNvPr id="158" name="Graphic 157">
            <a:extLst>
              <a:ext uri="{FF2B5EF4-FFF2-40B4-BE49-F238E27FC236}">
                <a16:creationId xmlns:a16="http://schemas.microsoft.com/office/drawing/2014/main" id="{6FE8C180-1E8C-4A76-9F5C-B8D01F5A83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6893" y="1496540"/>
            <a:ext cx="399600" cy="335148"/>
          </a:xfrm>
          <a:prstGeom prst="rect">
            <a:avLst/>
          </a:prstGeom>
        </p:spPr>
      </p:pic>
      <p:pic>
        <p:nvPicPr>
          <p:cNvPr id="159" name="Graphic 158">
            <a:extLst>
              <a:ext uri="{FF2B5EF4-FFF2-40B4-BE49-F238E27FC236}">
                <a16:creationId xmlns:a16="http://schemas.microsoft.com/office/drawing/2014/main" id="{E93D8933-3F88-442D-A00C-B18F22E190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59566" y="1455436"/>
            <a:ext cx="380265" cy="399600"/>
          </a:xfrm>
          <a:prstGeom prst="rect">
            <a:avLst/>
          </a:prstGeom>
        </p:spPr>
      </p:pic>
      <p:pic>
        <p:nvPicPr>
          <p:cNvPr id="160" name="Graphic 159">
            <a:extLst>
              <a:ext uri="{FF2B5EF4-FFF2-40B4-BE49-F238E27FC236}">
                <a16:creationId xmlns:a16="http://schemas.microsoft.com/office/drawing/2014/main" id="{9CA9C496-C1ED-42D6-908A-7754F2C408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14541" y="1486440"/>
            <a:ext cx="399600" cy="337593"/>
          </a:xfrm>
          <a:prstGeom prst="rect">
            <a:avLst/>
          </a:prstGeom>
        </p:spPr>
      </p:pic>
      <p:pic>
        <p:nvPicPr>
          <p:cNvPr id="161" name="Graphic 160">
            <a:extLst>
              <a:ext uri="{FF2B5EF4-FFF2-40B4-BE49-F238E27FC236}">
                <a16:creationId xmlns:a16="http://schemas.microsoft.com/office/drawing/2014/main" id="{BA264CAB-F000-4A6B-8A32-33263BFDD8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77954" y="1464314"/>
            <a:ext cx="399600" cy="399600"/>
          </a:xfrm>
          <a:prstGeom prst="rect">
            <a:avLst/>
          </a:prstGeom>
        </p:spPr>
      </p:pic>
      <p:pic>
        <p:nvPicPr>
          <p:cNvPr id="162" name="Graphic 161">
            <a:extLst>
              <a:ext uri="{FF2B5EF4-FFF2-40B4-BE49-F238E27FC236}">
                <a16:creationId xmlns:a16="http://schemas.microsoft.com/office/drawing/2014/main" id="{D8FC063E-0AAF-433E-A9F2-D8851FA46BE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34098" y="1455436"/>
            <a:ext cx="348039" cy="399600"/>
          </a:xfrm>
          <a:prstGeom prst="rect">
            <a:avLst/>
          </a:prstGeom>
        </p:spPr>
      </p:pic>
      <p:pic>
        <p:nvPicPr>
          <p:cNvPr id="163" name="Graphic 162">
            <a:extLst>
              <a:ext uri="{FF2B5EF4-FFF2-40B4-BE49-F238E27FC236}">
                <a16:creationId xmlns:a16="http://schemas.microsoft.com/office/drawing/2014/main" id="{683D4FDF-C7D5-4162-8304-B817AFA47D5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01141" y="1473192"/>
            <a:ext cx="309368" cy="399600"/>
          </a:xfrm>
          <a:prstGeom prst="rect">
            <a:avLst/>
          </a:prstGeom>
        </p:spPr>
      </p:pic>
      <p:pic>
        <p:nvPicPr>
          <p:cNvPr id="164" name="Graphic 163">
            <a:extLst>
              <a:ext uri="{FF2B5EF4-FFF2-40B4-BE49-F238E27FC236}">
                <a16:creationId xmlns:a16="http://schemas.microsoft.com/office/drawing/2014/main" id="{CA0C3C30-586F-4E6D-A9F9-BB1D0C40387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225373" y="1565857"/>
            <a:ext cx="399600" cy="232026"/>
          </a:xfrm>
          <a:prstGeom prst="rect">
            <a:avLst/>
          </a:prstGeom>
        </p:spPr>
      </p:pic>
      <p:sp>
        <p:nvSpPr>
          <p:cNvPr id="165" name="Text Placeholder 46">
            <a:extLst>
              <a:ext uri="{FF2B5EF4-FFF2-40B4-BE49-F238E27FC236}">
                <a16:creationId xmlns:a16="http://schemas.microsoft.com/office/drawing/2014/main" id="{AECC15B3-10AD-4605-9379-F767A51411BC}"/>
              </a:ext>
            </a:extLst>
          </p:cNvPr>
          <p:cNvSpPr>
            <a:spLocks noGrp="1"/>
          </p:cNvSpPr>
          <p:nvPr>
            <p:ph type="body" sz="quarter" idx="27"/>
          </p:nvPr>
        </p:nvSpPr>
        <p:spPr>
          <a:xfrm>
            <a:off x="313723" y="2926355"/>
            <a:ext cx="908050" cy="303213"/>
          </a:xfrm>
        </p:spPr>
        <p:txBody>
          <a:bodyPr>
            <a:normAutofit/>
          </a:bodyPr>
          <a:lstStyle/>
          <a:p>
            <a:r>
              <a:rPr lang="en-US">
                <a:solidFill>
                  <a:srgbClr val="BFBFBF"/>
                </a:solidFill>
              </a:rPr>
              <a:t>GENERIC</a:t>
            </a:r>
            <a:br>
              <a:rPr lang="en-US">
                <a:solidFill>
                  <a:srgbClr val="BFBFBF"/>
                </a:solidFill>
              </a:rPr>
            </a:br>
            <a:r>
              <a:rPr lang="en-US">
                <a:solidFill>
                  <a:srgbClr val="BFBFBF"/>
                </a:solidFill>
              </a:rPr>
              <a:t>APPS</a:t>
            </a:r>
          </a:p>
        </p:txBody>
      </p:sp>
      <p:sp>
        <p:nvSpPr>
          <p:cNvPr id="166" name="Text Placeholder 48">
            <a:extLst>
              <a:ext uri="{FF2B5EF4-FFF2-40B4-BE49-F238E27FC236}">
                <a16:creationId xmlns:a16="http://schemas.microsoft.com/office/drawing/2014/main" id="{A6FB59FB-135D-4FAF-906B-EEDAE79D917A}"/>
              </a:ext>
            </a:extLst>
          </p:cNvPr>
          <p:cNvSpPr>
            <a:spLocks noGrp="1"/>
          </p:cNvSpPr>
          <p:nvPr>
            <p:ph type="body" sz="quarter" idx="29"/>
          </p:nvPr>
        </p:nvSpPr>
        <p:spPr>
          <a:xfrm>
            <a:off x="1302128" y="2926355"/>
            <a:ext cx="908050" cy="303213"/>
          </a:xfrm>
        </p:spPr>
        <p:txBody>
          <a:bodyPr/>
          <a:lstStyle/>
          <a:p>
            <a:r>
              <a:rPr lang="en-US">
                <a:solidFill>
                  <a:srgbClr val="BFBFBF"/>
                </a:solidFill>
              </a:rPr>
              <a:t>ON-PREM</a:t>
            </a:r>
            <a:br>
              <a:rPr lang="en-US">
                <a:solidFill>
                  <a:srgbClr val="BFBFBF"/>
                </a:solidFill>
              </a:rPr>
            </a:br>
            <a:r>
              <a:rPr lang="en-US">
                <a:solidFill>
                  <a:srgbClr val="BFBFBF"/>
                </a:solidFill>
              </a:rPr>
              <a:t>DATA</a:t>
            </a:r>
          </a:p>
        </p:txBody>
      </p:sp>
      <p:sp>
        <p:nvSpPr>
          <p:cNvPr id="167" name="Text Placeholder 50">
            <a:extLst>
              <a:ext uri="{FF2B5EF4-FFF2-40B4-BE49-F238E27FC236}">
                <a16:creationId xmlns:a16="http://schemas.microsoft.com/office/drawing/2014/main" id="{84C52D6C-2A26-4E1A-A345-22B5828F0D43}"/>
              </a:ext>
            </a:extLst>
          </p:cNvPr>
          <p:cNvSpPr>
            <a:spLocks noGrp="1"/>
          </p:cNvSpPr>
          <p:nvPr>
            <p:ph type="body" sz="quarter" idx="31"/>
          </p:nvPr>
        </p:nvSpPr>
        <p:spPr>
          <a:xfrm>
            <a:off x="2257483" y="2926355"/>
            <a:ext cx="908050" cy="303213"/>
          </a:xfrm>
        </p:spPr>
        <p:txBody>
          <a:bodyPr>
            <a:normAutofit/>
          </a:bodyPr>
          <a:lstStyle/>
          <a:p>
            <a:r>
              <a:rPr lang="en-US">
                <a:solidFill>
                  <a:srgbClr val="BFBFBF"/>
                </a:solidFill>
              </a:rPr>
              <a:t>PROCESS AND</a:t>
            </a:r>
            <a:br>
              <a:rPr lang="en-US">
                <a:solidFill>
                  <a:srgbClr val="BFBFBF"/>
                </a:solidFill>
              </a:rPr>
            </a:br>
            <a:r>
              <a:rPr lang="en-US">
                <a:solidFill>
                  <a:srgbClr val="BFBFBF"/>
                </a:solidFill>
              </a:rPr>
              <a:t>CONTROL SYSTEMS</a:t>
            </a:r>
          </a:p>
        </p:txBody>
      </p:sp>
      <p:sp>
        <p:nvSpPr>
          <p:cNvPr id="168" name="Text Placeholder 52">
            <a:extLst>
              <a:ext uri="{FF2B5EF4-FFF2-40B4-BE49-F238E27FC236}">
                <a16:creationId xmlns:a16="http://schemas.microsoft.com/office/drawing/2014/main" id="{C589C173-F1C2-4EB2-A4E5-049A312694F4}"/>
              </a:ext>
            </a:extLst>
          </p:cNvPr>
          <p:cNvSpPr>
            <a:spLocks noGrp="1"/>
          </p:cNvSpPr>
          <p:nvPr>
            <p:ph type="body" sz="quarter" idx="33"/>
          </p:nvPr>
        </p:nvSpPr>
        <p:spPr>
          <a:xfrm>
            <a:off x="3222404" y="2926355"/>
            <a:ext cx="908050" cy="303213"/>
          </a:xfrm>
        </p:spPr>
        <p:txBody>
          <a:bodyPr>
            <a:normAutofit/>
          </a:bodyPr>
          <a:lstStyle/>
          <a:p>
            <a:r>
              <a:rPr lang="en-US">
                <a:solidFill>
                  <a:srgbClr val="BFBFBF"/>
                </a:solidFill>
              </a:rPr>
              <a:t>CLOUD</a:t>
            </a:r>
            <a:br>
              <a:rPr lang="en-US">
                <a:solidFill>
                  <a:srgbClr val="BFBFBF"/>
                </a:solidFill>
              </a:rPr>
            </a:br>
            <a:r>
              <a:rPr lang="en-US">
                <a:solidFill>
                  <a:srgbClr val="BFBFBF"/>
                </a:solidFill>
              </a:rPr>
              <a:t>AGGREGATION</a:t>
            </a:r>
          </a:p>
        </p:txBody>
      </p:sp>
      <p:pic>
        <p:nvPicPr>
          <p:cNvPr id="169" name="Graphic 168">
            <a:extLst>
              <a:ext uri="{FF2B5EF4-FFF2-40B4-BE49-F238E27FC236}">
                <a16:creationId xmlns:a16="http://schemas.microsoft.com/office/drawing/2014/main" id="{7F54B5C3-6AF9-4BF3-8D5D-B5F27EC053B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7616" y="2422771"/>
            <a:ext cx="380265" cy="399600"/>
          </a:xfrm>
          <a:prstGeom prst="rect">
            <a:avLst/>
          </a:prstGeom>
        </p:spPr>
      </p:pic>
      <p:pic>
        <p:nvPicPr>
          <p:cNvPr id="170" name="Graphic 169">
            <a:extLst>
              <a:ext uri="{FF2B5EF4-FFF2-40B4-BE49-F238E27FC236}">
                <a16:creationId xmlns:a16="http://schemas.microsoft.com/office/drawing/2014/main" id="{243866ED-A657-4527-97E1-35B2B6626A9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56353" y="2435662"/>
            <a:ext cx="399600" cy="373819"/>
          </a:xfrm>
          <a:prstGeom prst="rect">
            <a:avLst/>
          </a:prstGeom>
        </p:spPr>
      </p:pic>
      <p:pic>
        <p:nvPicPr>
          <p:cNvPr id="171" name="Graphic 170">
            <a:extLst>
              <a:ext uri="{FF2B5EF4-FFF2-40B4-BE49-F238E27FC236}">
                <a16:creationId xmlns:a16="http://schemas.microsoft.com/office/drawing/2014/main" id="{0D871078-3CA3-4843-9231-C69CCD16A94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508486" y="2422771"/>
            <a:ext cx="406045" cy="399600"/>
          </a:xfrm>
          <a:prstGeom prst="rect">
            <a:avLst/>
          </a:prstGeom>
        </p:spPr>
      </p:pic>
      <p:pic>
        <p:nvPicPr>
          <p:cNvPr id="172" name="Graphic 171">
            <a:extLst>
              <a:ext uri="{FF2B5EF4-FFF2-40B4-BE49-F238E27FC236}">
                <a16:creationId xmlns:a16="http://schemas.microsoft.com/office/drawing/2014/main" id="{1B318F4E-D3B5-4C43-B3E0-23DEA644102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479852" y="2422771"/>
            <a:ext cx="393155" cy="399600"/>
          </a:xfrm>
          <a:prstGeom prst="rect">
            <a:avLst/>
          </a:prstGeom>
        </p:spPr>
      </p:pic>
      <p:sp>
        <p:nvSpPr>
          <p:cNvPr id="173" name="Text Placeholder 54">
            <a:extLst>
              <a:ext uri="{FF2B5EF4-FFF2-40B4-BE49-F238E27FC236}">
                <a16:creationId xmlns:a16="http://schemas.microsoft.com/office/drawing/2014/main" id="{6AEF6438-694B-4D38-99E5-BBB1A2A4759E}"/>
              </a:ext>
            </a:extLst>
          </p:cNvPr>
          <p:cNvSpPr>
            <a:spLocks noGrp="1"/>
          </p:cNvSpPr>
          <p:nvPr>
            <p:ph type="body" sz="quarter" idx="35"/>
          </p:nvPr>
        </p:nvSpPr>
        <p:spPr>
          <a:xfrm>
            <a:off x="4188264" y="2926355"/>
            <a:ext cx="908050" cy="303213"/>
          </a:xfrm>
        </p:spPr>
        <p:txBody>
          <a:bodyPr>
            <a:normAutofit/>
          </a:bodyPr>
          <a:lstStyle/>
          <a:p>
            <a:r>
              <a:rPr lang="en-US">
                <a:solidFill>
                  <a:srgbClr val="BFBFBF"/>
                </a:solidFill>
              </a:rPr>
              <a:t>AI/ML</a:t>
            </a:r>
            <a:br>
              <a:rPr lang="en-US">
                <a:solidFill>
                  <a:srgbClr val="BFBFBF"/>
                </a:solidFill>
              </a:rPr>
            </a:br>
            <a:r>
              <a:rPr lang="en-US">
                <a:solidFill>
                  <a:srgbClr val="BFBFBF"/>
                </a:solidFill>
              </a:rPr>
              <a:t>PLATFORMS</a:t>
            </a:r>
          </a:p>
        </p:txBody>
      </p:sp>
      <p:sp>
        <p:nvSpPr>
          <p:cNvPr id="174" name="Text Placeholder 56">
            <a:extLst>
              <a:ext uri="{FF2B5EF4-FFF2-40B4-BE49-F238E27FC236}">
                <a16:creationId xmlns:a16="http://schemas.microsoft.com/office/drawing/2014/main" id="{F1720975-C0AB-49A8-920B-FC570DF9D47E}"/>
              </a:ext>
            </a:extLst>
          </p:cNvPr>
          <p:cNvSpPr>
            <a:spLocks noGrp="1"/>
          </p:cNvSpPr>
          <p:nvPr>
            <p:ph type="body" sz="quarter" idx="37"/>
          </p:nvPr>
        </p:nvSpPr>
        <p:spPr>
          <a:xfrm>
            <a:off x="5154092" y="2926355"/>
            <a:ext cx="908050" cy="303213"/>
          </a:xfrm>
        </p:spPr>
        <p:txBody>
          <a:bodyPr/>
          <a:lstStyle/>
          <a:p>
            <a:r>
              <a:rPr lang="en-US">
                <a:solidFill>
                  <a:srgbClr val="BFBFBF"/>
                </a:solidFill>
              </a:rPr>
              <a:t>IOT GATE WAY</a:t>
            </a:r>
          </a:p>
        </p:txBody>
      </p:sp>
      <p:sp>
        <p:nvSpPr>
          <p:cNvPr id="175" name="Text Placeholder 58">
            <a:extLst>
              <a:ext uri="{FF2B5EF4-FFF2-40B4-BE49-F238E27FC236}">
                <a16:creationId xmlns:a16="http://schemas.microsoft.com/office/drawing/2014/main" id="{D67D15C8-155F-49FC-BC23-20A8452BFBEE}"/>
              </a:ext>
            </a:extLst>
          </p:cNvPr>
          <p:cNvSpPr>
            <a:spLocks noGrp="1"/>
          </p:cNvSpPr>
          <p:nvPr>
            <p:ph type="body" sz="quarter" idx="39"/>
          </p:nvPr>
        </p:nvSpPr>
        <p:spPr>
          <a:xfrm>
            <a:off x="6132668" y="2926355"/>
            <a:ext cx="908050" cy="303213"/>
          </a:xfrm>
        </p:spPr>
        <p:txBody>
          <a:bodyPr>
            <a:normAutofit/>
          </a:bodyPr>
          <a:lstStyle/>
          <a:p>
            <a:r>
              <a:rPr lang="en-US">
                <a:solidFill>
                  <a:srgbClr val="BFBFBF"/>
                </a:solidFill>
              </a:rPr>
              <a:t>LINE OF BUSINESS</a:t>
            </a:r>
            <a:br>
              <a:rPr lang="en-US">
                <a:solidFill>
                  <a:srgbClr val="BFBFBF"/>
                </a:solidFill>
              </a:rPr>
            </a:br>
            <a:r>
              <a:rPr lang="en-US">
                <a:solidFill>
                  <a:srgbClr val="BFBFBF"/>
                </a:solidFill>
              </a:rPr>
              <a:t>SYSTEMS</a:t>
            </a:r>
          </a:p>
        </p:txBody>
      </p:sp>
      <p:sp>
        <p:nvSpPr>
          <p:cNvPr id="176" name="Text Placeholder 60">
            <a:extLst>
              <a:ext uri="{FF2B5EF4-FFF2-40B4-BE49-F238E27FC236}">
                <a16:creationId xmlns:a16="http://schemas.microsoft.com/office/drawing/2014/main" id="{F84FCC62-B6E9-4994-827D-DAAD821FA8AF}"/>
              </a:ext>
            </a:extLst>
          </p:cNvPr>
          <p:cNvSpPr>
            <a:spLocks noGrp="1"/>
          </p:cNvSpPr>
          <p:nvPr>
            <p:ph type="body" sz="quarter" idx="41"/>
          </p:nvPr>
        </p:nvSpPr>
        <p:spPr>
          <a:xfrm>
            <a:off x="7095673" y="2926355"/>
            <a:ext cx="908050" cy="303213"/>
          </a:xfrm>
        </p:spPr>
        <p:txBody>
          <a:bodyPr/>
          <a:lstStyle/>
          <a:p>
            <a:r>
              <a:rPr lang="en-US">
                <a:solidFill>
                  <a:srgbClr val="BFBFBF"/>
                </a:solidFill>
              </a:rPr>
              <a:t>SHAPE</a:t>
            </a:r>
          </a:p>
        </p:txBody>
      </p:sp>
      <p:sp>
        <p:nvSpPr>
          <p:cNvPr id="177" name="Text Placeholder 62">
            <a:extLst>
              <a:ext uri="{FF2B5EF4-FFF2-40B4-BE49-F238E27FC236}">
                <a16:creationId xmlns:a16="http://schemas.microsoft.com/office/drawing/2014/main" id="{B12765B4-7E9D-4C16-81A0-5534DF0848B3}"/>
              </a:ext>
            </a:extLst>
          </p:cNvPr>
          <p:cNvSpPr>
            <a:spLocks noGrp="1"/>
          </p:cNvSpPr>
          <p:nvPr>
            <p:ph type="body" sz="quarter" idx="43"/>
          </p:nvPr>
        </p:nvSpPr>
        <p:spPr>
          <a:xfrm>
            <a:off x="8060316" y="2926355"/>
            <a:ext cx="908050" cy="303213"/>
          </a:xfrm>
        </p:spPr>
        <p:txBody>
          <a:bodyPr>
            <a:normAutofit/>
          </a:bodyPr>
          <a:lstStyle/>
          <a:p>
            <a:r>
              <a:rPr lang="en-US">
                <a:solidFill>
                  <a:srgbClr val="BFBFBF"/>
                </a:solidFill>
              </a:rPr>
              <a:t>REMOTE</a:t>
            </a:r>
            <a:br>
              <a:rPr lang="en-US">
                <a:solidFill>
                  <a:srgbClr val="BFBFBF"/>
                </a:solidFill>
              </a:rPr>
            </a:br>
            <a:r>
              <a:rPr lang="en-US">
                <a:solidFill>
                  <a:srgbClr val="BFBFBF"/>
                </a:solidFill>
              </a:rPr>
              <a:t>MONITORING</a:t>
            </a:r>
          </a:p>
        </p:txBody>
      </p:sp>
      <p:sp>
        <p:nvSpPr>
          <p:cNvPr id="178" name="Text Placeholder 64">
            <a:extLst>
              <a:ext uri="{FF2B5EF4-FFF2-40B4-BE49-F238E27FC236}">
                <a16:creationId xmlns:a16="http://schemas.microsoft.com/office/drawing/2014/main" id="{2E56A93F-BB6E-431A-A71D-F75692678C39}"/>
              </a:ext>
            </a:extLst>
          </p:cNvPr>
          <p:cNvSpPr>
            <a:spLocks noGrp="1"/>
          </p:cNvSpPr>
          <p:nvPr>
            <p:ph type="body" sz="quarter" idx="45"/>
          </p:nvPr>
        </p:nvSpPr>
        <p:spPr>
          <a:xfrm>
            <a:off x="9023729" y="2926355"/>
            <a:ext cx="908050" cy="303213"/>
          </a:xfrm>
        </p:spPr>
        <p:txBody>
          <a:bodyPr/>
          <a:lstStyle/>
          <a:p>
            <a:r>
              <a:rPr lang="en-US">
                <a:solidFill>
                  <a:srgbClr val="BFBFBF"/>
                </a:solidFill>
              </a:rPr>
              <a:t>PARTNERS</a:t>
            </a:r>
          </a:p>
        </p:txBody>
      </p:sp>
      <p:sp>
        <p:nvSpPr>
          <p:cNvPr id="179" name="Text Placeholder 66">
            <a:extLst>
              <a:ext uri="{FF2B5EF4-FFF2-40B4-BE49-F238E27FC236}">
                <a16:creationId xmlns:a16="http://schemas.microsoft.com/office/drawing/2014/main" id="{D1847B39-93BF-45E0-896D-9D123C91DD12}"/>
              </a:ext>
            </a:extLst>
          </p:cNvPr>
          <p:cNvSpPr>
            <a:spLocks noGrp="1"/>
          </p:cNvSpPr>
          <p:nvPr>
            <p:ph type="body" sz="quarter" idx="47"/>
          </p:nvPr>
        </p:nvSpPr>
        <p:spPr>
          <a:xfrm>
            <a:off x="10001800" y="2926355"/>
            <a:ext cx="908050" cy="303213"/>
          </a:xfrm>
        </p:spPr>
        <p:txBody>
          <a:bodyPr/>
          <a:lstStyle/>
          <a:p>
            <a:r>
              <a:rPr lang="en-US">
                <a:solidFill>
                  <a:srgbClr val="BFBFBF"/>
                </a:solidFill>
              </a:rPr>
              <a:t>SHARE</a:t>
            </a:r>
          </a:p>
        </p:txBody>
      </p:sp>
      <p:sp>
        <p:nvSpPr>
          <p:cNvPr id="180" name="Text Placeholder 68">
            <a:extLst>
              <a:ext uri="{FF2B5EF4-FFF2-40B4-BE49-F238E27FC236}">
                <a16:creationId xmlns:a16="http://schemas.microsoft.com/office/drawing/2014/main" id="{5ACA0159-465B-4E67-A1C1-8D9845E155BC}"/>
              </a:ext>
            </a:extLst>
          </p:cNvPr>
          <p:cNvSpPr>
            <a:spLocks noGrp="1"/>
          </p:cNvSpPr>
          <p:nvPr>
            <p:ph type="body" sz="quarter" idx="49"/>
          </p:nvPr>
        </p:nvSpPr>
        <p:spPr>
          <a:xfrm>
            <a:off x="10971148" y="2926355"/>
            <a:ext cx="908050" cy="303213"/>
          </a:xfrm>
        </p:spPr>
        <p:txBody>
          <a:bodyPr/>
          <a:lstStyle/>
          <a:p>
            <a:r>
              <a:rPr lang="en-US">
                <a:solidFill>
                  <a:srgbClr val="BFBFBF"/>
                </a:solidFill>
              </a:rPr>
              <a:t>SEE</a:t>
            </a:r>
          </a:p>
        </p:txBody>
      </p:sp>
      <p:pic>
        <p:nvPicPr>
          <p:cNvPr id="181" name="Graphic 180">
            <a:extLst>
              <a:ext uri="{FF2B5EF4-FFF2-40B4-BE49-F238E27FC236}">
                <a16:creationId xmlns:a16="http://schemas.microsoft.com/office/drawing/2014/main" id="{5D031172-11F8-4519-9698-F60E5BA6330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442489" y="2422771"/>
            <a:ext cx="399600" cy="399600"/>
          </a:xfrm>
          <a:prstGeom prst="rect">
            <a:avLst/>
          </a:prstGeom>
        </p:spPr>
      </p:pic>
      <p:pic>
        <p:nvPicPr>
          <p:cNvPr id="182" name="Graphic 181">
            <a:extLst>
              <a:ext uri="{FF2B5EF4-FFF2-40B4-BE49-F238E27FC236}">
                <a16:creationId xmlns:a16="http://schemas.microsoft.com/office/drawing/2014/main" id="{021FE24F-D5E8-4AE9-847C-17BCE0DA658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408317" y="2487223"/>
            <a:ext cx="399600" cy="270697"/>
          </a:xfrm>
          <a:prstGeom prst="rect">
            <a:avLst/>
          </a:prstGeom>
        </p:spPr>
      </p:pic>
      <p:pic>
        <p:nvPicPr>
          <p:cNvPr id="183" name="Graphic 182">
            <a:extLst>
              <a:ext uri="{FF2B5EF4-FFF2-40B4-BE49-F238E27FC236}">
                <a16:creationId xmlns:a16="http://schemas.microsoft.com/office/drawing/2014/main" id="{7F31D59E-5926-4780-8C37-0B0F2AC1B88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386893" y="2429750"/>
            <a:ext cx="399600" cy="367886"/>
          </a:xfrm>
          <a:prstGeom prst="rect">
            <a:avLst/>
          </a:prstGeom>
        </p:spPr>
      </p:pic>
      <p:pic>
        <p:nvPicPr>
          <p:cNvPr id="184" name="Graphic 183">
            <a:extLst>
              <a:ext uri="{FF2B5EF4-FFF2-40B4-BE49-F238E27FC236}">
                <a16:creationId xmlns:a16="http://schemas.microsoft.com/office/drawing/2014/main" id="{0248DCA4-4DEA-4E06-99EA-B3EDB6D85D5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349898" y="2435662"/>
            <a:ext cx="399600" cy="373819"/>
          </a:xfrm>
          <a:prstGeom prst="rect">
            <a:avLst/>
          </a:prstGeom>
        </p:spPr>
      </p:pic>
      <p:pic>
        <p:nvPicPr>
          <p:cNvPr id="185" name="Graphic 184">
            <a:extLst>
              <a:ext uri="{FF2B5EF4-FFF2-40B4-BE49-F238E27FC236}">
                <a16:creationId xmlns:a16="http://schemas.microsoft.com/office/drawing/2014/main" id="{806C5B06-1E96-4708-AC73-2EBD56CFBE15}"/>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314541" y="2474333"/>
            <a:ext cx="399600" cy="296477"/>
          </a:xfrm>
          <a:prstGeom prst="rect">
            <a:avLst/>
          </a:prstGeom>
        </p:spPr>
      </p:pic>
      <p:pic>
        <p:nvPicPr>
          <p:cNvPr id="186" name="Graphic 185">
            <a:extLst>
              <a:ext uri="{FF2B5EF4-FFF2-40B4-BE49-F238E27FC236}">
                <a16:creationId xmlns:a16="http://schemas.microsoft.com/office/drawing/2014/main" id="{B6CE913B-03D3-47FA-8F87-D8BAFD412A1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277954" y="2500113"/>
            <a:ext cx="399600" cy="244916"/>
          </a:xfrm>
          <a:prstGeom prst="rect">
            <a:avLst/>
          </a:prstGeom>
        </p:spPr>
      </p:pic>
      <p:pic>
        <p:nvPicPr>
          <p:cNvPr id="187" name="Graphic 186">
            <a:extLst>
              <a:ext uri="{FF2B5EF4-FFF2-40B4-BE49-F238E27FC236}">
                <a16:creationId xmlns:a16="http://schemas.microsoft.com/office/drawing/2014/main" id="{BEFE8D37-5A6F-4026-A5CC-86334A8D4A09}"/>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256025" y="2439674"/>
            <a:ext cx="399600" cy="348039"/>
          </a:xfrm>
          <a:prstGeom prst="rect">
            <a:avLst/>
          </a:prstGeom>
        </p:spPr>
      </p:pic>
      <p:pic>
        <p:nvPicPr>
          <p:cNvPr id="188" name="Graphic 187">
            <a:extLst>
              <a:ext uri="{FF2B5EF4-FFF2-40B4-BE49-F238E27FC236}">
                <a16:creationId xmlns:a16="http://schemas.microsoft.com/office/drawing/2014/main" id="{429E63AA-C9B6-44F7-8C01-19C4F44626D0}"/>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1225373" y="2440464"/>
            <a:ext cx="399600" cy="328703"/>
          </a:xfrm>
          <a:prstGeom prst="rect">
            <a:avLst/>
          </a:prstGeom>
        </p:spPr>
      </p:pic>
      <p:sp>
        <p:nvSpPr>
          <p:cNvPr id="189" name="Text Placeholder 72">
            <a:extLst>
              <a:ext uri="{FF2B5EF4-FFF2-40B4-BE49-F238E27FC236}">
                <a16:creationId xmlns:a16="http://schemas.microsoft.com/office/drawing/2014/main" id="{A9D9CD85-84EC-4B25-A61B-AC03966522B6}"/>
              </a:ext>
            </a:extLst>
          </p:cNvPr>
          <p:cNvSpPr txBox="1">
            <a:spLocks/>
          </p:cNvSpPr>
          <p:nvPr/>
        </p:nvSpPr>
        <p:spPr>
          <a:xfrm>
            <a:off x="313723"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DATA</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SCIENTIST</a:t>
            </a:r>
          </a:p>
        </p:txBody>
      </p:sp>
      <p:sp>
        <p:nvSpPr>
          <p:cNvPr id="190" name="Text Placeholder 74">
            <a:extLst>
              <a:ext uri="{FF2B5EF4-FFF2-40B4-BE49-F238E27FC236}">
                <a16:creationId xmlns:a16="http://schemas.microsoft.com/office/drawing/2014/main" id="{F2E54D6A-B82D-4451-8AAA-8AD9B501359C}"/>
              </a:ext>
            </a:extLst>
          </p:cNvPr>
          <p:cNvSpPr txBox="1">
            <a:spLocks/>
          </p:cNvSpPr>
          <p:nvPr/>
        </p:nvSpPr>
        <p:spPr>
          <a:xfrm>
            <a:off x="1302128"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SERVICE</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PROVIDER</a:t>
            </a:r>
          </a:p>
        </p:txBody>
      </p:sp>
      <p:sp>
        <p:nvSpPr>
          <p:cNvPr id="191" name="Text Placeholder 76">
            <a:extLst>
              <a:ext uri="{FF2B5EF4-FFF2-40B4-BE49-F238E27FC236}">
                <a16:creationId xmlns:a16="http://schemas.microsoft.com/office/drawing/2014/main" id="{51015180-125F-4AC0-BD43-2E5BA5B31B5C}"/>
              </a:ext>
            </a:extLst>
          </p:cNvPr>
          <p:cNvSpPr txBox="1">
            <a:spLocks/>
          </p:cNvSpPr>
          <p:nvPr/>
        </p:nvSpPr>
        <p:spPr>
          <a:xfrm>
            <a:off x="2257483"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EQUIPMENT</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MANUFACTURER</a:t>
            </a:r>
          </a:p>
        </p:txBody>
      </p:sp>
      <p:pic>
        <p:nvPicPr>
          <p:cNvPr id="192" name="Graphic 191">
            <a:extLst>
              <a:ext uri="{FF2B5EF4-FFF2-40B4-BE49-F238E27FC236}">
                <a16:creationId xmlns:a16="http://schemas.microsoft.com/office/drawing/2014/main" id="{43D7C423-618B-46F9-84FA-64EA0E31AFD6}"/>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67948" y="3383790"/>
            <a:ext cx="399600" cy="393155"/>
          </a:xfrm>
          <a:prstGeom prst="rect">
            <a:avLst/>
          </a:prstGeom>
        </p:spPr>
      </p:pic>
      <p:pic>
        <p:nvPicPr>
          <p:cNvPr id="193" name="Graphic 192">
            <a:extLst>
              <a:ext uri="{FF2B5EF4-FFF2-40B4-BE49-F238E27FC236}">
                <a16:creationId xmlns:a16="http://schemas.microsoft.com/office/drawing/2014/main" id="{9D8B94EC-4B65-4DA9-AAEE-7178FDD62D9F}"/>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566179" y="3389445"/>
            <a:ext cx="379948" cy="399600"/>
          </a:xfrm>
          <a:prstGeom prst="rect">
            <a:avLst/>
          </a:prstGeom>
        </p:spPr>
      </p:pic>
      <p:pic>
        <p:nvPicPr>
          <p:cNvPr id="194" name="Graphic 193">
            <a:extLst>
              <a:ext uri="{FF2B5EF4-FFF2-40B4-BE49-F238E27FC236}">
                <a16:creationId xmlns:a16="http://schemas.microsoft.com/office/drawing/2014/main" id="{4DB05FA5-98B1-4294-A18B-C1A6C2EEF9D5}"/>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2511708" y="3389445"/>
            <a:ext cx="399600" cy="399600"/>
          </a:xfrm>
          <a:prstGeom prst="rect">
            <a:avLst/>
          </a:prstGeom>
        </p:spPr>
      </p:pic>
      <p:sp>
        <p:nvSpPr>
          <p:cNvPr id="195" name="Text Placeholder 78">
            <a:extLst>
              <a:ext uri="{FF2B5EF4-FFF2-40B4-BE49-F238E27FC236}">
                <a16:creationId xmlns:a16="http://schemas.microsoft.com/office/drawing/2014/main" id="{0F7150E1-3D7A-4A83-9441-BACDFD781CFA}"/>
              </a:ext>
            </a:extLst>
          </p:cNvPr>
          <p:cNvSpPr txBox="1">
            <a:spLocks/>
          </p:cNvSpPr>
          <p:nvPr/>
        </p:nvSpPr>
        <p:spPr>
          <a:xfrm>
            <a:off x="3222404"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FIELD</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TECHNICIAN 1</a:t>
            </a:r>
          </a:p>
        </p:txBody>
      </p:sp>
      <p:sp>
        <p:nvSpPr>
          <p:cNvPr id="196" name="Text Placeholder 80">
            <a:extLst>
              <a:ext uri="{FF2B5EF4-FFF2-40B4-BE49-F238E27FC236}">
                <a16:creationId xmlns:a16="http://schemas.microsoft.com/office/drawing/2014/main" id="{137D6AE4-9324-4AB0-8C7A-204F1BE996A7}"/>
              </a:ext>
            </a:extLst>
          </p:cNvPr>
          <p:cNvSpPr txBox="1">
            <a:spLocks/>
          </p:cNvSpPr>
          <p:nvPr/>
        </p:nvSpPr>
        <p:spPr>
          <a:xfrm>
            <a:off x="4188264"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FIELD</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TECHNICIAN 2</a:t>
            </a:r>
          </a:p>
        </p:txBody>
      </p:sp>
      <p:sp>
        <p:nvSpPr>
          <p:cNvPr id="197" name="Text Placeholder 82">
            <a:extLst>
              <a:ext uri="{FF2B5EF4-FFF2-40B4-BE49-F238E27FC236}">
                <a16:creationId xmlns:a16="http://schemas.microsoft.com/office/drawing/2014/main" id="{C37BE214-0A48-4039-9F7C-BE9CA409C02F}"/>
              </a:ext>
            </a:extLst>
          </p:cNvPr>
          <p:cNvSpPr txBox="1">
            <a:spLocks/>
          </p:cNvSpPr>
          <p:nvPr/>
        </p:nvSpPr>
        <p:spPr>
          <a:xfrm>
            <a:off x="5154092"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ENGINEER</a:t>
            </a:r>
          </a:p>
        </p:txBody>
      </p:sp>
      <p:sp>
        <p:nvSpPr>
          <p:cNvPr id="198" name="Text Placeholder 84">
            <a:extLst>
              <a:ext uri="{FF2B5EF4-FFF2-40B4-BE49-F238E27FC236}">
                <a16:creationId xmlns:a16="http://schemas.microsoft.com/office/drawing/2014/main" id="{C9381AAC-3040-4007-9400-2483C06F9507}"/>
              </a:ext>
            </a:extLst>
          </p:cNvPr>
          <p:cNvSpPr txBox="1">
            <a:spLocks/>
          </p:cNvSpPr>
          <p:nvPr/>
        </p:nvSpPr>
        <p:spPr>
          <a:xfrm>
            <a:off x="6132668"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WORKER</a:t>
            </a:r>
          </a:p>
        </p:txBody>
      </p:sp>
      <p:sp>
        <p:nvSpPr>
          <p:cNvPr id="199" name="Text Placeholder 86">
            <a:extLst>
              <a:ext uri="{FF2B5EF4-FFF2-40B4-BE49-F238E27FC236}">
                <a16:creationId xmlns:a16="http://schemas.microsoft.com/office/drawing/2014/main" id="{800204F2-6C29-41E5-8982-9673EF126D72}"/>
              </a:ext>
            </a:extLst>
          </p:cNvPr>
          <p:cNvSpPr txBox="1">
            <a:spLocks/>
          </p:cNvSpPr>
          <p:nvPr/>
        </p:nvSpPr>
        <p:spPr>
          <a:xfrm>
            <a:off x="7095673"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EVENT</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FRAMES</a:t>
            </a:r>
          </a:p>
        </p:txBody>
      </p:sp>
      <p:sp>
        <p:nvSpPr>
          <p:cNvPr id="200" name="Text Placeholder 88">
            <a:extLst>
              <a:ext uri="{FF2B5EF4-FFF2-40B4-BE49-F238E27FC236}">
                <a16:creationId xmlns:a16="http://schemas.microsoft.com/office/drawing/2014/main" id="{BD422D42-9C3F-4C88-AA16-7A7F4F1D17C9}"/>
              </a:ext>
            </a:extLst>
          </p:cNvPr>
          <p:cNvSpPr txBox="1">
            <a:spLocks/>
          </p:cNvSpPr>
          <p:nvPr/>
        </p:nvSpPr>
        <p:spPr>
          <a:xfrm>
            <a:off x="8060316"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DATA</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ARCHIVE</a:t>
            </a:r>
          </a:p>
        </p:txBody>
      </p:sp>
      <p:sp>
        <p:nvSpPr>
          <p:cNvPr id="201" name="Text Placeholder 90">
            <a:extLst>
              <a:ext uri="{FF2B5EF4-FFF2-40B4-BE49-F238E27FC236}">
                <a16:creationId xmlns:a16="http://schemas.microsoft.com/office/drawing/2014/main" id="{64302181-D4ED-4C9A-A36B-3FEAE9FBD089}"/>
              </a:ext>
            </a:extLst>
          </p:cNvPr>
          <p:cNvSpPr txBox="1">
            <a:spLocks/>
          </p:cNvSpPr>
          <p:nvPr/>
        </p:nvSpPr>
        <p:spPr>
          <a:xfrm>
            <a:off x="9023729"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ASSET FRAME</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WORK</a:t>
            </a:r>
          </a:p>
        </p:txBody>
      </p:sp>
      <p:sp>
        <p:nvSpPr>
          <p:cNvPr id="202" name="Text Placeholder 92">
            <a:extLst>
              <a:ext uri="{FF2B5EF4-FFF2-40B4-BE49-F238E27FC236}">
                <a16:creationId xmlns:a16="http://schemas.microsoft.com/office/drawing/2014/main" id="{3A87ECDB-A190-496C-942B-AA6CF07C4AF6}"/>
              </a:ext>
            </a:extLst>
          </p:cNvPr>
          <p:cNvSpPr txBox="1">
            <a:spLocks/>
          </p:cNvSpPr>
          <p:nvPr/>
        </p:nvSpPr>
        <p:spPr>
          <a:xfrm>
            <a:off x="10001800"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ASSET</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ANALYTICS</a:t>
            </a:r>
          </a:p>
        </p:txBody>
      </p:sp>
      <p:pic>
        <p:nvPicPr>
          <p:cNvPr id="203" name="Graphic 202">
            <a:extLst>
              <a:ext uri="{FF2B5EF4-FFF2-40B4-BE49-F238E27FC236}">
                <a16:creationId xmlns:a16="http://schemas.microsoft.com/office/drawing/2014/main" id="{CDECC2FE-2F80-4940-A6D2-26C164461D2A}"/>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3476629" y="3371689"/>
            <a:ext cx="399600" cy="399600"/>
          </a:xfrm>
          <a:prstGeom prst="rect">
            <a:avLst/>
          </a:prstGeom>
        </p:spPr>
      </p:pic>
      <p:pic>
        <p:nvPicPr>
          <p:cNvPr id="204" name="Graphic 203">
            <a:extLst>
              <a:ext uri="{FF2B5EF4-FFF2-40B4-BE49-F238E27FC236}">
                <a16:creationId xmlns:a16="http://schemas.microsoft.com/office/drawing/2014/main" id="{D2A757CA-6102-44C3-A281-D2F0794DB1F7}"/>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4484383" y="3380567"/>
            <a:ext cx="315813" cy="399600"/>
          </a:xfrm>
          <a:prstGeom prst="rect">
            <a:avLst/>
          </a:prstGeom>
        </p:spPr>
      </p:pic>
      <p:pic>
        <p:nvPicPr>
          <p:cNvPr id="205" name="Graphic 204">
            <a:extLst>
              <a:ext uri="{FF2B5EF4-FFF2-40B4-BE49-F238E27FC236}">
                <a16:creationId xmlns:a16="http://schemas.microsoft.com/office/drawing/2014/main" id="{A45CE5FD-A45E-4E1D-8BCF-4ABF09B254C5}"/>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5421208" y="3380567"/>
            <a:ext cx="373819" cy="399600"/>
          </a:xfrm>
          <a:prstGeom prst="rect">
            <a:avLst/>
          </a:prstGeom>
        </p:spPr>
      </p:pic>
      <p:pic>
        <p:nvPicPr>
          <p:cNvPr id="206" name="Graphic 205">
            <a:extLst>
              <a:ext uri="{FF2B5EF4-FFF2-40B4-BE49-F238E27FC236}">
                <a16:creationId xmlns:a16="http://schemas.microsoft.com/office/drawing/2014/main" id="{63255E29-3590-4F5B-8565-A5233900D91B}"/>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428787" y="3389445"/>
            <a:ext cx="315813" cy="399600"/>
          </a:xfrm>
          <a:prstGeom prst="rect">
            <a:avLst/>
          </a:prstGeom>
        </p:spPr>
      </p:pic>
      <p:pic>
        <p:nvPicPr>
          <p:cNvPr id="207" name="Graphic 206">
            <a:extLst>
              <a:ext uri="{FF2B5EF4-FFF2-40B4-BE49-F238E27FC236}">
                <a16:creationId xmlns:a16="http://schemas.microsoft.com/office/drawing/2014/main" id="{90833BF8-45CC-4B43-918F-F7DB8D71634B}"/>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7349898" y="3416016"/>
            <a:ext cx="399600" cy="328703"/>
          </a:xfrm>
          <a:prstGeom prst="rect">
            <a:avLst/>
          </a:prstGeom>
        </p:spPr>
      </p:pic>
      <p:pic>
        <p:nvPicPr>
          <p:cNvPr id="208" name="Graphic 207">
            <a:extLst>
              <a:ext uri="{FF2B5EF4-FFF2-40B4-BE49-F238E27FC236}">
                <a16:creationId xmlns:a16="http://schemas.microsoft.com/office/drawing/2014/main" id="{ACD12491-8872-4F1E-BB1B-0BFD50B3AB8A}"/>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314541" y="3403915"/>
            <a:ext cx="399600" cy="335148"/>
          </a:xfrm>
          <a:prstGeom prst="rect">
            <a:avLst/>
          </a:prstGeom>
        </p:spPr>
      </p:pic>
      <p:pic>
        <p:nvPicPr>
          <p:cNvPr id="209" name="Graphic 208">
            <a:extLst>
              <a:ext uri="{FF2B5EF4-FFF2-40B4-BE49-F238E27FC236}">
                <a16:creationId xmlns:a16="http://schemas.microsoft.com/office/drawing/2014/main" id="{7A691BF2-70D3-4EFA-96B7-AD97FDB18AF4}"/>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9277954" y="3381357"/>
            <a:ext cx="399600" cy="380265"/>
          </a:xfrm>
          <a:prstGeom prst="rect">
            <a:avLst/>
          </a:prstGeom>
        </p:spPr>
      </p:pic>
      <p:sp>
        <p:nvSpPr>
          <p:cNvPr id="211" name="Text Placeholder 94">
            <a:extLst>
              <a:ext uri="{FF2B5EF4-FFF2-40B4-BE49-F238E27FC236}">
                <a16:creationId xmlns:a16="http://schemas.microsoft.com/office/drawing/2014/main" id="{EF05F498-C00E-43D3-8D1D-EE26924A6200}"/>
              </a:ext>
            </a:extLst>
          </p:cNvPr>
          <p:cNvSpPr txBox="1">
            <a:spLocks/>
          </p:cNvSpPr>
          <p:nvPr/>
        </p:nvSpPr>
        <p:spPr>
          <a:xfrm>
            <a:off x="10971148"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IIOT</a:t>
            </a:r>
          </a:p>
        </p:txBody>
      </p:sp>
      <p:pic>
        <p:nvPicPr>
          <p:cNvPr id="212" name="Graphic 211">
            <a:extLst>
              <a:ext uri="{FF2B5EF4-FFF2-40B4-BE49-F238E27FC236}">
                <a16:creationId xmlns:a16="http://schemas.microsoft.com/office/drawing/2014/main" id="{5DCCD164-2409-4C69-8AE6-7AE695CF949A}"/>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1251154" y="3380567"/>
            <a:ext cx="348039" cy="399600"/>
          </a:xfrm>
          <a:prstGeom prst="rect">
            <a:avLst/>
          </a:prstGeom>
        </p:spPr>
      </p:pic>
      <p:sp>
        <p:nvSpPr>
          <p:cNvPr id="213" name="Text Placeholder 96">
            <a:extLst>
              <a:ext uri="{FF2B5EF4-FFF2-40B4-BE49-F238E27FC236}">
                <a16:creationId xmlns:a16="http://schemas.microsoft.com/office/drawing/2014/main" id="{3C404E49-3CB7-4148-9FA0-F297559CFFC0}"/>
              </a:ext>
            </a:extLst>
          </p:cNvPr>
          <p:cNvSpPr txBox="1">
            <a:spLocks/>
          </p:cNvSpPr>
          <p:nvPr/>
        </p:nvSpPr>
        <p:spPr>
          <a:xfrm>
            <a:off x="313723"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ANALYTICS</a:t>
            </a:r>
          </a:p>
        </p:txBody>
      </p:sp>
      <p:sp>
        <p:nvSpPr>
          <p:cNvPr id="214" name="Text Placeholder 98">
            <a:extLst>
              <a:ext uri="{FF2B5EF4-FFF2-40B4-BE49-F238E27FC236}">
                <a16:creationId xmlns:a16="http://schemas.microsoft.com/office/drawing/2014/main" id="{C7E0CD73-4951-41DE-800A-208B112656DA}"/>
              </a:ext>
            </a:extLst>
          </p:cNvPr>
          <p:cNvSpPr txBox="1">
            <a:spLocks/>
          </p:cNvSpPr>
          <p:nvPr/>
        </p:nvSpPr>
        <p:spPr>
          <a:xfrm>
            <a:off x="1302128"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REPORT  1</a:t>
            </a:r>
          </a:p>
        </p:txBody>
      </p:sp>
      <p:sp>
        <p:nvSpPr>
          <p:cNvPr id="215" name="Text Placeholder 100">
            <a:extLst>
              <a:ext uri="{FF2B5EF4-FFF2-40B4-BE49-F238E27FC236}">
                <a16:creationId xmlns:a16="http://schemas.microsoft.com/office/drawing/2014/main" id="{63CDC628-9150-4A31-AE3B-4B9CF7B60A49}"/>
              </a:ext>
            </a:extLst>
          </p:cNvPr>
          <p:cNvSpPr txBox="1">
            <a:spLocks/>
          </p:cNvSpPr>
          <p:nvPr/>
        </p:nvSpPr>
        <p:spPr>
          <a:xfrm>
            <a:off x="2257483"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REPORT  2</a:t>
            </a:r>
          </a:p>
        </p:txBody>
      </p:sp>
      <p:pic>
        <p:nvPicPr>
          <p:cNvPr id="216" name="Graphic 215">
            <a:extLst>
              <a:ext uri="{FF2B5EF4-FFF2-40B4-BE49-F238E27FC236}">
                <a16:creationId xmlns:a16="http://schemas.microsoft.com/office/drawing/2014/main" id="{FAB05AF6-4A86-4C31-9B89-E56B2F8D945B}"/>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567948" y="4387161"/>
            <a:ext cx="399600" cy="328703"/>
          </a:xfrm>
          <a:prstGeom prst="rect">
            <a:avLst/>
          </a:prstGeom>
        </p:spPr>
      </p:pic>
      <p:pic>
        <p:nvPicPr>
          <p:cNvPr id="217" name="Graphic 216">
            <a:extLst>
              <a:ext uri="{FF2B5EF4-FFF2-40B4-BE49-F238E27FC236}">
                <a16:creationId xmlns:a16="http://schemas.microsoft.com/office/drawing/2014/main" id="{E027325C-7F97-4AD9-AD97-0BD72651FE04}"/>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1553131" y="4351712"/>
            <a:ext cx="406045" cy="399600"/>
          </a:xfrm>
          <a:prstGeom prst="rect">
            <a:avLst/>
          </a:prstGeom>
        </p:spPr>
      </p:pic>
      <p:pic>
        <p:nvPicPr>
          <p:cNvPr id="218" name="Graphic 217">
            <a:extLst>
              <a:ext uri="{FF2B5EF4-FFF2-40B4-BE49-F238E27FC236}">
                <a16:creationId xmlns:a16="http://schemas.microsoft.com/office/drawing/2014/main" id="{CB5D71F0-34D4-4BB2-A493-8B6C1B513F88}"/>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2550379" y="4351712"/>
            <a:ext cx="322258" cy="399600"/>
          </a:xfrm>
          <a:prstGeom prst="rect">
            <a:avLst/>
          </a:prstGeom>
        </p:spPr>
      </p:pic>
      <p:sp>
        <p:nvSpPr>
          <p:cNvPr id="219" name="Text Placeholder 102">
            <a:extLst>
              <a:ext uri="{FF2B5EF4-FFF2-40B4-BE49-F238E27FC236}">
                <a16:creationId xmlns:a16="http://schemas.microsoft.com/office/drawing/2014/main" id="{570DF7A8-73E7-4DC5-8B6A-EA8C3E10FC32}"/>
              </a:ext>
            </a:extLst>
          </p:cNvPr>
          <p:cNvSpPr txBox="1">
            <a:spLocks/>
          </p:cNvSpPr>
          <p:nvPr/>
        </p:nvSpPr>
        <p:spPr>
          <a:xfrm>
            <a:off x="3222404"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STORE 1</a:t>
            </a:r>
          </a:p>
        </p:txBody>
      </p:sp>
      <p:sp>
        <p:nvSpPr>
          <p:cNvPr id="220" name="Text Placeholder 104">
            <a:extLst>
              <a:ext uri="{FF2B5EF4-FFF2-40B4-BE49-F238E27FC236}">
                <a16:creationId xmlns:a16="http://schemas.microsoft.com/office/drawing/2014/main" id="{4861D6D9-0284-49C5-B4C2-583DD73C3D2C}"/>
              </a:ext>
            </a:extLst>
          </p:cNvPr>
          <p:cNvSpPr txBox="1">
            <a:spLocks/>
          </p:cNvSpPr>
          <p:nvPr/>
        </p:nvSpPr>
        <p:spPr>
          <a:xfrm>
            <a:off x="4188264"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STORE 2</a:t>
            </a:r>
          </a:p>
        </p:txBody>
      </p:sp>
      <p:sp>
        <p:nvSpPr>
          <p:cNvPr id="221" name="Text Placeholder 106">
            <a:extLst>
              <a:ext uri="{FF2B5EF4-FFF2-40B4-BE49-F238E27FC236}">
                <a16:creationId xmlns:a16="http://schemas.microsoft.com/office/drawing/2014/main" id="{1C9131B7-B999-426F-9B73-8DF48D11DE3E}"/>
              </a:ext>
            </a:extLst>
          </p:cNvPr>
          <p:cNvSpPr txBox="1">
            <a:spLocks/>
          </p:cNvSpPr>
          <p:nvPr/>
        </p:nvSpPr>
        <p:spPr>
          <a:xfrm>
            <a:off x="5154092"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IIOT SENSOR</a:t>
            </a:r>
          </a:p>
        </p:txBody>
      </p:sp>
      <p:sp>
        <p:nvSpPr>
          <p:cNvPr id="222" name="Text Placeholder 108">
            <a:extLst>
              <a:ext uri="{FF2B5EF4-FFF2-40B4-BE49-F238E27FC236}">
                <a16:creationId xmlns:a16="http://schemas.microsoft.com/office/drawing/2014/main" id="{AE404FE6-683A-4734-8064-B1DD4360D628}"/>
              </a:ext>
            </a:extLst>
          </p:cNvPr>
          <p:cNvSpPr txBox="1">
            <a:spLocks/>
          </p:cNvSpPr>
          <p:nvPr/>
        </p:nvSpPr>
        <p:spPr>
          <a:xfrm>
            <a:off x="6132668"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NOTIFICATIONS</a:t>
            </a:r>
          </a:p>
        </p:txBody>
      </p:sp>
      <p:sp>
        <p:nvSpPr>
          <p:cNvPr id="223" name="Text Placeholder 110">
            <a:extLst>
              <a:ext uri="{FF2B5EF4-FFF2-40B4-BE49-F238E27FC236}">
                <a16:creationId xmlns:a16="http://schemas.microsoft.com/office/drawing/2014/main" id="{44D70FCC-0517-4B6B-B6FD-2780B2EFE460}"/>
              </a:ext>
            </a:extLst>
          </p:cNvPr>
          <p:cNvSpPr txBox="1">
            <a:spLocks/>
          </p:cNvSpPr>
          <p:nvPr/>
        </p:nvSpPr>
        <p:spPr>
          <a:xfrm>
            <a:off x="7095673"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MONITORING 1</a:t>
            </a:r>
          </a:p>
        </p:txBody>
      </p:sp>
      <p:sp>
        <p:nvSpPr>
          <p:cNvPr id="224" name="Text Placeholder 112">
            <a:extLst>
              <a:ext uri="{FF2B5EF4-FFF2-40B4-BE49-F238E27FC236}">
                <a16:creationId xmlns:a16="http://schemas.microsoft.com/office/drawing/2014/main" id="{61EAD03D-5A5F-4275-8C0D-C57A987DCAE6}"/>
              </a:ext>
            </a:extLst>
          </p:cNvPr>
          <p:cNvSpPr txBox="1">
            <a:spLocks/>
          </p:cNvSpPr>
          <p:nvPr/>
        </p:nvSpPr>
        <p:spPr>
          <a:xfrm>
            <a:off x="8060316"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MONITORING 2</a:t>
            </a:r>
          </a:p>
        </p:txBody>
      </p:sp>
      <p:sp>
        <p:nvSpPr>
          <p:cNvPr id="225" name="Text Placeholder 114">
            <a:extLst>
              <a:ext uri="{FF2B5EF4-FFF2-40B4-BE49-F238E27FC236}">
                <a16:creationId xmlns:a16="http://schemas.microsoft.com/office/drawing/2014/main" id="{8A9A6414-529F-429E-8E9F-AEC6BB0462BB}"/>
              </a:ext>
            </a:extLst>
          </p:cNvPr>
          <p:cNvSpPr txBox="1">
            <a:spLocks/>
          </p:cNvSpPr>
          <p:nvPr/>
        </p:nvSpPr>
        <p:spPr>
          <a:xfrm>
            <a:off x="9023729"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TAG</a:t>
            </a:r>
          </a:p>
        </p:txBody>
      </p:sp>
      <p:pic>
        <p:nvPicPr>
          <p:cNvPr id="226" name="Graphic 225">
            <a:extLst>
              <a:ext uri="{FF2B5EF4-FFF2-40B4-BE49-F238E27FC236}">
                <a16:creationId xmlns:a16="http://schemas.microsoft.com/office/drawing/2014/main" id="{6CA38461-8B80-4E52-8535-52190C92380A}"/>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3476629" y="4406496"/>
            <a:ext cx="399600" cy="290032"/>
          </a:xfrm>
          <a:prstGeom prst="rect">
            <a:avLst/>
          </a:prstGeom>
        </p:spPr>
      </p:pic>
      <p:pic>
        <p:nvPicPr>
          <p:cNvPr id="227" name="Graphic 226">
            <a:extLst>
              <a:ext uri="{FF2B5EF4-FFF2-40B4-BE49-F238E27FC236}">
                <a16:creationId xmlns:a16="http://schemas.microsoft.com/office/drawing/2014/main" id="{A78EF6DF-DB50-49AF-85DF-27575FF3C8C8}"/>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4442489" y="4427775"/>
            <a:ext cx="399600" cy="264252"/>
          </a:xfrm>
          <a:prstGeom prst="rect">
            <a:avLst/>
          </a:prstGeom>
        </p:spPr>
      </p:pic>
      <p:pic>
        <p:nvPicPr>
          <p:cNvPr id="228" name="Graphic 227">
            <a:extLst>
              <a:ext uri="{FF2B5EF4-FFF2-40B4-BE49-F238E27FC236}">
                <a16:creationId xmlns:a16="http://schemas.microsoft.com/office/drawing/2014/main" id="{FF56431C-DBA5-4454-BC14-2D19333AE9A7}"/>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514662" y="4351712"/>
            <a:ext cx="186910" cy="399600"/>
          </a:xfrm>
          <a:prstGeom prst="rect">
            <a:avLst/>
          </a:prstGeom>
        </p:spPr>
      </p:pic>
      <p:pic>
        <p:nvPicPr>
          <p:cNvPr id="229" name="Graphic 228">
            <a:extLst>
              <a:ext uri="{FF2B5EF4-FFF2-40B4-BE49-F238E27FC236}">
                <a16:creationId xmlns:a16="http://schemas.microsoft.com/office/drawing/2014/main" id="{23DE17D7-8DAE-4D15-90D6-E7D6F04E0BD9}"/>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6386893" y="4403274"/>
            <a:ext cx="399600" cy="296477"/>
          </a:xfrm>
          <a:prstGeom prst="rect">
            <a:avLst/>
          </a:prstGeom>
        </p:spPr>
      </p:pic>
      <p:pic>
        <p:nvPicPr>
          <p:cNvPr id="230" name="Graphic 229">
            <a:extLst>
              <a:ext uri="{FF2B5EF4-FFF2-40B4-BE49-F238E27FC236}">
                <a16:creationId xmlns:a16="http://schemas.microsoft.com/office/drawing/2014/main" id="{208A7C74-4F2F-451E-913D-074C2C50BEA7}"/>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7349898" y="4371048"/>
            <a:ext cx="399600" cy="360929"/>
          </a:xfrm>
          <a:prstGeom prst="rect">
            <a:avLst/>
          </a:prstGeom>
        </p:spPr>
      </p:pic>
      <p:pic>
        <p:nvPicPr>
          <p:cNvPr id="231" name="Graphic 230">
            <a:extLst>
              <a:ext uri="{FF2B5EF4-FFF2-40B4-BE49-F238E27FC236}">
                <a16:creationId xmlns:a16="http://schemas.microsoft.com/office/drawing/2014/main" id="{57B3B77B-7C4F-4CF1-B4EA-EE743592A124}"/>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8314541" y="4351712"/>
            <a:ext cx="399600" cy="399600"/>
          </a:xfrm>
          <a:prstGeom prst="rect">
            <a:avLst/>
          </a:prstGeom>
        </p:spPr>
      </p:pic>
      <p:pic>
        <p:nvPicPr>
          <p:cNvPr id="232" name="Graphic 231">
            <a:extLst>
              <a:ext uri="{FF2B5EF4-FFF2-40B4-BE49-F238E27FC236}">
                <a16:creationId xmlns:a16="http://schemas.microsoft.com/office/drawing/2014/main" id="{E0545C62-0F39-414B-AA81-4629E64D1AED}"/>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9277954" y="4351712"/>
            <a:ext cx="399600" cy="399600"/>
          </a:xfrm>
          <a:prstGeom prst="rect">
            <a:avLst/>
          </a:prstGeom>
        </p:spPr>
      </p:pic>
      <p:sp>
        <p:nvSpPr>
          <p:cNvPr id="233" name="Text Placeholder 112">
            <a:extLst>
              <a:ext uri="{FF2B5EF4-FFF2-40B4-BE49-F238E27FC236}">
                <a16:creationId xmlns:a16="http://schemas.microsoft.com/office/drawing/2014/main" id="{DCF45326-3984-46AA-8EE9-FC76D1253996}"/>
              </a:ext>
            </a:extLst>
          </p:cNvPr>
          <p:cNvSpPr txBox="1">
            <a:spLocks/>
          </p:cNvSpPr>
          <p:nvPr/>
        </p:nvSpPr>
        <p:spPr>
          <a:xfrm>
            <a:off x="10001800"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ENGINEERING</a:t>
            </a:r>
          </a:p>
        </p:txBody>
      </p:sp>
      <p:sp>
        <p:nvSpPr>
          <p:cNvPr id="234" name="Text Placeholder 112">
            <a:extLst>
              <a:ext uri="{FF2B5EF4-FFF2-40B4-BE49-F238E27FC236}">
                <a16:creationId xmlns:a16="http://schemas.microsoft.com/office/drawing/2014/main" id="{620712CE-DFBE-4097-AB30-E28CD3977613}"/>
              </a:ext>
            </a:extLst>
          </p:cNvPr>
          <p:cNvSpPr txBox="1">
            <a:spLocks/>
          </p:cNvSpPr>
          <p:nvPr/>
        </p:nvSpPr>
        <p:spPr>
          <a:xfrm>
            <a:off x="10971148" y="48575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OPERATIONS</a:t>
            </a:r>
          </a:p>
        </p:txBody>
      </p:sp>
      <p:sp>
        <p:nvSpPr>
          <p:cNvPr id="235" name="Text Placeholder 96">
            <a:extLst>
              <a:ext uri="{FF2B5EF4-FFF2-40B4-BE49-F238E27FC236}">
                <a16:creationId xmlns:a16="http://schemas.microsoft.com/office/drawing/2014/main" id="{4FEF9D8C-9D11-4C43-BFE4-30BD826F6BF3}"/>
              </a:ext>
            </a:extLst>
          </p:cNvPr>
          <p:cNvSpPr txBox="1">
            <a:spLocks/>
          </p:cNvSpPr>
          <p:nvPr/>
        </p:nvSpPr>
        <p:spPr>
          <a:xfrm>
            <a:off x="313723"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PERFORMANCE</a:t>
            </a:r>
          </a:p>
        </p:txBody>
      </p:sp>
      <p:sp>
        <p:nvSpPr>
          <p:cNvPr id="236" name="Text Placeholder 98">
            <a:extLst>
              <a:ext uri="{FF2B5EF4-FFF2-40B4-BE49-F238E27FC236}">
                <a16:creationId xmlns:a16="http://schemas.microsoft.com/office/drawing/2014/main" id="{581B2D4B-5FA5-43B9-9E5E-987FFFC35D91}"/>
              </a:ext>
            </a:extLst>
          </p:cNvPr>
          <p:cNvSpPr txBox="1">
            <a:spLocks/>
          </p:cNvSpPr>
          <p:nvPr/>
        </p:nvSpPr>
        <p:spPr>
          <a:xfrm>
            <a:off x="1302128"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VR HEADSET</a:t>
            </a:r>
          </a:p>
        </p:txBody>
      </p:sp>
      <p:sp>
        <p:nvSpPr>
          <p:cNvPr id="237" name="Text Placeholder 100">
            <a:extLst>
              <a:ext uri="{FF2B5EF4-FFF2-40B4-BE49-F238E27FC236}">
                <a16:creationId xmlns:a16="http://schemas.microsoft.com/office/drawing/2014/main" id="{A2CB09C9-F6E2-4272-B565-523FDF817226}"/>
              </a:ext>
            </a:extLst>
          </p:cNvPr>
          <p:cNvSpPr txBox="1">
            <a:spLocks/>
          </p:cNvSpPr>
          <p:nvPr/>
        </p:nvSpPr>
        <p:spPr>
          <a:xfrm>
            <a:off x="2257483"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HOLOLENS</a:t>
            </a:r>
          </a:p>
        </p:txBody>
      </p:sp>
      <p:sp>
        <p:nvSpPr>
          <p:cNvPr id="238" name="Text Placeholder 102">
            <a:extLst>
              <a:ext uri="{FF2B5EF4-FFF2-40B4-BE49-F238E27FC236}">
                <a16:creationId xmlns:a16="http://schemas.microsoft.com/office/drawing/2014/main" id="{C8E6C364-47B4-46B8-AE23-FE9113EDC88E}"/>
              </a:ext>
            </a:extLst>
          </p:cNvPr>
          <p:cNvSpPr txBox="1">
            <a:spLocks/>
          </p:cNvSpPr>
          <p:nvPr/>
        </p:nvSpPr>
        <p:spPr>
          <a:xfrm>
            <a:off x="3222404"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IMMERSIVE</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VR</a:t>
            </a:r>
          </a:p>
        </p:txBody>
      </p:sp>
      <p:sp>
        <p:nvSpPr>
          <p:cNvPr id="239" name="Text Placeholder 104">
            <a:extLst>
              <a:ext uri="{FF2B5EF4-FFF2-40B4-BE49-F238E27FC236}">
                <a16:creationId xmlns:a16="http://schemas.microsoft.com/office/drawing/2014/main" id="{A21451E8-7020-4207-A401-7D48FCFA3185}"/>
              </a:ext>
            </a:extLst>
          </p:cNvPr>
          <p:cNvSpPr txBox="1">
            <a:spLocks/>
          </p:cNvSpPr>
          <p:nvPr/>
        </p:nvSpPr>
        <p:spPr>
          <a:xfrm>
            <a:off x="4188264"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AUGMENTED REALITY</a:t>
            </a:r>
          </a:p>
        </p:txBody>
      </p:sp>
      <p:sp>
        <p:nvSpPr>
          <p:cNvPr id="240" name="Text Placeholder 106">
            <a:extLst>
              <a:ext uri="{FF2B5EF4-FFF2-40B4-BE49-F238E27FC236}">
                <a16:creationId xmlns:a16="http://schemas.microsoft.com/office/drawing/2014/main" id="{C3972E46-9B35-4920-A0F4-FB73EBB334D0}"/>
              </a:ext>
            </a:extLst>
          </p:cNvPr>
          <p:cNvSpPr txBox="1">
            <a:spLocks/>
          </p:cNvSpPr>
          <p:nvPr/>
        </p:nvSpPr>
        <p:spPr>
          <a:xfrm>
            <a:off x="5154092"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IIOT SMART</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SENSOR</a:t>
            </a:r>
          </a:p>
        </p:txBody>
      </p:sp>
      <p:sp>
        <p:nvSpPr>
          <p:cNvPr id="241" name="Text Placeholder 108">
            <a:extLst>
              <a:ext uri="{FF2B5EF4-FFF2-40B4-BE49-F238E27FC236}">
                <a16:creationId xmlns:a16="http://schemas.microsoft.com/office/drawing/2014/main" id="{EA2A5D23-7900-403C-A421-EE77F0C5CB0A}"/>
              </a:ext>
            </a:extLst>
          </p:cNvPr>
          <p:cNvSpPr txBox="1">
            <a:spLocks/>
          </p:cNvSpPr>
          <p:nvPr/>
        </p:nvSpPr>
        <p:spPr>
          <a:xfrm>
            <a:off x="6132668"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IIOT</a:t>
            </a:r>
          </a:p>
        </p:txBody>
      </p:sp>
      <p:sp>
        <p:nvSpPr>
          <p:cNvPr id="242" name="Text Placeholder 110">
            <a:extLst>
              <a:ext uri="{FF2B5EF4-FFF2-40B4-BE49-F238E27FC236}">
                <a16:creationId xmlns:a16="http://schemas.microsoft.com/office/drawing/2014/main" id="{2C6B249A-1BFB-4375-B58C-9F3D05505059}"/>
              </a:ext>
            </a:extLst>
          </p:cNvPr>
          <p:cNvSpPr txBox="1">
            <a:spLocks/>
          </p:cNvSpPr>
          <p:nvPr/>
        </p:nvSpPr>
        <p:spPr>
          <a:xfrm>
            <a:off x="7095673"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EDGE</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COMPUTING</a:t>
            </a:r>
          </a:p>
        </p:txBody>
      </p:sp>
      <p:sp>
        <p:nvSpPr>
          <p:cNvPr id="243" name="Text Placeholder 112">
            <a:extLst>
              <a:ext uri="{FF2B5EF4-FFF2-40B4-BE49-F238E27FC236}">
                <a16:creationId xmlns:a16="http://schemas.microsoft.com/office/drawing/2014/main" id="{D2A76434-1671-473A-BC91-30B78A24773C}"/>
              </a:ext>
            </a:extLst>
          </p:cNvPr>
          <p:cNvSpPr txBox="1">
            <a:spLocks/>
          </p:cNvSpPr>
          <p:nvPr/>
        </p:nvSpPr>
        <p:spPr>
          <a:xfrm>
            <a:off x="8060316"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EDGE</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COMPUTING</a:t>
            </a:r>
          </a:p>
        </p:txBody>
      </p:sp>
      <p:sp>
        <p:nvSpPr>
          <p:cNvPr id="244" name="Text Placeholder 114">
            <a:extLst>
              <a:ext uri="{FF2B5EF4-FFF2-40B4-BE49-F238E27FC236}">
                <a16:creationId xmlns:a16="http://schemas.microsoft.com/office/drawing/2014/main" id="{0403E75A-0A35-4E65-B866-A1A7FB929E47}"/>
              </a:ext>
            </a:extLst>
          </p:cNvPr>
          <p:cNvSpPr txBox="1">
            <a:spLocks/>
          </p:cNvSpPr>
          <p:nvPr/>
        </p:nvSpPr>
        <p:spPr>
          <a:xfrm>
            <a:off x="9023729"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DIGITAL</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TWIN</a:t>
            </a:r>
          </a:p>
        </p:txBody>
      </p:sp>
      <p:sp>
        <p:nvSpPr>
          <p:cNvPr id="245" name="Text Placeholder 112">
            <a:extLst>
              <a:ext uri="{FF2B5EF4-FFF2-40B4-BE49-F238E27FC236}">
                <a16:creationId xmlns:a16="http://schemas.microsoft.com/office/drawing/2014/main" id="{C50F5F9B-6C38-4670-AE26-1833F68417A5}"/>
              </a:ext>
            </a:extLst>
          </p:cNvPr>
          <p:cNvSpPr txBox="1">
            <a:spLocks/>
          </p:cNvSpPr>
          <p:nvPr/>
        </p:nvSpPr>
        <p:spPr>
          <a:xfrm>
            <a:off x="10001800"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DIGITAL TRANSFORMATION</a:t>
            </a:r>
          </a:p>
        </p:txBody>
      </p:sp>
      <p:sp>
        <p:nvSpPr>
          <p:cNvPr id="246" name="Text Placeholder 112">
            <a:extLst>
              <a:ext uri="{FF2B5EF4-FFF2-40B4-BE49-F238E27FC236}">
                <a16:creationId xmlns:a16="http://schemas.microsoft.com/office/drawing/2014/main" id="{40EBCA3E-CD8F-4AA3-8833-FB1084AFFB69}"/>
              </a:ext>
            </a:extLst>
          </p:cNvPr>
          <p:cNvSpPr txBox="1">
            <a:spLocks/>
          </p:cNvSpPr>
          <p:nvPr/>
        </p:nvSpPr>
        <p:spPr>
          <a:xfrm>
            <a:off x="10971148" y="578191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DASHBOARD</a:t>
            </a:r>
          </a:p>
        </p:txBody>
      </p:sp>
      <p:pic>
        <p:nvPicPr>
          <p:cNvPr id="247" name="Graphic 246">
            <a:extLst>
              <a:ext uri="{FF2B5EF4-FFF2-40B4-BE49-F238E27FC236}">
                <a16:creationId xmlns:a16="http://schemas.microsoft.com/office/drawing/2014/main" id="{4028301B-1BF1-43F2-A24E-15DC2AAA7797}"/>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10256025" y="4401662"/>
            <a:ext cx="399600" cy="299700"/>
          </a:xfrm>
          <a:prstGeom prst="rect">
            <a:avLst/>
          </a:prstGeom>
        </p:spPr>
      </p:pic>
      <p:pic>
        <p:nvPicPr>
          <p:cNvPr id="248" name="Graphic 247">
            <a:extLst>
              <a:ext uri="{FF2B5EF4-FFF2-40B4-BE49-F238E27FC236}">
                <a16:creationId xmlns:a16="http://schemas.microsoft.com/office/drawing/2014/main" id="{60750B6B-7A7C-429B-A001-BD4B4E9CBA53}"/>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11225373" y="4354834"/>
            <a:ext cx="399600" cy="393356"/>
          </a:xfrm>
          <a:prstGeom prst="rect">
            <a:avLst/>
          </a:prstGeom>
        </p:spPr>
      </p:pic>
      <p:pic>
        <p:nvPicPr>
          <p:cNvPr id="249" name="Graphic 248">
            <a:extLst>
              <a:ext uri="{FF2B5EF4-FFF2-40B4-BE49-F238E27FC236}">
                <a16:creationId xmlns:a16="http://schemas.microsoft.com/office/drawing/2014/main" id="{B6CD1FAB-C232-4FD2-B376-F6CF5416731E}"/>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567948" y="5357840"/>
            <a:ext cx="399600" cy="293456"/>
          </a:xfrm>
          <a:prstGeom prst="rect">
            <a:avLst/>
          </a:prstGeom>
        </p:spPr>
      </p:pic>
      <p:pic>
        <p:nvPicPr>
          <p:cNvPr id="250" name="Graphic 249">
            <a:extLst>
              <a:ext uri="{FF2B5EF4-FFF2-40B4-BE49-F238E27FC236}">
                <a16:creationId xmlns:a16="http://schemas.microsoft.com/office/drawing/2014/main" id="{2046D28D-7F56-4C3D-9366-DC3C19DBB328}"/>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1559475" y="5295890"/>
            <a:ext cx="393356" cy="399600"/>
          </a:xfrm>
          <a:prstGeom prst="rect">
            <a:avLst/>
          </a:prstGeom>
        </p:spPr>
      </p:pic>
      <p:pic>
        <p:nvPicPr>
          <p:cNvPr id="251" name="Graphic 250">
            <a:extLst>
              <a:ext uri="{FF2B5EF4-FFF2-40B4-BE49-F238E27FC236}">
                <a16:creationId xmlns:a16="http://schemas.microsoft.com/office/drawing/2014/main" id="{5EB9FCA3-14A2-46C7-A843-542CECF3946C}"/>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2542927" y="5295890"/>
            <a:ext cx="337163" cy="399600"/>
          </a:xfrm>
          <a:prstGeom prst="rect">
            <a:avLst/>
          </a:prstGeom>
        </p:spPr>
      </p:pic>
      <p:pic>
        <p:nvPicPr>
          <p:cNvPr id="252" name="Graphic 251">
            <a:extLst>
              <a:ext uri="{FF2B5EF4-FFF2-40B4-BE49-F238E27FC236}">
                <a16:creationId xmlns:a16="http://schemas.microsoft.com/office/drawing/2014/main" id="{E016DBE2-7BF8-49E0-B055-E7612218A062}"/>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3476629" y="5354718"/>
            <a:ext cx="399600" cy="299700"/>
          </a:xfrm>
          <a:prstGeom prst="rect">
            <a:avLst/>
          </a:prstGeom>
        </p:spPr>
      </p:pic>
      <p:pic>
        <p:nvPicPr>
          <p:cNvPr id="253" name="Graphic 252">
            <a:extLst>
              <a:ext uri="{FF2B5EF4-FFF2-40B4-BE49-F238E27FC236}">
                <a16:creationId xmlns:a16="http://schemas.microsoft.com/office/drawing/2014/main" id="{6FF345D9-E764-4ECB-9B7D-075A639F9E4A}"/>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4442489" y="5295890"/>
            <a:ext cx="399600" cy="399600"/>
          </a:xfrm>
          <a:prstGeom prst="rect">
            <a:avLst/>
          </a:prstGeom>
        </p:spPr>
      </p:pic>
      <p:pic>
        <p:nvPicPr>
          <p:cNvPr id="254" name="Graphic 253">
            <a:extLst>
              <a:ext uri="{FF2B5EF4-FFF2-40B4-BE49-F238E27FC236}">
                <a16:creationId xmlns:a16="http://schemas.microsoft.com/office/drawing/2014/main" id="{5A24DAE2-3E3E-4204-BEA4-6BD06F526214}"/>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5408317" y="5295890"/>
            <a:ext cx="399600" cy="399600"/>
          </a:xfrm>
          <a:prstGeom prst="rect">
            <a:avLst/>
          </a:prstGeom>
        </p:spPr>
      </p:pic>
      <p:pic>
        <p:nvPicPr>
          <p:cNvPr id="255" name="Graphic 254">
            <a:extLst>
              <a:ext uri="{FF2B5EF4-FFF2-40B4-BE49-F238E27FC236}">
                <a16:creationId xmlns:a16="http://schemas.microsoft.com/office/drawing/2014/main" id="{993CB652-0030-4C3C-8A64-0DDEB6F1F274}"/>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6396561" y="5287012"/>
            <a:ext cx="380265" cy="399600"/>
          </a:xfrm>
          <a:prstGeom prst="rect">
            <a:avLst/>
          </a:prstGeom>
        </p:spPr>
      </p:pic>
      <p:pic>
        <p:nvPicPr>
          <p:cNvPr id="256" name="Graphic 255">
            <a:extLst>
              <a:ext uri="{FF2B5EF4-FFF2-40B4-BE49-F238E27FC236}">
                <a16:creationId xmlns:a16="http://schemas.microsoft.com/office/drawing/2014/main" id="{F0441F5B-59E6-49AB-B886-10D291422F59}"/>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7349898" y="5305558"/>
            <a:ext cx="399600" cy="380265"/>
          </a:xfrm>
          <a:prstGeom prst="rect">
            <a:avLst/>
          </a:prstGeom>
        </p:spPr>
      </p:pic>
      <p:pic>
        <p:nvPicPr>
          <p:cNvPr id="257" name="Graphic 256">
            <a:extLst>
              <a:ext uri="{FF2B5EF4-FFF2-40B4-BE49-F238E27FC236}">
                <a16:creationId xmlns:a16="http://schemas.microsoft.com/office/drawing/2014/main" id="{61750025-D7FD-454D-BCED-0E5298AFACA5}"/>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8352598" y="5295890"/>
            <a:ext cx="323486" cy="399600"/>
          </a:xfrm>
          <a:prstGeom prst="rect">
            <a:avLst/>
          </a:prstGeom>
        </p:spPr>
      </p:pic>
      <p:pic>
        <p:nvPicPr>
          <p:cNvPr id="258" name="Graphic 257">
            <a:extLst>
              <a:ext uri="{FF2B5EF4-FFF2-40B4-BE49-F238E27FC236}">
                <a16:creationId xmlns:a16="http://schemas.microsoft.com/office/drawing/2014/main" id="{FA7B0B5F-4989-4327-8E73-71083A04EA6C}"/>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9277954" y="5301945"/>
            <a:ext cx="399600" cy="387491"/>
          </a:xfrm>
          <a:prstGeom prst="rect">
            <a:avLst/>
          </a:prstGeom>
        </p:spPr>
      </p:pic>
      <p:pic>
        <p:nvPicPr>
          <p:cNvPr id="259" name="Graphic 258">
            <a:extLst>
              <a:ext uri="{FF2B5EF4-FFF2-40B4-BE49-F238E27FC236}">
                <a16:creationId xmlns:a16="http://schemas.microsoft.com/office/drawing/2014/main" id="{83431C9E-C833-44BD-914E-B262F11D12CD}"/>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10256025" y="5295890"/>
            <a:ext cx="399600" cy="399600"/>
          </a:xfrm>
          <a:prstGeom prst="rect">
            <a:avLst/>
          </a:prstGeom>
        </p:spPr>
      </p:pic>
      <p:pic>
        <p:nvPicPr>
          <p:cNvPr id="260" name="Graphic 259">
            <a:extLst>
              <a:ext uri="{FF2B5EF4-FFF2-40B4-BE49-F238E27FC236}">
                <a16:creationId xmlns:a16="http://schemas.microsoft.com/office/drawing/2014/main" id="{408DA16C-BBD8-4462-99FD-B1F5C3965CDA}"/>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11225373" y="5361854"/>
            <a:ext cx="399600" cy="285429"/>
          </a:xfrm>
          <a:prstGeom prst="rect">
            <a:avLst/>
          </a:prstGeom>
        </p:spPr>
      </p:pic>
      <p:pic>
        <p:nvPicPr>
          <p:cNvPr id="4" name="Graphic 3">
            <a:extLst>
              <a:ext uri="{FF2B5EF4-FFF2-40B4-BE49-F238E27FC236}">
                <a16:creationId xmlns:a16="http://schemas.microsoft.com/office/drawing/2014/main" id="{CEB0C603-8920-4A87-DE5A-CD833D99D763}"/>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10289865" y="3385976"/>
            <a:ext cx="365760" cy="365760"/>
          </a:xfrm>
          <a:prstGeom prst="rect">
            <a:avLst/>
          </a:prstGeom>
        </p:spPr>
      </p:pic>
      <p:grpSp>
        <p:nvGrpSpPr>
          <p:cNvPr id="2" name="Group 4">
            <a:extLst>
              <a:ext uri="{FF2B5EF4-FFF2-40B4-BE49-F238E27FC236}">
                <a16:creationId xmlns:a16="http://schemas.microsoft.com/office/drawing/2014/main" id="{18B69A05-C6E9-8E4D-2400-FF4999D7595A}"/>
              </a:ext>
            </a:extLst>
          </p:cNvPr>
          <p:cNvGrpSpPr>
            <a:grpSpLocks noChangeAspect="1"/>
          </p:cNvGrpSpPr>
          <p:nvPr/>
        </p:nvGrpSpPr>
        <p:grpSpPr bwMode="auto">
          <a:xfrm>
            <a:off x="10421934" y="6308714"/>
            <a:ext cx="1162049" cy="266699"/>
            <a:chOff x="6565" y="3974"/>
            <a:chExt cx="732" cy="168"/>
          </a:xfrm>
          <a:solidFill>
            <a:schemeClr val="bg1"/>
          </a:solidFill>
        </p:grpSpPr>
        <p:sp>
          <p:nvSpPr>
            <p:cNvPr id="3" name="Freeform 5">
              <a:extLst>
                <a:ext uri="{FF2B5EF4-FFF2-40B4-BE49-F238E27FC236}">
                  <a16:creationId xmlns:a16="http://schemas.microsoft.com/office/drawing/2014/main" id="{536026BA-C2F9-8EEA-473F-2E0ED427A219}"/>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reeform 6">
              <a:extLst>
                <a:ext uri="{FF2B5EF4-FFF2-40B4-BE49-F238E27FC236}">
                  <a16:creationId xmlns:a16="http://schemas.microsoft.com/office/drawing/2014/main" id="{F07BF1C9-CA41-9B2D-EAF5-88B34CE208C9}"/>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EA478CC1-D65A-96DE-18F3-5CC6DA7C3045}"/>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Freeform 8">
              <a:extLst>
                <a:ext uri="{FF2B5EF4-FFF2-40B4-BE49-F238E27FC236}">
                  <a16:creationId xmlns:a16="http://schemas.microsoft.com/office/drawing/2014/main" id="{5D158B99-3117-926A-22C3-082DDDB2F939}"/>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9">
              <a:extLst>
                <a:ext uri="{FF2B5EF4-FFF2-40B4-BE49-F238E27FC236}">
                  <a16:creationId xmlns:a16="http://schemas.microsoft.com/office/drawing/2014/main" id="{45786765-3FB2-A9E4-5A9F-B724A610744B}"/>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10">
              <a:extLst>
                <a:ext uri="{FF2B5EF4-FFF2-40B4-BE49-F238E27FC236}">
                  <a16:creationId xmlns:a16="http://schemas.microsoft.com/office/drawing/2014/main" id="{79224524-5A10-8E8F-3F4E-F19C97D28A36}"/>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1">
              <a:extLst>
                <a:ext uri="{FF2B5EF4-FFF2-40B4-BE49-F238E27FC236}">
                  <a16:creationId xmlns:a16="http://schemas.microsoft.com/office/drawing/2014/main" id="{D3CB7F11-14F1-CE51-780F-6415D9F3217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564281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10" name="Title 8">
            <a:extLst>
              <a:ext uri="{FF2B5EF4-FFF2-40B4-BE49-F238E27FC236}">
                <a16:creationId xmlns:a16="http://schemas.microsoft.com/office/drawing/2014/main" id="{B35F244B-1E23-4AEB-9AA7-EDCFA043F957}"/>
              </a:ext>
            </a:extLst>
          </p:cNvPr>
          <p:cNvSpPr txBox="1">
            <a:spLocks/>
          </p:cNvSpPr>
          <p:nvPr/>
        </p:nvSpPr>
        <p:spPr>
          <a:xfrm>
            <a:off x="612648" y="585216"/>
            <a:ext cx="1802078" cy="533370"/>
          </a:xfrm>
          <a:prstGeom prst="rect">
            <a:avLst/>
          </a:prstGeom>
        </p:spPr>
        <p:txBody>
          <a:bodyPr vert="horz" lIns="0" tIns="0" rIns="0" bIns="0" rtlCol="0" anchor="ctr" anchorCtr="0">
            <a:normAutofit/>
          </a:bodyPr>
          <a:lstStyle>
            <a:lvl1pPr algn="l" defTabSz="914400" rtl="0" eaLnBrk="1" latinLnBrk="0" hangingPunct="1">
              <a:lnSpc>
                <a:spcPct val="75000"/>
              </a:lnSpc>
              <a:spcBef>
                <a:spcPct val="0"/>
              </a:spcBef>
              <a:buNone/>
              <a:defRPr sz="3400" b="0" kern="1200" cap="none" baseline="0">
                <a:solidFill>
                  <a:schemeClr val="tx2"/>
                </a:solidFill>
                <a:latin typeface="+mj-lt"/>
                <a:ea typeface="+mj-ea"/>
                <a:cs typeface="Calibri" panose="020F0502020204030204" pitchFamily="34" charset="0"/>
              </a:defRPr>
            </a:lvl1pPr>
          </a:lstStyle>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3400" b="0" i="0" u="none" strike="noStrike" kern="1200" cap="none" spc="0" normalizeH="0" baseline="0" noProof="0">
                <a:ln>
                  <a:noFill/>
                </a:ln>
                <a:solidFill>
                  <a:srgbClr val="FFFFFF"/>
                </a:solidFill>
                <a:effectLst/>
                <a:uLnTx/>
                <a:uFillTx/>
                <a:latin typeface="Calibri Light"/>
                <a:ea typeface="+mj-ea"/>
                <a:cs typeface="Calibri" panose="020F0502020204030204" pitchFamily="34" charset="0"/>
              </a:rPr>
              <a:t>Icons</a:t>
            </a:r>
          </a:p>
        </p:txBody>
      </p:sp>
      <p:sp>
        <p:nvSpPr>
          <p:cNvPr id="265" name="Footer Placeholder 1">
            <a:extLst>
              <a:ext uri="{FF2B5EF4-FFF2-40B4-BE49-F238E27FC236}">
                <a16:creationId xmlns:a16="http://schemas.microsoft.com/office/drawing/2014/main" id="{A65BCDC6-AA3E-401C-8F11-E573D4EB60CE}"/>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sp>
        <p:nvSpPr>
          <p:cNvPr id="206" name="Text Placeholder 27">
            <a:extLst>
              <a:ext uri="{FF2B5EF4-FFF2-40B4-BE49-F238E27FC236}">
                <a16:creationId xmlns:a16="http://schemas.microsoft.com/office/drawing/2014/main" id="{4F6CEA57-7537-4EF0-BEE8-A958B3F4C5A3}"/>
              </a:ext>
            </a:extLst>
          </p:cNvPr>
          <p:cNvSpPr>
            <a:spLocks noGrp="1"/>
          </p:cNvSpPr>
          <p:nvPr>
            <p:ph type="body" sz="quarter" idx="11"/>
          </p:nvPr>
        </p:nvSpPr>
        <p:spPr>
          <a:xfrm>
            <a:off x="322190" y="1950248"/>
            <a:ext cx="908050" cy="303213"/>
          </a:xfrm>
        </p:spPr>
        <p:txBody>
          <a:bodyPr/>
          <a:lstStyle/>
          <a:p>
            <a:r>
              <a:rPr lang="en-US">
                <a:solidFill>
                  <a:srgbClr val="BFBFBF"/>
                </a:solidFill>
              </a:rPr>
              <a:t>SECURE</a:t>
            </a:r>
            <a:br>
              <a:rPr lang="en-US">
                <a:solidFill>
                  <a:srgbClr val="BFBFBF"/>
                </a:solidFill>
              </a:rPr>
            </a:br>
            <a:r>
              <a:rPr lang="en-US">
                <a:solidFill>
                  <a:srgbClr val="BFBFBF"/>
                </a:solidFill>
              </a:rPr>
              <a:t>NETWORK</a:t>
            </a:r>
          </a:p>
        </p:txBody>
      </p:sp>
      <p:sp>
        <p:nvSpPr>
          <p:cNvPr id="207" name="Text Placeholder 29">
            <a:extLst>
              <a:ext uri="{FF2B5EF4-FFF2-40B4-BE49-F238E27FC236}">
                <a16:creationId xmlns:a16="http://schemas.microsoft.com/office/drawing/2014/main" id="{FAB57308-4224-4E73-BA12-91F9AC7B95EC}"/>
              </a:ext>
            </a:extLst>
          </p:cNvPr>
          <p:cNvSpPr>
            <a:spLocks noGrp="1"/>
          </p:cNvSpPr>
          <p:nvPr>
            <p:ph type="body" sz="quarter" idx="13"/>
          </p:nvPr>
        </p:nvSpPr>
        <p:spPr>
          <a:xfrm>
            <a:off x="1293661" y="1950248"/>
            <a:ext cx="908050" cy="303213"/>
          </a:xfrm>
        </p:spPr>
        <p:txBody>
          <a:bodyPr/>
          <a:lstStyle/>
          <a:p>
            <a:r>
              <a:rPr lang="en-US">
                <a:solidFill>
                  <a:srgbClr val="BFBFBF"/>
                </a:solidFill>
              </a:rPr>
              <a:t>CYBER</a:t>
            </a:r>
            <a:br>
              <a:rPr lang="en-US">
                <a:solidFill>
                  <a:srgbClr val="BFBFBF"/>
                </a:solidFill>
              </a:rPr>
            </a:br>
            <a:r>
              <a:rPr lang="en-US">
                <a:solidFill>
                  <a:srgbClr val="BFBFBF"/>
                </a:solidFill>
              </a:rPr>
              <a:t>SECURITY</a:t>
            </a:r>
          </a:p>
        </p:txBody>
      </p:sp>
      <p:sp>
        <p:nvSpPr>
          <p:cNvPr id="212" name="Text Placeholder 31">
            <a:extLst>
              <a:ext uri="{FF2B5EF4-FFF2-40B4-BE49-F238E27FC236}">
                <a16:creationId xmlns:a16="http://schemas.microsoft.com/office/drawing/2014/main" id="{AF78C97A-B7BE-4333-8FE6-50DF1653A9EA}"/>
              </a:ext>
            </a:extLst>
          </p:cNvPr>
          <p:cNvSpPr>
            <a:spLocks noGrp="1"/>
          </p:cNvSpPr>
          <p:nvPr>
            <p:ph type="body" sz="quarter" idx="15"/>
          </p:nvPr>
        </p:nvSpPr>
        <p:spPr>
          <a:xfrm>
            <a:off x="2266772" y="1950248"/>
            <a:ext cx="908050" cy="303213"/>
          </a:xfrm>
        </p:spPr>
        <p:txBody>
          <a:bodyPr/>
          <a:lstStyle/>
          <a:p>
            <a:r>
              <a:rPr lang="en-US">
                <a:solidFill>
                  <a:srgbClr val="BFBFBF"/>
                </a:solidFill>
              </a:rPr>
              <a:t>CLOUD</a:t>
            </a:r>
            <a:br>
              <a:rPr lang="en-US">
                <a:solidFill>
                  <a:srgbClr val="BFBFBF"/>
                </a:solidFill>
              </a:rPr>
            </a:br>
            <a:r>
              <a:rPr lang="en-US">
                <a:solidFill>
                  <a:srgbClr val="BFBFBF"/>
                </a:solidFill>
              </a:rPr>
              <a:t>COMPUTING</a:t>
            </a:r>
          </a:p>
        </p:txBody>
      </p:sp>
      <p:sp>
        <p:nvSpPr>
          <p:cNvPr id="221" name="Text Placeholder 33">
            <a:extLst>
              <a:ext uri="{FF2B5EF4-FFF2-40B4-BE49-F238E27FC236}">
                <a16:creationId xmlns:a16="http://schemas.microsoft.com/office/drawing/2014/main" id="{AAE7BBE1-04F3-4825-BF55-0D7D41E12F36}"/>
              </a:ext>
            </a:extLst>
          </p:cNvPr>
          <p:cNvSpPr>
            <a:spLocks noGrp="1"/>
          </p:cNvSpPr>
          <p:nvPr>
            <p:ph type="body" sz="quarter" idx="17"/>
          </p:nvPr>
        </p:nvSpPr>
        <p:spPr>
          <a:xfrm>
            <a:off x="3223186" y="1950248"/>
            <a:ext cx="908050" cy="303213"/>
          </a:xfrm>
        </p:spPr>
        <p:txBody>
          <a:bodyPr/>
          <a:lstStyle/>
          <a:p>
            <a:r>
              <a:rPr lang="en-US">
                <a:solidFill>
                  <a:srgbClr val="BFBFBF"/>
                </a:solidFill>
              </a:rPr>
              <a:t>CLOUD SUBSCRIPTION</a:t>
            </a:r>
          </a:p>
        </p:txBody>
      </p:sp>
      <p:sp>
        <p:nvSpPr>
          <p:cNvPr id="222" name="Text Placeholder 27">
            <a:extLst>
              <a:ext uri="{FF2B5EF4-FFF2-40B4-BE49-F238E27FC236}">
                <a16:creationId xmlns:a16="http://schemas.microsoft.com/office/drawing/2014/main" id="{B2E3314E-CBD1-4716-94C9-2056B0E4E48E}"/>
              </a:ext>
            </a:extLst>
          </p:cNvPr>
          <p:cNvSpPr txBox="1">
            <a:spLocks/>
          </p:cNvSpPr>
          <p:nvPr/>
        </p:nvSpPr>
        <p:spPr>
          <a:xfrm>
            <a:off x="4184282"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CLOUD MANAGEMENT</a:t>
            </a:r>
          </a:p>
        </p:txBody>
      </p:sp>
      <p:sp>
        <p:nvSpPr>
          <p:cNvPr id="223" name="Text Placeholder 29">
            <a:extLst>
              <a:ext uri="{FF2B5EF4-FFF2-40B4-BE49-F238E27FC236}">
                <a16:creationId xmlns:a16="http://schemas.microsoft.com/office/drawing/2014/main" id="{7244A74F-B0B6-4C25-A51F-E0236089D67B}"/>
              </a:ext>
            </a:extLst>
          </p:cNvPr>
          <p:cNvSpPr txBox="1">
            <a:spLocks/>
          </p:cNvSpPr>
          <p:nvPr/>
        </p:nvSpPr>
        <p:spPr>
          <a:xfrm>
            <a:off x="5165630"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AI SCREEN</a:t>
            </a:r>
          </a:p>
        </p:txBody>
      </p:sp>
      <p:sp>
        <p:nvSpPr>
          <p:cNvPr id="282" name="Text Placeholder 31">
            <a:extLst>
              <a:ext uri="{FF2B5EF4-FFF2-40B4-BE49-F238E27FC236}">
                <a16:creationId xmlns:a16="http://schemas.microsoft.com/office/drawing/2014/main" id="{B831354E-7A37-4446-8031-5F6EFC3C446C}"/>
              </a:ext>
            </a:extLst>
          </p:cNvPr>
          <p:cNvSpPr txBox="1">
            <a:spLocks/>
          </p:cNvSpPr>
          <p:nvPr/>
        </p:nvSpPr>
        <p:spPr>
          <a:xfrm>
            <a:off x="6132668"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AI BRAIN</a:t>
            </a:r>
          </a:p>
        </p:txBody>
      </p:sp>
      <p:sp>
        <p:nvSpPr>
          <p:cNvPr id="283" name="Text Placeholder 33">
            <a:extLst>
              <a:ext uri="{FF2B5EF4-FFF2-40B4-BE49-F238E27FC236}">
                <a16:creationId xmlns:a16="http://schemas.microsoft.com/office/drawing/2014/main" id="{72055FF9-AFE7-42CA-A38C-A1E56CF780AF}"/>
              </a:ext>
            </a:extLst>
          </p:cNvPr>
          <p:cNvSpPr txBox="1">
            <a:spLocks/>
          </p:cNvSpPr>
          <p:nvPr/>
        </p:nvSpPr>
        <p:spPr>
          <a:xfrm>
            <a:off x="7095262" y="1950248"/>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UOC 4 SCREENS</a:t>
            </a:r>
          </a:p>
        </p:txBody>
      </p:sp>
      <p:sp>
        <p:nvSpPr>
          <p:cNvPr id="284" name="Text Placeholder 35">
            <a:extLst>
              <a:ext uri="{FF2B5EF4-FFF2-40B4-BE49-F238E27FC236}">
                <a16:creationId xmlns:a16="http://schemas.microsoft.com/office/drawing/2014/main" id="{CA27FD0F-F01C-4759-A475-89F3A131818B}"/>
              </a:ext>
            </a:extLst>
          </p:cNvPr>
          <p:cNvSpPr>
            <a:spLocks noGrp="1"/>
          </p:cNvSpPr>
          <p:nvPr>
            <p:ph type="body" sz="quarter" idx="19"/>
          </p:nvPr>
        </p:nvSpPr>
        <p:spPr>
          <a:xfrm>
            <a:off x="8068783" y="1950248"/>
            <a:ext cx="908050" cy="303213"/>
          </a:xfrm>
        </p:spPr>
        <p:txBody>
          <a:bodyPr/>
          <a:lstStyle/>
          <a:p>
            <a:r>
              <a:rPr lang="en-US">
                <a:solidFill>
                  <a:srgbClr val="BFBFBF"/>
                </a:solidFill>
              </a:rPr>
              <a:t>UOC 6 SCREENS</a:t>
            </a:r>
          </a:p>
        </p:txBody>
      </p:sp>
      <p:sp>
        <p:nvSpPr>
          <p:cNvPr id="285" name="Text Placeholder 39">
            <a:extLst>
              <a:ext uri="{FF2B5EF4-FFF2-40B4-BE49-F238E27FC236}">
                <a16:creationId xmlns:a16="http://schemas.microsoft.com/office/drawing/2014/main" id="{3FA6C628-A450-41A3-8813-21347EF5D16C}"/>
              </a:ext>
            </a:extLst>
          </p:cNvPr>
          <p:cNvSpPr>
            <a:spLocks noGrp="1"/>
          </p:cNvSpPr>
          <p:nvPr>
            <p:ph type="body" sz="quarter" idx="21"/>
          </p:nvPr>
        </p:nvSpPr>
        <p:spPr>
          <a:xfrm>
            <a:off x="9032608" y="1950248"/>
            <a:ext cx="908050" cy="303213"/>
          </a:xfrm>
        </p:spPr>
        <p:txBody>
          <a:bodyPr/>
          <a:lstStyle/>
          <a:p>
            <a:r>
              <a:rPr lang="en-US">
                <a:solidFill>
                  <a:srgbClr val="BFBFBF"/>
                </a:solidFill>
              </a:rPr>
              <a:t>TURBINE</a:t>
            </a:r>
          </a:p>
        </p:txBody>
      </p:sp>
      <p:sp>
        <p:nvSpPr>
          <p:cNvPr id="286" name="Text Placeholder 41">
            <a:extLst>
              <a:ext uri="{FF2B5EF4-FFF2-40B4-BE49-F238E27FC236}">
                <a16:creationId xmlns:a16="http://schemas.microsoft.com/office/drawing/2014/main" id="{0C917CDC-CF75-4D92-89A2-77BDB75E5B0E}"/>
              </a:ext>
            </a:extLst>
          </p:cNvPr>
          <p:cNvSpPr>
            <a:spLocks noGrp="1"/>
          </p:cNvSpPr>
          <p:nvPr>
            <p:ph type="body" sz="quarter" idx="23"/>
          </p:nvPr>
        </p:nvSpPr>
        <p:spPr>
          <a:xfrm>
            <a:off x="10001800" y="1950248"/>
            <a:ext cx="908050" cy="303213"/>
          </a:xfrm>
        </p:spPr>
        <p:txBody>
          <a:bodyPr/>
          <a:lstStyle/>
          <a:p>
            <a:r>
              <a:rPr lang="en-US">
                <a:solidFill>
                  <a:srgbClr val="BFBFBF"/>
                </a:solidFill>
              </a:rPr>
              <a:t>PUMP</a:t>
            </a:r>
          </a:p>
        </p:txBody>
      </p:sp>
      <p:sp>
        <p:nvSpPr>
          <p:cNvPr id="287" name="Text Placeholder 44">
            <a:extLst>
              <a:ext uri="{FF2B5EF4-FFF2-40B4-BE49-F238E27FC236}">
                <a16:creationId xmlns:a16="http://schemas.microsoft.com/office/drawing/2014/main" id="{D21DFEAC-F543-45B3-BC79-1C2844735387}"/>
              </a:ext>
            </a:extLst>
          </p:cNvPr>
          <p:cNvSpPr>
            <a:spLocks noGrp="1"/>
          </p:cNvSpPr>
          <p:nvPr>
            <p:ph type="body" sz="quarter" idx="25"/>
          </p:nvPr>
        </p:nvSpPr>
        <p:spPr>
          <a:xfrm>
            <a:off x="10974852" y="1950248"/>
            <a:ext cx="908050" cy="303213"/>
          </a:xfrm>
        </p:spPr>
        <p:txBody>
          <a:bodyPr/>
          <a:lstStyle/>
          <a:p>
            <a:r>
              <a:rPr lang="en-US">
                <a:solidFill>
                  <a:srgbClr val="BFBFBF"/>
                </a:solidFill>
              </a:rPr>
              <a:t>CONTROL</a:t>
            </a:r>
            <a:br>
              <a:rPr lang="en-US">
                <a:solidFill>
                  <a:srgbClr val="BFBFBF"/>
                </a:solidFill>
              </a:rPr>
            </a:br>
            <a:r>
              <a:rPr lang="en-US">
                <a:solidFill>
                  <a:srgbClr val="BFBFBF"/>
                </a:solidFill>
              </a:rPr>
              <a:t>PANEL</a:t>
            </a:r>
          </a:p>
        </p:txBody>
      </p:sp>
      <p:sp>
        <p:nvSpPr>
          <p:cNvPr id="288" name="Text Placeholder 46">
            <a:extLst>
              <a:ext uri="{FF2B5EF4-FFF2-40B4-BE49-F238E27FC236}">
                <a16:creationId xmlns:a16="http://schemas.microsoft.com/office/drawing/2014/main" id="{2E474EC7-6846-4209-965F-D327600091A4}"/>
              </a:ext>
            </a:extLst>
          </p:cNvPr>
          <p:cNvSpPr>
            <a:spLocks noGrp="1"/>
          </p:cNvSpPr>
          <p:nvPr>
            <p:ph type="body" sz="quarter" idx="27"/>
          </p:nvPr>
        </p:nvSpPr>
        <p:spPr>
          <a:xfrm>
            <a:off x="322190" y="2926355"/>
            <a:ext cx="908050" cy="303213"/>
          </a:xfrm>
        </p:spPr>
        <p:txBody>
          <a:bodyPr>
            <a:normAutofit/>
          </a:bodyPr>
          <a:lstStyle/>
          <a:p>
            <a:r>
              <a:rPr lang="en-US">
                <a:solidFill>
                  <a:srgbClr val="BFBFBF"/>
                </a:solidFill>
              </a:rPr>
              <a:t>DRIPPING</a:t>
            </a:r>
            <a:br>
              <a:rPr lang="en-US">
                <a:solidFill>
                  <a:srgbClr val="BFBFBF"/>
                </a:solidFill>
              </a:rPr>
            </a:br>
            <a:r>
              <a:rPr lang="en-US">
                <a:solidFill>
                  <a:srgbClr val="BFBFBF"/>
                </a:solidFill>
              </a:rPr>
              <a:t>TAP</a:t>
            </a:r>
          </a:p>
        </p:txBody>
      </p:sp>
      <p:sp>
        <p:nvSpPr>
          <p:cNvPr id="289" name="Text Placeholder 48">
            <a:extLst>
              <a:ext uri="{FF2B5EF4-FFF2-40B4-BE49-F238E27FC236}">
                <a16:creationId xmlns:a16="http://schemas.microsoft.com/office/drawing/2014/main" id="{D8B79352-490F-415D-8AC8-9E60D1712EEF}"/>
              </a:ext>
            </a:extLst>
          </p:cNvPr>
          <p:cNvSpPr>
            <a:spLocks noGrp="1"/>
          </p:cNvSpPr>
          <p:nvPr>
            <p:ph type="body" sz="quarter" idx="29"/>
          </p:nvPr>
        </p:nvSpPr>
        <p:spPr>
          <a:xfrm>
            <a:off x="1293661" y="2926355"/>
            <a:ext cx="908050" cy="303213"/>
          </a:xfrm>
        </p:spPr>
        <p:txBody>
          <a:bodyPr/>
          <a:lstStyle/>
          <a:p>
            <a:r>
              <a:rPr lang="en-US">
                <a:solidFill>
                  <a:srgbClr val="BFBFBF"/>
                </a:solidFill>
              </a:rPr>
              <a:t>WATER</a:t>
            </a:r>
            <a:br>
              <a:rPr lang="en-US">
                <a:solidFill>
                  <a:srgbClr val="BFBFBF"/>
                </a:solidFill>
              </a:rPr>
            </a:br>
            <a:r>
              <a:rPr lang="en-US">
                <a:solidFill>
                  <a:srgbClr val="BFBFBF"/>
                </a:solidFill>
              </a:rPr>
              <a:t>TREATMENT</a:t>
            </a:r>
          </a:p>
        </p:txBody>
      </p:sp>
      <p:sp>
        <p:nvSpPr>
          <p:cNvPr id="290" name="Text Placeholder 50">
            <a:extLst>
              <a:ext uri="{FF2B5EF4-FFF2-40B4-BE49-F238E27FC236}">
                <a16:creationId xmlns:a16="http://schemas.microsoft.com/office/drawing/2014/main" id="{49D41A37-BE62-4415-ACCF-537493A176AC}"/>
              </a:ext>
            </a:extLst>
          </p:cNvPr>
          <p:cNvSpPr>
            <a:spLocks noGrp="1"/>
          </p:cNvSpPr>
          <p:nvPr>
            <p:ph type="body" sz="quarter" idx="31"/>
          </p:nvPr>
        </p:nvSpPr>
        <p:spPr>
          <a:xfrm>
            <a:off x="2266772" y="2926355"/>
            <a:ext cx="908050" cy="303213"/>
          </a:xfrm>
        </p:spPr>
        <p:txBody>
          <a:bodyPr>
            <a:normAutofit/>
          </a:bodyPr>
          <a:lstStyle/>
          <a:p>
            <a:r>
              <a:rPr lang="en-US">
                <a:solidFill>
                  <a:srgbClr val="BFBFBF"/>
                </a:solidFill>
              </a:rPr>
              <a:t>TREATMENT</a:t>
            </a:r>
            <a:br>
              <a:rPr lang="en-US">
                <a:solidFill>
                  <a:srgbClr val="BFBFBF"/>
                </a:solidFill>
              </a:rPr>
            </a:br>
            <a:r>
              <a:rPr lang="en-US">
                <a:solidFill>
                  <a:srgbClr val="BFBFBF"/>
                </a:solidFill>
              </a:rPr>
              <a:t>PLANT</a:t>
            </a:r>
          </a:p>
        </p:txBody>
      </p:sp>
      <p:sp>
        <p:nvSpPr>
          <p:cNvPr id="291" name="Text Placeholder 52">
            <a:extLst>
              <a:ext uri="{FF2B5EF4-FFF2-40B4-BE49-F238E27FC236}">
                <a16:creationId xmlns:a16="http://schemas.microsoft.com/office/drawing/2014/main" id="{559C9EBB-1893-40A5-8A90-DC4FE6707234}"/>
              </a:ext>
            </a:extLst>
          </p:cNvPr>
          <p:cNvSpPr>
            <a:spLocks noGrp="1"/>
          </p:cNvSpPr>
          <p:nvPr>
            <p:ph type="body" sz="quarter" idx="33"/>
          </p:nvPr>
        </p:nvSpPr>
        <p:spPr>
          <a:xfrm>
            <a:off x="3223186" y="2926355"/>
            <a:ext cx="908050" cy="303213"/>
          </a:xfrm>
        </p:spPr>
        <p:txBody>
          <a:bodyPr>
            <a:normAutofit/>
          </a:bodyPr>
          <a:lstStyle/>
          <a:p>
            <a:r>
              <a:rPr lang="en-US">
                <a:solidFill>
                  <a:srgbClr val="BFBFBF"/>
                </a:solidFill>
              </a:rPr>
              <a:t>CHEMICAL MOLECULE</a:t>
            </a:r>
          </a:p>
        </p:txBody>
      </p:sp>
      <p:sp>
        <p:nvSpPr>
          <p:cNvPr id="292" name="Text Placeholder 54">
            <a:extLst>
              <a:ext uri="{FF2B5EF4-FFF2-40B4-BE49-F238E27FC236}">
                <a16:creationId xmlns:a16="http://schemas.microsoft.com/office/drawing/2014/main" id="{D030281B-7F06-4CCE-9ACA-BEE76E5C48EB}"/>
              </a:ext>
            </a:extLst>
          </p:cNvPr>
          <p:cNvSpPr>
            <a:spLocks noGrp="1"/>
          </p:cNvSpPr>
          <p:nvPr>
            <p:ph type="body" sz="quarter" idx="35"/>
          </p:nvPr>
        </p:nvSpPr>
        <p:spPr>
          <a:xfrm>
            <a:off x="4184282" y="2926355"/>
            <a:ext cx="908050" cy="303213"/>
          </a:xfrm>
        </p:spPr>
        <p:txBody>
          <a:bodyPr>
            <a:normAutofit/>
          </a:bodyPr>
          <a:lstStyle/>
          <a:p>
            <a:r>
              <a:rPr lang="en-US">
                <a:solidFill>
                  <a:srgbClr val="BFBFBF"/>
                </a:solidFill>
              </a:rPr>
              <a:t>CHEMICAL</a:t>
            </a:r>
            <a:br>
              <a:rPr lang="en-US">
                <a:solidFill>
                  <a:srgbClr val="BFBFBF"/>
                </a:solidFill>
              </a:rPr>
            </a:br>
            <a:r>
              <a:rPr lang="en-US">
                <a:solidFill>
                  <a:srgbClr val="BFBFBF"/>
                </a:solidFill>
              </a:rPr>
              <a:t>FLASK</a:t>
            </a:r>
          </a:p>
        </p:txBody>
      </p:sp>
      <p:sp>
        <p:nvSpPr>
          <p:cNvPr id="293" name="Text Placeholder 56">
            <a:extLst>
              <a:ext uri="{FF2B5EF4-FFF2-40B4-BE49-F238E27FC236}">
                <a16:creationId xmlns:a16="http://schemas.microsoft.com/office/drawing/2014/main" id="{3750A25E-52D8-4B7E-B36E-5112D099B327}"/>
              </a:ext>
            </a:extLst>
          </p:cNvPr>
          <p:cNvSpPr>
            <a:spLocks noGrp="1"/>
          </p:cNvSpPr>
          <p:nvPr>
            <p:ph type="body" sz="quarter" idx="37"/>
          </p:nvPr>
        </p:nvSpPr>
        <p:spPr>
          <a:xfrm>
            <a:off x="5165630" y="2926355"/>
            <a:ext cx="908050" cy="303213"/>
          </a:xfrm>
        </p:spPr>
        <p:txBody>
          <a:bodyPr/>
          <a:lstStyle/>
          <a:p>
            <a:r>
              <a:rPr lang="en-US">
                <a:solidFill>
                  <a:srgbClr val="BFBFBF"/>
                </a:solidFill>
              </a:rPr>
              <a:t>TEST TUBES</a:t>
            </a:r>
          </a:p>
        </p:txBody>
      </p:sp>
      <p:sp>
        <p:nvSpPr>
          <p:cNvPr id="294" name="Text Placeholder 58">
            <a:extLst>
              <a:ext uri="{FF2B5EF4-FFF2-40B4-BE49-F238E27FC236}">
                <a16:creationId xmlns:a16="http://schemas.microsoft.com/office/drawing/2014/main" id="{39A3C426-890E-45C7-AE33-8F708B82D1EB}"/>
              </a:ext>
            </a:extLst>
          </p:cNvPr>
          <p:cNvSpPr>
            <a:spLocks noGrp="1"/>
          </p:cNvSpPr>
          <p:nvPr>
            <p:ph type="body" sz="quarter" idx="39"/>
          </p:nvPr>
        </p:nvSpPr>
        <p:spPr>
          <a:xfrm>
            <a:off x="6132668" y="2926355"/>
            <a:ext cx="908050" cy="303213"/>
          </a:xfrm>
        </p:spPr>
        <p:txBody>
          <a:bodyPr>
            <a:normAutofit/>
          </a:bodyPr>
          <a:lstStyle/>
          <a:p>
            <a:r>
              <a:rPr lang="en-US">
                <a:solidFill>
                  <a:srgbClr val="BFBFBF"/>
                </a:solidFill>
              </a:rPr>
              <a:t>SMART CITY</a:t>
            </a:r>
          </a:p>
        </p:txBody>
      </p:sp>
      <p:sp>
        <p:nvSpPr>
          <p:cNvPr id="295" name="Text Placeholder 60">
            <a:extLst>
              <a:ext uri="{FF2B5EF4-FFF2-40B4-BE49-F238E27FC236}">
                <a16:creationId xmlns:a16="http://schemas.microsoft.com/office/drawing/2014/main" id="{9CF9AE77-B819-47C9-9D39-F416C4DF5AFE}"/>
              </a:ext>
            </a:extLst>
          </p:cNvPr>
          <p:cNvSpPr>
            <a:spLocks noGrp="1"/>
          </p:cNvSpPr>
          <p:nvPr>
            <p:ph type="body" sz="quarter" idx="41"/>
          </p:nvPr>
        </p:nvSpPr>
        <p:spPr>
          <a:xfrm>
            <a:off x="7095262" y="2926355"/>
            <a:ext cx="908050" cy="303213"/>
          </a:xfrm>
        </p:spPr>
        <p:txBody>
          <a:bodyPr/>
          <a:lstStyle/>
          <a:p>
            <a:r>
              <a:rPr lang="en-US">
                <a:solidFill>
                  <a:srgbClr val="BFBFBF"/>
                </a:solidFill>
              </a:rPr>
              <a:t>DRY DOCK</a:t>
            </a:r>
          </a:p>
        </p:txBody>
      </p:sp>
      <p:sp>
        <p:nvSpPr>
          <p:cNvPr id="296" name="Text Placeholder 62">
            <a:extLst>
              <a:ext uri="{FF2B5EF4-FFF2-40B4-BE49-F238E27FC236}">
                <a16:creationId xmlns:a16="http://schemas.microsoft.com/office/drawing/2014/main" id="{9B2FD57E-673F-4864-93C3-87AEE33BB191}"/>
              </a:ext>
            </a:extLst>
          </p:cNvPr>
          <p:cNvSpPr>
            <a:spLocks noGrp="1"/>
          </p:cNvSpPr>
          <p:nvPr>
            <p:ph type="body" sz="quarter" idx="43"/>
          </p:nvPr>
        </p:nvSpPr>
        <p:spPr>
          <a:xfrm>
            <a:off x="8068783" y="2926355"/>
            <a:ext cx="908050" cy="303213"/>
          </a:xfrm>
        </p:spPr>
        <p:txBody>
          <a:bodyPr>
            <a:normAutofit/>
          </a:bodyPr>
          <a:lstStyle/>
          <a:p>
            <a:r>
              <a:rPr lang="en-US">
                <a:solidFill>
                  <a:srgbClr val="BFBFBF"/>
                </a:solidFill>
              </a:rPr>
              <a:t>SHIP LOADING</a:t>
            </a:r>
          </a:p>
        </p:txBody>
      </p:sp>
      <p:sp>
        <p:nvSpPr>
          <p:cNvPr id="297" name="Text Placeholder 64">
            <a:extLst>
              <a:ext uri="{FF2B5EF4-FFF2-40B4-BE49-F238E27FC236}">
                <a16:creationId xmlns:a16="http://schemas.microsoft.com/office/drawing/2014/main" id="{852A9A1D-057B-4279-BBD1-FB0842B160C1}"/>
              </a:ext>
            </a:extLst>
          </p:cNvPr>
          <p:cNvSpPr>
            <a:spLocks noGrp="1"/>
          </p:cNvSpPr>
          <p:nvPr>
            <p:ph type="body" sz="quarter" idx="45"/>
          </p:nvPr>
        </p:nvSpPr>
        <p:spPr>
          <a:xfrm>
            <a:off x="9032608" y="2926355"/>
            <a:ext cx="908050" cy="303213"/>
          </a:xfrm>
        </p:spPr>
        <p:txBody>
          <a:bodyPr/>
          <a:lstStyle/>
          <a:p>
            <a:r>
              <a:rPr lang="en-US">
                <a:solidFill>
                  <a:srgbClr val="BFBFBF"/>
                </a:solidFill>
              </a:rPr>
              <a:t>PROPELLOR</a:t>
            </a:r>
          </a:p>
        </p:txBody>
      </p:sp>
      <p:sp>
        <p:nvSpPr>
          <p:cNvPr id="298" name="Text Placeholder 66">
            <a:extLst>
              <a:ext uri="{FF2B5EF4-FFF2-40B4-BE49-F238E27FC236}">
                <a16:creationId xmlns:a16="http://schemas.microsoft.com/office/drawing/2014/main" id="{F5A89AE2-43B8-4127-A617-4FBBE3E583F8}"/>
              </a:ext>
            </a:extLst>
          </p:cNvPr>
          <p:cNvSpPr>
            <a:spLocks noGrp="1"/>
          </p:cNvSpPr>
          <p:nvPr>
            <p:ph type="body" sz="quarter" idx="47"/>
          </p:nvPr>
        </p:nvSpPr>
        <p:spPr>
          <a:xfrm>
            <a:off x="10001800" y="2926355"/>
            <a:ext cx="908050" cy="303213"/>
          </a:xfrm>
        </p:spPr>
        <p:txBody>
          <a:bodyPr/>
          <a:lstStyle/>
          <a:p>
            <a:r>
              <a:rPr lang="en-US">
                <a:solidFill>
                  <a:srgbClr val="BFBFBF"/>
                </a:solidFill>
              </a:rPr>
              <a:t>MANUFACTURING LINE</a:t>
            </a:r>
          </a:p>
        </p:txBody>
      </p:sp>
      <p:sp>
        <p:nvSpPr>
          <p:cNvPr id="299" name="Text Placeholder 68">
            <a:extLst>
              <a:ext uri="{FF2B5EF4-FFF2-40B4-BE49-F238E27FC236}">
                <a16:creationId xmlns:a16="http://schemas.microsoft.com/office/drawing/2014/main" id="{5C78B101-592A-4B01-AAD4-7F3DB8BA8912}"/>
              </a:ext>
            </a:extLst>
          </p:cNvPr>
          <p:cNvSpPr>
            <a:spLocks noGrp="1"/>
          </p:cNvSpPr>
          <p:nvPr>
            <p:ph type="body" sz="quarter" idx="49"/>
          </p:nvPr>
        </p:nvSpPr>
        <p:spPr>
          <a:xfrm>
            <a:off x="10974852" y="2926355"/>
            <a:ext cx="908050" cy="303213"/>
          </a:xfrm>
        </p:spPr>
        <p:txBody>
          <a:bodyPr/>
          <a:lstStyle/>
          <a:p>
            <a:r>
              <a:rPr lang="en-US">
                <a:solidFill>
                  <a:srgbClr val="BFBFBF"/>
                </a:solidFill>
              </a:rPr>
              <a:t>BOTTLING</a:t>
            </a:r>
            <a:br>
              <a:rPr lang="en-US">
                <a:solidFill>
                  <a:srgbClr val="BFBFBF"/>
                </a:solidFill>
              </a:rPr>
            </a:br>
            <a:r>
              <a:rPr lang="en-US">
                <a:solidFill>
                  <a:srgbClr val="BFBFBF"/>
                </a:solidFill>
              </a:rPr>
              <a:t>LINE</a:t>
            </a:r>
          </a:p>
        </p:txBody>
      </p:sp>
      <p:sp>
        <p:nvSpPr>
          <p:cNvPr id="300" name="Text Placeholder 72">
            <a:extLst>
              <a:ext uri="{FF2B5EF4-FFF2-40B4-BE49-F238E27FC236}">
                <a16:creationId xmlns:a16="http://schemas.microsoft.com/office/drawing/2014/main" id="{D38DE95E-3C22-46BB-BB3C-84A95BBA14A2}"/>
              </a:ext>
            </a:extLst>
          </p:cNvPr>
          <p:cNvSpPr txBox="1">
            <a:spLocks/>
          </p:cNvSpPr>
          <p:nvPr/>
        </p:nvSpPr>
        <p:spPr>
          <a:xfrm>
            <a:off x="322190"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LNG STORAGE</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TANK</a:t>
            </a:r>
          </a:p>
        </p:txBody>
      </p:sp>
      <p:sp>
        <p:nvSpPr>
          <p:cNvPr id="301" name="Text Placeholder 74">
            <a:extLst>
              <a:ext uri="{FF2B5EF4-FFF2-40B4-BE49-F238E27FC236}">
                <a16:creationId xmlns:a16="http://schemas.microsoft.com/office/drawing/2014/main" id="{3518B9D1-30AF-45CA-A9F0-8BD7E4C8525E}"/>
              </a:ext>
            </a:extLst>
          </p:cNvPr>
          <p:cNvSpPr txBox="1">
            <a:spLocks/>
          </p:cNvSpPr>
          <p:nvPr/>
        </p:nvSpPr>
        <p:spPr>
          <a:xfrm>
            <a:off x="1293661"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LNG BOTTLE</a:t>
            </a:r>
          </a:p>
        </p:txBody>
      </p:sp>
      <p:sp>
        <p:nvSpPr>
          <p:cNvPr id="302" name="Text Placeholder 76">
            <a:extLst>
              <a:ext uri="{FF2B5EF4-FFF2-40B4-BE49-F238E27FC236}">
                <a16:creationId xmlns:a16="http://schemas.microsoft.com/office/drawing/2014/main" id="{D3E6DD6A-D89C-44CD-A4F8-688D7182B85E}"/>
              </a:ext>
            </a:extLst>
          </p:cNvPr>
          <p:cNvSpPr txBox="1">
            <a:spLocks/>
          </p:cNvSpPr>
          <p:nvPr/>
        </p:nvSpPr>
        <p:spPr>
          <a:xfrm>
            <a:off x="2266772"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GAS FLAME</a:t>
            </a:r>
          </a:p>
        </p:txBody>
      </p:sp>
      <p:sp>
        <p:nvSpPr>
          <p:cNvPr id="303" name="Text Placeholder 78">
            <a:extLst>
              <a:ext uri="{FF2B5EF4-FFF2-40B4-BE49-F238E27FC236}">
                <a16:creationId xmlns:a16="http://schemas.microsoft.com/office/drawing/2014/main" id="{05D06515-5A8F-4253-897C-6FC87C2050E1}"/>
              </a:ext>
            </a:extLst>
          </p:cNvPr>
          <p:cNvSpPr txBox="1">
            <a:spLocks/>
          </p:cNvSpPr>
          <p:nvPr/>
        </p:nvSpPr>
        <p:spPr>
          <a:xfrm>
            <a:off x="3223186"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DATA CENTER</a:t>
            </a:r>
          </a:p>
        </p:txBody>
      </p:sp>
      <p:sp>
        <p:nvSpPr>
          <p:cNvPr id="304" name="Text Placeholder 80">
            <a:extLst>
              <a:ext uri="{FF2B5EF4-FFF2-40B4-BE49-F238E27FC236}">
                <a16:creationId xmlns:a16="http://schemas.microsoft.com/office/drawing/2014/main" id="{C2549320-1CE6-45F3-B19B-0F1DBA1F5A67}"/>
              </a:ext>
            </a:extLst>
          </p:cNvPr>
          <p:cNvSpPr txBox="1">
            <a:spLocks/>
          </p:cNvSpPr>
          <p:nvPr/>
        </p:nvSpPr>
        <p:spPr>
          <a:xfrm>
            <a:off x="4184282"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DAIRY</a:t>
            </a:r>
          </a:p>
        </p:txBody>
      </p:sp>
      <p:sp>
        <p:nvSpPr>
          <p:cNvPr id="305" name="Text Placeholder 82">
            <a:extLst>
              <a:ext uri="{FF2B5EF4-FFF2-40B4-BE49-F238E27FC236}">
                <a16:creationId xmlns:a16="http://schemas.microsoft.com/office/drawing/2014/main" id="{F5B34EBD-B9F3-40FA-A204-6F0E5DDCC2AE}"/>
              </a:ext>
            </a:extLst>
          </p:cNvPr>
          <p:cNvSpPr txBox="1">
            <a:spLocks/>
          </p:cNvSpPr>
          <p:nvPr/>
        </p:nvSpPr>
        <p:spPr>
          <a:xfrm>
            <a:off x="5165630"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CONSUMER PACKAGED GOODS</a:t>
            </a:r>
          </a:p>
        </p:txBody>
      </p:sp>
      <p:sp>
        <p:nvSpPr>
          <p:cNvPr id="306" name="Text Placeholder 84">
            <a:extLst>
              <a:ext uri="{FF2B5EF4-FFF2-40B4-BE49-F238E27FC236}">
                <a16:creationId xmlns:a16="http://schemas.microsoft.com/office/drawing/2014/main" id="{352ED14F-9DE2-4892-ACC5-FEC5E91C65E9}"/>
              </a:ext>
            </a:extLst>
          </p:cNvPr>
          <p:cNvSpPr txBox="1">
            <a:spLocks/>
          </p:cNvSpPr>
          <p:nvPr/>
        </p:nvSpPr>
        <p:spPr>
          <a:xfrm>
            <a:off x="6132668"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BREWING</a:t>
            </a:r>
          </a:p>
        </p:txBody>
      </p:sp>
      <p:sp>
        <p:nvSpPr>
          <p:cNvPr id="307" name="Text Placeholder 86">
            <a:extLst>
              <a:ext uri="{FF2B5EF4-FFF2-40B4-BE49-F238E27FC236}">
                <a16:creationId xmlns:a16="http://schemas.microsoft.com/office/drawing/2014/main" id="{0478E29D-9CD7-414F-B5EF-7C2B657EFA4E}"/>
              </a:ext>
            </a:extLst>
          </p:cNvPr>
          <p:cNvSpPr txBox="1">
            <a:spLocks/>
          </p:cNvSpPr>
          <p:nvPr/>
        </p:nvSpPr>
        <p:spPr>
          <a:xfrm>
            <a:off x="7095262"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BAKED GOODS</a:t>
            </a:r>
          </a:p>
        </p:txBody>
      </p:sp>
      <p:sp>
        <p:nvSpPr>
          <p:cNvPr id="308" name="Text Placeholder 88">
            <a:extLst>
              <a:ext uri="{FF2B5EF4-FFF2-40B4-BE49-F238E27FC236}">
                <a16:creationId xmlns:a16="http://schemas.microsoft.com/office/drawing/2014/main" id="{9558374B-62DC-42D1-941B-D8FEF8017924}"/>
              </a:ext>
            </a:extLst>
          </p:cNvPr>
          <p:cNvSpPr txBox="1">
            <a:spLocks/>
          </p:cNvSpPr>
          <p:nvPr/>
        </p:nvSpPr>
        <p:spPr>
          <a:xfrm>
            <a:off x="8068783"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AIRPORT</a:t>
            </a:r>
          </a:p>
        </p:txBody>
      </p:sp>
      <p:sp>
        <p:nvSpPr>
          <p:cNvPr id="309" name="Text Placeholder 90">
            <a:extLst>
              <a:ext uri="{FF2B5EF4-FFF2-40B4-BE49-F238E27FC236}">
                <a16:creationId xmlns:a16="http://schemas.microsoft.com/office/drawing/2014/main" id="{32551709-2953-48D1-97C0-15D6FF1DB6AA}"/>
              </a:ext>
            </a:extLst>
          </p:cNvPr>
          <p:cNvSpPr txBox="1">
            <a:spLocks/>
          </p:cNvSpPr>
          <p:nvPr/>
        </p:nvSpPr>
        <p:spPr>
          <a:xfrm>
            <a:off x="9032608"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MEDITATION</a:t>
            </a:r>
          </a:p>
        </p:txBody>
      </p:sp>
      <p:sp>
        <p:nvSpPr>
          <p:cNvPr id="310" name="Text Placeholder 92">
            <a:extLst>
              <a:ext uri="{FF2B5EF4-FFF2-40B4-BE49-F238E27FC236}">
                <a16:creationId xmlns:a16="http://schemas.microsoft.com/office/drawing/2014/main" id="{183663B0-8BFE-4322-92E2-78BF6FCE76CE}"/>
              </a:ext>
            </a:extLst>
          </p:cNvPr>
          <p:cNvSpPr txBox="1">
            <a:spLocks/>
          </p:cNvSpPr>
          <p:nvPr/>
        </p:nvSpPr>
        <p:spPr>
          <a:xfrm>
            <a:off x="10001800"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FITNESS</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SWIMMING</a:t>
            </a:r>
          </a:p>
        </p:txBody>
      </p:sp>
      <p:sp>
        <p:nvSpPr>
          <p:cNvPr id="311" name="Text Placeholder 94">
            <a:extLst>
              <a:ext uri="{FF2B5EF4-FFF2-40B4-BE49-F238E27FC236}">
                <a16:creationId xmlns:a16="http://schemas.microsoft.com/office/drawing/2014/main" id="{1D3A82D6-1F58-4E29-8B30-41AD16095493}"/>
              </a:ext>
            </a:extLst>
          </p:cNvPr>
          <p:cNvSpPr txBox="1">
            <a:spLocks/>
          </p:cNvSpPr>
          <p:nvPr/>
        </p:nvSpPr>
        <p:spPr>
          <a:xfrm>
            <a:off x="10974852" y="3894197"/>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FITNESS</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RUNNING</a:t>
            </a:r>
          </a:p>
        </p:txBody>
      </p:sp>
      <p:sp>
        <p:nvSpPr>
          <p:cNvPr id="312" name="Text Placeholder 96">
            <a:extLst>
              <a:ext uri="{FF2B5EF4-FFF2-40B4-BE49-F238E27FC236}">
                <a16:creationId xmlns:a16="http://schemas.microsoft.com/office/drawing/2014/main" id="{779CE53F-611E-4D7C-90AC-96D5E55CFFF5}"/>
              </a:ext>
            </a:extLst>
          </p:cNvPr>
          <p:cNvSpPr txBox="1">
            <a:spLocks/>
          </p:cNvSpPr>
          <p:nvPr/>
        </p:nvSpPr>
        <p:spPr>
          <a:xfrm>
            <a:off x="322190"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FITNESS</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CYCLING</a:t>
            </a:r>
          </a:p>
        </p:txBody>
      </p:sp>
      <p:sp>
        <p:nvSpPr>
          <p:cNvPr id="313" name="Text Placeholder 98">
            <a:extLst>
              <a:ext uri="{FF2B5EF4-FFF2-40B4-BE49-F238E27FC236}">
                <a16:creationId xmlns:a16="http://schemas.microsoft.com/office/drawing/2014/main" id="{45F36A5F-C4CA-4C40-B29B-34DC78B5176B}"/>
              </a:ext>
            </a:extLst>
          </p:cNvPr>
          <p:cNvSpPr txBox="1">
            <a:spLocks/>
          </p:cNvSpPr>
          <p:nvPr/>
        </p:nvSpPr>
        <p:spPr>
          <a:xfrm>
            <a:off x="1293661"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HEALTHY</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EATING</a:t>
            </a:r>
          </a:p>
        </p:txBody>
      </p:sp>
      <p:sp>
        <p:nvSpPr>
          <p:cNvPr id="314" name="Text Placeholder 100">
            <a:extLst>
              <a:ext uri="{FF2B5EF4-FFF2-40B4-BE49-F238E27FC236}">
                <a16:creationId xmlns:a16="http://schemas.microsoft.com/office/drawing/2014/main" id="{EF9D27D2-7A01-40DD-B359-035914B7841F}"/>
              </a:ext>
            </a:extLst>
          </p:cNvPr>
          <p:cNvSpPr txBox="1">
            <a:spLocks/>
          </p:cNvSpPr>
          <p:nvPr/>
        </p:nvSpPr>
        <p:spPr>
          <a:xfrm>
            <a:off x="2266772"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GYM</a:t>
            </a:r>
          </a:p>
        </p:txBody>
      </p:sp>
      <p:sp>
        <p:nvSpPr>
          <p:cNvPr id="315" name="Text Placeholder 102">
            <a:extLst>
              <a:ext uri="{FF2B5EF4-FFF2-40B4-BE49-F238E27FC236}">
                <a16:creationId xmlns:a16="http://schemas.microsoft.com/office/drawing/2014/main" id="{338B3468-420E-4F84-92B8-89ABDD1C5815}"/>
              </a:ext>
            </a:extLst>
          </p:cNvPr>
          <p:cNvSpPr txBox="1">
            <a:spLocks/>
          </p:cNvSpPr>
          <p:nvPr/>
        </p:nvSpPr>
        <p:spPr>
          <a:xfrm>
            <a:off x="3223186"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SUBSCRIPTION REVENUE</a:t>
            </a:r>
          </a:p>
        </p:txBody>
      </p:sp>
      <p:sp>
        <p:nvSpPr>
          <p:cNvPr id="316" name="Text Placeholder 104">
            <a:extLst>
              <a:ext uri="{FF2B5EF4-FFF2-40B4-BE49-F238E27FC236}">
                <a16:creationId xmlns:a16="http://schemas.microsoft.com/office/drawing/2014/main" id="{A5C0CB36-A896-4217-8FDA-734854D2B9ED}"/>
              </a:ext>
            </a:extLst>
          </p:cNvPr>
          <p:cNvSpPr txBox="1">
            <a:spLocks/>
          </p:cNvSpPr>
          <p:nvPr/>
        </p:nvSpPr>
        <p:spPr>
          <a:xfrm>
            <a:off x="4184282"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SOFTWARE SUBSCRIPTION</a:t>
            </a:r>
          </a:p>
        </p:txBody>
      </p:sp>
      <p:sp>
        <p:nvSpPr>
          <p:cNvPr id="317" name="Text Placeholder 106">
            <a:extLst>
              <a:ext uri="{FF2B5EF4-FFF2-40B4-BE49-F238E27FC236}">
                <a16:creationId xmlns:a16="http://schemas.microsoft.com/office/drawing/2014/main" id="{0B733F0C-D77B-4866-A862-14407B7AF649}"/>
              </a:ext>
            </a:extLst>
          </p:cNvPr>
          <p:cNvSpPr txBox="1">
            <a:spLocks/>
          </p:cNvSpPr>
          <p:nvPr/>
        </p:nvSpPr>
        <p:spPr>
          <a:xfrm>
            <a:off x="5165630"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SAVINGS</a:t>
            </a:r>
          </a:p>
        </p:txBody>
      </p:sp>
      <p:sp>
        <p:nvSpPr>
          <p:cNvPr id="318" name="Text Placeholder 108">
            <a:extLst>
              <a:ext uri="{FF2B5EF4-FFF2-40B4-BE49-F238E27FC236}">
                <a16:creationId xmlns:a16="http://schemas.microsoft.com/office/drawing/2014/main" id="{50C4FA91-F224-4FD1-ABAA-B467DE5F56CE}"/>
              </a:ext>
            </a:extLst>
          </p:cNvPr>
          <p:cNvSpPr txBox="1">
            <a:spLocks/>
          </p:cNvSpPr>
          <p:nvPr/>
        </p:nvSpPr>
        <p:spPr>
          <a:xfrm>
            <a:off x="6132668"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REVENUE</a:t>
            </a:r>
          </a:p>
        </p:txBody>
      </p:sp>
      <p:sp>
        <p:nvSpPr>
          <p:cNvPr id="319" name="Text Placeholder 110">
            <a:extLst>
              <a:ext uri="{FF2B5EF4-FFF2-40B4-BE49-F238E27FC236}">
                <a16:creationId xmlns:a16="http://schemas.microsoft.com/office/drawing/2014/main" id="{CFA07967-E273-400F-8B05-255B75A8E80C}"/>
              </a:ext>
            </a:extLst>
          </p:cNvPr>
          <p:cNvSpPr txBox="1">
            <a:spLocks/>
          </p:cNvSpPr>
          <p:nvPr/>
        </p:nvSpPr>
        <p:spPr>
          <a:xfrm>
            <a:off x="7095262"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HOMEWORKER</a:t>
            </a:r>
          </a:p>
        </p:txBody>
      </p:sp>
      <p:sp>
        <p:nvSpPr>
          <p:cNvPr id="320" name="Text Placeholder 112">
            <a:extLst>
              <a:ext uri="{FF2B5EF4-FFF2-40B4-BE49-F238E27FC236}">
                <a16:creationId xmlns:a16="http://schemas.microsoft.com/office/drawing/2014/main" id="{EB9B0E14-6D1F-4D89-963D-249B7F525764}"/>
              </a:ext>
            </a:extLst>
          </p:cNvPr>
          <p:cNvSpPr txBox="1">
            <a:spLocks/>
          </p:cNvSpPr>
          <p:nvPr/>
        </p:nvSpPr>
        <p:spPr>
          <a:xfrm>
            <a:off x="8068783"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VIRTUAL TEAM</a:t>
            </a:r>
          </a:p>
        </p:txBody>
      </p:sp>
      <p:sp>
        <p:nvSpPr>
          <p:cNvPr id="321" name="Text Placeholder 114">
            <a:extLst>
              <a:ext uri="{FF2B5EF4-FFF2-40B4-BE49-F238E27FC236}">
                <a16:creationId xmlns:a16="http://schemas.microsoft.com/office/drawing/2014/main" id="{4E95A9F2-5045-4452-9C7D-1F8DC50D4E52}"/>
              </a:ext>
            </a:extLst>
          </p:cNvPr>
          <p:cNvSpPr txBox="1">
            <a:spLocks/>
          </p:cNvSpPr>
          <p:nvPr/>
        </p:nvSpPr>
        <p:spPr>
          <a:xfrm>
            <a:off x="9032608"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HIGH</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PERFORMANCE</a:t>
            </a:r>
          </a:p>
        </p:txBody>
      </p:sp>
      <p:sp>
        <p:nvSpPr>
          <p:cNvPr id="322" name="Text Placeholder 112">
            <a:extLst>
              <a:ext uri="{FF2B5EF4-FFF2-40B4-BE49-F238E27FC236}">
                <a16:creationId xmlns:a16="http://schemas.microsoft.com/office/drawing/2014/main" id="{8A261CDB-E790-443C-9235-2DCF56629E9B}"/>
              </a:ext>
            </a:extLst>
          </p:cNvPr>
          <p:cNvSpPr txBox="1">
            <a:spLocks/>
          </p:cNvSpPr>
          <p:nvPr/>
        </p:nvSpPr>
        <p:spPr>
          <a:xfrm>
            <a:off x="10001800"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MEDIUM PERFORMANCE</a:t>
            </a:r>
          </a:p>
        </p:txBody>
      </p:sp>
      <p:sp>
        <p:nvSpPr>
          <p:cNvPr id="323" name="Text Placeholder 112">
            <a:extLst>
              <a:ext uri="{FF2B5EF4-FFF2-40B4-BE49-F238E27FC236}">
                <a16:creationId xmlns:a16="http://schemas.microsoft.com/office/drawing/2014/main" id="{773D1DAD-0463-47B7-86C4-0672B246570B}"/>
              </a:ext>
            </a:extLst>
          </p:cNvPr>
          <p:cNvSpPr txBox="1">
            <a:spLocks/>
          </p:cNvSpPr>
          <p:nvPr/>
        </p:nvSpPr>
        <p:spPr>
          <a:xfrm>
            <a:off x="10974852" y="486645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LOW</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PERFORMANCE</a:t>
            </a:r>
          </a:p>
        </p:txBody>
      </p:sp>
      <p:sp>
        <p:nvSpPr>
          <p:cNvPr id="324" name="Text Placeholder 96">
            <a:extLst>
              <a:ext uri="{FF2B5EF4-FFF2-40B4-BE49-F238E27FC236}">
                <a16:creationId xmlns:a16="http://schemas.microsoft.com/office/drawing/2014/main" id="{E1055297-160E-4C2F-A630-FC6758E2E353}"/>
              </a:ext>
            </a:extLst>
          </p:cNvPr>
          <p:cNvSpPr txBox="1">
            <a:spLocks/>
          </p:cNvSpPr>
          <p:nvPr/>
        </p:nvSpPr>
        <p:spPr>
          <a:xfrm>
            <a:off x="322190"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BRITISH</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POUNDS</a:t>
            </a:r>
          </a:p>
        </p:txBody>
      </p:sp>
      <p:sp>
        <p:nvSpPr>
          <p:cNvPr id="325" name="Text Placeholder 98">
            <a:extLst>
              <a:ext uri="{FF2B5EF4-FFF2-40B4-BE49-F238E27FC236}">
                <a16:creationId xmlns:a16="http://schemas.microsoft.com/office/drawing/2014/main" id="{8E0B0381-7993-424F-86D7-C12E1CDE7946}"/>
              </a:ext>
            </a:extLst>
          </p:cNvPr>
          <p:cNvSpPr txBox="1">
            <a:spLocks/>
          </p:cNvSpPr>
          <p:nvPr/>
        </p:nvSpPr>
        <p:spPr>
          <a:xfrm>
            <a:off x="1293661"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US DOLLARS</a:t>
            </a:r>
          </a:p>
        </p:txBody>
      </p:sp>
      <p:sp>
        <p:nvSpPr>
          <p:cNvPr id="326" name="Text Placeholder 100">
            <a:extLst>
              <a:ext uri="{FF2B5EF4-FFF2-40B4-BE49-F238E27FC236}">
                <a16:creationId xmlns:a16="http://schemas.microsoft.com/office/drawing/2014/main" id="{90E8EC4B-D479-41B5-9F07-B581144470A7}"/>
              </a:ext>
            </a:extLst>
          </p:cNvPr>
          <p:cNvSpPr txBox="1">
            <a:spLocks/>
          </p:cNvSpPr>
          <p:nvPr/>
        </p:nvSpPr>
        <p:spPr>
          <a:xfrm>
            <a:off x="2266772"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EUROS</a:t>
            </a:r>
          </a:p>
        </p:txBody>
      </p:sp>
      <p:sp>
        <p:nvSpPr>
          <p:cNvPr id="327" name="Text Placeholder 102">
            <a:extLst>
              <a:ext uri="{FF2B5EF4-FFF2-40B4-BE49-F238E27FC236}">
                <a16:creationId xmlns:a16="http://schemas.microsoft.com/office/drawing/2014/main" id="{A478CECE-DEE1-42D1-BEAD-885EA03831BA}"/>
              </a:ext>
            </a:extLst>
          </p:cNvPr>
          <p:cNvSpPr txBox="1">
            <a:spLocks/>
          </p:cNvSpPr>
          <p:nvPr/>
        </p:nvSpPr>
        <p:spPr>
          <a:xfrm>
            <a:off x="3223186"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BUSINESS</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ETHICS</a:t>
            </a:r>
          </a:p>
        </p:txBody>
      </p:sp>
      <p:sp>
        <p:nvSpPr>
          <p:cNvPr id="328" name="Text Placeholder 104">
            <a:extLst>
              <a:ext uri="{FF2B5EF4-FFF2-40B4-BE49-F238E27FC236}">
                <a16:creationId xmlns:a16="http://schemas.microsoft.com/office/drawing/2014/main" id="{8DFCD382-EF69-4B1C-9BDC-745A714F27E7}"/>
              </a:ext>
            </a:extLst>
          </p:cNvPr>
          <p:cNvSpPr txBox="1">
            <a:spLocks/>
          </p:cNvSpPr>
          <p:nvPr/>
        </p:nvSpPr>
        <p:spPr>
          <a:xfrm>
            <a:off x="4184282"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TRUST</a:t>
            </a:r>
          </a:p>
        </p:txBody>
      </p:sp>
      <p:sp>
        <p:nvSpPr>
          <p:cNvPr id="329" name="Text Placeholder 106">
            <a:extLst>
              <a:ext uri="{FF2B5EF4-FFF2-40B4-BE49-F238E27FC236}">
                <a16:creationId xmlns:a16="http://schemas.microsoft.com/office/drawing/2014/main" id="{62C46CBC-62AD-4CF3-AFB4-0536E5041B2C}"/>
              </a:ext>
            </a:extLst>
          </p:cNvPr>
          <p:cNvSpPr txBox="1">
            <a:spLocks/>
          </p:cNvSpPr>
          <p:nvPr/>
        </p:nvSpPr>
        <p:spPr>
          <a:xfrm>
            <a:off x="5165630"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ENVIRONMENT</a:t>
            </a:r>
          </a:p>
        </p:txBody>
      </p:sp>
      <p:sp>
        <p:nvSpPr>
          <p:cNvPr id="330" name="Text Placeholder 108">
            <a:extLst>
              <a:ext uri="{FF2B5EF4-FFF2-40B4-BE49-F238E27FC236}">
                <a16:creationId xmlns:a16="http://schemas.microsoft.com/office/drawing/2014/main" id="{90B3A399-5561-4BB8-A0F7-C5FD95F88700}"/>
              </a:ext>
            </a:extLst>
          </p:cNvPr>
          <p:cNvSpPr txBox="1">
            <a:spLocks/>
          </p:cNvSpPr>
          <p:nvPr/>
        </p:nvSpPr>
        <p:spPr>
          <a:xfrm>
            <a:off x="6132668"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SUSTAINABILITY</a:t>
            </a:r>
          </a:p>
        </p:txBody>
      </p:sp>
      <p:sp>
        <p:nvSpPr>
          <p:cNvPr id="331" name="Text Placeholder 110">
            <a:extLst>
              <a:ext uri="{FF2B5EF4-FFF2-40B4-BE49-F238E27FC236}">
                <a16:creationId xmlns:a16="http://schemas.microsoft.com/office/drawing/2014/main" id="{1F92A945-19CB-473E-A8F1-FB132664BFBA}"/>
              </a:ext>
            </a:extLst>
          </p:cNvPr>
          <p:cNvSpPr txBox="1">
            <a:spLocks/>
          </p:cNvSpPr>
          <p:nvPr/>
        </p:nvSpPr>
        <p:spPr>
          <a:xfrm>
            <a:off x="7095262"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CONNECTED WORKERS</a:t>
            </a:r>
          </a:p>
        </p:txBody>
      </p:sp>
      <p:sp>
        <p:nvSpPr>
          <p:cNvPr id="332" name="Text Placeholder 112">
            <a:extLst>
              <a:ext uri="{FF2B5EF4-FFF2-40B4-BE49-F238E27FC236}">
                <a16:creationId xmlns:a16="http://schemas.microsoft.com/office/drawing/2014/main" id="{1837887B-AB81-4143-BC02-7C2F57B112AD}"/>
              </a:ext>
            </a:extLst>
          </p:cNvPr>
          <p:cNvSpPr txBox="1">
            <a:spLocks/>
          </p:cNvSpPr>
          <p:nvPr/>
        </p:nvSpPr>
        <p:spPr>
          <a:xfrm>
            <a:off x="8068783"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CHECKBOX</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TICK</a:t>
            </a:r>
          </a:p>
        </p:txBody>
      </p:sp>
      <p:sp>
        <p:nvSpPr>
          <p:cNvPr id="333" name="Text Placeholder 114">
            <a:extLst>
              <a:ext uri="{FF2B5EF4-FFF2-40B4-BE49-F238E27FC236}">
                <a16:creationId xmlns:a16="http://schemas.microsoft.com/office/drawing/2014/main" id="{ED09965B-AA03-4CD0-A592-2C128D047CA4}"/>
              </a:ext>
            </a:extLst>
          </p:cNvPr>
          <p:cNvSpPr txBox="1">
            <a:spLocks/>
          </p:cNvSpPr>
          <p:nvPr/>
        </p:nvSpPr>
        <p:spPr>
          <a:xfrm>
            <a:off x="9032608"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CHECKBOX</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CROSS</a:t>
            </a:r>
          </a:p>
        </p:txBody>
      </p:sp>
      <p:sp>
        <p:nvSpPr>
          <p:cNvPr id="334" name="Text Placeholder 112">
            <a:extLst>
              <a:ext uri="{FF2B5EF4-FFF2-40B4-BE49-F238E27FC236}">
                <a16:creationId xmlns:a16="http://schemas.microsoft.com/office/drawing/2014/main" id="{E55E6093-74B5-4CDC-A79D-515DCC6C006A}"/>
              </a:ext>
            </a:extLst>
          </p:cNvPr>
          <p:cNvSpPr txBox="1">
            <a:spLocks/>
          </p:cNvSpPr>
          <p:nvPr/>
        </p:nvSpPr>
        <p:spPr>
          <a:xfrm>
            <a:off x="10001800"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BUSINESS PROCESS FLOWCHART</a:t>
            </a:r>
          </a:p>
        </p:txBody>
      </p:sp>
      <p:sp>
        <p:nvSpPr>
          <p:cNvPr id="335" name="Text Placeholder 112">
            <a:extLst>
              <a:ext uri="{FF2B5EF4-FFF2-40B4-BE49-F238E27FC236}">
                <a16:creationId xmlns:a16="http://schemas.microsoft.com/office/drawing/2014/main" id="{E7EAAF93-4A85-487D-BA9F-40EF960A14E2}"/>
              </a:ext>
            </a:extLst>
          </p:cNvPr>
          <p:cNvSpPr txBox="1">
            <a:spLocks/>
          </p:cNvSpPr>
          <p:nvPr/>
        </p:nvSpPr>
        <p:spPr>
          <a:xfrm>
            <a:off x="10974852" y="579079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BUSINESS PROCESS FLOWCHART</a:t>
            </a:r>
          </a:p>
        </p:txBody>
      </p:sp>
      <p:pic>
        <p:nvPicPr>
          <p:cNvPr id="336" name="Graphic 335">
            <a:extLst>
              <a:ext uri="{FF2B5EF4-FFF2-40B4-BE49-F238E27FC236}">
                <a16:creationId xmlns:a16="http://schemas.microsoft.com/office/drawing/2014/main" id="{77FB1607-8F7A-4485-B18E-1E649684D3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0215" y="1470327"/>
            <a:ext cx="432000" cy="364501"/>
          </a:xfrm>
          <a:prstGeom prst="rect">
            <a:avLst/>
          </a:prstGeom>
        </p:spPr>
      </p:pic>
      <p:pic>
        <p:nvPicPr>
          <p:cNvPr id="337" name="Graphic 336">
            <a:extLst>
              <a:ext uri="{FF2B5EF4-FFF2-40B4-BE49-F238E27FC236}">
                <a16:creationId xmlns:a16="http://schemas.microsoft.com/office/drawing/2014/main" id="{8F6F3741-1085-4D99-83A9-5983DCA8E9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7886" y="1470533"/>
            <a:ext cx="399600" cy="399600"/>
          </a:xfrm>
          <a:prstGeom prst="rect">
            <a:avLst/>
          </a:prstGeom>
        </p:spPr>
      </p:pic>
      <p:pic>
        <p:nvPicPr>
          <p:cNvPr id="338" name="Graphic 337">
            <a:extLst>
              <a:ext uri="{FF2B5EF4-FFF2-40B4-BE49-F238E27FC236}">
                <a16:creationId xmlns:a16="http://schemas.microsoft.com/office/drawing/2014/main" id="{AD5CE111-9EE5-4729-B971-6BE5D4FF8C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0997" y="1452777"/>
            <a:ext cx="399600" cy="399600"/>
          </a:xfrm>
          <a:prstGeom prst="rect">
            <a:avLst/>
          </a:prstGeom>
        </p:spPr>
      </p:pic>
      <p:pic>
        <p:nvPicPr>
          <p:cNvPr id="339" name="Graphic 338">
            <a:extLst>
              <a:ext uri="{FF2B5EF4-FFF2-40B4-BE49-F238E27FC236}">
                <a16:creationId xmlns:a16="http://schemas.microsoft.com/office/drawing/2014/main" id="{E669A0E8-5AAA-45A0-A39E-1FCF987F05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61211" y="1480918"/>
            <a:ext cx="432000" cy="378830"/>
          </a:xfrm>
          <a:prstGeom prst="rect">
            <a:avLst/>
          </a:prstGeom>
        </p:spPr>
      </p:pic>
      <p:pic>
        <p:nvPicPr>
          <p:cNvPr id="340" name="Graphic 339">
            <a:extLst>
              <a:ext uri="{FF2B5EF4-FFF2-40B4-BE49-F238E27FC236}">
                <a16:creationId xmlns:a16="http://schemas.microsoft.com/office/drawing/2014/main" id="{536DF3BE-ECC6-4870-ABCC-D7AAD8E3948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22307" y="1509685"/>
            <a:ext cx="432000" cy="285785"/>
          </a:xfrm>
          <a:prstGeom prst="rect">
            <a:avLst/>
          </a:prstGeom>
        </p:spPr>
      </p:pic>
      <p:pic>
        <p:nvPicPr>
          <p:cNvPr id="341" name="Graphic 340">
            <a:extLst>
              <a:ext uri="{FF2B5EF4-FFF2-40B4-BE49-F238E27FC236}">
                <a16:creationId xmlns:a16="http://schemas.microsoft.com/office/drawing/2014/main" id="{414F16AC-E0FA-40A8-8B03-61EDFF52E5A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19855" y="1461655"/>
            <a:ext cx="399600" cy="399600"/>
          </a:xfrm>
          <a:prstGeom prst="rect">
            <a:avLst/>
          </a:prstGeom>
        </p:spPr>
      </p:pic>
      <p:pic>
        <p:nvPicPr>
          <p:cNvPr id="342" name="Graphic 341">
            <a:extLst>
              <a:ext uri="{FF2B5EF4-FFF2-40B4-BE49-F238E27FC236}">
                <a16:creationId xmlns:a16="http://schemas.microsoft.com/office/drawing/2014/main" id="{D95643E7-86BB-40B6-9C70-BBFC020CC60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02503" y="1479411"/>
            <a:ext cx="368381" cy="399600"/>
          </a:xfrm>
          <a:prstGeom prst="rect">
            <a:avLst/>
          </a:prstGeom>
        </p:spPr>
      </p:pic>
      <p:pic>
        <p:nvPicPr>
          <p:cNvPr id="343" name="Graphic 342">
            <a:extLst>
              <a:ext uri="{FF2B5EF4-FFF2-40B4-BE49-F238E27FC236}">
                <a16:creationId xmlns:a16="http://schemas.microsoft.com/office/drawing/2014/main" id="{05C98DA9-3E17-47C8-B1AC-7397043D34F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49487" y="1501969"/>
            <a:ext cx="399600" cy="354484"/>
          </a:xfrm>
          <a:prstGeom prst="rect">
            <a:avLst/>
          </a:prstGeom>
        </p:spPr>
      </p:pic>
      <p:pic>
        <p:nvPicPr>
          <p:cNvPr id="344" name="Graphic 343">
            <a:extLst>
              <a:ext uri="{FF2B5EF4-FFF2-40B4-BE49-F238E27FC236}">
                <a16:creationId xmlns:a16="http://schemas.microsoft.com/office/drawing/2014/main" id="{B431B6B0-4622-4EB4-9789-336F42E8D20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06808" y="1520586"/>
            <a:ext cx="432000" cy="317250"/>
          </a:xfrm>
          <a:prstGeom prst="rect">
            <a:avLst/>
          </a:prstGeom>
        </p:spPr>
      </p:pic>
      <p:pic>
        <p:nvPicPr>
          <p:cNvPr id="345" name="Graphic 344">
            <a:extLst>
              <a:ext uri="{FF2B5EF4-FFF2-40B4-BE49-F238E27FC236}">
                <a16:creationId xmlns:a16="http://schemas.microsoft.com/office/drawing/2014/main" id="{CE2293CC-56C5-4ED9-A70D-DDA4063F2A5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86833" y="1461655"/>
            <a:ext cx="399600" cy="399600"/>
          </a:xfrm>
          <a:prstGeom prst="rect">
            <a:avLst/>
          </a:prstGeom>
        </p:spPr>
      </p:pic>
      <p:pic>
        <p:nvPicPr>
          <p:cNvPr id="346" name="Graphic 345">
            <a:extLst>
              <a:ext uri="{FF2B5EF4-FFF2-40B4-BE49-F238E27FC236}">
                <a16:creationId xmlns:a16="http://schemas.microsoft.com/office/drawing/2014/main" id="{42E86D12-5B6E-4CB1-8979-57714C2545B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56025" y="1476777"/>
            <a:ext cx="399600" cy="387112"/>
          </a:xfrm>
          <a:prstGeom prst="rect">
            <a:avLst/>
          </a:prstGeom>
        </p:spPr>
      </p:pic>
      <p:pic>
        <p:nvPicPr>
          <p:cNvPr id="347" name="Graphic 346">
            <a:extLst>
              <a:ext uri="{FF2B5EF4-FFF2-40B4-BE49-F238E27FC236}">
                <a16:creationId xmlns:a16="http://schemas.microsoft.com/office/drawing/2014/main" id="{F23CB57D-0493-4739-8A53-CE7398643D9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229077" y="1505361"/>
            <a:ext cx="399600" cy="312188"/>
          </a:xfrm>
          <a:prstGeom prst="rect">
            <a:avLst/>
          </a:prstGeom>
        </p:spPr>
      </p:pic>
      <p:pic>
        <p:nvPicPr>
          <p:cNvPr id="348" name="Graphic 347">
            <a:extLst>
              <a:ext uri="{FF2B5EF4-FFF2-40B4-BE49-F238E27FC236}">
                <a16:creationId xmlns:a16="http://schemas.microsoft.com/office/drawing/2014/main" id="{7D8B783D-5F86-414F-B451-DAE3A527B00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76415" y="2463802"/>
            <a:ext cx="399600" cy="315069"/>
          </a:xfrm>
          <a:prstGeom prst="rect">
            <a:avLst/>
          </a:prstGeom>
        </p:spPr>
      </p:pic>
      <p:pic>
        <p:nvPicPr>
          <p:cNvPr id="349" name="Graphic 348">
            <a:extLst>
              <a:ext uri="{FF2B5EF4-FFF2-40B4-BE49-F238E27FC236}">
                <a16:creationId xmlns:a16="http://schemas.microsoft.com/office/drawing/2014/main" id="{21E5AB04-3615-4164-97FD-4E2F2FF30587}"/>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547886" y="2440755"/>
            <a:ext cx="399600" cy="343406"/>
          </a:xfrm>
          <a:prstGeom prst="rect">
            <a:avLst/>
          </a:prstGeom>
        </p:spPr>
      </p:pic>
      <p:pic>
        <p:nvPicPr>
          <p:cNvPr id="350" name="Graphic 349">
            <a:extLst>
              <a:ext uri="{FF2B5EF4-FFF2-40B4-BE49-F238E27FC236}">
                <a16:creationId xmlns:a16="http://schemas.microsoft.com/office/drawing/2014/main" id="{2E159202-CCF3-4CE0-9D7D-0DCEC00AE47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520997" y="2419431"/>
            <a:ext cx="399600" cy="386054"/>
          </a:xfrm>
          <a:prstGeom prst="rect">
            <a:avLst/>
          </a:prstGeom>
        </p:spPr>
      </p:pic>
      <p:pic>
        <p:nvPicPr>
          <p:cNvPr id="351" name="Graphic 350">
            <a:extLst>
              <a:ext uri="{FF2B5EF4-FFF2-40B4-BE49-F238E27FC236}">
                <a16:creationId xmlns:a16="http://schemas.microsoft.com/office/drawing/2014/main" id="{47041B03-1E24-479C-8319-C96526557CC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486777" y="2412658"/>
            <a:ext cx="380869" cy="399600"/>
          </a:xfrm>
          <a:prstGeom prst="rect">
            <a:avLst/>
          </a:prstGeom>
        </p:spPr>
      </p:pic>
      <p:pic>
        <p:nvPicPr>
          <p:cNvPr id="352" name="Graphic 351">
            <a:extLst>
              <a:ext uri="{FF2B5EF4-FFF2-40B4-BE49-F238E27FC236}">
                <a16:creationId xmlns:a16="http://schemas.microsoft.com/office/drawing/2014/main" id="{35527C6B-4BD5-477D-A966-C1CA5B54A84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491579" y="2412658"/>
            <a:ext cx="293456" cy="399600"/>
          </a:xfrm>
          <a:prstGeom prst="rect">
            <a:avLst/>
          </a:prstGeom>
        </p:spPr>
      </p:pic>
      <p:pic>
        <p:nvPicPr>
          <p:cNvPr id="353" name="Graphic 352">
            <a:extLst>
              <a:ext uri="{FF2B5EF4-FFF2-40B4-BE49-F238E27FC236}">
                <a16:creationId xmlns:a16="http://schemas.microsoft.com/office/drawing/2014/main" id="{596863BE-17C0-488A-8093-635581CCA8C3}"/>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419855" y="2462121"/>
            <a:ext cx="399600" cy="318431"/>
          </a:xfrm>
          <a:prstGeom prst="rect">
            <a:avLst/>
          </a:prstGeom>
        </p:spPr>
      </p:pic>
      <p:pic>
        <p:nvPicPr>
          <p:cNvPr id="354" name="Graphic 353">
            <a:extLst>
              <a:ext uri="{FF2B5EF4-FFF2-40B4-BE49-F238E27FC236}">
                <a16:creationId xmlns:a16="http://schemas.microsoft.com/office/drawing/2014/main" id="{3FB9A102-771A-4B1C-8271-B7E369F916BB}"/>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427478" y="2412658"/>
            <a:ext cx="318431" cy="399600"/>
          </a:xfrm>
          <a:prstGeom prst="rect">
            <a:avLst/>
          </a:prstGeom>
        </p:spPr>
      </p:pic>
      <p:pic>
        <p:nvPicPr>
          <p:cNvPr id="355" name="Graphic 354">
            <a:extLst>
              <a:ext uri="{FF2B5EF4-FFF2-40B4-BE49-F238E27FC236}">
                <a16:creationId xmlns:a16="http://schemas.microsoft.com/office/drawing/2014/main" id="{7AFF3674-17E5-4A70-98A2-ADC2DE17F672}"/>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349487" y="2452755"/>
            <a:ext cx="399600" cy="337163"/>
          </a:xfrm>
          <a:prstGeom prst="rect">
            <a:avLst/>
          </a:prstGeom>
        </p:spPr>
      </p:pic>
      <p:pic>
        <p:nvPicPr>
          <p:cNvPr id="356" name="Graphic 355">
            <a:extLst>
              <a:ext uri="{FF2B5EF4-FFF2-40B4-BE49-F238E27FC236}">
                <a16:creationId xmlns:a16="http://schemas.microsoft.com/office/drawing/2014/main" id="{587B4C01-77FC-4C24-AF3F-73B93A6DBD34}"/>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8323008" y="2412658"/>
            <a:ext cx="399600" cy="399600"/>
          </a:xfrm>
          <a:prstGeom prst="rect">
            <a:avLst/>
          </a:prstGeom>
        </p:spPr>
      </p:pic>
      <p:pic>
        <p:nvPicPr>
          <p:cNvPr id="357" name="Graphic 356">
            <a:extLst>
              <a:ext uri="{FF2B5EF4-FFF2-40B4-BE49-F238E27FC236}">
                <a16:creationId xmlns:a16="http://schemas.microsoft.com/office/drawing/2014/main" id="{3B98C219-F305-4CDA-A077-827434AB3BB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286833" y="2428268"/>
            <a:ext cx="399600" cy="368381"/>
          </a:xfrm>
          <a:prstGeom prst="rect">
            <a:avLst/>
          </a:prstGeom>
        </p:spPr>
      </p:pic>
      <p:pic>
        <p:nvPicPr>
          <p:cNvPr id="358" name="Graphic 357">
            <a:extLst>
              <a:ext uri="{FF2B5EF4-FFF2-40B4-BE49-F238E27FC236}">
                <a16:creationId xmlns:a16="http://schemas.microsoft.com/office/drawing/2014/main" id="{6B05FE64-DA72-4878-8BF7-888860D8558D}"/>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0256025" y="2412658"/>
            <a:ext cx="399600" cy="399600"/>
          </a:xfrm>
          <a:prstGeom prst="rect">
            <a:avLst/>
          </a:prstGeom>
        </p:spPr>
      </p:pic>
      <p:pic>
        <p:nvPicPr>
          <p:cNvPr id="359" name="Graphic 358">
            <a:extLst>
              <a:ext uri="{FF2B5EF4-FFF2-40B4-BE49-F238E27FC236}">
                <a16:creationId xmlns:a16="http://schemas.microsoft.com/office/drawing/2014/main" id="{33646BD2-405C-440E-9680-07D0F0A705BF}"/>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1229077" y="2421536"/>
            <a:ext cx="399600" cy="399600"/>
          </a:xfrm>
          <a:prstGeom prst="rect">
            <a:avLst/>
          </a:prstGeom>
        </p:spPr>
      </p:pic>
      <p:pic>
        <p:nvPicPr>
          <p:cNvPr id="360" name="Graphic 359">
            <a:extLst>
              <a:ext uri="{FF2B5EF4-FFF2-40B4-BE49-F238E27FC236}">
                <a16:creationId xmlns:a16="http://schemas.microsoft.com/office/drawing/2014/main" id="{AB3677F2-269F-45FD-BBC4-5D023A5F1E07}"/>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589735" y="3379498"/>
            <a:ext cx="372960" cy="399600"/>
          </a:xfrm>
          <a:prstGeom prst="rect">
            <a:avLst/>
          </a:prstGeom>
        </p:spPr>
      </p:pic>
      <p:pic>
        <p:nvPicPr>
          <p:cNvPr id="361" name="Graphic 360">
            <a:extLst>
              <a:ext uri="{FF2B5EF4-FFF2-40B4-BE49-F238E27FC236}">
                <a16:creationId xmlns:a16="http://schemas.microsoft.com/office/drawing/2014/main" id="{29C20C4F-C533-4BAE-B882-9B8396BFB61F}"/>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635299" y="3379498"/>
            <a:ext cx="224775" cy="399600"/>
          </a:xfrm>
          <a:prstGeom prst="rect">
            <a:avLst/>
          </a:prstGeom>
        </p:spPr>
      </p:pic>
      <p:pic>
        <p:nvPicPr>
          <p:cNvPr id="362" name="Graphic 361">
            <a:extLst>
              <a:ext uri="{FF2B5EF4-FFF2-40B4-BE49-F238E27FC236}">
                <a16:creationId xmlns:a16="http://schemas.microsoft.com/office/drawing/2014/main" id="{E5265CB7-7898-4119-A5AF-DC5BB2FC8FB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2573404" y="3388376"/>
            <a:ext cx="294787" cy="399600"/>
          </a:xfrm>
          <a:prstGeom prst="rect">
            <a:avLst/>
          </a:prstGeom>
        </p:spPr>
      </p:pic>
      <p:pic>
        <p:nvPicPr>
          <p:cNvPr id="363" name="Graphic 362">
            <a:extLst>
              <a:ext uri="{FF2B5EF4-FFF2-40B4-BE49-F238E27FC236}">
                <a16:creationId xmlns:a16="http://schemas.microsoft.com/office/drawing/2014/main" id="{CB77FF19-58DD-45C3-A1ED-495D5979F304}"/>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477411" y="3394620"/>
            <a:ext cx="399600" cy="387112"/>
          </a:xfrm>
          <a:prstGeom prst="rect">
            <a:avLst/>
          </a:prstGeom>
        </p:spPr>
      </p:pic>
      <p:pic>
        <p:nvPicPr>
          <p:cNvPr id="364" name="Graphic 363">
            <a:extLst>
              <a:ext uri="{FF2B5EF4-FFF2-40B4-BE49-F238E27FC236}">
                <a16:creationId xmlns:a16="http://schemas.microsoft.com/office/drawing/2014/main" id="{B6780B32-7DCB-4095-890E-6A93B02BDF1C}"/>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4438507" y="3379498"/>
            <a:ext cx="399600" cy="399600"/>
          </a:xfrm>
          <a:prstGeom prst="rect">
            <a:avLst/>
          </a:prstGeom>
        </p:spPr>
      </p:pic>
      <p:pic>
        <p:nvPicPr>
          <p:cNvPr id="365" name="Graphic 364">
            <a:extLst>
              <a:ext uri="{FF2B5EF4-FFF2-40B4-BE49-F238E27FC236}">
                <a16:creationId xmlns:a16="http://schemas.microsoft.com/office/drawing/2014/main" id="{5F069E23-7A21-4517-85B9-5860343CCF6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5469805" y="3379498"/>
            <a:ext cx="299700" cy="399600"/>
          </a:xfrm>
          <a:prstGeom prst="rect">
            <a:avLst/>
          </a:prstGeom>
        </p:spPr>
      </p:pic>
      <p:pic>
        <p:nvPicPr>
          <p:cNvPr id="366" name="Graphic 365">
            <a:extLst>
              <a:ext uri="{FF2B5EF4-FFF2-40B4-BE49-F238E27FC236}">
                <a16:creationId xmlns:a16="http://schemas.microsoft.com/office/drawing/2014/main" id="{31866B7B-CEF8-4B1E-8152-6E620E68AE5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386893" y="3379498"/>
            <a:ext cx="399600" cy="399600"/>
          </a:xfrm>
          <a:prstGeom prst="rect">
            <a:avLst/>
          </a:prstGeom>
        </p:spPr>
      </p:pic>
      <p:pic>
        <p:nvPicPr>
          <p:cNvPr id="367" name="Graphic 366">
            <a:extLst>
              <a:ext uri="{FF2B5EF4-FFF2-40B4-BE49-F238E27FC236}">
                <a16:creationId xmlns:a16="http://schemas.microsoft.com/office/drawing/2014/main" id="{028CAC6E-B5C2-4C8D-84DB-F568DD8EB384}"/>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7380706" y="3379498"/>
            <a:ext cx="337163" cy="399600"/>
          </a:xfrm>
          <a:prstGeom prst="rect">
            <a:avLst/>
          </a:prstGeom>
        </p:spPr>
      </p:pic>
      <p:pic>
        <p:nvPicPr>
          <p:cNvPr id="368" name="Graphic 367">
            <a:extLst>
              <a:ext uri="{FF2B5EF4-FFF2-40B4-BE49-F238E27FC236}">
                <a16:creationId xmlns:a16="http://schemas.microsoft.com/office/drawing/2014/main" id="{82DAE0D2-2268-4C52-A6C0-A293AB1FC93F}"/>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323008" y="3391986"/>
            <a:ext cx="399600" cy="374625"/>
          </a:xfrm>
          <a:prstGeom prst="rect">
            <a:avLst/>
          </a:prstGeom>
        </p:spPr>
      </p:pic>
      <p:pic>
        <p:nvPicPr>
          <p:cNvPr id="369" name="Graphic 368">
            <a:extLst>
              <a:ext uri="{FF2B5EF4-FFF2-40B4-BE49-F238E27FC236}">
                <a16:creationId xmlns:a16="http://schemas.microsoft.com/office/drawing/2014/main" id="{0F1D9EA1-86CD-4F45-BFFF-A54ACAC476E2}"/>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308686" y="3388376"/>
            <a:ext cx="355894" cy="399600"/>
          </a:xfrm>
          <a:prstGeom prst="rect">
            <a:avLst/>
          </a:prstGeom>
        </p:spPr>
      </p:pic>
      <p:pic>
        <p:nvPicPr>
          <p:cNvPr id="370" name="Graphic 369">
            <a:extLst>
              <a:ext uri="{FF2B5EF4-FFF2-40B4-BE49-F238E27FC236}">
                <a16:creationId xmlns:a16="http://schemas.microsoft.com/office/drawing/2014/main" id="{845E1A69-C4E2-4AF2-A778-31A3679B5578}"/>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10256025" y="3419595"/>
            <a:ext cx="399600" cy="337163"/>
          </a:xfrm>
          <a:prstGeom prst="rect">
            <a:avLst/>
          </a:prstGeom>
        </p:spPr>
      </p:pic>
      <p:pic>
        <p:nvPicPr>
          <p:cNvPr id="371" name="Graphic 370">
            <a:extLst>
              <a:ext uri="{FF2B5EF4-FFF2-40B4-BE49-F238E27FC236}">
                <a16:creationId xmlns:a16="http://schemas.microsoft.com/office/drawing/2014/main" id="{2C841654-CC9E-49E3-B1F4-F6FD50AF90D1}"/>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1229077" y="3388376"/>
            <a:ext cx="399600" cy="399600"/>
          </a:xfrm>
          <a:prstGeom prst="rect">
            <a:avLst/>
          </a:prstGeom>
        </p:spPr>
      </p:pic>
      <p:pic>
        <p:nvPicPr>
          <p:cNvPr id="372" name="Graphic 371">
            <a:extLst>
              <a:ext uri="{FF2B5EF4-FFF2-40B4-BE49-F238E27FC236}">
                <a16:creationId xmlns:a16="http://schemas.microsoft.com/office/drawing/2014/main" id="{9843530D-37E9-420F-8C0D-E79DEF299C7F}"/>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76415" y="4356174"/>
            <a:ext cx="399600" cy="374625"/>
          </a:xfrm>
          <a:prstGeom prst="rect">
            <a:avLst/>
          </a:prstGeom>
        </p:spPr>
      </p:pic>
      <p:pic>
        <p:nvPicPr>
          <p:cNvPr id="373" name="Graphic 372">
            <a:extLst>
              <a:ext uri="{FF2B5EF4-FFF2-40B4-BE49-F238E27FC236}">
                <a16:creationId xmlns:a16="http://schemas.microsoft.com/office/drawing/2014/main" id="{7F56EB21-30CB-4AC2-836B-BEFA04AE1BC4}"/>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547886" y="4343686"/>
            <a:ext cx="399600" cy="399600"/>
          </a:xfrm>
          <a:prstGeom prst="rect">
            <a:avLst/>
          </a:prstGeom>
        </p:spPr>
      </p:pic>
      <p:pic>
        <p:nvPicPr>
          <p:cNvPr id="374" name="Graphic 373">
            <a:extLst>
              <a:ext uri="{FF2B5EF4-FFF2-40B4-BE49-F238E27FC236}">
                <a16:creationId xmlns:a16="http://schemas.microsoft.com/office/drawing/2014/main" id="{6CCD6F8E-AD2D-4754-B082-D8727A1B83CB}"/>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2520997" y="4341052"/>
            <a:ext cx="399600" cy="387112"/>
          </a:xfrm>
          <a:prstGeom prst="rect">
            <a:avLst/>
          </a:prstGeom>
        </p:spPr>
      </p:pic>
      <p:pic>
        <p:nvPicPr>
          <p:cNvPr id="375" name="Graphic 374">
            <a:extLst>
              <a:ext uri="{FF2B5EF4-FFF2-40B4-BE49-F238E27FC236}">
                <a16:creationId xmlns:a16="http://schemas.microsoft.com/office/drawing/2014/main" id="{CEC72811-2ACA-4724-A99B-395EB1DB54F8}"/>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3477411" y="4337930"/>
            <a:ext cx="399600" cy="393356"/>
          </a:xfrm>
          <a:prstGeom prst="rect">
            <a:avLst/>
          </a:prstGeom>
        </p:spPr>
      </p:pic>
      <p:pic>
        <p:nvPicPr>
          <p:cNvPr id="376" name="Graphic 375">
            <a:extLst>
              <a:ext uri="{FF2B5EF4-FFF2-40B4-BE49-F238E27FC236}">
                <a16:creationId xmlns:a16="http://schemas.microsoft.com/office/drawing/2014/main" id="{C37E0A4A-3B7C-4604-8018-5B43D8C10E28}"/>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4438507" y="4337930"/>
            <a:ext cx="399600" cy="393356"/>
          </a:xfrm>
          <a:prstGeom prst="rect">
            <a:avLst/>
          </a:prstGeom>
        </p:spPr>
      </p:pic>
      <p:pic>
        <p:nvPicPr>
          <p:cNvPr id="377" name="Graphic 376">
            <a:extLst>
              <a:ext uri="{FF2B5EF4-FFF2-40B4-BE49-F238E27FC236}">
                <a16:creationId xmlns:a16="http://schemas.microsoft.com/office/drawing/2014/main" id="{12CE5A33-C8AE-47AE-85DC-E6C284480AC1}"/>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5419855" y="4343686"/>
            <a:ext cx="399600" cy="399600"/>
          </a:xfrm>
          <a:prstGeom prst="rect">
            <a:avLst/>
          </a:prstGeom>
        </p:spPr>
      </p:pic>
      <p:pic>
        <p:nvPicPr>
          <p:cNvPr id="378" name="Graphic 377">
            <a:extLst>
              <a:ext uri="{FF2B5EF4-FFF2-40B4-BE49-F238E27FC236}">
                <a16:creationId xmlns:a16="http://schemas.microsoft.com/office/drawing/2014/main" id="{B4B12B48-E73C-45A9-B8B4-8AA63AE431C1}"/>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6386893" y="4349930"/>
            <a:ext cx="399600" cy="387112"/>
          </a:xfrm>
          <a:prstGeom prst="rect">
            <a:avLst/>
          </a:prstGeom>
        </p:spPr>
      </p:pic>
      <p:pic>
        <p:nvPicPr>
          <p:cNvPr id="379" name="Graphic 378">
            <a:extLst>
              <a:ext uri="{FF2B5EF4-FFF2-40B4-BE49-F238E27FC236}">
                <a16:creationId xmlns:a16="http://schemas.microsoft.com/office/drawing/2014/main" id="{0BFCB0A1-85CA-42BE-B061-B658857B48BD}"/>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7349487" y="4352564"/>
            <a:ext cx="399600" cy="399600"/>
          </a:xfrm>
          <a:prstGeom prst="rect">
            <a:avLst/>
          </a:prstGeom>
        </p:spPr>
      </p:pic>
      <p:pic>
        <p:nvPicPr>
          <p:cNvPr id="380" name="Graphic 379">
            <a:extLst>
              <a:ext uri="{FF2B5EF4-FFF2-40B4-BE49-F238E27FC236}">
                <a16:creationId xmlns:a16="http://schemas.microsoft.com/office/drawing/2014/main" id="{565E7411-FC89-4D21-8B2E-B9978B59A960}"/>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8323008" y="4352564"/>
            <a:ext cx="399600" cy="399600"/>
          </a:xfrm>
          <a:prstGeom prst="rect">
            <a:avLst/>
          </a:prstGeom>
        </p:spPr>
      </p:pic>
      <p:pic>
        <p:nvPicPr>
          <p:cNvPr id="381" name="Graphic 380">
            <a:extLst>
              <a:ext uri="{FF2B5EF4-FFF2-40B4-BE49-F238E27FC236}">
                <a16:creationId xmlns:a16="http://schemas.microsoft.com/office/drawing/2014/main" id="{5F3F1032-034A-43D5-9A50-AC6B45BD3460}"/>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9286833" y="4352564"/>
            <a:ext cx="399600" cy="399600"/>
          </a:xfrm>
          <a:prstGeom prst="rect">
            <a:avLst/>
          </a:prstGeom>
        </p:spPr>
      </p:pic>
      <p:pic>
        <p:nvPicPr>
          <p:cNvPr id="382" name="Graphic 381">
            <a:extLst>
              <a:ext uri="{FF2B5EF4-FFF2-40B4-BE49-F238E27FC236}">
                <a16:creationId xmlns:a16="http://schemas.microsoft.com/office/drawing/2014/main" id="{0DA67034-9B11-4FB2-9437-8B592A228D17}"/>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10256025" y="4352564"/>
            <a:ext cx="399600" cy="399600"/>
          </a:xfrm>
          <a:prstGeom prst="rect">
            <a:avLst/>
          </a:prstGeom>
        </p:spPr>
      </p:pic>
      <p:pic>
        <p:nvPicPr>
          <p:cNvPr id="383" name="Graphic 382">
            <a:extLst>
              <a:ext uri="{FF2B5EF4-FFF2-40B4-BE49-F238E27FC236}">
                <a16:creationId xmlns:a16="http://schemas.microsoft.com/office/drawing/2014/main" id="{0A123034-9375-4BEA-B8B7-C1677311DAE4}"/>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11229077" y="4352564"/>
            <a:ext cx="399600" cy="399600"/>
          </a:xfrm>
          <a:prstGeom prst="rect">
            <a:avLst/>
          </a:prstGeom>
        </p:spPr>
      </p:pic>
      <p:pic>
        <p:nvPicPr>
          <p:cNvPr id="384" name="Graphic 383">
            <a:extLst>
              <a:ext uri="{FF2B5EF4-FFF2-40B4-BE49-F238E27FC236}">
                <a16:creationId xmlns:a16="http://schemas.microsoft.com/office/drawing/2014/main" id="{85366941-5592-4276-BC76-685A3AF418F8}"/>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576415" y="5333534"/>
            <a:ext cx="399600" cy="349650"/>
          </a:xfrm>
          <a:prstGeom prst="rect">
            <a:avLst/>
          </a:prstGeom>
        </p:spPr>
      </p:pic>
      <p:pic>
        <p:nvPicPr>
          <p:cNvPr id="385" name="Graphic 384">
            <a:extLst>
              <a:ext uri="{FF2B5EF4-FFF2-40B4-BE49-F238E27FC236}">
                <a16:creationId xmlns:a16="http://schemas.microsoft.com/office/drawing/2014/main" id="{6B1179C7-B4BF-4977-9BDE-79E272E9AA9A}"/>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1547886" y="5324656"/>
            <a:ext cx="399600" cy="349650"/>
          </a:xfrm>
          <a:prstGeom prst="rect">
            <a:avLst/>
          </a:prstGeom>
        </p:spPr>
      </p:pic>
      <p:pic>
        <p:nvPicPr>
          <p:cNvPr id="386" name="Graphic 385">
            <a:extLst>
              <a:ext uri="{FF2B5EF4-FFF2-40B4-BE49-F238E27FC236}">
                <a16:creationId xmlns:a16="http://schemas.microsoft.com/office/drawing/2014/main" id="{E51E7921-69A1-44D0-9A7A-7AFBA3A25B79}"/>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2520997" y="5333534"/>
            <a:ext cx="399600" cy="349650"/>
          </a:xfrm>
          <a:prstGeom prst="rect">
            <a:avLst/>
          </a:prstGeom>
        </p:spPr>
      </p:pic>
      <p:pic>
        <p:nvPicPr>
          <p:cNvPr id="387" name="Graphic 386">
            <a:extLst>
              <a:ext uri="{FF2B5EF4-FFF2-40B4-BE49-F238E27FC236}">
                <a16:creationId xmlns:a16="http://schemas.microsoft.com/office/drawing/2014/main" id="{BA308A81-A3AF-45B2-B1A4-F13FCB88DBB7}"/>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3477411" y="5327778"/>
            <a:ext cx="399600" cy="343406"/>
          </a:xfrm>
          <a:prstGeom prst="rect">
            <a:avLst/>
          </a:prstGeom>
        </p:spPr>
      </p:pic>
      <p:pic>
        <p:nvPicPr>
          <p:cNvPr id="388" name="Graphic 387">
            <a:extLst>
              <a:ext uri="{FF2B5EF4-FFF2-40B4-BE49-F238E27FC236}">
                <a16:creationId xmlns:a16="http://schemas.microsoft.com/office/drawing/2014/main" id="{C9EFA4E5-BE01-4B29-BEB2-39F98C11F7DC}"/>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4438507" y="5324656"/>
            <a:ext cx="399600" cy="349650"/>
          </a:xfrm>
          <a:prstGeom prst="rect">
            <a:avLst/>
          </a:prstGeom>
        </p:spPr>
      </p:pic>
      <p:pic>
        <p:nvPicPr>
          <p:cNvPr id="389" name="Graphic 388">
            <a:extLst>
              <a:ext uri="{FF2B5EF4-FFF2-40B4-BE49-F238E27FC236}">
                <a16:creationId xmlns:a16="http://schemas.microsoft.com/office/drawing/2014/main" id="{484FA8D4-BE3B-4022-92F2-31660C022640}"/>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5419855" y="5299681"/>
            <a:ext cx="399600" cy="399600"/>
          </a:xfrm>
          <a:prstGeom prst="rect">
            <a:avLst/>
          </a:prstGeom>
        </p:spPr>
      </p:pic>
      <p:pic>
        <p:nvPicPr>
          <p:cNvPr id="390" name="Graphic 389">
            <a:extLst>
              <a:ext uri="{FF2B5EF4-FFF2-40B4-BE49-F238E27FC236}">
                <a16:creationId xmlns:a16="http://schemas.microsoft.com/office/drawing/2014/main" id="{6CE6DBD1-C6B4-489F-B188-84777EE23992}"/>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6386893" y="5305925"/>
            <a:ext cx="399600" cy="387112"/>
          </a:xfrm>
          <a:prstGeom prst="rect">
            <a:avLst/>
          </a:prstGeom>
        </p:spPr>
      </p:pic>
      <p:pic>
        <p:nvPicPr>
          <p:cNvPr id="391" name="Graphic 390">
            <a:extLst>
              <a:ext uri="{FF2B5EF4-FFF2-40B4-BE49-F238E27FC236}">
                <a16:creationId xmlns:a16="http://schemas.microsoft.com/office/drawing/2014/main" id="{79EF1AD1-8E40-44C3-A978-A44634BF3700}"/>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7349487" y="5290803"/>
            <a:ext cx="399600" cy="399600"/>
          </a:xfrm>
          <a:prstGeom prst="rect">
            <a:avLst/>
          </a:prstGeom>
        </p:spPr>
      </p:pic>
      <p:pic>
        <p:nvPicPr>
          <p:cNvPr id="392" name="Graphic 391">
            <a:extLst>
              <a:ext uri="{FF2B5EF4-FFF2-40B4-BE49-F238E27FC236}">
                <a16:creationId xmlns:a16="http://schemas.microsoft.com/office/drawing/2014/main" id="{FDD5E252-86E7-483F-98F9-D8ABF9B6B8B0}"/>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8323008" y="5299681"/>
            <a:ext cx="399600" cy="399600"/>
          </a:xfrm>
          <a:prstGeom prst="rect">
            <a:avLst/>
          </a:prstGeom>
        </p:spPr>
      </p:pic>
      <p:pic>
        <p:nvPicPr>
          <p:cNvPr id="393" name="Graphic 392">
            <a:extLst>
              <a:ext uri="{FF2B5EF4-FFF2-40B4-BE49-F238E27FC236}">
                <a16:creationId xmlns:a16="http://schemas.microsoft.com/office/drawing/2014/main" id="{ABFAB1F9-66B5-42C2-9EB3-304979815D1C}"/>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9286833" y="5299681"/>
            <a:ext cx="399600" cy="399600"/>
          </a:xfrm>
          <a:prstGeom prst="rect">
            <a:avLst/>
          </a:prstGeom>
        </p:spPr>
      </p:pic>
      <p:pic>
        <p:nvPicPr>
          <p:cNvPr id="394" name="Graphic 393">
            <a:extLst>
              <a:ext uri="{FF2B5EF4-FFF2-40B4-BE49-F238E27FC236}">
                <a16:creationId xmlns:a16="http://schemas.microsoft.com/office/drawing/2014/main" id="{078A8C33-F113-4D49-AA2B-06C8A1CA4196}"/>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10256025" y="5299681"/>
            <a:ext cx="399600" cy="399600"/>
          </a:xfrm>
          <a:prstGeom prst="rect">
            <a:avLst/>
          </a:prstGeom>
        </p:spPr>
      </p:pic>
      <p:pic>
        <p:nvPicPr>
          <p:cNvPr id="395" name="Graphic 394">
            <a:extLst>
              <a:ext uri="{FF2B5EF4-FFF2-40B4-BE49-F238E27FC236}">
                <a16:creationId xmlns:a16="http://schemas.microsoft.com/office/drawing/2014/main" id="{B0F8FAD4-D426-499C-8D17-D8338385D7C6}"/>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11229077" y="5327778"/>
            <a:ext cx="399600" cy="343406"/>
          </a:xfrm>
          <a:prstGeom prst="rect">
            <a:avLst/>
          </a:prstGeom>
        </p:spPr>
      </p:pic>
      <p:grpSp>
        <p:nvGrpSpPr>
          <p:cNvPr id="2" name="Group 4">
            <a:extLst>
              <a:ext uri="{FF2B5EF4-FFF2-40B4-BE49-F238E27FC236}">
                <a16:creationId xmlns:a16="http://schemas.microsoft.com/office/drawing/2014/main" id="{E50FF7B6-AE33-EA74-F6E1-2704A4E8B5CC}"/>
              </a:ext>
            </a:extLst>
          </p:cNvPr>
          <p:cNvGrpSpPr>
            <a:grpSpLocks noChangeAspect="1"/>
          </p:cNvGrpSpPr>
          <p:nvPr/>
        </p:nvGrpSpPr>
        <p:grpSpPr bwMode="auto">
          <a:xfrm>
            <a:off x="10421934" y="6308714"/>
            <a:ext cx="1162049" cy="266699"/>
            <a:chOff x="6565" y="3974"/>
            <a:chExt cx="732" cy="168"/>
          </a:xfrm>
          <a:solidFill>
            <a:schemeClr val="bg1"/>
          </a:solidFill>
        </p:grpSpPr>
        <p:sp>
          <p:nvSpPr>
            <p:cNvPr id="3" name="Freeform 5">
              <a:extLst>
                <a:ext uri="{FF2B5EF4-FFF2-40B4-BE49-F238E27FC236}">
                  <a16:creationId xmlns:a16="http://schemas.microsoft.com/office/drawing/2014/main" id="{C38C3073-B583-6A3C-26FD-03B9E667D58F}"/>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Freeform 6">
              <a:extLst>
                <a:ext uri="{FF2B5EF4-FFF2-40B4-BE49-F238E27FC236}">
                  <a16:creationId xmlns:a16="http://schemas.microsoft.com/office/drawing/2014/main" id="{13D94078-1130-7064-012A-4F05D8D07F05}"/>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reeform 7">
              <a:extLst>
                <a:ext uri="{FF2B5EF4-FFF2-40B4-BE49-F238E27FC236}">
                  <a16:creationId xmlns:a16="http://schemas.microsoft.com/office/drawing/2014/main" id="{C0474631-D653-6771-0B46-45A88D18B148}"/>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8">
              <a:extLst>
                <a:ext uri="{FF2B5EF4-FFF2-40B4-BE49-F238E27FC236}">
                  <a16:creationId xmlns:a16="http://schemas.microsoft.com/office/drawing/2014/main" id="{82565823-F3A7-EA53-0CC9-3286264A3CD9}"/>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Freeform 9">
              <a:extLst>
                <a:ext uri="{FF2B5EF4-FFF2-40B4-BE49-F238E27FC236}">
                  <a16:creationId xmlns:a16="http://schemas.microsoft.com/office/drawing/2014/main" id="{A1F26284-9E58-B808-264B-A24F1E713A6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0">
              <a:extLst>
                <a:ext uri="{FF2B5EF4-FFF2-40B4-BE49-F238E27FC236}">
                  <a16:creationId xmlns:a16="http://schemas.microsoft.com/office/drawing/2014/main" id="{CA9981D6-9522-99A3-125F-D3900CF078A8}"/>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11">
              <a:extLst>
                <a:ext uri="{FF2B5EF4-FFF2-40B4-BE49-F238E27FC236}">
                  <a16:creationId xmlns:a16="http://schemas.microsoft.com/office/drawing/2014/main" id="{3278BDF1-329D-F84D-EF13-78D03B0B608C}"/>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1550341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10" name="Title 8">
            <a:extLst>
              <a:ext uri="{FF2B5EF4-FFF2-40B4-BE49-F238E27FC236}">
                <a16:creationId xmlns:a16="http://schemas.microsoft.com/office/drawing/2014/main" id="{B35F244B-1E23-4AEB-9AA7-EDCFA043F957}"/>
              </a:ext>
            </a:extLst>
          </p:cNvPr>
          <p:cNvSpPr txBox="1">
            <a:spLocks/>
          </p:cNvSpPr>
          <p:nvPr/>
        </p:nvSpPr>
        <p:spPr>
          <a:xfrm>
            <a:off x="612648" y="585216"/>
            <a:ext cx="1802078" cy="533370"/>
          </a:xfrm>
          <a:prstGeom prst="rect">
            <a:avLst/>
          </a:prstGeom>
        </p:spPr>
        <p:txBody>
          <a:bodyPr vert="horz" lIns="0" tIns="0" rIns="0" bIns="0" rtlCol="0" anchor="ctr" anchorCtr="0">
            <a:normAutofit/>
          </a:bodyPr>
          <a:lstStyle>
            <a:lvl1pPr algn="l" defTabSz="914400" rtl="0" eaLnBrk="1" latinLnBrk="0" hangingPunct="1">
              <a:lnSpc>
                <a:spcPct val="75000"/>
              </a:lnSpc>
              <a:spcBef>
                <a:spcPct val="0"/>
              </a:spcBef>
              <a:buNone/>
              <a:defRPr sz="3400" b="0" kern="1200" cap="none" baseline="0">
                <a:solidFill>
                  <a:schemeClr val="tx2"/>
                </a:solidFill>
                <a:latin typeface="+mj-lt"/>
                <a:ea typeface="+mj-ea"/>
                <a:cs typeface="Calibri" panose="020F0502020204030204" pitchFamily="34" charset="0"/>
              </a:defRPr>
            </a:lvl1pPr>
          </a:lstStyle>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3400" b="0" i="0" u="none" strike="noStrike" kern="1200" cap="none" spc="0" normalizeH="0" baseline="0" noProof="0">
                <a:ln>
                  <a:noFill/>
                </a:ln>
                <a:solidFill>
                  <a:srgbClr val="FFFFFF"/>
                </a:solidFill>
                <a:effectLst/>
                <a:uLnTx/>
                <a:uFillTx/>
                <a:latin typeface="Calibri Light"/>
                <a:ea typeface="+mj-ea"/>
                <a:cs typeface="Calibri" panose="020F0502020204030204" pitchFamily="34" charset="0"/>
              </a:rPr>
              <a:t>Icons</a:t>
            </a:r>
          </a:p>
        </p:txBody>
      </p:sp>
      <p:sp>
        <p:nvSpPr>
          <p:cNvPr id="329" name="Footer Placeholder 1">
            <a:extLst>
              <a:ext uri="{FF2B5EF4-FFF2-40B4-BE49-F238E27FC236}">
                <a16:creationId xmlns:a16="http://schemas.microsoft.com/office/drawing/2014/main" id="{1195F779-2916-4A8D-93F0-F8F788B3EFA5}"/>
              </a:ext>
            </a:extLst>
          </p:cNvPr>
          <p:cNvSpPr>
            <a:spLocks noGrp="1"/>
          </p:cNvSpPr>
          <p:nvPr>
            <p:ph type="ftr" sz="quarter" idx="131"/>
          </p:nvPr>
        </p:nvSpPr>
        <p:spPr>
          <a:xfrm>
            <a:off x="612648" y="6256544"/>
            <a:ext cx="7187184" cy="322056"/>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lumMod val="50000"/>
                  </a:srgbClr>
                </a:solidFill>
                <a:effectLst/>
                <a:uLnTx/>
                <a:uFillTx/>
                <a:latin typeface="Calibri"/>
                <a:ea typeface="+mn-ea"/>
                <a:cs typeface="+mn-cs"/>
              </a:rPr>
              <a:t>For Internal Use Only. © 2025 AVEVA Group Limited or its subsidiaries. All rights reserved.</a:t>
            </a:r>
          </a:p>
        </p:txBody>
      </p:sp>
      <p:sp>
        <p:nvSpPr>
          <p:cNvPr id="96" name="Text Placeholder 27">
            <a:extLst>
              <a:ext uri="{FF2B5EF4-FFF2-40B4-BE49-F238E27FC236}">
                <a16:creationId xmlns:a16="http://schemas.microsoft.com/office/drawing/2014/main" id="{0BBD09C3-88C8-4DF0-8D50-45DED725F010}"/>
              </a:ext>
            </a:extLst>
          </p:cNvPr>
          <p:cNvSpPr>
            <a:spLocks noGrp="1"/>
          </p:cNvSpPr>
          <p:nvPr>
            <p:ph type="body" sz="quarter" idx="11"/>
          </p:nvPr>
        </p:nvSpPr>
        <p:spPr>
          <a:xfrm>
            <a:off x="322190" y="1959126"/>
            <a:ext cx="908050" cy="303213"/>
          </a:xfrm>
        </p:spPr>
        <p:txBody>
          <a:bodyPr/>
          <a:lstStyle/>
          <a:p>
            <a:r>
              <a:rPr lang="en-US">
                <a:solidFill>
                  <a:srgbClr val="BFBFBF"/>
                </a:solidFill>
              </a:rPr>
              <a:t>BAR CHART</a:t>
            </a:r>
          </a:p>
        </p:txBody>
      </p:sp>
      <p:sp>
        <p:nvSpPr>
          <p:cNvPr id="97" name="Text Placeholder 29">
            <a:extLst>
              <a:ext uri="{FF2B5EF4-FFF2-40B4-BE49-F238E27FC236}">
                <a16:creationId xmlns:a16="http://schemas.microsoft.com/office/drawing/2014/main" id="{BE07B69C-0E45-4848-B9EE-1D047CE8541F}"/>
              </a:ext>
            </a:extLst>
          </p:cNvPr>
          <p:cNvSpPr>
            <a:spLocks noGrp="1"/>
          </p:cNvSpPr>
          <p:nvPr>
            <p:ph type="body" sz="quarter" idx="13"/>
          </p:nvPr>
        </p:nvSpPr>
        <p:spPr>
          <a:xfrm>
            <a:off x="1293250" y="1959126"/>
            <a:ext cx="908050" cy="303213"/>
          </a:xfrm>
        </p:spPr>
        <p:txBody>
          <a:bodyPr/>
          <a:lstStyle/>
          <a:p>
            <a:r>
              <a:rPr lang="en-US">
                <a:solidFill>
                  <a:srgbClr val="BFBFBF"/>
                </a:solidFill>
              </a:rPr>
              <a:t>LINE DIAGRAM</a:t>
            </a:r>
          </a:p>
        </p:txBody>
      </p:sp>
      <p:sp>
        <p:nvSpPr>
          <p:cNvPr id="98" name="Text Placeholder 31">
            <a:extLst>
              <a:ext uri="{FF2B5EF4-FFF2-40B4-BE49-F238E27FC236}">
                <a16:creationId xmlns:a16="http://schemas.microsoft.com/office/drawing/2014/main" id="{0C517EBE-C1BE-49BC-8868-6B395F84ED92}"/>
              </a:ext>
            </a:extLst>
          </p:cNvPr>
          <p:cNvSpPr>
            <a:spLocks noGrp="1"/>
          </p:cNvSpPr>
          <p:nvPr>
            <p:ph type="body" sz="quarter" idx="15"/>
          </p:nvPr>
        </p:nvSpPr>
        <p:spPr>
          <a:xfrm>
            <a:off x="2257894" y="1959126"/>
            <a:ext cx="908050" cy="303213"/>
          </a:xfrm>
        </p:spPr>
        <p:txBody>
          <a:bodyPr/>
          <a:lstStyle/>
          <a:p>
            <a:r>
              <a:rPr lang="en-US">
                <a:solidFill>
                  <a:srgbClr val="BFBFBF"/>
                </a:solidFill>
              </a:rPr>
              <a:t>PIE CHART</a:t>
            </a:r>
          </a:p>
        </p:txBody>
      </p:sp>
      <p:sp>
        <p:nvSpPr>
          <p:cNvPr id="99" name="Text Placeholder 33">
            <a:extLst>
              <a:ext uri="{FF2B5EF4-FFF2-40B4-BE49-F238E27FC236}">
                <a16:creationId xmlns:a16="http://schemas.microsoft.com/office/drawing/2014/main" id="{6A9A2741-B6BC-445C-8D54-AAE43F246C67}"/>
              </a:ext>
            </a:extLst>
          </p:cNvPr>
          <p:cNvSpPr>
            <a:spLocks noGrp="1"/>
          </p:cNvSpPr>
          <p:nvPr>
            <p:ph type="body" sz="quarter" idx="17"/>
          </p:nvPr>
        </p:nvSpPr>
        <p:spPr>
          <a:xfrm>
            <a:off x="3214308" y="1959126"/>
            <a:ext cx="908050" cy="303213"/>
          </a:xfrm>
        </p:spPr>
        <p:txBody>
          <a:bodyPr/>
          <a:lstStyle/>
          <a:p>
            <a:r>
              <a:rPr lang="en-US">
                <a:solidFill>
                  <a:srgbClr val="BFBFBF"/>
                </a:solidFill>
              </a:rPr>
              <a:t>GLOBE</a:t>
            </a:r>
            <a:br>
              <a:rPr lang="en-US">
                <a:solidFill>
                  <a:srgbClr val="BFBFBF"/>
                </a:solidFill>
              </a:rPr>
            </a:br>
            <a:r>
              <a:rPr lang="en-US">
                <a:solidFill>
                  <a:srgbClr val="BFBFBF"/>
                </a:solidFill>
              </a:rPr>
              <a:t>EMEA</a:t>
            </a:r>
          </a:p>
        </p:txBody>
      </p:sp>
      <p:sp>
        <p:nvSpPr>
          <p:cNvPr id="100" name="Text Placeholder 27">
            <a:extLst>
              <a:ext uri="{FF2B5EF4-FFF2-40B4-BE49-F238E27FC236}">
                <a16:creationId xmlns:a16="http://schemas.microsoft.com/office/drawing/2014/main" id="{533CE680-7E44-48FC-99E6-72F75A6C422A}"/>
              </a:ext>
            </a:extLst>
          </p:cNvPr>
          <p:cNvSpPr txBox="1">
            <a:spLocks/>
          </p:cNvSpPr>
          <p:nvPr/>
        </p:nvSpPr>
        <p:spPr>
          <a:xfrm>
            <a:off x="4184693" y="195912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GLOBE</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AMERICAS</a:t>
            </a:r>
          </a:p>
        </p:txBody>
      </p:sp>
      <p:sp>
        <p:nvSpPr>
          <p:cNvPr id="101" name="Text Placeholder 29">
            <a:extLst>
              <a:ext uri="{FF2B5EF4-FFF2-40B4-BE49-F238E27FC236}">
                <a16:creationId xmlns:a16="http://schemas.microsoft.com/office/drawing/2014/main" id="{FE244F0A-ABF2-4B03-8DA1-76EC9952E3A3}"/>
              </a:ext>
            </a:extLst>
          </p:cNvPr>
          <p:cNvSpPr txBox="1">
            <a:spLocks/>
          </p:cNvSpPr>
          <p:nvPr/>
        </p:nvSpPr>
        <p:spPr>
          <a:xfrm>
            <a:off x="5157163" y="195912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GLOBE</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ASIA PACIFIC</a:t>
            </a:r>
          </a:p>
        </p:txBody>
      </p:sp>
      <p:sp>
        <p:nvSpPr>
          <p:cNvPr id="102" name="Text Placeholder 31">
            <a:extLst>
              <a:ext uri="{FF2B5EF4-FFF2-40B4-BE49-F238E27FC236}">
                <a16:creationId xmlns:a16="http://schemas.microsoft.com/office/drawing/2014/main" id="{25B778DA-7331-43F2-90F4-E41F446D0F2C}"/>
              </a:ext>
            </a:extLst>
          </p:cNvPr>
          <p:cNvSpPr txBox="1">
            <a:spLocks/>
          </p:cNvSpPr>
          <p:nvPr/>
        </p:nvSpPr>
        <p:spPr>
          <a:xfrm>
            <a:off x="6133079" y="195912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TRAINING</a:t>
            </a:r>
          </a:p>
        </p:txBody>
      </p:sp>
      <p:sp>
        <p:nvSpPr>
          <p:cNvPr id="103" name="Text Placeholder 33">
            <a:extLst>
              <a:ext uri="{FF2B5EF4-FFF2-40B4-BE49-F238E27FC236}">
                <a16:creationId xmlns:a16="http://schemas.microsoft.com/office/drawing/2014/main" id="{B071BF81-3CFF-4753-B415-3D239BD9745E}"/>
              </a:ext>
            </a:extLst>
          </p:cNvPr>
          <p:cNvSpPr txBox="1">
            <a:spLocks/>
          </p:cNvSpPr>
          <p:nvPr/>
        </p:nvSpPr>
        <p:spPr>
          <a:xfrm>
            <a:off x="7095262" y="195912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E-LEARNING</a:t>
            </a:r>
          </a:p>
        </p:txBody>
      </p:sp>
      <p:sp>
        <p:nvSpPr>
          <p:cNvPr id="104" name="Text Placeholder 35">
            <a:extLst>
              <a:ext uri="{FF2B5EF4-FFF2-40B4-BE49-F238E27FC236}">
                <a16:creationId xmlns:a16="http://schemas.microsoft.com/office/drawing/2014/main" id="{5E61ED4A-4727-42E2-A39C-37F311F90430}"/>
              </a:ext>
            </a:extLst>
          </p:cNvPr>
          <p:cNvSpPr>
            <a:spLocks noGrp="1"/>
          </p:cNvSpPr>
          <p:nvPr>
            <p:ph type="body" sz="quarter" idx="19"/>
          </p:nvPr>
        </p:nvSpPr>
        <p:spPr>
          <a:xfrm>
            <a:off x="8068783" y="1959126"/>
            <a:ext cx="908050" cy="303213"/>
          </a:xfrm>
        </p:spPr>
        <p:txBody>
          <a:bodyPr/>
          <a:lstStyle/>
          <a:p>
            <a:r>
              <a:rPr lang="en-US">
                <a:solidFill>
                  <a:srgbClr val="BFBFBF"/>
                </a:solidFill>
              </a:rPr>
              <a:t>COFFEE BREAK</a:t>
            </a:r>
          </a:p>
        </p:txBody>
      </p:sp>
      <p:sp>
        <p:nvSpPr>
          <p:cNvPr id="105" name="Text Placeholder 39">
            <a:extLst>
              <a:ext uri="{FF2B5EF4-FFF2-40B4-BE49-F238E27FC236}">
                <a16:creationId xmlns:a16="http://schemas.microsoft.com/office/drawing/2014/main" id="{A88156BD-C9CF-485A-94AD-D5645FEFA86D}"/>
              </a:ext>
            </a:extLst>
          </p:cNvPr>
          <p:cNvSpPr>
            <a:spLocks noGrp="1"/>
          </p:cNvSpPr>
          <p:nvPr>
            <p:ph type="body" sz="quarter" idx="21"/>
          </p:nvPr>
        </p:nvSpPr>
        <p:spPr>
          <a:xfrm>
            <a:off x="9019822" y="1959126"/>
            <a:ext cx="908050" cy="303213"/>
          </a:xfrm>
        </p:spPr>
        <p:txBody>
          <a:bodyPr/>
          <a:lstStyle/>
          <a:p>
            <a:r>
              <a:rPr lang="en-US">
                <a:solidFill>
                  <a:srgbClr val="BFBFBF"/>
                </a:solidFill>
              </a:rPr>
              <a:t>CEMENT</a:t>
            </a:r>
          </a:p>
        </p:txBody>
      </p:sp>
      <p:sp>
        <p:nvSpPr>
          <p:cNvPr id="106" name="Text Placeholder 41">
            <a:extLst>
              <a:ext uri="{FF2B5EF4-FFF2-40B4-BE49-F238E27FC236}">
                <a16:creationId xmlns:a16="http://schemas.microsoft.com/office/drawing/2014/main" id="{E571DE4A-0FA7-4506-8610-8F3A5A1BD45F}"/>
              </a:ext>
            </a:extLst>
          </p:cNvPr>
          <p:cNvSpPr>
            <a:spLocks noGrp="1"/>
          </p:cNvSpPr>
          <p:nvPr>
            <p:ph type="body" sz="quarter" idx="23"/>
          </p:nvPr>
        </p:nvSpPr>
        <p:spPr>
          <a:xfrm>
            <a:off x="9992922" y="1959126"/>
            <a:ext cx="908050" cy="303213"/>
          </a:xfrm>
        </p:spPr>
        <p:txBody>
          <a:bodyPr/>
          <a:lstStyle/>
          <a:p>
            <a:r>
              <a:rPr lang="en-US">
                <a:solidFill>
                  <a:srgbClr val="BFBFBF"/>
                </a:solidFill>
              </a:rPr>
              <a:t>LASER</a:t>
            </a:r>
            <a:br>
              <a:rPr lang="en-US">
                <a:solidFill>
                  <a:srgbClr val="BFBFBF"/>
                </a:solidFill>
              </a:rPr>
            </a:br>
            <a:r>
              <a:rPr lang="en-US">
                <a:solidFill>
                  <a:srgbClr val="BFBFBF"/>
                </a:solidFill>
              </a:rPr>
              <a:t>SCANNER</a:t>
            </a:r>
          </a:p>
        </p:txBody>
      </p:sp>
      <p:sp>
        <p:nvSpPr>
          <p:cNvPr id="107" name="Text Placeholder 44">
            <a:extLst>
              <a:ext uri="{FF2B5EF4-FFF2-40B4-BE49-F238E27FC236}">
                <a16:creationId xmlns:a16="http://schemas.microsoft.com/office/drawing/2014/main" id="{9A4F0CE9-134C-4895-B57E-3650DE8DF18A}"/>
              </a:ext>
            </a:extLst>
          </p:cNvPr>
          <p:cNvSpPr>
            <a:spLocks noGrp="1"/>
          </p:cNvSpPr>
          <p:nvPr>
            <p:ph type="body" sz="quarter" idx="25"/>
          </p:nvPr>
        </p:nvSpPr>
        <p:spPr>
          <a:xfrm>
            <a:off x="10974849" y="1959126"/>
            <a:ext cx="908050" cy="303213"/>
          </a:xfrm>
        </p:spPr>
        <p:txBody>
          <a:bodyPr/>
          <a:lstStyle/>
          <a:p>
            <a:r>
              <a:rPr lang="en-US">
                <a:solidFill>
                  <a:srgbClr val="BFBFBF"/>
                </a:solidFill>
              </a:rPr>
              <a:t>LASER SCAN</a:t>
            </a:r>
            <a:br>
              <a:rPr lang="en-US">
                <a:solidFill>
                  <a:srgbClr val="BFBFBF"/>
                </a:solidFill>
              </a:rPr>
            </a:br>
            <a:r>
              <a:rPr lang="en-US">
                <a:solidFill>
                  <a:srgbClr val="BFBFBF"/>
                </a:solidFill>
              </a:rPr>
              <a:t>DRONE</a:t>
            </a:r>
          </a:p>
        </p:txBody>
      </p:sp>
      <p:sp>
        <p:nvSpPr>
          <p:cNvPr id="108" name="Text Placeholder 46">
            <a:extLst>
              <a:ext uri="{FF2B5EF4-FFF2-40B4-BE49-F238E27FC236}">
                <a16:creationId xmlns:a16="http://schemas.microsoft.com/office/drawing/2014/main" id="{942C588F-025E-4F29-8E4B-D16C4D40470D}"/>
              </a:ext>
            </a:extLst>
          </p:cNvPr>
          <p:cNvSpPr>
            <a:spLocks noGrp="1"/>
          </p:cNvSpPr>
          <p:nvPr>
            <p:ph type="body" sz="quarter" idx="27"/>
          </p:nvPr>
        </p:nvSpPr>
        <p:spPr>
          <a:xfrm>
            <a:off x="322190" y="2917477"/>
            <a:ext cx="908050" cy="303213"/>
          </a:xfrm>
        </p:spPr>
        <p:txBody>
          <a:bodyPr>
            <a:normAutofit/>
          </a:bodyPr>
          <a:lstStyle/>
          <a:p>
            <a:r>
              <a:rPr lang="en-US">
                <a:solidFill>
                  <a:srgbClr val="BFBFBF"/>
                </a:solidFill>
              </a:rPr>
              <a:t>TREND</a:t>
            </a:r>
            <a:br>
              <a:rPr lang="en-US">
                <a:solidFill>
                  <a:srgbClr val="BFBFBF"/>
                </a:solidFill>
              </a:rPr>
            </a:br>
            <a:r>
              <a:rPr lang="en-US">
                <a:solidFill>
                  <a:srgbClr val="BFBFBF"/>
                </a:solidFill>
              </a:rPr>
              <a:t>GRAPH</a:t>
            </a:r>
          </a:p>
        </p:txBody>
      </p:sp>
      <p:sp>
        <p:nvSpPr>
          <p:cNvPr id="109" name="Text Placeholder 48">
            <a:extLst>
              <a:ext uri="{FF2B5EF4-FFF2-40B4-BE49-F238E27FC236}">
                <a16:creationId xmlns:a16="http://schemas.microsoft.com/office/drawing/2014/main" id="{72DFD9E6-894C-4C81-AD6E-E8001A578EE6}"/>
              </a:ext>
            </a:extLst>
          </p:cNvPr>
          <p:cNvSpPr>
            <a:spLocks noGrp="1"/>
          </p:cNvSpPr>
          <p:nvPr>
            <p:ph type="body" sz="quarter" idx="29"/>
          </p:nvPr>
        </p:nvSpPr>
        <p:spPr>
          <a:xfrm>
            <a:off x="1293250" y="2917477"/>
            <a:ext cx="908050" cy="303213"/>
          </a:xfrm>
        </p:spPr>
        <p:txBody>
          <a:bodyPr/>
          <a:lstStyle/>
          <a:p>
            <a:r>
              <a:rPr lang="en-US">
                <a:solidFill>
                  <a:srgbClr val="BFBFBF"/>
                </a:solidFill>
              </a:rPr>
              <a:t>PYRAMID</a:t>
            </a:r>
            <a:br>
              <a:rPr lang="en-US">
                <a:solidFill>
                  <a:srgbClr val="BFBFBF"/>
                </a:solidFill>
              </a:rPr>
            </a:br>
            <a:r>
              <a:rPr lang="en-US">
                <a:solidFill>
                  <a:srgbClr val="BFBFBF"/>
                </a:solidFill>
              </a:rPr>
              <a:t>CHART</a:t>
            </a:r>
          </a:p>
        </p:txBody>
      </p:sp>
      <p:sp>
        <p:nvSpPr>
          <p:cNvPr id="111" name="Text Placeholder 50">
            <a:extLst>
              <a:ext uri="{FF2B5EF4-FFF2-40B4-BE49-F238E27FC236}">
                <a16:creationId xmlns:a16="http://schemas.microsoft.com/office/drawing/2014/main" id="{A831F8D1-1821-4F93-85D9-3258814CCD92}"/>
              </a:ext>
            </a:extLst>
          </p:cNvPr>
          <p:cNvSpPr>
            <a:spLocks noGrp="1"/>
          </p:cNvSpPr>
          <p:nvPr>
            <p:ph type="body" sz="quarter" idx="31"/>
          </p:nvPr>
        </p:nvSpPr>
        <p:spPr>
          <a:xfrm>
            <a:off x="2257894" y="2917477"/>
            <a:ext cx="908050" cy="303213"/>
          </a:xfrm>
        </p:spPr>
        <p:txBody>
          <a:bodyPr>
            <a:normAutofit/>
          </a:bodyPr>
          <a:lstStyle/>
          <a:p>
            <a:r>
              <a:rPr lang="en-US">
                <a:solidFill>
                  <a:srgbClr val="BFBFBF"/>
                </a:solidFill>
              </a:rPr>
              <a:t>T100</a:t>
            </a:r>
            <a:br>
              <a:rPr lang="en-US">
                <a:solidFill>
                  <a:srgbClr val="BFBFBF"/>
                </a:solidFill>
              </a:rPr>
            </a:br>
            <a:r>
              <a:rPr lang="en-US">
                <a:solidFill>
                  <a:srgbClr val="BFBFBF"/>
                </a:solidFill>
              </a:rPr>
              <a:t>ACCOUNT</a:t>
            </a:r>
          </a:p>
        </p:txBody>
      </p:sp>
      <p:sp>
        <p:nvSpPr>
          <p:cNvPr id="112" name="Text Placeholder 52">
            <a:extLst>
              <a:ext uri="{FF2B5EF4-FFF2-40B4-BE49-F238E27FC236}">
                <a16:creationId xmlns:a16="http://schemas.microsoft.com/office/drawing/2014/main" id="{72A8C275-488B-4D9F-BA5F-8067971EBB9C}"/>
              </a:ext>
            </a:extLst>
          </p:cNvPr>
          <p:cNvSpPr>
            <a:spLocks noGrp="1"/>
          </p:cNvSpPr>
          <p:nvPr>
            <p:ph type="body" sz="quarter" idx="33"/>
          </p:nvPr>
        </p:nvSpPr>
        <p:spPr>
          <a:xfrm>
            <a:off x="3214308" y="2917477"/>
            <a:ext cx="908050" cy="303213"/>
          </a:xfrm>
        </p:spPr>
        <p:txBody>
          <a:bodyPr>
            <a:normAutofit/>
          </a:bodyPr>
          <a:lstStyle/>
          <a:p>
            <a:r>
              <a:rPr lang="en-US">
                <a:solidFill>
                  <a:srgbClr val="BFBFBF"/>
                </a:solidFill>
              </a:rPr>
              <a:t>FIREWALL</a:t>
            </a:r>
          </a:p>
        </p:txBody>
      </p:sp>
      <p:sp>
        <p:nvSpPr>
          <p:cNvPr id="113" name="Text Placeholder 54">
            <a:extLst>
              <a:ext uri="{FF2B5EF4-FFF2-40B4-BE49-F238E27FC236}">
                <a16:creationId xmlns:a16="http://schemas.microsoft.com/office/drawing/2014/main" id="{0378CDF8-1AF4-40F2-9629-B72B298F7478}"/>
              </a:ext>
            </a:extLst>
          </p:cNvPr>
          <p:cNvSpPr>
            <a:spLocks noGrp="1"/>
          </p:cNvSpPr>
          <p:nvPr>
            <p:ph type="body" sz="quarter" idx="35"/>
          </p:nvPr>
        </p:nvSpPr>
        <p:spPr>
          <a:xfrm>
            <a:off x="4184693" y="2917477"/>
            <a:ext cx="908050" cy="303213"/>
          </a:xfrm>
        </p:spPr>
        <p:txBody>
          <a:bodyPr>
            <a:normAutofit/>
          </a:bodyPr>
          <a:lstStyle/>
          <a:p>
            <a:r>
              <a:rPr lang="en-US">
                <a:solidFill>
                  <a:srgbClr val="BFBFBF"/>
                </a:solidFill>
              </a:rPr>
              <a:t>AWARD</a:t>
            </a:r>
          </a:p>
        </p:txBody>
      </p:sp>
      <p:sp>
        <p:nvSpPr>
          <p:cNvPr id="114" name="Text Placeholder 56">
            <a:extLst>
              <a:ext uri="{FF2B5EF4-FFF2-40B4-BE49-F238E27FC236}">
                <a16:creationId xmlns:a16="http://schemas.microsoft.com/office/drawing/2014/main" id="{589922E7-1A87-4928-9764-BF9EA6F37B97}"/>
              </a:ext>
            </a:extLst>
          </p:cNvPr>
          <p:cNvSpPr>
            <a:spLocks noGrp="1"/>
          </p:cNvSpPr>
          <p:nvPr>
            <p:ph type="body" sz="quarter" idx="37"/>
          </p:nvPr>
        </p:nvSpPr>
        <p:spPr>
          <a:xfrm>
            <a:off x="5157163" y="2917477"/>
            <a:ext cx="908050" cy="303213"/>
          </a:xfrm>
        </p:spPr>
        <p:txBody>
          <a:bodyPr/>
          <a:lstStyle/>
          <a:p>
            <a:r>
              <a:rPr lang="en-US">
                <a:solidFill>
                  <a:srgbClr val="BFBFBF"/>
                </a:solidFill>
              </a:rPr>
              <a:t>TREND LINE</a:t>
            </a:r>
          </a:p>
        </p:txBody>
      </p:sp>
      <p:sp>
        <p:nvSpPr>
          <p:cNvPr id="115" name="Text Placeholder 58">
            <a:extLst>
              <a:ext uri="{FF2B5EF4-FFF2-40B4-BE49-F238E27FC236}">
                <a16:creationId xmlns:a16="http://schemas.microsoft.com/office/drawing/2014/main" id="{1C71D4D7-252C-4E43-80C6-54F26DE25C0D}"/>
              </a:ext>
            </a:extLst>
          </p:cNvPr>
          <p:cNvSpPr>
            <a:spLocks noGrp="1"/>
          </p:cNvSpPr>
          <p:nvPr>
            <p:ph type="body" sz="quarter" idx="39"/>
          </p:nvPr>
        </p:nvSpPr>
        <p:spPr>
          <a:xfrm>
            <a:off x="6133079" y="2917477"/>
            <a:ext cx="908050" cy="303213"/>
          </a:xfrm>
        </p:spPr>
        <p:txBody>
          <a:bodyPr>
            <a:normAutofit/>
          </a:bodyPr>
          <a:lstStyle/>
          <a:p>
            <a:r>
              <a:rPr lang="en-US">
                <a:solidFill>
                  <a:srgbClr val="BFBFBF"/>
                </a:solidFill>
              </a:rPr>
              <a:t>REPEATABILITY</a:t>
            </a:r>
          </a:p>
        </p:txBody>
      </p:sp>
      <p:sp>
        <p:nvSpPr>
          <p:cNvPr id="116" name="Text Placeholder 60">
            <a:extLst>
              <a:ext uri="{FF2B5EF4-FFF2-40B4-BE49-F238E27FC236}">
                <a16:creationId xmlns:a16="http://schemas.microsoft.com/office/drawing/2014/main" id="{616ECF55-3E6E-451D-839C-72D08E1E0B68}"/>
              </a:ext>
            </a:extLst>
          </p:cNvPr>
          <p:cNvSpPr>
            <a:spLocks noGrp="1"/>
          </p:cNvSpPr>
          <p:nvPr>
            <p:ph type="body" sz="quarter" idx="41"/>
          </p:nvPr>
        </p:nvSpPr>
        <p:spPr>
          <a:xfrm>
            <a:off x="7095262" y="2917477"/>
            <a:ext cx="908050" cy="303213"/>
          </a:xfrm>
        </p:spPr>
        <p:txBody>
          <a:bodyPr/>
          <a:lstStyle/>
          <a:p>
            <a:r>
              <a:rPr lang="en-US">
                <a:solidFill>
                  <a:srgbClr val="BFBFBF"/>
                </a:solidFill>
              </a:rPr>
              <a:t>SAFETY</a:t>
            </a:r>
          </a:p>
        </p:txBody>
      </p:sp>
      <p:sp>
        <p:nvSpPr>
          <p:cNvPr id="117" name="Text Placeholder 62">
            <a:extLst>
              <a:ext uri="{FF2B5EF4-FFF2-40B4-BE49-F238E27FC236}">
                <a16:creationId xmlns:a16="http://schemas.microsoft.com/office/drawing/2014/main" id="{947765C4-5C8C-4903-B5C7-21290A170A40}"/>
              </a:ext>
            </a:extLst>
          </p:cNvPr>
          <p:cNvSpPr>
            <a:spLocks noGrp="1"/>
          </p:cNvSpPr>
          <p:nvPr>
            <p:ph type="body" sz="quarter" idx="43"/>
          </p:nvPr>
        </p:nvSpPr>
        <p:spPr>
          <a:xfrm>
            <a:off x="8068783" y="2917477"/>
            <a:ext cx="908050" cy="303213"/>
          </a:xfrm>
        </p:spPr>
        <p:txBody>
          <a:bodyPr>
            <a:normAutofit/>
          </a:bodyPr>
          <a:lstStyle/>
          <a:p>
            <a:r>
              <a:rPr lang="en-US">
                <a:solidFill>
                  <a:srgbClr val="BFBFBF"/>
                </a:solidFill>
              </a:rPr>
              <a:t>FLEXIBILITY</a:t>
            </a:r>
          </a:p>
        </p:txBody>
      </p:sp>
      <p:sp>
        <p:nvSpPr>
          <p:cNvPr id="118" name="Text Placeholder 64">
            <a:extLst>
              <a:ext uri="{FF2B5EF4-FFF2-40B4-BE49-F238E27FC236}">
                <a16:creationId xmlns:a16="http://schemas.microsoft.com/office/drawing/2014/main" id="{39F461EC-E6F2-456F-BAE1-E8AC595038EB}"/>
              </a:ext>
            </a:extLst>
          </p:cNvPr>
          <p:cNvSpPr>
            <a:spLocks noGrp="1"/>
          </p:cNvSpPr>
          <p:nvPr>
            <p:ph type="body" sz="quarter" idx="45"/>
          </p:nvPr>
        </p:nvSpPr>
        <p:spPr>
          <a:xfrm>
            <a:off x="9019822" y="2917477"/>
            <a:ext cx="908050" cy="303213"/>
          </a:xfrm>
        </p:spPr>
        <p:txBody>
          <a:bodyPr/>
          <a:lstStyle/>
          <a:p>
            <a:r>
              <a:rPr lang="en-US">
                <a:solidFill>
                  <a:srgbClr val="BFBFBF"/>
                </a:solidFill>
              </a:rPr>
              <a:t>GLOBAL</a:t>
            </a:r>
            <a:br>
              <a:rPr lang="en-US">
                <a:solidFill>
                  <a:srgbClr val="BFBFBF"/>
                </a:solidFill>
              </a:rPr>
            </a:br>
            <a:r>
              <a:rPr lang="en-US">
                <a:solidFill>
                  <a:srgbClr val="BFBFBF"/>
                </a:solidFill>
              </a:rPr>
              <a:t>ALLIANCES</a:t>
            </a:r>
          </a:p>
        </p:txBody>
      </p:sp>
      <p:sp>
        <p:nvSpPr>
          <p:cNvPr id="119" name="Text Placeholder 66">
            <a:extLst>
              <a:ext uri="{FF2B5EF4-FFF2-40B4-BE49-F238E27FC236}">
                <a16:creationId xmlns:a16="http://schemas.microsoft.com/office/drawing/2014/main" id="{5867BFA1-55DC-46E6-B0C3-2D57DD82946D}"/>
              </a:ext>
            </a:extLst>
          </p:cNvPr>
          <p:cNvSpPr>
            <a:spLocks noGrp="1"/>
          </p:cNvSpPr>
          <p:nvPr>
            <p:ph type="body" sz="quarter" idx="47"/>
          </p:nvPr>
        </p:nvSpPr>
        <p:spPr>
          <a:xfrm>
            <a:off x="9992922" y="2917477"/>
            <a:ext cx="908050" cy="303213"/>
          </a:xfrm>
        </p:spPr>
        <p:txBody>
          <a:bodyPr/>
          <a:lstStyle/>
          <a:p>
            <a:r>
              <a:rPr lang="en-US">
                <a:solidFill>
                  <a:srgbClr val="BFBFBF"/>
                </a:solidFill>
              </a:rPr>
              <a:t>BRIDGE</a:t>
            </a:r>
          </a:p>
        </p:txBody>
      </p:sp>
      <p:sp>
        <p:nvSpPr>
          <p:cNvPr id="120" name="Text Placeholder 68">
            <a:extLst>
              <a:ext uri="{FF2B5EF4-FFF2-40B4-BE49-F238E27FC236}">
                <a16:creationId xmlns:a16="http://schemas.microsoft.com/office/drawing/2014/main" id="{CFAC5AF8-BEC3-435D-9DF5-AFA1BE9CF070}"/>
              </a:ext>
            </a:extLst>
          </p:cNvPr>
          <p:cNvSpPr>
            <a:spLocks noGrp="1"/>
          </p:cNvSpPr>
          <p:nvPr>
            <p:ph type="body" sz="quarter" idx="49"/>
          </p:nvPr>
        </p:nvSpPr>
        <p:spPr>
          <a:xfrm>
            <a:off x="10974849" y="2917477"/>
            <a:ext cx="908050" cy="303213"/>
          </a:xfrm>
        </p:spPr>
        <p:txBody>
          <a:bodyPr/>
          <a:lstStyle/>
          <a:p>
            <a:r>
              <a:rPr lang="en-US">
                <a:solidFill>
                  <a:srgbClr val="BFBFBF"/>
                </a:solidFill>
              </a:rPr>
              <a:t>SMARTPHONE</a:t>
            </a:r>
          </a:p>
        </p:txBody>
      </p:sp>
      <p:sp>
        <p:nvSpPr>
          <p:cNvPr id="121" name="Text Placeholder 72">
            <a:extLst>
              <a:ext uri="{FF2B5EF4-FFF2-40B4-BE49-F238E27FC236}">
                <a16:creationId xmlns:a16="http://schemas.microsoft.com/office/drawing/2014/main" id="{21805487-EC21-48EF-9BE2-F69C3650C052}"/>
              </a:ext>
            </a:extLst>
          </p:cNvPr>
          <p:cNvSpPr txBox="1">
            <a:spLocks/>
          </p:cNvSpPr>
          <p:nvPr/>
        </p:nvSpPr>
        <p:spPr>
          <a:xfrm>
            <a:off x="322190" y="38853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TABLET</a:t>
            </a:r>
          </a:p>
        </p:txBody>
      </p:sp>
      <p:pic>
        <p:nvPicPr>
          <p:cNvPr id="122" name="Graphic 121">
            <a:extLst>
              <a:ext uri="{FF2B5EF4-FFF2-40B4-BE49-F238E27FC236}">
                <a16:creationId xmlns:a16="http://schemas.microsoft.com/office/drawing/2014/main" id="{26B5FD6E-AF40-497B-8296-A1816FC374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6415" y="1449107"/>
            <a:ext cx="399600" cy="399600"/>
          </a:xfrm>
          <a:prstGeom prst="rect">
            <a:avLst/>
          </a:prstGeom>
        </p:spPr>
      </p:pic>
      <p:pic>
        <p:nvPicPr>
          <p:cNvPr id="123" name="Graphic 122">
            <a:extLst>
              <a:ext uri="{FF2B5EF4-FFF2-40B4-BE49-F238E27FC236}">
                <a16:creationId xmlns:a16="http://schemas.microsoft.com/office/drawing/2014/main" id="{C90C6E8F-9BE1-4A53-ADC3-44B2D85063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7475" y="1449107"/>
            <a:ext cx="399600" cy="399600"/>
          </a:xfrm>
          <a:prstGeom prst="rect">
            <a:avLst/>
          </a:prstGeom>
        </p:spPr>
      </p:pic>
      <p:pic>
        <p:nvPicPr>
          <p:cNvPr id="124" name="Graphic 123">
            <a:extLst>
              <a:ext uri="{FF2B5EF4-FFF2-40B4-BE49-F238E27FC236}">
                <a16:creationId xmlns:a16="http://schemas.microsoft.com/office/drawing/2014/main" id="{2714E3CF-2AF3-40C0-9005-07C20C1C9F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2119" y="1466863"/>
            <a:ext cx="399600" cy="399600"/>
          </a:xfrm>
          <a:prstGeom prst="rect">
            <a:avLst/>
          </a:prstGeom>
        </p:spPr>
      </p:pic>
      <p:pic>
        <p:nvPicPr>
          <p:cNvPr id="125" name="Graphic 124">
            <a:extLst>
              <a:ext uri="{FF2B5EF4-FFF2-40B4-BE49-F238E27FC236}">
                <a16:creationId xmlns:a16="http://schemas.microsoft.com/office/drawing/2014/main" id="{70474FDC-7FD1-4530-AD51-2F70B9CD2B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68533" y="1466863"/>
            <a:ext cx="399600" cy="399600"/>
          </a:xfrm>
          <a:prstGeom prst="rect">
            <a:avLst/>
          </a:prstGeom>
        </p:spPr>
      </p:pic>
      <p:pic>
        <p:nvPicPr>
          <p:cNvPr id="126" name="Graphic 125">
            <a:extLst>
              <a:ext uri="{FF2B5EF4-FFF2-40B4-BE49-F238E27FC236}">
                <a16:creationId xmlns:a16="http://schemas.microsoft.com/office/drawing/2014/main" id="{069C03D3-E65D-41A5-8B47-E2E4D12A36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38918" y="1466863"/>
            <a:ext cx="399600" cy="399600"/>
          </a:xfrm>
          <a:prstGeom prst="rect">
            <a:avLst/>
          </a:prstGeom>
        </p:spPr>
      </p:pic>
      <p:pic>
        <p:nvPicPr>
          <p:cNvPr id="127" name="Graphic 126">
            <a:extLst>
              <a:ext uri="{FF2B5EF4-FFF2-40B4-BE49-F238E27FC236}">
                <a16:creationId xmlns:a16="http://schemas.microsoft.com/office/drawing/2014/main" id="{E1930EAF-765E-4160-8133-9B2026BEC21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11388" y="1475741"/>
            <a:ext cx="399600" cy="399600"/>
          </a:xfrm>
          <a:prstGeom prst="rect">
            <a:avLst/>
          </a:prstGeom>
        </p:spPr>
      </p:pic>
      <p:pic>
        <p:nvPicPr>
          <p:cNvPr id="128" name="Graphic 127">
            <a:extLst>
              <a:ext uri="{FF2B5EF4-FFF2-40B4-BE49-F238E27FC236}">
                <a16:creationId xmlns:a16="http://schemas.microsoft.com/office/drawing/2014/main" id="{43A85568-B304-4AED-A6EB-77E172AFC97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93548" y="1457985"/>
            <a:ext cx="387112" cy="399600"/>
          </a:xfrm>
          <a:prstGeom prst="rect">
            <a:avLst/>
          </a:prstGeom>
        </p:spPr>
      </p:pic>
      <p:pic>
        <p:nvPicPr>
          <p:cNvPr id="129" name="Graphic 128">
            <a:extLst>
              <a:ext uri="{FF2B5EF4-FFF2-40B4-BE49-F238E27FC236}">
                <a16:creationId xmlns:a16="http://schemas.microsoft.com/office/drawing/2014/main" id="{B67A8101-CB2E-419F-B490-D6B80DBD59B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49487" y="1466863"/>
            <a:ext cx="399600" cy="399600"/>
          </a:xfrm>
          <a:prstGeom prst="rect">
            <a:avLst/>
          </a:prstGeom>
        </p:spPr>
      </p:pic>
      <p:pic>
        <p:nvPicPr>
          <p:cNvPr id="130" name="Graphic 129">
            <a:extLst>
              <a:ext uri="{FF2B5EF4-FFF2-40B4-BE49-F238E27FC236}">
                <a16:creationId xmlns:a16="http://schemas.microsoft.com/office/drawing/2014/main" id="{BD3DFF5A-4130-4EFC-91D5-E8D5136B7C5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06808" y="1409629"/>
            <a:ext cx="432000" cy="460800"/>
          </a:xfrm>
          <a:prstGeom prst="rect">
            <a:avLst/>
          </a:prstGeom>
        </p:spPr>
      </p:pic>
      <p:pic>
        <p:nvPicPr>
          <p:cNvPr id="131" name="Graphic 130">
            <a:extLst>
              <a:ext uri="{FF2B5EF4-FFF2-40B4-BE49-F238E27FC236}">
                <a16:creationId xmlns:a16="http://schemas.microsoft.com/office/drawing/2014/main" id="{20A9734A-9BFE-45E1-BE51-830D2995678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57847" y="1493291"/>
            <a:ext cx="432000" cy="364501"/>
          </a:xfrm>
          <a:prstGeom prst="rect">
            <a:avLst/>
          </a:prstGeom>
        </p:spPr>
      </p:pic>
      <p:pic>
        <p:nvPicPr>
          <p:cNvPr id="132" name="Graphic 131">
            <a:extLst>
              <a:ext uri="{FF2B5EF4-FFF2-40B4-BE49-F238E27FC236}">
                <a16:creationId xmlns:a16="http://schemas.microsoft.com/office/drawing/2014/main" id="{61484B17-7747-4DF4-AE2D-29B479A32B3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25447" y="1459541"/>
            <a:ext cx="243000" cy="432000"/>
          </a:xfrm>
          <a:prstGeom prst="rect">
            <a:avLst/>
          </a:prstGeom>
        </p:spPr>
      </p:pic>
      <p:pic>
        <p:nvPicPr>
          <p:cNvPr id="133" name="Graphic 132">
            <a:extLst>
              <a:ext uri="{FF2B5EF4-FFF2-40B4-BE49-F238E27FC236}">
                <a16:creationId xmlns:a16="http://schemas.microsoft.com/office/drawing/2014/main" id="{FD401507-F598-45C5-B0A6-DA9B931C3F6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212874" y="1543916"/>
            <a:ext cx="432000" cy="263250"/>
          </a:xfrm>
          <a:prstGeom prst="rect">
            <a:avLst/>
          </a:prstGeom>
        </p:spPr>
      </p:pic>
      <p:pic>
        <p:nvPicPr>
          <p:cNvPr id="134" name="Graphic 133">
            <a:extLst>
              <a:ext uri="{FF2B5EF4-FFF2-40B4-BE49-F238E27FC236}">
                <a16:creationId xmlns:a16="http://schemas.microsoft.com/office/drawing/2014/main" id="{146CE07A-A1D6-4C60-90DD-0406709E939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76415" y="2412249"/>
            <a:ext cx="399600" cy="399600"/>
          </a:xfrm>
          <a:prstGeom prst="rect">
            <a:avLst/>
          </a:prstGeom>
        </p:spPr>
      </p:pic>
      <p:pic>
        <p:nvPicPr>
          <p:cNvPr id="135" name="Graphic 134">
            <a:extLst>
              <a:ext uri="{FF2B5EF4-FFF2-40B4-BE49-F238E27FC236}">
                <a16:creationId xmlns:a16="http://schemas.microsoft.com/office/drawing/2014/main" id="{434D71EE-FA76-4176-831A-2B2F28E3E16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547475" y="2427859"/>
            <a:ext cx="399600" cy="368381"/>
          </a:xfrm>
          <a:prstGeom prst="rect">
            <a:avLst/>
          </a:prstGeom>
        </p:spPr>
      </p:pic>
      <p:pic>
        <p:nvPicPr>
          <p:cNvPr id="136" name="Graphic 135">
            <a:extLst>
              <a:ext uri="{FF2B5EF4-FFF2-40B4-BE49-F238E27FC236}">
                <a16:creationId xmlns:a16="http://schemas.microsoft.com/office/drawing/2014/main" id="{6B6DC330-AEB1-46EF-8376-E5B9CC86864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556519" y="2412249"/>
            <a:ext cx="310800" cy="399600"/>
          </a:xfrm>
          <a:prstGeom prst="rect">
            <a:avLst/>
          </a:prstGeom>
        </p:spPr>
      </p:pic>
      <p:pic>
        <p:nvPicPr>
          <p:cNvPr id="137" name="Graphic 136">
            <a:extLst>
              <a:ext uri="{FF2B5EF4-FFF2-40B4-BE49-F238E27FC236}">
                <a16:creationId xmlns:a16="http://schemas.microsoft.com/office/drawing/2014/main" id="{68C5A907-A4E0-4CDD-8184-A1D2E8FF91C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468533" y="2403371"/>
            <a:ext cx="399600" cy="399600"/>
          </a:xfrm>
          <a:prstGeom prst="rect">
            <a:avLst/>
          </a:prstGeom>
        </p:spPr>
      </p:pic>
      <p:pic>
        <p:nvPicPr>
          <p:cNvPr id="138" name="Graphic 137">
            <a:extLst>
              <a:ext uri="{FF2B5EF4-FFF2-40B4-BE49-F238E27FC236}">
                <a16:creationId xmlns:a16="http://schemas.microsoft.com/office/drawing/2014/main" id="{FF89B6CD-D612-433E-824D-0861BFCB26D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476381" y="2412249"/>
            <a:ext cx="324675" cy="399600"/>
          </a:xfrm>
          <a:prstGeom prst="rect">
            <a:avLst/>
          </a:prstGeom>
        </p:spPr>
      </p:pic>
      <p:pic>
        <p:nvPicPr>
          <p:cNvPr id="139" name="Graphic 138">
            <a:extLst>
              <a:ext uri="{FF2B5EF4-FFF2-40B4-BE49-F238E27FC236}">
                <a16:creationId xmlns:a16="http://schemas.microsoft.com/office/drawing/2014/main" id="{A896F384-702D-4DEA-B903-9076079E7ED3}"/>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411388" y="2412249"/>
            <a:ext cx="399600" cy="399600"/>
          </a:xfrm>
          <a:prstGeom prst="rect">
            <a:avLst/>
          </a:prstGeom>
        </p:spPr>
      </p:pic>
      <p:pic>
        <p:nvPicPr>
          <p:cNvPr id="140" name="Graphic 139">
            <a:extLst>
              <a:ext uri="{FF2B5EF4-FFF2-40B4-BE49-F238E27FC236}">
                <a16:creationId xmlns:a16="http://schemas.microsoft.com/office/drawing/2014/main" id="{5FC1826A-EC14-4CC8-9CD2-9E05ECBF04A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387304" y="2412249"/>
            <a:ext cx="399600" cy="399600"/>
          </a:xfrm>
          <a:prstGeom prst="rect">
            <a:avLst/>
          </a:prstGeom>
        </p:spPr>
      </p:pic>
      <p:pic>
        <p:nvPicPr>
          <p:cNvPr id="141" name="Graphic 140">
            <a:extLst>
              <a:ext uri="{FF2B5EF4-FFF2-40B4-BE49-F238E27FC236}">
                <a16:creationId xmlns:a16="http://schemas.microsoft.com/office/drawing/2014/main" id="{0252814A-3C6F-4912-BF20-8E869B5BF7FE}"/>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390072" y="2412249"/>
            <a:ext cx="318431" cy="399600"/>
          </a:xfrm>
          <a:prstGeom prst="rect">
            <a:avLst/>
          </a:prstGeom>
        </p:spPr>
      </p:pic>
      <p:pic>
        <p:nvPicPr>
          <p:cNvPr id="142" name="Graphic 141">
            <a:extLst>
              <a:ext uri="{FF2B5EF4-FFF2-40B4-BE49-F238E27FC236}">
                <a16:creationId xmlns:a16="http://schemas.microsoft.com/office/drawing/2014/main" id="{208D8EFD-266D-428F-8EE8-8255CC3D56C0}"/>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8344861" y="2412249"/>
            <a:ext cx="355894" cy="399600"/>
          </a:xfrm>
          <a:prstGeom prst="rect">
            <a:avLst/>
          </a:prstGeom>
        </p:spPr>
      </p:pic>
      <p:pic>
        <p:nvPicPr>
          <p:cNvPr id="143" name="Graphic 142">
            <a:extLst>
              <a:ext uri="{FF2B5EF4-FFF2-40B4-BE49-F238E27FC236}">
                <a16:creationId xmlns:a16="http://schemas.microsoft.com/office/drawing/2014/main" id="{70E268C5-B1EC-4AC4-8933-C0678B9EC80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274047" y="2412249"/>
            <a:ext cx="399600" cy="399600"/>
          </a:xfrm>
          <a:prstGeom prst="rect">
            <a:avLst/>
          </a:prstGeom>
        </p:spPr>
      </p:pic>
      <p:pic>
        <p:nvPicPr>
          <p:cNvPr id="144" name="Graphic 143">
            <a:extLst>
              <a:ext uri="{FF2B5EF4-FFF2-40B4-BE49-F238E27FC236}">
                <a16:creationId xmlns:a16="http://schemas.microsoft.com/office/drawing/2014/main" id="{8730BB34-F786-4543-9C95-A4AA5FAC0E2F}"/>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0212947" y="2480424"/>
            <a:ext cx="468000" cy="263250"/>
          </a:xfrm>
          <a:prstGeom prst="rect">
            <a:avLst/>
          </a:prstGeom>
        </p:spPr>
      </p:pic>
      <p:pic>
        <p:nvPicPr>
          <p:cNvPr id="145" name="Graphic 144">
            <a:extLst>
              <a:ext uri="{FF2B5EF4-FFF2-40B4-BE49-F238E27FC236}">
                <a16:creationId xmlns:a16="http://schemas.microsoft.com/office/drawing/2014/main" id="{EC252146-0A3E-43DF-AE31-D98562BC81B4}"/>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1310243" y="2421127"/>
            <a:ext cx="237262" cy="399600"/>
          </a:xfrm>
          <a:prstGeom prst="rect">
            <a:avLst/>
          </a:prstGeom>
        </p:spPr>
      </p:pic>
      <p:pic>
        <p:nvPicPr>
          <p:cNvPr id="146" name="Graphic 145">
            <a:extLst>
              <a:ext uri="{FF2B5EF4-FFF2-40B4-BE49-F238E27FC236}">
                <a16:creationId xmlns:a16="http://schemas.microsoft.com/office/drawing/2014/main" id="{7B4B0C30-BCD7-47C9-9C47-BE1F17DAC836}"/>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6365" y="3377922"/>
            <a:ext cx="299700" cy="399600"/>
          </a:xfrm>
          <a:prstGeom prst="rect">
            <a:avLst/>
          </a:prstGeom>
        </p:spPr>
      </p:pic>
      <p:pic>
        <p:nvPicPr>
          <p:cNvPr id="54" name="Graphic 53">
            <a:extLst>
              <a:ext uri="{FF2B5EF4-FFF2-40B4-BE49-F238E27FC236}">
                <a16:creationId xmlns:a16="http://schemas.microsoft.com/office/drawing/2014/main" id="{40F30AA5-47B9-4105-87B8-B0B49E51ADFC}"/>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540226" y="3416694"/>
            <a:ext cx="399349" cy="322056"/>
          </a:xfrm>
          <a:prstGeom prst="rect">
            <a:avLst/>
          </a:prstGeom>
        </p:spPr>
      </p:pic>
      <p:sp>
        <p:nvSpPr>
          <p:cNvPr id="55" name="Text Placeholder 72">
            <a:extLst>
              <a:ext uri="{FF2B5EF4-FFF2-40B4-BE49-F238E27FC236}">
                <a16:creationId xmlns:a16="http://schemas.microsoft.com/office/drawing/2014/main" id="{BD4EC509-97AA-4174-A46A-0AE02C299B13}"/>
              </a:ext>
            </a:extLst>
          </p:cNvPr>
          <p:cNvSpPr txBox="1">
            <a:spLocks/>
          </p:cNvSpPr>
          <p:nvPr/>
        </p:nvSpPr>
        <p:spPr>
          <a:xfrm>
            <a:off x="1285875" y="388745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CLOUD DATA</a:t>
            </a:r>
            <a:b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br>
            <a:r>
              <a:rPr kumimoji="0" lang="en-US" sz="800" b="1" i="0" u="none" strike="noStrike" kern="1200" cap="all" spc="0" normalizeH="0" baseline="0" noProof="0">
                <a:ln>
                  <a:noFill/>
                </a:ln>
                <a:solidFill>
                  <a:srgbClr val="BFBFBF"/>
                </a:solidFill>
                <a:effectLst/>
                <a:uLnTx/>
                <a:uFillTx/>
                <a:latin typeface="Calibri"/>
                <a:ea typeface="+mn-ea"/>
                <a:cs typeface="Calibri" panose="020F0502020204030204" pitchFamily="34" charset="0"/>
              </a:rPr>
              <a:t>HUB</a:t>
            </a:r>
          </a:p>
        </p:txBody>
      </p:sp>
      <p:pic>
        <p:nvPicPr>
          <p:cNvPr id="56" name="Graphic 55">
            <a:extLst>
              <a:ext uri="{FF2B5EF4-FFF2-40B4-BE49-F238E27FC236}">
                <a16:creationId xmlns:a16="http://schemas.microsoft.com/office/drawing/2014/main" id="{05F6F659-4540-4AE9-BD3E-49A986BCD90E}"/>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583889" y="3380666"/>
            <a:ext cx="399600" cy="399600"/>
          </a:xfrm>
          <a:prstGeom prst="rect">
            <a:avLst/>
          </a:prstGeom>
        </p:spPr>
      </p:pic>
      <p:pic>
        <p:nvPicPr>
          <p:cNvPr id="57" name="Graphic 56">
            <a:extLst>
              <a:ext uri="{FF2B5EF4-FFF2-40B4-BE49-F238E27FC236}">
                <a16:creationId xmlns:a16="http://schemas.microsoft.com/office/drawing/2014/main" id="{93832448-1EAA-4562-9126-3546EE4166FE}"/>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4538818" y="3406346"/>
            <a:ext cx="399600" cy="333000"/>
          </a:xfrm>
          <a:prstGeom prst="rect">
            <a:avLst/>
          </a:prstGeom>
        </p:spPr>
      </p:pic>
      <p:pic>
        <p:nvPicPr>
          <p:cNvPr id="58" name="Graphic 57">
            <a:extLst>
              <a:ext uri="{FF2B5EF4-FFF2-40B4-BE49-F238E27FC236}">
                <a16:creationId xmlns:a16="http://schemas.microsoft.com/office/drawing/2014/main" id="{A77A1410-EDAD-4404-8A37-34F9FED3236B}"/>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5470669" y="3380666"/>
            <a:ext cx="399600" cy="399600"/>
          </a:xfrm>
          <a:prstGeom prst="rect">
            <a:avLst/>
          </a:prstGeom>
        </p:spPr>
      </p:pic>
      <p:pic>
        <p:nvPicPr>
          <p:cNvPr id="59" name="Graphic 58">
            <a:extLst>
              <a:ext uri="{FF2B5EF4-FFF2-40B4-BE49-F238E27FC236}">
                <a16:creationId xmlns:a16="http://schemas.microsoft.com/office/drawing/2014/main" id="{141A1443-4E8B-48E3-966F-062205684B9A}"/>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6386387" y="3387326"/>
            <a:ext cx="399600" cy="386280"/>
          </a:xfrm>
          <a:prstGeom prst="rect">
            <a:avLst/>
          </a:prstGeom>
        </p:spPr>
      </p:pic>
      <p:pic>
        <p:nvPicPr>
          <p:cNvPr id="60" name="Graphic 59">
            <a:extLst>
              <a:ext uri="{FF2B5EF4-FFF2-40B4-BE49-F238E27FC236}">
                <a16:creationId xmlns:a16="http://schemas.microsoft.com/office/drawing/2014/main" id="{76C57F4D-993E-46D3-9DD9-01DDE8B3F00A}"/>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7435695" y="3388286"/>
            <a:ext cx="279720" cy="399600"/>
          </a:xfrm>
          <a:prstGeom prst="rect">
            <a:avLst/>
          </a:prstGeom>
        </p:spPr>
      </p:pic>
      <p:pic>
        <p:nvPicPr>
          <p:cNvPr id="61" name="Graphic 60">
            <a:extLst>
              <a:ext uri="{FF2B5EF4-FFF2-40B4-BE49-F238E27FC236}">
                <a16:creationId xmlns:a16="http://schemas.microsoft.com/office/drawing/2014/main" id="{EBCBEAC8-3310-4686-95D6-9DEF37AF5614}"/>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2600193" y="3380666"/>
            <a:ext cx="339660" cy="399600"/>
          </a:xfrm>
          <a:prstGeom prst="rect">
            <a:avLst/>
          </a:prstGeom>
        </p:spPr>
      </p:pic>
      <p:sp>
        <p:nvSpPr>
          <p:cNvPr id="62" name="Text Placeholder 72">
            <a:extLst>
              <a:ext uri="{FF2B5EF4-FFF2-40B4-BE49-F238E27FC236}">
                <a16:creationId xmlns:a16="http://schemas.microsoft.com/office/drawing/2014/main" id="{FB402FED-76A2-45BF-9036-5E9EE84A7164}"/>
              </a:ext>
            </a:extLst>
          </p:cNvPr>
          <p:cNvSpPr txBox="1">
            <a:spLocks/>
          </p:cNvSpPr>
          <p:nvPr/>
        </p:nvSpPr>
        <p:spPr>
          <a:xfrm>
            <a:off x="2315998" y="3899660"/>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0ABB3"/>
                </a:solidFill>
                <a:effectLst/>
                <a:uLnTx/>
                <a:uFillTx/>
                <a:latin typeface="Calibri"/>
                <a:ea typeface="+mn-ea"/>
                <a:cs typeface="Calibri" panose="020F0502020204030204" pitchFamily="34" charset="0"/>
              </a:rPr>
              <a:t>VIRTUAL MACHINE / CONTAINER</a:t>
            </a:r>
          </a:p>
        </p:txBody>
      </p:sp>
      <p:sp>
        <p:nvSpPr>
          <p:cNvPr id="63" name="Text Placeholder 72">
            <a:extLst>
              <a:ext uri="{FF2B5EF4-FFF2-40B4-BE49-F238E27FC236}">
                <a16:creationId xmlns:a16="http://schemas.microsoft.com/office/drawing/2014/main" id="{BC0702D9-FFDA-4BF9-935F-0FE59C05BD54}"/>
              </a:ext>
            </a:extLst>
          </p:cNvPr>
          <p:cNvSpPr txBox="1">
            <a:spLocks/>
          </p:cNvSpPr>
          <p:nvPr/>
        </p:nvSpPr>
        <p:spPr>
          <a:xfrm>
            <a:off x="3329664" y="3891532"/>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0ABB3"/>
                </a:solidFill>
                <a:effectLst/>
                <a:uLnTx/>
                <a:uFillTx/>
                <a:latin typeface="Calibri"/>
                <a:ea typeface="+mn-ea"/>
                <a:cs typeface="Calibri" panose="020F0502020204030204" pitchFamily="34" charset="0"/>
              </a:rPr>
              <a:t>INTERNET</a:t>
            </a:r>
          </a:p>
        </p:txBody>
      </p:sp>
      <p:sp>
        <p:nvSpPr>
          <p:cNvPr id="64" name="Text Placeholder 72">
            <a:extLst>
              <a:ext uri="{FF2B5EF4-FFF2-40B4-BE49-F238E27FC236}">
                <a16:creationId xmlns:a16="http://schemas.microsoft.com/office/drawing/2014/main" id="{8FCC7015-0AEC-4275-AC5D-31E362E071D6}"/>
              </a:ext>
            </a:extLst>
          </p:cNvPr>
          <p:cNvSpPr txBox="1">
            <a:spLocks/>
          </p:cNvSpPr>
          <p:nvPr/>
        </p:nvSpPr>
        <p:spPr>
          <a:xfrm>
            <a:off x="4284593" y="3904074"/>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0ABB3"/>
                </a:solidFill>
                <a:effectLst/>
                <a:uLnTx/>
                <a:uFillTx/>
                <a:latin typeface="Calibri"/>
                <a:ea typeface="+mn-ea"/>
                <a:cs typeface="Calibri" panose="020F0502020204030204" pitchFamily="34" charset="0"/>
              </a:rPr>
              <a:t>WIRELESS</a:t>
            </a:r>
          </a:p>
        </p:txBody>
      </p:sp>
      <p:sp>
        <p:nvSpPr>
          <p:cNvPr id="65" name="Text Placeholder 72">
            <a:extLst>
              <a:ext uri="{FF2B5EF4-FFF2-40B4-BE49-F238E27FC236}">
                <a16:creationId xmlns:a16="http://schemas.microsoft.com/office/drawing/2014/main" id="{069E2A78-7F96-4E20-B766-D78A746D8FCA}"/>
              </a:ext>
            </a:extLst>
          </p:cNvPr>
          <p:cNvSpPr txBox="1">
            <a:spLocks/>
          </p:cNvSpPr>
          <p:nvPr/>
        </p:nvSpPr>
        <p:spPr>
          <a:xfrm>
            <a:off x="5216444" y="3899660"/>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0ABB3"/>
                </a:solidFill>
                <a:effectLst/>
                <a:uLnTx/>
                <a:uFillTx/>
                <a:latin typeface="Calibri"/>
                <a:ea typeface="+mn-ea"/>
                <a:cs typeface="Calibri" panose="020F0502020204030204" pitchFamily="34" charset="0"/>
              </a:rPr>
              <a:t>READ-ONLY</a:t>
            </a:r>
          </a:p>
        </p:txBody>
      </p:sp>
      <p:sp>
        <p:nvSpPr>
          <p:cNvPr id="66" name="Text Placeholder 72">
            <a:extLst>
              <a:ext uri="{FF2B5EF4-FFF2-40B4-BE49-F238E27FC236}">
                <a16:creationId xmlns:a16="http://schemas.microsoft.com/office/drawing/2014/main" id="{B98CC458-F1BF-466B-B480-E952547DCD95}"/>
              </a:ext>
            </a:extLst>
          </p:cNvPr>
          <p:cNvSpPr txBox="1">
            <a:spLocks/>
          </p:cNvSpPr>
          <p:nvPr/>
        </p:nvSpPr>
        <p:spPr>
          <a:xfrm>
            <a:off x="6132162" y="3899819"/>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0ABB3"/>
                </a:solidFill>
                <a:effectLst/>
                <a:uLnTx/>
                <a:uFillTx/>
                <a:latin typeface="Calibri"/>
                <a:ea typeface="+mn-ea"/>
                <a:cs typeface="Calibri" panose="020F0502020204030204" pitchFamily="34" charset="0"/>
              </a:rPr>
              <a:t>TEXT MESSAGE</a:t>
            </a:r>
          </a:p>
        </p:txBody>
      </p:sp>
      <p:sp>
        <p:nvSpPr>
          <p:cNvPr id="67" name="Text Placeholder 72">
            <a:extLst>
              <a:ext uri="{FF2B5EF4-FFF2-40B4-BE49-F238E27FC236}">
                <a16:creationId xmlns:a16="http://schemas.microsoft.com/office/drawing/2014/main" id="{1E851DB8-9AC0-4DB6-ADD3-1778428783E3}"/>
              </a:ext>
            </a:extLst>
          </p:cNvPr>
          <p:cNvSpPr txBox="1">
            <a:spLocks/>
          </p:cNvSpPr>
          <p:nvPr/>
        </p:nvSpPr>
        <p:spPr>
          <a:xfrm>
            <a:off x="7121530" y="3884706"/>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0ABB3"/>
                </a:solidFill>
                <a:effectLst/>
                <a:uLnTx/>
                <a:uFillTx/>
                <a:latin typeface="Calibri"/>
                <a:ea typeface="+mn-ea"/>
                <a:cs typeface="Calibri" panose="020F0502020204030204" pitchFamily="34" charset="0"/>
              </a:rPr>
              <a:t>PADLOCK</a:t>
            </a:r>
          </a:p>
        </p:txBody>
      </p:sp>
      <p:sp>
        <p:nvSpPr>
          <p:cNvPr id="3" name="Text Placeholder 72">
            <a:extLst>
              <a:ext uri="{FF2B5EF4-FFF2-40B4-BE49-F238E27FC236}">
                <a16:creationId xmlns:a16="http://schemas.microsoft.com/office/drawing/2014/main" id="{7E2C04E9-5BAD-4A1B-4A0D-986F94923460}"/>
              </a:ext>
            </a:extLst>
          </p:cNvPr>
          <p:cNvSpPr txBox="1">
            <a:spLocks/>
          </p:cNvSpPr>
          <p:nvPr/>
        </p:nvSpPr>
        <p:spPr>
          <a:xfrm>
            <a:off x="8096852" y="3884705"/>
            <a:ext cx="908050" cy="303213"/>
          </a:xfrm>
          <a:prstGeom prst="rect">
            <a:avLst/>
          </a:prstGeom>
        </p:spPr>
        <p:txBody>
          <a:bodyPr vert="horz" wrap="square" lIns="0" tIns="0" rIns="0" bIns="0" rtlCol="0" anchor="t" anchorCtr="0">
            <a:normAutofit/>
          </a:bodyPr>
          <a:lstStyle>
            <a:lvl1pPr marL="0" indent="0" algn="ctr"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800" b="1" kern="1200" cap="all" baseline="0">
                <a:solidFill>
                  <a:schemeClr val="tx1"/>
                </a:solidFill>
                <a:latin typeface="+mn-lt"/>
                <a:ea typeface="+mn-ea"/>
                <a:cs typeface="Calibri" panose="020F0502020204030204" pitchFamily="34" charset="0"/>
              </a:defRPr>
            </a:lvl1pPr>
            <a:lvl2pPr marL="288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b="0" kern="1200">
                <a:solidFill>
                  <a:schemeClr val="tx1"/>
                </a:solidFill>
                <a:latin typeface="+mn-lt"/>
                <a:ea typeface="+mn-ea"/>
                <a:cs typeface="Calibri" panose="020F0502020204030204" pitchFamily="34" charset="0"/>
              </a:defRPr>
            </a:lvl2pPr>
            <a:lvl3pPr marL="576662"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3pPr>
            <a:lvl4pPr marL="863600"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4pPr>
            <a:lvl5pPr marL="1152525" indent="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None/>
              <a:defRPr sz="700" kern="1200">
                <a:solidFill>
                  <a:schemeClr val="tx1"/>
                </a:solidFill>
                <a:latin typeface="+mn-lt"/>
                <a:ea typeface="+mn-ea"/>
                <a:cs typeface="Calibri" panose="020F0502020204030204" pitchFamily="34" charset="0"/>
              </a:defRPr>
            </a:lvl5pPr>
            <a:lvl6pPr marL="119786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38074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563624" indent="-13716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900"/>
              </a:spcAft>
              <a:buClr>
                <a:srgbClr val="F70656"/>
              </a:buClr>
              <a:buSzPct val="100000"/>
              <a:buFont typeface="Arial" panose="020B0604020202020204" pitchFamily="34" charset="0"/>
              <a:buNone/>
              <a:tabLst/>
              <a:defRPr/>
            </a:pPr>
            <a:r>
              <a:rPr kumimoji="0" lang="en-US" sz="800" b="1" i="0" u="none" strike="noStrike" kern="1200" cap="all" spc="0" normalizeH="0" baseline="0" noProof="0">
                <a:ln>
                  <a:noFill/>
                </a:ln>
                <a:solidFill>
                  <a:srgbClr val="B0ABB3"/>
                </a:solidFill>
                <a:effectLst/>
                <a:uLnTx/>
                <a:uFillTx/>
                <a:latin typeface="Calibri"/>
                <a:ea typeface="+mn-ea"/>
                <a:cs typeface="Calibri" panose="020F0502020204030204" pitchFamily="34" charset="0"/>
              </a:rPr>
              <a:t>Modeling and Analytics</a:t>
            </a:r>
          </a:p>
        </p:txBody>
      </p:sp>
      <p:pic>
        <p:nvPicPr>
          <p:cNvPr id="4" name="Graphic 3">
            <a:extLst>
              <a:ext uri="{FF2B5EF4-FFF2-40B4-BE49-F238E27FC236}">
                <a16:creationId xmlns:a16="http://schemas.microsoft.com/office/drawing/2014/main" id="{BF065B09-9A75-CB97-8CFE-3BE953860CC7}"/>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312812" y="3448598"/>
            <a:ext cx="417760" cy="303213"/>
          </a:xfrm>
          <a:prstGeom prst="rect">
            <a:avLst/>
          </a:prstGeom>
        </p:spPr>
      </p:pic>
      <p:grpSp>
        <p:nvGrpSpPr>
          <p:cNvPr id="2" name="Group 4">
            <a:extLst>
              <a:ext uri="{FF2B5EF4-FFF2-40B4-BE49-F238E27FC236}">
                <a16:creationId xmlns:a16="http://schemas.microsoft.com/office/drawing/2014/main" id="{0802A541-9E91-AE91-A3FD-A36CDB8C9286}"/>
              </a:ext>
            </a:extLst>
          </p:cNvPr>
          <p:cNvGrpSpPr>
            <a:grpSpLocks noChangeAspect="1"/>
          </p:cNvGrpSpPr>
          <p:nvPr/>
        </p:nvGrpSpPr>
        <p:grpSpPr bwMode="auto">
          <a:xfrm>
            <a:off x="10421934" y="6308714"/>
            <a:ext cx="1162049" cy="266699"/>
            <a:chOff x="6565" y="3974"/>
            <a:chExt cx="732" cy="168"/>
          </a:xfrm>
          <a:solidFill>
            <a:schemeClr val="bg1"/>
          </a:solidFill>
        </p:grpSpPr>
        <p:sp>
          <p:nvSpPr>
            <p:cNvPr id="5" name="Freeform 5">
              <a:extLst>
                <a:ext uri="{FF2B5EF4-FFF2-40B4-BE49-F238E27FC236}">
                  <a16:creationId xmlns:a16="http://schemas.microsoft.com/office/drawing/2014/main" id="{58E7EFCF-51E5-4CBB-1DFC-9FD779F0D09B}"/>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6">
              <a:extLst>
                <a:ext uri="{FF2B5EF4-FFF2-40B4-BE49-F238E27FC236}">
                  <a16:creationId xmlns:a16="http://schemas.microsoft.com/office/drawing/2014/main" id="{C8C9370B-035E-6EB1-4CF0-15EECC3E5CC3}"/>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Freeform 7">
              <a:extLst>
                <a:ext uri="{FF2B5EF4-FFF2-40B4-BE49-F238E27FC236}">
                  <a16:creationId xmlns:a16="http://schemas.microsoft.com/office/drawing/2014/main" id="{E01C92EA-20E4-1DC4-81B9-BD91AFEDD00A}"/>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8">
              <a:extLst>
                <a:ext uri="{FF2B5EF4-FFF2-40B4-BE49-F238E27FC236}">
                  <a16:creationId xmlns:a16="http://schemas.microsoft.com/office/drawing/2014/main" id="{D7A3FE4E-2134-544E-93AB-F017BCE72270}"/>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686E9DA0-5E11-6050-CB14-F1BEFC85C6B0}"/>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0">
              <a:extLst>
                <a:ext uri="{FF2B5EF4-FFF2-40B4-BE49-F238E27FC236}">
                  <a16:creationId xmlns:a16="http://schemas.microsoft.com/office/drawing/2014/main" id="{348E6672-325A-CF36-01E0-15FE1273308D}"/>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1">
              <a:extLst>
                <a:ext uri="{FF2B5EF4-FFF2-40B4-BE49-F238E27FC236}">
                  <a16:creationId xmlns:a16="http://schemas.microsoft.com/office/drawing/2014/main" id="{2F748B52-D27A-9F6D-AB50-07F48A6964AF}"/>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18794608"/>
      </p:ext>
    </p:extLst>
  </p:cSld>
  <p:clrMapOvr>
    <a:masterClrMapping/>
  </p:clrMapOvr>
</p:sld>
</file>

<file path=ppt/theme/theme1.xml><?xml version="1.0" encoding="utf-8"?>
<a:theme xmlns:a="http://schemas.openxmlformats.org/drawingml/2006/main" name="AVEVA_PowerPoint_Jan2025">
  <a:themeElements>
    <a:clrScheme name="AVEVA 2024">
      <a:dk1>
        <a:srgbClr val="000000"/>
      </a:dk1>
      <a:lt1>
        <a:srgbClr val="FFFFFF"/>
      </a:lt1>
      <a:dk2>
        <a:srgbClr val="3D1152"/>
      </a:dk2>
      <a:lt2>
        <a:srgbClr val="F2F5F7"/>
      </a:lt2>
      <a:accent1>
        <a:srgbClr val="6B04A8"/>
      </a:accent1>
      <a:accent2>
        <a:srgbClr val="C530FF"/>
      </a:accent2>
      <a:accent3>
        <a:srgbClr val="4D69E0"/>
      </a:accent3>
      <a:accent4>
        <a:srgbClr val="44E5FF"/>
      </a:accent4>
      <a:accent5>
        <a:srgbClr val="00D787"/>
      </a:accent5>
      <a:accent6>
        <a:srgbClr val="016C80"/>
      </a:accent6>
      <a:hlink>
        <a:srgbClr val="78A1FC"/>
      </a:hlink>
      <a:folHlink>
        <a:srgbClr val="93B0FF"/>
      </a:folHlink>
    </a:clrScheme>
    <a:fontScheme name="Aveva Fonts">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22225">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171450" indent="-171450" algn="l">
          <a:buClr>
            <a:schemeClr val="accent2"/>
          </a:buClr>
          <a:buFont typeface="Arial" panose="020B0604020202020204" pitchFamily="34" charset="0"/>
          <a:buChar char="•"/>
          <a:defRPr dirty="0" smtClean="0"/>
        </a:defPPr>
      </a:lstStyle>
    </a:txDef>
  </a:objectDefaults>
  <a:extraClrSchemeLst/>
  <a:extLst>
    <a:ext uri="{05A4C25C-085E-4340-85A3-A5531E510DB2}">
      <thm15:themeFamily xmlns:thm15="http://schemas.microsoft.com/office/thememl/2012/main" name="AVEVA_PowerPoint_Template_Internal" id="{3E369848-6056-A040-BCCD-707CE7483AB6}" vid="{6685D403-3DDC-A04E-AB2F-318D5E9987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08142CA93F274D880D9661CAF55969" ma:contentTypeVersion="3" ma:contentTypeDescription="Create a new document." ma:contentTypeScope="" ma:versionID="8da5fcebb2187a98b6c8decf060a1a48">
  <xsd:schema xmlns:xsd="http://www.w3.org/2001/XMLSchema" xmlns:xs="http://www.w3.org/2001/XMLSchema" xmlns:p="http://schemas.microsoft.com/office/2006/metadata/properties" xmlns:ns2="35f36718-eae2-4b8e-992a-84b40c5c0e01" targetNamespace="http://schemas.microsoft.com/office/2006/metadata/properties" ma:root="true" ma:fieldsID="d5f226f713858fe85b4883d7bc8ef301" ns2:_="">
    <xsd:import namespace="35f36718-eae2-4b8e-992a-84b40c5c0e0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f36718-eae2-4b8e-992a-84b40c5c0e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F242BD-EC25-44FF-9BEF-0CE46E7DCBBF}">
  <ds:schemaRefs>
    <ds:schemaRef ds:uri="35f36718-eae2-4b8e-992a-84b40c5c0e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FE0DC22-4703-44ED-9E6F-71E2987CB955}">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87937E2-EA31-476E-A722-B70D13E37ED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AVEVA_PowerPoint_Template_Internal</Template>
  <Application>Microsoft Office PowerPoint</Application>
  <PresentationFormat>Widescreen</PresentationFormat>
  <Slides>55</Slides>
  <Notes>3</Notes>
  <HiddenSlides>0</HiddenSlide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AVEVA_PowerPoint_Jan2025</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Title, subtitle, and content</vt:lpstr>
      <vt:lpstr>Content and narrow photo</vt:lpstr>
      <vt:lpstr>Three-column layout</vt:lpstr>
      <vt:lpstr>Photo and content layout</vt:lpstr>
      <vt:lpstr>Content and captions layout</vt:lpstr>
      <vt:lpstr>Two content layout – example 1</vt:lpstr>
      <vt:lpstr>Two content layout – example 2</vt:lpstr>
      <vt:lpstr>Two content layout – example 3</vt:lpstr>
      <vt:lpstr>Two content layout – example 4</vt:lpstr>
      <vt:lpstr>Three content layout</vt:lpstr>
      <vt:lpstr>Content and captions layout</vt:lpstr>
      <vt:lpstr>Captions and content layout</vt:lpstr>
      <vt:lpstr>PowerPoint Presentation</vt:lpstr>
      <vt:lpstr>PowerPoint Presentation</vt:lpstr>
      <vt:lpstr>Icons</vt:lpstr>
      <vt:lpstr>Icons</vt:lpstr>
      <vt:lpstr>Icons</vt:lpstr>
      <vt:lpstr>Icons</vt:lpstr>
      <vt:lpstr>Icons</vt:lpstr>
      <vt:lpstr>Icons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Miranda Ellis</dc:creator>
  <dc:description>January 2021 template</dc:description>
  <cp:revision>1</cp:revision>
  <cp:lastPrinted>2019-08-05T14:07:05Z</cp:lastPrinted>
  <dcterms:created xsi:type="dcterms:W3CDTF">2026-08-12T13:54:54Z</dcterms:created>
  <dcterms:modified xsi:type="dcterms:W3CDTF">2026-08-20T08:54:12Z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8cda11-b0e0-4a5f-b13e-64e9de363f52_Enabled">
    <vt:lpwstr>true</vt:lpwstr>
  </property>
  <property fmtid="{D5CDD505-2E9C-101B-9397-08002B2CF9AE}" pid="3" name="MSIP_Label_9c8cda11-b0e0-4a5f-b13e-64e9de363f52_SetDate">
    <vt:lpwstr>2024-11-22T10:36:30Z</vt:lpwstr>
  </property>
  <property fmtid="{D5CDD505-2E9C-101B-9397-08002B2CF9AE}" pid="4" name="MSIP_Label_9c8cda11-b0e0-4a5f-b13e-64e9de363f52_Method">
    <vt:lpwstr>Standard</vt:lpwstr>
  </property>
  <property fmtid="{D5CDD505-2E9C-101B-9397-08002B2CF9AE}" pid="5" name="MSIP_Label_9c8cda11-b0e0-4a5f-b13e-64e9de363f52_Name">
    <vt:lpwstr>Internal Only</vt:lpwstr>
  </property>
  <property fmtid="{D5CDD505-2E9C-101B-9397-08002B2CF9AE}" pid="6" name="MSIP_Label_9c8cda11-b0e0-4a5f-b13e-64e9de363f52_SiteId">
    <vt:lpwstr>425a5546-5a6e-4f1b-ab62-23d91d07d893</vt:lpwstr>
  </property>
  <property fmtid="{D5CDD505-2E9C-101B-9397-08002B2CF9AE}" pid="7" name="MSIP_Label_9c8cda11-b0e0-4a5f-b13e-64e9de363f52_ActionId">
    <vt:lpwstr>6e550362-9bed-426d-bf4c-c1464d06c805</vt:lpwstr>
  </property>
  <property fmtid="{D5CDD505-2E9C-101B-9397-08002B2CF9AE}" pid="8" name="MSIP_Label_9c8cda11-b0e0-4a5f-b13e-64e9de363f52_ContentBits">
    <vt:lpwstr>0</vt:lpwstr>
  </property>
  <property fmtid="{D5CDD505-2E9C-101B-9397-08002B2CF9AE}" pid="9" name="ContentTypeId">
    <vt:lpwstr>0x0101005C08142CA93F274D880D9661CAF55969</vt:lpwstr>
  </property>
</Properties>
</file>